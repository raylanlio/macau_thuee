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tiff" ContentType="image/tiff"/>
  <Default Extension="tmp" ContentType="image/p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ink/ink1.xml" ContentType="application/inkml+xml"/>
  <Override PartName="/ppt/notesSlides/notesSlide14.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ink/ink2.xml" ContentType="application/inkml+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ink/ink3.xml" ContentType="application/inkml+xml"/>
  <Override PartName="/ppt/tags/tag37.xml" ContentType="application/vnd.openxmlformats-officedocument.presentationml.tags+xml"/>
  <Override PartName="/ppt/tags/tag38.xml" ContentType="application/vnd.openxmlformats-officedocument.presentationml.tags+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ink/ink4.xml" ContentType="application/inkml+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ink/ink5.xml" ContentType="application/inkml+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ink/ink6.xml" ContentType="application/inkml+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ink/ink7.xml" ContentType="application/inkml+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230" r:id="rId1"/>
    <p:sldMasterId id="2147484246" r:id="rId2"/>
    <p:sldMasterId id="2147484262" r:id="rId3"/>
    <p:sldMasterId id="2147484290" r:id="rId4"/>
  </p:sldMasterIdLst>
  <p:notesMasterIdLst>
    <p:notesMasterId r:id="rId111"/>
  </p:notesMasterIdLst>
  <p:sldIdLst>
    <p:sldId id="1572" r:id="rId5"/>
    <p:sldId id="1340" r:id="rId6"/>
    <p:sldId id="408" r:id="rId7"/>
    <p:sldId id="1565" r:id="rId8"/>
    <p:sldId id="1360" r:id="rId9"/>
    <p:sldId id="1458" r:id="rId10"/>
    <p:sldId id="1559" r:id="rId11"/>
    <p:sldId id="1462" r:id="rId12"/>
    <p:sldId id="258" r:id="rId13"/>
    <p:sldId id="1568" r:id="rId14"/>
    <p:sldId id="1569" r:id="rId15"/>
    <p:sldId id="1513" r:id="rId16"/>
    <p:sldId id="272" r:id="rId17"/>
    <p:sldId id="271" r:id="rId18"/>
    <p:sldId id="1538" r:id="rId19"/>
    <p:sldId id="1583" r:id="rId20"/>
    <p:sldId id="1562" r:id="rId21"/>
    <p:sldId id="1570" r:id="rId22"/>
    <p:sldId id="1472" r:id="rId23"/>
    <p:sldId id="1558" r:id="rId24"/>
    <p:sldId id="1541" r:id="rId25"/>
    <p:sldId id="1515" r:id="rId26"/>
    <p:sldId id="1282" r:id="rId27"/>
    <p:sldId id="284" r:id="rId28"/>
    <p:sldId id="425" r:id="rId29"/>
    <p:sldId id="1542" r:id="rId30"/>
    <p:sldId id="286" r:id="rId31"/>
    <p:sldId id="1543" r:id="rId32"/>
    <p:sldId id="1544" r:id="rId33"/>
    <p:sldId id="1516" r:id="rId34"/>
    <p:sldId id="1285" r:id="rId35"/>
    <p:sldId id="292" r:id="rId36"/>
    <p:sldId id="1476" r:id="rId37"/>
    <p:sldId id="1517" r:id="rId38"/>
    <p:sldId id="1305" r:id="rId39"/>
    <p:sldId id="1518" r:id="rId40"/>
    <p:sldId id="1289" r:id="rId41"/>
    <p:sldId id="1557" r:id="rId42"/>
    <p:sldId id="315" r:id="rId43"/>
    <p:sldId id="320" r:id="rId44"/>
    <p:sldId id="1115" r:id="rId45"/>
    <p:sldId id="1520" r:id="rId46"/>
    <p:sldId id="1545" r:id="rId47"/>
    <p:sldId id="321" r:id="rId48"/>
    <p:sldId id="1546" r:id="rId49"/>
    <p:sldId id="1478" r:id="rId50"/>
    <p:sldId id="1521" r:id="rId51"/>
    <p:sldId id="1547" r:id="rId52"/>
    <p:sldId id="306" r:id="rId53"/>
    <p:sldId id="1522" r:id="rId54"/>
    <p:sldId id="1292" r:id="rId55"/>
    <p:sldId id="311" r:id="rId56"/>
    <p:sldId id="312" r:id="rId57"/>
    <p:sldId id="1563" r:id="rId58"/>
    <p:sldId id="1571" r:id="rId59"/>
    <p:sldId id="1556" r:id="rId60"/>
    <p:sldId id="332" r:id="rId61"/>
    <p:sldId id="333" r:id="rId62"/>
    <p:sldId id="334" r:id="rId63"/>
    <p:sldId id="335" r:id="rId64"/>
    <p:sldId id="338" r:id="rId65"/>
    <p:sldId id="339" r:id="rId66"/>
    <p:sldId id="341" r:id="rId67"/>
    <p:sldId id="342" r:id="rId68"/>
    <p:sldId id="1353" r:id="rId69"/>
    <p:sldId id="1560" r:id="rId70"/>
    <p:sldId id="1549" r:id="rId71"/>
    <p:sldId id="360" r:id="rId72"/>
    <p:sldId id="361" r:id="rId73"/>
    <p:sldId id="1318" r:id="rId74"/>
    <p:sldId id="362" r:id="rId75"/>
    <p:sldId id="1550" r:id="rId76"/>
    <p:sldId id="364" r:id="rId77"/>
    <p:sldId id="1561" r:id="rId78"/>
    <p:sldId id="1564" r:id="rId79"/>
    <p:sldId id="1524" r:id="rId80"/>
    <p:sldId id="365" r:id="rId81"/>
    <p:sldId id="1483" r:id="rId82"/>
    <p:sldId id="1527" r:id="rId83"/>
    <p:sldId id="368" r:id="rId84"/>
    <p:sldId id="369" r:id="rId85"/>
    <p:sldId id="1528" r:id="rId86"/>
    <p:sldId id="1552" r:id="rId87"/>
    <p:sldId id="1529" r:id="rId88"/>
    <p:sldId id="1553" r:id="rId89"/>
    <p:sldId id="1486" r:id="rId90"/>
    <p:sldId id="1526" r:id="rId91"/>
    <p:sldId id="1580" r:id="rId92"/>
    <p:sldId id="1530" r:id="rId93"/>
    <p:sldId id="1531" r:id="rId94"/>
    <p:sldId id="1378" r:id="rId95"/>
    <p:sldId id="1532" r:id="rId96"/>
    <p:sldId id="1533" r:id="rId97"/>
    <p:sldId id="1381" r:id="rId98"/>
    <p:sldId id="1534" r:id="rId99"/>
    <p:sldId id="1460" r:id="rId100"/>
    <p:sldId id="1359" r:id="rId101"/>
    <p:sldId id="1566" r:id="rId102"/>
    <p:sldId id="1535" r:id="rId103"/>
    <p:sldId id="1268" r:id="rId104"/>
    <p:sldId id="1271" r:id="rId105"/>
    <p:sldId id="1272" r:id="rId106"/>
    <p:sldId id="1274" r:id="rId107"/>
    <p:sldId id="1536" r:id="rId108"/>
    <p:sldId id="1315" r:id="rId109"/>
    <p:sldId id="1512" r:id="rId110"/>
  </p:sldIdLst>
  <p:sldSz cx="9144000" cy="6858000" type="screen4x3"/>
  <p:notesSz cx="7099300" cy="10234613"/>
  <p:defaultTextStyle>
    <a:defPPr>
      <a:defRPr lang="en-US"/>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521415D9-36F7-43E2-AB2F-B90AF26B5E84}">
      <p14:sectionLst xmlns:p14="http://schemas.microsoft.com/office/powerpoint/2010/main">
        <p14:section name="默认节" id="{E5980303-A7AA-6047-9014-1E03AB99E4DD}">
          <p14:sldIdLst>
            <p14:sldId id="1572"/>
            <p14:sldId id="1340"/>
            <p14:sldId id="408"/>
            <p14:sldId id="1565"/>
            <p14:sldId id="1360"/>
            <p14:sldId id="1458"/>
            <p14:sldId id="1559"/>
            <p14:sldId id="1462"/>
            <p14:sldId id="258"/>
            <p14:sldId id="1568"/>
            <p14:sldId id="1569"/>
            <p14:sldId id="1513"/>
            <p14:sldId id="272"/>
            <p14:sldId id="271"/>
            <p14:sldId id="1538"/>
            <p14:sldId id="1583"/>
            <p14:sldId id="1562"/>
            <p14:sldId id="1570"/>
            <p14:sldId id="1472"/>
            <p14:sldId id="1558"/>
            <p14:sldId id="1541"/>
            <p14:sldId id="1515"/>
            <p14:sldId id="1282"/>
            <p14:sldId id="284"/>
            <p14:sldId id="425"/>
            <p14:sldId id="1542"/>
            <p14:sldId id="286"/>
            <p14:sldId id="1543"/>
            <p14:sldId id="1544"/>
            <p14:sldId id="1516"/>
            <p14:sldId id="1285"/>
            <p14:sldId id="292"/>
            <p14:sldId id="1476"/>
            <p14:sldId id="1517"/>
            <p14:sldId id="1305"/>
            <p14:sldId id="1518"/>
            <p14:sldId id="1289"/>
            <p14:sldId id="1557"/>
            <p14:sldId id="315"/>
            <p14:sldId id="320"/>
            <p14:sldId id="1115"/>
            <p14:sldId id="1520"/>
            <p14:sldId id="1545"/>
            <p14:sldId id="321"/>
            <p14:sldId id="1546"/>
            <p14:sldId id="1478"/>
            <p14:sldId id="1521"/>
            <p14:sldId id="1547"/>
            <p14:sldId id="306"/>
            <p14:sldId id="1522"/>
            <p14:sldId id="1292"/>
            <p14:sldId id="311"/>
            <p14:sldId id="312"/>
            <p14:sldId id="1563"/>
            <p14:sldId id="1571"/>
            <p14:sldId id="1556"/>
            <p14:sldId id="332"/>
            <p14:sldId id="333"/>
            <p14:sldId id="334"/>
            <p14:sldId id="335"/>
            <p14:sldId id="338"/>
            <p14:sldId id="339"/>
            <p14:sldId id="341"/>
            <p14:sldId id="342"/>
            <p14:sldId id="1353"/>
            <p14:sldId id="1560"/>
            <p14:sldId id="1549"/>
            <p14:sldId id="360"/>
            <p14:sldId id="361"/>
            <p14:sldId id="1318"/>
            <p14:sldId id="362"/>
            <p14:sldId id="1550"/>
            <p14:sldId id="364"/>
            <p14:sldId id="1561"/>
            <p14:sldId id="1564"/>
            <p14:sldId id="1524"/>
            <p14:sldId id="365"/>
            <p14:sldId id="1483"/>
            <p14:sldId id="1527"/>
            <p14:sldId id="368"/>
            <p14:sldId id="369"/>
            <p14:sldId id="1528"/>
            <p14:sldId id="1552"/>
            <p14:sldId id="1529"/>
            <p14:sldId id="1553"/>
            <p14:sldId id="1486"/>
            <p14:sldId id="1526"/>
            <p14:sldId id="1580"/>
            <p14:sldId id="1530"/>
            <p14:sldId id="1531"/>
            <p14:sldId id="1378"/>
            <p14:sldId id="1532"/>
            <p14:sldId id="1533"/>
            <p14:sldId id="1381"/>
            <p14:sldId id="1534"/>
            <p14:sldId id="1460"/>
            <p14:sldId id="1359"/>
          </p14:sldIdLst>
        </p14:section>
        <p14:section name="补充" id="{333B69AE-C841-7049-8793-1C4DDA2B9E58}">
          <p14:sldIdLst>
            <p14:sldId id="1566"/>
            <p14:sldId id="1535"/>
            <p14:sldId id="1268"/>
            <p14:sldId id="1271"/>
            <p14:sldId id="1272"/>
            <p14:sldId id="1274"/>
            <p14:sldId id="1536"/>
            <p14:sldId id="1315"/>
            <p14:sldId id="1512"/>
          </p14:sldIdLst>
        </p14:section>
      </p14:sectionLst>
    </p:ext>
    <p:ext uri="{EFAFB233-063F-42B5-8137-9DF3F51BA10A}">
      <p15:sldGuideLst xmlns:p15="http://schemas.microsoft.com/office/powerpoint/2012/main">
        <p15:guide id="1" orient="horz" pos="2205" userDrawn="1">
          <p15:clr>
            <a:srgbClr val="A4A3A4"/>
          </p15:clr>
        </p15:guide>
        <p15:guide id="2" pos="247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incheng Yu" initials="JY" lastIdx="5" clrIdx="0"/>
  <p:cmAuthor id="2" name="朱 振华" initials="朱" lastIdx="1" clrIdx="1">
    <p:extLst>
      <p:ext uri="{19B8F6BF-5375-455C-9EA6-DF929625EA0E}">
        <p15:presenceInfo xmlns:p15="http://schemas.microsoft.com/office/powerpoint/2012/main" userId="8f6f3fd340ac68d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a:srgbClr val="0070C0"/>
    <a:srgbClr val="CECEEF"/>
    <a:srgbClr val="000000"/>
    <a:srgbClr val="57AD27"/>
    <a:srgbClr val="D883FF"/>
    <a:srgbClr val="FF6600"/>
    <a:srgbClr val="FFFF99"/>
    <a:srgbClr val="CCECFF"/>
    <a:srgbClr val="FF575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436" autoAdjust="0"/>
    <p:restoredTop sz="89796" autoAdjust="0"/>
  </p:normalViewPr>
  <p:slideViewPr>
    <p:cSldViewPr>
      <p:cViewPr varScale="1">
        <p:scale>
          <a:sx n="114" d="100"/>
          <a:sy n="114" d="100"/>
        </p:scale>
        <p:origin x="1856" y="184"/>
      </p:cViewPr>
      <p:guideLst>
        <p:guide orient="horz" pos="2205"/>
        <p:guide pos="2472"/>
      </p:guideLst>
    </p:cSldViewPr>
  </p:slideViewPr>
  <p:outlineViewPr>
    <p:cViewPr>
      <p:scale>
        <a:sx n="33" d="100"/>
        <a:sy n="33" d="100"/>
      </p:scale>
      <p:origin x="0" y="0"/>
    </p:cViewPr>
  </p:outlineViewPr>
  <p:notesTextViewPr>
    <p:cViewPr>
      <p:scale>
        <a:sx n="125" d="100"/>
        <a:sy n="125" d="100"/>
      </p:scale>
      <p:origin x="0" y="0"/>
    </p:cViewPr>
  </p:notesTextViewPr>
  <p:sorterViewPr>
    <p:cViewPr varScale="1">
      <p:scale>
        <a:sx n="120" d="100"/>
        <a:sy n="120" d="100"/>
      </p:scale>
      <p:origin x="0" y="-7560"/>
    </p:cViewPr>
  </p:sorterViewPr>
  <p:gridSpacing cx="36004" cy="36004"/>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commentAuthors" Target="commentAuthors.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presProps" Target="presProps.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slide" Target="slides/slide102.xml"/><Relationship Id="rId114" Type="http://schemas.openxmlformats.org/officeDocument/2006/relationships/viewProps" Target="view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theme" Target="theme/theme1.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slideMaster" Target="slideMasters/slideMaster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A4522D4-4604-6B46-8DB6-4C6D5A013282}" type="doc">
      <dgm:prSet loTypeId="urn:microsoft.com/office/officeart/2005/8/layout/cycle2" loCatId="" qsTypeId="urn:microsoft.com/office/officeart/2005/8/quickstyle/simple4" qsCatId="simple" csTypeId="urn:microsoft.com/office/officeart/2005/8/colors/accent2_2" csCatId="accent2" phldr="1"/>
      <dgm:spPr/>
      <dgm:t>
        <a:bodyPr/>
        <a:lstStyle/>
        <a:p>
          <a:endParaRPr lang="zh-CN" altLang="en-US"/>
        </a:p>
      </dgm:t>
    </dgm:pt>
    <dgm:pt modelId="{38470EAD-7FE6-6849-9181-139AFBF1A66E}">
      <dgm:prSet phldrT="[文本]"/>
      <dgm:spPr/>
      <dgm:t>
        <a:bodyPr/>
        <a:lstStyle/>
        <a:p>
          <a:r>
            <a:rPr lang="en-US" altLang="zh-CN" dirty="0"/>
            <a:t>000</a:t>
          </a:r>
          <a:endParaRPr lang="zh-CN" altLang="en-US" dirty="0"/>
        </a:p>
      </dgm:t>
    </dgm:pt>
    <dgm:pt modelId="{DF9F9BFE-EE9D-C64F-BD11-0A835B148863}" type="parTrans" cxnId="{4C0C7BEF-0F07-7C48-B54F-C3581942C441}">
      <dgm:prSet/>
      <dgm:spPr/>
      <dgm:t>
        <a:bodyPr/>
        <a:lstStyle/>
        <a:p>
          <a:endParaRPr lang="zh-CN" altLang="en-US"/>
        </a:p>
      </dgm:t>
    </dgm:pt>
    <dgm:pt modelId="{75C5FBEA-76A0-CC41-BF52-BFE505063B19}" type="sibTrans" cxnId="{4C0C7BEF-0F07-7C48-B54F-C3581942C441}">
      <dgm:prSet/>
      <dgm:spPr/>
      <dgm:t>
        <a:bodyPr/>
        <a:lstStyle/>
        <a:p>
          <a:endParaRPr lang="zh-CN" altLang="en-US"/>
        </a:p>
      </dgm:t>
    </dgm:pt>
    <dgm:pt modelId="{93DA3701-7A1B-894D-814D-9AF34E148490}">
      <dgm:prSet phldrT="[文本]"/>
      <dgm:spPr/>
      <dgm:t>
        <a:bodyPr/>
        <a:lstStyle/>
        <a:p>
          <a:r>
            <a:rPr lang="en-US" altLang="zh-CN" dirty="0"/>
            <a:t>001</a:t>
          </a:r>
          <a:endParaRPr lang="zh-CN" altLang="en-US" dirty="0"/>
        </a:p>
      </dgm:t>
    </dgm:pt>
    <dgm:pt modelId="{62BFE87F-4E61-B547-9D7E-636721DF15EB}" type="parTrans" cxnId="{882E7C6B-17C1-8E48-8C1B-9B1B26247D6F}">
      <dgm:prSet/>
      <dgm:spPr/>
      <dgm:t>
        <a:bodyPr/>
        <a:lstStyle/>
        <a:p>
          <a:endParaRPr lang="zh-CN" altLang="en-US"/>
        </a:p>
      </dgm:t>
    </dgm:pt>
    <dgm:pt modelId="{731E017B-1307-6442-9158-8E096F6E5FAD}" type="sibTrans" cxnId="{882E7C6B-17C1-8E48-8C1B-9B1B26247D6F}">
      <dgm:prSet/>
      <dgm:spPr/>
      <dgm:t>
        <a:bodyPr/>
        <a:lstStyle/>
        <a:p>
          <a:endParaRPr lang="zh-CN" altLang="en-US"/>
        </a:p>
      </dgm:t>
    </dgm:pt>
    <dgm:pt modelId="{B6EB3F26-7553-5F43-A439-A3725BC12873}">
      <dgm:prSet phldrT="[文本]"/>
      <dgm:spPr/>
      <dgm:t>
        <a:bodyPr/>
        <a:lstStyle/>
        <a:p>
          <a:r>
            <a:rPr lang="en-US" altLang="zh-CN" dirty="0"/>
            <a:t>011</a:t>
          </a:r>
          <a:endParaRPr lang="zh-CN" altLang="en-US" dirty="0"/>
        </a:p>
      </dgm:t>
    </dgm:pt>
    <dgm:pt modelId="{711BAD21-ED4B-6C4E-83CB-D11014A95D26}" type="parTrans" cxnId="{91A67948-535D-DD41-B22E-8EC4167B8E50}">
      <dgm:prSet/>
      <dgm:spPr/>
      <dgm:t>
        <a:bodyPr/>
        <a:lstStyle/>
        <a:p>
          <a:endParaRPr lang="zh-CN" altLang="en-US"/>
        </a:p>
      </dgm:t>
    </dgm:pt>
    <dgm:pt modelId="{5EE39CFD-65EC-1849-83BC-EF8A598B476A}" type="sibTrans" cxnId="{91A67948-535D-DD41-B22E-8EC4167B8E50}">
      <dgm:prSet/>
      <dgm:spPr/>
      <dgm:t>
        <a:bodyPr/>
        <a:lstStyle/>
        <a:p>
          <a:endParaRPr lang="zh-CN" altLang="en-US"/>
        </a:p>
      </dgm:t>
    </dgm:pt>
    <dgm:pt modelId="{84007352-462C-E640-96C1-5FD8834273F1}">
      <dgm:prSet phldrT="[文本]"/>
      <dgm:spPr/>
      <dgm:t>
        <a:bodyPr/>
        <a:lstStyle/>
        <a:p>
          <a:r>
            <a:rPr lang="en-US" altLang="zh-CN" dirty="0"/>
            <a:t>010</a:t>
          </a:r>
          <a:endParaRPr lang="zh-CN" altLang="en-US" dirty="0"/>
        </a:p>
      </dgm:t>
    </dgm:pt>
    <dgm:pt modelId="{A9CEA845-37C2-5D45-A7D0-46FA8055720E}" type="parTrans" cxnId="{106C1BCB-F6E4-9E46-B212-F37BCDE2B60E}">
      <dgm:prSet/>
      <dgm:spPr/>
      <dgm:t>
        <a:bodyPr/>
        <a:lstStyle/>
        <a:p>
          <a:endParaRPr lang="zh-CN" altLang="en-US"/>
        </a:p>
      </dgm:t>
    </dgm:pt>
    <dgm:pt modelId="{A3570B2E-F3F5-A748-9256-39495A4AF10B}" type="sibTrans" cxnId="{106C1BCB-F6E4-9E46-B212-F37BCDE2B60E}">
      <dgm:prSet/>
      <dgm:spPr/>
      <dgm:t>
        <a:bodyPr/>
        <a:lstStyle/>
        <a:p>
          <a:endParaRPr lang="zh-CN" altLang="en-US"/>
        </a:p>
      </dgm:t>
    </dgm:pt>
    <dgm:pt modelId="{63A76144-8383-844A-AD77-0949830F587C}">
      <dgm:prSet phldrT="[文本]"/>
      <dgm:spPr/>
      <dgm:t>
        <a:bodyPr/>
        <a:lstStyle/>
        <a:p>
          <a:r>
            <a:rPr lang="en-US" altLang="zh-CN" dirty="0"/>
            <a:t>110</a:t>
          </a:r>
          <a:endParaRPr lang="zh-CN" altLang="en-US" dirty="0"/>
        </a:p>
      </dgm:t>
    </dgm:pt>
    <dgm:pt modelId="{1F982207-EDE2-6C40-ABB6-7305F99A98BB}" type="parTrans" cxnId="{BAD0122C-F1E6-5E4C-B674-D91D275F56A4}">
      <dgm:prSet/>
      <dgm:spPr/>
      <dgm:t>
        <a:bodyPr/>
        <a:lstStyle/>
        <a:p>
          <a:endParaRPr lang="zh-CN" altLang="en-US"/>
        </a:p>
      </dgm:t>
    </dgm:pt>
    <dgm:pt modelId="{0783F771-68F5-D64E-AB9A-DC535A5532E9}" type="sibTrans" cxnId="{BAD0122C-F1E6-5E4C-B674-D91D275F56A4}">
      <dgm:prSet/>
      <dgm:spPr/>
      <dgm:t>
        <a:bodyPr/>
        <a:lstStyle/>
        <a:p>
          <a:endParaRPr lang="zh-CN" altLang="en-US"/>
        </a:p>
      </dgm:t>
    </dgm:pt>
    <dgm:pt modelId="{F2812C99-B518-9441-95D8-E4EF14BA201C}">
      <dgm:prSet/>
      <dgm:spPr/>
      <dgm:t>
        <a:bodyPr/>
        <a:lstStyle/>
        <a:p>
          <a:r>
            <a:rPr lang="en-US" altLang="zh-CN" dirty="0"/>
            <a:t>111</a:t>
          </a:r>
          <a:endParaRPr lang="zh-CN" altLang="en-US" dirty="0"/>
        </a:p>
      </dgm:t>
    </dgm:pt>
    <dgm:pt modelId="{739C2ADC-B541-8E4C-B178-9D6C90AFF9F7}" type="parTrans" cxnId="{2B3EDF14-77A2-1D42-9473-4BEE973FF405}">
      <dgm:prSet/>
      <dgm:spPr/>
      <dgm:t>
        <a:bodyPr/>
        <a:lstStyle/>
        <a:p>
          <a:endParaRPr lang="zh-CN" altLang="en-US"/>
        </a:p>
      </dgm:t>
    </dgm:pt>
    <dgm:pt modelId="{14A4F520-16A7-EE41-A42A-1F7352265DA8}" type="sibTrans" cxnId="{2B3EDF14-77A2-1D42-9473-4BEE973FF405}">
      <dgm:prSet/>
      <dgm:spPr/>
      <dgm:t>
        <a:bodyPr/>
        <a:lstStyle/>
        <a:p>
          <a:endParaRPr lang="zh-CN" altLang="en-US"/>
        </a:p>
      </dgm:t>
    </dgm:pt>
    <dgm:pt modelId="{3E30C78B-598A-7140-9410-3491E0EAD344}">
      <dgm:prSet/>
      <dgm:spPr/>
      <dgm:t>
        <a:bodyPr/>
        <a:lstStyle/>
        <a:p>
          <a:r>
            <a:rPr lang="en-US" altLang="zh-CN" dirty="0"/>
            <a:t>101</a:t>
          </a:r>
          <a:endParaRPr lang="zh-CN" altLang="en-US" dirty="0"/>
        </a:p>
      </dgm:t>
    </dgm:pt>
    <dgm:pt modelId="{39CFFEAA-5881-7F48-8F78-4F438B13ED75}" type="parTrans" cxnId="{F7007365-E43A-7B4A-86C3-03EFDBACCE4A}">
      <dgm:prSet/>
      <dgm:spPr/>
      <dgm:t>
        <a:bodyPr/>
        <a:lstStyle/>
        <a:p>
          <a:endParaRPr lang="zh-CN" altLang="en-US"/>
        </a:p>
      </dgm:t>
    </dgm:pt>
    <dgm:pt modelId="{D16A9609-7306-0B45-9A48-7173DE56B1BD}" type="sibTrans" cxnId="{F7007365-E43A-7B4A-86C3-03EFDBACCE4A}">
      <dgm:prSet/>
      <dgm:spPr/>
      <dgm:t>
        <a:bodyPr/>
        <a:lstStyle/>
        <a:p>
          <a:endParaRPr lang="zh-CN" altLang="en-US"/>
        </a:p>
      </dgm:t>
    </dgm:pt>
    <dgm:pt modelId="{62E36390-430B-B547-BF02-07E9FB3CAA44}">
      <dgm:prSet/>
      <dgm:spPr/>
      <dgm:t>
        <a:bodyPr/>
        <a:lstStyle/>
        <a:p>
          <a:r>
            <a:rPr lang="en-US" altLang="zh-CN" dirty="0"/>
            <a:t>100</a:t>
          </a:r>
          <a:endParaRPr lang="zh-CN" altLang="en-US" dirty="0"/>
        </a:p>
      </dgm:t>
    </dgm:pt>
    <dgm:pt modelId="{BD3E69F8-8F55-5D4A-ACA6-E0640E4D7A0F}" type="parTrans" cxnId="{8BED7C43-1D99-5A46-9A62-90873B6A391F}">
      <dgm:prSet/>
      <dgm:spPr/>
      <dgm:t>
        <a:bodyPr/>
        <a:lstStyle/>
        <a:p>
          <a:endParaRPr lang="zh-CN" altLang="en-US"/>
        </a:p>
      </dgm:t>
    </dgm:pt>
    <dgm:pt modelId="{A66CAE68-94E8-AA44-923B-BE489567F79A}" type="sibTrans" cxnId="{8BED7C43-1D99-5A46-9A62-90873B6A391F}">
      <dgm:prSet/>
      <dgm:spPr/>
      <dgm:t>
        <a:bodyPr/>
        <a:lstStyle/>
        <a:p>
          <a:endParaRPr lang="zh-CN" altLang="en-US"/>
        </a:p>
      </dgm:t>
    </dgm:pt>
    <dgm:pt modelId="{AB8B13A1-A1DF-B447-A3EA-9394A471FA10}" type="pres">
      <dgm:prSet presAssocID="{DA4522D4-4604-6B46-8DB6-4C6D5A013282}" presName="cycle" presStyleCnt="0">
        <dgm:presLayoutVars>
          <dgm:dir/>
          <dgm:resizeHandles val="exact"/>
        </dgm:presLayoutVars>
      </dgm:prSet>
      <dgm:spPr/>
    </dgm:pt>
    <dgm:pt modelId="{3A98745B-5B36-F742-81B9-ECF2287EF770}" type="pres">
      <dgm:prSet presAssocID="{38470EAD-7FE6-6849-9181-139AFBF1A66E}" presName="node" presStyleLbl="node1" presStyleIdx="0" presStyleCnt="8">
        <dgm:presLayoutVars>
          <dgm:bulletEnabled val="1"/>
        </dgm:presLayoutVars>
      </dgm:prSet>
      <dgm:spPr/>
    </dgm:pt>
    <dgm:pt modelId="{5D07D9E9-C379-9C44-857A-C90F9040BC7E}" type="pres">
      <dgm:prSet presAssocID="{75C5FBEA-76A0-CC41-BF52-BFE505063B19}" presName="sibTrans" presStyleLbl="sibTrans2D1" presStyleIdx="0" presStyleCnt="8"/>
      <dgm:spPr/>
    </dgm:pt>
    <dgm:pt modelId="{4C5C7C41-F97B-5C45-90D7-1F56A5029510}" type="pres">
      <dgm:prSet presAssocID="{75C5FBEA-76A0-CC41-BF52-BFE505063B19}" presName="connectorText" presStyleLbl="sibTrans2D1" presStyleIdx="0" presStyleCnt="8"/>
      <dgm:spPr/>
    </dgm:pt>
    <dgm:pt modelId="{619820C9-D844-474E-9828-F1936AB8A643}" type="pres">
      <dgm:prSet presAssocID="{93DA3701-7A1B-894D-814D-9AF34E148490}" presName="node" presStyleLbl="node1" presStyleIdx="1" presStyleCnt="8">
        <dgm:presLayoutVars>
          <dgm:bulletEnabled val="1"/>
        </dgm:presLayoutVars>
      </dgm:prSet>
      <dgm:spPr/>
    </dgm:pt>
    <dgm:pt modelId="{42327079-E978-164C-BC30-4AD19D3AE416}" type="pres">
      <dgm:prSet presAssocID="{731E017B-1307-6442-9158-8E096F6E5FAD}" presName="sibTrans" presStyleLbl="sibTrans2D1" presStyleIdx="1" presStyleCnt="8"/>
      <dgm:spPr/>
    </dgm:pt>
    <dgm:pt modelId="{B533D73A-CDE9-5442-B112-CDF48196B74E}" type="pres">
      <dgm:prSet presAssocID="{731E017B-1307-6442-9158-8E096F6E5FAD}" presName="connectorText" presStyleLbl="sibTrans2D1" presStyleIdx="1" presStyleCnt="8"/>
      <dgm:spPr/>
    </dgm:pt>
    <dgm:pt modelId="{94DE2CD7-9782-4F43-9177-5B1335A2326E}" type="pres">
      <dgm:prSet presAssocID="{B6EB3F26-7553-5F43-A439-A3725BC12873}" presName="node" presStyleLbl="node1" presStyleIdx="2" presStyleCnt="8">
        <dgm:presLayoutVars>
          <dgm:bulletEnabled val="1"/>
        </dgm:presLayoutVars>
      </dgm:prSet>
      <dgm:spPr/>
    </dgm:pt>
    <dgm:pt modelId="{FBD06F5A-C63E-004D-B813-65002BA39F44}" type="pres">
      <dgm:prSet presAssocID="{5EE39CFD-65EC-1849-83BC-EF8A598B476A}" presName="sibTrans" presStyleLbl="sibTrans2D1" presStyleIdx="2" presStyleCnt="8"/>
      <dgm:spPr/>
    </dgm:pt>
    <dgm:pt modelId="{795A6848-C051-B447-81DE-6D0CF86F880C}" type="pres">
      <dgm:prSet presAssocID="{5EE39CFD-65EC-1849-83BC-EF8A598B476A}" presName="connectorText" presStyleLbl="sibTrans2D1" presStyleIdx="2" presStyleCnt="8"/>
      <dgm:spPr/>
    </dgm:pt>
    <dgm:pt modelId="{EA97F307-A8FA-9C42-B894-A24BDAA89233}" type="pres">
      <dgm:prSet presAssocID="{84007352-462C-E640-96C1-5FD8834273F1}" presName="node" presStyleLbl="node1" presStyleIdx="3" presStyleCnt="8">
        <dgm:presLayoutVars>
          <dgm:bulletEnabled val="1"/>
        </dgm:presLayoutVars>
      </dgm:prSet>
      <dgm:spPr/>
    </dgm:pt>
    <dgm:pt modelId="{FD60A1EC-1DB0-0F42-85B5-F2366FDE7715}" type="pres">
      <dgm:prSet presAssocID="{A3570B2E-F3F5-A748-9256-39495A4AF10B}" presName="sibTrans" presStyleLbl="sibTrans2D1" presStyleIdx="3" presStyleCnt="8"/>
      <dgm:spPr/>
    </dgm:pt>
    <dgm:pt modelId="{61A0998C-ED33-1042-A00C-2537292627B5}" type="pres">
      <dgm:prSet presAssocID="{A3570B2E-F3F5-A748-9256-39495A4AF10B}" presName="connectorText" presStyleLbl="sibTrans2D1" presStyleIdx="3" presStyleCnt="8"/>
      <dgm:spPr/>
    </dgm:pt>
    <dgm:pt modelId="{4BE3729A-F7EF-034E-9929-BC4F6A06DC40}" type="pres">
      <dgm:prSet presAssocID="{63A76144-8383-844A-AD77-0949830F587C}" presName="node" presStyleLbl="node1" presStyleIdx="4" presStyleCnt="8">
        <dgm:presLayoutVars>
          <dgm:bulletEnabled val="1"/>
        </dgm:presLayoutVars>
      </dgm:prSet>
      <dgm:spPr/>
    </dgm:pt>
    <dgm:pt modelId="{B35949CE-E040-7A4A-838B-A05283D96E33}" type="pres">
      <dgm:prSet presAssocID="{0783F771-68F5-D64E-AB9A-DC535A5532E9}" presName="sibTrans" presStyleLbl="sibTrans2D1" presStyleIdx="4" presStyleCnt="8"/>
      <dgm:spPr/>
    </dgm:pt>
    <dgm:pt modelId="{C527CCB6-42B1-BC47-94E8-5BE383FA5BD6}" type="pres">
      <dgm:prSet presAssocID="{0783F771-68F5-D64E-AB9A-DC535A5532E9}" presName="connectorText" presStyleLbl="sibTrans2D1" presStyleIdx="4" presStyleCnt="8"/>
      <dgm:spPr/>
    </dgm:pt>
    <dgm:pt modelId="{C2746851-C508-5345-BBCA-F8AD942861B4}" type="pres">
      <dgm:prSet presAssocID="{F2812C99-B518-9441-95D8-E4EF14BA201C}" presName="node" presStyleLbl="node1" presStyleIdx="5" presStyleCnt="8">
        <dgm:presLayoutVars>
          <dgm:bulletEnabled val="1"/>
        </dgm:presLayoutVars>
      </dgm:prSet>
      <dgm:spPr/>
    </dgm:pt>
    <dgm:pt modelId="{E6CFD3A4-72E1-4C46-9A68-2C41B209233D}" type="pres">
      <dgm:prSet presAssocID="{14A4F520-16A7-EE41-A42A-1F7352265DA8}" presName="sibTrans" presStyleLbl="sibTrans2D1" presStyleIdx="5" presStyleCnt="8"/>
      <dgm:spPr/>
    </dgm:pt>
    <dgm:pt modelId="{DC3CB8EE-FFB9-D041-9D05-165EB36F7E84}" type="pres">
      <dgm:prSet presAssocID="{14A4F520-16A7-EE41-A42A-1F7352265DA8}" presName="connectorText" presStyleLbl="sibTrans2D1" presStyleIdx="5" presStyleCnt="8"/>
      <dgm:spPr/>
    </dgm:pt>
    <dgm:pt modelId="{A26AB591-1DC1-3E48-B299-69690F06AACC}" type="pres">
      <dgm:prSet presAssocID="{3E30C78B-598A-7140-9410-3491E0EAD344}" presName="node" presStyleLbl="node1" presStyleIdx="6" presStyleCnt="8">
        <dgm:presLayoutVars>
          <dgm:bulletEnabled val="1"/>
        </dgm:presLayoutVars>
      </dgm:prSet>
      <dgm:spPr/>
    </dgm:pt>
    <dgm:pt modelId="{F978FFFE-90C0-964F-9465-21A0BF075C33}" type="pres">
      <dgm:prSet presAssocID="{D16A9609-7306-0B45-9A48-7173DE56B1BD}" presName="sibTrans" presStyleLbl="sibTrans2D1" presStyleIdx="6" presStyleCnt="8"/>
      <dgm:spPr/>
    </dgm:pt>
    <dgm:pt modelId="{43D2A289-0DB0-8049-B8A4-CF485643105C}" type="pres">
      <dgm:prSet presAssocID="{D16A9609-7306-0B45-9A48-7173DE56B1BD}" presName="connectorText" presStyleLbl="sibTrans2D1" presStyleIdx="6" presStyleCnt="8"/>
      <dgm:spPr/>
    </dgm:pt>
    <dgm:pt modelId="{C1D187F7-A0A3-4643-AC5B-7248313087EC}" type="pres">
      <dgm:prSet presAssocID="{62E36390-430B-B547-BF02-07E9FB3CAA44}" presName="node" presStyleLbl="node1" presStyleIdx="7" presStyleCnt="8">
        <dgm:presLayoutVars>
          <dgm:bulletEnabled val="1"/>
        </dgm:presLayoutVars>
      </dgm:prSet>
      <dgm:spPr/>
    </dgm:pt>
    <dgm:pt modelId="{4CD0814E-C082-624A-8159-7A42B7721C03}" type="pres">
      <dgm:prSet presAssocID="{A66CAE68-94E8-AA44-923B-BE489567F79A}" presName="sibTrans" presStyleLbl="sibTrans2D1" presStyleIdx="7" presStyleCnt="8"/>
      <dgm:spPr/>
    </dgm:pt>
    <dgm:pt modelId="{3E854046-F73F-8143-98C5-F57FA1E91054}" type="pres">
      <dgm:prSet presAssocID="{A66CAE68-94E8-AA44-923B-BE489567F79A}" presName="connectorText" presStyleLbl="sibTrans2D1" presStyleIdx="7" presStyleCnt="8"/>
      <dgm:spPr/>
    </dgm:pt>
  </dgm:ptLst>
  <dgm:cxnLst>
    <dgm:cxn modelId="{2B3EDF14-77A2-1D42-9473-4BEE973FF405}" srcId="{DA4522D4-4604-6B46-8DB6-4C6D5A013282}" destId="{F2812C99-B518-9441-95D8-E4EF14BA201C}" srcOrd="5" destOrd="0" parTransId="{739C2ADC-B541-8E4C-B178-9D6C90AFF9F7}" sibTransId="{14A4F520-16A7-EE41-A42A-1F7352265DA8}"/>
    <dgm:cxn modelId="{CF43301A-281C-7E42-ACAB-67E5D0792BEB}" type="presOf" srcId="{B6EB3F26-7553-5F43-A439-A3725BC12873}" destId="{94DE2CD7-9782-4F43-9177-5B1335A2326E}" srcOrd="0" destOrd="0" presId="urn:microsoft.com/office/officeart/2005/8/layout/cycle2"/>
    <dgm:cxn modelId="{FF9B5C1A-020B-234E-A7C9-315D3D481991}" type="presOf" srcId="{F2812C99-B518-9441-95D8-E4EF14BA201C}" destId="{C2746851-C508-5345-BBCA-F8AD942861B4}" srcOrd="0" destOrd="0" presId="urn:microsoft.com/office/officeart/2005/8/layout/cycle2"/>
    <dgm:cxn modelId="{BAD0122C-F1E6-5E4C-B674-D91D275F56A4}" srcId="{DA4522D4-4604-6B46-8DB6-4C6D5A013282}" destId="{63A76144-8383-844A-AD77-0949830F587C}" srcOrd="4" destOrd="0" parTransId="{1F982207-EDE2-6C40-ABB6-7305F99A98BB}" sibTransId="{0783F771-68F5-D64E-AB9A-DC535A5532E9}"/>
    <dgm:cxn modelId="{69CDA62C-0748-6946-911A-27B0065D9377}" type="presOf" srcId="{93DA3701-7A1B-894D-814D-9AF34E148490}" destId="{619820C9-D844-474E-9828-F1936AB8A643}" srcOrd="0" destOrd="0" presId="urn:microsoft.com/office/officeart/2005/8/layout/cycle2"/>
    <dgm:cxn modelId="{6A86CB3B-6F80-1642-B299-CCD0A2C70D34}" type="presOf" srcId="{38470EAD-7FE6-6849-9181-139AFBF1A66E}" destId="{3A98745B-5B36-F742-81B9-ECF2287EF770}" srcOrd="0" destOrd="0" presId="urn:microsoft.com/office/officeart/2005/8/layout/cycle2"/>
    <dgm:cxn modelId="{8BED7C43-1D99-5A46-9A62-90873B6A391F}" srcId="{DA4522D4-4604-6B46-8DB6-4C6D5A013282}" destId="{62E36390-430B-B547-BF02-07E9FB3CAA44}" srcOrd="7" destOrd="0" parTransId="{BD3E69F8-8F55-5D4A-ACA6-E0640E4D7A0F}" sibTransId="{A66CAE68-94E8-AA44-923B-BE489567F79A}"/>
    <dgm:cxn modelId="{DC6CC245-DC37-7C4B-B477-7B54A90974B5}" type="presOf" srcId="{75C5FBEA-76A0-CC41-BF52-BFE505063B19}" destId="{4C5C7C41-F97B-5C45-90D7-1F56A5029510}" srcOrd="1" destOrd="0" presId="urn:microsoft.com/office/officeart/2005/8/layout/cycle2"/>
    <dgm:cxn modelId="{4D4D4B47-A639-6E4F-94A0-72030491B073}" type="presOf" srcId="{5EE39CFD-65EC-1849-83BC-EF8A598B476A}" destId="{795A6848-C051-B447-81DE-6D0CF86F880C}" srcOrd="1" destOrd="0" presId="urn:microsoft.com/office/officeart/2005/8/layout/cycle2"/>
    <dgm:cxn modelId="{91A67948-535D-DD41-B22E-8EC4167B8E50}" srcId="{DA4522D4-4604-6B46-8DB6-4C6D5A013282}" destId="{B6EB3F26-7553-5F43-A439-A3725BC12873}" srcOrd="2" destOrd="0" parTransId="{711BAD21-ED4B-6C4E-83CB-D11014A95D26}" sibTransId="{5EE39CFD-65EC-1849-83BC-EF8A598B476A}"/>
    <dgm:cxn modelId="{E8635B4F-D5A2-2F45-959B-E51B90B5FFF8}" type="presOf" srcId="{14A4F520-16A7-EE41-A42A-1F7352265DA8}" destId="{E6CFD3A4-72E1-4C46-9A68-2C41B209233D}" srcOrd="0" destOrd="0" presId="urn:microsoft.com/office/officeart/2005/8/layout/cycle2"/>
    <dgm:cxn modelId="{C2F56356-730E-F24B-9773-E080252132C8}" type="presOf" srcId="{A66CAE68-94E8-AA44-923B-BE489567F79A}" destId="{4CD0814E-C082-624A-8159-7A42B7721C03}" srcOrd="0" destOrd="0" presId="urn:microsoft.com/office/officeart/2005/8/layout/cycle2"/>
    <dgm:cxn modelId="{A161B35B-596D-AE4E-BB68-2885AE3F6A7B}" type="presOf" srcId="{731E017B-1307-6442-9158-8E096F6E5FAD}" destId="{42327079-E978-164C-BC30-4AD19D3AE416}" srcOrd="0" destOrd="0" presId="urn:microsoft.com/office/officeart/2005/8/layout/cycle2"/>
    <dgm:cxn modelId="{F4A96161-B56C-C14E-8D0D-7157FBC8C21E}" type="presOf" srcId="{63A76144-8383-844A-AD77-0949830F587C}" destId="{4BE3729A-F7EF-034E-9929-BC4F6A06DC40}" srcOrd="0" destOrd="0" presId="urn:microsoft.com/office/officeart/2005/8/layout/cycle2"/>
    <dgm:cxn modelId="{B812E562-1B5D-DE4D-9DDB-F47898772A83}" type="presOf" srcId="{5EE39CFD-65EC-1849-83BC-EF8A598B476A}" destId="{FBD06F5A-C63E-004D-B813-65002BA39F44}" srcOrd="0" destOrd="0" presId="urn:microsoft.com/office/officeart/2005/8/layout/cycle2"/>
    <dgm:cxn modelId="{F7007365-E43A-7B4A-86C3-03EFDBACCE4A}" srcId="{DA4522D4-4604-6B46-8DB6-4C6D5A013282}" destId="{3E30C78B-598A-7140-9410-3491E0EAD344}" srcOrd="6" destOrd="0" parTransId="{39CFFEAA-5881-7F48-8F78-4F438B13ED75}" sibTransId="{D16A9609-7306-0B45-9A48-7173DE56B1BD}"/>
    <dgm:cxn modelId="{882E7C6B-17C1-8E48-8C1B-9B1B26247D6F}" srcId="{DA4522D4-4604-6B46-8DB6-4C6D5A013282}" destId="{93DA3701-7A1B-894D-814D-9AF34E148490}" srcOrd="1" destOrd="0" parTransId="{62BFE87F-4E61-B547-9D7E-636721DF15EB}" sibTransId="{731E017B-1307-6442-9158-8E096F6E5FAD}"/>
    <dgm:cxn modelId="{D9B06D7F-32FB-E647-BA0B-03F2DE26396A}" type="presOf" srcId="{A3570B2E-F3F5-A748-9256-39495A4AF10B}" destId="{61A0998C-ED33-1042-A00C-2537292627B5}" srcOrd="1" destOrd="0" presId="urn:microsoft.com/office/officeart/2005/8/layout/cycle2"/>
    <dgm:cxn modelId="{BB7D1E87-F965-D04C-BDBD-B904DEED6D50}" type="presOf" srcId="{A66CAE68-94E8-AA44-923B-BE489567F79A}" destId="{3E854046-F73F-8143-98C5-F57FA1E91054}" srcOrd="1" destOrd="0" presId="urn:microsoft.com/office/officeart/2005/8/layout/cycle2"/>
    <dgm:cxn modelId="{BB4E958E-50BA-FE40-A561-A9E29E076A5E}" type="presOf" srcId="{731E017B-1307-6442-9158-8E096F6E5FAD}" destId="{B533D73A-CDE9-5442-B112-CDF48196B74E}" srcOrd="1" destOrd="0" presId="urn:microsoft.com/office/officeart/2005/8/layout/cycle2"/>
    <dgm:cxn modelId="{6FE5FA91-14CC-C241-93B7-2CD7C29219C1}" type="presOf" srcId="{0783F771-68F5-D64E-AB9A-DC535A5532E9}" destId="{B35949CE-E040-7A4A-838B-A05283D96E33}" srcOrd="0" destOrd="0" presId="urn:microsoft.com/office/officeart/2005/8/layout/cycle2"/>
    <dgm:cxn modelId="{DF384FA0-D15C-4447-B581-5DBAB5D657E9}" type="presOf" srcId="{62E36390-430B-B547-BF02-07E9FB3CAA44}" destId="{C1D187F7-A0A3-4643-AC5B-7248313087EC}" srcOrd="0" destOrd="0" presId="urn:microsoft.com/office/officeart/2005/8/layout/cycle2"/>
    <dgm:cxn modelId="{35D2EEA3-0F47-4A43-A70C-29921057873D}" type="presOf" srcId="{0783F771-68F5-D64E-AB9A-DC535A5532E9}" destId="{C527CCB6-42B1-BC47-94E8-5BE383FA5BD6}" srcOrd="1" destOrd="0" presId="urn:microsoft.com/office/officeart/2005/8/layout/cycle2"/>
    <dgm:cxn modelId="{BE3A5FAF-B890-EF4F-8CC6-8315FA36FC42}" type="presOf" srcId="{A3570B2E-F3F5-A748-9256-39495A4AF10B}" destId="{FD60A1EC-1DB0-0F42-85B5-F2366FDE7715}" srcOrd="0" destOrd="0" presId="urn:microsoft.com/office/officeart/2005/8/layout/cycle2"/>
    <dgm:cxn modelId="{41F226B4-0F6B-F94A-ACF5-FE1BA95E2C01}" type="presOf" srcId="{84007352-462C-E640-96C1-5FD8834273F1}" destId="{EA97F307-A8FA-9C42-B894-A24BDAA89233}" srcOrd="0" destOrd="0" presId="urn:microsoft.com/office/officeart/2005/8/layout/cycle2"/>
    <dgm:cxn modelId="{14BCF0C8-B667-824E-AA12-6B55285118A7}" type="presOf" srcId="{14A4F520-16A7-EE41-A42A-1F7352265DA8}" destId="{DC3CB8EE-FFB9-D041-9D05-165EB36F7E84}" srcOrd="1" destOrd="0" presId="urn:microsoft.com/office/officeart/2005/8/layout/cycle2"/>
    <dgm:cxn modelId="{106C1BCB-F6E4-9E46-B212-F37BCDE2B60E}" srcId="{DA4522D4-4604-6B46-8DB6-4C6D5A013282}" destId="{84007352-462C-E640-96C1-5FD8834273F1}" srcOrd="3" destOrd="0" parTransId="{A9CEA845-37C2-5D45-A7D0-46FA8055720E}" sibTransId="{A3570B2E-F3F5-A748-9256-39495A4AF10B}"/>
    <dgm:cxn modelId="{3FE055DF-4882-344B-8905-053CA91ABAAC}" type="presOf" srcId="{75C5FBEA-76A0-CC41-BF52-BFE505063B19}" destId="{5D07D9E9-C379-9C44-857A-C90F9040BC7E}" srcOrd="0" destOrd="0" presId="urn:microsoft.com/office/officeart/2005/8/layout/cycle2"/>
    <dgm:cxn modelId="{7B69F5E1-AA96-4649-8AE5-B9CB9B9CFB8A}" type="presOf" srcId="{D16A9609-7306-0B45-9A48-7173DE56B1BD}" destId="{43D2A289-0DB0-8049-B8A4-CF485643105C}" srcOrd="1" destOrd="0" presId="urn:microsoft.com/office/officeart/2005/8/layout/cycle2"/>
    <dgm:cxn modelId="{24C69CE3-B939-3143-949E-08A269E67300}" type="presOf" srcId="{DA4522D4-4604-6B46-8DB6-4C6D5A013282}" destId="{AB8B13A1-A1DF-B447-A3EA-9394A471FA10}" srcOrd="0" destOrd="0" presId="urn:microsoft.com/office/officeart/2005/8/layout/cycle2"/>
    <dgm:cxn modelId="{4EBD21ED-6D8F-1843-B8A2-73A24E45061B}" type="presOf" srcId="{D16A9609-7306-0B45-9A48-7173DE56B1BD}" destId="{F978FFFE-90C0-964F-9465-21A0BF075C33}" srcOrd="0" destOrd="0" presId="urn:microsoft.com/office/officeart/2005/8/layout/cycle2"/>
    <dgm:cxn modelId="{4C0C7BEF-0F07-7C48-B54F-C3581942C441}" srcId="{DA4522D4-4604-6B46-8DB6-4C6D5A013282}" destId="{38470EAD-7FE6-6849-9181-139AFBF1A66E}" srcOrd="0" destOrd="0" parTransId="{DF9F9BFE-EE9D-C64F-BD11-0A835B148863}" sibTransId="{75C5FBEA-76A0-CC41-BF52-BFE505063B19}"/>
    <dgm:cxn modelId="{BEC820F3-8C3B-9445-AAA7-4BD8651BB299}" type="presOf" srcId="{3E30C78B-598A-7140-9410-3491E0EAD344}" destId="{A26AB591-1DC1-3E48-B299-69690F06AACC}" srcOrd="0" destOrd="0" presId="urn:microsoft.com/office/officeart/2005/8/layout/cycle2"/>
    <dgm:cxn modelId="{814C32BC-9A67-F640-8E13-39FF6E371420}" type="presParOf" srcId="{AB8B13A1-A1DF-B447-A3EA-9394A471FA10}" destId="{3A98745B-5B36-F742-81B9-ECF2287EF770}" srcOrd="0" destOrd="0" presId="urn:microsoft.com/office/officeart/2005/8/layout/cycle2"/>
    <dgm:cxn modelId="{8B22407B-8DF3-0A41-A408-FB4585C88D2A}" type="presParOf" srcId="{AB8B13A1-A1DF-B447-A3EA-9394A471FA10}" destId="{5D07D9E9-C379-9C44-857A-C90F9040BC7E}" srcOrd="1" destOrd="0" presId="urn:microsoft.com/office/officeart/2005/8/layout/cycle2"/>
    <dgm:cxn modelId="{F26DC8A3-B335-6B4C-A26C-487421E76D90}" type="presParOf" srcId="{5D07D9E9-C379-9C44-857A-C90F9040BC7E}" destId="{4C5C7C41-F97B-5C45-90D7-1F56A5029510}" srcOrd="0" destOrd="0" presId="urn:microsoft.com/office/officeart/2005/8/layout/cycle2"/>
    <dgm:cxn modelId="{AC55C7A7-760F-0D4D-941C-E250953ACFF0}" type="presParOf" srcId="{AB8B13A1-A1DF-B447-A3EA-9394A471FA10}" destId="{619820C9-D844-474E-9828-F1936AB8A643}" srcOrd="2" destOrd="0" presId="urn:microsoft.com/office/officeart/2005/8/layout/cycle2"/>
    <dgm:cxn modelId="{055F69C5-A5A5-414C-A219-A65107612D29}" type="presParOf" srcId="{AB8B13A1-A1DF-B447-A3EA-9394A471FA10}" destId="{42327079-E978-164C-BC30-4AD19D3AE416}" srcOrd="3" destOrd="0" presId="urn:microsoft.com/office/officeart/2005/8/layout/cycle2"/>
    <dgm:cxn modelId="{F2395536-871B-EB45-B3E0-C7F62262D14F}" type="presParOf" srcId="{42327079-E978-164C-BC30-4AD19D3AE416}" destId="{B533D73A-CDE9-5442-B112-CDF48196B74E}" srcOrd="0" destOrd="0" presId="urn:microsoft.com/office/officeart/2005/8/layout/cycle2"/>
    <dgm:cxn modelId="{C2854C2C-BC8E-6445-8A07-E55FBF146140}" type="presParOf" srcId="{AB8B13A1-A1DF-B447-A3EA-9394A471FA10}" destId="{94DE2CD7-9782-4F43-9177-5B1335A2326E}" srcOrd="4" destOrd="0" presId="urn:microsoft.com/office/officeart/2005/8/layout/cycle2"/>
    <dgm:cxn modelId="{CCDDCDE2-C3D2-A248-A2F3-3517A71E4727}" type="presParOf" srcId="{AB8B13A1-A1DF-B447-A3EA-9394A471FA10}" destId="{FBD06F5A-C63E-004D-B813-65002BA39F44}" srcOrd="5" destOrd="0" presId="urn:microsoft.com/office/officeart/2005/8/layout/cycle2"/>
    <dgm:cxn modelId="{EC5F9219-49FD-3548-B2E8-E19A57DED343}" type="presParOf" srcId="{FBD06F5A-C63E-004D-B813-65002BA39F44}" destId="{795A6848-C051-B447-81DE-6D0CF86F880C}" srcOrd="0" destOrd="0" presId="urn:microsoft.com/office/officeart/2005/8/layout/cycle2"/>
    <dgm:cxn modelId="{BDAFEFFB-5AFF-0B41-BC15-AE32D08C21EA}" type="presParOf" srcId="{AB8B13A1-A1DF-B447-A3EA-9394A471FA10}" destId="{EA97F307-A8FA-9C42-B894-A24BDAA89233}" srcOrd="6" destOrd="0" presId="urn:microsoft.com/office/officeart/2005/8/layout/cycle2"/>
    <dgm:cxn modelId="{7E27BD6A-1307-BD4B-931D-AE81FEE6074E}" type="presParOf" srcId="{AB8B13A1-A1DF-B447-A3EA-9394A471FA10}" destId="{FD60A1EC-1DB0-0F42-85B5-F2366FDE7715}" srcOrd="7" destOrd="0" presId="urn:microsoft.com/office/officeart/2005/8/layout/cycle2"/>
    <dgm:cxn modelId="{392C8976-6708-294C-B1CC-0DA2C1533C12}" type="presParOf" srcId="{FD60A1EC-1DB0-0F42-85B5-F2366FDE7715}" destId="{61A0998C-ED33-1042-A00C-2537292627B5}" srcOrd="0" destOrd="0" presId="urn:microsoft.com/office/officeart/2005/8/layout/cycle2"/>
    <dgm:cxn modelId="{058CB5D4-81E5-CF4D-BC59-12E936E15A59}" type="presParOf" srcId="{AB8B13A1-A1DF-B447-A3EA-9394A471FA10}" destId="{4BE3729A-F7EF-034E-9929-BC4F6A06DC40}" srcOrd="8" destOrd="0" presId="urn:microsoft.com/office/officeart/2005/8/layout/cycle2"/>
    <dgm:cxn modelId="{29F41C0B-DF66-D042-A102-F15E02BFC6A1}" type="presParOf" srcId="{AB8B13A1-A1DF-B447-A3EA-9394A471FA10}" destId="{B35949CE-E040-7A4A-838B-A05283D96E33}" srcOrd="9" destOrd="0" presId="urn:microsoft.com/office/officeart/2005/8/layout/cycle2"/>
    <dgm:cxn modelId="{E02A36E0-CF5D-384D-B0D0-C8951E0C1DAF}" type="presParOf" srcId="{B35949CE-E040-7A4A-838B-A05283D96E33}" destId="{C527CCB6-42B1-BC47-94E8-5BE383FA5BD6}" srcOrd="0" destOrd="0" presId="urn:microsoft.com/office/officeart/2005/8/layout/cycle2"/>
    <dgm:cxn modelId="{91B5F767-001B-6E4A-BC98-331189922BBA}" type="presParOf" srcId="{AB8B13A1-A1DF-B447-A3EA-9394A471FA10}" destId="{C2746851-C508-5345-BBCA-F8AD942861B4}" srcOrd="10" destOrd="0" presId="urn:microsoft.com/office/officeart/2005/8/layout/cycle2"/>
    <dgm:cxn modelId="{6AFC7B51-C7E1-C342-BEDD-1DB8EC66E567}" type="presParOf" srcId="{AB8B13A1-A1DF-B447-A3EA-9394A471FA10}" destId="{E6CFD3A4-72E1-4C46-9A68-2C41B209233D}" srcOrd="11" destOrd="0" presId="urn:microsoft.com/office/officeart/2005/8/layout/cycle2"/>
    <dgm:cxn modelId="{1C749A19-3FED-414D-848C-BCAB9D118730}" type="presParOf" srcId="{E6CFD3A4-72E1-4C46-9A68-2C41B209233D}" destId="{DC3CB8EE-FFB9-D041-9D05-165EB36F7E84}" srcOrd="0" destOrd="0" presId="urn:microsoft.com/office/officeart/2005/8/layout/cycle2"/>
    <dgm:cxn modelId="{2215EF80-E43D-724D-ACA8-DB6CBA7A8ABC}" type="presParOf" srcId="{AB8B13A1-A1DF-B447-A3EA-9394A471FA10}" destId="{A26AB591-1DC1-3E48-B299-69690F06AACC}" srcOrd="12" destOrd="0" presId="urn:microsoft.com/office/officeart/2005/8/layout/cycle2"/>
    <dgm:cxn modelId="{00D0A1C8-BAE2-CF44-A5A3-23A928805876}" type="presParOf" srcId="{AB8B13A1-A1DF-B447-A3EA-9394A471FA10}" destId="{F978FFFE-90C0-964F-9465-21A0BF075C33}" srcOrd="13" destOrd="0" presId="urn:microsoft.com/office/officeart/2005/8/layout/cycle2"/>
    <dgm:cxn modelId="{59641E96-1687-F04A-BAE6-AE3AFCC386CB}" type="presParOf" srcId="{F978FFFE-90C0-964F-9465-21A0BF075C33}" destId="{43D2A289-0DB0-8049-B8A4-CF485643105C}" srcOrd="0" destOrd="0" presId="urn:microsoft.com/office/officeart/2005/8/layout/cycle2"/>
    <dgm:cxn modelId="{A1C6D837-358A-E34A-BDA3-591F0E471DE6}" type="presParOf" srcId="{AB8B13A1-A1DF-B447-A3EA-9394A471FA10}" destId="{C1D187F7-A0A3-4643-AC5B-7248313087EC}" srcOrd="14" destOrd="0" presId="urn:microsoft.com/office/officeart/2005/8/layout/cycle2"/>
    <dgm:cxn modelId="{53A47715-C306-6341-A318-CE23207F31BD}" type="presParOf" srcId="{AB8B13A1-A1DF-B447-A3EA-9394A471FA10}" destId="{4CD0814E-C082-624A-8159-7A42B7721C03}" srcOrd="15" destOrd="0" presId="urn:microsoft.com/office/officeart/2005/8/layout/cycle2"/>
    <dgm:cxn modelId="{6657E47B-59B7-AF49-9905-61206565C36A}" type="presParOf" srcId="{4CD0814E-C082-624A-8159-7A42B7721C03}" destId="{3E854046-F73F-8143-98C5-F57FA1E91054}" srcOrd="0" destOrd="0" presId="urn:microsoft.com/office/officeart/2005/8/layout/cycl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98745B-5B36-F742-81B9-ECF2287EF770}">
      <dsp:nvSpPr>
        <dsp:cNvPr id="0" name=""/>
        <dsp:cNvSpPr/>
      </dsp:nvSpPr>
      <dsp:spPr>
        <a:xfrm>
          <a:off x="2635746" y="867"/>
          <a:ext cx="824507" cy="824507"/>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altLang="zh-CN" sz="2400" kern="1200" dirty="0"/>
            <a:t>000</a:t>
          </a:r>
          <a:endParaRPr lang="zh-CN" altLang="en-US" sz="2400" kern="1200" dirty="0"/>
        </a:p>
      </dsp:txBody>
      <dsp:txXfrm>
        <a:off x="2756492" y="121613"/>
        <a:ext cx="583015" cy="583015"/>
      </dsp:txXfrm>
    </dsp:sp>
    <dsp:sp modelId="{5D07D9E9-C379-9C44-857A-C90F9040BC7E}">
      <dsp:nvSpPr>
        <dsp:cNvPr id="0" name=""/>
        <dsp:cNvSpPr/>
      </dsp:nvSpPr>
      <dsp:spPr>
        <a:xfrm rot="1350000">
          <a:off x="3504765" y="508685"/>
          <a:ext cx="219699" cy="278271"/>
        </a:xfrm>
        <a:prstGeom prst="rightArrow">
          <a:avLst>
            <a:gd name="adj1" fmla="val 60000"/>
            <a:gd name="adj2" fmla="val 50000"/>
          </a:avLst>
        </a:prstGeom>
        <a:gradFill rotWithShape="0">
          <a:gsLst>
            <a:gs pos="0">
              <a:schemeClr val="accent2">
                <a:tint val="60000"/>
                <a:hueOff val="0"/>
                <a:satOff val="0"/>
                <a:lumOff val="0"/>
                <a:alphaOff val="0"/>
                <a:shade val="51000"/>
                <a:satMod val="130000"/>
              </a:schemeClr>
            </a:gs>
            <a:gs pos="80000">
              <a:schemeClr val="accent2">
                <a:tint val="60000"/>
                <a:hueOff val="0"/>
                <a:satOff val="0"/>
                <a:lumOff val="0"/>
                <a:alphaOff val="0"/>
                <a:shade val="93000"/>
                <a:satMod val="130000"/>
              </a:schemeClr>
            </a:gs>
            <a:gs pos="100000">
              <a:schemeClr val="accent2">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zh-CN" altLang="en-US" sz="1200" kern="1200"/>
        </a:p>
      </dsp:txBody>
      <dsp:txXfrm>
        <a:off x="3507274" y="551728"/>
        <a:ext cx="153789" cy="166963"/>
      </dsp:txXfrm>
    </dsp:sp>
    <dsp:sp modelId="{619820C9-D844-474E-9828-F1936AB8A643}">
      <dsp:nvSpPr>
        <dsp:cNvPr id="0" name=""/>
        <dsp:cNvSpPr/>
      </dsp:nvSpPr>
      <dsp:spPr>
        <a:xfrm>
          <a:off x="3780465" y="475026"/>
          <a:ext cx="824507" cy="824507"/>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altLang="zh-CN" sz="2400" kern="1200" dirty="0"/>
            <a:t>001</a:t>
          </a:r>
          <a:endParaRPr lang="zh-CN" altLang="en-US" sz="2400" kern="1200" dirty="0"/>
        </a:p>
      </dsp:txBody>
      <dsp:txXfrm>
        <a:off x="3901211" y="595772"/>
        <a:ext cx="583015" cy="583015"/>
      </dsp:txXfrm>
    </dsp:sp>
    <dsp:sp modelId="{42327079-E978-164C-BC30-4AD19D3AE416}">
      <dsp:nvSpPr>
        <dsp:cNvPr id="0" name=""/>
        <dsp:cNvSpPr/>
      </dsp:nvSpPr>
      <dsp:spPr>
        <a:xfrm rot="4050000">
          <a:off x="4317569" y="1314759"/>
          <a:ext cx="219699" cy="278271"/>
        </a:xfrm>
        <a:prstGeom prst="rightArrow">
          <a:avLst>
            <a:gd name="adj1" fmla="val 60000"/>
            <a:gd name="adj2" fmla="val 50000"/>
          </a:avLst>
        </a:prstGeom>
        <a:gradFill rotWithShape="0">
          <a:gsLst>
            <a:gs pos="0">
              <a:schemeClr val="accent2">
                <a:tint val="60000"/>
                <a:hueOff val="0"/>
                <a:satOff val="0"/>
                <a:lumOff val="0"/>
                <a:alphaOff val="0"/>
                <a:shade val="51000"/>
                <a:satMod val="130000"/>
              </a:schemeClr>
            </a:gs>
            <a:gs pos="80000">
              <a:schemeClr val="accent2">
                <a:tint val="60000"/>
                <a:hueOff val="0"/>
                <a:satOff val="0"/>
                <a:lumOff val="0"/>
                <a:alphaOff val="0"/>
                <a:shade val="93000"/>
                <a:satMod val="130000"/>
              </a:schemeClr>
            </a:gs>
            <a:gs pos="100000">
              <a:schemeClr val="accent2">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zh-CN" altLang="en-US" sz="1200" kern="1200"/>
        </a:p>
      </dsp:txBody>
      <dsp:txXfrm>
        <a:off x="4337913" y="1339967"/>
        <a:ext cx="153789" cy="166963"/>
      </dsp:txXfrm>
    </dsp:sp>
    <dsp:sp modelId="{94DE2CD7-9782-4F43-9177-5B1335A2326E}">
      <dsp:nvSpPr>
        <dsp:cNvPr id="0" name=""/>
        <dsp:cNvSpPr/>
      </dsp:nvSpPr>
      <dsp:spPr>
        <a:xfrm>
          <a:off x="4254624" y="1619746"/>
          <a:ext cx="824507" cy="824507"/>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altLang="zh-CN" sz="2400" kern="1200" dirty="0"/>
            <a:t>011</a:t>
          </a:r>
          <a:endParaRPr lang="zh-CN" altLang="en-US" sz="2400" kern="1200" dirty="0"/>
        </a:p>
      </dsp:txBody>
      <dsp:txXfrm>
        <a:off x="4375370" y="1740492"/>
        <a:ext cx="583015" cy="583015"/>
      </dsp:txXfrm>
    </dsp:sp>
    <dsp:sp modelId="{FBD06F5A-C63E-004D-B813-65002BA39F44}">
      <dsp:nvSpPr>
        <dsp:cNvPr id="0" name=""/>
        <dsp:cNvSpPr/>
      </dsp:nvSpPr>
      <dsp:spPr>
        <a:xfrm rot="6750000">
          <a:off x="4322328" y="2459479"/>
          <a:ext cx="219699" cy="278271"/>
        </a:xfrm>
        <a:prstGeom prst="rightArrow">
          <a:avLst>
            <a:gd name="adj1" fmla="val 60000"/>
            <a:gd name="adj2" fmla="val 50000"/>
          </a:avLst>
        </a:prstGeom>
        <a:gradFill rotWithShape="0">
          <a:gsLst>
            <a:gs pos="0">
              <a:schemeClr val="accent2">
                <a:tint val="60000"/>
                <a:hueOff val="0"/>
                <a:satOff val="0"/>
                <a:lumOff val="0"/>
                <a:alphaOff val="0"/>
                <a:shade val="51000"/>
                <a:satMod val="130000"/>
              </a:schemeClr>
            </a:gs>
            <a:gs pos="80000">
              <a:schemeClr val="accent2">
                <a:tint val="60000"/>
                <a:hueOff val="0"/>
                <a:satOff val="0"/>
                <a:lumOff val="0"/>
                <a:alphaOff val="0"/>
                <a:shade val="93000"/>
                <a:satMod val="130000"/>
              </a:schemeClr>
            </a:gs>
            <a:gs pos="100000">
              <a:schemeClr val="accent2">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zh-CN" altLang="en-US" sz="1200" kern="1200"/>
        </a:p>
      </dsp:txBody>
      <dsp:txXfrm rot="10800000">
        <a:off x="4367894" y="2484687"/>
        <a:ext cx="153789" cy="166963"/>
      </dsp:txXfrm>
    </dsp:sp>
    <dsp:sp modelId="{EA97F307-A8FA-9C42-B894-A24BDAA89233}">
      <dsp:nvSpPr>
        <dsp:cNvPr id="0" name=""/>
        <dsp:cNvSpPr/>
      </dsp:nvSpPr>
      <dsp:spPr>
        <a:xfrm>
          <a:off x="3780465" y="2764465"/>
          <a:ext cx="824507" cy="824507"/>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altLang="zh-CN" sz="2400" kern="1200" dirty="0"/>
            <a:t>010</a:t>
          </a:r>
          <a:endParaRPr lang="zh-CN" altLang="en-US" sz="2400" kern="1200" dirty="0"/>
        </a:p>
      </dsp:txBody>
      <dsp:txXfrm>
        <a:off x="3901211" y="2885211"/>
        <a:ext cx="583015" cy="583015"/>
      </dsp:txXfrm>
    </dsp:sp>
    <dsp:sp modelId="{FD60A1EC-1DB0-0F42-85B5-F2366FDE7715}">
      <dsp:nvSpPr>
        <dsp:cNvPr id="0" name=""/>
        <dsp:cNvSpPr/>
      </dsp:nvSpPr>
      <dsp:spPr>
        <a:xfrm rot="9450000">
          <a:off x="3516254" y="3272283"/>
          <a:ext cx="219699" cy="278271"/>
        </a:xfrm>
        <a:prstGeom prst="rightArrow">
          <a:avLst>
            <a:gd name="adj1" fmla="val 60000"/>
            <a:gd name="adj2" fmla="val 50000"/>
          </a:avLst>
        </a:prstGeom>
        <a:gradFill rotWithShape="0">
          <a:gsLst>
            <a:gs pos="0">
              <a:schemeClr val="accent2">
                <a:tint val="60000"/>
                <a:hueOff val="0"/>
                <a:satOff val="0"/>
                <a:lumOff val="0"/>
                <a:alphaOff val="0"/>
                <a:shade val="51000"/>
                <a:satMod val="130000"/>
              </a:schemeClr>
            </a:gs>
            <a:gs pos="80000">
              <a:schemeClr val="accent2">
                <a:tint val="60000"/>
                <a:hueOff val="0"/>
                <a:satOff val="0"/>
                <a:lumOff val="0"/>
                <a:alphaOff val="0"/>
                <a:shade val="93000"/>
                <a:satMod val="130000"/>
              </a:schemeClr>
            </a:gs>
            <a:gs pos="100000">
              <a:schemeClr val="accent2">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zh-CN" altLang="en-US" sz="1200" kern="1200"/>
        </a:p>
      </dsp:txBody>
      <dsp:txXfrm rot="10800000">
        <a:off x="3579655" y="3315326"/>
        <a:ext cx="153789" cy="166963"/>
      </dsp:txXfrm>
    </dsp:sp>
    <dsp:sp modelId="{4BE3729A-F7EF-034E-9929-BC4F6A06DC40}">
      <dsp:nvSpPr>
        <dsp:cNvPr id="0" name=""/>
        <dsp:cNvSpPr/>
      </dsp:nvSpPr>
      <dsp:spPr>
        <a:xfrm>
          <a:off x="2635746" y="3238624"/>
          <a:ext cx="824507" cy="824507"/>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altLang="zh-CN" sz="2400" kern="1200" dirty="0"/>
            <a:t>110</a:t>
          </a:r>
          <a:endParaRPr lang="zh-CN" altLang="en-US" sz="2400" kern="1200" dirty="0"/>
        </a:p>
      </dsp:txBody>
      <dsp:txXfrm>
        <a:off x="2756492" y="3359370"/>
        <a:ext cx="583015" cy="583015"/>
      </dsp:txXfrm>
    </dsp:sp>
    <dsp:sp modelId="{B35949CE-E040-7A4A-838B-A05283D96E33}">
      <dsp:nvSpPr>
        <dsp:cNvPr id="0" name=""/>
        <dsp:cNvSpPr/>
      </dsp:nvSpPr>
      <dsp:spPr>
        <a:xfrm rot="12150000">
          <a:off x="2371534" y="3277042"/>
          <a:ext cx="219699" cy="278271"/>
        </a:xfrm>
        <a:prstGeom prst="rightArrow">
          <a:avLst>
            <a:gd name="adj1" fmla="val 60000"/>
            <a:gd name="adj2" fmla="val 50000"/>
          </a:avLst>
        </a:prstGeom>
        <a:gradFill rotWithShape="0">
          <a:gsLst>
            <a:gs pos="0">
              <a:schemeClr val="accent2">
                <a:tint val="60000"/>
                <a:hueOff val="0"/>
                <a:satOff val="0"/>
                <a:lumOff val="0"/>
                <a:alphaOff val="0"/>
                <a:shade val="51000"/>
                <a:satMod val="130000"/>
              </a:schemeClr>
            </a:gs>
            <a:gs pos="80000">
              <a:schemeClr val="accent2">
                <a:tint val="60000"/>
                <a:hueOff val="0"/>
                <a:satOff val="0"/>
                <a:lumOff val="0"/>
                <a:alphaOff val="0"/>
                <a:shade val="93000"/>
                <a:satMod val="130000"/>
              </a:schemeClr>
            </a:gs>
            <a:gs pos="100000">
              <a:schemeClr val="accent2">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zh-CN" altLang="en-US" sz="1200" kern="1200"/>
        </a:p>
      </dsp:txBody>
      <dsp:txXfrm rot="10800000">
        <a:off x="2434935" y="3345307"/>
        <a:ext cx="153789" cy="166963"/>
      </dsp:txXfrm>
    </dsp:sp>
    <dsp:sp modelId="{C2746851-C508-5345-BBCA-F8AD942861B4}">
      <dsp:nvSpPr>
        <dsp:cNvPr id="0" name=""/>
        <dsp:cNvSpPr/>
      </dsp:nvSpPr>
      <dsp:spPr>
        <a:xfrm>
          <a:off x="1491026" y="2764465"/>
          <a:ext cx="824507" cy="824507"/>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altLang="zh-CN" sz="2400" kern="1200" dirty="0"/>
            <a:t>111</a:t>
          </a:r>
          <a:endParaRPr lang="zh-CN" altLang="en-US" sz="2400" kern="1200" dirty="0"/>
        </a:p>
      </dsp:txBody>
      <dsp:txXfrm>
        <a:off x="1611772" y="2885211"/>
        <a:ext cx="583015" cy="583015"/>
      </dsp:txXfrm>
    </dsp:sp>
    <dsp:sp modelId="{E6CFD3A4-72E1-4C46-9A68-2C41B209233D}">
      <dsp:nvSpPr>
        <dsp:cNvPr id="0" name=""/>
        <dsp:cNvSpPr/>
      </dsp:nvSpPr>
      <dsp:spPr>
        <a:xfrm rot="14850000">
          <a:off x="1558730" y="2470968"/>
          <a:ext cx="219699" cy="278271"/>
        </a:xfrm>
        <a:prstGeom prst="rightArrow">
          <a:avLst>
            <a:gd name="adj1" fmla="val 60000"/>
            <a:gd name="adj2" fmla="val 50000"/>
          </a:avLst>
        </a:prstGeom>
        <a:gradFill rotWithShape="0">
          <a:gsLst>
            <a:gs pos="0">
              <a:schemeClr val="accent2">
                <a:tint val="60000"/>
                <a:hueOff val="0"/>
                <a:satOff val="0"/>
                <a:lumOff val="0"/>
                <a:alphaOff val="0"/>
                <a:shade val="51000"/>
                <a:satMod val="130000"/>
              </a:schemeClr>
            </a:gs>
            <a:gs pos="80000">
              <a:schemeClr val="accent2">
                <a:tint val="60000"/>
                <a:hueOff val="0"/>
                <a:satOff val="0"/>
                <a:lumOff val="0"/>
                <a:alphaOff val="0"/>
                <a:shade val="93000"/>
                <a:satMod val="130000"/>
              </a:schemeClr>
            </a:gs>
            <a:gs pos="100000">
              <a:schemeClr val="accent2">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zh-CN" altLang="en-US" sz="1200" kern="1200"/>
        </a:p>
      </dsp:txBody>
      <dsp:txXfrm rot="10800000">
        <a:off x="1604296" y="2557068"/>
        <a:ext cx="153789" cy="166963"/>
      </dsp:txXfrm>
    </dsp:sp>
    <dsp:sp modelId="{A26AB591-1DC1-3E48-B299-69690F06AACC}">
      <dsp:nvSpPr>
        <dsp:cNvPr id="0" name=""/>
        <dsp:cNvSpPr/>
      </dsp:nvSpPr>
      <dsp:spPr>
        <a:xfrm>
          <a:off x="1016867" y="1619746"/>
          <a:ext cx="824507" cy="824507"/>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altLang="zh-CN" sz="2400" kern="1200" dirty="0"/>
            <a:t>101</a:t>
          </a:r>
          <a:endParaRPr lang="zh-CN" altLang="en-US" sz="2400" kern="1200" dirty="0"/>
        </a:p>
      </dsp:txBody>
      <dsp:txXfrm>
        <a:off x="1137613" y="1740492"/>
        <a:ext cx="583015" cy="583015"/>
      </dsp:txXfrm>
    </dsp:sp>
    <dsp:sp modelId="{F978FFFE-90C0-964F-9465-21A0BF075C33}">
      <dsp:nvSpPr>
        <dsp:cNvPr id="0" name=""/>
        <dsp:cNvSpPr/>
      </dsp:nvSpPr>
      <dsp:spPr>
        <a:xfrm rot="17550000">
          <a:off x="1553971" y="1326249"/>
          <a:ext cx="219699" cy="278271"/>
        </a:xfrm>
        <a:prstGeom prst="rightArrow">
          <a:avLst>
            <a:gd name="adj1" fmla="val 60000"/>
            <a:gd name="adj2" fmla="val 50000"/>
          </a:avLst>
        </a:prstGeom>
        <a:gradFill rotWithShape="0">
          <a:gsLst>
            <a:gs pos="0">
              <a:schemeClr val="accent2">
                <a:tint val="60000"/>
                <a:hueOff val="0"/>
                <a:satOff val="0"/>
                <a:lumOff val="0"/>
                <a:alphaOff val="0"/>
                <a:shade val="51000"/>
                <a:satMod val="130000"/>
              </a:schemeClr>
            </a:gs>
            <a:gs pos="80000">
              <a:schemeClr val="accent2">
                <a:tint val="60000"/>
                <a:hueOff val="0"/>
                <a:satOff val="0"/>
                <a:lumOff val="0"/>
                <a:alphaOff val="0"/>
                <a:shade val="93000"/>
                <a:satMod val="130000"/>
              </a:schemeClr>
            </a:gs>
            <a:gs pos="100000">
              <a:schemeClr val="accent2">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zh-CN" altLang="en-US" sz="1200" kern="1200"/>
        </a:p>
      </dsp:txBody>
      <dsp:txXfrm>
        <a:off x="1574315" y="1412349"/>
        <a:ext cx="153789" cy="166963"/>
      </dsp:txXfrm>
    </dsp:sp>
    <dsp:sp modelId="{C1D187F7-A0A3-4643-AC5B-7248313087EC}">
      <dsp:nvSpPr>
        <dsp:cNvPr id="0" name=""/>
        <dsp:cNvSpPr/>
      </dsp:nvSpPr>
      <dsp:spPr>
        <a:xfrm>
          <a:off x="1491026" y="475026"/>
          <a:ext cx="824507" cy="824507"/>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altLang="zh-CN" sz="2400" kern="1200" dirty="0"/>
            <a:t>100</a:t>
          </a:r>
          <a:endParaRPr lang="zh-CN" altLang="en-US" sz="2400" kern="1200" dirty="0"/>
        </a:p>
      </dsp:txBody>
      <dsp:txXfrm>
        <a:off x="1611772" y="595772"/>
        <a:ext cx="583015" cy="583015"/>
      </dsp:txXfrm>
    </dsp:sp>
    <dsp:sp modelId="{4CD0814E-C082-624A-8159-7A42B7721C03}">
      <dsp:nvSpPr>
        <dsp:cNvPr id="0" name=""/>
        <dsp:cNvSpPr/>
      </dsp:nvSpPr>
      <dsp:spPr>
        <a:xfrm rot="20250000">
          <a:off x="2360045" y="513444"/>
          <a:ext cx="219699" cy="278271"/>
        </a:xfrm>
        <a:prstGeom prst="rightArrow">
          <a:avLst>
            <a:gd name="adj1" fmla="val 60000"/>
            <a:gd name="adj2" fmla="val 50000"/>
          </a:avLst>
        </a:prstGeom>
        <a:gradFill rotWithShape="0">
          <a:gsLst>
            <a:gs pos="0">
              <a:schemeClr val="accent2">
                <a:tint val="60000"/>
                <a:hueOff val="0"/>
                <a:satOff val="0"/>
                <a:lumOff val="0"/>
                <a:alphaOff val="0"/>
                <a:shade val="51000"/>
                <a:satMod val="130000"/>
              </a:schemeClr>
            </a:gs>
            <a:gs pos="80000">
              <a:schemeClr val="accent2">
                <a:tint val="60000"/>
                <a:hueOff val="0"/>
                <a:satOff val="0"/>
                <a:lumOff val="0"/>
                <a:alphaOff val="0"/>
                <a:shade val="93000"/>
                <a:satMod val="130000"/>
              </a:schemeClr>
            </a:gs>
            <a:gs pos="100000">
              <a:schemeClr val="accent2">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zh-CN" altLang="en-US" sz="1200" kern="1200"/>
        </a:p>
      </dsp:txBody>
      <dsp:txXfrm>
        <a:off x="2362554" y="581709"/>
        <a:ext cx="153789" cy="166963"/>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ax="4095" units="cm"/>
          <inkml:channel name="Y" type="integer" max="4095" units="cm"/>
          <inkml:channel name="T" type="integer" max="2.14748E9" units="dev"/>
        </inkml:traceFormat>
        <inkml:channelProperties>
          <inkml:channelProperty channel="X" name="resolution" value="77.70399" units="1/cm"/>
          <inkml:channelProperty channel="Y" name="resolution" value="138.1579" units="1/cm"/>
          <inkml:channelProperty channel="T" name="resolution" value="1" units="1/dev"/>
        </inkml:channelProperties>
      </inkml:inkSource>
      <inkml:timestamp xml:id="ts0" timeString="2024-03-12T11:45:37.659"/>
    </inkml:context>
    <inkml:brush xml:id="br0">
      <inkml:brushProperty name="width" value="0.05292" units="cm"/>
      <inkml:brushProperty name="height" value="0.05292" units="cm"/>
      <inkml:brushProperty name="color" value="#FF0000"/>
    </inkml:brush>
  </inkml:definitions>
  <inkml:trace contextRef="#ctx0" brushRef="#br0">5236 6210 0,'-91'-41'16,"50"31"-16,41 10 0,-99-42 0,16 28 15,83 14-15,0 0 0,-166-14 0,166 14 0,-140 33 0,-34 23 0,9 93 16,16-42-16,41 79 15,42 23 1,91-125 0,33 88-1,83-65 17,32 9-17,50-51 1,17-65-1,8-41 1,-41-20 0,-8-69-1,-50-28 1,-34 0 0,-40-24-1,-42 10 1,-83-14-1,-57 56 1,-42 32 0,-74 51-1,16 38 17,-91 79-17,298-70 1</inkml:trace>
  <inkml:trace contextRef="#ctx0" brushRef="#br0" timeOffset="610.36">2292 8178 0,'-141'-14'16,"116"14"-1,-99-4 1,17 13 0,-58 0-1,40 56 1,-23 103 0,57 144-1,24-29 1,84 99-1,33-131 1,148-42 0,25-218-1,83-158 17,-57-52-17,-26-74 1,-91-51-1,-74 27 1,-91 66 0,-91 98-1,-91 106 1,-8 98 0,223-51-1</inkml:trace>
  <inkml:trace contextRef="#ctx0" brushRef="#br0" timeOffset="1241.6">2788 8127 0,'-8'-28'16,"8"28"0,66-84-1,99-37 1,67-9-1,33-47 1,8 29 0,-75-1-1,-181 130 17,-17 14-17,0 5 1</inkml:trace>
  <inkml:trace contextRef="#ctx0" brushRef="#br0" timeOffset="1491.97">3607 7383 0,'33'-33'16,"41"-4"-1,26-10 1,-42 29-1,16 18 1,9 56 0,-42 41-1,-49 20 17,-116 4-17,124-121 1</inkml:trace>
  <inkml:trace contextRef="#ctx0" brushRef="#br0" timeOffset="1758.72">2863 7727 0,'-34'65'15,"18"37"1,-17 10 0,0 23-1,33-74 17,8-20-17,108-13 1,-116-28-1</inkml:trace>
  <inkml:trace contextRef="#ctx0" brushRef="#br0" timeOffset="2424.98">5220 9820 0,'-108'-9'15,"75"9"1,-99 5 15,-1 9-31,-40 65 16,40 37-1,18 47 17,73 56-17,84 4 1,148-51-1,116-56 1,99-92 0,-66-99-1,-8-74 1,-124-23 0,-116-126-1,-224 43 1,-98 73-1,-166 210 1,397-28 15</inkml:trace>
  <inkml:trace contextRef="#ctx0" brushRef="#br0" timeOffset="2741.7">4450 10769 0,'-66'24'15,"-25"8"1,-66 10-1,-83 102 1,0 5 0,25-23-1,191-98 17,15-14-17,9-14 1</inkml:trace>
  <inkml:trace contextRef="#ctx0" brushRef="#br0" timeOffset="3058.75">3243 11123 0,'-25'70'15,"17"-38"1,0 6 0,-25 27 15,16-14-15,9-19-1,16-4 1,17-9-1,58-19 1,16-19 0,-99 19-1</inkml:trace>
  <inkml:trace contextRef="#ctx0" brushRef="#br0" timeOffset="3908.48">1928 11565 0,'-17'-19'16,"1"19"-1,-83 19 1,-9 46-1,-57 33 1,24 74 0,17 37-1,50 154 17,107-84-17,25-28 1,198-130-1,-24-79 1,107-223 0,-91 9-1,-8-177 1,-125 70 0,-57-42-1,-116 97 1,-8 29-1,66 195 1</inkml:trace>
  <inkml:trace contextRef="#ctx0" brushRef="#br0" timeOffset="4324.63">4136 10835 0,'0'-5'15,"0"5"1,0 0 0,25-5-1,41 1 17,9 4-17,-9 0 1,-8 4-1,-17 10 1,-24-9 0,7 41-1,-24-46 1</inkml:trace>
</inkml:ink>
</file>

<file path=ppt/ink/ink2.xml><?xml version="1.0" encoding="utf-8"?>
<inkml:ink xmlns:inkml="http://www.w3.org/2003/InkML">
  <inkml:definitions>
    <inkml:context xml:id="ctx0">
      <inkml:inkSource xml:id="inkSrc0">
        <inkml:traceFormat>
          <inkml:channel name="X" type="integer" max="4095" units="cm"/>
          <inkml:channel name="Y" type="integer" max="4095" units="cm"/>
          <inkml:channel name="T" type="integer" max="2.14748E9" units="dev"/>
        </inkml:traceFormat>
        <inkml:channelProperties>
          <inkml:channelProperty channel="X" name="resolution" value="77.70399" units="1/cm"/>
          <inkml:channelProperty channel="Y" name="resolution" value="138.1579" units="1/cm"/>
          <inkml:channelProperty channel="T" name="resolution" value="1" units="1/dev"/>
        </inkml:channelProperties>
      </inkml:inkSource>
      <inkml:timestamp xml:id="ts0" timeString="2024-03-12T11:47:04.430"/>
    </inkml:context>
    <inkml:brush xml:id="br0">
      <inkml:brushProperty name="width" value="0.05292" units="cm"/>
      <inkml:brushProperty name="height" value="0.05292" units="cm"/>
      <inkml:brushProperty name="color" value="#FF0000"/>
    </inkml:brush>
  </inkml:definitions>
  <inkml:trace contextRef="#ctx0" brushRef="#br0">19659 17808 0,'9'-5'0,"-9"5"16,0 0-16,0 0 0</inkml:trace>
</inkml:ink>
</file>

<file path=ppt/ink/ink3.xml><?xml version="1.0" encoding="utf-8"?>
<inkml:ink xmlns:inkml="http://www.w3.org/2003/InkML">
  <inkml:definitions>
    <inkml:context xml:id="ctx0">
      <inkml:inkSource xml:id="inkSrc0">
        <inkml:traceFormat>
          <inkml:channel name="X" type="integer" max="4095" units="cm"/>
          <inkml:channel name="Y" type="integer" max="4095" units="cm"/>
          <inkml:channel name="T" type="integer" max="2.14748E9" units="dev"/>
        </inkml:traceFormat>
        <inkml:channelProperties>
          <inkml:channelProperty channel="X" name="resolution" value="77.70399" units="1/cm"/>
          <inkml:channelProperty channel="Y" name="resolution" value="138.1579" units="1/cm"/>
          <inkml:channelProperty channel="T" name="resolution" value="1" units="1/dev"/>
        </inkml:channelProperties>
      </inkml:inkSource>
      <inkml:timestamp xml:id="ts0" timeString="2024-03-12T12:35:01.632"/>
    </inkml:context>
    <inkml:brush xml:id="br0">
      <inkml:brushProperty name="width" value="0.05292" units="cm"/>
      <inkml:brushProperty name="height" value="0.05292" units="cm"/>
      <inkml:brushProperty name="color" value="#FF0000"/>
    </inkml:brush>
  </inkml:definitions>
  <inkml:trace contextRef="#ctx0" brushRef="#br0">20238 18175 0,'0'-14'0,"0"14"16,0 0-16,0 0 0,0 0 15,9 10-15,-9-10 0</inkml:trace>
</inkml:ink>
</file>

<file path=ppt/ink/ink4.xml><?xml version="1.0" encoding="utf-8"?>
<inkml:ink xmlns:inkml="http://www.w3.org/2003/InkML">
  <inkml:definitions>
    <inkml:context xml:id="ctx0">
      <inkml:inkSource xml:id="inkSrc0">
        <inkml:traceFormat>
          <inkml:channel name="X" type="integer" max="4095" units="cm"/>
          <inkml:channel name="Y" type="integer" max="4095" units="cm"/>
          <inkml:channel name="T" type="integer" max="2.14748E9" units="dev"/>
        </inkml:traceFormat>
        <inkml:channelProperties>
          <inkml:channelProperty channel="X" name="resolution" value="77.70399" units="1/cm"/>
          <inkml:channelProperty channel="Y" name="resolution" value="138.1579" units="1/cm"/>
          <inkml:channelProperty channel="T" name="resolution" value="1" units="1/dev"/>
        </inkml:channelProperties>
      </inkml:inkSource>
      <inkml:timestamp xml:id="ts0" timeString="2024-03-12T12:43:06.371"/>
    </inkml:context>
    <inkml:brush xml:id="br0">
      <inkml:brushProperty name="width" value="0.05292" units="cm"/>
      <inkml:brushProperty name="height" value="0.05292" units="cm"/>
      <inkml:brushProperty name="color" value="#FF0000"/>
    </inkml:brush>
  </inkml:definitions>
  <inkml:trace contextRef="#ctx0" brushRef="#br0">9991 15189 0,'0'-23'15,"50"-1"1,58-8 0,165-75-1,8-75 16,66-8-31,0-99 32,17 84-17,-8-111 1,-50 121 0,0-52-1,-17 56 1,-32 19-1,-1 47 1,-41-1 0,17-9-1,-59 24 1,26 4 0,-42 0-1,58-42 1,-50 32 15,59 1-15,-34-14-1,58-42 1,-41 41 0,58 6-1,16-33 1,0 0-1,8 18 1,26-51 0,-34 19-1,17 0 1,49-47 0,-25 24-1,1-5 16,-9-42-15,17 56 0,16-70-1,-49 75 1,16-66 0,9 28-1,-34 1 1,-16-29-1,-16 52 1,7-89 0,-24 84-1,-17-88 1,1 78 0,-51-46-1,1 52 1,-17-34-1,-33 6 17,0 27-17,-8-18 1,-25 32 0,-74 149-1,-9-23 1,-8-14-1,-8-5 1,-34 10 0,-40 13-1,7 34 1,-156 31 0,-1 61-1,-66 5 16,-49 98-15,-58 32 0,16 4-1,0 71 1,25-66 0,-24 103-1,32-94 1,-57 117-1,57-88 1,-58 88 0,26-70-1,-84 51 1,51-41 0,-43 18-1,67-28 1,-41 0 15,33 10-15,16-38-1,-8 51 1,9-50 0,7 92-1,34-93 1,-17 107-1,58-106 1,-66 101 0,41-101-1,-33 73 1,83-97 0,-33 70-1,74-98 16,-17 61-15,26-57 0,24 10-1,-8 0 1,25-32 0,-9-19-1,26-14 1,24-5-1,41-9 1,116-107 0,-8 0-1,0 14 1,9 46 0,-1 15-1,0 18 1,1-33-1,7-28 17,17 20-17,25-11 1,-58-55 0</inkml:trace>
</inkml:ink>
</file>

<file path=ppt/ink/ink5.xml><?xml version="1.0" encoding="utf-8"?>
<inkml:ink xmlns:inkml="http://www.w3.org/2003/InkML">
  <inkml:definitions>
    <inkml:context xml:id="ctx0">
      <inkml:inkSource xml:id="inkSrc0">
        <inkml:traceFormat>
          <inkml:channel name="X" type="integer" max="4095" units="cm"/>
          <inkml:channel name="Y" type="integer" max="4095" units="cm"/>
          <inkml:channel name="T" type="integer" max="2.14748E9" units="dev"/>
        </inkml:traceFormat>
        <inkml:channelProperties>
          <inkml:channelProperty channel="X" name="resolution" value="77.70399" units="1/cm"/>
          <inkml:channelProperty channel="Y" name="resolution" value="138.1579" units="1/cm"/>
          <inkml:channelProperty channel="T" name="resolution" value="1" units="1/dev"/>
        </inkml:channelProperties>
      </inkml:inkSource>
      <inkml:timestamp xml:id="ts0" timeString="2024-03-12T13:00:17.666"/>
    </inkml:context>
    <inkml:brush xml:id="br0">
      <inkml:brushProperty name="width" value="0.05292" units="cm"/>
      <inkml:brushProperty name="height" value="0.05292" units="cm"/>
      <inkml:brushProperty name="color" value="#FF0000"/>
    </inkml:brush>
  </inkml:definitions>
  <inkml:trace contextRef="#ctx0" brushRef="#br0">19420 17789 0,'8'19'16,"-8"-19"-16,0 5 0,0-1 16,0-4-16,0 0 0,0 5 15,8-5-15,-8 0 0,0 0 16,0 0 0,0 0-1,0 0 16,0 0-15,0 0 0,0 0-1,0 0 1,0 0 0,0 0-1,0 0 1</inkml:trace>
</inkml:ink>
</file>

<file path=ppt/ink/ink6.xml><?xml version="1.0" encoding="utf-8"?>
<inkml:ink xmlns:inkml="http://www.w3.org/2003/InkML">
  <inkml:definitions>
    <inkml:context xml:id="ctx0">
      <inkml:inkSource xml:id="inkSrc0">
        <inkml:traceFormat>
          <inkml:channel name="X" type="integer" max="4095" units="cm"/>
          <inkml:channel name="Y" type="integer" max="4095" units="cm"/>
          <inkml:channel name="T" type="integer" max="2.14748E9" units="dev"/>
        </inkml:traceFormat>
        <inkml:channelProperties>
          <inkml:channelProperty channel="X" name="resolution" value="77.70399" units="1/cm"/>
          <inkml:channelProperty channel="Y" name="resolution" value="138.1579" units="1/cm"/>
          <inkml:channelProperty channel="T" name="resolution" value="1" units="1/dev"/>
        </inkml:channelProperties>
      </inkml:inkSource>
      <inkml:timestamp xml:id="ts0" timeString="2024-03-12T13:07:10.239"/>
    </inkml:context>
    <inkml:brush xml:id="br0">
      <inkml:brushProperty name="width" value="0.05292" units="cm"/>
      <inkml:brushProperty name="height" value="0.05292" units="cm"/>
      <inkml:brushProperty name="color" value="#FF0000"/>
    </inkml:brush>
  </inkml:definitions>
  <inkml:trace contextRef="#ctx0" brushRef="#br0">6650 10481 0,'-33'-56'16,"25"47"15,-133-42-16,-98 27 1,-175 1 0,-49 23-1,-58 47 1,8 41 0,33 47-1,75-23 1,74 18-1,75 75 1,115-15 0,108-22-1,174 41 1,165-13 0,116-71 15,57-50-16,92-57 1,16-41 0,17-70-1,-124-42 1,-100-28 0,-140-18-1,-166-103 1,-107 89-1,-182-80 1,-66 84 0,-116 80-1,397 111 1</inkml:trace>
  <inkml:trace contextRef="#ctx0" brushRef="#br0" timeOffset="951.1">4359 11523 0,'-115'-42'15,"49"42"1,-174-42 0,-58 75 15,-66 51-16,50 32 1,-42 10 0,116 111-1,232-126 1,-66 201 0,247-51-1,67-33 1,198-56-1,100-103 1,91-69 0,-34-37-1,-49-9 1,-66-15 0,-50-36 15,-133-90-16,-65 20 1,-116-33 0,-100-23-1,-74 46 1,-66 9 0,-124 1-1,-8 23 1,-100 93-1,356 51 1</inkml:trace>
</inkml:ink>
</file>

<file path=ppt/ink/ink7.xml><?xml version="1.0" encoding="utf-8"?>
<inkml:ink xmlns:inkml="http://www.w3.org/2003/InkML">
  <inkml:definitions>
    <inkml:context xml:id="ctx0">
      <inkml:inkSource xml:id="inkSrc0">
        <inkml:traceFormat>
          <inkml:channel name="X" type="integer" max="4095" units="cm"/>
          <inkml:channel name="Y" type="integer" max="4095" units="cm"/>
          <inkml:channel name="T" type="integer" max="2.14748E9" units="dev"/>
        </inkml:traceFormat>
        <inkml:channelProperties>
          <inkml:channelProperty channel="X" name="resolution" value="77.70399" units="1/cm"/>
          <inkml:channelProperty channel="Y" name="resolution" value="138.1579" units="1/cm"/>
          <inkml:channelProperty channel="T" name="resolution" value="1" units="1/dev"/>
        </inkml:channelProperties>
      </inkml:inkSource>
      <inkml:timestamp xml:id="ts0" timeString="2024-03-12T13:20:19.591"/>
    </inkml:context>
    <inkml:brush xml:id="br0">
      <inkml:brushProperty name="width" value="0.05292" units="cm"/>
      <inkml:brushProperty name="height" value="0.05292" units="cm"/>
      <inkml:brushProperty name="color" value="#FF0000"/>
    </inkml:brush>
  </inkml:definitions>
  <inkml:trace contextRef="#ctx0" brushRef="#br0">18336 11356 0,'-66'-19'15,"41"24"-15,-16-5 0,-34-5 16,-107 10-16,34-10 0,-51 14 16,17-4-16,116 4 0,-132 5 15,57 0 1,-24 37 0,57 0 15,17 47-16,50 14 1,66-66 0,-9-8-1,1 22 1,-1-4 0,17 37-1,33 9 1,50 38-1,-41-94 1,32-4 0,67 5-1,-9-19 1,75-14 15,-58-28-15,33-19-1,-25-41 1,-24 4 0,-26-23-1,-7 9 1,-26 5 0,-107 74-1,8-4 1,1-37-1,-1-6 1,-8-13 0,8 14-1,-16-14 1,-17 4 0,0 20 15,-33 3-16,-8-4 1,17 24 0,49 18-1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7698"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lgn="l" defTabSz="990600">
              <a:defRPr sz="1300">
                <a:latin typeface="Arial" charset="0"/>
                <a:ea typeface="+mn-ea"/>
              </a:defRPr>
            </a:lvl1pPr>
          </a:lstStyle>
          <a:p>
            <a:pPr>
              <a:defRPr/>
            </a:pPr>
            <a:endParaRPr lang="zh-CN" altLang="en-US"/>
          </a:p>
        </p:txBody>
      </p:sp>
      <p:sp>
        <p:nvSpPr>
          <p:cNvPr id="157699" name="Rectangle 3"/>
          <p:cNvSpPr>
            <a:spLocks noGrp="1" noChangeArrowheads="1"/>
          </p:cNvSpPr>
          <p:nvPr>
            <p:ph type="dt" idx="1"/>
          </p:nvPr>
        </p:nvSpPr>
        <p:spPr bwMode="auto">
          <a:xfrm>
            <a:off x="4021138"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lgn="r" defTabSz="990600">
              <a:defRPr sz="1300">
                <a:latin typeface="Arial" charset="0"/>
                <a:ea typeface="+mn-ea"/>
              </a:defRPr>
            </a:lvl1pPr>
          </a:lstStyle>
          <a:p>
            <a:pPr>
              <a:defRPr/>
            </a:pPr>
            <a:endParaRPr lang="en-US" altLang="zh-CN"/>
          </a:p>
        </p:txBody>
      </p:sp>
      <p:sp>
        <p:nvSpPr>
          <p:cNvPr id="43012" name="Rectangle 4"/>
          <p:cNvSpPr>
            <a:spLocks noGrp="1" noRot="1" noChangeAspect="1" noChangeArrowheads="1" noTextEdit="1"/>
          </p:cNvSpPr>
          <p:nvPr>
            <p:ph type="sldImg" idx="2"/>
          </p:nvPr>
        </p:nvSpPr>
        <p:spPr bwMode="auto">
          <a:xfrm>
            <a:off x="990600" y="768350"/>
            <a:ext cx="5118100" cy="3836988"/>
          </a:xfrm>
          <a:prstGeom prst="rect">
            <a:avLst/>
          </a:prstGeom>
          <a:noFill/>
          <a:ln w="9525">
            <a:solidFill>
              <a:srgbClr val="000000"/>
            </a:solidFill>
            <a:miter lim="800000"/>
            <a:headEnd/>
            <a:tailEnd/>
          </a:ln>
        </p:spPr>
      </p:sp>
      <p:sp>
        <p:nvSpPr>
          <p:cNvPr id="157701" name="Rectangle 5"/>
          <p:cNvSpPr>
            <a:spLocks noGrp="1" noChangeArrowheads="1"/>
          </p:cNvSpPr>
          <p:nvPr>
            <p:ph type="body" sz="quarter" idx="3"/>
          </p:nvPr>
        </p:nvSpPr>
        <p:spPr bwMode="auto">
          <a:xfrm>
            <a:off x="709613" y="4860925"/>
            <a:ext cx="5680075" cy="4605338"/>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57702" name="Rectangle 6"/>
          <p:cNvSpPr>
            <a:spLocks noGrp="1" noChangeArrowheads="1"/>
          </p:cNvSpPr>
          <p:nvPr>
            <p:ph type="ftr" sz="quarter" idx="4"/>
          </p:nvPr>
        </p:nvSpPr>
        <p:spPr bwMode="auto">
          <a:xfrm>
            <a:off x="0" y="9721850"/>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lgn="l" defTabSz="990600">
              <a:defRPr sz="1300">
                <a:latin typeface="Arial" charset="0"/>
                <a:ea typeface="+mn-ea"/>
              </a:defRPr>
            </a:lvl1pPr>
          </a:lstStyle>
          <a:p>
            <a:pPr>
              <a:defRPr/>
            </a:pPr>
            <a:endParaRPr lang="en-US" altLang="zh-CN"/>
          </a:p>
        </p:txBody>
      </p:sp>
      <p:sp>
        <p:nvSpPr>
          <p:cNvPr id="157703" name="Rectangle 7"/>
          <p:cNvSpPr>
            <a:spLocks noGrp="1" noChangeArrowheads="1"/>
          </p:cNvSpPr>
          <p:nvPr>
            <p:ph type="sldNum" sz="quarter" idx="5"/>
          </p:nvPr>
        </p:nvSpPr>
        <p:spPr bwMode="auto">
          <a:xfrm>
            <a:off x="4021138" y="9721850"/>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lgn="r" defTabSz="990600">
              <a:defRPr sz="1300">
                <a:latin typeface="Arial" charset="0"/>
                <a:ea typeface="+mn-ea"/>
              </a:defRPr>
            </a:lvl1pPr>
          </a:lstStyle>
          <a:p>
            <a:pPr>
              <a:defRPr/>
            </a:pPr>
            <a:fld id="{6143918E-A2CB-491E-8B36-A1C0952C99F6}" type="slidenum">
              <a:rPr lang="zh-CN" altLang="en-US"/>
              <a:pPr>
                <a:defRPr/>
              </a:pPr>
              <a:t>‹#›</a:t>
            </a:fld>
            <a:endParaRPr lang="en-US" altLang="zh-CN"/>
          </a:p>
        </p:txBody>
      </p:sp>
    </p:spTree>
    <p:extLst>
      <p:ext uri="{BB962C8B-B14F-4D97-AF65-F5344CB8AC3E}">
        <p14:creationId xmlns:p14="http://schemas.microsoft.com/office/powerpoint/2010/main" val="342681112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3" Type="http://schemas.openxmlformats.org/officeDocument/2006/relationships/hyperlink" Target="http://baike.baidu.com/view/355572.htm" TargetMode="External"/><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1</a:t>
            </a:fld>
            <a:endParaRPr lang="en-US" altLang="zh-CN"/>
          </a:p>
        </p:txBody>
      </p:sp>
    </p:spTree>
    <p:extLst>
      <p:ext uri="{BB962C8B-B14F-4D97-AF65-F5344CB8AC3E}">
        <p14:creationId xmlns:p14="http://schemas.microsoft.com/office/powerpoint/2010/main" val="22943891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2</a:t>
            </a:fld>
            <a:endParaRPr lang="en-US" altLang="zh-CN"/>
          </a:p>
        </p:txBody>
      </p:sp>
    </p:spTree>
    <p:extLst>
      <p:ext uri="{BB962C8B-B14F-4D97-AF65-F5344CB8AC3E}">
        <p14:creationId xmlns:p14="http://schemas.microsoft.com/office/powerpoint/2010/main" val="27167849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本章首先讲解了数据在二进制符号系统中的编码表示及其计算。</a:t>
            </a:r>
            <a:endParaRPr lang="en-US" altLang="zh-CN" dirty="0"/>
          </a:p>
          <a:p>
            <a:r>
              <a:rPr lang="zh-CN" altLang="en-US" dirty="0"/>
              <a:t>其中用</a:t>
            </a:r>
            <a:r>
              <a:rPr lang="en-US" altLang="zh-CN" dirty="0"/>
              <a:t>1</a:t>
            </a:r>
            <a:r>
              <a:rPr lang="zh-CN" altLang="en-US" dirty="0"/>
              <a:t>补码和</a:t>
            </a:r>
            <a:r>
              <a:rPr lang="en-US" altLang="zh-CN" dirty="0"/>
              <a:t>2</a:t>
            </a:r>
            <a:r>
              <a:rPr lang="zh-CN" altLang="en-US" dirty="0"/>
              <a:t>补码来表示负数，用加法代替减法。</a:t>
            </a:r>
            <a:endParaRPr lang="en-US" altLang="zh-CN" dirty="0"/>
          </a:p>
          <a:p>
            <a:r>
              <a:rPr lang="zh-CN" altLang="en-US" dirty="0"/>
              <a:t>同时，讲解了布尔代数的符号表示，以及一些基本运算和定理，</a:t>
            </a:r>
            <a:endParaRPr lang="en-US" altLang="zh-CN"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3</a:t>
            </a:fld>
            <a:endParaRPr lang="en-US" altLang="zh-CN"/>
          </a:p>
        </p:txBody>
      </p:sp>
    </p:spTree>
    <p:extLst>
      <p:ext uri="{BB962C8B-B14F-4D97-AF65-F5344CB8AC3E}">
        <p14:creationId xmlns:p14="http://schemas.microsoft.com/office/powerpoint/2010/main" val="11300426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2188" y="768350"/>
            <a:ext cx="5114925" cy="3836988"/>
          </a:xfrm>
        </p:spPr>
      </p:sp>
      <p:sp>
        <p:nvSpPr>
          <p:cNvPr id="3" name="Notes Placeholder 2"/>
          <p:cNvSpPr>
            <a:spLocks noGrp="1"/>
          </p:cNvSpPr>
          <p:nvPr>
            <p:ph type="body" idx="1"/>
          </p:nvPr>
        </p:nvSpPr>
        <p:spPr/>
        <p:txBody>
          <a:bodyPr/>
          <a:lstStyle/>
          <a:p>
            <a:endParaRPr lang="en-CN" sz="1200" dirty="0"/>
          </a:p>
        </p:txBody>
      </p:sp>
      <p:sp>
        <p:nvSpPr>
          <p:cNvPr id="4" name="Slide Number Placeholder 3"/>
          <p:cNvSpPr>
            <a:spLocks noGrp="1"/>
          </p:cNvSpPr>
          <p:nvPr>
            <p:ph type="sldNum" sz="quarter" idx="5"/>
          </p:nvPr>
        </p:nvSpPr>
        <p:spPr/>
        <p:txBody>
          <a:bodyPr/>
          <a:lstStyle/>
          <a:p>
            <a:pPr>
              <a:defRPr/>
            </a:pPr>
            <a:fld id="{6143918E-A2CB-491E-8B36-A1C0952C99F6}" type="slidenum">
              <a:rPr lang="zh-CN" altLang="en-US" smtClean="0"/>
              <a:pPr>
                <a:defRPr/>
              </a:pPr>
              <a:t>5</a:t>
            </a:fld>
            <a:endParaRPr lang="en-US" altLang="zh-CN"/>
          </a:p>
        </p:txBody>
      </p:sp>
    </p:spTree>
    <p:extLst>
      <p:ext uri="{BB962C8B-B14F-4D97-AF65-F5344CB8AC3E}">
        <p14:creationId xmlns:p14="http://schemas.microsoft.com/office/powerpoint/2010/main" val="10285013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7</a:t>
            </a:fld>
            <a:endParaRPr lang="en-US" altLang="zh-CN" dirty="0"/>
          </a:p>
        </p:txBody>
      </p:sp>
    </p:spTree>
    <p:extLst>
      <p:ext uri="{BB962C8B-B14F-4D97-AF65-F5344CB8AC3E}">
        <p14:creationId xmlns:p14="http://schemas.microsoft.com/office/powerpoint/2010/main" val="20647805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最底层的设计是版图级，物理结构。系统级则考虑应用和功能</a:t>
            </a:r>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8</a:t>
            </a:fld>
            <a:endParaRPr lang="en-US" altLang="zh-CN" dirty="0"/>
          </a:p>
        </p:txBody>
      </p:sp>
    </p:spTree>
    <p:extLst>
      <p:ext uri="{BB962C8B-B14F-4D97-AF65-F5344CB8AC3E}">
        <p14:creationId xmlns:p14="http://schemas.microsoft.com/office/powerpoint/2010/main" val="41256640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9</a:t>
            </a:fld>
            <a:endParaRPr lang="en-US" altLang="zh-CN" dirty="0"/>
          </a:p>
        </p:txBody>
      </p:sp>
    </p:spTree>
    <p:extLst>
      <p:ext uri="{BB962C8B-B14F-4D97-AF65-F5344CB8AC3E}">
        <p14:creationId xmlns:p14="http://schemas.microsoft.com/office/powerpoint/2010/main" val="36352137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在这个例子中，</a:t>
            </a:r>
            <a:r>
              <a:rPr lang="en-US" altLang="zh-CN" dirty="0"/>
              <a:t>VDD</a:t>
            </a:r>
            <a:r>
              <a:rPr lang="zh-CN" altLang="en-US" dirty="0"/>
              <a:t>和</a:t>
            </a:r>
            <a:r>
              <a:rPr lang="en-US" altLang="zh-CN" dirty="0"/>
              <a:t>GND</a:t>
            </a:r>
            <a:r>
              <a:rPr lang="zh-CN" altLang="en-US" dirty="0"/>
              <a:t>互换位置。根据逻辑判断为与或门。</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注意，在该例子中，与</a:t>
            </a:r>
            <a:r>
              <a:rPr lang="en-US" altLang="zh-CN" baseline="0" dirty="0"/>
              <a:t> GND </a:t>
            </a:r>
            <a:r>
              <a:rPr lang="zh-CN" altLang="en-US" baseline="0" dirty="0"/>
              <a:t>相连的网络为下拉网络。采用</a:t>
            </a:r>
            <a:r>
              <a:rPr lang="en-US" altLang="zh-CN" baseline="0" dirty="0" err="1"/>
              <a:t>nmos</a:t>
            </a:r>
            <a:r>
              <a:rPr lang="zh-CN" altLang="en-US" baseline="0" dirty="0"/>
              <a:t>。</a:t>
            </a:r>
            <a:r>
              <a:rPr lang="zh-CN" altLang="en-US" dirty="0"/>
              <a:t>与</a:t>
            </a:r>
            <a:r>
              <a:rPr lang="en-US" altLang="zh-CN" baseline="0" dirty="0"/>
              <a:t> VDD </a:t>
            </a:r>
            <a:r>
              <a:rPr lang="zh-CN" altLang="en-US" baseline="0" dirty="0"/>
              <a:t>相连的网络为上拉网络。采用</a:t>
            </a:r>
            <a:r>
              <a:rPr lang="en-US" altLang="zh-CN" baseline="0" dirty="0" err="1"/>
              <a:t>pmos</a:t>
            </a:r>
            <a:r>
              <a:rPr lang="zh-CN" altLang="en-US" baseline="0" dirty="0"/>
              <a:t>。</a:t>
            </a:r>
            <a:endParaRPr lang="en-US" altLang="zh-CN" baseline="0" dirty="0"/>
          </a:p>
          <a:p>
            <a:r>
              <a:rPr lang="en-US" altLang="zh-CN" baseline="0" dirty="0" err="1"/>
              <a:t>nmos</a:t>
            </a:r>
            <a:r>
              <a:rPr lang="zh-CN" altLang="en-US" baseline="0" dirty="0"/>
              <a:t>电路符号和</a:t>
            </a:r>
            <a:r>
              <a:rPr lang="en-US" altLang="zh-CN" baseline="0" dirty="0" err="1"/>
              <a:t>pmos</a:t>
            </a:r>
            <a:r>
              <a:rPr lang="zh-CN" altLang="en-US" baseline="0" dirty="0"/>
              <a:t>电路符号区别</a:t>
            </a:r>
            <a:r>
              <a:rPr lang="en-US" altLang="zh-CN" baseline="0" dirty="0"/>
              <a:t>——</a:t>
            </a:r>
            <a:r>
              <a:rPr lang="en-US" altLang="zh-CN" baseline="0" dirty="0" err="1"/>
              <a:t>nmos</a:t>
            </a:r>
            <a:r>
              <a:rPr lang="zh-CN" altLang="en-US" baseline="0" dirty="0"/>
              <a:t>符号箭头从漏极指向栅极。</a:t>
            </a:r>
            <a:r>
              <a:rPr lang="en-US" altLang="zh-CN" baseline="0" dirty="0" err="1"/>
              <a:t>Pmos</a:t>
            </a:r>
            <a:r>
              <a:rPr lang="zh-CN" altLang="en-US" baseline="0" dirty="0"/>
              <a:t>符号箭头从栅极指向极。</a:t>
            </a:r>
            <a:endParaRPr lang="en-US" altLang="zh-CN" baseline="0" dirty="0"/>
          </a:p>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10</a:t>
            </a:fld>
            <a:endParaRPr lang="en-US" altLang="zh-CN"/>
          </a:p>
        </p:txBody>
      </p:sp>
    </p:spTree>
    <p:extLst>
      <p:ext uri="{BB962C8B-B14F-4D97-AF65-F5344CB8AC3E}">
        <p14:creationId xmlns:p14="http://schemas.microsoft.com/office/powerpoint/2010/main" val="1809433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传输门由一个</a:t>
            </a:r>
            <a:r>
              <a:rPr lang="en-US" altLang="zh-CN" dirty="0"/>
              <a:t>C</a:t>
            </a:r>
            <a:r>
              <a:rPr lang="zh-CN" altLang="en-US" dirty="0"/>
              <a:t>信号控制门的导通，是双向导通的电路，在设计的时候需要考虑到输入输出段的驱动能力。</a:t>
            </a:r>
          </a:p>
          <a:p>
            <a:endParaRPr lang="en-US" altLang="zh-CN" dirty="0"/>
          </a:p>
          <a:p>
            <a:r>
              <a:rPr lang="zh-CN" altLang="en-US" dirty="0"/>
              <a:t>分析传输门，当</a:t>
            </a:r>
            <a:r>
              <a:rPr lang="en-US" altLang="zh-CN" dirty="0"/>
              <a:t>C=1</a:t>
            </a:r>
            <a:r>
              <a:rPr lang="zh-CN" altLang="en-US" dirty="0"/>
              <a:t>时，</a:t>
            </a:r>
            <a:r>
              <a:rPr kumimoji="1" lang="en-US" altLang="zh-CN" sz="1200" i="1" dirty="0">
                <a:solidFill>
                  <a:schemeClr val="tx1"/>
                </a:solidFill>
                <a:latin typeface="Times New Roman" pitchFamily="18" charset="0"/>
              </a:rPr>
              <a:t>A</a:t>
            </a:r>
            <a:r>
              <a:rPr kumimoji="1" lang="zh-CN" altLang="en-US" sz="1200" dirty="0">
                <a:solidFill>
                  <a:schemeClr val="tx1"/>
                </a:solidFill>
                <a:latin typeface="Times New Roman" pitchFamily="18" charset="0"/>
              </a:rPr>
              <a:t>在</a:t>
            </a:r>
            <a:r>
              <a:rPr kumimoji="1" lang="en-US" altLang="zh-CN" sz="1200" dirty="0">
                <a:solidFill>
                  <a:schemeClr val="tx1"/>
                </a:solidFill>
                <a:latin typeface="Times New Roman" pitchFamily="18" charset="0"/>
              </a:rPr>
              <a:t>0~V</a:t>
            </a:r>
            <a:r>
              <a:rPr kumimoji="1" lang="en-US" altLang="zh-CN" sz="1200" baseline="-25000" dirty="0">
                <a:solidFill>
                  <a:schemeClr val="tx1"/>
                </a:solidFill>
                <a:latin typeface="Times New Roman" pitchFamily="18" charset="0"/>
              </a:rPr>
              <a:t>DD</a:t>
            </a:r>
            <a:r>
              <a:rPr kumimoji="1" lang="zh-CN" altLang="en-US" sz="1200" dirty="0">
                <a:solidFill>
                  <a:schemeClr val="tx1"/>
                </a:solidFill>
                <a:latin typeface="Times New Roman" pitchFamily="18" charset="0"/>
              </a:rPr>
              <a:t>之间变化时</a:t>
            </a:r>
            <a:r>
              <a:rPr lang="zh-CN" altLang="en-US" dirty="0"/>
              <a:t>传输门怎样都是导通的。</a:t>
            </a:r>
            <a:endParaRPr lang="en-US" altLang="zh-CN" dirty="0"/>
          </a:p>
          <a:p>
            <a:r>
              <a:rPr lang="zh-CN" altLang="en-US" dirty="0"/>
              <a:t>当</a:t>
            </a:r>
            <a:r>
              <a:rPr lang="en-US" altLang="zh-CN" dirty="0"/>
              <a:t>C=0</a:t>
            </a:r>
            <a:r>
              <a:rPr lang="zh-CN" altLang="en-US" dirty="0"/>
              <a:t>时，</a:t>
            </a:r>
            <a:r>
              <a:rPr kumimoji="1" lang="en-US" altLang="zh-CN" sz="1200" i="1" dirty="0">
                <a:solidFill>
                  <a:schemeClr val="tx1"/>
                </a:solidFill>
                <a:latin typeface="Times New Roman" pitchFamily="18" charset="0"/>
              </a:rPr>
              <a:t>A</a:t>
            </a:r>
            <a:r>
              <a:rPr kumimoji="1" lang="en-US" altLang="zh-CN" sz="1200" baseline="-25000" dirty="0">
                <a:solidFill>
                  <a:schemeClr val="tx1"/>
                </a:solidFill>
                <a:latin typeface="Times New Roman" pitchFamily="18" charset="0"/>
              </a:rPr>
              <a:t>I</a:t>
            </a:r>
            <a:r>
              <a:rPr kumimoji="1" lang="zh-CN" altLang="en-US" sz="1200" dirty="0">
                <a:solidFill>
                  <a:schemeClr val="tx1"/>
                </a:solidFill>
                <a:latin typeface="Times New Roman" pitchFamily="18" charset="0"/>
              </a:rPr>
              <a:t>在</a:t>
            </a:r>
            <a:r>
              <a:rPr kumimoji="1" lang="en-US" altLang="zh-CN" sz="1200" dirty="0">
                <a:solidFill>
                  <a:schemeClr val="tx1"/>
                </a:solidFill>
                <a:latin typeface="Times New Roman" pitchFamily="18" charset="0"/>
              </a:rPr>
              <a:t>0~V</a:t>
            </a:r>
            <a:r>
              <a:rPr kumimoji="1" lang="en-US" altLang="zh-CN" sz="1200" baseline="-25000" dirty="0">
                <a:solidFill>
                  <a:schemeClr val="tx1"/>
                </a:solidFill>
                <a:latin typeface="Times New Roman" pitchFamily="18" charset="0"/>
              </a:rPr>
              <a:t>DD</a:t>
            </a:r>
            <a:r>
              <a:rPr kumimoji="1" lang="zh-CN" altLang="en-US" sz="1200" dirty="0">
                <a:solidFill>
                  <a:schemeClr val="tx1"/>
                </a:solidFill>
                <a:latin typeface="Times New Roman" pitchFamily="18" charset="0"/>
              </a:rPr>
              <a:t>之间</a:t>
            </a:r>
            <a:r>
              <a:rPr lang="zh-CN" altLang="en-US" dirty="0"/>
              <a:t>传输门截止。</a:t>
            </a:r>
            <a:endParaRPr lang="en-US" altLang="zh-CN" dirty="0"/>
          </a:p>
          <a:p>
            <a:r>
              <a:rPr lang="zh-CN" altLang="en-US" dirty="0"/>
              <a:t>这时</a:t>
            </a:r>
            <a:r>
              <a:rPr lang="en-US" altLang="zh-CN" u="sng" dirty="0"/>
              <a:t>B</a:t>
            </a:r>
            <a:r>
              <a:rPr lang="zh-CN" altLang="en-US" u="sng" baseline="0" dirty="0"/>
              <a:t>表现为 高阻 态。</a:t>
            </a:r>
            <a:endParaRPr lang="en-US" altLang="zh-CN"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11</a:t>
            </a:fld>
            <a:endParaRPr lang="en-US" altLang="zh-CN"/>
          </a:p>
        </p:txBody>
      </p:sp>
    </p:spTree>
    <p:extLst>
      <p:ext uri="{BB962C8B-B14F-4D97-AF65-F5344CB8AC3E}">
        <p14:creationId xmlns:p14="http://schemas.microsoft.com/office/powerpoint/2010/main" val="14328830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再理解</a:t>
            </a:r>
          </a:p>
          <a:p>
            <a:r>
              <a:rPr lang="zh-CN" altLang="en-US" dirty="0"/>
              <a:t>一般逻辑门的设计分为两部分，</a:t>
            </a:r>
            <a:r>
              <a:rPr lang="en-US" altLang="zh-CN" dirty="0"/>
              <a:t>PMOS</a:t>
            </a:r>
            <a:r>
              <a:rPr lang="zh-CN" altLang="en-US" dirty="0"/>
              <a:t>和</a:t>
            </a:r>
            <a:r>
              <a:rPr lang="en-US" altLang="zh-CN" dirty="0"/>
              <a:t>NMOS</a:t>
            </a:r>
            <a:r>
              <a:rPr lang="zh-CN" altLang="en-US" dirty="0"/>
              <a:t>部分，</a:t>
            </a:r>
            <a:r>
              <a:rPr lang="en-US" altLang="zh-CN" dirty="0"/>
              <a:t>PMOS</a:t>
            </a:r>
            <a:r>
              <a:rPr lang="zh-CN" altLang="en-US" dirty="0"/>
              <a:t>和</a:t>
            </a:r>
            <a:r>
              <a:rPr lang="en-US" altLang="zh-CN" dirty="0"/>
              <a:t>NMOS</a:t>
            </a:r>
            <a:r>
              <a:rPr lang="zh-CN" altLang="en-US" dirty="0"/>
              <a:t>开关性相反，当</a:t>
            </a:r>
            <a:r>
              <a:rPr lang="en-US" altLang="zh-CN" dirty="0"/>
              <a:t>PMOS</a:t>
            </a:r>
            <a:r>
              <a:rPr lang="zh-CN" altLang="en-US" dirty="0"/>
              <a:t>导通、</a:t>
            </a:r>
            <a:r>
              <a:rPr lang="en-US" altLang="zh-CN" dirty="0"/>
              <a:t>NMOS</a:t>
            </a:r>
            <a:r>
              <a:rPr lang="zh-CN" altLang="en-US" dirty="0"/>
              <a:t>关断时，输出为高电平（输出和</a:t>
            </a:r>
            <a:r>
              <a:rPr lang="en-US" altLang="zh-CN" dirty="0"/>
              <a:t>VDD</a:t>
            </a:r>
            <a:r>
              <a:rPr lang="zh-CN" altLang="en-US" dirty="0"/>
              <a:t>短路）。当</a:t>
            </a:r>
            <a:r>
              <a:rPr lang="en-US" altLang="zh-CN" dirty="0"/>
              <a:t>PMOS</a:t>
            </a:r>
            <a:r>
              <a:rPr lang="zh-CN" altLang="en-US" dirty="0"/>
              <a:t>关断、</a:t>
            </a:r>
            <a:r>
              <a:rPr lang="en-US" altLang="zh-CN" dirty="0"/>
              <a:t>NMOS</a:t>
            </a:r>
            <a:r>
              <a:rPr lang="zh-CN" altLang="en-US" dirty="0"/>
              <a:t>导通时，输出为低电平（输出和</a:t>
            </a:r>
            <a:r>
              <a:rPr lang="en-US" altLang="zh-CN" dirty="0"/>
              <a:t>GND</a:t>
            </a:r>
            <a:r>
              <a:rPr lang="zh-CN" altLang="en-US" dirty="0"/>
              <a:t>短路）。</a:t>
            </a:r>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12</a:t>
            </a:fld>
            <a:endParaRPr lang="en-US" altLang="zh-CN"/>
          </a:p>
        </p:txBody>
      </p:sp>
    </p:spTree>
    <p:extLst>
      <p:ext uri="{BB962C8B-B14F-4D97-AF65-F5344CB8AC3E}">
        <p14:creationId xmlns:p14="http://schemas.microsoft.com/office/powerpoint/2010/main" val="20180267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高阻态：</a:t>
            </a:r>
            <a:r>
              <a:rPr lang="zh-CN" altLang="en-US" sz="1200" dirty="0"/>
              <a:t>电路的一种输出状态，既不是高电平也不是低电平，如果高阻态再输入下一级电路的话，对下级电路无任何影响，和没接一样，如果用万用表测的话有可能是高电平也有可能是低电平，随它后面接的东西定。</a:t>
            </a:r>
            <a:endParaRPr lang="en-US" altLang="zh-CN" sz="120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t>总线实际上是一个典型应用</a:t>
            </a:r>
            <a:endParaRPr lang="en-US" altLang="zh-CN" sz="1200" dirty="0"/>
          </a:p>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13</a:t>
            </a:fld>
            <a:endParaRPr lang="en-US" altLang="zh-CN"/>
          </a:p>
        </p:txBody>
      </p:sp>
    </p:spTree>
    <p:extLst>
      <p:ext uri="{BB962C8B-B14F-4D97-AF65-F5344CB8AC3E}">
        <p14:creationId xmlns:p14="http://schemas.microsoft.com/office/powerpoint/2010/main" val="1410576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14</a:t>
            </a:fld>
            <a:endParaRPr lang="en-US" altLang="zh-CN"/>
          </a:p>
        </p:txBody>
      </p:sp>
    </p:spTree>
    <p:extLst>
      <p:ext uri="{BB962C8B-B14F-4D97-AF65-F5344CB8AC3E}">
        <p14:creationId xmlns:p14="http://schemas.microsoft.com/office/powerpoint/2010/main" val="7021439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课上补充反相控制信号部分</a:t>
            </a:r>
          </a:p>
        </p:txBody>
      </p:sp>
      <p:sp>
        <p:nvSpPr>
          <p:cNvPr id="4" name="灯片编号占位符 3"/>
          <p:cNvSpPr>
            <a:spLocks noGrp="1"/>
          </p:cNvSpPr>
          <p:nvPr>
            <p:ph type="sldNum" sz="quarter" idx="10"/>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6143918E-A2CB-491E-8B36-A1C0952C99F6}" type="slidenum">
              <a:rPr kumimoji="0" lang="zh-CN" altLang="en-US" sz="1300" b="0" i="0" u="none" strike="noStrike" kern="1200" cap="none" spc="0" normalizeH="0" baseline="0" noProof="0" smtClean="0">
                <a:ln>
                  <a:noFill/>
                </a:ln>
                <a:solidFill>
                  <a:srgbClr val="000000"/>
                </a:solidFill>
                <a:effectLst/>
                <a:uLnTx/>
                <a:uFillTx/>
                <a:latin typeface="Arial" charset="0"/>
                <a:ea typeface="宋体" panose="02010600030101010101" pitchFamily="2"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15</a:t>
            </a:fld>
            <a:endParaRPr kumimoji="0" lang="en-US" altLang="zh-CN" sz="1300" b="0" i="0" u="none" strike="noStrike" kern="1200" cap="none" spc="0" normalizeH="0" baseline="0" noProof="0">
              <a:ln>
                <a:noFill/>
              </a:ln>
              <a:solidFill>
                <a:srgbClr val="000000"/>
              </a:solidFill>
              <a:effectLst/>
              <a:uLnTx/>
              <a:uFillTx/>
              <a:latin typeface="Arial" charset="0"/>
              <a:ea typeface="宋体" panose="02010600030101010101" pitchFamily="2" charset="-122"/>
              <a:cs typeface="+mn-cs"/>
            </a:endParaRPr>
          </a:p>
        </p:txBody>
      </p:sp>
    </p:spTree>
    <p:extLst>
      <p:ext uri="{BB962C8B-B14F-4D97-AF65-F5344CB8AC3E}">
        <p14:creationId xmlns:p14="http://schemas.microsoft.com/office/powerpoint/2010/main" val="32116486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课上补充反相控制信号部分</a:t>
            </a:r>
          </a:p>
        </p:txBody>
      </p:sp>
      <p:sp>
        <p:nvSpPr>
          <p:cNvPr id="4" name="灯片编号占位符 3"/>
          <p:cNvSpPr>
            <a:spLocks noGrp="1"/>
          </p:cNvSpPr>
          <p:nvPr>
            <p:ph type="sldNum" sz="quarter" idx="10"/>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6143918E-A2CB-491E-8B36-A1C0952C99F6}" type="slidenum">
              <a:rPr kumimoji="0" lang="zh-CN" altLang="en-US" sz="1300" b="0" i="0" u="none" strike="noStrike" kern="1200" cap="none" spc="0" normalizeH="0" baseline="0" noProof="0" smtClean="0">
                <a:ln>
                  <a:noFill/>
                </a:ln>
                <a:solidFill>
                  <a:srgbClr val="000000"/>
                </a:solidFill>
                <a:effectLst/>
                <a:uLnTx/>
                <a:uFillTx/>
                <a:latin typeface="Arial" charset="0"/>
                <a:ea typeface="宋体" panose="02010600030101010101" pitchFamily="2"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16</a:t>
            </a:fld>
            <a:endParaRPr kumimoji="0" lang="en-US" altLang="zh-CN" sz="1300" b="0" i="0" u="none" strike="noStrike" kern="1200" cap="none" spc="0" normalizeH="0" baseline="0" noProof="0">
              <a:ln>
                <a:noFill/>
              </a:ln>
              <a:solidFill>
                <a:srgbClr val="000000"/>
              </a:solidFill>
              <a:effectLst/>
              <a:uLnTx/>
              <a:uFillTx/>
              <a:latin typeface="Arial" charset="0"/>
              <a:ea typeface="宋体" panose="02010600030101010101" pitchFamily="2" charset="-122"/>
              <a:cs typeface="+mn-cs"/>
            </a:endParaRPr>
          </a:p>
        </p:txBody>
      </p:sp>
    </p:spTree>
    <p:extLst>
      <p:ext uri="{BB962C8B-B14F-4D97-AF65-F5344CB8AC3E}">
        <p14:creationId xmlns:p14="http://schemas.microsoft.com/office/powerpoint/2010/main" val="13515015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20</a:t>
            </a:fld>
            <a:endParaRPr lang="en-US" altLang="zh-CN" dirty="0"/>
          </a:p>
        </p:txBody>
      </p:sp>
    </p:spTree>
    <p:extLst>
      <p:ext uri="{BB962C8B-B14F-4D97-AF65-F5344CB8AC3E}">
        <p14:creationId xmlns:p14="http://schemas.microsoft.com/office/powerpoint/2010/main" val="25672962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组合逻辑与时序逻辑最重要的区别就是组合逻辑的输出紧随输入变化而变化。</a:t>
            </a:r>
            <a:endParaRPr lang="en-US" altLang="zh-CN" dirty="0"/>
          </a:p>
          <a:p>
            <a:r>
              <a:rPr lang="zh-CN" altLang="en-US" dirty="0"/>
              <a:t>多个输入有多个输出决定。</a:t>
            </a:r>
            <a:endParaRPr lang="en-US" altLang="zh-CN" dirty="0"/>
          </a:p>
          <a:p>
            <a:r>
              <a:rPr lang="zh-CN" altLang="en-US" dirty="0"/>
              <a:t>图中的一个例子，图</a:t>
            </a:r>
            <a:r>
              <a:rPr lang="en-US" altLang="zh-CN" dirty="0"/>
              <a:t>1</a:t>
            </a:r>
            <a:r>
              <a:rPr lang="zh-CN" altLang="en-US" dirty="0"/>
              <a:t>方块部分为组合电路。</a:t>
            </a:r>
            <a:endParaRPr lang="en-US" altLang="zh-CN" dirty="0"/>
          </a:p>
          <a:p>
            <a:r>
              <a:rPr lang="zh-CN" altLang="en-US" dirty="0"/>
              <a:t>图</a:t>
            </a:r>
            <a:r>
              <a:rPr lang="en-US" altLang="zh-CN" dirty="0"/>
              <a:t>2</a:t>
            </a:r>
            <a:r>
              <a:rPr lang="zh-CN" altLang="en-US" dirty="0"/>
              <a:t>的式子表现了组合电路的功能</a:t>
            </a:r>
          </a:p>
        </p:txBody>
      </p:sp>
      <p:sp>
        <p:nvSpPr>
          <p:cNvPr id="4" name="灯片编号占位符 3"/>
          <p:cNvSpPr>
            <a:spLocks noGrp="1"/>
          </p:cNvSpPr>
          <p:nvPr>
            <p:ph type="sldNum" sz="quarter" idx="10"/>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6143918E-A2CB-491E-8B36-A1C0952C99F6}" type="slidenum">
              <a:rPr kumimoji="0" lang="zh-CN" altLang="en-US" sz="1300" b="0" i="0" u="none" strike="noStrike" kern="1200" cap="none" spc="0" normalizeH="0" baseline="0" noProof="0" smtClean="0">
                <a:ln>
                  <a:noFill/>
                </a:ln>
                <a:solidFill>
                  <a:srgbClr val="000000"/>
                </a:solidFill>
                <a:effectLst/>
                <a:uLnTx/>
                <a:uFillTx/>
                <a:latin typeface="Arial" charset="0"/>
                <a:ea typeface="宋体" panose="02010600030101010101" pitchFamily="2"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21</a:t>
            </a:fld>
            <a:endParaRPr kumimoji="0" lang="en-US" altLang="zh-CN" sz="1300" b="0" i="0" u="none" strike="noStrike" kern="1200" cap="none" spc="0" normalizeH="0" baseline="0" noProof="0">
              <a:ln>
                <a:noFill/>
              </a:ln>
              <a:solidFill>
                <a:srgbClr val="000000"/>
              </a:solidFill>
              <a:effectLst/>
              <a:uLnTx/>
              <a:uFillTx/>
              <a:latin typeface="Arial" charset="0"/>
              <a:ea typeface="宋体" panose="02010600030101010101" pitchFamily="2" charset="-122"/>
              <a:cs typeface="+mn-cs"/>
            </a:endParaRPr>
          </a:p>
        </p:txBody>
      </p:sp>
    </p:spTree>
    <p:extLst>
      <p:ext uri="{BB962C8B-B14F-4D97-AF65-F5344CB8AC3E}">
        <p14:creationId xmlns:p14="http://schemas.microsoft.com/office/powerpoint/2010/main" val="9687291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先讲解组合电路的分析方法</a:t>
            </a:r>
            <a:endParaRPr lang="en-US" altLang="zh-CN" dirty="0"/>
          </a:p>
          <a:p>
            <a:r>
              <a:rPr lang="zh-CN" altLang="en-US" dirty="0"/>
              <a:t>组合逻辑器件是晶体管</a:t>
            </a:r>
            <a:endParaRPr lang="en-US" altLang="zh-CN" dirty="0"/>
          </a:p>
          <a:p>
            <a:r>
              <a:rPr lang="zh-CN" altLang="en-US" dirty="0"/>
              <a:t>需要分析的电路结构是逻辑门</a:t>
            </a:r>
            <a:endParaRPr lang="en-US" altLang="zh-CN" dirty="0"/>
          </a:p>
          <a:p>
            <a:r>
              <a:rPr lang="zh-CN" altLang="en-US" dirty="0"/>
              <a:t>给定逻辑门电路，找出功能</a:t>
            </a:r>
            <a:endParaRPr lang="en-US" altLang="zh-CN" dirty="0"/>
          </a:p>
          <a:p>
            <a:r>
              <a:rPr lang="zh-CN" altLang="en-US" dirty="0"/>
              <a:t>功能：输入输出关系，逻辑变量</a:t>
            </a:r>
            <a:r>
              <a:rPr lang="en-US" altLang="zh-CN" dirty="0"/>
              <a:t>-</a:t>
            </a:r>
            <a:r>
              <a:rPr lang="zh-CN" altLang="en-US" dirty="0"/>
              <a:t>译码（如二进制）</a:t>
            </a:r>
            <a:r>
              <a:rPr lang="en-US" altLang="zh-CN" dirty="0"/>
              <a:t>-</a:t>
            </a:r>
            <a:r>
              <a:rPr lang="zh-CN" altLang="en-US" dirty="0"/>
              <a:t>更抽象的变量（如数值），逻辑运算</a:t>
            </a:r>
            <a:r>
              <a:rPr lang="en-US" altLang="zh-CN" dirty="0"/>
              <a:t>-</a:t>
            </a:r>
            <a:r>
              <a:rPr lang="zh-CN" altLang="en-US" dirty="0"/>
              <a:t>理解</a:t>
            </a:r>
            <a:r>
              <a:rPr lang="en-US" altLang="zh-CN" dirty="0"/>
              <a:t>-</a:t>
            </a:r>
            <a:r>
              <a:rPr lang="zh-CN" altLang="en-US" dirty="0"/>
              <a:t>更抽象的运算（如算术）</a:t>
            </a:r>
          </a:p>
        </p:txBody>
      </p:sp>
      <p:sp>
        <p:nvSpPr>
          <p:cNvPr id="4" name="灯片编号占位符 3"/>
          <p:cNvSpPr>
            <a:spLocks noGrp="1"/>
          </p:cNvSpPr>
          <p:nvPr>
            <p:ph type="sldNum" sz="quarter" idx="10"/>
          </p:nvPr>
        </p:nvSpPr>
        <p:spPr/>
        <p:txBody>
          <a:bodyPr/>
          <a:lstStyle/>
          <a:p>
            <a:pPr>
              <a:defRPr/>
            </a:pPr>
            <a:fld id="{8073E8E3-1CB7-473D-9DA1-003F49C9648F}" type="slidenum">
              <a:rPr lang="en-US" altLang="zh-CN" smtClean="0"/>
              <a:pPr>
                <a:defRPr/>
              </a:pPr>
              <a:t>22</a:t>
            </a:fld>
            <a:endParaRPr lang="en-US" altLang="zh-CN"/>
          </a:p>
        </p:txBody>
      </p:sp>
    </p:spTree>
    <p:extLst>
      <p:ext uri="{BB962C8B-B14F-4D97-AF65-F5344CB8AC3E}">
        <p14:creationId xmlns:p14="http://schemas.microsoft.com/office/powerpoint/2010/main" val="5648941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en-US" altLang="zh-CN" dirty="0"/>
              <a:t>F0</a:t>
            </a:r>
            <a:r>
              <a:rPr lang="en-US" altLang="zh-CN" baseline="0" dirty="0"/>
              <a:t> =(A</a:t>
            </a:r>
            <a:r>
              <a:rPr lang="zh-CN" altLang="en-US" baseline="0" dirty="0"/>
              <a:t>异或</a:t>
            </a:r>
            <a:r>
              <a:rPr lang="en-US" altLang="zh-CN" baseline="0" dirty="0"/>
              <a:t>BC)</a:t>
            </a:r>
          </a:p>
          <a:p>
            <a:r>
              <a:rPr lang="en-US" altLang="zh-CN" baseline="0" dirty="0"/>
              <a:t>F1 = B</a:t>
            </a:r>
            <a:r>
              <a:rPr lang="zh-CN" altLang="en-US" baseline="0" dirty="0"/>
              <a:t>异或</a:t>
            </a:r>
            <a:r>
              <a:rPr lang="en-US" altLang="zh-CN" baseline="0" dirty="0"/>
              <a:t>C</a:t>
            </a:r>
          </a:p>
          <a:p>
            <a:r>
              <a:rPr lang="en-US" altLang="zh-CN" baseline="0" dirty="0"/>
              <a:t>F2 = ~C</a:t>
            </a:r>
          </a:p>
          <a:p>
            <a:r>
              <a:rPr lang="zh-CN" altLang="en-US" baseline="0" dirty="0"/>
              <a:t>这个就是末尾每次都反号，第二位考虑进位，第一位都是</a:t>
            </a:r>
            <a:endParaRPr lang="en-US" altLang="zh-CN" baseline="0" dirty="0"/>
          </a:p>
          <a:p>
            <a:r>
              <a:rPr lang="en-US" altLang="zh-CN" baseline="0" dirty="0"/>
              <a:t>(F0F1F2) = (ABC) + 1</a:t>
            </a:r>
          </a:p>
          <a:p>
            <a:endParaRPr lang="zh-CN" altLang="en-US" dirty="0"/>
          </a:p>
        </p:txBody>
      </p:sp>
      <p:sp>
        <p:nvSpPr>
          <p:cNvPr id="4" name="灯片编号占位符 3"/>
          <p:cNvSpPr>
            <a:spLocks noGrp="1"/>
          </p:cNvSpPr>
          <p:nvPr>
            <p:ph type="sldNum" sz="quarter" idx="10"/>
          </p:nvPr>
        </p:nvSpPr>
        <p:spPr/>
        <p:txBody>
          <a:bodyPr/>
          <a:lstStyle/>
          <a:p>
            <a:pPr>
              <a:defRPr/>
            </a:pPr>
            <a:fld id="{8073E8E3-1CB7-473D-9DA1-003F49C9648F}" type="slidenum">
              <a:rPr lang="en-US" altLang="zh-CN" smtClean="0"/>
              <a:pPr>
                <a:defRPr/>
              </a:pPr>
              <a:t>23</a:t>
            </a:fld>
            <a:endParaRPr lang="en-US" altLang="zh-CN"/>
          </a:p>
        </p:txBody>
      </p:sp>
    </p:spTree>
    <p:extLst>
      <p:ext uri="{BB962C8B-B14F-4D97-AF65-F5344CB8AC3E}">
        <p14:creationId xmlns:p14="http://schemas.microsoft.com/office/powerpoint/2010/main" val="42547755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dirty="0">
                <a:solidFill>
                  <a:srgbClr val="C00000"/>
                </a:solidFill>
              </a:rPr>
              <a:t>(F</a:t>
            </a:r>
            <a:r>
              <a:rPr lang="en-US" altLang="zh-CN" sz="1200" baseline="-25000" dirty="0">
                <a:solidFill>
                  <a:srgbClr val="C00000"/>
                </a:solidFill>
              </a:rPr>
              <a:t>0</a:t>
            </a:r>
            <a:r>
              <a:rPr lang="en-US" altLang="zh-CN" sz="1200" dirty="0">
                <a:solidFill>
                  <a:srgbClr val="C00000"/>
                </a:solidFill>
              </a:rPr>
              <a:t>F</a:t>
            </a:r>
            <a:r>
              <a:rPr lang="en-US" altLang="zh-CN" sz="1200" baseline="-25000" dirty="0">
                <a:solidFill>
                  <a:srgbClr val="C00000"/>
                </a:solidFill>
              </a:rPr>
              <a:t>1</a:t>
            </a:r>
            <a:r>
              <a:rPr lang="en-US" altLang="zh-CN" sz="1200" dirty="0">
                <a:solidFill>
                  <a:srgbClr val="C00000"/>
                </a:solidFill>
              </a:rPr>
              <a:t>F</a:t>
            </a:r>
            <a:r>
              <a:rPr lang="en-US" altLang="zh-CN" sz="1200" baseline="-25000" dirty="0">
                <a:solidFill>
                  <a:srgbClr val="C00000"/>
                </a:solidFill>
              </a:rPr>
              <a:t>2</a:t>
            </a:r>
            <a:r>
              <a:rPr lang="en-US" altLang="zh-CN" sz="1200" dirty="0">
                <a:solidFill>
                  <a:srgbClr val="C00000"/>
                </a:solidFill>
              </a:rPr>
              <a:t>) = (ABC) + 1</a:t>
            </a:r>
          </a:p>
        </p:txBody>
      </p:sp>
      <p:sp>
        <p:nvSpPr>
          <p:cNvPr id="4" name="灯片编号占位符 3"/>
          <p:cNvSpPr>
            <a:spLocks noGrp="1"/>
          </p:cNvSpPr>
          <p:nvPr>
            <p:ph type="sldNum" sz="quarter" idx="10"/>
          </p:nvPr>
        </p:nvSpPr>
        <p:spPr/>
        <p:txBody>
          <a:bodyPr/>
          <a:lstStyle/>
          <a:p>
            <a:pPr>
              <a:defRPr/>
            </a:pPr>
            <a:fld id="{8073E8E3-1CB7-473D-9DA1-003F49C9648F}" type="slidenum">
              <a:rPr lang="en-US" altLang="zh-CN" smtClean="0"/>
              <a:pPr>
                <a:defRPr/>
              </a:pPr>
              <a:t>24</a:t>
            </a:fld>
            <a:endParaRPr lang="en-US" altLang="zh-CN"/>
          </a:p>
        </p:txBody>
      </p:sp>
    </p:spTree>
    <p:extLst>
      <p:ext uri="{BB962C8B-B14F-4D97-AF65-F5344CB8AC3E}">
        <p14:creationId xmlns:p14="http://schemas.microsoft.com/office/powerpoint/2010/main" val="31651523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en-US" altLang="zh-CN" dirty="0"/>
              <a:t>F0 = ~(~(AC)*(~(~C*B))) = AC + C’B</a:t>
            </a:r>
          </a:p>
          <a:p>
            <a:r>
              <a:rPr lang="en-US" altLang="zh-CN" dirty="0"/>
              <a:t>F1</a:t>
            </a:r>
            <a:r>
              <a:rPr lang="en-US" altLang="zh-CN" baseline="0" dirty="0"/>
              <a:t> = ~((~(C*~A))*(~(~C*B))) = A’C + C’B</a:t>
            </a:r>
          </a:p>
          <a:p>
            <a:r>
              <a:rPr lang="en-US" altLang="zh-CN" baseline="0" dirty="0"/>
              <a:t>F2 = ~(~(AB)*(A+B))  = A </a:t>
            </a:r>
            <a:r>
              <a:rPr lang="zh-CN" altLang="en-US" baseline="0" dirty="0"/>
              <a:t>同或 </a:t>
            </a:r>
            <a:r>
              <a:rPr lang="en-US" altLang="zh-CN" baseline="0" dirty="0"/>
              <a:t>B</a:t>
            </a:r>
          </a:p>
          <a:p>
            <a:r>
              <a:rPr lang="zh-CN" altLang="en-US" baseline="0" dirty="0"/>
              <a:t>实在看不出什么</a:t>
            </a:r>
            <a:endParaRPr lang="en-US" altLang="zh-CN" baseline="0" dirty="0"/>
          </a:p>
          <a:p>
            <a:r>
              <a:rPr lang="zh-CN" altLang="en-US" dirty="0"/>
              <a:t>格雷码递增编码器</a:t>
            </a:r>
          </a:p>
        </p:txBody>
      </p:sp>
      <p:sp>
        <p:nvSpPr>
          <p:cNvPr id="4" name="灯片编号占位符 3"/>
          <p:cNvSpPr>
            <a:spLocks noGrp="1"/>
          </p:cNvSpPr>
          <p:nvPr>
            <p:ph type="sldNum" sz="quarter" idx="10"/>
          </p:nvPr>
        </p:nvSpPr>
        <p:spPr/>
        <p:txBody>
          <a:bodyPr/>
          <a:lstStyle/>
          <a:p>
            <a:pPr>
              <a:defRPr/>
            </a:pPr>
            <a:fld id="{8073E8E3-1CB7-473D-9DA1-003F49C9648F}" type="slidenum">
              <a:rPr lang="en-US" altLang="zh-CN" smtClean="0"/>
              <a:pPr>
                <a:defRPr/>
              </a:pPr>
              <a:t>25</a:t>
            </a:fld>
            <a:endParaRPr lang="en-US" altLang="zh-CN" dirty="0"/>
          </a:p>
        </p:txBody>
      </p:sp>
    </p:spTree>
    <p:extLst>
      <p:ext uri="{BB962C8B-B14F-4D97-AF65-F5344CB8AC3E}">
        <p14:creationId xmlns:p14="http://schemas.microsoft.com/office/powerpoint/2010/main" val="40065176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en-US" altLang="zh-CN" dirty="0"/>
              <a:t>F0 = ~(~(AC)*(~(~C*B))) = AC + C’B</a:t>
            </a:r>
          </a:p>
          <a:p>
            <a:r>
              <a:rPr lang="en-US" altLang="zh-CN" dirty="0"/>
              <a:t>F1</a:t>
            </a:r>
            <a:r>
              <a:rPr lang="en-US" altLang="zh-CN" baseline="0" dirty="0"/>
              <a:t> = ~((~(C*~A))*(~(~C*B))) = A’C + C’B</a:t>
            </a:r>
          </a:p>
          <a:p>
            <a:r>
              <a:rPr lang="en-US" altLang="zh-CN" baseline="0" dirty="0"/>
              <a:t>F2 = ~(~(AB)*(A+B))  = A </a:t>
            </a:r>
            <a:r>
              <a:rPr lang="zh-CN" altLang="en-US" baseline="0" dirty="0"/>
              <a:t>同或 </a:t>
            </a:r>
            <a:r>
              <a:rPr lang="en-US" altLang="zh-CN" baseline="0" dirty="0"/>
              <a:t>B</a:t>
            </a:r>
          </a:p>
          <a:p>
            <a:r>
              <a:rPr lang="zh-CN" altLang="en-US" baseline="0" dirty="0"/>
              <a:t>实在看不出什么</a:t>
            </a:r>
            <a:endParaRPr lang="en-US" altLang="zh-CN" baseline="0" dirty="0"/>
          </a:p>
          <a:p>
            <a:r>
              <a:rPr lang="zh-CN" altLang="en-US" dirty="0"/>
              <a:t>格雷码递增编码器</a:t>
            </a:r>
          </a:p>
        </p:txBody>
      </p:sp>
      <p:sp>
        <p:nvSpPr>
          <p:cNvPr id="4" name="灯片编号占位符 3"/>
          <p:cNvSpPr>
            <a:spLocks noGrp="1"/>
          </p:cNvSpPr>
          <p:nvPr>
            <p:ph type="sldNum" sz="quarter" idx="10"/>
          </p:nvPr>
        </p:nvSpPr>
        <p:spPr/>
        <p:txBody>
          <a:bodyPr/>
          <a:lstStyle/>
          <a:p>
            <a:pPr>
              <a:defRPr/>
            </a:pPr>
            <a:fld id="{8073E8E3-1CB7-473D-9DA1-003F49C9648F}" type="slidenum">
              <a:rPr lang="en-US" altLang="zh-CN" smtClean="0"/>
              <a:pPr>
                <a:defRPr/>
              </a:pPr>
              <a:t>26</a:t>
            </a:fld>
            <a:endParaRPr lang="en-US" altLang="zh-CN" dirty="0"/>
          </a:p>
        </p:txBody>
      </p:sp>
    </p:spTree>
    <p:extLst>
      <p:ext uri="{BB962C8B-B14F-4D97-AF65-F5344CB8AC3E}">
        <p14:creationId xmlns:p14="http://schemas.microsoft.com/office/powerpoint/2010/main" val="26430672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讲过电路分析之后现在开始讲解电路设计。</a:t>
            </a:r>
            <a:endParaRPr lang="en-US" altLang="zh-CN" dirty="0"/>
          </a:p>
          <a:p>
            <a:r>
              <a:rPr lang="zh-CN" altLang="en-US" dirty="0"/>
              <a:t>电路设计的一半步骤是先抽象算法、在找出简化后的逻辑表达，最后确定电路逻辑结构，最后映射成为器件。</a:t>
            </a:r>
            <a:endParaRPr lang="en-US" altLang="zh-CN" dirty="0"/>
          </a:p>
          <a:p>
            <a:r>
              <a:rPr lang="zh-CN" altLang="en-US" dirty="0"/>
              <a:t>由高到低。</a:t>
            </a:r>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27</a:t>
            </a:fld>
            <a:endParaRPr lang="en-US" altLang="zh-CN"/>
          </a:p>
        </p:txBody>
      </p:sp>
    </p:spTree>
    <p:extLst>
      <p:ext uri="{BB962C8B-B14F-4D97-AF65-F5344CB8AC3E}">
        <p14:creationId xmlns:p14="http://schemas.microsoft.com/office/powerpoint/2010/main" val="23233407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这里是一个例子，比较两个 两比特数的大小。输出有三个信号</a:t>
            </a:r>
            <a:r>
              <a:rPr lang="en-US" altLang="zh-CN" dirty="0"/>
              <a:t>——</a:t>
            </a:r>
            <a:r>
              <a:rPr lang="zh-CN" altLang="en-US" dirty="0"/>
              <a:t>小于、等于、大于</a:t>
            </a:r>
          </a:p>
        </p:txBody>
      </p:sp>
      <p:sp>
        <p:nvSpPr>
          <p:cNvPr id="4" name="灯片编号占位符 3"/>
          <p:cNvSpPr>
            <a:spLocks noGrp="1"/>
          </p:cNvSpPr>
          <p:nvPr>
            <p:ph type="sldNum" sz="quarter" idx="10"/>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6143918E-A2CB-491E-8B36-A1C0952C99F6}" type="slidenum">
              <a:rPr kumimoji="0" lang="zh-CN" altLang="en-US" sz="1300" b="0" i="0" u="none" strike="noStrike" kern="1200" cap="none" spc="0" normalizeH="0" baseline="0" noProof="0" smtClean="0">
                <a:ln>
                  <a:noFill/>
                </a:ln>
                <a:solidFill>
                  <a:srgbClr val="000000"/>
                </a:solidFill>
                <a:effectLst/>
                <a:uLnTx/>
                <a:uFillTx/>
                <a:latin typeface="Arial" charset="0"/>
                <a:ea typeface="宋体" panose="02010600030101010101" pitchFamily="2"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28</a:t>
            </a:fld>
            <a:endParaRPr kumimoji="0" lang="en-US" altLang="zh-CN" sz="1300" b="0" i="0" u="none" strike="noStrike" kern="1200" cap="none" spc="0" normalizeH="0" baseline="0" noProof="0">
              <a:ln>
                <a:noFill/>
              </a:ln>
              <a:solidFill>
                <a:srgbClr val="000000"/>
              </a:solidFill>
              <a:effectLst/>
              <a:uLnTx/>
              <a:uFillTx/>
              <a:latin typeface="Arial" charset="0"/>
              <a:ea typeface="宋体" panose="02010600030101010101" pitchFamily="2" charset="-122"/>
              <a:cs typeface="+mn-cs"/>
            </a:endParaRPr>
          </a:p>
        </p:txBody>
      </p:sp>
    </p:spTree>
    <p:extLst>
      <p:ext uri="{BB962C8B-B14F-4D97-AF65-F5344CB8AC3E}">
        <p14:creationId xmlns:p14="http://schemas.microsoft.com/office/powerpoint/2010/main" val="27026018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先可以列出真值表，逻辑并不是特别清楚，所以需要逻辑化简。</a:t>
            </a:r>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29</a:t>
            </a:fld>
            <a:endParaRPr lang="en-US" altLang="zh-CN"/>
          </a:p>
        </p:txBody>
      </p:sp>
    </p:spTree>
    <p:extLst>
      <p:ext uri="{BB962C8B-B14F-4D97-AF65-F5344CB8AC3E}">
        <p14:creationId xmlns:p14="http://schemas.microsoft.com/office/powerpoint/2010/main" val="27231520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用上一讲讲过的卡诺图方法将逻辑化简</a:t>
            </a:r>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30</a:t>
            </a:fld>
            <a:endParaRPr lang="en-US" altLang="zh-CN"/>
          </a:p>
        </p:txBody>
      </p:sp>
    </p:spTree>
    <p:extLst>
      <p:ext uri="{BB962C8B-B14F-4D97-AF65-F5344CB8AC3E}">
        <p14:creationId xmlns:p14="http://schemas.microsoft.com/office/powerpoint/2010/main" val="34016590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可以得到化简过后的布尔表达式，之后可以通过不二表达式确定逻辑结构</a:t>
            </a:r>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31</a:t>
            </a:fld>
            <a:endParaRPr lang="en-US" altLang="zh-CN"/>
          </a:p>
        </p:txBody>
      </p:sp>
    </p:spTree>
    <p:extLst>
      <p:ext uri="{BB962C8B-B14F-4D97-AF65-F5344CB8AC3E}">
        <p14:creationId xmlns:p14="http://schemas.microsoft.com/office/powerpoint/2010/main" val="202504126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en-US" altLang="zh-CN" dirty="0"/>
              <a:t>1</a:t>
            </a:r>
            <a:r>
              <a:rPr lang="en-US" altLang="zh-CN" baseline="0" dirty="0"/>
              <a:t> </a:t>
            </a:r>
            <a:r>
              <a:rPr lang="zh-CN" altLang="en-US" baseline="0" dirty="0"/>
              <a:t>可以将两级与或逻辑变成更简单的异或的形式</a:t>
            </a:r>
            <a:endParaRPr lang="en-US" altLang="zh-CN" baseline="0" dirty="0"/>
          </a:p>
          <a:p>
            <a:r>
              <a:rPr lang="en-US" altLang="zh-CN" baseline="0" dirty="0"/>
              <a:t>2 </a:t>
            </a:r>
            <a:r>
              <a:rPr lang="zh-CN" altLang="en-US" baseline="0" dirty="0"/>
              <a:t>靓照逻辑电路结构等价</a:t>
            </a:r>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32</a:t>
            </a:fld>
            <a:endParaRPr lang="en-US" altLang="zh-CN"/>
          </a:p>
        </p:txBody>
      </p:sp>
    </p:spTree>
    <p:extLst>
      <p:ext uri="{BB962C8B-B14F-4D97-AF65-F5344CB8AC3E}">
        <p14:creationId xmlns:p14="http://schemas.microsoft.com/office/powerpoint/2010/main" val="42722400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找出中间结构可以让多个输出之间共用中间层次的某些计算。</a:t>
            </a:r>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34</a:t>
            </a:fld>
            <a:endParaRPr lang="en-US" altLang="zh-CN"/>
          </a:p>
        </p:txBody>
      </p:sp>
    </p:spTree>
    <p:extLst>
      <p:ext uri="{BB962C8B-B14F-4D97-AF65-F5344CB8AC3E}">
        <p14:creationId xmlns:p14="http://schemas.microsoft.com/office/powerpoint/2010/main" val="16761696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35</a:t>
            </a:fld>
            <a:endParaRPr lang="en-US" altLang="zh-CN"/>
          </a:p>
        </p:txBody>
      </p:sp>
    </p:spTree>
    <p:extLst>
      <p:ext uri="{BB962C8B-B14F-4D97-AF65-F5344CB8AC3E}">
        <p14:creationId xmlns:p14="http://schemas.microsoft.com/office/powerpoint/2010/main" val="308847516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根据工艺库提供的基本单元完成图的覆盖。</a:t>
            </a:r>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36</a:t>
            </a:fld>
            <a:endParaRPr lang="en-US" altLang="zh-CN"/>
          </a:p>
        </p:txBody>
      </p:sp>
    </p:spTree>
    <p:extLst>
      <p:ext uri="{BB962C8B-B14F-4D97-AF65-F5344CB8AC3E}">
        <p14:creationId xmlns:p14="http://schemas.microsoft.com/office/powerpoint/2010/main" val="17176369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37</a:t>
            </a:fld>
            <a:endParaRPr lang="en-US" altLang="zh-CN"/>
          </a:p>
        </p:txBody>
      </p:sp>
    </p:spTree>
    <p:extLst>
      <p:ext uri="{BB962C8B-B14F-4D97-AF65-F5344CB8AC3E}">
        <p14:creationId xmlns:p14="http://schemas.microsoft.com/office/powerpoint/2010/main" val="137131685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38</a:t>
            </a:fld>
            <a:endParaRPr lang="en-US" altLang="zh-CN" dirty="0"/>
          </a:p>
        </p:txBody>
      </p:sp>
    </p:spTree>
    <p:extLst>
      <p:ext uri="{BB962C8B-B14F-4D97-AF65-F5344CB8AC3E}">
        <p14:creationId xmlns:p14="http://schemas.microsoft.com/office/powerpoint/2010/main" val="25561768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还有可靠性等</a:t>
            </a:r>
          </a:p>
        </p:txBody>
      </p:sp>
      <p:sp>
        <p:nvSpPr>
          <p:cNvPr id="4" name="灯片编号占位符 3"/>
          <p:cNvSpPr>
            <a:spLocks noGrp="1"/>
          </p:cNvSpPr>
          <p:nvPr>
            <p:ph type="sldNum" sz="quarter" idx="10"/>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6143918E-A2CB-491E-8B36-A1C0952C99F6}" type="slidenum">
              <a:rPr kumimoji="0" lang="zh-CN" altLang="en-US" sz="1300" b="0" i="0" u="none" strike="noStrike" kern="1200" cap="none" spc="0" normalizeH="0" baseline="0" noProof="0" smtClean="0">
                <a:ln>
                  <a:noFill/>
                </a:ln>
                <a:solidFill>
                  <a:srgbClr val="000000"/>
                </a:solidFill>
                <a:effectLst/>
                <a:uLnTx/>
                <a:uFillTx/>
                <a:latin typeface="Arial" charset="0"/>
                <a:ea typeface="宋体" panose="02010600030101010101" pitchFamily="2"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39</a:t>
            </a:fld>
            <a:endParaRPr kumimoji="0" lang="en-US" altLang="zh-CN" sz="1300" b="0" i="0" u="none" strike="noStrike" kern="1200" cap="none" spc="0" normalizeH="0" baseline="0" noProof="0">
              <a:ln>
                <a:noFill/>
              </a:ln>
              <a:solidFill>
                <a:srgbClr val="000000"/>
              </a:solidFill>
              <a:effectLst/>
              <a:uLnTx/>
              <a:uFillTx/>
              <a:latin typeface="Arial" charset="0"/>
              <a:ea typeface="宋体" panose="02010600030101010101" pitchFamily="2" charset="-122"/>
              <a:cs typeface="+mn-cs"/>
            </a:endParaRPr>
          </a:p>
        </p:txBody>
      </p:sp>
    </p:spTree>
    <p:extLst>
      <p:ext uri="{BB962C8B-B14F-4D97-AF65-F5344CB8AC3E}">
        <p14:creationId xmlns:p14="http://schemas.microsoft.com/office/powerpoint/2010/main" val="245510098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en-US" altLang="zh-CN" dirty="0"/>
              <a:t>1</a:t>
            </a:r>
            <a:r>
              <a:rPr lang="zh-CN" altLang="en-US" dirty="0"/>
              <a:t>：输入高电平（</a:t>
            </a:r>
            <a:r>
              <a:rPr lang="en-US" altLang="zh-CN" dirty="0" err="1"/>
              <a:t>Vih</a:t>
            </a:r>
            <a:r>
              <a:rPr lang="zh-CN" altLang="en-US" dirty="0"/>
              <a:t>）：保证逻辑门的输入为高电平时所允许的最小输入高电平，当输入电平高于</a:t>
            </a:r>
            <a:r>
              <a:rPr lang="en-US" altLang="zh-CN" dirty="0" err="1"/>
              <a:t>Vih</a:t>
            </a:r>
            <a:r>
              <a:rPr lang="zh-CN" altLang="en-US" dirty="0"/>
              <a:t>时，则认为输入电平为高电平。</a:t>
            </a:r>
          </a:p>
          <a:p>
            <a:r>
              <a:rPr lang="en-US" altLang="zh-CN" dirty="0"/>
              <a:t>2</a:t>
            </a:r>
            <a:r>
              <a:rPr lang="zh-CN" altLang="en-US" dirty="0"/>
              <a:t>：输入低电平（</a:t>
            </a:r>
            <a:r>
              <a:rPr lang="en-US" altLang="zh-CN" dirty="0" err="1"/>
              <a:t>Vil</a:t>
            </a:r>
            <a:r>
              <a:rPr lang="zh-CN" altLang="en-US" dirty="0"/>
              <a:t>）：保证逻辑门的输入为低电平时所允许的最大输入低电平，当输入电平低于</a:t>
            </a:r>
            <a:r>
              <a:rPr lang="en-US" altLang="zh-CN" dirty="0" err="1"/>
              <a:t>Vil</a:t>
            </a:r>
            <a:r>
              <a:rPr lang="zh-CN" altLang="en-US" dirty="0"/>
              <a:t>时，则认为输入电平为低电平。</a:t>
            </a:r>
          </a:p>
          <a:p>
            <a:r>
              <a:rPr lang="en-US" altLang="zh-CN" dirty="0"/>
              <a:t>3</a:t>
            </a:r>
            <a:r>
              <a:rPr lang="zh-CN" altLang="en-US" dirty="0"/>
              <a:t>：输出高电平（</a:t>
            </a:r>
            <a:r>
              <a:rPr lang="en-US" altLang="zh-CN" dirty="0" err="1"/>
              <a:t>Voh</a:t>
            </a:r>
            <a:r>
              <a:rPr lang="zh-CN" altLang="en-US" dirty="0"/>
              <a:t>）：保证逻辑门的输出为高电平时的</a:t>
            </a:r>
            <a:r>
              <a:rPr lang="zh-CN" altLang="en-US" dirty="0">
                <a:hlinkClick r:id="rId3"/>
              </a:rPr>
              <a:t>输出电平</a:t>
            </a:r>
            <a:r>
              <a:rPr lang="zh-CN" altLang="en-US" dirty="0"/>
              <a:t>的最小值，逻辑门的输出为高电平时的电平值都必须大于此</a:t>
            </a:r>
            <a:r>
              <a:rPr lang="en-US" altLang="zh-CN" dirty="0" err="1"/>
              <a:t>Voh</a:t>
            </a:r>
            <a:r>
              <a:rPr lang="zh-CN" altLang="en-US" dirty="0"/>
              <a:t>。</a:t>
            </a:r>
          </a:p>
          <a:p>
            <a:r>
              <a:rPr lang="en-US" altLang="zh-CN" dirty="0"/>
              <a:t>4</a:t>
            </a:r>
            <a:r>
              <a:rPr lang="zh-CN" altLang="en-US" dirty="0"/>
              <a:t>：输出低电平（</a:t>
            </a:r>
            <a:r>
              <a:rPr lang="en-US" altLang="zh-CN" dirty="0"/>
              <a:t>Vol</a:t>
            </a:r>
            <a:r>
              <a:rPr lang="zh-CN" altLang="en-US" dirty="0"/>
              <a:t>）：保证逻辑门的输出为低电平时的输出电平的最大值，逻辑门的输出为低电平时的电平值都必须小于此</a:t>
            </a:r>
            <a:r>
              <a:rPr lang="en-US" altLang="zh-CN" dirty="0"/>
              <a:t>Vol</a:t>
            </a:r>
            <a:r>
              <a:rPr lang="zh-CN" altLang="en-US" dirty="0"/>
              <a:t>。</a:t>
            </a:r>
          </a:p>
          <a:p>
            <a:r>
              <a:rPr lang="en-US" altLang="zh-CN" dirty="0"/>
              <a:t>5</a:t>
            </a:r>
            <a:r>
              <a:rPr lang="zh-CN" altLang="en-US" dirty="0"/>
              <a:t>：阈值电平</a:t>
            </a:r>
            <a:r>
              <a:rPr lang="en-US" altLang="zh-CN" dirty="0"/>
              <a:t>(</a:t>
            </a:r>
            <a:r>
              <a:rPr lang="en-US" altLang="zh-CN" dirty="0" err="1"/>
              <a:t>Vt</a:t>
            </a:r>
            <a:r>
              <a:rPr lang="en-US" altLang="zh-CN" dirty="0"/>
              <a:t>)</a:t>
            </a:r>
            <a:r>
              <a:rPr lang="zh-CN" altLang="en-US" dirty="0"/>
              <a:t>：数字电路芯片都存在一个阈值电平，就是电路刚刚勉强能翻转动作时的电平。它是一个界于</a:t>
            </a:r>
            <a:r>
              <a:rPr lang="en-US" altLang="zh-CN" dirty="0" err="1"/>
              <a:t>Vil</a:t>
            </a:r>
            <a:r>
              <a:rPr lang="zh-CN" altLang="en-US" dirty="0"/>
              <a:t>、</a:t>
            </a:r>
            <a:r>
              <a:rPr lang="en-US" altLang="zh-CN" dirty="0" err="1"/>
              <a:t>Vih</a:t>
            </a:r>
            <a:r>
              <a:rPr lang="zh-CN" altLang="en-US" dirty="0"/>
              <a:t>之间的电压值，对于</a:t>
            </a:r>
            <a:r>
              <a:rPr lang="en-US" altLang="zh-CN" dirty="0"/>
              <a:t>CMOS</a:t>
            </a:r>
            <a:r>
              <a:rPr lang="zh-CN" altLang="en-US" dirty="0"/>
              <a:t>电路的阈值电平，基本上是二分之一的电源电压值，但要保证稳定的输出，则必须要求输入高电平</a:t>
            </a:r>
            <a:r>
              <a:rPr lang="en-US" altLang="zh-CN" dirty="0"/>
              <a:t>&gt; </a:t>
            </a:r>
            <a:r>
              <a:rPr lang="en-US" altLang="zh-CN" dirty="0" err="1"/>
              <a:t>Vih</a:t>
            </a:r>
            <a:r>
              <a:rPr lang="zh-CN" altLang="en-US" dirty="0"/>
              <a:t>，输入低电平 </a:t>
            </a:r>
            <a:r>
              <a:rPr lang="en-US" altLang="zh-CN" dirty="0"/>
              <a:t>&lt;</a:t>
            </a:r>
            <a:r>
              <a:rPr lang="en-US" altLang="zh-CN" dirty="0" err="1"/>
              <a:t>Vil</a:t>
            </a:r>
            <a:r>
              <a:rPr lang="zh-CN" altLang="en-US" dirty="0"/>
              <a:t>。</a:t>
            </a:r>
            <a:endParaRPr lang="en-US" altLang="zh-CN" dirty="0"/>
          </a:p>
          <a:p>
            <a:endParaRPr lang="en-US" altLang="zh-CN" dirty="0"/>
          </a:p>
          <a:p>
            <a:r>
              <a:rPr lang="zh-CN" altLang="en-US" dirty="0"/>
              <a:t>一般来说，</a:t>
            </a:r>
            <a:r>
              <a:rPr lang="en-US" altLang="zh-CN" dirty="0"/>
              <a:t>VIL VIH</a:t>
            </a:r>
            <a:r>
              <a:rPr lang="zh-CN" altLang="en-US" dirty="0"/>
              <a:t>的范围会比</a:t>
            </a:r>
            <a:r>
              <a:rPr lang="en-US" altLang="zh-CN" dirty="0"/>
              <a:t>VOL VOH</a:t>
            </a:r>
            <a:r>
              <a:rPr lang="zh-CN" altLang="en-US" dirty="0"/>
              <a:t>的范围扩大一些</a:t>
            </a:r>
          </a:p>
          <a:p>
            <a:endParaRPr lang="zh-CN" altLang="en-US" dirty="0"/>
          </a:p>
        </p:txBody>
      </p:sp>
      <p:sp>
        <p:nvSpPr>
          <p:cNvPr id="4" name="灯片编号占位符 3"/>
          <p:cNvSpPr>
            <a:spLocks noGrp="1"/>
          </p:cNvSpPr>
          <p:nvPr>
            <p:ph type="sldNum" sz="quarter" idx="10"/>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8073E8E3-1CB7-473D-9DA1-003F49C9648F}" type="slidenum">
              <a:rPr kumimoji="0" lang="en-US" altLang="zh-CN" sz="1300" b="0" i="0" u="none" strike="noStrike" kern="1200" cap="none" spc="0" normalizeH="0" baseline="0" noProof="0" smtClean="0">
                <a:ln>
                  <a:noFill/>
                </a:ln>
                <a:solidFill>
                  <a:srgbClr val="000000"/>
                </a:solidFill>
                <a:effectLst/>
                <a:uLnTx/>
                <a:uFillTx/>
                <a:latin typeface="Arial" charset="0"/>
                <a:ea typeface="宋体" panose="02010600030101010101" pitchFamily="2"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40</a:t>
            </a:fld>
            <a:endParaRPr kumimoji="0" lang="en-US" altLang="zh-CN" sz="1300" b="0" i="0" u="none" strike="noStrike" kern="1200" cap="none" spc="0" normalizeH="0" baseline="0" noProof="0">
              <a:ln>
                <a:noFill/>
              </a:ln>
              <a:solidFill>
                <a:srgbClr val="000000"/>
              </a:solidFill>
              <a:effectLst/>
              <a:uLnTx/>
              <a:uFillTx/>
              <a:latin typeface="Arial" charset="0"/>
              <a:ea typeface="宋体" panose="02010600030101010101" pitchFamily="2" charset="-122"/>
              <a:cs typeface="+mn-cs"/>
            </a:endParaRPr>
          </a:p>
        </p:txBody>
      </p:sp>
    </p:spTree>
    <p:extLst>
      <p:ext uri="{BB962C8B-B14F-4D97-AF65-F5344CB8AC3E}">
        <p14:creationId xmlns:p14="http://schemas.microsoft.com/office/powerpoint/2010/main" val="309444971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2188" y="768350"/>
            <a:ext cx="5114925" cy="3836988"/>
          </a:xfrm>
        </p:spPr>
      </p:sp>
      <p:sp>
        <p:nvSpPr>
          <p:cNvPr id="3" name="Notes Placeholder 2"/>
          <p:cNvSpPr>
            <a:spLocks noGrp="1"/>
          </p:cNvSpPr>
          <p:nvPr>
            <p:ph type="body" idx="1"/>
          </p:nvPr>
        </p:nvSpPr>
        <p:spPr/>
        <p:txBody>
          <a:bodyPr/>
          <a:lstStyle/>
          <a:p>
            <a:r>
              <a:rPr kumimoji="1" lang="zh-CN" altLang="en-US" dirty="0"/>
              <a:t>为什么数字电路稳定性好？需要简单了解噪声容限的概念</a:t>
            </a:r>
            <a:endParaRPr kumimoji="1" lang="en-US" altLang="zh-CN" dirty="0"/>
          </a:p>
          <a:p>
            <a:endParaRPr kumimoji="1" lang="en-US" altLang="zh-CN" dirty="0"/>
          </a:p>
          <a:p>
            <a:r>
              <a:rPr kumimoji="1" lang="zh-CN" altLang="en-US" dirty="0"/>
              <a:t>关于噪声容限的更多细节将在后续课程中介绍</a:t>
            </a:r>
          </a:p>
          <a:p>
            <a:endParaRPr lang="en-CN" dirty="0"/>
          </a:p>
        </p:txBody>
      </p:sp>
      <p:sp>
        <p:nvSpPr>
          <p:cNvPr id="4" name="Slide Number Placeholder 3"/>
          <p:cNvSpPr>
            <a:spLocks noGrp="1"/>
          </p:cNvSpPr>
          <p:nvPr>
            <p:ph type="sldNum" sz="quarter" idx="5"/>
          </p:nvPr>
        </p:nvSpPr>
        <p:spPr/>
        <p:txBody>
          <a:bodyPr/>
          <a:lstStyle/>
          <a:p>
            <a:pPr>
              <a:defRPr/>
            </a:pPr>
            <a:fld id="{6143918E-A2CB-491E-8B36-A1C0952C99F6}" type="slidenum">
              <a:rPr lang="zh-CN" altLang="en-US" smtClean="0"/>
              <a:pPr>
                <a:defRPr/>
              </a:pPr>
              <a:t>41</a:t>
            </a:fld>
            <a:endParaRPr lang="en-US" altLang="zh-CN"/>
          </a:p>
        </p:txBody>
      </p:sp>
    </p:spTree>
    <p:extLst>
      <p:ext uri="{BB962C8B-B14F-4D97-AF65-F5344CB8AC3E}">
        <p14:creationId xmlns:p14="http://schemas.microsoft.com/office/powerpoint/2010/main" val="135537817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对于逻辑门的速度有两种评价，一种是转换时间，一种是延迟</a:t>
            </a:r>
          </a:p>
        </p:txBody>
      </p:sp>
      <p:sp>
        <p:nvSpPr>
          <p:cNvPr id="4" name="灯片编号占位符 3"/>
          <p:cNvSpPr>
            <a:spLocks noGrp="1"/>
          </p:cNvSpPr>
          <p:nvPr>
            <p:ph type="sldNum" sz="quarter" idx="10"/>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6143918E-A2CB-491E-8B36-A1C0952C99F6}" type="slidenum">
              <a:rPr kumimoji="0" lang="zh-CN" altLang="en-US" sz="1300" b="0" i="0" u="none" strike="noStrike" kern="1200" cap="none" spc="0" normalizeH="0" baseline="0" noProof="0" smtClean="0">
                <a:ln>
                  <a:noFill/>
                </a:ln>
                <a:solidFill>
                  <a:srgbClr val="000000"/>
                </a:solidFill>
                <a:effectLst/>
                <a:uLnTx/>
                <a:uFillTx/>
                <a:latin typeface="Arial" charset="0"/>
                <a:ea typeface="宋体" panose="02010600030101010101" pitchFamily="2"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42</a:t>
            </a:fld>
            <a:endParaRPr kumimoji="0" lang="en-US" altLang="zh-CN" sz="1300" b="0" i="0" u="none" strike="noStrike" kern="1200" cap="none" spc="0" normalizeH="0" baseline="0" noProof="0">
              <a:ln>
                <a:noFill/>
              </a:ln>
              <a:solidFill>
                <a:srgbClr val="000000"/>
              </a:solidFill>
              <a:effectLst/>
              <a:uLnTx/>
              <a:uFillTx/>
              <a:latin typeface="Arial" charset="0"/>
              <a:ea typeface="宋体" panose="02010600030101010101" pitchFamily="2" charset="-122"/>
              <a:cs typeface="+mn-cs"/>
            </a:endParaRPr>
          </a:p>
        </p:txBody>
      </p:sp>
    </p:spTree>
    <p:extLst>
      <p:ext uri="{BB962C8B-B14F-4D97-AF65-F5344CB8AC3E}">
        <p14:creationId xmlns:p14="http://schemas.microsoft.com/office/powerpoint/2010/main" val="146958712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注意与转化时间（上升时间、下降时间）比较。</a:t>
            </a:r>
            <a:endParaRPr lang="en-US" altLang="zh-CN" dirty="0"/>
          </a:p>
          <a:p>
            <a:r>
              <a:rPr lang="zh-CN" altLang="en-US" dirty="0"/>
              <a:t>延时指的是两个信号（输入和输出）之间的比较。转换时间指的是一个单一信号的变化快慢</a:t>
            </a:r>
          </a:p>
        </p:txBody>
      </p:sp>
      <p:sp>
        <p:nvSpPr>
          <p:cNvPr id="4" name="灯片编号占位符 3"/>
          <p:cNvSpPr>
            <a:spLocks noGrp="1"/>
          </p:cNvSpPr>
          <p:nvPr>
            <p:ph type="sldNum" sz="quarter" idx="10"/>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6143918E-A2CB-491E-8B36-A1C0952C99F6}" type="slidenum">
              <a:rPr kumimoji="0" lang="zh-CN" altLang="en-US" sz="1300" b="0" i="0" u="none" strike="noStrike" kern="1200" cap="none" spc="0" normalizeH="0" baseline="0" noProof="0" smtClean="0">
                <a:ln>
                  <a:noFill/>
                </a:ln>
                <a:solidFill>
                  <a:srgbClr val="000000"/>
                </a:solidFill>
                <a:effectLst/>
                <a:uLnTx/>
                <a:uFillTx/>
                <a:latin typeface="Arial" charset="0"/>
                <a:ea typeface="宋体" panose="02010600030101010101" pitchFamily="2"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43</a:t>
            </a:fld>
            <a:endParaRPr kumimoji="0" lang="en-US" altLang="zh-CN" sz="1300" b="0" i="0" u="none" strike="noStrike" kern="1200" cap="none" spc="0" normalizeH="0" baseline="0" noProof="0">
              <a:ln>
                <a:noFill/>
              </a:ln>
              <a:solidFill>
                <a:srgbClr val="000000"/>
              </a:solidFill>
              <a:effectLst/>
              <a:uLnTx/>
              <a:uFillTx/>
              <a:latin typeface="Arial" charset="0"/>
              <a:ea typeface="宋体" panose="02010600030101010101" pitchFamily="2" charset="-122"/>
              <a:cs typeface="+mn-cs"/>
            </a:endParaRPr>
          </a:p>
        </p:txBody>
      </p:sp>
    </p:spTree>
    <p:extLst>
      <p:ext uri="{BB962C8B-B14F-4D97-AF65-F5344CB8AC3E}">
        <p14:creationId xmlns:p14="http://schemas.microsoft.com/office/powerpoint/2010/main" val="348786381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扇出表示的就是一个逻辑门最多最多能驱动后级输入端的个数。</a:t>
            </a:r>
            <a:endParaRPr lang="en-US" altLang="zh-CN" dirty="0"/>
          </a:p>
          <a:p>
            <a:r>
              <a:rPr lang="zh-CN" altLang="en-US" dirty="0"/>
              <a:t>在实际电路中，一个输出能驱动的后级电路数目是有限的。</a:t>
            </a:r>
          </a:p>
        </p:txBody>
      </p:sp>
      <p:sp>
        <p:nvSpPr>
          <p:cNvPr id="4" name="灯片编号占位符 3"/>
          <p:cNvSpPr>
            <a:spLocks noGrp="1"/>
          </p:cNvSpPr>
          <p:nvPr>
            <p:ph type="sldNum" sz="quarter" idx="10"/>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6143918E-A2CB-491E-8B36-A1C0952C99F6}" type="slidenum">
              <a:rPr kumimoji="0" lang="zh-CN" altLang="en-US" sz="1300" b="0" i="0" u="none" strike="noStrike" kern="1200" cap="none" spc="0" normalizeH="0" baseline="0" noProof="0" smtClean="0">
                <a:ln>
                  <a:noFill/>
                </a:ln>
                <a:solidFill>
                  <a:srgbClr val="000000"/>
                </a:solidFill>
                <a:effectLst/>
                <a:uLnTx/>
                <a:uFillTx/>
                <a:latin typeface="Arial" charset="0"/>
                <a:ea typeface="宋体" panose="02010600030101010101" pitchFamily="2"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44</a:t>
            </a:fld>
            <a:endParaRPr kumimoji="0" lang="en-US" altLang="zh-CN" sz="1300" b="0" i="0" u="none" strike="noStrike" kern="1200" cap="none" spc="0" normalizeH="0" baseline="0" noProof="0">
              <a:ln>
                <a:noFill/>
              </a:ln>
              <a:solidFill>
                <a:srgbClr val="000000"/>
              </a:solidFill>
              <a:effectLst/>
              <a:uLnTx/>
              <a:uFillTx/>
              <a:latin typeface="Arial" charset="0"/>
              <a:ea typeface="宋体" panose="02010600030101010101" pitchFamily="2" charset="-122"/>
              <a:cs typeface="+mn-cs"/>
            </a:endParaRPr>
          </a:p>
        </p:txBody>
      </p:sp>
    </p:spTree>
    <p:extLst>
      <p:ext uri="{BB962C8B-B14F-4D97-AF65-F5344CB8AC3E}">
        <p14:creationId xmlns:p14="http://schemas.microsoft.com/office/powerpoint/2010/main" val="8227928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6143918E-A2CB-491E-8B36-A1C0952C99F6}" type="slidenum">
              <a:rPr kumimoji="0" lang="zh-CN" altLang="en-US" sz="1300" b="0" i="0" u="none" strike="noStrike" kern="1200" cap="none" spc="0" normalizeH="0" baseline="0" noProof="0" smtClean="0">
                <a:ln>
                  <a:noFill/>
                </a:ln>
                <a:solidFill>
                  <a:srgbClr val="000000"/>
                </a:solidFill>
                <a:effectLst/>
                <a:uLnTx/>
                <a:uFillTx/>
                <a:latin typeface="Arial" charset="0"/>
                <a:ea typeface="宋体" panose="02010600030101010101" pitchFamily="2"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45</a:t>
            </a:fld>
            <a:endParaRPr kumimoji="0" lang="en-US" altLang="zh-CN" sz="1300" b="0" i="0" u="none" strike="noStrike" kern="1200" cap="none" spc="0" normalizeH="0" baseline="0" noProof="0">
              <a:ln>
                <a:noFill/>
              </a:ln>
              <a:solidFill>
                <a:srgbClr val="000000"/>
              </a:solidFill>
              <a:effectLst/>
              <a:uLnTx/>
              <a:uFillTx/>
              <a:latin typeface="Arial" charset="0"/>
              <a:ea typeface="宋体" panose="02010600030101010101" pitchFamily="2" charset="-122"/>
              <a:cs typeface="+mn-cs"/>
            </a:endParaRPr>
          </a:p>
        </p:txBody>
      </p:sp>
    </p:spTree>
    <p:extLst>
      <p:ext uri="{BB962C8B-B14F-4D97-AF65-F5344CB8AC3E}">
        <p14:creationId xmlns:p14="http://schemas.microsoft.com/office/powerpoint/2010/main" val="323581553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en-US" altLang="zh-CN" dirty="0"/>
              <a:t>CMOS</a:t>
            </a:r>
            <a:r>
              <a:rPr lang="zh-CN" altLang="en-US" dirty="0"/>
              <a:t>功耗分为动态和静态，静态功耗主要指的是漏电流产生的功耗。</a:t>
            </a:r>
            <a:endParaRPr lang="en-US" altLang="zh-CN" dirty="0"/>
          </a:p>
          <a:p>
            <a:r>
              <a:rPr lang="zh-CN" altLang="en-US" dirty="0"/>
              <a:t>动态功耗就是开关的时候产生的功耗</a:t>
            </a:r>
          </a:p>
        </p:txBody>
      </p:sp>
      <p:sp>
        <p:nvSpPr>
          <p:cNvPr id="4" name="灯片编号占位符 3"/>
          <p:cNvSpPr>
            <a:spLocks noGrp="1"/>
          </p:cNvSpPr>
          <p:nvPr>
            <p:ph type="sldNum" sz="quarter" idx="10"/>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6143918E-A2CB-491E-8B36-A1C0952C99F6}" type="slidenum">
              <a:rPr kumimoji="0" lang="zh-CN" altLang="en-US" sz="1300" b="0" i="0" u="none" strike="noStrike" kern="1200" cap="none" spc="0" normalizeH="0" baseline="0" noProof="0" smtClean="0">
                <a:ln>
                  <a:noFill/>
                </a:ln>
                <a:solidFill>
                  <a:srgbClr val="000000"/>
                </a:solidFill>
                <a:effectLst/>
                <a:uLnTx/>
                <a:uFillTx/>
                <a:latin typeface="Arial" charset="0"/>
                <a:ea typeface="宋体" panose="02010600030101010101" pitchFamily="2"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46</a:t>
            </a:fld>
            <a:endParaRPr kumimoji="0" lang="en-US" altLang="zh-CN" sz="1300" b="0" i="0" u="none" strike="noStrike" kern="1200" cap="none" spc="0" normalizeH="0" baseline="0" noProof="0">
              <a:ln>
                <a:noFill/>
              </a:ln>
              <a:solidFill>
                <a:srgbClr val="000000"/>
              </a:solidFill>
              <a:effectLst/>
              <a:uLnTx/>
              <a:uFillTx/>
              <a:latin typeface="Arial" charset="0"/>
              <a:ea typeface="宋体" panose="02010600030101010101" pitchFamily="2" charset="-122"/>
              <a:cs typeface="+mn-cs"/>
            </a:endParaRPr>
          </a:p>
        </p:txBody>
      </p:sp>
    </p:spTree>
    <p:extLst>
      <p:ext uri="{BB962C8B-B14F-4D97-AF65-F5344CB8AC3E}">
        <p14:creationId xmlns:p14="http://schemas.microsoft.com/office/powerpoint/2010/main" val="303701216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en-US" altLang="zh-CN" dirty="0"/>
              <a:t>CMOS</a:t>
            </a:r>
            <a:r>
              <a:rPr lang="zh-CN" altLang="en-US" dirty="0"/>
              <a:t>功耗分为动态和静态，静态功耗主要指的是漏电流产生的功耗。</a:t>
            </a:r>
            <a:endParaRPr lang="en-US" altLang="zh-CN" dirty="0"/>
          </a:p>
          <a:p>
            <a:r>
              <a:rPr lang="zh-CN" altLang="en-US" dirty="0"/>
              <a:t>动态功耗就是开关的时候产生的功耗</a:t>
            </a:r>
          </a:p>
        </p:txBody>
      </p:sp>
      <p:sp>
        <p:nvSpPr>
          <p:cNvPr id="4" name="灯片编号占位符 3"/>
          <p:cNvSpPr>
            <a:spLocks noGrp="1"/>
          </p:cNvSpPr>
          <p:nvPr>
            <p:ph type="sldNum" sz="quarter" idx="10"/>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6143918E-A2CB-491E-8B36-A1C0952C99F6}" type="slidenum">
              <a:rPr kumimoji="0" lang="zh-CN" altLang="en-US" sz="1300" b="0" i="0" u="none" strike="noStrike" kern="1200" cap="none" spc="0" normalizeH="0" baseline="0" noProof="0" smtClean="0">
                <a:ln>
                  <a:noFill/>
                </a:ln>
                <a:solidFill>
                  <a:srgbClr val="000000"/>
                </a:solidFill>
                <a:effectLst/>
                <a:uLnTx/>
                <a:uFillTx/>
                <a:latin typeface="Arial" charset="0"/>
                <a:ea typeface="宋体" panose="02010600030101010101" pitchFamily="2"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47</a:t>
            </a:fld>
            <a:endParaRPr kumimoji="0" lang="en-US" altLang="zh-CN" sz="1300" b="0" i="0" u="none" strike="noStrike" kern="1200" cap="none" spc="0" normalizeH="0" baseline="0" noProof="0">
              <a:ln>
                <a:noFill/>
              </a:ln>
              <a:solidFill>
                <a:srgbClr val="000000"/>
              </a:solidFill>
              <a:effectLst/>
              <a:uLnTx/>
              <a:uFillTx/>
              <a:latin typeface="Arial" charset="0"/>
              <a:ea typeface="宋体" panose="02010600030101010101" pitchFamily="2" charset="-122"/>
              <a:cs typeface="+mn-cs"/>
            </a:endParaRPr>
          </a:p>
        </p:txBody>
      </p:sp>
    </p:spTree>
    <p:extLst>
      <p:ext uri="{BB962C8B-B14F-4D97-AF65-F5344CB8AC3E}">
        <p14:creationId xmlns:p14="http://schemas.microsoft.com/office/powerpoint/2010/main" val="414779953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这里是一个例子，看到电路存在延迟的情况下，产生毛刺</a:t>
            </a:r>
          </a:p>
        </p:txBody>
      </p:sp>
      <p:sp>
        <p:nvSpPr>
          <p:cNvPr id="4" name="灯片编号占位符 3"/>
          <p:cNvSpPr>
            <a:spLocks noGrp="1"/>
          </p:cNvSpPr>
          <p:nvPr>
            <p:ph type="sldNum" sz="quarter" idx="10"/>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6143918E-A2CB-491E-8B36-A1C0952C99F6}" type="slidenum">
              <a:rPr kumimoji="0" lang="zh-CN" altLang="en-US" sz="1300" b="0" i="0" u="none" strike="noStrike" kern="1200" cap="none" spc="0" normalizeH="0" baseline="0" noProof="0" smtClean="0">
                <a:ln>
                  <a:noFill/>
                </a:ln>
                <a:solidFill>
                  <a:srgbClr val="000000"/>
                </a:solidFill>
                <a:effectLst/>
                <a:uLnTx/>
                <a:uFillTx/>
                <a:latin typeface="Arial" charset="0"/>
                <a:ea typeface="宋体" panose="02010600030101010101" pitchFamily="2"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48</a:t>
            </a:fld>
            <a:endParaRPr kumimoji="0" lang="en-US" altLang="zh-CN" sz="1300" b="0" i="0" u="none" strike="noStrike" kern="1200" cap="none" spc="0" normalizeH="0" baseline="0" noProof="0">
              <a:ln>
                <a:noFill/>
              </a:ln>
              <a:solidFill>
                <a:srgbClr val="000000"/>
              </a:solidFill>
              <a:effectLst/>
              <a:uLnTx/>
              <a:uFillTx/>
              <a:latin typeface="Arial" charset="0"/>
              <a:ea typeface="宋体" panose="02010600030101010101" pitchFamily="2" charset="-122"/>
              <a:cs typeface="+mn-cs"/>
            </a:endParaRPr>
          </a:p>
        </p:txBody>
      </p:sp>
    </p:spTree>
    <p:extLst>
      <p:ext uri="{BB962C8B-B14F-4D97-AF65-F5344CB8AC3E}">
        <p14:creationId xmlns:p14="http://schemas.microsoft.com/office/powerpoint/2010/main" val="43055494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sz="1200" b="0" i="0" u="none" strike="noStrike" kern="1200" dirty="0">
                <a:solidFill>
                  <a:schemeClr val="tx1"/>
                </a:solidFill>
                <a:effectLst/>
                <a:latin typeface="Arial" charset="0"/>
                <a:ea typeface="+mn-ea"/>
                <a:cs typeface="+mn-cs"/>
              </a:rPr>
              <a:t>竞争：输入信号</a:t>
            </a:r>
            <a:r>
              <a:rPr lang="zh-CN" altLang="en-US" sz="1200" b="1" i="0" u="none" strike="noStrike" kern="1200" dirty="0">
                <a:solidFill>
                  <a:schemeClr val="tx1"/>
                </a:solidFill>
                <a:effectLst/>
                <a:latin typeface="Arial" charset="0"/>
                <a:ea typeface="+mn-ea"/>
                <a:cs typeface="+mn-cs"/>
              </a:rPr>
              <a:t>向相反方向驱动逻辑门输出</a:t>
            </a:r>
            <a:r>
              <a:rPr lang="zh-CN" altLang="en-US" sz="1200" b="0" i="0" u="none" strike="noStrike" kern="1200" dirty="0">
                <a:solidFill>
                  <a:schemeClr val="tx1"/>
                </a:solidFill>
                <a:effectLst/>
                <a:latin typeface="Arial" charset="0"/>
                <a:ea typeface="+mn-ea"/>
                <a:cs typeface="+mn-cs"/>
              </a:rPr>
              <a:t>的现象，称为竞争，可能产生</a:t>
            </a:r>
            <a:r>
              <a:rPr lang="zh-CN" altLang="en-US" sz="1200" b="1" i="0" u="none" strike="noStrike" kern="1200" dirty="0">
                <a:solidFill>
                  <a:schemeClr val="tx1"/>
                </a:solidFill>
                <a:effectLst/>
                <a:latin typeface="Arial" charset="0"/>
                <a:ea typeface="+mn-ea"/>
                <a:cs typeface="+mn-cs"/>
              </a:rPr>
              <a:t>短暂输出波动</a:t>
            </a:r>
            <a:r>
              <a:rPr lang="zh-CN" altLang="en-US" sz="1200" b="0" i="0" u="none" strike="noStrike" kern="1200" dirty="0">
                <a:solidFill>
                  <a:schemeClr val="tx1"/>
                </a:solidFill>
                <a:effectLst/>
                <a:latin typeface="Arial" charset="0"/>
                <a:ea typeface="+mn-ea"/>
                <a:cs typeface="+mn-cs"/>
              </a:rPr>
              <a:t>的</a:t>
            </a:r>
            <a:r>
              <a:rPr lang="zh-CN" altLang="en-US" sz="1200" b="1" i="0" u="none" strike="noStrike" kern="1200" dirty="0">
                <a:solidFill>
                  <a:schemeClr val="tx1"/>
                </a:solidFill>
                <a:effectLst/>
                <a:latin typeface="Arial" charset="0"/>
                <a:ea typeface="+mn-ea"/>
                <a:cs typeface="+mn-cs"/>
              </a:rPr>
              <a:t>毛刺</a:t>
            </a:r>
            <a:r>
              <a:rPr lang="zh-CN" altLang="en-US" sz="1200" b="0" i="0" u="none" strike="noStrike" kern="1200" dirty="0">
                <a:solidFill>
                  <a:schemeClr val="tx1"/>
                </a:solidFill>
                <a:effectLst/>
                <a:latin typeface="Arial" charset="0"/>
                <a:ea typeface="+mn-ea"/>
                <a:cs typeface="+mn-cs"/>
              </a:rPr>
              <a:t>现象，称为冒险。原因：输入驱动能力和速度</a:t>
            </a:r>
            <a:r>
              <a:rPr lang="zh-CN" altLang="en-US" sz="1200" b="1" i="0" u="none" strike="noStrike" kern="1200" dirty="0">
                <a:solidFill>
                  <a:schemeClr val="tx1"/>
                </a:solidFill>
                <a:effectLst/>
                <a:latin typeface="Arial" charset="0"/>
                <a:ea typeface="+mn-ea"/>
                <a:cs typeface="+mn-cs"/>
              </a:rPr>
              <a:t>有差别，方向相反</a:t>
            </a:r>
            <a:r>
              <a:rPr lang="zh-CN" altLang="en-US" sz="1200" b="0" i="0" u="none" strike="noStrike" kern="1200" dirty="0">
                <a:solidFill>
                  <a:schemeClr val="tx1"/>
                </a:solidFill>
                <a:effectLst/>
                <a:latin typeface="Arial" charset="0"/>
                <a:ea typeface="+mn-ea"/>
                <a:cs typeface="+mn-cs"/>
              </a:rPr>
              <a:t>。</a:t>
            </a:r>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49</a:t>
            </a:fld>
            <a:endParaRPr lang="en-US" altLang="zh-CN"/>
          </a:p>
        </p:txBody>
      </p:sp>
    </p:spTree>
    <p:extLst>
      <p:ext uri="{BB962C8B-B14F-4D97-AF65-F5344CB8AC3E}">
        <p14:creationId xmlns:p14="http://schemas.microsoft.com/office/powerpoint/2010/main" val="294682454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消除静态冒险的方法：</a:t>
            </a:r>
            <a:r>
              <a:rPr lang="zh-CN" altLang="en-US" sz="1200" dirty="0">
                <a:solidFill>
                  <a:schemeClr val="tx1"/>
                </a:solidFill>
              </a:rPr>
              <a:t>输入初始值和最终值能被同一个本原蕴含项覆盖，则不会出现毛刺</a:t>
            </a:r>
            <a:endParaRPr lang="en-US" altLang="zh-CN" sz="1200" dirty="0">
              <a:solidFill>
                <a:schemeClr val="tx1"/>
              </a:solidFill>
            </a:endParaRPr>
          </a:p>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51</a:t>
            </a:fld>
            <a:endParaRPr lang="en-US" altLang="zh-CN"/>
          </a:p>
        </p:txBody>
      </p:sp>
    </p:spTree>
    <p:extLst>
      <p:ext uri="{BB962C8B-B14F-4D97-AF65-F5344CB8AC3E}">
        <p14:creationId xmlns:p14="http://schemas.microsoft.com/office/powerpoint/2010/main" val="424827976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增加冗余的蕴含项可以消除冒险</a:t>
            </a:r>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52</a:t>
            </a:fld>
            <a:endParaRPr lang="en-US" altLang="zh-CN"/>
          </a:p>
        </p:txBody>
      </p:sp>
    </p:spTree>
    <p:extLst>
      <p:ext uri="{BB962C8B-B14F-4D97-AF65-F5344CB8AC3E}">
        <p14:creationId xmlns:p14="http://schemas.microsoft.com/office/powerpoint/2010/main" val="292033235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利用采样脉冲可以让中间状态毛刺在有效输出时间段之外</a:t>
            </a:r>
            <a:endParaRPr lang="en-US" altLang="zh-CN" dirty="0"/>
          </a:p>
          <a:p>
            <a:r>
              <a:rPr lang="zh-CN" altLang="en-US" dirty="0"/>
              <a:t>采样脉冲在</a:t>
            </a:r>
            <a:r>
              <a:rPr lang="en-US" altLang="zh-CN" dirty="0"/>
              <a:t>D</a:t>
            </a:r>
            <a:r>
              <a:rPr lang="zh-CN" altLang="en-US" dirty="0"/>
              <a:t>稳定期间进行采样。</a:t>
            </a:r>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53</a:t>
            </a:fld>
            <a:endParaRPr lang="en-US" altLang="zh-CN"/>
          </a:p>
        </p:txBody>
      </p:sp>
    </p:spTree>
    <p:extLst>
      <p:ext uri="{BB962C8B-B14F-4D97-AF65-F5344CB8AC3E}">
        <p14:creationId xmlns:p14="http://schemas.microsoft.com/office/powerpoint/2010/main" val="46023959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本章首先介绍了布尔代数在电路上的实现方法，其中重点是</a:t>
            </a:r>
            <a:r>
              <a:rPr lang="en-US" altLang="zh-CN" dirty="0"/>
              <a:t>CMOS</a:t>
            </a:r>
            <a:r>
              <a:rPr lang="zh-CN" altLang="en-US" dirty="0"/>
              <a:t>电路。同时介绍了传输门电路和开漏电路</a:t>
            </a:r>
            <a:endParaRPr lang="en-US" altLang="zh-CN" dirty="0"/>
          </a:p>
          <a:p>
            <a:endParaRPr lang="en-US" altLang="zh-CN" dirty="0"/>
          </a:p>
          <a:p>
            <a:r>
              <a:rPr lang="zh-CN" altLang="en-US" dirty="0"/>
              <a:t>之后介绍了组合逻辑的分析和设计的一半套路</a:t>
            </a:r>
            <a:endParaRPr lang="en-US" altLang="zh-CN" dirty="0"/>
          </a:p>
          <a:p>
            <a:r>
              <a:rPr lang="zh-CN" altLang="en-US" dirty="0"/>
              <a:t>围绕真值表和卡诺图，简化逻辑之后画出逻辑电路。</a:t>
            </a:r>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55</a:t>
            </a:fld>
            <a:endParaRPr lang="en-US" altLang="zh-CN"/>
          </a:p>
        </p:txBody>
      </p:sp>
    </p:spTree>
    <p:extLst>
      <p:ext uri="{BB962C8B-B14F-4D97-AF65-F5344CB8AC3E}">
        <p14:creationId xmlns:p14="http://schemas.microsoft.com/office/powerpoint/2010/main" val="179598075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56</a:t>
            </a:fld>
            <a:endParaRPr lang="en-US" altLang="zh-CN" dirty="0"/>
          </a:p>
        </p:txBody>
      </p:sp>
    </p:spTree>
    <p:extLst>
      <p:ext uri="{BB962C8B-B14F-4D97-AF65-F5344CB8AC3E}">
        <p14:creationId xmlns:p14="http://schemas.microsoft.com/office/powerpoint/2010/main" val="173911824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下面讲解几个实例，来体会一下组合电路的设计</a:t>
            </a:r>
          </a:p>
        </p:txBody>
      </p:sp>
      <p:sp>
        <p:nvSpPr>
          <p:cNvPr id="4" name="灯片编号占位符 3"/>
          <p:cNvSpPr>
            <a:spLocks noGrp="1"/>
          </p:cNvSpPr>
          <p:nvPr>
            <p:ph type="sldNum" sz="quarter" idx="10"/>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6143918E-A2CB-491E-8B36-A1C0952C99F6}" type="slidenum">
              <a:rPr kumimoji="0" lang="zh-CN" altLang="en-US" sz="1300" b="0" i="0" u="none" strike="noStrike" kern="1200" cap="none" spc="0" normalizeH="0" baseline="0" noProof="0" smtClean="0">
                <a:ln>
                  <a:noFill/>
                </a:ln>
                <a:solidFill>
                  <a:srgbClr val="000000"/>
                </a:solidFill>
                <a:effectLst/>
                <a:uLnTx/>
                <a:uFillTx/>
                <a:latin typeface="Arial" charset="0"/>
                <a:ea typeface="宋体" panose="02010600030101010101" pitchFamily="2"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57</a:t>
            </a:fld>
            <a:endParaRPr kumimoji="0" lang="en-US" altLang="zh-CN" sz="1300" b="0" i="0" u="none" strike="noStrike" kern="1200" cap="none" spc="0" normalizeH="0" baseline="0" noProof="0">
              <a:ln>
                <a:noFill/>
              </a:ln>
              <a:solidFill>
                <a:srgbClr val="000000"/>
              </a:solidFill>
              <a:effectLst/>
              <a:uLnTx/>
              <a:uFillTx/>
              <a:latin typeface="Arial" charset="0"/>
              <a:ea typeface="宋体" panose="02010600030101010101" pitchFamily="2" charset="-122"/>
              <a:cs typeface="+mn-cs"/>
            </a:endParaRPr>
          </a:p>
        </p:txBody>
      </p:sp>
    </p:spTree>
    <p:extLst>
      <p:ext uri="{BB962C8B-B14F-4D97-AF65-F5344CB8AC3E}">
        <p14:creationId xmlns:p14="http://schemas.microsoft.com/office/powerpoint/2010/main" val="130408762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第一个是编码器（译码器）的设计</a:t>
            </a:r>
          </a:p>
        </p:txBody>
      </p:sp>
      <p:sp>
        <p:nvSpPr>
          <p:cNvPr id="4" name="灯片编号占位符 3"/>
          <p:cNvSpPr>
            <a:spLocks noGrp="1"/>
          </p:cNvSpPr>
          <p:nvPr>
            <p:ph type="sldNum" sz="quarter" idx="10"/>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6143918E-A2CB-491E-8B36-A1C0952C99F6}" type="slidenum">
              <a:rPr kumimoji="0" lang="zh-CN" altLang="en-US" sz="1300" b="0" i="0" u="none" strike="noStrike" kern="1200" cap="none" spc="0" normalizeH="0" baseline="0" noProof="0" smtClean="0">
                <a:ln>
                  <a:noFill/>
                </a:ln>
                <a:solidFill>
                  <a:srgbClr val="000000"/>
                </a:solidFill>
                <a:effectLst/>
                <a:uLnTx/>
                <a:uFillTx/>
                <a:latin typeface="Arial" charset="0"/>
                <a:ea typeface="宋体" panose="02010600030101010101" pitchFamily="2"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58</a:t>
            </a:fld>
            <a:endParaRPr kumimoji="0" lang="en-US" altLang="zh-CN" sz="1300" b="0" i="0" u="none" strike="noStrike" kern="1200" cap="none" spc="0" normalizeH="0" baseline="0" noProof="0">
              <a:ln>
                <a:noFill/>
              </a:ln>
              <a:solidFill>
                <a:srgbClr val="000000"/>
              </a:solidFill>
              <a:effectLst/>
              <a:uLnTx/>
              <a:uFillTx/>
              <a:latin typeface="Arial" charset="0"/>
              <a:ea typeface="宋体" panose="02010600030101010101" pitchFamily="2" charset="-122"/>
              <a:cs typeface="+mn-cs"/>
            </a:endParaRPr>
          </a:p>
        </p:txBody>
      </p:sp>
    </p:spTree>
    <p:extLst>
      <p:ext uri="{BB962C8B-B14F-4D97-AF65-F5344CB8AC3E}">
        <p14:creationId xmlns:p14="http://schemas.microsoft.com/office/powerpoint/2010/main" val="276574387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algn="l"/>
            <a:r>
              <a:rPr lang="en-US" altLang="zh-CN" sz="1200" dirty="0">
                <a:solidFill>
                  <a:schemeClr val="tx1"/>
                </a:solidFill>
                <a:latin typeface="楷体_GB2312" pitchFamily="49" charset="-122"/>
              </a:rPr>
              <a:t>1</a:t>
            </a:r>
            <a:r>
              <a:rPr lang="zh-CN" altLang="en-US" sz="1200" dirty="0">
                <a:solidFill>
                  <a:schemeClr val="tx1"/>
                </a:solidFill>
                <a:latin typeface="楷体_GB2312" pitchFamily="49" charset="-122"/>
              </a:rPr>
              <a:t>将</a:t>
            </a:r>
            <a:r>
              <a:rPr lang="en-US" altLang="zh-CN" sz="1200" dirty="0">
                <a:solidFill>
                  <a:schemeClr val="tx1"/>
                </a:solidFill>
                <a:latin typeface="楷体_GB2312" pitchFamily="49" charset="-122"/>
              </a:rPr>
              <a:t>4</a:t>
            </a:r>
            <a:r>
              <a:rPr lang="zh-CN" altLang="en-US" sz="1200" dirty="0">
                <a:solidFill>
                  <a:schemeClr val="tx1"/>
                </a:solidFill>
                <a:latin typeface="楷体_GB2312" pitchFamily="49" charset="-122"/>
              </a:rPr>
              <a:t>个抢答器的输出信号编码为二进制代码</a:t>
            </a:r>
            <a:endParaRPr lang="en-US" altLang="zh-CN" sz="1200" dirty="0">
              <a:solidFill>
                <a:schemeClr val="tx1"/>
              </a:solidFill>
              <a:latin typeface="楷体_GB2312" pitchFamily="49" charset="-122"/>
            </a:endParaRPr>
          </a:p>
          <a:p>
            <a:pPr algn="l"/>
            <a:r>
              <a:rPr lang="zh-CN" altLang="en-US" sz="1200" dirty="0">
                <a:solidFill>
                  <a:schemeClr val="tx1"/>
                </a:solidFill>
                <a:latin typeface="楷体_GB2312" pitchFamily="49" charset="-122"/>
              </a:rPr>
              <a:t>抢答器按下，用</a:t>
            </a:r>
            <a:r>
              <a:rPr lang="en-US" altLang="zh-CN" sz="1200" dirty="0">
                <a:solidFill>
                  <a:schemeClr val="tx1"/>
                </a:solidFill>
                <a:latin typeface="楷体_GB2312" pitchFamily="49" charset="-122"/>
              </a:rPr>
              <a:t>1</a:t>
            </a:r>
            <a:r>
              <a:rPr lang="zh-CN" altLang="en-US" sz="1200" dirty="0">
                <a:solidFill>
                  <a:schemeClr val="tx1"/>
                </a:solidFill>
                <a:latin typeface="楷体_GB2312" pitchFamily="49" charset="-122"/>
              </a:rPr>
              <a:t>表示；抢答器未按下，用</a:t>
            </a:r>
            <a:r>
              <a:rPr lang="en-US" altLang="zh-CN" sz="1200" dirty="0">
                <a:solidFill>
                  <a:schemeClr val="tx1"/>
                </a:solidFill>
                <a:latin typeface="楷体_GB2312" pitchFamily="49" charset="-122"/>
              </a:rPr>
              <a:t>0</a:t>
            </a:r>
            <a:r>
              <a:rPr lang="zh-CN" altLang="en-US" sz="1200" dirty="0">
                <a:solidFill>
                  <a:schemeClr val="tx1"/>
                </a:solidFill>
                <a:latin typeface="楷体_GB2312" pitchFamily="49" charset="-122"/>
              </a:rPr>
              <a:t>表示</a:t>
            </a:r>
          </a:p>
          <a:p>
            <a:r>
              <a:rPr lang="zh-CN" altLang="en-US" dirty="0"/>
              <a:t>他们真值表如图。</a:t>
            </a:r>
            <a:endParaRPr lang="en-US" altLang="zh-CN" dirty="0"/>
          </a:p>
          <a:p>
            <a:r>
              <a:rPr lang="en-US" altLang="zh-CN" dirty="0"/>
              <a:t>2</a:t>
            </a:r>
            <a:r>
              <a:rPr lang="en-US" altLang="zh-CN" baseline="0" dirty="0"/>
              <a:t> </a:t>
            </a:r>
            <a:r>
              <a:rPr lang="zh-CN" altLang="en-US" baseline="0" dirty="0"/>
              <a:t>用上节课讲的逻辑化简知识可以很容易得到右图所示的电路</a:t>
            </a:r>
            <a:endParaRPr lang="en-US" altLang="zh-CN" dirty="0"/>
          </a:p>
        </p:txBody>
      </p:sp>
      <p:sp>
        <p:nvSpPr>
          <p:cNvPr id="4" name="灯片编号占位符 3"/>
          <p:cNvSpPr>
            <a:spLocks noGrp="1"/>
          </p:cNvSpPr>
          <p:nvPr>
            <p:ph type="sldNum" sz="quarter" idx="10"/>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6143918E-A2CB-491E-8B36-A1C0952C99F6}" type="slidenum">
              <a:rPr kumimoji="0" lang="zh-CN" altLang="en-US" sz="1300" b="0" i="0" u="none" strike="noStrike" kern="1200" cap="none" spc="0" normalizeH="0" baseline="0" noProof="0" smtClean="0">
                <a:ln>
                  <a:noFill/>
                </a:ln>
                <a:solidFill>
                  <a:srgbClr val="000000"/>
                </a:solidFill>
                <a:effectLst/>
                <a:uLnTx/>
                <a:uFillTx/>
                <a:latin typeface="Arial" charset="0"/>
                <a:ea typeface="宋体" panose="02010600030101010101" pitchFamily="2"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59</a:t>
            </a:fld>
            <a:endParaRPr kumimoji="0" lang="en-US" altLang="zh-CN" sz="1300" b="0" i="0" u="none" strike="noStrike" kern="1200" cap="none" spc="0" normalizeH="0" baseline="0" noProof="0">
              <a:ln>
                <a:noFill/>
              </a:ln>
              <a:solidFill>
                <a:srgbClr val="000000"/>
              </a:solidFill>
              <a:effectLst/>
              <a:uLnTx/>
              <a:uFillTx/>
              <a:latin typeface="Arial" charset="0"/>
              <a:ea typeface="宋体" panose="02010600030101010101" pitchFamily="2" charset="-122"/>
              <a:cs typeface="+mn-cs"/>
            </a:endParaRPr>
          </a:p>
        </p:txBody>
      </p:sp>
    </p:spTree>
    <p:extLst>
      <p:ext uri="{BB962C8B-B14F-4D97-AF65-F5344CB8AC3E}">
        <p14:creationId xmlns:p14="http://schemas.microsoft.com/office/powerpoint/2010/main" val="107662240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这样的设计是否存在问题。</a:t>
            </a:r>
            <a:endParaRPr lang="en-US" altLang="zh-CN" dirty="0"/>
          </a:p>
          <a:p>
            <a:r>
              <a:rPr lang="zh-CN" altLang="en-US" dirty="0"/>
              <a:t>如果</a:t>
            </a:r>
            <a:r>
              <a:rPr lang="en-US" altLang="zh-CN" dirty="0"/>
              <a:t>4</a:t>
            </a:r>
            <a:r>
              <a:rPr lang="zh-CN" altLang="en-US" dirty="0"/>
              <a:t>个抢答器中有不止一个同时按下怎么办？</a:t>
            </a:r>
            <a:endParaRPr lang="en-US" altLang="zh-CN" dirty="0"/>
          </a:p>
          <a:p>
            <a:r>
              <a:rPr lang="zh-CN" altLang="en-US" dirty="0"/>
              <a:t>那就设计到一个优先级的问题</a:t>
            </a:r>
            <a:endParaRPr lang="en-US" altLang="zh-CN" dirty="0"/>
          </a:p>
        </p:txBody>
      </p:sp>
      <p:sp>
        <p:nvSpPr>
          <p:cNvPr id="4" name="灯片编号占位符 3"/>
          <p:cNvSpPr>
            <a:spLocks noGrp="1"/>
          </p:cNvSpPr>
          <p:nvPr>
            <p:ph type="sldNum" sz="quarter" idx="10"/>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6143918E-A2CB-491E-8B36-A1C0952C99F6}" type="slidenum">
              <a:rPr kumimoji="0" lang="zh-CN" altLang="en-US" sz="1300" b="0" i="0" u="none" strike="noStrike" kern="1200" cap="none" spc="0" normalizeH="0" baseline="0" noProof="0" smtClean="0">
                <a:ln>
                  <a:noFill/>
                </a:ln>
                <a:solidFill>
                  <a:srgbClr val="000000"/>
                </a:solidFill>
                <a:effectLst/>
                <a:uLnTx/>
                <a:uFillTx/>
                <a:latin typeface="Arial" charset="0"/>
                <a:ea typeface="宋体" panose="02010600030101010101" pitchFamily="2"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60</a:t>
            </a:fld>
            <a:endParaRPr kumimoji="0" lang="en-US" altLang="zh-CN" sz="1300" b="0" i="0" u="none" strike="noStrike" kern="1200" cap="none" spc="0" normalizeH="0" baseline="0" noProof="0">
              <a:ln>
                <a:noFill/>
              </a:ln>
              <a:solidFill>
                <a:srgbClr val="000000"/>
              </a:solidFill>
              <a:effectLst/>
              <a:uLnTx/>
              <a:uFillTx/>
              <a:latin typeface="Arial" charset="0"/>
              <a:ea typeface="宋体" panose="02010600030101010101" pitchFamily="2" charset="-122"/>
              <a:cs typeface="+mn-cs"/>
            </a:endParaRPr>
          </a:p>
        </p:txBody>
      </p:sp>
    </p:spTree>
    <p:extLst>
      <p:ext uri="{BB962C8B-B14F-4D97-AF65-F5344CB8AC3E}">
        <p14:creationId xmlns:p14="http://schemas.microsoft.com/office/powerpoint/2010/main" val="11695997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译码就是编码的逆过程</a:t>
            </a:r>
          </a:p>
        </p:txBody>
      </p:sp>
      <p:sp>
        <p:nvSpPr>
          <p:cNvPr id="4" name="灯片编号占位符 3"/>
          <p:cNvSpPr>
            <a:spLocks noGrp="1"/>
          </p:cNvSpPr>
          <p:nvPr>
            <p:ph type="sldNum" sz="quarter" idx="10"/>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6143918E-A2CB-491E-8B36-A1C0952C99F6}" type="slidenum">
              <a:rPr kumimoji="0" lang="zh-CN" altLang="en-US" sz="1300" b="0" i="0" u="none" strike="noStrike" kern="1200" cap="none" spc="0" normalizeH="0" baseline="0" noProof="0" smtClean="0">
                <a:ln>
                  <a:noFill/>
                </a:ln>
                <a:solidFill>
                  <a:srgbClr val="000000"/>
                </a:solidFill>
                <a:effectLst/>
                <a:uLnTx/>
                <a:uFillTx/>
                <a:latin typeface="Arial" charset="0"/>
                <a:ea typeface="宋体" panose="02010600030101010101" pitchFamily="2"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61</a:t>
            </a:fld>
            <a:endParaRPr kumimoji="0" lang="en-US" altLang="zh-CN" sz="1300" b="0" i="0" u="none" strike="noStrike" kern="1200" cap="none" spc="0" normalizeH="0" baseline="0" noProof="0">
              <a:ln>
                <a:noFill/>
              </a:ln>
              <a:solidFill>
                <a:srgbClr val="000000"/>
              </a:solidFill>
              <a:effectLst/>
              <a:uLnTx/>
              <a:uFillTx/>
              <a:latin typeface="Arial" charset="0"/>
              <a:ea typeface="宋体" panose="02010600030101010101" pitchFamily="2" charset="-122"/>
              <a:cs typeface="+mn-cs"/>
            </a:endParaRPr>
          </a:p>
        </p:txBody>
      </p:sp>
    </p:spTree>
    <p:extLst>
      <p:ext uri="{BB962C8B-B14F-4D97-AF65-F5344CB8AC3E}">
        <p14:creationId xmlns:p14="http://schemas.microsoft.com/office/powerpoint/2010/main" val="40441654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译码的输入比输出少，</a:t>
            </a:r>
            <a:r>
              <a:rPr lang="en-US" altLang="zh-CN" dirty="0"/>
              <a:t>n </a:t>
            </a:r>
            <a:r>
              <a:rPr lang="zh-CN" altLang="en-US" dirty="0"/>
              <a:t>输入 </a:t>
            </a:r>
            <a:r>
              <a:rPr lang="en-US" altLang="zh-CN" dirty="0"/>
              <a:t>2^n </a:t>
            </a:r>
            <a:r>
              <a:rPr lang="zh-CN" altLang="en-US" dirty="0"/>
              <a:t>输出</a:t>
            </a:r>
          </a:p>
        </p:txBody>
      </p:sp>
      <p:sp>
        <p:nvSpPr>
          <p:cNvPr id="4" name="灯片编号占位符 3"/>
          <p:cNvSpPr>
            <a:spLocks noGrp="1"/>
          </p:cNvSpPr>
          <p:nvPr>
            <p:ph type="sldNum" sz="quarter" idx="10"/>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6143918E-A2CB-491E-8B36-A1C0952C99F6}" type="slidenum">
              <a:rPr kumimoji="0" lang="zh-CN" altLang="en-US" sz="1300" b="0" i="0" u="none" strike="noStrike" kern="1200" cap="none" spc="0" normalizeH="0" baseline="0" noProof="0" smtClean="0">
                <a:ln>
                  <a:noFill/>
                </a:ln>
                <a:solidFill>
                  <a:srgbClr val="000000"/>
                </a:solidFill>
                <a:effectLst/>
                <a:uLnTx/>
                <a:uFillTx/>
                <a:latin typeface="Arial" charset="0"/>
                <a:ea typeface="宋体" panose="02010600030101010101" pitchFamily="2"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62</a:t>
            </a:fld>
            <a:endParaRPr kumimoji="0" lang="en-US" altLang="zh-CN" sz="1300" b="0" i="0" u="none" strike="noStrike" kern="1200" cap="none" spc="0" normalizeH="0" baseline="0" noProof="0">
              <a:ln>
                <a:noFill/>
              </a:ln>
              <a:solidFill>
                <a:srgbClr val="000000"/>
              </a:solidFill>
              <a:effectLst/>
              <a:uLnTx/>
              <a:uFillTx/>
              <a:latin typeface="Arial" charset="0"/>
              <a:ea typeface="宋体" panose="02010600030101010101" pitchFamily="2" charset="-122"/>
              <a:cs typeface="+mn-cs"/>
            </a:endParaRPr>
          </a:p>
        </p:txBody>
      </p:sp>
    </p:spTree>
    <p:extLst>
      <p:ext uri="{BB962C8B-B14F-4D97-AF65-F5344CB8AC3E}">
        <p14:creationId xmlns:p14="http://schemas.microsoft.com/office/powerpoint/2010/main" val="397261851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根据 功能可以列真值表</a:t>
            </a:r>
          </a:p>
        </p:txBody>
      </p:sp>
      <p:sp>
        <p:nvSpPr>
          <p:cNvPr id="4" name="灯片编号占位符 3"/>
          <p:cNvSpPr>
            <a:spLocks noGrp="1"/>
          </p:cNvSpPr>
          <p:nvPr>
            <p:ph type="sldNum" sz="quarter" idx="10"/>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6143918E-A2CB-491E-8B36-A1C0952C99F6}" type="slidenum">
              <a:rPr kumimoji="0" lang="zh-CN" altLang="en-US" sz="1300" b="0" i="0" u="none" strike="noStrike" kern="1200" cap="none" spc="0" normalizeH="0" baseline="0" noProof="0" smtClean="0">
                <a:ln>
                  <a:noFill/>
                </a:ln>
                <a:solidFill>
                  <a:srgbClr val="000000"/>
                </a:solidFill>
                <a:effectLst/>
                <a:uLnTx/>
                <a:uFillTx/>
                <a:latin typeface="Arial" charset="0"/>
                <a:ea typeface="宋体" panose="02010600030101010101" pitchFamily="2"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63</a:t>
            </a:fld>
            <a:endParaRPr kumimoji="0" lang="en-US" altLang="zh-CN" sz="1300" b="0" i="0" u="none" strike="noStrike" kern="1200" cap="none" spc="0" normalizeH="0" baseline="0" noProof="0">
              <a:ln>
                <a:noFill/>
              </a:ln>
              <a:solidFill>
                <a:srgbClr val="000000"/>
              </a:solidFill>
              <a:effectLst/>
              <a:uLnTx/>
              <a:uFillTx/>
              <a:latin typeface="Arial" charset="0"/>
              <a:ea typeface="宋体" panose="02010600030101010101" pitchFamily="2" charset="-122"/>
              <a:cs typeface="+mn-cs"/>
            </a:endParaRPr>
          </a:p>
        </p:txBody>
      </p:sp>
    </p:spTree>
    <p:extLst>
      <p:ext uri="{BB962C8B-B14F-4D97-AF65-F5344CB8AC3E}">
        <p14:creationId xmlns:p14="http://schemas.microsoft.com/office/powerpoint/2010/main" val="72132383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然后就可以设计出电路了</a:t>
            </a:r>
          </a:p>
        </p:txBody>
      </p:sp>
      <p:sp>
        <p:nvSpPr>
          <p:cNvPr id="4" name="灯片编号占位符 3"/>
          <p:cNvSpPr>
            <a:spLocks noGrp="1"/>
          </p:cNvSpPr>
          <p:nvPr>
            <p:ph type="sldNum" sz="quarter" idx="10"/>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6143918E-A2CB-491E-8B36-A1C0952C99F6}" type="slidenum">
              <a:rPr kumimoji="0" lang="zh-CN" altLang="en-US" sz="1300" b="0" i="0" u="none" strike="noStrike" kern="1200" cap="none" spc="0" normalizeH="0" baseline="0" noProof="0" smtClean="0">
                <a:ln>
                  <a:noFill/>
                </a:ln>
                <a:solidFill>
                  <a:srgbClr val="000000"/>
                </a:solidFill>
                <a:effectLst/>
                <a:uLnTx/>
                <a:uFillTx/>
                <a:latin typeface="Arial" charset="0"/>
                <a:ea typeface="宋体" panose="02010600030101010101" pitchFamily="2"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64</a:t>
            </a:fld>
            <a:endParaRPr kumimoji="0" lang="en-US" altLang="zh-CN" sz="1300" b="0" i="0" u="none" strike="noStrike" kern="1200" cap="none" spc="0" normalizeH="0" baseline="0" noProof="0">
              <a:ln>
                <a:noFill/>
              </a:ln>
              <a:solidFill>
                <a:srgbClr val="000000"/>
              </a:solidFill>
              <a:effectLst/>
              <a:uLnTx/>
              <a:uFillTx/>
              <a:latin typeface="Arial" charset="0"/>
              <a:ea typeface="宋体" panose="02010600030101010101" pitchFamily="2" charset="-122"/>
              <a:cs typeface="+mn-cs"/>
            </a:endParaRPr>
          </a:p>
        </p:txBody>
      </p:sp>
    </p:spTree>
    <p:extLst>
      <p:ext uri="{BB962C8B-B14F-4D97-AF65-F5344CB8AC3E}">
        <p14:creationId xmlns:p14="http://schemas.microsoft.com/office/powerpoint/2010/main" val="354458676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译码器的一个典型应用就是处理器中寻址。</a:t>
            </a:r>
            <a:endParaRPr lang="en-US" altLang="zh-CN" dirty="0"/>
          </a:p>
          <a:p>
            <a:endParaRPr lang="en-US" altLang="zh-CN"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65</a:t>
            </a:fld>
            <a:endParaRPr lang="en-US" altLang="zh-CN"/>
          </a:p>
        </p:txBody>
      </p:sp>
    </p:spTree>
    <p:extLst>
      <p:ext uri="{BB962C8B-B14F-4D97-AF65-F5344CB8AC3E}">
        <p14:creationId xmlns:p14="http://schemas.microsoft.com/office/powerpoint/2010/main" val="176290258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多路选择器有 </a:t>
            </a:r>
            <a:r>
              <a:rPr lang="en-US" altLang="zh-CN" dirty="0"/>
              <a:t>2^n </a:t>
            </a:r>
            <a:r>
              <a:rPr lang="zh-CN" altLang="en-US" dirty="0"/>
              <a:t>个数据输入，</a:t>
            </a:r>
            <a:r>
              <a:rPr lang="en-US" altLang="zh-CN" dirty="0"/>
              <a:t>n</a:t>
            </a:r>
            <a:r>
              <a:rPr lang="zh-CN" altLang="en-US" dirty="0"/>
              <a:t>个选择输入，一个数据输出、</a:t>
            </a:r>
          </a:p>
        </p:txBody>
      </p:sp>
      <p:sp>
        <p:nvSpPr>
          <p:cNvPr id="4" name="灯片编号占位符 3"/>
          <p:cNvSpPr>
            <a:spLocks noGrp="1"/>
          </p:cNvSpPr>
          <p:nvPr>
            <p:ph type="sldNum" sz="quarter" idx="10"/>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6143918E-A2CB-491E-8B36-A1C0952C99F6}" type="slidenum">
              <a:rPr kumimoji="0" lang="zh-CN" altLang="en-US" sz="1300" b="0" i="0" u="none" strike="noStrike" kern="1200" cap="none" spc="0" normalizeH="0" baseline="0" noProof="0" smtClean="0">
                <a:ln>
                  <a:noFill/>
                </a:ln>
                <a:solidFill>
                  <a:srgbClr val="000000"/>
                </a:solidFill>
                <a:effectLst/>
                <a:uLnTx/>
                <a:uFillTx/>
                <a:latin typeface="Arial" charset="0"/>
                <a:ea typeface="宋体" panose="02010600030101010101" pitchFamily="2"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66</a:t>
            </a:fld>
            <a:endParaRPr kumimoji="0" lang="en-US" altLang="zh-CN" sz="1300" b="0" i="0" u="none" strike="noStrike" kern="1200" cap="none" spc="0" normalizeH="0" baseline="0" noProof="0">
              <a:ln>
                <a:noFill/>
              </a:ln>
              <a:solidFill>
                <a:srgbClr val="000000"/>
              </a:solidFill>
              <a:effectLst/>
              <a:uLnTx/>
              <a:uFillTx/>
              <a:latin typeface="Arial" charset="0"/>
              <a:ea typeface="宋体" panose="02010600030101010101" pitchFamily="2" charset="-122"/>
              <a:cs typeface="+mn-cs"/>
            </a:endParaRPr>
          </a:p>
        </p:txBody>
      </p:sp>
    </p:spTree>
    <p:extLst>
      <p:ext uri="{BB962C8B-B14F-4D97-AF65-F5344CB8AC3E}">
        <p14:creationId xmlns:p14="http://schemas.microsoft.com/office/powerpoint/2010/main" val="76567682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设计电路照例先列出真值表</a:t>
            </a:r>
          </a:p>
        </p:txBody>
      </p:sp>
      <p:sp>
        <p:nvSpPr>
          <p:cNvPr id="4" name="灯片编号占位符 3"/>
          <p:cNvSpPr>
            <a:spLocks noGrp="1"/>
          </p:cNvSpPr>
          <p:nvPr>
            <p:ph type="sldNum" sz="quarter" idx="10"/>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6143918E-A2CB-491E-8B36-A1C0952C99F6}" type="slidenum">
              <a:rPr kumimoji="0" lang="zh-CN" altLang="en-US" sz="1300" b="0" i="0" u="none" strike="noStrike" kern="1200" cap="none" spc="0" normalizeH="0" baseline="0" noProof="0" smtClean="0">
                <a:ln>
                  <a:noFill/>
                </a:ln>
                <a:solidFill>
                  <a:srgbClr val="000000"/>
                </a:solidFill>
                <a:effectLst/>
                <a:uLnTx/>
                <a:uFillTx/>
                <a:latin typeface="Arial" charset="0"/>
                <a:ea typeface="宋体" panose="02010600030101010101" pitchFamily="2"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67</a:t>
            </a:fld>
            <a:endParaRPr kumimoji="0" lang="en-US" altLang="zh-CN" sz="1300" b="0" i="0" u="none" strike="noStrike" kern="1200" cap="none" spc="0" normalizeH="0" baseline="0" noProof="0">
              <a:ln>
                <a:noFill/>
              </a:ln>
              <a:solidFill>
                <a:srgbClr val="000000"/>
              </a:solidFill>
              <a:effectLst/>
              <a:uLnTx/>
              <a:uFillTx/>
              <a:latin typeface="Arial" charset="0"/>
              <a:ea typeface="宋体" panose="02010600030101010101" pitchFamily="2" charset="-122"/>
              <a:cs typeface="+mn-cs"/>
            </a:endParaRPr>
          </a:p>
        </p:txBody>
      </p:sp>
    </p:spTree>
    <p:extLst>
      <p:ext uri="{BB962C8B-B14F-4D97-AF65-F5344CB8AC3E}">
        <p14:creationId xmlns:p14="http://schemas.microsoft.com/office/powerpoint/2010/main" val="43785517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于是可以得到电路结构。</a:t>
            </a:r>
          </a:p>
        </p:txBody>
      </p:sp>
      <p:sp>
        <p:nvSpPr>
          <p:cNvPr id="4" name="灯片编号占位符 3"/>
          <p:cNvSpPr>
            <a:spLocks noGrp="1"/>
          </p:cNvSpPr>
          <p:nvPr>
            <p:ph type="sldNum" sz="quarter" idx="10"/>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6143918E-A2CB-491E-8B36-A1C0952C99F6}" type="slidenum">
              <a:rPr kumimoji="0" lang="zh-CN" altLang="en-US" sz="1300" b="0" i="0" u="none" strike="noStrike" kern="1200" cap="none" spc="0" normalizeH="0" baseline="0" noProof="0" smtClean="0">
                <a:ln>
                  <a:noFill/>
                </a:ln>
                <a:solidFill>
                  <a:srgbClr val="000000"/>
                </a:solidFill>
                <a:effectLst/>
                <a:uLnTx/>
                <a:uFillTx/>
                <a:latin typeface="Arial" charset="0"/>
                <a:ea typeface="宋体" panose="02010600030101010101" pitchFamily="2"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68</a:t>
            </a:fld>
            <a:endParaRPr kumimoji="0" lang="en-US" altLang="zh-CN" sz="1300" b="0" i="0" u="none" strike="noStrike" kern="1200" cap="none" spc="0" normalizeH="0" baseline="0" noProof="0">
              <a:ln>
                <a:noFill/>
              </a:ln>
              <a:solidFill>
                <a:srgbClr val="000000"/>
              </a:solidFill>
              <a:effectLst/>
              <a:uLnTx/>
              <a:uFillTx/>
              <a:latin typeface="Arial" charset="0"/>
              <a:ea typeface="宋体" panose="02010600030101010101" pitchFamily="2" charset="-122"/>
              <a:cs typeface="+mn-cs"/>
            </a:endParaRPr>
          </a:p>
        </p:txBody>
      </p:sp>
    </p:spTree>
    <p:extLst>
      <p:ext uri="{BB962C8B-B14F-4D97-AF65-F5344CB8AC3E}">
        <p14:creationId xmlns:p14="http://schemas.microsoft.com/office/powerpoint/2010/main" val="256965220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使用</a:t>
            </a:r>
            <a:r>
              <a:rPr lang="en-US" altLang="zh-CN" dirty="0"/>
              <a:t>2:1</a:t>
            </a:r>
            <a:r>
              <a:rPr lang="zh-CN" altLang="en-US" dirty="0"/>
              <a:t>选择器可以构成移位器</a:t>
            </a:r>
            <a:endParaRPr lang="en-US" altLang="zh-CN" dirty="0"/>
          </a:p>
          <a:p>
            <a:r>
              <a:rPr lang="zh-CN" altLang="en-US" dirty="0"/>
              <a:t>最高位需要补</a:t>
            </a:r>
            <a:r>
              <a:rPr lang="en-US" altLang="zh-CN" dirty="0"/>
              <a:t>0</a:t>
            </a:r>
            <a:r>
              <a:rPr lang="zh-CN" altLang="en-US" dirty="0"/>
              <a:t>，即红线的连接处都是</a:t>
            </a:r>
            <a:r>
              <a:rPr lang="en-US" altLang="zh-CN" dirty="0"/>
              <a:t>0,</a:t>
            </a:r>
            <a:r>
              <a:rPr lang="zh-CN" altLang="en-US" dirty="0"/>
              <a:t>。</a:t>
            </a:r>
            <a:endParaRPr lang="en-US" altLang="zh-CN" dirty="0"/>
          </a:p>
          <a:p>
            <a:r>
              <a:rPr lang="en-US" altLang="zh-CN" dirty="0"/>
              <a:t>32</a:t>
            </a:r>
            <a:r>
              <a:rPr lang="zh-CN" altLang="en-US" dirty="0"/>
              <a:t>位移位器需要</a:t>
            </a:r>
            <a:r>
              <a:rPr lang="en-US" altLang="zh-CN" dirty="0"/>
              <a:t>5</a:t>
            </a:r>
            <a:r>
              <a:rPr lang="zh-CN" altLang="en-US" dirty="0"/>
              <a:t>级才能</a:t>
            </a:r>
            <a:endParaRPr lang="en-US" altLang="zh-CN" dirty="0"/>
          </a:p>
          <a:p>
            <a:r>
              <a:rPr lang="en-US" altLang="zh-CN" dirty="0"/>
              <a:t>1</a:t>
            </a:r>
            <a:r>
              <a:rPr lang="zh-CN" altLang="en-US" dirty="0"/>
              <a:t>级：</a:t>
            </a:r>
            <a:r>
              <a:rPr lang="en-US" altLang="zh-CN" dirty="0"/>
              <a:t>1bit</a:t>
            </a:r>
          </a:p>
          <a:p>
            <a:r>
              <a:rPr lang="en-US" altLang="zh-CN" dirty="0"/>
              <a:t>2</a:t>
            </a:r>
            <a:r>
              <a:rPr lang="zh-CN" altLang="en-US" dirty="0"/>
              <a:t>级：</a:t>
            </a:r>
            <a:r>
              <a:rPr lang="en-US" altLang="zh-CN" dirty="0"/>
              <a:t>1+2=3bit</a:t>
            </a:r>
          </a:p>
          <a:p>
            <a:r>
              <a:rPr lang="en-US" altLang="zh-CN" dirty="0"/>
              <a:t>3</a:t>
            </a:r>
            <a:r>
              <a:rPr lang="zh-CN" altLang="en-US" dirty="0"/>
              <a:t>级：</a:t>
            </a:r>
            <a:r>
              <a:rPr lang="en-US" altLang="zh-CN" dirty="0"/>
              <a:t>1+2+4=7bit</a:t>
            </a:r>
          </a:p>
          <a:p>
            <a:r>
              <a:rPr lang="en-US" altLang="zh-CN" dirty="0"/>
              <a:t>4</a:t>
            </a:r>
            <a:r>
              <a:rPr lang="zh-CN" altLang="en-US" dirty="0"/>
              <a:t>级：</a:t>
            </a:r>
            <a:r>
              <a:rPr lang="en-US" altLang="zh-CN" dirty="0"/>
              <a:t>1+2+4+8=15bit</a:t>
            </a:r>
          </a:p>
          <a:p>
            <a:r>
              <a:rPr lang="en-US" altLang="zh-CN" dirty="0"/>
              <a:t>5</a:t>
            </a:r>
            <a:r>
              <a:rPr lang="zh-CN" altLang="en-US" dirty="0"/>
              <a:t>级：</a:t>
            </a:r>
            <a:r>
              <a:rPr lang="en-US" altLang="zh-CN" dirty="0"/>
              <a:t>1+2+4+8+16=31bit</a:t>
            </a:r>
            <a:endParaRPr lang="zh-CN" altLang="en-US" dirty="0"/>
          </a:p>
        </p:txBody>
      </p:sp>
      <p:sp>
        <p:nvSpPr>
          <p:cNvPr id="4" name="灯片编号占位符 3"/>
          <p:cNvSpPr>
            <a:spLocks noGrp="1"/>
          </p:cNvSpPr>
          <p:nvPr>
            <p:ph type="sldNum" sz="quarter" idx="10"/>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6143918E-A2CB-491E-8B36-A1C0952C99F6}" type="slidenum">
              <a:rPr kumimoji="0" lang="zh-CN" altLang="en-US" sz="1300" b="0" i="0" u="none" strike="noStrike" kern="1200" cap="none" spc="0" normalizeH="0" baseline="0" noProof="0" smtClean="0">
                <a:ln>
                  <a:noFill/>
                </a:ln>
                <a:solidFill>
                  <a:srgbClr val="000000"/>
                </a:solidFill>
                <a:effectLst/>
                <a:uLnTx/>
                <a:uFillTx/>
                <a:latin typeface="Arial" charset="0"/>
                <a:ea typeface="宋体" panose="02010600030101010101" pitchFamily="2"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69</a:t>
            </a:fld>
            <a:endParaRPr kumimoji="0" lang="en-US" altLang="zh-CN" sz="1300" b="0" i="0" u="none" strike="noStrike" kern="1200" cap="none" spc="0" normalizeH="0" baseline="0" noProof="0">
              <a:ln>
                <a:noFill/>
              </a:ln>
              <a:solidFill>
                <a:srgbClr val="000000"/>
              </a:solidFill>
              <a:effectLst/>
              <a:uLnTx/>
              <a:uFillTx/>
              <a:latin typeface="Arial" charset="0"/>
              <a:ea typeface="宋体" panose="02010600030101010101" pitchFamily="2" charset="-122"/>
              <a:cs typeface="+mn-cs"/>
            </a:endParaRPr>
          </a:p>
        </p:txBody>
      </p:sp>
    </p:spTree>
    <p:extLst>
      <p:ext uri="{BB962C8B-B14F-4D97-AF65-F5344CB8AC3E}">
        <p14:creationId xmlns:p14="http://schemas.microsoft.com/office/powerpoint/2010/main" val="74718099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使用</a:t>
            </a:r>
            <a:r>
              <a:rPr lang="en-US" altLang="zh-CN" dirty="0"/>
              <a:t>2:1</a:t>
            </a:r>
            <a:r>
              <a:rPr lang="zh-CN" altLang="en-US" dirty="0"/>
              <a:t>选择器可以构成移位器</a:t>
            </a:r>
            <a:endParaRPr lang="en-US" altLang="zh-CN" dirty="0"/>
          </a:p>
          <a:p>
            <a:r>
              <a:rPr lang="zh-CN" altLang="en-US" dirty="0"/>
              <a:t>最高位需要补</a:t>
            </a:r>
            <a:r>
              <a:rPr lang="en-US" altLang="zh-CN" dirty="0"/>
              <a:t>0</a:t>
            </a:r>
            <a:r>
              <a:rPr lang="zh-CN" altLang="en-US" dirty="0"/>
              <a:t>，即红线的连接处都是</a:t>
            </a:r>
            <a:r>
              <a:rPr lang="en-US" altLang="zh-CN" dirty="0"/>
              <a:t>0,</a:t>
            </a:r>
            <a:r>
              <a:rPr lang="zh-CN" altLang="en-US" dirty="0"/>
              <a:t>。</a:t>
            </a:r>
            <a:endParaRPr lang="en-US" altLang="zh-CN" dirty="0"/>
          </a:p>
          <a:p>
            <a:r>
              <a:rPr lang="en-US" altLang="zh-CN" dirty="0"/>
              <a:t>32</a:t>
            </a:r>
            <a:r>
              <a:rPr lang="zh-CN" altLang="en-US" dirty="0"/>
              <a:t>位移位器需要</a:t>
            </a:r>
            <a:r>
              <a:rPr lang="en-US" altLang="zh-CN" dirty="0"/>
              <a:t>5</a:t>
            </a:r>
            <a:r>
              <a:rPr lang="zh-CN" altLang="en-US" dirty="0"/>
              <a:t>级才能</a:t>
            </a:r>
            <a:endParaRPr lang="en-US" altLang="zh-CN" dirty="0"/>
          </a:p>
          <a:p>
            <a:r>
              <a:rPr lang="en-US" altLang="zh-CN" dirty="0"/>
              <a:t>1</a:t>
            </a:r>
            <a:r>
              <a:rPr lang="zh-CN" altLang="en-US" dirty="0"/>
              <a:t>级：</a:t>
            </a:r>
            <a:r>
              <a:rPr lang="en-US" altLang="zh-CN" dirty="0"/>
              <a:t>1bit</a:t>
            </a:r>
          </a:p>
          <a:p>
            <a:r>
              <a:rPr lang="en-US" altLang="zh-CN" dirty="0"/>
              <a:t>2</a:t>
            </a:r>
            <a:r>
              <a:rPr lang="zh-CN" altLang="en-US" dirty="0"/>
              <a:t>级：</a:t>
            </a:r>
            <a:r>
              <a:rPr lang="en-US" altLang="zh-CN" dirty="0"/>
              <a:t>1+2=3bit</a:t>
            </a:r>
          </a:p>
          <a:p>
            <a:r>
              <a:rPr lang="en-US" altLang="zh-CN" dirty="0"/>
              <a:t>3</a:t>
            </a:r>
            <a:r>
              <a:rPr lang="zh-CN" altLang="en-US" dirty="0"/>
              <a:t>级：</a:t>
            </a:r>
            <a:r>
              <a:rPr lang="en-US" altLang="zh-CN" dirty="0"/>
              <a:t>1+2+4=7bit</a:t>
            </a:r>
          </a:p>
          <a:p>
            <a:r>
              <a:rPr lang="en-US" altLang="zh-CN" dirty="0"/>
              <a:t>4</a:t>
            </a:r>
            <a:r>
              <a:rPr lang="zh-CN" altLang="en-US" dirty="0"/>
              <a:t>级：</a:t>
            </a:r>
            <a:r>
              <a:rPr lang="en-US" altLang="zh-CN" dirty="0"/>
              <a:t>1+2+4+8=15bit</a:t>
            </a:r>
          </a:p>
          <a:p>
            <a:r>
              <a:rPr lang="en-US" altLang="zh-CN" dirty="0"/>
              <a:t>5</a:t>
            </a:r>
            <a:r>
              <a:rPr lang="zh-CN" altLang="en-US" dirty="0"/>
              <a:t>级：</a:t>
            </a:r>
            <a:r>
              <a:rPr lang="en-US" altLang="zh-CN" dirty="0"/>
              <a:t>1+2+4+8+16=31bit</a:t>
            </a:r>
            <a:endParaRPr lang="zh-CN" altLang="en-US" dirty="0"/>
          </a:p>
        </p:txBody>
      </p:sp>
      <p:sp>
        <p:nvSpPr>
          <p:cNvPr id="4" name="灯片编号占位符 3"/>
          <p:cNvSpPr>
            <a:spLocks noGrp="1"/>
          </p:cNvSpPr>
          <p:nvPr>
            <p:ph type="sldNum" sz="quarter" idx="10"/>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6143918E-A2CB-491E-8B36-A1C0952C99F6}" type="slidenum">
              <a:rPr kumimoji="0" lang="zh-CN" altLang="en-US" sz="1300" b="0" i="0" u="none" strike="noStrike" kern="1200" cap="none" spc="0" normalizeH="0" baseline="0" noProof="0" smtClean="0">
                <a:ln>
                  <a:noFill/>
                </a:ln>
                <a:solidFill>
                  <a:srgbClr val="000000"/>
                </a:solidFill>
                <a:effectLst/>
                <a:uLnTx/>
                <a:uFillTx/>
                <a:latin typeface="Arial" charset="0"/>
                <a:ea typeface="宋体" panose="02010600030101010101" pitchFamily="2"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70</a:t>
            </a:fld>
            <a:endParaRPr kumimoji="0" lang="en-US" altLang="zh-CN" sz="1300" b="0" i="0" u="none" strike="noStrike" kern="1200" cap="none" spc="0" normalizeH="0" baseline="0" noProof="0">
              <a:ln>
                <a:noFill/>
              </a:ln>
              <a:solidFill>
                <a:srgbClr val="000000"/>
              </a:solidFill>
              <a:effectLst/>
              <a:uLnTx/>
              <a:uFillTx/>
              <a:latin typeface="Arial" charset="0"/>
              <a:ea typeface="宋体" panose="02010600030101010101" pitchFamily="2" charset="-122"/>
              <a:cs typeface="+mn-cs"/>
            </a:endParaRPr>
          </a:p>
        </p:txBody>
      </p:sp>
    </p:spTree>
    <p:extLst>
      <p:ext uri="{BB962C8B-B14F-4D97-AF65-F5344CB8AC3E}">
        <p14:creationId xmlns:p14="http://schemas.microsoft.com/office/powerpoint/2010/main" val="50967225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lvl1pPr eaLnBrk="0" hangingPunct="0">
              <a:defRPr>
                <a:solidFill>
                  <a:schemeClr val="tx1"/>
                </a:solidFill>
                <a:latin typeface="Arial" charset="0"/>
                <a:ea typeface="宋体" charset="-122"/>
              </a:defRPr>
            </a:lvl1pPr>
            <a:lvl2pPr marL="742877" indent="-285722" eaLnBrk="0" hangingPunct="0">
              <a:defRPr>
                <a:solidFill>
                  <a:schemeClr val="tx1"/>
                </a:solidFill>
                <a:latin typeface="Arial" charset="0"/>
                <a:ea typeface="宋体" charset="-122"/>
              </a:defRPr>
            </a:lvl2pPr>
            <a:lvl3pPr marL="1142888" indent="-228578" eaLnBrk="0" hangingPunct="0">
              <a:defRPr>
                <a:solidFill>
                  <a:schemeClr val="tx1"/>
                </a:solidFill>
                <a:latin typeface="Arial" charset="0"/>
                <a:ea typeface="宋体" charset="-122"/>
              </a:defRPr>
            </a:lvl3pPr>
            <a:lvl4pPr marL="1600043" indent="-228578" eaLnBrk="0" hangingPunct="0">
              <a:defRPr>
                <a:solidFill>
                  <a:schemeClr val="tx1"/>
                </a:solidFill>
                <a:latin typeface="Arial" charset="0"/>
                <a:ea typeface="宋体" charset="-122"/>
              </a:defRPr>
            </a:lvl4pPr>
            <a:lvl5pPr marL="2057199" indent="-228578" eaLnBrk="0" hangingPunct="0">
              <a:defRPr>
                <a:solidFill>
                  <a:schemeClr val="tx1"/>
                </a:solidFill>
                <a:latin typeface="Arial" charset="0"/>
                <a:ea typeface="宋体" charset="-122"/>
              </a:defRPr>
            </a:lvl5pPr>
            <a:lvl6pPr marL="2514354" indent="-228578" eaLnBrk="0" fontAlgn="base" hangingPunct="0">
              <a:spcBef>
                <a:spcPct val="0"/>
              </a:spcBef>
              <a:spcAft>
                <a:spcPct val="0"/>
              </a:spcAft>
              <a:defRPr>
                <a:solidFill>
                  <a:schemeClr val="tx1"/>
                </a:solidFill>
                <a:latin typeface="Arial" charset="0"/>
                <a:ea typeface="宋体" charset="-122"/>
              </a:defRPr>
            </a:lvl6pPr>
            <a:lvl7pPr marL="2971509" indent="-228578" eaLnBrk="0" fontAlgn="base" hangingPunct="0">
              <a:spcBef>
                <a:spcPct val="0"/>
              </a:spcBef>
              <a:spcAft>
                <a:spcPct val="0"/>
              </a:spcAft>
              <a:defRPr>
                <a:solidFill>
                  <a:schemeClr val="tx1"/>
                </a:solidFill>
                <a:latin typeface="Arial" charset="0"/>
                <a:ea typeface="宋体" charset="-122"/>
              </a:defRPr>
            </a:lvl7pPr>
            <a:lvl8pPr marL="3428664" indent="-228578" eaLnBrk="0" fontAlgn="base" hangingPunct="0">
              <a:spcBef>
                <a:spcPct val="0"/>
              </a:spcBef>
              <a:spcAft>
                <a:spcPct val="0"/>
              </a:spcAft>
              <a:defRPr>
                <a:solidFill>
                  <a:schemeClr val="tx1"/>
                </a:solidFill>
                <a:latin typeface="Arial" charset="0"/>
                <a:ea typeface="宋体" charset="-122"/>
              </a:defRPr>
            </a:lvl8pPr>
            <a:lvl9pPr marL="3885819" indent="-228578" eaLnBrk="0" fontAlgn="base" hangingPunct="0">
              <a:spcBef>
                <a:spcPct val="0"/>
              </a:spcBef>
              <a:spcAft>
                <a:spcPct val="0"/>
              </a:spcAft>
              <a:defRPr>
                <a:solidFill>
                  <a:schemeClr val="tx1"/>
                </a:solidFill>
                <a:latin typeface="Arial" charset="0"/>
                <a:ea typeface="宋体" charset="-122"/>
              </a:defRPr>
            </a:lvl9pPr>
          </a:lstStyle>
          <a:p>
            <a:pPr marL="0" marR="0" lvl="0" indent="0" algn="r" defTabSz="990600" rtl="0" eaLnBrk="1" fontAlgn="base" latinLnBrk="0" hangingPunct="1">
              <a:lnSpc>
                <a:spcPct val="100000"/>
              </a:lnSpc>
              <a:spcBef>
                <a:spcPct val="0"/>
              </a:spcBef>
              <a:spcAft>
                <a:spcPct val="0"/>
              </a:spcAft>
              <a:buClrTx/>
              <a:buSzTx/>
              <a:buFontTx/>
              <a:buNone/>
              <a:tabLst/>
              <a:defRPr/>
            </a:pPr>
            <a:fld id="{F5232E7B-17CD-41EE-8AF2-E403A8B77181}" type="slidenum">
              <a:rPr kumimoji="0" lang="en-US" altLang="zh-CN" sz="1300" b="0" i="0" u="none" strike="noStrike" kern="1200" cap="none" spc="0" normalizeH="0" baseline="0" noProof="0" smtClean="0">
                <a:ln>
                  <a:noFill/>
                </a:ln>
                <a:solidFill>
                  <a:srgbClr val="000000"/>
                </a:solidFill>
                <a:effectLst/>
                <a:uLnTx/>
                <a:uFillTx/>
                <a:latin typeface="Arial" charset="0"/>
                <a:ea typeface="宋体"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71</a:t>
            </a:fld>
            <a:endParaRPr kumimoji="0" lang="en-US" altLang="zh-CN" sz="1300" b="0" i="0" u="none" strike="noStrike" kern="1200" cap="none" spc="0" normalizeH="0" baseline="0" noProof="0">
              <a:ln>
                <a:noFill/>
              </a:ln>
              <a:solidFill>
                <a:srgbClr val="000000"/>
              </a:solidFill>
              <a:effectLst/>
              <a:uLnTx/>
              <a:uFillTx/>
              <a:latin typeface="Arial" charset="0"/>
              <a:ea typeface="宋体" charset="-122"/>
              <a:cs typeface="+mn-cs"/>
            </a:endParaRPr>
          </a:p>
        </p:txBody>
      </p:sp>
      <p:sp>
        <p:nvSpPr>
          <p:cNvPr id="71683" name="Rectangle 2"/>
          <p:cNvSpPr>
            <a:spLocks noGrp="1" noChangeArrowheads="1"/>
          </p:cNvSpPr>
          <p:nvPr>
            <p:ph type="body" idx="1"/>
          </p:nvPr>
        </p:nvSpPr>
        <p:spPr>
          <a:xfrm>
            <a:off x="517525" y="4343400"/>
            <a:ext cx="5907088" cy="4114800"/>
          </a:xfrm>
          <a:noFill/>
          <a:extLst>
            <a:ext uri="{91240B29-F687-4F45-9708-019B960494DF}">
              <a14:hiddenLine xmlns:a14="http://schemas.microsoft.com/office/drawing/2010/main" w="12700">
                <a:solidFill>
                  <a:schemeClr val="tx1"/>
                </a:solidFill>
                <a:miter lim="800000"/>
                <a:headEnd/>
                <a:tailEnd/>
              </a14:hiddenLine>
            </a:ext>
          </a:extLst>
        </p:spPr>
        <p:txBody>
          <a:bodyPr lIns="91714" tIns="45052" rIns="91714" bIns="45052"/>
          <a:lstStyle/>
          <a:p>
            <a:pPr eaLnBrk="1" hangingPunct="1"/>
            <a:r>
              <a:rPr lang="zh-CN" altLang="en-US" dirty="0">
                <a:ea typeface="宋体" charset="-122"/>
              </a:rPr>
              <a:t>实际上，在</a:t>
            </a:r>
            <a:r>
              <a:rPr lang="en-US" altLang="zh-CN" dirty="0">
                <a:ea typeface="宋体" charset="-122"/>
              </a:rPr>
              <a:t>CPU</a:t>
            </a:r>
            <a:r>
              <a:rPr lang="zh-CN" altLang="en-US" dirty="0">
                <a:ea typeface="宋体" charset="-122"/>
              </a:rPr>
              <a:t>中数据通路的控制就是通过选择器实现的。</a:t>
            </a:r>
            <a:endParaRPr lang="en-US" altLang="zh-CN" dirty="0">
              <a:ea typeface="宋体" charset="-122"/>
            </a:endParaRPr>
          </a:p>
          <a:p>
            <a:pPr eaLnBrk="1" hangingPunct="1"/>
            <a:r>
              <a:rPr lang="zh-CN" altLang="en-US" dirty="0">
                <a:ea typeface="宋体" charset="-122"/>
              </a:rPr>
              <a:t>指令译码的过程实际上就是产生各个选择器的控制信号的过程</a:t>
            </a:r>
            <a:endParaRPr lang="en-US" altLang="zh-CN" dirty="0">
              <a:ea typeface="宋体" charset="-122"/>
            </a:endParaRPr>
          </a:p>
        </p:txBody>
      </p:sp>
      <p:sp>
        <p:nvSpPr>
          <p:cNvPr id="71684" name="Rectangle 3"/>
          <p:cNvSpPr>
            <a:spLocks noGrp="1" noRot="1" noChangeAspect="1" noChangeArrowheads="1" noTextEdit="1"/>
          </p:cNvSpPr>
          <p:nvPr>
            <p:ph type="sldImg"/>
          </p:nvPr>
        </p:nvSpPr>
        <p:spPr>
          <a:xfrm>
            <a:off x="1162050" y="590550"/>
            <a:ext cx="4548188" cy="3411538"/>
          </a:xfrm>
          <a:ln>
            <a:noFill/>
          </a:ln>
          <a:extLst>
            <a:ext uri="{91240B29-F687-4F45-9708-019B960494DF}">
              <a14:hiddenLine xmlns:a14="http://schemas.microsoft.com/office/drawing/2010/main" w="12700">
                <a:solidFill>
                  <a:srgbClr val="000000"/>
                </a:solidFill>
                <a:miter lim="800000"/>
                <a:headEnd/>
                <a:tailEnd/>
              </a14:hiddenLine>
            </a:ext>
          </a:extLst>
        </p:spPr>
      </p:sp>
    </p:spTree>
    <p:extLst>
      <p:ext uri="{BB962C8B-B14F-4D97-AF65-F5344CB8AC3E}">
        <p14:creationId xmlns:p14="http://schemas.microsoft.com/office/powerpoint/2010/main" val="333622524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同时，利用多路选择器可以实现任意逻辑函数的电路</a:t>
            </a:r>
          </a:p>
        </p:txBody>
      </p:sp>
      <p:sp>
        <p:nvSpPr>
          <p:cNvPr id="4" name="灯片编号占位符 3"/>
          <p:cNvSpPr>
            <a:spLocks noGrp="1"/>
          </p:cNvSpPr>
          <p:nvPr>
            <p:ph type="sldNum" sz="quarter" idx="10"/>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6143918E-A2CB-491E-8B36-A1C0952C99F6}" type="slidenum">
              <a:rPr kumimoji="0" lang="zh-CN" altLang="en-US" sz="1300" b="0" i="0" u="none" strike="noStrike" kern="1200" cap="none" spc="0" normalizeH="0" baseline="0" noProof="0" smtClean="0">
                <a:ln>
                  <a:noFill/>
                </a:ln>
                <a:solidFill>
                  <a:srgbClr val="000000"/>
                </a:solidFill>
                <a:effectLst/>
                <a:uLnTx/>
                <a:uFillTx/>
                <a:latin typeface="Arial" charset="0"/>
                <a:ea typeface="宋体" panose="02010600030101010101" pitchFamily="2"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72</a:t>
            </a:fld>
            <a:endParaRPr kumimoji="0" lang="en-US" altLang="zh-CN" sz="1300" b="0" i="0" u="none" strike="noStrike" kern="1200" cap="none" spc="0" normalizeH="0" baseline="0" noProof="0">
              <a:ln>
                <a:noFill/>
              </a:ln>
              <a:solidFill>
                <a:srgbClr val="000000"/>
              </a:solidFill>
              <a:effectLst/>
              <a:uLnTx/>
              <a:uFillTx/>
              <a:latin typeface="Arial" charset="0"/>
              <a:ea typeface="宋体" panose="02010600030101010101" pitchFamily="2" charset="-122"/>
              <a:cs typeface="+mn-cs"/>
            </a:endParaRPr>
          </a:p>
        </p:txBody>
      </p:sp>
    </p:spTree>
    <p:extLst>
      <p:ext uri="{BB962C8B-B14F-4D97-AF65-F5344CB8AC3E}">
        <p14:creationId xmlns:p14="http://schemas.microsoft.com/office/powerpoint/2010/main" val="191255184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这里演示了一个</a:t>
            </a:r>
            <a:r>
              <a:rPr lang="zh-CN" altLang="en-US" sz="1200" dirty="0"/>
              <a:t>用</a:t>
            </a:r>
            <a:r>
              <a:rPr lang="en-US" altLang="zh-CN" sz="1200" dirty="0"/>
              <a:t>8</a:t>
            </a:r>
            <a:r>
              <a:rPr lang="zh-CN" altLang="en-US" sz="1200" dirty="0"/>
              <a:t>选</a:t>
            </a:r>
            <a:r>
              <a:rPr lang="en-US" altLang="zh-CN" sz="1200" dirty="0"/>
              <a:t>1</a:t>
            </a:r>
            <a:r>
              <a:rPr lang="zh-CN" altLang="en-US" sz="1200" dirty="0"/>
              <a:t> </a:t>
            </a:r>
            <a:r>
              <a:rPr lang="en-US" altLang="zh-CN" sz="1200" dirty="0"/>
              <a:t>MUX</a:t>
            </a:r>
            <a:r>
              <a:rPr lang="zh-CN" altLang="en-US" sz="1200" dirty="0"/>
              <a:t>实现一个</a:t>
            </a:r>
            <a:r>
              <a:rPr lang="en-US" altLang="zh-CN" sz="1200" dirty="0"/>
              <a:t>3</a:t>
            </a:r>
            <a:r>
              <a:rPr lang="zh-CN" altLang="en-US" sz="1200" dirty="0"/>
              <a:t>变量逻辑函数的例子</a:t>
            </a:r>
            <a:r>
              <a:rPr lang="en-US" altLang="zh-CN" sz="1200" dirty="0"/>
              <a:t>——</a:t>
            </a:r>
            <a:r>
              <a:rPr lang="zh-CN" altLang="en-US" sz="1200" dirty="0"/>
              <a:t>将输入信号当做控制端，将待输出信号当做数据端。最后选择一个输出</a:t>
            </a:r>
            <a:endParaRPr lang="zh-CN" altLang="en-US" dirty="0"/>
          </a:p>
        </p:txBody>
      </p:sp>
      <p:sp>
        <p:nvSpPr>
          <p:cNvPr id="4" name="灯片编号占位符 3"/>
          <p:cNvSpPr>
            <a:spLocks noGrp="1"/>
          </p:cNvSpPr>
          <p:nvPr>
            <p:ph type="sldNum" sz="quarter" idx="10"/>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6143918E-A2CB-491E-8B36-A1C0952C99F6}" type="slidenum">
              <a:rPr kumimoji="0" lang="zh-CN" altLang="en-US" sz="1300" b="0" i="0" u="none" strike="noStrike" kern="1200" cap="none" spc="0" normalizeH="0" baseline="0" noProof="0" smtClean="0">
                <a:ln>
                  <a:noFill/>
                </a:ln>
                <a:solidFill>
                  <a:srgbClr val="000000"/>
                </a:solidFill>
                <a:effectLst/>
                <a:uLnTx/>
                <a:uFillTx/>
                <a:latin typeface="Arial" charset="0"/>
                <a:ea typeface="宋体" panose="02010600030101010101" pitchFamily="2"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73</a:t>
            </a:fld>
            <a:endParaRPr kumimoji="0" lang="en-US" altLang="zh-CN" sz="1300" b="0" i="0" u="none" strike="noStrike" kern="1200" cap="none" spc="0" normalizeH="0" baseline="0" noProof="0">
              <a:ln>
                <a:noFill/>
              </a:ln>
              <a:solidFill>
                <a:srgbClr val="000000"/>
              </a:solidFill>
              <a:effectLst/>
              <a:uLnTx/>
              <a:uFillTx/>
              <a:latin typeface="Arial" charset="0"/>
              <a:ea typeface="宋体" panose="02010600030101010101" pitchFamily="2" charset="-122"/>
              <a:cs typeface="+mn-cs"/>
            </a:endParaRPr>
          </a:p>
        </p:txBody>
      </p:sp>
    </p:spTree>
    <p:extLst>
      <p:ext uri="{BB962C8B-B14F-4D97-AF65-F5344CB8AC3E}">
        <p14:creationId xmlns:p14="http://schemas.microsoft.com/office/powerpoint/2010/main" val="404855360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这里演示了一个</a:t>
            </a:r>
            <a:r>
              <a:rPr lang="zh-CN" altLang="en-US" sz="1200" dirty="0"/>
              <a:t>用</a:t>
            </a:r>
            <a:r>
              <a:rPr lang="en-US" altLang="zh-CN" sz="1200" dirty="0"/>
              <a:t>8</a:t>
            </a:r>
            <a:r>
              <a:rPr lang="zh-CN" altLang="en-US" sz="1200" dirty="0"/>
              <a:t>选</a:t>
            </a:r>
            <a:r>
              <a:rPr lang="en-US" altLang="zh-CN" sz="1200" dirty="0"/>
              <a:t>1</a:t>
            </a:r>
            <a:r>
              <a:rPr lang="zh-CN" altLang="en-US" sz="1200" dirty="0"/>
              <a:t> </a:t>
            </a:r>
            <a:r>
              <a:rPr lang="en-US" altLang="zh-CN" sz="1200" dirty="0"/>
              <a:t>MUX</a:t>
            </a:r>
            <a:r>
              <a:rPr lang="zh-CN" altLang="en-US" sz="1200" dirty="0"/>
              <a:t>实现一个</a:t>
            </a:r>
            <a:r>
              <a:rPr lang="en-US" altLang="zh-CN" sz="1200" dirty="0"/>
              <a:t>3</a:t>
            </a:r>
            <a:r>
              <a:rPr lang="zh-CN" altLang="en-US" sz="1200" dirty="0"/>
              <a:t>变量逻辑函数的例子</a:t>
            </a:r>
            <a:r>
              <a:rPr lang="en-US" altLang="zh-CN" sz="1200" dirty="0"/>
              <a:t>——</a:t>
            </a:r>
            <a:r>
              <a:rPr lang="zh-CN" altLang="en-US" sz="1200" dirty="0"/>
              <a:t>将输入信号当做控制端，将待输出信号当做数据端。最后选择一个输出</a:t>
            </a:r>
            <a:endParaRPr lang="zh-CN" altLang="en-US" dirty="0"/>
          </a:p>
        </p:txBody>
      </p:sp>
      <p:sp>
        <p:nvSpPr>
          <p:cNvPr id="4" name="灯片编号占位符 3"/>
          <p:cNvSpPr>
            <a:spLocks noGrp="1"/>
          </p:cNvSpPr>
          <p:nvPr>
            <p:ph type="sldNum" sz="quarter" idx="10"/>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6143918E-A2CB-491E-8B36-A1C0952C99F6}" type="slidenum">
              <a:rPr kumimoji="0" lang="zh-CN" altLang="en-US" sz="1300" b="0" i="0" u="none" strike="noStrike" kern="1200" cap="none" spc="0" normalizeH="0" baseline="0" noProof="0" smtClean="0">
                <a:ln>
                  <a:noFill/>
                </a:ln>
                <a:solidFill>
                  <a:srgbClr val="000000"/>
                </a:solidFill>
                <a:effectLst/>
                <a:uLnTx/>
                <a:uFillTx/>
                <a:latin typeface="Arial" charset="0"/>
                <a:ea typeface="宋体" panose="02010600030101010101" pitchFamily="2"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74</a:t>
            </a:fld>
            <a:endParaRPr kumimoji="0" lang="en-US" altLang="zh-CN" sz="1300" b="0" i="0" u="none" strike="noStrike" kern="1200" cap="none" spc="0" normalizeH="0" baseline="0" noProof="0">
              <a:ln>
                <a:noFill/>
              </a:ln>
              <a:solidFill>
                <a:srgbClr val="000000"/>
              </a:solidFill>
              <a:effectLst/>
              <a:uLnTx/>
              <a:uFillTx/>
              <a:latin typeface="Arial" charset="0"/>
              <a:ea typeface="宋体" panose="02010600030101010101" pitchFamily="2" charset="-122"/>
              <a:cs typeface="+mn-cs"/>
            </a:endParaRPr>
          </a:p>
        </p:txBody>
      </p:sp>
    </p:spTree>
    <p:extLst>
      <p:ext uri="{BB962C8B-B14F-4D97-AF65-F5344CB8AC3E}">
        <p14:creationId xmlns:p14="http://schemas.microsoft.com/office/powerpoint/2010/main" val="349832850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同时，利用多路选择器可以实现任意逻辑函数的电路</a:t>
            </a:r>
            <a:endParaRPr lang="en-US" altLang="zh-CN" dirty="0"/>
          </a:p>
          <a:p>
            <a:r>
              <a:rPr lang="en-US" altLang="zh-CN" dirty="0"/>
              <a:t>F(A,B,C,D)=D*P(A,B,C)+D’*Q(A,B,C)</a:t>
            </a:r>
            <a:endParaRPr lang="zh-CN" altLang="en-US" dirty="0"/>
          </a:p>
        </p:txBody>
      </p:sp>
      <p:sp>
        <p:nvSpPr>
          <p:cNvPr id="4" name="灯片编号占位符 3"/>
          <p:cNvSpPr>
            <a:spLocks noGrp="1"/>
          </p:cNvSpPr>
          <p:nvPr>
            <p:ph type="sldNum" sz="quarter" idx="10"/>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6143918E-A2CB-491E-8B36-A1C0952C99F6}" type="slidenum">
              <a:rPr kumimoji="0" lang="zh-CN" altLang="en-US" sz="1300" b="0" i="0" u="none" strike="noStrike" kern="1200" cap="none" spc="0" normalizeH="0" baseline="0" noProof="0" smtClean="0">
                <a:ln>
                  <a:noFill/>
                </a:ln>
                <a:solidFill>
                  <a:srgbClr val="000000"/>
                </a:solidFill>
                <a:effectLst/>
                <a:uLnTx/>
                <a:uFillTx/>
                <a:latin typeface="Arial" charset="0"/>
                <a:ea typeface="宋体" panose="02010600030101010101" pitchFamily="2"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76</a:t>
            </a:fld>
            <a:endParaRPr kumimoji="0" lang="en-US" altLang="zh-CN" sz="1300" b="0" i="0" u="none" strike="noStrike" kern="1200" cap="none" spc="0" normalizeH="0" baseline="0" noProof="0">
              <a:ln>
                <a:noFill/>
              </a:ln>
              <a:solidFill>
                <a:srgbClr val="000000"/>
              </a:solidFill>
              <a:effectLst/>
              <a:uLnTx/>
              <a:uFillTx/>
              <a:latin typeface="Arial" charset="0"/>
              <a:ea typeface="宋体" panose="02010600030101010101" pitchFamily="2" charset="-122"/>
              <a:cs typeface="+mn-cs"/>
            </a:endParaRPr>
          </a:p>
        </p:txBody>
      </p:sp>
    </p:spTree>
    <p:extLst>
      <p:ext uri="{BB962C8B-B14F-4D97-AF65-F5344CB8AC3E}">
        <p14:creationId xmlns:p14="http://schemas.microsoft.com/office/powerpoint/2010/main" val="21289957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en-US" altLang="zh-CN" sz="1200" dirty="0"/>
              <a:t>8</a:t>
            </a:r>
            <a:r>
              <a:rPr lang="zh-CN" altLang="en-US" sz="1200" dirty="0"/>
              <a:t>选</a:t>
            </a:r>
            <a:r>
              <a:rPr lang="en-US" altLang="zh-CN" sz="1200" dirty="0"/>
              <a:t>1</a:t>
            </a:r>
            <a:r>
              <a:rPr lang="zh-CN" altLang="en-US" sz="1200" dirty="0"/>
              <a:t> </a:t>
            </a:r>
            <a:r>
              <a:rPr lang="en-US" altLang="zh-CN" sz="1200" dirty="0"/>
              <a:t>MUX</a:t>
            </a:r>
            <a:r>
              <a:rPr lang="zh-CN" altLang="en-US" sz="1200" dirty="0"/>
              <a:t>不仅仅可以实现</a:t>
            </a:r>
            <a:r>
              <a:rPr lang="en-US" altLang="zh-CN" sz="1200" dirty="0"/>
              <a:t>3</a:t>
            </a:r>
            <a:r>
              <a:rPr lang="zh-CN" altLang="en-US" sz="1200" dirty="0"/>
              <a:t>变量函数，也可以实现一个</a:t>
            </a:r>
            <a:r>
              <a:rPr lang="en-US" altLang="zh-CN" sz="1200" dirty="0"/>
              <a:t>4</a:t>
            </a:r>
            <a:r>
              <a:rPr lang="zh-CN" altLang="en-US" sz="1200" dirty="0"/>
              <a:t>变量逻辑函数</a:t>
            </a:r>
            <a:endParaRPr lang="zh-CN" altLang="en-US" dirty="0"/>
          </a:p>
        </p:txBody>
      </p:sp>
      <p:sp>
        <p:nvSpPr>
          <p:cNvPr id="4" name="灯片编号占位符 3"/>
          <p:cNvSpPr>
            <a:spLocks noGrp="1"/>
          </p:cNvSpPr>
          <p:nvPr>
            <p:ph type="sldNum" sz="quarter" idx="10"/>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6143918E-A2CB-491E-8B36-A1C0952C99F6}" type="slidenum">
              <a:rPr kumimoji="0" lang="zh-CN" altLang="en-US" sz="1300" b="0" i="0" u="none" strike="noStrike" kern="1200" cap="none" spc="0" normalizeH="0" baseline="0" noProof="0" smtClean="0">
                <a:ln>
                  <a:noFill/>
                </a:ln>
                <a:solidFill>
                  <a:srgbClr val="000000"/>
                </a:solidFill>
                <a:effectLst/>
                <a:uLnTx/>
                <a:uFillTx/>
                <a:latin typeface="Arial" charset="0"/>
                <a:ea typeface="宋体" panose="02010600030101010101" pitchFamily="2"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77</a:t>
            </a:fld>
            <a:endParaRPr kumimoji="0" lang="en-US" altLang="zh-CN" sz="1300" b="0" i="0" u="none" strike="noStrike" kern="1200" cap="none" spc="0" normalizeH="0" baseline="0" noProof="0">
              <a:ln>
                <a:noFill/>
              </a:ln>
              <a:solidFill>
                <a:srgbClr val="000000"/>
              </a:solidFill>
              <a:effectLst/>
              <a:uLnTx/>
              <a:uFillTx/>
              <a:latin typeface="Arial" charset="0"/>
              <a:ea typeface="宋体" panose="02010600030101010101" pitchFamily="2" charset="-122"/>
              <a:cs typeface="+mn-cs"/>
            </a:endParaRPr>
          </a:p>
        </p:txBody>
      </p:sp>
    </p:spTree>
    <p:extLst>
      <p:ext uri="{BB962C8B-B14F-4D97-AF65-F5344CB8AC3E}">
        <p14:creationId xmlns:p14="http://schemas.microsoft.com/office/powerpoint/2010/main" val="226425835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en-US" altLang="zh-CN" sz="1200" dirty="0"/>
              <a:t>8</a:t>
            </a:r>
            <a:r>
              <a:rPr lang="zh-CN" altLang="en-US" sz="1200" dirty="0"/>
              <a:t>选</a:t>
            </a:r>
            <a:r>
              <a:rPr lang="en-US" altLang="zh-CN" sz="1200" dirty="0"/>
              <a:t>1</a:t>
            </a:r>
            <a:r>
              <a:rPr lang="zh-CN" altLang="en-US" sz="1200" dirty="0"/>
              <a:t> </a:t>
            </a:r>
            <a:r>
              <a:rPr lang="en-US" altLang="zh-CN" sz="1200" dirty="0"/>
              <a:t>MUX</a:t>
            </a:r>
            <a:r>
              <a:rPr lang="zh-CN" altLang="en-US" sz="1200" dirty="0"/>
              <a:t>不仅仅可以实现</a:t>
            </a:r>
            <a:r>
              <a:rPr lang="en-US" altLang="zh-CN" sz="1200" dirty="0"/>
              <a:t>3</a:t>
            </a:r>
            <a:r>
              <a:rPr lang="zh-CN" altLang="en-US" sz="1200" dirty="0"/>
              <a:t>变量函数，也可以实现一个</a:t>
            </a:r>
            <a:r>
              <a:rPr lang="en-US" altLang="zh-CN" sz="1200" dirty="0"/>
              <a:t>4</a:t>
            </a:r>
            <a:r>
              <a:rPr lang="zh-CN" altLang="en-US" sz="1200" dirty="0"/>
              <a:t>变量逻辑函数</a:t>
            </a:r>
            <a:endParaRPr lang="zh-CN" altLang="en-US" dirty="0"/>
          </a:p>
        </p:txBody>
      </p:sp>
      <p:sp>
        <p:nvSpPr>
          <p:cNvPr id="4" name="灯片编号占位符 3"/>
          <p:cNvSpPr>
            <a:spLocks noGrp="1"/>
          </p:cNvSpPr>
          <p:nvPr>
            <p:ph type="sldNum" sz="quarter" idx="10"/>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6143918E-A2CB-491E-8B36-A1C0952C99F6}" type="slidenum">
              <a:rPr kumimoji="0" lang="zh-CN" altLang="en-US" sz="1300" b="0" i="0" u="none" strike="noStrike" kern="1200" cap="none" spc="0" normalizeH="0" baseline="0" noProof="0" smtClean="0">
                <a:ln>
                  <a:noFill/>
                </a:ln>
                <a:solidFill>
                  <a:srgbClr val="000000"/>
                </a:solidFill>
                <a:effectLst/>
                <a:uLnTx/>
                <a:uFillTx/>
                <a:latin typeface="Arial" charset="0"/>
                <a:ea typeface="宋体" panose="02010600030101010101" pitchFamily="2"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78</a:t>
            </a:fld>
            <a:endParaRPr kumimoji="0" lang="en-US" altLang="zh-CN" sz="1300" b="0" i="0" u="none" strike="noStrike" kern="1200" cap="none" spc="0" normalizeH="0" baseline="0" noProof="0">
              <a:ln>
                <a:noFill/>
              </a:ln>
              <a:solidFill>
                <a:srgbClr val="000000"/>
              </a:solidFill>
              <a:effectLst/>
              <a:uLnTx/>
              <a:uFillTx/>
              <a:latin typeface="Arial" charset="0"/>
              <a:ea typeface="宋体" panose="02010600030101010101" pitchFamily="2" charset="-122"/>
              <a:cs typeface="+mn-cs"/>
            </a:endParaRPr>
          </a:p>
        </p:txBody>
      </p:sp>
    </p:spTree>
    <p:extLst>
      <p:ext uri="{BB962C8B-B14F-4D97-AF65-F5344CB8AC3E}">
        <p14:creationId xmlns:p14="http://schemas.microsoft.com/office/powerpoint/2010/main" val="167982661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6143918E-A2CB-491E-8B36-A1C0952C99F6}" type="slidenum">
              <a:rPr kumimoji="0" lang="zh-CN" altLang="en-US" sz="1300" b="0" i="0" u="none" strike="noStrike" kern="1200" cap="none" spc="0" normalizeH="0" baseline="0" noProof="0" smtClean="0">
                <a:ln>
                  <a:noFill/>
                </a:ln>
                <a:solidFill>
                  <a:srgbClr val="000000"/>
                </a:solidFill>
                <a:effectLst/>
                <a:uLnTx/>
                <a:uFillTx/>
                <a:latin typeface="Arial" charset="0"/>
                <a:ea typeface="宋体" panose="02010600030101010101" pitchFamily="2"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80</a:t>
            </a:fld>
            <a:endParaRPr kumimoji="0" lang="en-US" altLang="zh-CN" sz="1300" b="0" i="0" u="none" strike="noStrike" kern="1200" cap="none" spc="0" normalizeH="0" baseline="0" noProof="0">
              <a:ln>
                <a:noFill/>
              </a:ln>
              <a:solidFill>
                <a:srgbClr val="000000"/>
              </a:solidFill>
              <a:effectLst/>
              <a:uLnTx/>
              <a:uFillTx/>
              <a:latin typeface="Arial" charset="0"/>
              <a:ea typeface="宋体" panose="02010600030101010101" pitchFamily="2" charset="-122"/>
              <a:cs typeface="+mn-cs"/>
            </a:endParaRPr>
          </a:p>
        </p:txBody>
      </p:sp>
    </p:spTree>
    <p:extLst>
      <p:ext uri="{BB962C8B-B14F-4D97-AF65-F5344CB8AC3E}">
        <p14:creationId xmlns:p14="http://schemas.microsoft.com/office/powerpoint/2010/main" val="206809360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半加器就是不考虑进位输入的加法器，实际上就是求异或。</a:t>
            </a:r>
          </a:p>
        </p:txBody>
      </p:sp>
      <p:sp>
        <p:nvSpPr>
          <p:cNvPr id="4" name="灯片编号占位符 3"/>
          <p:cNvSpPr>
            <a:spLocks noGrp="1"/>
          </p:cNvSpPr>
          <p:nvPr>
            <p:ph type="sldNum" sz="quarter" idx="10"/>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6143918E-A2CB-491E-8B36-A1C0952C99F6}" type="slidenum">
              <a:rPr kumimoji="0" lang="zh-CN" altLang="en-US" sz="1300" b="0" i="0" u="none" strike="noStrike" kern="1200" cap="none" spc="0" normalizeH="0" baseline="0" noProof="0" smtClean="0">
                <a:ln>
                  <a:noFill/>
                </a:ln>
                <a:solidFill>
                  <a:srgbClr val="000000"/>
                </a:solidFill>
                <a:effectLst/>
                <a:uLnTx/>
                <a:uFillTx/>
                <a:latin typeface="Arial" charset="0"/>
                <a:ea typeface="宋体" panose="02010600030101010101" pitchFamily="2"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81</a:t>
            </a:fld>
            <a:endParaRPr kumimoji="0" lang="en-US" altLang="zh-CN" sz="1300" b="0" i="0" u="none" strike="noStrike" kern="1200" cap="none" spc="0" normalizeH="0" baseline="0" noProof="0">
              <a:ln>
                <a:noFill/>
              </a:ln>
              <a:solidFill>
                <a:srgbClr val="000000"/>
              </a:solidFill>
              <a:effectLst/>
              <a:uLnTx/>
              <a:uFillTx/>
              <a:latin typeface="Arial" charset="0"/>
              <a:ea typeface="宋体" panose="02010600030101010101" pitchFamily="2" charset="-122"/>
              <a:cs typeface="+mn-cs"/>
            </a:endParaRPr>
          </a:p>
        </p:txBody>
      </p:sp>
    </p:spTree>
    <p:extLst>
      <p:ext uri="{BB962C8B-B14F-4D97-AF65-F5344CB8AC3E}">
        <p14:creationId xmlns:p14="http://schemas.microsoft.com/office/powerpoint/2010/main" val="22718324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考虑进位输入，并且产生进位输出的加法器</a:t>
            </a:r>
          </a:p>
        </p:txBody>
      </p:sp>
      <p:sp>
        <p:nvSpPr>
          <p:cNvPr id="4" name="灯片编号占位符 3"/>
          <p:cNvSpPr>
            <a:spLocks noGrp="1"/>
          </p:cNvSpPr>
          <p:nvPr>
            <p:ph type="sldNum" sz="quarter" idx="10"/>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6143918E-A2CB-491E-8B36-A1C0952C99F6}" type="slidenum">
              <a:rPr kumimoji="0" lang="zh-CN" altLang="en-US" sz="1300" b="0" i="0" u="none" strike="noStrike" kern="1200" cap="none" spc="0" normalizeH="0" baseline="0" noProof="0" smtClean="0">
                <a:ln>
                  <a:noFill/>
                </a:ln>
                <a:solidFill>
                  <a:srgbClr val="000000"/>
                </a:solidFill>
                <a:effectLst/>
                <a:uLnTx/>
                <a:uFillTx/>
                <a:latin typeface="Arial" charset="0"/>
                <a:ea typeface="宋体" panose="02010600030101010101" pitchFamily="2"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82</a:t>
            </a:fld>
            <a:endParaRPr kumimoji="0" lang="en-US" altLang="zh-CN" sz="1300" b="0" i="0" u="none" strike="noStrike" kern="1200" cap="none" spc="0" normalizeH="0" baseline="0" noProof="0">
              <a:ln>
                <a:noFill/>
              </a:ln>
              <a:solidFill>
                <a:srgbClr val="000000"/>
              </a:solidFill>
              <a:effectLst/>
              <a:uLnTx/>
              <a:uFillTx/>
              <a:latin typeface="Arial" charset="0"/>
              <a:ea typeface="宋体" panose="02010600030101010101" pitchFamily="2" charset="-122"/>
              <a:cs typeface="+mn-cs"/>
            </a:endParaRPr>
          </a:p>
        </p:txBody>
      </p:sp>
    </p:spTree>
    <p:extLst>
      <p:ext uri="{BB962C8B-B14F-4D97-AF65-F5344CB8AC3E}">
        <p14:creationId xmlns:p14="http://schemas.microsoft.com/office/powerpoint/2010/main" val="5617496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所以最简单的多位加法器就是串行加法器，位数越多延时越高</a:t>
            </a:r>
          </a:p>
        </p:txBody>
      </p:sp>
      <p:sp>
        <p:nvSpPr>
          <p:cNvPr id="4" name="灯片编号占位符 3"/>
          <p:cNvSpPr>
            <a:spLocks noGrp="1"/>
          </p:cNvSpPr>
          <p:nvPr>
            <p:ph type="sldNum" sz="quarter" idx="10"/>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6143918E-A2CB-491E-8B36-A1C0952C99F6}" type="slidenum">
              <a:rPr kumimoji="0" lang="zh-CN" altLang="en-US" sz="1300" b="0" i="0" u="none" strike="noStrike" kern="1200" cap="none" spc="0" normalizeH="0" baseline="0" noProof="0" smtClean="0">
                <a:ln>
                  <a:noFill/>
                </a:ln>
                <a:solidFill>
                  <a:srgbClr val="000000"/>
                </a:solidFill>
                <a:effectLst/>
                <a:uLnTx/>
                <a:uFillTx/>
                <a:latin typeface="Arial" charset="0"/>
                <a:ea typeface="宋体" panose="02010600030101010101" pitchFamily="2"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84</a:t>
            </a:fld>
            <a:endParaRPr kumimoji="0" lang="en-US" altLang="zh-CN" sz="1300" b="0" i="0" u="none" strike="noStrike" kern="1200" cap="none" spc="0" normalizeH="0" baseline="0" noProof="0">
              <a:ln>
                <a:noFill/>
              </a:ln>
              <a:solidFill>
                <a:srgbClr val="000000"/>
              </a:solidFill>
              <a:effectLst/>
              <a:uLnTx/>
              <a:uFillTx/>
              <a:latin typeface="Arial" charset="0"/>
              <a:ea typeface="宋体" panose="02010600030101010101" pitchFamily="2" charset="-122"/>
              <a:cs typeface="+mn-cs"/>
            </a:endParaRPr>
          </a:p>
        </p:txBody>
      </p:sp>
    </p:spTree>
    <p:extLst>
      <p:ext uri="{BB962C8B-B14F-4D97-AF65-F5344CB8AC3E}">
        <p14:creationId xmlns:p14="http://schemas.microsoft.com/office/powerpoint/2010/main" val="285813176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这里是一个例子</a:t>
            </a:r>
          </a:p>
        </p:txBody>
      </p:sp>
      <p:sp>
        <p:nvSpPr>
          <p:cNvPr id="4" name="灯片编号占位符 3"/>
          <p:cNvSpPr>
            <a:spLocks noGrp="1"/>
          </p:cNvSpPr>
          <p:nvPr>
            <p:ph type="sldNum" sz="quarter" idx="10"/>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6143918E-A2CB-491E-8B36-A1C0952C99F6}" type="slidenum">
              <a:rPr kumimoji="0" lang="zh-CN" altLang="en-US" sz="1300" b="0" i="0" u="none" strike="noStrike" kern="1200" cap="none" spc="0" normalizeH="0" baseline="0" noProof="0" smtClean="0">
                <a:ln>
                  <a:noFill/>
                </a:ln>
                <a:solidFill>
                  <a:srgbClr val="000000"/>
                </a:solidFill>
                <a:effectLst/>
                <a:uLnTx/>
                <a:uFillTx/>
                <a:latin typeface="Arial" charset="0"/>
                <a:ea typeface="宋体" panose="02010600030101010101" pitchFamily="2"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85</a:t>
            </a:fld>
            <a:endParaRPr kumimoji="0" lang="en-US" altLang="zh-CN" sz="1300" b="0" i="0" u="none" strike="noStrike" kern="1200" cap="none" spc="0" normalizeH="0" baseline="0" noProof="0">
              <a:ln>
                <a:noFill/>
              </a:ln>
              <a:solidFill>
                <a:srgbClr val="000000"/>
              </a:solidFill>
              <a:effectLst/>
              <a:uLnTx/>
              <a:uFillTx/>
              <a:latin typeface="Arial" charset="0"/>
              <a:ea typeface="宋体" panose="02010600030101010101" pitchFamily="2" charset="-122"/>
              <a:cs typeface="+mn-cs"/>
            </a:endParaRPr>
          </a:p>
        </p:txBody>
      </p:sp>
    </p:spTree>
    <p:extLst>
      <p:ext uri="{BB962C8B-B14F-4D97-AF65-F5344CB8AC3E}">
        <p14:creationId xmlns:p14="http://schemas.microsoft.com/office/powerpoint/2010/main" val="326515576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所以我们不想等前一位的输出计算结束之后再计算下一位。</a:t>
            </a:r>
            <a:endParaRPr lang="en-US" altLang="zh-CN" dirty="0"/>
          </a:p>
          <a:p>
            <a:r>
              <a:rPr lang="zh-CN" altLang="en-US" dirty="0"/>
              <a:t>这就用到了超前进位的思想</a:t>
            </a:r>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86</a:t>
            </a:fld>
            <a:endParaRPr lang="en-US" altLang="zh-CN"/>
          </a:p>
        </p:txBody>
      </p:sp>
    </p:spTree>
    <p:extLst>
      <p:ext uri="{BB962C8B-B14F-4D97-AF65-F5344CB8AC3E}">
        <p14:creationId xmlns:p14="http://schemas.microsoft.com/office/powerpoint/2010/main" val="49103039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6143918E-A2CB-491E-8B36-A1C0952C99F6}" type="slidenum">
              <a:rPr kumimoji="0" lang="zh-CN" altLang="en-US" sz="1300" b="0" i="0" u="none" strike="noStrike" kern="1200" cap="none" spc="0" normalizeH="0" baseline="0" noProof="0" smtClean="0">
                <a:ln>
                  <a:noFill/>
                </a:ln>
                <a:solidFill>
                  <a:srgbClr val="000000"/>
                </a:solidFill>
                <a:effectLst/>
                <a:uLnTx/>
                <a:uFillTx/>
                <a:latin typeface="Arial" charset="0"/>
                <a:ea typeface="宋体" panose="02010600030101010101" pitchFamily="2"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87</a:t>
            </a:fld>
            <a:endParaRPr kumimoji="0" lang="en-US" altLang="zh-CN" sz="1300" b="0" i="0" u="none" strike="noStrike" kern="1200" cap="none" spc="0" normalizeH="0" baseline="0" noProof="0">
              <a:ln>
                <a:noFill/>
              </a:ln>
              <a:solidFill>
                <a:srgbClr val="000000"/>
              </a:solidFill>
              <a:effectLst/>
              <a:uLnTx/>
              <a:uFillTx/>
              <a:latin typeface="Arial" charset="0"/>
              <a:ea typeface="宋体" panose="02010600030101010101" pitchFamily="2" charset="-122"/>
              <a:cs typeface="+mn-cs"/>
            </a:endParaRPr>
          </a:p>
        </p:txBody>
      </p:sp>
    </p:spTree>
    <p:extLst>
      <p:ext uri="{BB962C8B-B14F-4D97-AF65-F5344CB8AC3E}">
        <p14:creationId xmlns:p14="http://schemas.microsoft.com/office/powerpoint/2010/main" val="320830229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原则就是将中间的进位信号忽略，只关心最后一级的输出进位信号和输入进位信号。</a:t>
            </a:r>
          </a:p>
        </p:txBody>
      </p:sp>
      <p:sp>
        <p:nvSpPr>
          <p:cNvPr id="4" name="灯片编号占位符 3"/>
          <p:cNvSpPr>
            <a:spLocks noGrp="1"/>
          </p:cNvSpPr>
          <p:nvPr>
            <p:ph type="sldNum" sz="quarter" idx="10"/>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6143918E-A2CB-491E-8B36-A1C0952C99F6}" type="slidenum">
              <a:rPr kumimoji="0" lang="zh-CN" altLang="en-US" sz="1300" b="0" i="0" u="none" strike="noStrike" kern="1200" cap="none" spc="0" normalizeH="0" baseline="0" noProof="0" smtClean="0">
                <a:ln>
                  <a:noFill/>
                </a:ln>
                <a:solidFill>
                  <a:srgbClr val="000000"/>
                </a:solidFill>
                <a:effectLst/>
                <a:uLnTx/>
                <a:uFillTx/>
                <a:latin typeface="Arial" charset="0"/>
                <a:ea typeface="宋体" panose="02010600030101010101" pitchFamily="2"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89</a:t>
            </a:fld>
            <a:endParaRPr kumimoji="0" lang="en-US" altLang="zh-CN" sz="1300" b="0" i="0" u="none" strike="noStrike" kern="1200" cap="none" spc="0" normalizeH="0" baseline="0" noProof="0">
              <a:ln>
                <a:noFill/>
              </a:ln>
              <a:solidFill>
                <a:srgbClr val="000000"/>
              </a:solidFill>
              <a:effectLst/>
              <a:uLnTx/>
              <a:uFillTx/>
              <a:latin typeface="Arial" charset="0"/>
              <a:ea typeface="宋体" panose="02010600030101010101" pitchFamily="2" charset="-122"/>
              <a:cs typeface="+mn-cs"/>
            </a:endParaRPr>
          </a:p>
        </p:txBody>
      </p:sp>
    </p:spTree>
    <p:extLst>
      <p:ext uri="{BB962C8B-B14F-4D97-AF65-F5344CB8AC3E}">
        <p14:creationId xmlns:p14="http://schemas.microsoft.com/office/powerpoint/2010/main" val="350879495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sz="1200" b="0" i="0" u="none" strike="noStrike" kern="1200" baseline="0" dirty="0">
                <a:solidFill>
                  <a:schemeClr val="tx1"/>
                </a:solidFill>
                <a:latin typeface="Arial" charset="0"/>
                <a:ea typeface="+mn-ea"/>
                <a:cs typeface="+mn-cs"/>
              </a:rPr>
              <a:t>当位数</a:t>
            </a:r>
            <a:r>
              <a:rPr lang="en-US" altLang="zh-CN" sz="1200" b="0" i="0" u="none" strike="noStrike" kern="1200" baseline="0" dirty="0">
                <a:solidFill>
                  <a:schemeClr val="tx1"/>
                </a:solidFill>
                <a:latin typeface="Arial" charset="0"/>
                <a:ea typeface="+mn-ea"/>
                <a:cs typeface="+mn-cs"/>
              </a:rPr>
              <a:t>N </a:t>
            </a:r>
            <a:r>
              <a:rPr lang="zh-CN" altLang="en-US" sz="1200" b="0" i="0" u="none" strike="noStrike" kern="1200" baseline="0" dirty="0">
                <a:solidFill>
                  <a:schemeClr val="tx1"/>
                </a:solidFill>
                <a:latin typeface="Arial" charset="0"/>
                <a:ea typeface="+mn-ea"/>
                <a:cs typeface="+mn-cs"/>
              </a:rPr>
              <a:t>较大时，电路大扇入会使速度变慢。而且</a:t>
            </a:r>
            <a:r>
              <a:rPr lang="en-US" altLang="zh-CN" sz="1200" b="0" i="0" u="none" strike="noStrike" kern="1200" baseline="0" dirty="0">
                <a:solidFill>
                  <a:schemeClr val="tx1"/>
                </a:solidFill>
                <a:latin typeface="Arial" charset="0"/>
                <a:ea typeface="+mn-ea"/>
                <a:cs typeface="+mn-cs"/>
              </a:rPr>
              <a:t>P0</a:t>
            </a:r>
            <a:r>
              <a:rPr lang="zh-CN" altLang="en-US" sz="1200" b="0" i="0" u="none" strike="noStrike" kern="1200" baseline="0" dirty="0">
                <a:solidFill>
                  <a:schemeClr val="tx1"/>
                </a:solidFill>
                <a:latin typeface="Arial" charset="0"/>
                <a:ea typeface="+mn-ea"/>
                <a:cs typeface="+mn-cs"/>
              </a:rPr>
              <a:t>，</a:t>
            </a:r>
            <a:r>
              <a:rPr lang="en-US" altLang="zh-CN" sz="1200" b="0" i="0" u="none" strike="noStrike" kern="1200" baseline="0" dirty="0">
                <a:solidFill>
                  <a:schemeClr val="tx1"/>
                </a:solidFill>
                <a:latin typeface="Arial" charset="0"/>
                <a:ea typeface="+mn-ea"/>
                <a:cs typeface="+mn-cs"/>
              </a:rPr>
              <a:t>G0</a:t>
            </a:r>
            <a:r>
              <a:rPr lang="zh-CN" altLang="en-US" sz="1200" b="0" i="0" u="none" strike="noStrike" kern="1200" baseline="0" dirty="0">
                <a:solidFill>
                  <a:schemeClr val="tx1"/>
                </a:solidFill>
                <a:latin typeface="Arial" charset="0"/>
                <a:ea typeface="+mn-ea"/>
                <a:cs typeface="+mn-cs"/>
              </a:rPr>
              <a:t>的扇出也会逐渐增加，大扇出也会增加电路延时。所以只对</a:t>
            </a:r>
            <a:r>
              <a:rPr lang="en-US" altLang="zh-CN" sz="1200" b="0" i="0" u="none" strike="noStrike" kern="1200" baseline="0" dirty="0">
                <a:solidFill>
                  <a:schemeClr val="tx1"/>
                </a:solidFill>
                <a:latin typeface="Arial" charset="0"/>
                <a:ea typeface="+mn-ea"/>
                <a:cs typeface="+mn-cs"/>
              </a:rPr>
              <a:t>N</a:t>
            </a:r>
            <a:r>
              <a:rPr lang="zh-CN" altLang="en-US" sz="1200" b="0" i="0" u="none" strike="noStrike" kern="1200" baseline="0" dirty="0">
                <a:solidFill>
                  <a:schemeClr val="tx1"/>
                </a:solidFill>
                <a:latin typeface="Arial" charset="0"/>
                <a:ea typeface="+mn-ea"/>
                <a:cs typeface="+mn-cs"/>
              </a:rPr>
              <a:t>较小的情况超前进位加法器有效，对于</a:t>
            </a:r>
            <a:r>
              <a:rPr lang="en-US" altLang="zh-CN" sz="1200" b="0" i="0" u="none" strike="noStrike" kern="1200" baseline="0" dirty="0">
                <a:solidFill>
                  <a:schemeClr val="tx1"/>
                </a:solidFill>
                <a:latin typeface="Arial" charset="0"/>
                <a:ea typeface="+mn-ea"/>
                <a:cs typeface="+mn-cs"/>
              </a:rPr>
              <a:t>N</a:t>
            </a:r>
            <a:r>
              <a:rPr lang="zh-CN" altLang="en-US" sz="1200" b="0" i="0" u="none" strike="noStrike" kern="1200" baseline="0" dirty="0">
                <a:solidFill>
                  <a:schemeClr val="tx1"/>
                </a:solidFill>
                <a:latin typeface="Arial" charset="0"/>
                <a:ea typeface="+mn-ea"/>
                <a:cs typeface="+mn-cs"/>
              </a:rPr>
              <a:t>大的情况，采用层次化设计的思想。</a:t>
            </a:r>
            <a:endParaRPr lang="en-US" altLang="zh-CN" sz="1200" b="0" i="0" u="none" strike="noStrike" kern="1200" baseline="0" dirty="0">
              <a:solidFill>
                <a:schemeClr val="tx1"/>
              </a:solidFill>
              <a:latin typeface="Arial" charset="0"/>
              <a:ea typeface="+mn-ea"/>
              <a:cs typeface="+mn-cs"/>
            </a:endParaRPr>
          </a:p>
        </p:txBody>
      </p:sp>
      <p:sp>
        <p:nvSpPr>
          <p:cNvPr id="4" name="灯片编号占位符 3"/>
          <p:cNvSpPr>
            <a:spLocks noGrp="1"/>
          </p:cNvSpPr>
          <p:nvPr>
            <p:ph type="sldNum" sz="quarter" idx="10"/>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6143918E-A2CB-491E-8B36-A1C0952C99F6}" type="slidenum">
              <a:rPr kumimoji="0" lang="zh-CN" altLang="en-US" sz="1300" b="0" i="0" u="none" strike="noStrike" kern="1200" cap="none" spc="0" normalizeH="0" baseline="0" noProof="0" smtClean="0">
                <a:ln>
                  <a:noFill/>
                </a:ln>
                <a:solidFill>
                  <a:srgbClr val="000000"/>
                </a:solidFill>
                <a:effectLst/>
                <a:uLnTx/>
                <a:uFillTx/>
                <a:latin typeface="Arial" charset="0"/>
                <a:ea typeface="宋体" panose="02010600030101010101" pitchFamily="2"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90</a:t>
            </a:fld>
            <a:endParaRPr kumimoji="0" lang="en-US" altLang="zh-CN" sz="1300" b="0" i="0" u="none" strike="noStrike" kern="1200" cap="none" spc="0" normalizeH="0" baseline="0" noProof="0">
              <a:ln>
                <a:noFill/>
              </a:ln>
              <a:solidFill>
                <a:srgbClr val="000000"/>
              </a:solidFill>
              <a:effectLst/>
              <a:uLnTx/>
              <a:uFillTx/>
              <a:latin typeface="Arial" charset="0"/>
              <a:ea typeface="宋体" panose="02010600030101010101" pitchFamily="2" charset="-122"/>
              <a:cs typeface="+mn-cs"/>
            </a:endParaRPr>
          </a:p>
        </p:txBody>
      </p:sp>
    </p:spTree>
    <p:extLst>
      <p:ext uri="{BB962C8B-B14F-4D97-AF65-F5344CB8AC3E}">
        <p14:creationId xmlns:p14="http://schemas.microsoft.com/office/powerpoint/2010/main" val="2875691920"/>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2188" y="768350"/>
            <a:ext cx="5114925" cy="3836988"/>
          </a:xfrm>
        </p:spPr>
      </p:sp>
      <p:sp>
        <p:nvSpPr>
          <p:cNvPr id="3" name="Notes Placeholder 2"/>
          <p:cNvSpPr>
            <a:spLocks noGrp="1"/>
          </p:cNvSpPr>
          <p:nvPr>
            <p:ph type="body" idx="1"/>
          </p:nvPr>
        </p:nvSpPr>
        <p:spPr/>
        <p:txBody>
          <a:bodyPr/>
          <a:lstStyle/>
          <a:p>
            <a:r>
              <a:rPr lang="en-CN" dirty="0"/>
              <a:t>C4_1st: </a:t>
            </a:r>
            <a:r>
              <a:rPr lang="en-US" altLang="zh-CN" dirty="0"/>
              <a:t>2</a:t>
            </a:r>
            <a:endParaRPr lang="en-CN" dirty="0"/>
          </a:p>
          <a:p>
            <a:r>
              <a:rPr lang="en-CN" dirty="0"/>
              <a:t>S</a:t>
            </a:r>
            <a:r>
              <a:rPr lang="en-US" altLang="zh-CN" dirty="0"/>
              <a:t>7</a:t>
            </a:r>
            <a:r>
              <a:rPr lang="en-CN" dirty="0"/>
              <a:t>: C4_1st+3=</a:t>
            </a:r>
            <a:r>
              <a:rPr lang="en-US" altLang="zh-CN" dirty="0"/>
              <a:t>5</a:t>
            </a:r>
            <a:endParaRPr lang="en-CN" dirty="0"/>
          </a:p>
          <a:p>
            <a:r>
              <a:rPr lang="en-CN" dirty="0"/>
              <a:t>C4_2nd: </a:t>
            </a:r>
            <a:r>
              <a:rPr lang="en-US" altLang="zh-CN" dirty="0"/>
              <a:t>2</a:t>
            </a:r>
            <a:r>
              <a:rPr lang="en-CN" dirty="0"/>
              <a:t>+2=</a:t>
            </a:r>
            <a:r>
              <a:rPr lang="en-US" altLang="zh-CN" dirty="0"/>
              <a:t>4</a:t>
            </a:r>
            <a:endParaRPr lang="en-CN" dirty="0"/>
          </a:p>
        </p:txBody>
      </p:sp>
      <p:sp>
        <p:nvSpPr>
          <p:cNvPr id="4" name="Slide Number Placeholder 3"/>
          <p:cNvSpPr>
            <a:spLocks noGrp="1"/>
          </p:cNvSpPr>
          <p:nvPr>
            <p:ph type="sldNum" sz="quarter" idx="5"/>
          </p:nvPr>
        </p:nvSpPr>
        <p:spPr/>
        <p:txBody>
          <a:bodyPr/>
          <a:lstStyle/>
          <a:p>
            <a:pPr>
              <a:defRPr/>
            </a:pPr>
            <a:fld id="{6143918E-A2CB-491E-8B36-A1C0952C99F6}" type="slidenum">
              <a:rPr lang="zh-CN" altLang="en-US" smtClean="0"/>
              <a:pPr>
                <a:defRPr/>
              </a:pPr>
              <a:t>91</a:t>
            </a:fld>
            <a:endParaRPr lang="en-US" altLang="zh-CN"/>
          </a:p>
        </p:txBody>
      </p:sp>
    </p:spTree>
    <p:extLst>
      <p:ext uri="{BB962C8B-B14F-4D97-AF65-F5344CB8AC3E}">
        <p14:creationId xmlns:p14="http://schemas.microsoft.com/office/powerpoint/2010/main" val="349624284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多</a:t>
            </a:r>
            <a:r>
              <a:rPr lang="en-US" altLang="zh-CN" dirty="0"/>
              <a:t>bit</a:t>
            </a:r>
            <a:r>
              <a:rPr lang="zh-CN" altLang="en-US" dirty="0"/>
              <a:t>的加法器可以拆成若干个小的超前进位加法器。在不同的小超前进位加法器之间采用串行进位。</a:t>
            </a:r>
          </a:p>
        </p:txBody>
      </p:sp>
      <p:sp>
        <p:nvSpPr>
          <p:cNvPr id="4" name="灯片编号占位符 3"/>
          <p:cNvSpPr>
            <a:spLocks noGrp="1"/>
          </p:cNvSpPr>
          <p:nvPr>
            <p:ph type="sldNum" sz="quarter" idx="10"/>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6143918E-A2CB-491E-8B36-A1C0952C99F6}" type="slidenum">
              <a:rPr kumimoji="0" lang="zh-CN" altLang="en-US" sz="1300" b="0" i="0" u="none" strike="noStrike" kern="1200" cap="none" spc="0" normalizeH="0" baseline="0" noProof="0" smtClean="0">
                <a:ln>
                  <a:noFill/>
                </a:ln>
                <a:solidFill>
                  <a:srgbClr val="000000"/>
                </a:solidFill>
                <a:effectLst/>
                <a:uLnTx/>
                <a:uFillTx/>
                <a:latin typeface="Arial" charset="0"/>
                <a:ea typeface="宋体" panose="02010600030101010101" pitchFamily="2"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92</a:t>
            </a:fld>
            <a:endParaRPr kumimoji="0" lang="en-US" altLang="zh-CN" sz="1300" b="0" i="0" u="none" strike="noStrike" kern="1200" cap="none" spc="0" normalizeH="0" baseline="0" noProof="0">
              <a:ln>
                <a:noFill/>
              </a:ln>
              <a:solidFill>
                <a:srgbClr val="000000"/>
              </a:solidFill>
              <a:effectLst/>
              <a:uLnTx/>
              <a:uFillTx/>
              <a:latin typeface="Arial" charset="0"/>
              <a:ea typeface="宋体" panose="02010600030101010101" pitchFamily="2" charset="-122"/>
              <a:cs typeface="+mn-cs"/>
            </a:endParaRPr>
          </a:p>
        </p:txBody>
      </p:sp>
    </p:spTree>
    <p:extLst>
      <p:ext uri="{BB962C8B-B14F-4D97-AF65-F5344CB8AC3E}">
        <p14:creationId xmlns:p14="http://schemas.microsoft.com/office/powerpoint/2010/main" val="2411711743"/>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可以将并行极值话，利用与组内相同的思想，可以得到组间进位信号也并行 </a:t>
            </a:r>
            <a:r>
              <a:rPr lang="zh-CN" altLang="en-US" b="1" dirty="0"/>
              <a:t>组内并行、组间并行进位加法器</a:t>
            </a:r>
          </a:p>
          <a:p>
            <a:endParaRPr lang="zh-CN" altLang="en-US" dirty="0"/>
          </a:p>
        </p:txBody>
      </p:sp>
      <p:sp>
        <p:nvSpPr>
          <p:cNvPr id="4" name="灯片编号占位符 3"/>
          <p:cNvSpPr>
            <a:spLocks noGrp="1"/>
          </p:cNvSpPr>
          <p:nvPr>
            <p:ph type="sldNum" sz="quarter" idx="10"/>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6143918E-A2CB-491E-8B36-A1C0952C99F6}" type="slidenum">
              <a:rPr kumimoji="0" lang="zh-CN" altLang="en-US" sz="1300" b="0" i="0" u="none" strike="noStrike" kern="1200" cap="none" spc="0" normalizeH="0" baseline="0" noProof="0" smtClean="0">
                <a:ln>
                  <a:noFill/>
                </a:ln>
                <a:solidFill>
                  <a:srgbClr val="000000"/>
                </a:solidFill>
                <a:effectLst/>
                <a:uLnTx/>
                <a:uFillTx/>
                <a:latin typeface="Arial" charset="0"/>
                <a:ea typeface="宋体" panose="02010600030101010101" pitchFamily="2"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93</a:t>
            </a:fld>
            <a:endParaRPr kumimoji="0" lang="en-US" altLang="zh-CN" sz="1300" b="0" i="0" u="none" strike="noStrike" kern="1200" cap="none" spc="0" normalizeH="0" baseline="0" noProof="0">
              <a:ln>
                <a:noFill/>
              </a:ln>
              <a:solidFill>
                <a:srgbClr val="000000"/>
              </a:solidFill>
              <a:effectLst/>
              <a:uLnTx/>
              <a:uFillTx/>
              <a:latin typeface="Arial" charset="0"/>
              <a:ea typeface="宋体" panose="02010600030101010101" pitchFamily="2" charset="-122"/>
              <a:cs typeface="+mn-cs"/>
            </a:endParaRPr>
          </a:p>
        </p:txBody>
      </p:sp>
    </p:spTree>
    <p:extLst>
      <p:ext uri="{BB962C8B-B14F-4D97-AF65-F5344CB8AC3E}">
        <p14:creationId xmlns:p14="http://schemas.microsoft.com/office/powerpoint/2010/main" val="2272049065"/>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可以将并行极值话，利用与组内相同的思想，可以得到组间进位信号也并行 </a:t>
            </a:r>
            <a:r>
              <a:rPr lang="zh-CN" altLang="en-US" b="1" dirty="0"/>
              <a:t>组内并行、组间并行进位加法器</a:t>
            </a:r>
          </a:p>
          <a:p>
            <a:endParaRPr lang="zh-CN" altLang="en-US" dirty="0"/>
          </a:p>
        </p:txBody>
      </p:sp>
      <p:sp>
        <p:nvSpPr>
          <p:cNvPr id="4" name="灯片编号占位符 3"/>
          <p:cNvSpPr>
            <a:spLocks noGrp="1"/>
          </p:cNvSpPr>
          <p:nvPr>
            <p:ph type="sldNum" sz="quarter" idx="10"/>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6143918E-A2CB-491E-8B36-A1C0952C99F6}" type="slidenum">
              <a:rPr kumimoji="0" lang="zh-CN" altLang="en-US" sz="1300" b="0" i="0" u="none" strike="noStrike" kern="1200" cap="none" spc="0" normalizeH="0" baseline="0" noProof="0" smtClean="0">
                <a:ln>
                  <a:noFill/>
                </a:ln>
                <a:solidFill>
                  <a:srgbClr val="000000"/>
                </a:solidFill>
                <a:effectLst/>
                <a:uLnTx/>
                <a:uFillTx/>
                <a:latin typeface="Arial" charset="0"/>
                <a:ea typeface="宋体" panose="02010600030101010101" pitchFamily="2"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94</a:t>
            </a:fld>
            <a:endParaRPr kumimoji="0" lang="en-US" altLang="zh-CN" sz="1300" b="0" i="0" u="none" strike="noStrike" kern="1200" cap="none" spc="0" normalizeH="0" baseline="0" noProof="0">
              <a:ln>
                <a:noFill/>
              </a:ln>
              <a:solidFill>
                <a:srgbClr val="000000"/>
              </a:solidFill>
              <a:effectLst/>
              <a:uLnTx/>
              <a:uFillTx/>
              <a:latin typeface="Arial" charset="0"/>
              <a:ea typeface="宋体" panose="02010600030101010101" pitchFamily="2" charset="-122"/>
              <a:cs typeface="+mn-cs"/>
            </a:endParaRPr>
          </a:p>
        </p:txBody>
      </p:sp>
    </p:spTree>
    <p:extLst>
      <p:ext uri="{BB962C8B-B14F-4D97-AF65-F5344CB8AC3E}">
        <p14:creationId xmlns:p14="http://schemas.microsoft.com/office/powerpoint/2010/main" val="179833280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可以将并行极值话，利用与组内相同的思想，可以得到组间进位信号也并行 </a:t>
            </a:r>
            <a:r>
              <a:rPr lang="zh-CN" altLang="en-US" b="1" dirty="0"/>
              <a:t>组内并行、组间并行进位加法器</a:t>
            </a:r>
          </a:p>
          <a:p>
            <a:endParaRPr lang="zh-CN" altLang="en-US" dirty="0"/>
          </a:p>
        </p:txBody>
      </p:sp>
      <p:sp>
        <p:nvSpPr>
          <p:cNvPr id="4" name="灯片编号占位符 3"/>
          <p:cNvSpPr>
            <a:spLocks noGrp="1"/>
          </p:cNvSpPr>
          <p:nvPr>
            <p:ph type="sldNum" sz="quarter" idx="10"/>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6143918E-A2CB-491E-8B36-A1C0952C99F6}" type="slidenum">
              <a:rPr kumimoji="0" lang="zh-CN" altLang="en-US" sz="1300" b="0" i="0" u="none" strike="noStrike" kern="1200" cap="none" spc="0" normalizeH="0" baseline="0" noProof="0" smtClean="0">
                <a:ln>
                  <a:noFill/>
                </a:ln>
                <a:solidFill>
                  <a:srgbClr val="000000"/>
                </a:solidFill>
                <a:effectLst/>
                <a:uLnTx/>
                <a:uFillTx/>
                <a:latin typeface="Arial" charset="0"/>
                <a:ea typeface="宋体" panose="02010600030101010101" pitchFamily="2"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95</a:t>
            </a:fld>
            <a:endParaRPr kumimoji="0" lang="en-US" altLang="zh-CN" sz="1300" b="0" i="0" u="none" strike="noStrike" kern="1200" cap="none" spc="0" normalizeH="0" baseline="0" noProof="0">
              <a:ln>
                <a:noFill/>
              </a:ln>
              <a:solidFill>
                <a:srgbClr val="000000"/>
              </a:solidFill>
              <a:effectLst/>
              <a:uLnTx/>
              <a:uFillTx/>
              <a:latin typeface="Arial" charset="0"/>
              <a:ea typeface="宋体" panose="02010600030101010101" pitchFamily="2" charset="-122"/>
              <a:cs typeface="+mn-cs"/>
            </a:endParaRPr>
          </a:p>
        </p:txBody>
      </p:sp>
    </p:spTree>
    <p:extLst>
      <p:ext uri="{BB962C8B-B14F-4D97-AF65-F5344CB8AC3E}">
        <p14:creationId xmlns:p14="http://schemas.microsoft.com/office/powerpoint/2010/main" val="401190004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96</a:t>
            </a:fld>
            <a:endParaRPr lang="en-US" altLang="zh-CN"/>
          </a:p>
        </p:txBody>
      </p:sp>
    </p:spTree>
    <p:extLst>
      <p:ext uri="{BB962C8B-B14F-4D97-AF65-F5344CB8AC3E}">
        <p14:creationId xmlns:p14="http://schemas.microsoft.com/office/powerpoint/2010/main" val="393582847"/>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6143918E-A2CB-491E-8B36-A1C0952C99F6}" type="slidenum">
              <a:rPr lang="zh-CN" altLang="en-US" smtClean="0"/>
              <a:pPr>
                <a:defRPr/>
              </a:pPr>
              <a:t>97</a:t>
            </a:fld>
            <a:endParaRPr lang="en-US" altLang="zh-CN"/>
          </a:p>
        </p:txBody>
      </p:sp>
    </p:spTree>
    <p:extLst>
      <p:ext uri="{BB962C8B-B14F-4D97-AF65-F5344CB8AC3E}">
        <p14:creationId xmlns:p14="http://schemas.microsoft.com/office/powerpoint/2010/main" val="3124314908"/>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电源电压工作条件从内阻的角度思考</a:t>
            </a:r>
            <a:endParaRPr lang="en-US" altLang="zh-CN" dirty="0"/>
          </a:p>
          <a:p>
            <a:r>
              <a:rPr lang="en-US" altLang="zh-CN" dirty="0"/>
              <a:t>MOS</a:t>
            </a:r>
            <a:r>
              <a:rPr lang="zh-CN" altLang="en-US" dirty="0"/>
              <a:t>管子简化数字模型可以看为</a:t>
            </a:r>
            <a:r>
              <a:rPr lang="en-US" altLang="zh-CN" dirty="0" err="1"/>
              <a:t>Vgs</a:t>
            </a:r>
            <a:r>
              <a:rPr lang="zh-CN" altLang="en-US" dirty="0"/>
              <a:t>＞</a:t>
            </a:r>
            <a:r>
              <a:rPr lang="en-US" altLang="zh-CN" dirty="0" err="1"/>
              <a:t>Vt</a:t>
            </a:r>
            <a:r>
              <a:rPr lang="zh-CN" altLang="en-US" dirty="0"/>
              <a:t>时导通，否则关断。对于</a:t>
            </a:r>
            <a:r>
              <a:rPr lang="en-US" altLang="zh-CN" dirty="0"/>
              <a:t>1</a:t>
            </a:r>
            <a:r>
              <a:rPr lang="zh-CN" altLang="en-US" dirty="0"/>
              <a:t>个非门，输出内阻对于所有的输入范围都应该很小，不能有关断。因此</a:t>
            </a:r>
            <a:r>
              <a:rPr lang="en-US" altLang="zh-CN" dirty="0" err="1"/>
              <a:t>Vdd</a:t>
            </a:r>
            <a:r>
              <a:rPr lang="en-US" altLang="zh-CN" dirty="0"/>
              <a:t>&gt;</a:t>
            </a:r>
            <a:r>
              <a:rPr lang="en-US" altLang="zh-CN" dirty="0">
                <a:sym typeface="Symbol" panose="05050102010706020507" pitchFamily="18" charset="2"/>
              </a:rPr>
              <a:t></a:t>
            </a:r>
            <a:r>
              <a:rPr lang="en-US" altLang="zh-CN" dirty="0" err="1"/>
              <a:t>Vtp</a:t>
            </a:r>
            <a:r>
              <a:rPr lang="en-US" altLang="zh-CN" dirty="0">
                <a:sym typeface="Symbol" panose="05050102010706020507" pitchFamily="18" charset="2"/>
              </a:rPr>
              <a:t></a:t>
            </a:r>
            <a:r>
              <a:rPr lang="en-US" altLang="zh-CN" dirty="0"/>
              <a:t>+</a:t>
            </a:r>
            <a:r>
              <a:rPr lang="en-US" altLang="zh-CN" dirty="0" err="1"/>
              <a:t>Vtn</a:t>
            </a:r>
            <a:endParaRPr lang="zh-CN" altLang="en-US" dirty="0"/>
          </a:p>
        </p:txBody>
      </p:sp>
      <p:sp>
        <p:nvSpPr>
          <p:cNvPr id="4" name="灯片编号占位符 3"/>
          <p:cNvSpPr>
            <a:spLocks noGrp="1"/>
          </p:cNvSpPr>
          <p:nvPr>
            <p:ph type="sldNum" sz="quarter" idx="10"/>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8073E8E3-1CB7-473D-9DA1-003F49C9648F}" type="slidenum">
              <a:rPr kumimoji="0" lang="en-US" altLang="zh-CN" sz="1300" b="0" i="0" u="none" strike="noStrike" kern="1200" cap="none" spc="0" normalizeH="0" baseline="0" noProof="0" smtClean="0">
                <a:ln>
                  <a:noFill/>
                </a:ln>
                <a:solidFill>
                  <a:srgbClr val="000000"/>
                </a:solidFill>
                <a:effectLst/>
                <a:uLnTx/>
                <a:uFillTx/>
                <a:latin typeface="Arial" charset="0"/>
                <a:ea typeface="宋体" panose="02010600030101010101" pitchFamily="2"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99</a:t>
            </a:fld>
            <a:endParaRPr kumimoji="0" lang="en-US" altLang="zh-CN" sz="1300" b="0" i="0" u="none" strike="noStrike" kern="1200" cap="none" spc="0" normalizeH="0" baseline="0" noProof="0">
              <a:ln>
                <a:noFill/>
              </a:ln>
              <a:solidFill>
                <a:srgbClr val="000000"/>
              </a:solidFill>
              <a:effectLst/>
              <a:uLnTx/>
              <a:uFillTx/>
              <a:latin typeface="Arial" charset="0"/>
              <a:ea typeface="宋体" panose="02010600030101010101" pitchFamily="2" charset="-122"/>
              <a:cs typeface="+mn-cs"/>
            </a:endParaRPr>
          </a:p>
        </p:txBody>
      </p:sp>
    </p:spTree>
    <p:extLst>
      <p:ext uri="{BB962C8B-B14F-4D97-AF65-F5344CB8AC3E}">
        <p14:creationId xmlns:p14="http://schemas.microsoft.com/office/powerpoint/2010/main" val="1761120883"/>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a:p>
            <a:r>
              <a:rPr lang="zh-CN" altLang="en-US" dirty="0"/>
              <a:t>动画，</a:t>
            </a:r>
            <a:endParaRPr lang="en-US" altLang="zh-CN" dirty="0"/>
          </a:p>
          <a:p>
            <a:r>
              <a:rPr lang="en-US" altLang="zh-CN" dirty="0"/>
              <a:t>1</a:t>
            </a:r>
            <a:r>
              <a:rPr lang="zh-CN" altLang="en-US" dirty="0"/>
              <a:t>当</a:t>
            </a:r>
            <a:r>
              <a:rPr lang="en-US" altLang="zh-CN" dirty="0"/>
              <a:t>A = B =</a:t>
            </a:r>
            <a:r>
              <a:rPr lang="en-US" altLang="zh-CN" baseline="0" dirty="0"/>
              <a:t> 0</a:t>
            </a:r>
            <a:r>
              <a:rPr lang="zh-CN" altLang="en-US" baseline="0" dirty="0"/>
              <a:t>，</a:t>
            </a:r>
            <a:r>
              <a:rPr lang="en-US" altLang="zh-CN" baseline="0" dirty="0"/>
              <a:t>M4M3</a:t>
            </a:r>
            <a:r>
              <a:rPr lang="zh-CN" altLang="en-US" baseline="0" dirty="0"/>
              <a:t>导通，</a:t>
            </a:r>
            <a:r>
              <a:rPr lang="en-US" altLang="zh-CN" baseline="0" dirty="0"/>
              <a:t>M1M2</a:t>
            </a:r>
            <a:r>
              <a:rPr lang="zh-CN" altLang="en-US" baseline="0" dirty="0"/>
              <a:t>关断，</a:t>
            </a:r>
            <a:r>
              <a:rPr lang="en-US" altLang="zh-CN" baseline="0" dirty="0"/>
              <a:t>Y=1</a:t>
            </a:r>
          </a:p>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100</a:t>
            </a:fld>
            <a:endParaRPr lang="en-US" altLang="zh-CN"/>
          </a:p>
        </p:txBody>
      </p:sp>
    </p:spTree>
    <p:extLst>
      <p:ext uri="{BB962C8B-B14F-4D97-AF65-F5344CB8AC3E}">
        <p14:creationId xmlns:p14="http://schemas.microsoft.com/office/powerpoint/2010/main" val="2827263022"/>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a:p>
            <a:r>
              <a:rPr lang="zh-CN" altLang="en-US" dirty="0"/>
              <a:t>动画，</a:t>
            </a:r>
            <a:endParaRPr lang="en-US" altLang="zh-CN" dirty="0"/>
          </a:p>
          <a:p>
            <a:r>
              <a:rPr lang="en-US" altLang="zh-CN" baseline="0" dirty="0"/>
              <a:t>2</a:t>
            </a:r>
            <a:r>
              <a:rPr lang="zh-CN" altLang="en-US" baseline="0" dirty="0"/>
              <a:t>当</a:t>
            </a:r>
            <a:r>
              <a:rPr lang="en-US" altLang="zh-CN" baseline="0" dirty="0"/>
              <a:t>A=0 B =1 </a:t>
            </a:r>
            <a:r>
              <a:rPr lang="zh-CN" altLang="en-US" baseline="0" dirty="0"/>
              <a:t>，</a:t>
            </a:r>
            <a:r>
              <a:rPr lang="en-US" altLang="zh-CN" baseline="0" dirty="0"/>
              <a:t>M3M2</a:t>
            </a:r>
            <a:r>
              <a:rPr lang="zh-CN" altLang="en-US" baseline="0" dirty="0"/>
              <a:t>导通导通，</a:t>
            </a:r>
            <a:r>
              <a:rPr lang="en-US" altLang="zh-CN" baseline="0" dirty="0"/>
              <a:t>M1M4</a:t>
            </a:r>
            <a:r>
              <a:rPr lang="zh-CN" altLang="en-US" baseline="0" dirty="0"/>
              <a:t>关断，</a:t>
            </a:r>
            <a:r>
              <a:rPr lang="en-US" altLang="zh-CN" baseline="0" dirty="0"/>
              <a:t>Y</a:t>
            </a:r>
            <a:r>
              <a:rPr lang="zh-CN" altLang="en-US" baseline="0" dirty="0"/>
              <a:t>和</a:t>
            </a:r>
            <a:r>
              <a:rPr lang="en-US" altLang="zh-CN" baseline="0" dirty="0"/>
              <a:t>VDD</a:t>
            </a:r>
            <a:r>
              <a:rPr lang="zh-CN" altLang="en-US" baseline="0" dirty="0"/>
              <a:t>导通，</a:t>
            </a:r>
            <a:r>
              <a:rPr lang="en-US" altLang="zh-CN" baseline="0" dirty="0"/>
              <a:t>Y=1</a:t>
            </a:r>
          </a:p>
          <a:p>
            <a:r>
              <a:rPr lang="en-US" altLang="zh-CN" dirty="0"/>
              <a:t>A=1</a:t>
            </a:r>
            <a:r>
              <a:rPr lang="zh-CN" altLang="en-US" dirty="0"/>
              <a:t>和</a:t>
            </a:r>
            <a:r>
              <a:rPr lang="en-US" altLang="zh-CN" dirty="0"/>
              <a:t>B=0</a:t>
            </a:r>
            <a:r>
              <a:rPr lang="zh-CN" altLang="en-US" dirty="0"/>
              <a:t>是对称的</a:t>
            </a:r>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101</a:t>
            </a:fld>
            <a:endParaRPr lang="en-US" altLang="zh-CN"/>
          </a:p>
        </p:txBody>
      </p:sp>
    </p:spTree>
    <p:extLst>
      <p:ext uri="{BB962C8B-B14F-4D97-AF65-F5344CB8AC3E}">
        <p14:creationId xmlns:p14="http://schemas.microsoft.com/office/powerpoint/2010/main" val="1734013217"/>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在这个例子中，</a:t>
            </a:r>
            <a:r>
              <a:rPr lang="en-US" altLang="zh-CN" dirty="0"/>
              <a:t>VDD</a:t>
            </a:r>
            <a:r>
              <a:rPr lang="zh-CN" altLang="en-US" dirty="0"/>
              <a:t>和</a:t>
            </a:r>
            <a:r>
              <a:rPr lang="en-US" altLang="zh-CN" dirty="0"/>
              <a:t>GND</a:t>
            </a:r>
            <a:r>
              <a:rPr lang="zh-CN" altLang="en-US" dirty="0"/>
              <a:t>互换位置。根据逻辑判断为与或门。</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注意，在该例子中，与</a:t>
            </a:r>
            <a:r>
              <a:rPr lang="en-US" altLang="zh-CN" baseline="0" dirty="0"/>
              <a:t> GND </a:t>
            </a:r>
            <a:r>
              <a:rPr lang="zh-CN" altLang="en-US" baseline="0" dirty="0"/>
              <a:t>相连的网络为下拉网络。采用</a:t>
            </a:r>
            <a:r>
              <a:rPr lang="en-US" altLang="zh-CN" baseline="0" dirty="0" err="1"/>
              <a:t>nmos</a:t>
            </a:r>
            <a:r>
              <a:rPr lang="zh-CN" altLang="en-US" baseline="0" dirty="0"/>
              <a:t>。</a:t>
            </a:r>
            <a:r>
              <a:rPr lang="zh-CN" altLang="en-US" dirty="0"/>
              <a:t>与</a:t>
            </a:r>
            <a:r>
              <a:rPr lang="en-US" altLang="zh-CN" baseline="0" dirty="0"/>
              <a:t> VDD </a:t>
            </a:r>
            <a:r>
              <a:rPr lang="zh-CN" altLang="en-US" baseline="0" dirty="0"/>
              <a:t>相连的网络为上拉网络。采用</a:t>
            </a:r>
            <a:r>
              <a:rPr lang="en-US" altLang="zh-CN" baseline="0" dirty="0" err="1"/>
              <a:t>pmos</a:t>
            </a:r>
            <a:r>
              <a:rPr lang="zh-CN" altLang="en-US" baseline="0" dirty="0"/>
              <a:t>。</a:t>
            </a:r>
            <a:endParaRPr lang="en-US" altLang="zh-CN" baseline="0" dirty="0"/>
          </a:p>
          <a:p>
            <a:r>
              <a:rPr lang="en-US" altLang="zh-CN" baseline="0" dirty="0" err="1"/>
              <a:t>nmos</a:t>
            </a:r>
            <a:r>
              <a:rPr lang="zh-CN" altLang="en-US" baseline="0" dirty="0"/>
              <a:t>电路符号和</a:t>
            </a:r>
            <a:r>
              <a:rPr lang="en-US" altLang="zh-CN" baseline="0" dirty="0" err="1"/>
              <a:t>pmos</a:t>
            </a:r>
            <a:r>
              <a:rPr lang="zh-CN" altLang="en-US" baseline="0" dirty="0"/>
              <a:t>电路符号区别</a:t>
            </a:r>
            <a:r>
              <a:rPr lang="en-US" altLang="zh-CN" baseline="0" dirty="0"/>
              <a:t>——</a:t>
            </a:r>
            <a:r>
              <a:rPr lang="en-US" altLang="zh-CN" baseline="0" dirty="0" err="1"/>
              <a:t>nmos</a:t>
            </a:r>
            <a:r>
              <a:rPr lang="zh-CN" altLang="en-US" baseline="0" dirty="0"/>
              <a:t>符号箭头从漏极指向栅极。</a:t>
            </a:r>
            <a:r>
              <a:rPr lang="en-US" altLang="zh-CN" baseline="0" dirty="0" err="1"/>
              <a:t>Pmos</a:t>
            </a:r>
            <a:r>
              <a:rPr lang="zh-CN" altLang="en-US" baseline="0" dirty="0"/>
              <a:t>符号箭头从栅极指向极。</a:t>
            </a:r>
            <a:endParaRPr lang="en-US" altLang="zh-CN" baseline="0" dirty="0"/>
          </a:p>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102</a:t>
            </a:fld>
            <a:endParaRPr lang="en-US" altLang="zh-CN"/>
          </a:p>
        </p:txBody>
      </p:sp>
    </p:spTree>
    <p:extLst>
      <p:ext uri="{BB962C8B-B14F-4D97-AF65-F5344CB8AC3E}">
        <p14:creationId xmlns:p14="http://schemas.microsoft.com/office/powerpoint/2010/main" val="2070514836"/>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在这个例子中，</a:t>
            </a:r>
            <a:r>
              <a:rPr lang="en-US" altLang="zh-CN" dirty="0"/>
              <a:t>VDD</a:t>
            </a:r>
            <a:r>
              <a:rPr lang="zh-CN" altLang="en-US" dirty="0"/>
              <a:t>和</a:t>
            </a:r>
            <a:r>
              <a:rPr lang="en-US" altLang="zh-CN" dirty="0"/>
              <a:t>GND</a:t>
            </a:r>
            <a:r>
              <a:rPr lang="zh-CN" altLang="en-US" dirty="0"/>
              <a:t>互换位置。根据逻辑判断为与或门。</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注意，在该例子中，与</a:t>
            </a:r>
            <a:r>
              <a:rPr lang="en-US" altLang="zh-CN" baseline="0" dirty="0"/>
              <a:t> GND </a:t>
            </a:r>
            <a:r>
              <a:rPr lang="zh-CN" altLang="en-US" baseline="0" dirty="0"/>
              <a:t>相连的网络为下拉网络。采用</a:t>
            </a:r>
            <a:r>
              <a:rPr lang="en-US" altLang="zh-CN" baseline="0" dirty="0" err="1"/>
              <a:t>nmos</a:t>
            </a:r>
            <a:r>
              <a:rPr lang="zh-CN" altLang="en-US" baseline="0" dirty="0"/>
              <a:t>。</a:t>
            </a:r>
            <a:r>
              <a:rPr lang="zh-CN" altLang="en-US" dirty="0"/>
              <a:t>与</a:t>
            </a:r>
            <a:r>
              <a:rPr lang="en-US" altLang="zh-CN" baseline="0" dirty="0"/>
              <a:t> VDD </a:t>
            </a:r>
            <a:r>
              <a:rPr lang="zh-CN" altLang="en-US" baseline="0" dirty="0"/>
              <a:t>相连的网络为上拉网络。采用</a:t>
            </a:r>
            <a:r>
              <a:rPr lang="en-US" altLang="zh-CN" baseline="0" dirty="0" err="1"/>
              <a:t>pmos</a:t>
            </a:r>
            <a:r>
              <a:rPr lang="zh-CN" altLang="en-US" baseline="0" dirty="0"/>
              <a:t>。</a:t>
            </a:r>
            <a:endParaRPr lang="en-US" altLang="zh-CN" baseline="0" dirty="0"/>
          </a:p>
          <a:p>
            <a:r>
              <a:rPr lang="en-US" altLang="zh-CN" baseline="0" dirty="0" err="1"/>
              <a:t>nmos</a:t>
            </a:r>
            <a:r>
              <a:rPr lang="zh-CN" altLang="en-US" baseline="0" dirty="0"/>
              <a:t>电路符号和</a:t>
            </a:r>
            <a:r>
              <a:rPr lang="en-US" altLang="zh-CN" baseline="0" dirty="0" err="1"/>
              <a:t>pmos</a:t>
            </a:r>
            <a:r>
              <a:rPr lang="zh-CN" altLang="en-US" baseline="0" dirty="0"/>
              <a:t>电路符号区别</a:t>
            </a:r>
            <a:r>
              <a:rPr lang="en-US" altLang="zh-CN" baseline="0" dirty="0"/>
              <a:t>——</a:t>
            </a:r>
            <a:r>
              <a:rPr lang="en-US" altLang="zh-CN" baseline="0" dirty="0" err="1"/>
              <a:t>nmos</a:t>
            </a:r>
            <a:r>
              <a:rPr lang="zh-CN" altLang="en-US" baseline="0" dirty="0"/>
              <a:t>符号箭头从漏极指向栅极。</a:t>
            </a:r>
            <a:r>
              <a:rPr lang="en-US" altLang="zh-CN" baseline="0" dirty="0" err="1"/>
              <a:t>Pmos</a:t>
            </a:r>
            <a:r>
              <a:rPr lang="zh-CN" altLang="en-US" baseline="0" dirty="0"/>
              <a:t>符号箭头从栅极指向极。</a:t>
            </a:r>
            <a:endParaRPr lang="en-US" altLang="zh-CN" baseline="0" dirty="0"/>
          </a:p>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103</a:t>
            </a:fld>
            <a:endParaRPr lang="en-US" altLang="zh-CN"/>
          </a:p>
        </p:txBody>
      </p:sp>
    </p:spTree>
    <p:extLst>
      <p:ext uri="{BB962C8B-B14F-4D97-AF65-F5344CB8AC3E}">
        <p14:creationId xmlns:p14="http://schemas.microsoft.com/office/powerpoint/2010/main" val="4200768149"/>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6143918E-A2CB-491E-8B36-A1C0952C99F6}" type="slidenum">
              <a:rPr kumimoji="0" lang="zh-CN" altLang="en-US" sz="1300" b="0" i="0" u="none" strike="noStrike" kern="1200" cap="none" spc="0" normalizeH="0" baseline="0" noProof="0" smtClean="0">
                <a:ln>
                  <a:noFill/>
                </a:ln>
                <a:solidFill>
                  <a:srgbClr val="000000"/>
                </a:solidFill>
                <a:effectLst/>
                <a:uLnTx/>
                <a:uFillTx/>
                <a:latin typeface="Arial" charset="0"/>
                <a:ea typeface="宋体" panose="02010600030101010101" pitchFamily="2"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104</a:t>
            </a:fld>
            <a:endParaRPr kumimoji="0" lang="en-US" altLang="zh-CN" sz="1300" b="0" i="0" u="none" strike="noStrike" kern="1200" cap="none" spc="0" normalizeH="0" baseline="0" noProof="0">
              <a:ln>
                <a:noFill/>
              </a:ln>
              <a:solidFill>
                <a:srgbClr val="000000"/>
              </a:solidFill>
              <a:effectLst/>
              <a:uLnTx/>
              <a:uFillTx/>
              <a:latin typeface="Arial" charset="0"/>
              <a:ea typeface="宋体" panose="02010600030101010101" pitchFamily="2" charset="-122"/>
              <a:cs typeface="+mn-cs"/>
            </a:endParaRPr>
          </a:p>
        </p:txBody>
      </p:sp>
    </p:spTree>
    <p:extLst>
      <p:ext uri="{BB962C8B-B14F-4D97-AF65-F5344CB8AC3E}">
        <p14:creationId xmlns:p14="http://schemas.microsoft.com/office/powerpoint/2010/main" val="871900243"/>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再理解</a:t>
            </a:r>
          </a:p>
          <a:p>
            <a:r>
              <a:rPr lang="zh-CN" altLang="en-US" dirty="0"/>
              <a:t>一般逻辑门的设计分为两部分，</a:t>
            </a:r>
            <a:r>
              <a:rPr lang="en-US" altLang="zh-CN" dirty="0"/>
              <a:t>PMOS</a:t>
            </a:r>
            <a:r>
              <a:rPr lang="zh-CN" altLang="en-US" dirty="0"/>
              <a:t>和</a:t>
            </a:r>
            <a:r>
              <a:rPr lang="en-US" altLang="zh-CN" dirty="0"/>
              <a:t>NMOS</a:t>
            </a:r>
            <a:r>
              <a:rPr lang="zh-CN" altLang="en-US" dirty="0"/>
              <a:t>部分，</a:t>
            </a:r>
            <a:r>
              <a:rPr lang="en-US" altLang="zh-CN" dirty="0"/>
              <a:t>PMOS</a:t>
            </a:r>
            <a:r>
              <a:rPr lang="zh-CN" altLang="en-US" dirty="0"/>
              <a:t>和</a:t>
            </a:r>
            <a:r>
              <a:rPr lang="en-US" altLang="zh-CN" dirty="0"/>
              <a:t>NMOS</a:t>
            </a:r>
            <a:r>
              <a:rPr lang="zh-CN" altLang="en-US" dirty="0"/>
              <a:t>开关性相反，当</a:t>
            </a:r>
            <a:r>
              <a:rPr lang="en-US" altLang="zh-CN" dirty="0"/>
              <a:t>PMOS</a:t>
            </a:r>
            <a:r>
              <a:rPr lang="zh-CN" altLang="en-US" dirty="0"/>
              <a:t>导通、</a:t>
            </a:r>
            <a:r>
              <a:rPr lang="en-US" altLang="zh-CN" dirty="0"/>
              <a:t>NMOS</a:t>
            </a:r>
            <a:r>
              <a:rPr lang="zh-CN" altLang="en-US" dirty="0"/>
              <a:t>关断时，输出为高电平（输出和</a:t>
            </a:r>
            <a:r>
              <a:rPr lang="en-US" altLang="zh-CN" dirty="0"/>
              <a:t>VDD</a:t>
            </a:r>
            <a:r>
              <a:rPr lang="zh-CN" altLang="en-US" dirty="0"/>
              <a:t>短路）。当</a:t>
            </a:r>
            <a:r>
              <a:rPr lang="en-US" altLang="zh-CN" dirty="0"/>
              <a:t>PMOS</a:t>
            </a:r>
            <a:r>
              <a:rPr lang="zh-CN" altLang="en-US" dirty="0"/>
              <a:t>关断、</a:t>
            </a:r>
            <a:r>
              <a:rPr lang="en-US" altLang="zh-CN" dirty="0"/>
              <a:t>NMOS</a:t>
            </a:r>
            <a:r>
              <a:rPr lang="zh-CN" altLang="en-US" dirty="0"/>
              <a:t>导通时，输出为低电平（输出和</a:t>
            </a:r>
            <a:r>
              <a:rPr lang="en-US" altLang="zh-CN" dirty="0"/>
              <a:t>GND</a:t>
            </a:r>
            <a:r>
              <a:rPr lang="zh-CN" altLang="en-US" dirty="0"/>
              <a:t>短路）。</a:t>
            </a:r>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105</a:t>
            </a:fld>
            <a:endParaRPr lang="en-US" altLang="zh-CN"/>
          </a:p>
        </p:txBody>
      </p:sp>
    </p:spTree>
    <p:extLst>
      <p:ext uri="{BB962C8B-B14F-4D97-AF65-F5344CB8AC3E}">
        <p14:creationId xmlns:p14="http://schemas.microsoft.com/office/powerpoint/2010/main" val="88519858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en-GB" altLang="zh-CN"/>
              <a:t>Click to edit Master title style</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GB" altLang="zh-CN"/>
              <a:t>Click to edit Master subtitle style</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r>
              <a:rPr lang="zh-CN" altLang="en-US"/>
              <a:t>清华</a:t>
            </a:r>
            <a:r>
              <a:rPr lang="en-US" altLang="zh-CN"/>
              <a:t>-</a:t>
            </a:r>
            <a:r>
              <a:rPr lang="zh-CN" altLang="en-US"/>
              <a:t>数逻</a:t>
            </a:r>
            <a:r>
              <a:rPr lang="en-US" altLang="zh-CN"/>
              <a:t>-</a:t>
            </a:r>
            <a:r>
              <a:rPr lang="zh-CN" altLang="en-US"/>
              <a:t>李学清</a:t>
            </a:r>
            <a:r>
              <a:rPr lang="en-US" altLang="zh-CN"/>
              <a:t>-2020</a:t>
            </a:r>
          </a:p>
        </p:txBody>
      </p:sp>
      <p:sp>
        <p:nvSpPr>
          <p:cNvPr id="6" name="灯片编号占位符 5"/>
          <p:cNvSpPr>
            <a:spLocks noGrp="1"/>
          </p:cNvSpPr>
          <p:nvPr>
            <p:ph type="sldNum" sz="quarter" idx="12"/>
          </p:nvPr>
        </p:nvSpPr>
        <p:spPr/>
        <p:txBody>
          <a:bodyPr/>
          <a:lstStyle>
            <a:lvl1pPr>
              <a:defRPr/>
            </a:lvl1pPr>
          </a:lstStyle>
          <a:p>
            <a:pPr>
              <a:defRPr/>
            </a:pPr>
            <a:fld id="{FA75E29D-5549-4F24-8D92-F7A17931DC23}" type="slidenum">
              <a:rPr lang="zh-CN" altLang="en-US" smtClean="0"/>
              <a:pPr>
                <a:defRPr/>
              </a:pPr>
              <a:t>‹#›</a:t>
            </a:fld>
            <a:endParaRPr lang="en-US" altLang="zh-CN"/>
          </a:p>
        </p:txBody>
      </p:sp>
      <p:pic>
        <p:nvPicPr>
          <p:cNvPr id="7" name="图片 6">
            <a:extLst>
              <a:ext uri="{FF2B5EF4-FFF2-40B4-BE49-F238E27FC236}">
                <a16:creationId xmlns:a16="http://schemas.microsoft.com/office/drawing/2014/main" id="{BCC4A147-EF3A-D694-E3BA-2550D85C9D1E}"/>
              </a:ext>
            </a:extLst>
          </p:cNvPr>
          <p:cNvPicPr>
            <a:picLocks noChangeAspect="1"/>
          </p:cNvPicPr>
          <p:nvPr userDrawn="1"/>
        </p:nvPicPr>
        <p:blipFill rotWithShape="1">
          <a:blip r:embed="rId2"/>
          <a:srcRect r="84159"/>
          <a:stretch/>
        </p:blipFill>
        <p:spPr>
          <a:xfrm>
            <a:off x="0" y="0"/>
            <a:ext cx="1340427" cy="1357258"/>
          </a:xfrm>
          <a:prstGeom prst="rect">
            <a:avLst/>
          </a:prstGeom>
        </p:spPr>
      </p:pic>
      <p:pic>
        <p:nvPicPr>
          <p:cNvPr id="8" name="图片 7">
            <a:extLst>
              <a:ext uri="{FF2B5EF4-FFF2-40B4-BE49-F238E27FC236}">
                <a16:creationId xmlns:a16="http://schemas.microsoft.com/office/drawing/2014/main" id="{45341E47-1F7D-0090-E606-4389EF8E77EA}"/>
              </a:ext>
            </a:extLst>
          </p:cNvPr>
          <p:cNvPicPr>
            <a:picLocks noChangeAspect="1"/>
          </p:cNvPicPr>
          <p:nvPr userDrawn="1"/>
        </p:nvPicPr>
        <p:blipFill rotWithShape="1">
          <a:blip r:embed="rId2"/>
          <a:srcRect l="17445" r="66386"/>
          <a:stretch/>
        </p:blipFill>
        <p:spPr>
          <a:xfrm>
            <a:off x="7775848" y="0"/>
            <a:ext cx="1368152" cy="1357258"/>
          </a:xfrm>
          <a:prstGeom prst="rect">
            <a:avLst/>
          </a:prstGeom>
        </p:spPr>
      </p:pic>
    </p:spTree>
    <p:extLst>
      <p:ext uri="{BB962C8B-B14F-4D97-AF65-F5344CB8AC3E}">
        <p14:creationId xmlns:p14="http://schemas.microsoft.com/office/powerpoint/2010/main" val="2350479430"/>
      </p:ext>
    </p:extLst>
  </p:cSld>
  <p:clrMapOvr>
    <a:masterClrMapping/>
  </p:clrMapOvr>
  <p:transition>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4000"/>
            </a:lvl1pPr>
          </a:lstStyle>
          <a:p>
            <a:r>
              <a:rPr lang="en-GB" altLang="zh-CN"/>
              <a:t>Click to edit Master title style</a:t>
            </a:r>
            <a:endParaRPr lang="zh-CN" altLang="en-US"/>
          </a:p>
        </p:txBody>
      </p:sp>
      <p:sp>
        <p:nvSpPr>
          <p:cNvPr id="3" name="内容占位符 2"/>
          <p:cNvSpPr>
            <a:spLocks noGrp="1"/>
          </p:cNvSpPr>
          <p:nvPr>
            <p:ph idx="1"/>
          </p:nvPr>
        </p:nvSpPr>
        <p:spPr>
          <a:xfrm>
            <a:off x="457200" y="1551432"/>
            <a:ext cx="8229600" cy="4525963"/>
          </a:xfrm>
        </p:spPr>
        <p:txBody>
          <a:body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dirty="0"/>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A88D0608-5506-4AD0-BB9E-DF761E8BFA1F}" type="slidenum">
              <a:rPr lang="zh-CN" altLang="en-US" smtClean="0"/>
              <a:pPr>
                <a:defRPr/>
              </a:pPr>
              <a:t>‹#›</a:t>
            </a:fld>
            <a:endParaRPr lang="en-US" altLang="zh-CN"/>
          </a:p>
        </p:txBody>
      </p:sp>
    </p:spTree>
    <p:extLst>
      <p:ext uri="{BB962C8B-B14F-4D97-AF65-F5344CB8AC3E}">
        <p14:creationId xmlns:p14="http://schemas.microsoft.com/office/powerpoint/2010/main" val="2138762486"/>
      </p:ext>
    </p:extLst>
  </p:cSld>
  <p:clrMapOvr>
    <a:masterClrMapping/>
  </p:clrMapOvr>
  <p:transition>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en-GB" altLang="zh-CN"/>
              <a:t>Click to edit Master title style</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GB" altLang="zh-CN"/>
              <a:t>Click to edit Master text styles</a:t>
            </a:r>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F875B503-0E0E-4FA0-ABAE-E3D4A2E6D662}" type="slidenum">
              <a:rPr lang="zh-CN" altLang="en-US" smtClean="0"/>
              <a:pPr>
                <a:defRPr/>
              </a:pPr>
              <a:t>‹#›</a:t>
            </a:fld>
            <a:endParaRPr lang="en-US" altLang="zh-CN"/>
          </a:p>
        </p:txBody>
      </p:sp>
    </p:spTree>
    <p:extLst>
      <p:ext uri="{BB962C8B-B14F-4D97-AF65-F5344CB8AC3E}">
        <p14:creationId xmlns:p14="http://schemas.microsoft.com/office/powerpoint/2010/main" val="3470741730"/>
      </p:ext>
    </p:extLst>
  </p:cSld>
  <p:clrMapOvr>
    <a:masterClrMapping/>
  </p:clrMapOvr>
  <p:transition>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GB" altLang="zh-CN"/>
              <a:t>Click to edit Master title style</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a:p>
        </p:txBody>
      </p:sp>
      <p:sp>
        <p:nvSpPr>
          <p:cNvPr id="5" name="日期占位符 4"/>
          <p:cNvSpPr>
            <a:spLocks noGrp="1"/>
          </p:cNvSpPr>
          <p:nvPr>
            <p:ph type="dt" sz="half" idx="10"/>
          </p:nvPr>
        </p:nvSpPr>
        <p:spPr/>
        <p:txBody>
          <a:bodyPr/>
          <a:lstStyle>
            <a:lvl1pPr>
              <a:defRPr/>
            </a:lvl1pPr>
          </a:lstStyle>
          <a:p>
            <a:pPr>
              <a:defRPr/>
            </a:pPr>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pPr>
              <a:defRPr/>
            </a:pPr>
            <a:fld id="{C5BA3390-FAE4-4C36-B805-80E623F337FC}" type="slidenum">
              <a:rPr lang="zh-CN" altLang="en-US" smtClean="0"/>
              <a:pPr>
                <a:defRPr/>
              </a:pPr>
              <a:t>‹#›</a:t>
            </a:fld>
            <a:endParaRPr lang="en-US" altLang="zh-CN"/>
          </a:p>
        </p:txBody>
      </p:sp>
    </p:spTree>
    <p:extLst>
      <p:ext uri="{BB962C8B-B14F-4D97-AF65-F5344CB8AC3E}">
        <p14:creationId xmlns:p14="http://schemas.microsoft.com/office/powerpoint/2010/main" val="2723697382"/>
      </p:ext>
    </p:extLst>
  </p:cSld>
  <p:clrMapOvr>
    <a:masterClrMapping/>
  </p:clrMapOvr>
  <p:transition>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en-GB" altLang="zh-CN"/>
              <a:t>Click to edit Master title style</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ltLang="zh-CN"/>
              <a:t>Click to edit Master text styles</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ltLang="zh-CN"/>
              <a:t>Click to edit Master text styles</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a:p>
        </p:txBody>
      </p:sp>
      <p:sp>
        <p:nvSpPr>
          <p:cNvPr id="7" name="日期占位符 6"/>
          <p:cNvSpPr>
            <a:spLocks noGrp="1"/>
          </p:cNvSpPr>
          <p:nvPr>
            <p:ph type="dt" sz="half" idx="10"/>
          </p:nvPr>
        </p:nvSpPr>
        <p:spPr/>
        <p:txBody>
          <a:bodyPr/>
          <a:lstStyle>
            <a:lvl1pPr>
              <a:defRPr/>
            </a:lvl1pPr>
          </a:lstStyle>
          <a:p>
            <a:pPr>
              <a:defRPr/>
            </a:pPr>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pPr>
              <a:defRPr/>
            </a:pPr>
            <a:fld id="{C3AFF157-FD97-49D1-AD0D-EDB5FBA230AD}" type="slidenum">
              <a:rPr lang="zh-CN" altLang="en-US" smtClean="0"/>
              <a:pPr>
                <a:defRPr/>
              </a:pPr>
              <a:t>‹#›</a:t>
            </a:fld>
            <a:endParaRPr lang="en-US" altLang="zh-CN"/>
          </a:p>
        </p:txBody>
      </p:sp>
    </p:spTree>
    <p:extLst>
      <p:ext uri="{BB962C8B-B14F-4D97-AF65-F5344CB8AC3E}">
        <p14:creationId xmlns:p14="http://schemas.microsoft.com/office/powerpoint/2010/main" val="607502281"/>
      </p:ext>
    </p:extLst>
  </p:cSld>
  <p:clrMapOvr>
    <a:masterClrMapping/>
  </p:clrMapOvr>
  <p:transition>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GB" altLang="zh-CN"/>
              <a:t>Click to edit Master title style</a:t>
            </a:r>
            <a:endParaRPr lang="zh-CN" altLang="en-US"/>
          </a:p>
        </p:txBody>
      </p:sp>
      <p:sp>
        <p:nvSpPr>
          <p:cNvPr id="3" name="日期占位符 2"/>
          <p:cNvSpPr>
            <a:spLocks noGrp="1"/>
          </p:cNvSpPr>
          <p:nvPr>
            <p:ph type="dt" sz="half" idx="10"/>
          </p:nvPr>
        </p:nvSpPr>
        <p:spPr/>
        <p:txBody>
          <a:bodyPr/>
          <a:lstStyle>
            <a:lvl1pPr>
              <a:defRPr/>
            </a:lvl1pPr>
          </a:lstStyle>
          <a:p>
            <a:pPr>
              <a:defRPr/>
            </a:pPr>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pPr>
              <a:defRPr/>
            </a:pPr>
            <a:fld id="{F8B2A855-7301-4036-B977-4E13EC7544E9}" type="slidenum">
              <a:rPr lang="zh-CN" altLang="en-US" smtClean="0"/>
              <a:pPr>
                <a:defRPr/>
              </a:pPr>
              <a:t>‹#›</a:t>
            </a:fld>
            <a:endParaRPr lang="en-US" altLang="zh-CN"/>
          </a:p>
        </p:txBody>
      </p:sp>
    </p:spTree>
    <p:extLst>
      <p:ext uri="{BB962C8B-B14F-4D97-AF65-F5344CB8AC3E}">
        <p14:creationId xmlns:p14="http://schemas.microsoft.com/office/powerpoint/2010/main" val="2914559672"/>
      </p:ext>
    </p:extLst>
  </p:cSld>
  <p:clrMapOvr>
    <a:masterClrMapping/>
  </p:clrMapOvr>
  <p:transition>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pPr>
              <a:defRPr/>
            </a:pPr>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pPr>
              <a:defRPr/>
            </a:pPr>
            <a:fld id="{32A7F497-9298-4E9C-9D52-2133934E05FC}" type="slidenum">
              <a:rPr lang="zh-CN" altLang="en-US" smtClean="0"/>
              <a:pPr>
                <a:defRPr/>
              </a:pPr>
              <a:t>‹#›</a:t>
            </a:fld>
            <a:endParaRPr lang="en-US" altLang="zh-CN"/>
          </a:p>
        </p:txBody>
      </p:sp>
    </p:spTree>
    <p:extLst>
      <p:ext uri="{BB962C8B-B14F-4D97-AF65-F5344CB8AC3E}">
        <p14:creationId xmlns:p14="http://schemas.microsoft.com/office/powerpoint/2010/main" val="2567639719"/>
      </p:ext>
    </p:extLst>
  </p:cSld>
  <p:clrMapOvr>
    <a:masterClrMapping/>
  </p:clrMapOvr>
  <p:transition>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en-GB" altLang="zh-CN"/>
              <a:t>Click to edit Master title style</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ltLang="zh-CN"/>
              <a:t>Click to edit Master text styles</a:t>
            </a:r>
          </a:p>
        </p:txBody>
      </p:sp>
      <p:sp>
        <p:nvSpPr>
          <p:cNvPr id="5" name="日期占位符 4"/>
          <p:cNvSpPr>
            <a:spLocks noGrp="1"/>
          </p:cNvSpPr>
          <p:nvPr>
            <p:ph type="dt" sz="half" idx="10"/>
          </p:nvPr>
        </p:nvSpPr>
        <p:spPr/>
        <p:txBody>
          <a:bodyPr/>
          <a:lstStyle>
            <a:lvl1pPr>
              <a:defRPr/>
            </a:lvl1pPr>
          </a:lstStyle>
          <a:p>
            <a:pPr>
              <a:defRPr/>
            </a:pPr>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pPr>
              <a:defRPr/>
            </a:pPr>
            <a:fld id="{2CC0B5E4-32D7-4602-82C3-DB3684398E1A}" type="slidenum">
              <a:rPr lang="zh-CN" altLang="en-US" smtClean="0"/>
              <a:pPr>
                <a:defRPr/>
              </a:pPr>
              <a:t>‹#›</a:t>
            </a:fld>
            <a:endParaRPr lang="en-US" altLang="zh-CN"/>
          </a:p>
        </p:txBody>
      </p:sp>
    </p:spTree>
    <p:extLst>
      <p:ext uri="{BB962C8B-B14F-4D97-AF65-F5344CB8AC3E}">
        <p14:creationId xmlns:p14="http://schemas.microsoft.com/office/powerpoint/2010/main" val="1534915387"/>
      </p:ext>
    </p:extLst>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en-GB" altLang="zh-CN"/>
              <a:t>Click to edit Master title style</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ltLang="zh-CN"/>
              <a:t>Click icon to add picture</a:t>
            </a:r>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ltLang="zh-CN"/>
              <a:t>Click to edit Master text styles</a:t>
            </a:r>
          </a:p>
        </p:txBody>
      </p:sp>
      <p:sp>
        <p:nvSpPr>
          <p:cNvPr id="5" name="日期占位符 4"/>
          <p:cNvSpPr>
            <a:spLocks noGrp="1"/>
          </p:cNvSpPr>
          <p:nvPr>
            <p:ph type="dt" sz="half" idx="10"/>
          </p:nvPr>
        </p:nvSpPr>
        <p:spPr/>
        <p:txBody>
          <a:bodyPr/>
          <a:lstStyle>
            <a:lvl1pPr>
              <a:defRPr/>
            </a:lvl1pPr>
          </a:lstStyle>
          <a:p>
            <a:pPr>
              <a:defRPr/>
            </a:pPr>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pPr>
              <a:defRPr/>
            </a:pPr>
            <a:fld id="{9691ED1D-DDE5-4BE2-AA9E-897A53C6CCD2}" type="slidenum">
              <a:rPr lang="zh-CN" altLang="en-US" smtClean="0"/>
              <a:pPr>
                <a:defRPr/>
              </a:pPr>
              <a:t>‹#›</a:t>
            </a:fld>
            <a:endParaRPr lang="en-US" altLang="zh-CN"/>
          </a:p>
        </p:txBody>
      </p:sp>
    </p:spTree>
    <p:extLst>
      <p:ext uri="{BB962C8B-B14F-4D97-AF65-F5344CB8AC3E}">
        <p14:creationId xmlns:p14="http://schemas.microsoft.com/office/powerpoint/2010/main" val="3767883043"/>
      </p:ext>
    </p:extLst>
  </p:cSld>
  <p:clrMapOvr>
    <a:masterClrMapping/>
  </p:clrMapOvr>
  <p:transition>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GB" altLang="zh-CN"/>
              <a:t>Click to edit Master title style</a:t>
            </a:r>
            <a:endParaRPr lang="zh-CN" altLang="en-US"/>
          </a:p>
        </p:txBody>
      </p:sp>
      <p:sp>
        <p:nvSpPr>
          <p:cNvPr id="3" name="竖排文字占位符 2"/>
          <p:cNvSpPr>
            <a:spLocks noGrp="1"/>
          </p:cNvSpPr>
          <p:nvPr>
            <p:ph type="body" orient="vert" idx="1"/>
          </p:nvPr>
        </p:nvSpPr>
        <p:spPr/>
        <p:txBody>
          <a:bodyPr vert="eaVert"/>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CCE6EBE9-0D16-410B-9403-CAB7A3B083CB}" type="slidenum">
              <a:rPr lang="zh-CN" altLang="en-US" smtClean="0"/>
              <a:pPr>
                <a:defRPr/>
              </a:pPr>
              <a:t>‹#›</a:t>
            </a:fld>
            <a:endParaRPr lang="en-US" altLang="zh-CN"/>
          </a:p>
        </p:txBody>
      </p:sp>
    </p:spTree>
    <p:extLst>
      <p:ext uri="{BB962C8B-B14F-4D97-AF65-F5344CB8AC3E}">
        <p14:creationId xmlns:p14="http://schemas.microsoft.com/office/powerpoint/2010/main" val="237647134"/>
      </p:ext>
    </p:extLst>
  </p:cSld>
  <p:clrMapOvr>
    <a:masterClrMapping/>
  </p:clrMapOvr>
  <p:transition>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en-GB" altLang="zh-CN"/>
              <a:t>Click to edit Master title style</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47D22F2B-68E2-4908-9D68-ED370A186980}" type="slidenum">
              <a:rPr lang="zh-CN" altLang="en-US" smtClean="0"/>
              <a:pPr>
                <a:defRPr/>
              </a:pPr>
              <a:t>‹#›</a:t>
            </a:fld>
            <a:endParaRPr lang="en-US" altLang="zh-CN"/>
          </a:p>
        </p:txBody>
      </p:sp>
    </p:spTree>
    <p:extLst>
      <p:ext uri="{BB962C8B-B14F-4D97-AF65-F5344CB8AC3E}">
        <p14:creationId xmlns:p14="http://schemas.microsoft.com/office/powerpoint/2010/main" val="2963741088"/>
      </p:ext>
    </p:extLst>
  </p:cSld>
  <p:clrMapOvr>
    <a:masterClrMapping/>
  </p:clrMapOvr>
  <p:transition>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自定义版式">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391347"/>
      </p:ext>
    </p:extLst>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85800" y="115888"/>
            <a:ext cx="5470525" cy="936625"/>
          </a:xfrm>
        </p:spPr>
        <p:txBody>
          <a:bodyPr/>
          <a:lstStyle/>
          <a:p>
            <a:r>
              <a:rPr lang="en-GB" altLang="zh-CN"/>
              <a:t>Click to edit Master title style</a:t>
            </a:r>
            <a:endParaRPr lang="zh-CN" altLang="en-US"/>
          </a:p>
        </p:txBody>
      </p:sp>
      <p:sp>
        <p:nvSpPr>
          <p:cNvPr id="3" name="表格占位符 2"/>
          <p:cNvSpPr>
            <a:spLocks noGrp="1"/>
          </p:cNvSpPr>
          <p:nvPr>
            <p:ph type="tbl" idx="1"/>
          </p:nvPr>
        </p:nvSpPr>
        <p:spPr>
          <a:xfrm>
            <a:off x="457200" y="1447800"/>
            <a:ext cx="8229600" cy="4716463"/>
          </a:xfrm>
        </p:spPr>
        <p:txBody>
          <a:bodyPr/>
          <a:lstStyle/>
          <a:p>
            <a:pPr lvl="0"/>
            <a:r>
              <a:rPr lang="en-GB" altLang="zh-CN" noProof="0"/>
              <a:t>Click icon to add table</a:t>
            </a:r>
            <a:endParaRPr lang="zh-CN" altLang="en-US"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1"/>
          </p:nvPr>
        </p:nvSpPr>
        <p:spPr>
          <a:ln/>
        </p:spPr>
        <p:txBody>
          <a:bodyPr/>
          <a:lstStyle>
            <a:lvl1pPr>
              <a:defRPr/>
            </a:lvl1pPr>
          </a:lstStyle>
          <a:p>
            <a:pPr>
              <a:defRPr/>
            </a:pPr>
            <a:fld id="{2EA1E184-7EFF-4B48-9C82-609CF6442F2C}" type="slidenum">
              <a:rPr lang="zh-CN" altLang="en-US" smtClean="0"/>
              <a:pPr>
                <a:defRPr/>
              </a:pPr>
              <a:t>‹#›</a:t>
            </a:fld>
            <a:endParaRPr lang="en-US" altLang="zh-CN"/>
          </a:p>
        </p:txBody>
      </p:sp>
    </p:spTree>
    <p:extLst>
      <p:ext uri="{BB962C8B-B14F-4D97-AF65-F5344CB8AC3E}">
        <p14:creationId xmlns:p14="http://schemas.microsoft.com/office/powerpoint/2010/main" val="2816913406"/>
      </p:ext>
    </p:extLst>
  </p:cSld>
  <p:clrMapOvr>
    <a:masterClrMapping/>
  </p:clrMapOvr>
  <p:transition>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195263" y="228600"/>
            <a:ext cx="8015287" cy="914400"/>
          </a:xfrm>
        </p:spPr>
        <p:txBody>
          <a:bodyPr/>
          <a:lstStyle/>
          <a:p>
            <a:r>
              <a:rPr lang="en-GB" altLang="zh-CN"/>
              <a:t>Click to edit Master title style</a:t>
            </a:r>
            <a:endParaRPr lang="zh-CN" altLang="en-US"/>
          </a:p>
        </p:txBody>
      </p:sp>
      <p:sp>
        <p:nvSpPr>
          <p:cNvPr id="3" name="内容占位符 2"/>
          <p:cNvSpPr>
            <a:spLocks noGrp="1"/>
          </p:cNvSpPr>
          <p:nvPr>
            <p:ph sz="half" idx="1"/>
          </p:nvPr>
        </p:nvSpPr>
        <p:spPr>
          <a:xfrm>
            <a:off x="457200" y="1447800"/>
            <a:ext cx="3962400" cy="5029200"/>
          </a:xfrm>
        </p:spPr>
        <p:txBody>
          <a:body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a:p>
        </p:txBody>
      </p:sp>
      <p:sp>
        <p:nvSpPr>
          <p:cNvPr id="4" name="内容占位符 3"/>
          <p:cNvSpPr>
            <a:spLocks noGrp="1"/>
          </p:cNvSpPr>
          <p:nvPr>
            <p:ph sz="quarter" idx="2"/>
          </p:nvPr>
        </p:nvSpPr>
        <p:spPr>
          <a:xfrm>
            <a:off x="4572000" y="1447800"/>
            <a:ext cx="3962400" cy="2438400"/>
          </a:xfrm>
        </p:spPr>
        <p:txBody>
          <a:body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a:p>
        </p:txBody>
      </p:sp>
      <p:sp>
        <p:nvSpPr>
          <p:cNvPr id="5" name="内容占位符 4"/>
          <p:cNvSpPr>
            <a:spLocks noGrp="1"/>
          </p:cNvSpPr>
          <p:nvPr>
            <p:ph sz="quarter" idx="3"/>
          </p:nvPr>
        </p:nvSpPr>
        <p:spPr>
          <a:xfrm>
            <a:off x="4572000" y="4038600"/>
            <a:ext cx="3962400" cy="2438400"/>
          </a:xfrm>
        </p:spPr>
        <p:txBody>
          <a:body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a:p>
        </p:txBody>
      </p:sp>
      <p:sp>
        <p:nvSpPr>
          <p:cNvPr id="6" name="Rectangle 8"/>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zh-CN"/>
          </a:p>
        </p:txBody>
      </p:sp>
      <p:sp>
        <p:nvSpPr>
          <p:cNvPr id="8" name="Rectangle 10"/>
          <p:cNvSpPr>
            <a:spLocks noGrp="1" noChangeArrowheads="1"/>
          </p:cNvSpPr>
          <p:nvPr>
            <p:ph type="sldNum" sz="quarter" idx="12"/>
          </p:nvPr>
        </p:nvSpPr>
        <p:spPr>
          <a:ln/>
        </p:spPr>
        <p:txBody>
          <a:bodyPr/>
          <a:lstStyle>
            <a:lvl1pPr>
              <a:defRPr/>
            </a:lvl1pPr>
          </a:lstStyle>
          <a:p>
            <a:pPr>
              <a:defRPr/>
            </a:pPr>
            <a:fld id="{3A3DAF09-A26C-4220-81F5-AF7EBC8E680D}" type="slidenum">
              <a:rPr lang="zh-CN" altLang="en-US" smtClean="0"/>
              <a:pPr>
                <a:defRPr/>
              </a:pPr>
              <a:t>‹#›</a:t>
            </a:fld>
            <a:endParaRPr lang="en-US" altLang="zh-CN"/>
          </a:p>
        </p:txBody>
      </p:sp>
    </p:spTree>
    <p:extLst>
      <p:ext uri="{BB962C8B-B14F-4D97-AF65-F5344CB8AC3E}">
        <p14:creationId xmlns:p14="http://schemas.microsoft.com/office/powerpoint/2010/main" val="27790345"/>
      </p:ext>
    </p:extLst>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115888"/>
            <a:ext cx="5470525" cy="936625"/>
          </a:xfrm>
        </p:spPr>
        <p:txBody>
          <a:bodyPr/>
          <a:lstStyle/>
          <a:p>
            <a:r>
              <a:rPr lang="en-GB" altLang="zh-CN"/>
              <a:t>Click to edit Master title style</a:t>
            </a:r>
            <a:endParaRPr lang="zh-CN" altLang="en-US"/>
          </a:p>
        </p:txBody>
      </p:sp>
      <p:sp>
        <p:nvSpPr>
          <p:cNvPr id="3" name="文本占位符 2"/>
          <p:cNvSpPr>
            <a:spLocks noGrp="1"/>
          </p:cNvSpPr>
          <p:nvPr>
            <p:ph type="body" sz="half" idx="1"/>
          </p:nvPr>
        </p:nvSpPr>
        <p:spPr>
          <a:xfrm>
            <a:off x="457200" y="1447800"/>
            <a:ext cx="4038600" cy="4716463"/>
          </a:xfrm>
        </p:spPr>
        <p:txBody>
          <a:body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a:p>
        </p:txBody>
      </p:sp>
      <p:sp>
        <p:nvSpPr>
          <p:cNvPr id="4" name="内容占位符 3"/>
          <p:cNvSpPr>
            <a:spLocks noGrp="1"/>
          </p:cNvSpPr>
          <p:nvPr>
            <p:ph sz="half" idx="2"/>
          </p:nvPr>
        </p:nvSpPr>
        <p:spPr>
          <a:xfrm>
            <a:off x="4648200" y="1447800"/>
            <a:ext cx="4038600" cy="4716463"/>
          </a:xfrm>
        </p:spPr>
        <p:txBody>
          <a:body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1"/>
          </p:nvPr>
        </p:nvSpPr>
        <p:spPr>
          <a:ln/>
        </p:spPr>
        <p:txBody>
          <a:bodyPr/>
          <a:lstStyle>
            <a:lvl1pPr>
              <a:defRPr/>
            </a:lvl1pPr>
          </a:lstStyle>
          <a:p>
            <a:pPr>
              <a:defRPr/>
            </a:pPr>
            <a:fld id="{C1262F62-C03C-45EC-8E1C-78F85E4B8487}" type="slidenum">
              <a:rPr lang="zh-CN" altLang="en-US" smtClean="0"/>
              <a:pPr>
                <a:defRPr/>
              </a:pPr>
              <a:t>‹#›</a:t>
            </a:fld>
            <a:endParaRPr lang="en-US" altLang="zh-CN"/>
          </a:p>
        </p:txBody>
      </p:sp>
    </p:spTree>
    <p:extLst>
      <p:ext uri="{BB962C8B-B14F-4D97-AF65-F5344CB8AC3E}">
        <p14:creationId xmlns:p14="http://schemas.microsoft.com/office/powerpoint/2010/main" val="2701593457"/>
      </p:ext>
    </p:extLst>
  </p:cSld>
  <p:clrMapOvr>
    <a:masterClrMapping/>
  </p:clrMapOvr>
  <p:transition>
    <p:wipe dir="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en-GB" altLang="zh-CN"/>
              <a:t>Click to edit Master title style</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GB" altLang="zh-CN"/>
              <a:t>Click to edit Master subtitle style</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FA75E29D-5549-4F24-8D92-F7A17931DC23}" type="slidenum">
              <a:rPr lang="zh-CN" altLang="en-US" smtClean="0"/>
              <a:pPr>
                <a:defRPr/>
              </a:pPr>
              <a:t>‹#›</a:t>
            </a:fld>
            <a:endParaRPr lang="en-US" altLang="zh-CN"/>
          </a:p>
        </p:txBody>
      </p:sp>
      <p:pic>
        <p:nvPicPr>
          <p:cNvPr id="7" name="图片 6">
            <a:extLst>
              <a:ext uri="{FF2B5EF4-FFF2-40B4-BE49-F238E27FC236}">
                <a16:creationId xmlns:a16="http://schemas.microsoft.com/office/drawing/2014/main" id="{E668EAF9-D44C-956C-5BE1-FD6DBBEC84B9}"/>
              </a:ext>
            </a:extLst>
          </p:cNvPr>
          <p:cNvPicPr>
            <a:picLocks noChangeAspect="1"/>
          </p:cNvPicPr>
          <p:nvPr userDrawn="1"/>
        </p:nvPicPr>
        <p:blipFill rotWithShape="1">
          <a:blip r:embed="rId2"/>
          <a:srcRect r="84159"/>
          <a:stretch/>
        </p:blipFill>
        <p:spPr>
          <a:xfrm>
            <a:off x="0" y="0"/>
            <a:ext cx="1340427" cy="1357258"/>
          </a:xfrm>
          <a:prstGeom prst="rect">
            <a:avLst/>
          </a:prstGeom>
        </p:spPr>
      </p:pic>
      <p:pic>
        <p:nvPicPr>
          <p:cNvPr id="8" name="图片 7">
            <a:extLst>
              <a:ext uri="{FF2B5EF4-FFF2-40B4-BE49-F238E27FC236}">
                <a16:creationId xmlns:a16="http://schemas.microsoft.com/office/drawing/2014/main" id="{A8602240-887C-31DE-2AB1-8F5EE25CE04E}"/>
              </a:ext>
            </a:extLst>
          </p:cNvPr>
          <p:cNvPicPr>
            <a:picLocks noChangeAspect="1"/>
          </p:cNvPicPr>
          <p:nvPr userDrawn="1"/>
        </p:nvPicPr>
        <p:blipFill rotWithShape="1">
          <a:blip r:embed="rId2"/>
          <a:srcRect l="17445" r="66386"/>
          <a:stretch/>
        </p:blipFill>
        <p:spPr>
          <a:xfrm>
            <a:off x="7775848" y="0"/>
            <a:ext cx="1368152" cy="1357258"/>
          </a:xfrm>
          <a:prstGeom prst="rect">
            <a:avLst/>
          </a:prstGeom>
        </p:spPr>
      </p:pic>
    </p:spTree>
    <p:extLst>
      <p:ext uri="{BB962C8B-B14F-4D97-AF65-F5344CB8AC3E}">
        <p14:creationId xmlns:p14="http://schemas.microsoft.com/office/powerpoint/2010/main" val="35143351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4000"/>
            </a:lvl1pPr>
          </a:lstStyle>
          <a:p>
            <a:r>
              <a:rPr lang="en-GB" altLang="zh-CN"/>
              <a:t>Click to edit Master title style</a:t>
            </a:r>
            <a:endParaRPr lang="zh-CN" altLang="en-US"/>
          </a:p>
        </p:txBody>
      </p:sp>
      <p:sp>
        <p:nvSpPr>
          <p:cNvPr id="3" name="内容占位符 2"/>
          <p:cNvSpPr>
            <a:spLocks noGrp="1"/>
          </p:cNvSpPr>
          <p:nvPr>
            <p:ph idx="1"/>
          </p:nvPr>
        </p:nvSpPr>
        <p:spPr>
          <a:xfrm>
            <a:off x="457200" y="1551432"/>
            <a:ext cx="8229600" cy="4525963"/>
          </a:xfrm>
        </p:spPr>
        <p:txBody>
          <a:body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dirty="0"/>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A88D0608-5506-4AD0-BB9E-DF761E8BFA1F}" type="slidenum">
              <a:rPr lang="zh-CN" altLang="en-US" smtClean="0"/>
              <a:pPr>
                <a:defRPr/>
              </a:pPr>
              <a:t>‹#›</a:t>
            </a:fld>
            <a:endParaRPr lang="en-US" altLang="zh-CN"/>
          </a:p>
        </p:txBody>
      </p:sp>
    </p:spTree>
    <p:extLst>
      <p:ext uri="{BB962C8B-B14F-4D97-AF65-F5344CB8AC3E}">
        <p14:creationId xmlns:p14="http://schemas.microsoft.com/office/powerpoint/2010/main" val="13536739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en-GB" altLang="zh-CN"/>
              <a:t>Click to edit Master title style</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GB" altLang="zh-CN"/>
              <a:t>Click to edit Master text styles</a:t>
            </a:r>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F875B503-0E0E-4FA0-ABAE-E3D4A2E6D662}" type="slidenum">
              <a:rPr lang="zh-CN" altLang="en-US" smtClean="0"/>
              <a:pPr>
                <a:defRPr/>
              </a:pPr>
              <a:t>‹#›</a:t>
            </a:fld>
            <a:endParaRPr lang="en-US" altLang="zh-CN"/>
          </a:p>
        </p:txBody>
      </p:sp>
    </p:spTree>
    <p:extLst>
      <p:ext uri="{BB962C8B-B14F-4D97-AF65-F5344CB8AC3E}">
        <p14:creationId xmlns:p14="http://schemas.microsoft.com/office/powerpoint/2010/main" val="314701863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GB" altLang="zh-CN"/>
              <a:t>Click to edit Master title style</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a:p>
        </p:txBody>
      </p:sp>
      <p:sp>
        <p:nvSpPr>
          <p:cNvPr id="5" name="日期占位符 4"/>
          <p:cNvSpPr>
            <a:spLocks noGrp="1"/>
          </p:cNvSpPr>
          <p:nvPr>
            <p:ph type="dt" sz="half" idx="10"/>
          </p:nvPr>
        </p:nvSpPr>
        <p:spPr/>
        <p:txBody>
          <a:bodyPr/>
          <a:lstStyle>
            <a:lvl1pPr>
              <a:defRPr/>
            </a:lvl1pPr>
          </a:lstStyle>
          <a:p>
            <a:pPr>
              <a:defRPr/>
            </a:pPr>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pPr>
              <a:defRPr/>
            </a:pPr>
            <a:fld id="{C5BA3390-FAE4-4C36-B805-80E623F337FC}" type="slidenum">
              <a:rPr lang="zh-CN" altLang="en-US" smtClean="0"/>
              <a:pPr>
                <a:defRPr/>
              </a:pPr>
              <a:t>‹#›</a:t>
            </a:fld>
            <a:endParaRPr lang="en-US" altLang="zh-CN"/>
          </a:p>
        </p:txBody>
      </p:sp>
    </p:spTree>
    <p:extLst>
      <p:ext uri="{BB962C8B-B14F-4D97-AF65-F5344CB8AC3E}">
        <p14:creationId xmlns:p14="http://schemas.microsoft.com/office/powerpoint/2010/main" val="185638509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en-GB" altLang="zh-CN"/>
              <a:t>Click to edit Master title style</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ltLang="zh-CN"/>
              <a:t>Click to edit Master text styles</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ltLang="zh-CN"/>
              <a:t>Click to edit Master text styles</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a:p>
        </p:txBody>
      </p:sp>
      <p:sp>
        <p:nvSpPr>
          <p:cNvPr id="7" name="日期占位符 6"/>
          <p:cNvSpPr>
            <a:spLocks noGrp="1"/>
          </p:cNvSpPr>
          <p:nvPr>
            <p:ph type="dt" sz="half" idx="10"/>
          </p:nvPr>
        </p:nvSpPr>
        <p:spPr/>
        <p:txBody>
          <a:bodyPr/>
          <a:lstStyle>
            <a:lvl1pPr>
              <a:defRPr/>
            </a:lvl1pPr>
          </a:lstStyle>
          <a:p>
            <a:pPr>
              <a:defRPr/>
            </a:pPr>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pPr>
              <a:defRPr/>
            </a:pPr>
            <a:fld id="{C3AFF157-FD97-49D1-AD0D-EDB5FBA230AD}" type="slidenum">
              <a:rPr lang="zh-CN" altLang="en-US" smtClean="0"/>
              <a:pPr>
                <a:defRPr/>
              </a:pPr>
              <a:t>‹#›</a:t>
            </a:fld>
            <a:endParaRPr lang="en-US" altLang="zh-CN"/>
          </a:p>
        </p:txBody>
      </p:sp>
    </p:spTree>
    <p:extLst>
      <p:ext uri="{BB962C8B-B14F-4D97-AF65-F5344CB8AC3E}">
        <p14:creationId xmlns:p14="http://schemas.microsoft.com/office/powerpoint/2010/main" val="55640310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GB" altLang="zh-CN"/>
              <a:t>Click to edit Master title style</a:t>
            </a:r>
            <a:endParaRPr lang="zh-CN" altLang="en-US"/>
          </a:p>
        </p:txBody>
      </p:sp>
      <p:sp>
        <p:nvSpPr>
          <p:cNvPr id="3" name="日期占位符 2"/>
          <p:cNvSpPr>
            <a:spLocks noGrp="1"/>
          </p:cNvSpPr>
          <p:nvPr>
            <p:ph type="dt" sz="half" idx="10"/>
          </p:nvPr>
        </p:nvSpPr>
        <p:spPr/>
        <p:txBody>
          <a:bodyPr/>
          <a:lstStyle>
            <a:lvl1pPr>
              <a:defRPr/>
            </a:lvl1pPr>
          </a:lstStyle>
          <a:p>
            <a:pPr>
              <a:defRPr/>
            </a:pPr>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pPr>
              <a:defRPr/>
            </a:pPr>
            <a:fld id="{F8B2A855-7301-4036-B977-4E13EC7544E9}" type="slidenum">
              <a:rPr lang="zh-CN" altLang="en-US" smtClean="0"/>
              <a:pPr>
                <a:defRPr/>
              </a:pPr>
              <a:t>‹#›</a:t>
            </a:fld>
            <a:endParaRPr lang="en-US" altLang="zh-CN"/>
          </a:p>
        </p:txBody>
      </p:sp>
    </p:spTree>
    <p:extLst>
      <p:ext uri="{BB962C8B-B14F-4D97-AF65-F5344CB8AC3E}">
        <p14:creationId xmlns:p14="http://schemas.microsoft.com/office/powerpoint/2010/main" val="33250593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pPr>
              <a:defRPr/>
            </a:pPr>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pPr>
              <a:defRPr/>
            </a:pPr>
            <a:fld id="{32A7F497-9298-4E9C-9D52-2133934E05FC}" type="slidenum">
              <a:rPr lang="zh-CN" altLang="en-US" smtClean="0"/>
              <a:pPr>
                <a:defRPr/>
              </a:pPr>
              <a:t>‹#›</a:t>
            </a:fld>
            <a:endParaRPr lang="en-US" altLang="zh-CN"/>
          </a:p>
        </p:txBody>
      </p:sp>
    </p:spTree>
    <p:extLst>
      <p:ext uri="{BB962C8B-B14F-4D97-AF65-F5344CB8AC3E}">
        <p14:creationId xmlns:p14="http://schemas.microsoft.com/office/powerpoint/2010/main" val="15925669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en-GB" altLang="zh-CN"/>
              <a:t>Click to edit Master title style</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ltLang="zh-CN"/>
              <a:t>Click to edit Master text styles</a:t>
            </a:r>
          </a:p>
        </p:txBody>
      </p:sp>
      <p:sp>
        <p:nvSpPr>
          <p:cNvPr id="5" name="日期占位符 4"/>
          <p:cNvSpPr>
            <a:spLocks noGrp="1"/>
          </p:cNvSpPr>
          <p:nvPr>
            <p:ph type="dt" sz="half" idx="10"/>
          </p:nvPr>
        </p:nvSpPr>
        <p:spPr/>
        <p:txBody>
          <a:bodyPr/>
          <a:lstStyle>
            <a:lvl1pPr>
              <a:defRPr/>
            </a:lvl1pPr>
          </a:lstStyle>
          <a:p>
            <a:pPr>
              <a:defRPr/>
            </a:pPr>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pPr>
              <a:defRPr/>
            </a:pPr>
            <a:fld id="{2CC0B5E4-32D7-4602-82C3-DB3684398E1A}" type="slidenum">
              <a:rPr lang="zh-CN" altLang="en-US" smtClean="0"/>
              <a:pPr>
                <a:defRPr/>
              </a:pPr>
              <a:t>‹#›</a:t>
            </a:fld>
            <a:endParaRPr lang="en-US" altLang="zh-CN"/>
          </a:p>
        </p:txBody>
      </p:sp>
    </p:spTree>
    <p:extLst>
      <p:ext uri="{BB962C8B-B14F-4D97-AF65-F5344CB8AC3E}">
        <p14:creationId xmlns:p14="http://schemas.microsoft.com/office/powerpoint/2010/main" val="313445135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en-GB" altLang="zh-CN"/>
              <a:t>Click to edit Master title style</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ltLang="zh-CN"/>
              <a:t>Click icon to add picture</a:t>
            </a:r>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ltLang="zh-CN"/>
              <a:t>Click to edit Master text styles</a:t>
            </a:r>
          </a:p>
        </p:txBody>
      </p:sp>
      <p:sp>
        <p:nvSpPr>
          <p:cNvPr id="5" name="日期占位符 4"/>
          <p:cNvSpPr>
            <a:spLocks noGrp="1"/>
          </p:cNvSpPr>
          <p:nvPr>
            <p:ph type="dt" sz="half" idx="10"/>
          </p:nvPr>
        </p:nvSpPr>
        <p:spPr/>
        <p:txBody>
          <a:bodyPr/>
          <a:lstStyle>
            <a:lvl1pPr>
              <a:defRPr/>
            </a:lvl1pPr>
          </a:lstStyle>
          <a:p>
            <a:pPr>
              <a:defRPr/>
            </a:pPr>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pPr>
              <a:defRPr/>
            </a:pPr>
            <a:fld id="{9691ED1D-DDE5-4BE2-AA9E-897A53C6CCD2}" type="slidenum">
              <a:rPr lang="zh-CN" altLang="en-US" smtClean="0"/>
              <a:pPr>
                <a:defRPr/>
              </a:pPr>
              <a:t>‹#›</a:t>
            </a:fld>
            <a:endParaRPr lang="en-US" altLang="zh-CN"/>
          </a:p>
        </p:txBody>
      </p:sp>
    </p:spTree>
    <p:extLst>
      <p:ext uri="{BB962C8B-B14F-4D97-AF65-F5344CB8AC3E}">
        <p14:creationId xmlns:p14="http://schemas.microsoft.com/office/powerpoint/2010/main" val="42850563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GB" altLang="zh-CN"/>
              <a:t>Click to edit Master title style</a:t>
            </a:r>
            <a:endParaRPr lang="zh-CN" altLang="en-US"/>
          </a:p>
        </p:txBody>
      </p:sp>
      <p:sp>
        <p:nvSpPr>
          <p:cNvPr id="3" name="竖排文字占位符 2"/>
          <p:cNvSpPr>
            <a:spLocks noGrp="1"/>
          </p:cNvSpPr>
          <p:nvPr>
            <p:ph type="body" orient="vert" idx="1"/>
          </p:nvPr>
        </p:nvSpPr>
        <p:spPr/>
        <p:txBody>
          <a:bodyPr vert="eaVert"/>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CCE6EBE9-0D16-410B-9403-CAB7A3B083CB}" type="slidenum">
              <a:rPr lang="zh-CN" altLang="en-US" smtClean="0"/>
              <a:pPr>
                <a:defRPr/>
              </a:pPr>
              <a:t>‹#›</a:t>
            </a:fld>
            <a:endParaRPr lang="en-US" altLang="zh-CN"/>
          </a:p>
        </p:txBody>
      </p:sp>
    </p:spTree>
    <p:extLst>
      <p:ext uri="{BB962C8B-B14F-4D97-AF65-F5344CB8AC3E}">
        <p14:creationId xmlns:p14="http://schemas.microsoft.com/office/powerpoint/2010/main" val="204495535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en-GB" altLang="zh-CN"/>
              <a:t>Click to edit Master title style</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47D22F2B-68E2-4908-9D68-ED370A186980}" type="slidenum">
              <a:rPr lang="zh-CN" altLang="en-US" smtClean="0"/>
              <a:pPr>
                <a:defRPr/>
              </a:pPr>
              <a:t>‹#›</a:t>
            </a:fld>
            <a:endParaRPr lang="en-US" altLang="zh-CN"/>
          </a:p>
        </p:txBody>
      </p:sp>
    </p:spTree>
    <p:extLst>
      <p:ext uri="{BB962C8B-B14F-4D97-AF65-F5344CB8AC3E}">
        <p14:creationId xmlns:p14="http://schemas.microsoft.com/office/powerpoint/2010/main" val="226641909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cSld name="自定义版式">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0559840"/>
      </p:ext>
    </p:extLst>
  </p:cSld>
  <p:clrMapOvr>
    <a:masterClrMapping/>
  </p:clrMapOvr>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85800" y="115888"/>
            <a:ext cx="5470525" cy="936625"/>
          </a:xfrm>
        </p:spPr>
        <p:txBody>
          <a:bodyPr/>
          <a:lstStyle/>
          <a:p>
            <a:r>
              <a:rPr lang="en-GB" altLang="zh-CN"/>
              <a:t>Click to edit Master title style</a:t>
            </a:r>
            <a:endParaRPr lang="zh-CN" altLang="en-US"/>
          </a:p>
        </p:txBody>
      </p:sp>
      <p:sp>
        <p:nvSpPr>
          <p:cNvPr id="3" name="表格占位符 2"/>
          <p:cNvSpPr>
            <a:spLocks noGrp="1"/>
          </p:cNvSpPr>
          <p:nvPr>
            <p:ph type="tbl" idx="1"/>
          </p:nvPr>
        </p:nvSpPr>
        <p:spPr>
          <a:xfrm>
            <a:off x="457200" y="1447800"/>
            <a:ext cx="8229600" cy="4716463"/>
          </a:xfrm>
        </p:spPr>
        <p:txBody>
          <a:bodyPr/>
          <a:lstStyle/>
          <a:p>
            <a:pPr lvl="0"/>
            <a:r>
              <a:rPr lang="en-GB" altLang="zh-CN" noProof="0"/>
              <a:t>Click icon to add table</a:t>
            </a:r>
            <a:endParaRPr lang="zh-CN" altLang="en-US"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1"/>
          </p:nvPr>
        </p:nvSpPr>
        <p:spPr>
          <a:ln/>
        </p:spPr>
        <p:txBody>
          <a:bodyPr/>
          <a:lstStyle>
            <a:lvl1pPr>
              <a:defRPr/>
            </a:lvl1pPr>
          </a:lstStyle>
          <a:p>
            <a:pPr>
              <a:defRPr/>
            </a:pPr>
            <a:fld id="{2EA1E184-7EFF-4B48-9C82-609CF6442F2C}" type="slidenum">
              <a:rPr lang="zh-CN" altLang="en-US" smtClean="0"/>
              <a:pPr>
                <a:defRPr/>
              </a:pPr>
              <a:t>‹#›</a:t>
            </a:fld>
            <a:endParaRPr lang="en-US" altLang="zh-CN"/>
          </a:p>
        </p:txBody>
      </p:sp>
    </p:spTree>
    <p:extLst>
      <p:ext uri="{BB962C8B-B14F-4D97-AF65-F5344CB8AC3E}">
        <p14:creationId xmlns:p14="http://schemas.microsoft.com/office/powerpoint/2010/main" val="1271548389"/>
      </p:ext>
    </p:extLst>
  </p:cSld>
  <p:clrMapOvr>
    <a:masterClrMapping/>
  </p:clrMapOvr>
  <p:transition>
    <p:wipe dir="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195263" y="228600"/>
            <a:ext cx="8015287" cy="914400"/>
          </a:xfrm>
        </p:spPr>
        <p:txBody>
          <a:bodyPr/>
          <a:lstStyle/>
          <a:p>
            <a:r>
              <a:rPr lang="en-GB" altLang="zh-CN"/>
              <a:t>Click to edit Master title style</a:t>
            </a:r>
            <a:endParaRPr lang="zh-CN" altLang="en-US"/>
          </a:p>
        </p:txBody>
      </p:sp>
      <p:sp>
        <p:nvSpPr>
          <p:cNvPr id="3" name="内容占位符 2"/>
          <p:cNvSpPr>
            <a:spLocks noGrp="1"/>
          </p:cNvSpPr>
          <p:nvPr>
            <p:ph sz="half" idx="1"/>
          </p:nvPr>
        </p:nvSpPr>
        <p:spPr>
          <a:xfrm>
            <a:off x="457200" y="1447800"/>
            <a:ext cx="3962400" cy="5029200"/>
          </a:xfrm>
        </p:spPr>
        <p:txBody>
          <a:body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a:p>
        </p:txBody>
      </p:sp>
      <p:sp>
        <p:nvSpPr>
          <p:cNvPr id="4" name="内容占位符 3"/>
          <p:cNvSpPr>
            <a:spLocks noGrp="1"/>
          </p:cNvSpPr>
          <p:nvPr>
            <p:ph sz="quarter" idx="2"/>
          </p:nvPr>
        </p:nvSpPr>
        <p:spPr>
          <a:xfrm>
            <a:off x="4572000" y="1447800"/>
            <a:ext cx="3962400" cy="2438400"/>
          </a:xfrm>
        </p:spPr>
        <p:txBody>
          <a:body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a:p>
        </p:txBody>
      </p:sp>
      <p:sp>
        <p:nvSpPr>
          <p:cNvPr id="5" name="内容占位符 4"/>
          <p:cNvSpPr>
            <a:spLocks noGrp="1"/>
          </p:cNvSpPr>
          <p:nvPr>
            <p:ph sz="quarter" idx="3"/>
          </p:nvPr>
        </p:nvSpPr>
        <p:spPr>
          <a:xfrm>
            <a:off x="4572000" y="4038600"/>
            <a:ext cx="3962400" cy="2438400"/>
          </a:xfrm>
        </p:spPr>
        <p:txBody>
          <a:body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a:p>
        </p:txBody>
      </p:sp>
      <p:sp>
        <p:nvSpPr>
          <p:cNvPr id="6" name="Rectangle 8"/>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zh-CN"/>
          </a:p>
        </p:txBody>
      </p:sp>
      <p:sp>
        <p:nvSpPr>
          <p:cNvPr id="8" name="Rectangle 10"/>
          <p:cNvSpPr>
            <a:spLocks noGrp="1" noChangeArrowheads="1"/>
          </p:cNvSpPr>
          <p:nvPr>
            <p:ph type="sldNum" sz="quarter" idx="12"/>
          </p:nvPr>
        </p:nvSpPr>
        <p:spPr>
          <a:ln/>
        </p:spPr>
        <p:txBody>
          <a:bodyPr/>
          <a:lstStyle>
            <a:lvl1pPr>
              <a:defRPr/>
            </a:lvl1pPr>
          </a:lstStyle>
          <a:p>
            <a:pPr>
              <a:defRPr/>
            </a:pPr>
            <a:fld id="{3A3DAF09-A26C-4220-81F5-AF7EBC8E680D}" type="slidenum">
              <a:rPr lang="zh-CN" altLang="en-US" smtClean="0"/>
              <a:pPr>
                <a:defRPr/>
              </a:pPr>
              <a:t>‹#›</a:t>
            </a:fld>
            <a:endParaRPr lang="en-US" altLang="zh-CN"/>
          </a:p>
        </p:txBody>
      </p:sp>
    </p:spTree>
    <p:extLst>
      <p:ext uri="{BB962C8B-B14F-4D97-AF65-F5344CB8AC3E}">
        <p14:creationId xmlns:p14="http://schemas.microsoft.com/office/powerpoint/2010/main" val="1676602682"/>
      </p:ext>
    </p:extLst>
  </p:cSld>
  <p:clrMapOvr>
    <a:masterClrMapping/>
  </p:clrMapOvr>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115888"/>
            <a:ext cx="5470525" cy="936625"/>
          </a:xfrm>
        </p:spPr>
        <p:txBody>
          <a:bodyPr/>
          <a:lstStyle/>
          <a:p>
            <a:r>
              <a:rPr lang="en-GB" altLang="zh-CN"/>
              <a:t>Click to edit Master title style</a:t>
            </a:r>
            <a:endParaRPr lang="zh-CN" altLang="en-US"/>
          </a:p>
        </p:txBody>
      </p:sp>
      <p:sp>
        <p:nvSpPr>
          <p:cNvPr id="3" name="文本占位符 2"/>
          <p:cNvSpPr>
            <a:spLocks noGrp="1"/>
          </p:cNvSpPr>
          <p:nvPr>
            <p:ph type="body" sz="half" idx="1"/>
          </p:nvPr>
        </p:nvSpPr>
        <p:spPr>
          <a:xfrm>
            <a:off x="457200" y="1447800"/>
            <a:ext cx="4038600" cy="4716463"/>
          </a:xfrm>
        </p:spPr>
        <p:txBody>
          <a:body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a:p>
        </p:txBody>
      </p:sp>
      <p:sp>
        <p:nvSpPr>
          <p:cNvPr id="4" name="内容占位符 3"/>
          <p:cNvSpPr>
            <a:spLocks noGrp="1"/>
          </p:cNvSpPr>
          <p:nvPr>
            <p:ph sz="half" idx="2"/>
          </p:nvPr>
        </p:nvSpPr>
        <p:spPr>
          <a:xfrm>
            <a:off x="4648200" y="1447800"/>
            <a:ext cx="4038600" cy="4716463"/>
          </a:xfrm>
        </p:spPr>
        <p:txBody>
          <a:body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1"/>
          </p:nvPr>
        </p:nvSpPr>
        <p:spPr>
          <a:ln/>
        </p:spPr>
        <p:txBody>
          <a:bodyPr/>
          <a:lstStyle>
            <a:lvl1pPr>
              <a:defRPr/>
            </a:lvl1pPr>
          </a:lstStyle>
          <a:p>
            <a:pPr>
              <a:defRPr/>
            </a:pPr>
            <a:fld id="{C1262F62-C03C-45EC-8E1C-78F85E4B8487}" type="slidenum">
              <a:rPr lang="zh-CN" altLang="en-US" smtClean="0"/>
              <a:pPr>
                <a:defRPr/>
              </a:pPr>
              <a:t>‹#›</a:t>
            </a:fld>
            <a:endParaRPr lang="en-US" altLang="zh-CN"/>
          </a:p>
        </p:txBody>
      </p:sp>
    </p:spTree>
    <p:extLst>
      <p:ext uri="{BB962C8B-B14F-4D97-AF65-F5344CB8AC3E}">
        <p14:creationId xmlns:p14="http://schemas.microsoft.com/office/powerpoint/2010/main" val="1548130663"/>
      </p:ext>
    </p:extLst>
  </p:cSld>
  <p:clrMapOvr>
    <a:masterClrMapping/>
  </p:clrMapOvr>
  <p:transition>
    <p:wipe dir="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en-GB" altLang="zh-CN"/>
              <a:t>Click to edit Master title style</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GB" altLang="zh-CN"/>
              <a:t>Click to edit Master subtitle style</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FA75E29D-5549-4F24-8D92-F7A17931DC23}" type="slidenum">
              <a:rPr lang="zh-CN" altLang="en-US" smtClean="0"/>
              <a:pPr>
                <a:defRPr/>
              </a:pPr>
              <a:t>‹#›</a:t>
            </a:fld>
            <a:endParaRPr lang="en-US" altLang="zh-CN"/>
          </a:p>
        </p:txBody>
      </p:sp>
      <p:pic>
        <p:nvPicPr>
          <p:cNvPr id="7" name="图片 6">
            <a:extLst>
              <a:ext uri="{FF2B5EF4-FFF2-40B4-BE49-F238E27FC236}">
                <a16:creationId xmlns:a16="http://schemas.microsoft.com/office/drawing/2014/main" id="{A90ECBF8-B7AD-48FE-314C-E1312BB71EC4}"/>
              </a:ext>
            </a:extLst>
          </p:cNvPr>
          <p:cNvPicPr>
            <a:picLocks noChangeAspect="1"/>
          </p:cNvPicPr>
          <p:nvPr userDrawn="1"/>
        </p:nvPicPr>
        <p:blipFill rotWithShape="1">
          <a:blip r:embed="rId2"/>
          <a:srcRect r="84159"/>
          <a:stretch/>
        </p:blipFill>
        <p:spPr>
          <a:xfrm>
            <a:off x="0" y="0"/>
            <a:ext cx="1340427" cy="1357258"/>
          </a:xfrm>
          <a:prstGeom prst="rect">
            <a:avLst/>
          </a:prstGeom>
        </p:spPr>
      </p:pic>
      <p:pic>
        <p:nvPicPr>
          <p:cNvPr id="8" name="图片 7">
            <a:extLst>
              <a:ext uri="{FF2B5EF4-FFF2-40B4-BE49-F238E27FC236}">
                <a16:creationId xmlns:a16="http://schemas.microsoft.com/office/drawing/2014/main" id="{16C97F09-B8A6-E46A-CD45-89F5CDA089D4}"/>
              </a:ext>
            </a:extLst>
          </p:cNvPr>
          <p:cNvPicPr>
            <a:picLocks noChangeAspect="1"/>
          </p:cNvPicPr>
          <p:nvPr userDrawn="1"/>
        </p:nvPicPr>
        <p:blipFill rotWithShape="1">
          <a:blip r:embed="rId2"/>
          <a:srcRect l="17445" r="66386"/>
          <a:stretch/>
        </p:blipFill>
        <p:spPr>
          <a:xfrm>
            <a:off x="7775848" y="0"/>
            <a:ext cx="1368152" cy="1357258"/>
          </a:xfrm>
          <a:prstGeom prst="rect">
            <a:avLst/>
          </a:prstGeom>
        </p:spPr>
      </p:pic>
    </p:spTree>
    <p:extLst>
      <p:ext uri="{BB962C8B-B14F-4D97-AF65-F5344CB8AC3E}">
        <p14:creationId xmlns:p14="http://schemas.microsoft.com/office/powerpoint/2010/main" val="151543816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4000"/>
            </a:lvl1pPr>
          </a:lstStyle>
          <a:p>
            <a:r>
              <a:rPr lang="en-GB" altLang="zh-CN"/>
              <a:t>Click to edit Master title style</a:t>
            </a:r>
            <a:endParaRPr lang="zh-CN" altLang="en-US"/>
          </a:p>
        </p:txBody>
      </p:sp>
      <p:sp>
        <p:nvSpPr>
          <p:cNvPr id="3" name="内容占位符 2"/>
          <p:cNvSpPr>
            <a:spLocks noGrp="1"/>
          </p:cNvSpPr>
          <p:nvPr>
            <p:ph idx="1"/>
          </p:nvPr>
        </p:nvSpPr>
        <p:spPr>
          <a:xfrm>
            <a:off x="457200" y="1551432"/>
            <a:ext cx="8229600" cy="4525963"/>
          </a:xfrm>
        </p:spPr>
        <p:txBody>
          <a:body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dirty="0"/>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A88D0608-5506-4AD0-BB9E-DF761E8BFA1F}" type="slidenum">
              <a:rPr lang="zh-CN" altLang="en-US" smtClean="0"/>
              <a:pPr>
                <a:defRPr/>
              </a:pPr>
              <a:t>‹#›</a:t>
            </a:fld>
            <a:endParaRPr lang="en-US" altLang="zh-CN" dirty="0"/>
          </a:p>
        </p:txBody>
      </p:sp>
    </p:spTree>
    <p:extLst>
      <p:ext uri="{BB962C8B-B14F-4D97-AF65-F5344CB8AC3E}">
        <p14:creationId xmlns:p14="http://schemas.microsoft.com/office/powerpoint/2010/main" val="265437161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en-GB" altLang="zh-CN"/>
              <a:t>Click to edit Master title style</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GB" altLang="zh-CN"/>
              <a:t>Click to edit Master text styles</a:t>
            </a:r>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F875B503-0E0E-4FA0-ABAE-E3D4A2E6D662}" type="slidenum">
              <a:rPr lang="zh-CN" altLang="en-US" smtClean="0"/>
              <a:pPr>
                <a:defRPr/>
              </a:pPr>
              <a:t>‹#›</a:t>
            </a:fld>
            <a:endParaRPr lang="en-US" altLang="zh-CN"/>
          </a:p>
        </p:txBody>
      </p:sp>
    </p:spTree>
    <p:extLst>
      <p:ext uri="{BB962C8B-B14F-4D97-AF65-F5344CB8AC3E}">
        <p14:creationId xmlns:p14="http://schemas.microsoft.com/office/powerpoint/2010/main" val="191109367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GB" altLang="zh-CN"/>
              <a:t>Click to edit Master title style</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a:p>
        </p:txBody>
      </p:sp>
      <p:sp>
        <p:nvSpPr>
          <p:cNvPr id="5" name="日期占位符 4"/>
          <p:cNvSpPr>
            <a:spLocks noGrp="1"/>
          </p:cNvSpPr>
          <p:nvPr>
            <p:ph type="dt" sz="half" idx="10"/>
          </p:nvPr>
        </p:nvSpPr>
        <p:spPr/>
        <p:txBody>
          <a:bodyPr/>
          <a:lstStyle>
            <a:lvl1pPr>
              <a:defRPr/>
            </a:lvl1pPr>
          </a:lstStyle>
          <a:p>
            <a:pPr>
              <a:defRPr/>
            </a:pPr>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pPr>
              <a:defRPr/>
            </a:pPr>
            <a:fld id="{C5BA3390-FAE4-4C36-B805-80E623F337FC}" type="slidenum">
              <a:rPr lang="zh-CN" altLang="en-US" smtClean="0"/>
              <a:pPr>
                <a:defRPr/>
              </a:pPr>
              <a:t>‹#›</a:t>
            </a:fld>
            <a:endParaRPr lang="en-US" altLang="zh-CN"/>
          </a:p>
        </p:txBody>
      </p:sp>
    </p:spTree>
    <p:extLst>
      <p:ext uri="{BB962C8B-B14F-4D97-AF65-F5344CB8AC3E}">
        <p14:creationId xmlns:p14="http://schemas.microsoft.com/office/powerpoint/2010/main" val="380390788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en-GB" altLang="zh-CN"/>
              <a:t>Click to edit Master title style</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ltLang="zh-CN"/>
              <a:t>Click to edit Master text styles</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ltLang="zh-CN"/>
              <a:t>Click to edit Master text styles</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a:p>
        </p:txBody>
      </p:sp>
      <p:sp>
        <p:nvSpPr>
          <p:cNvPr id="7" name="日期占位符 6"/>
          <p:cNvSpPr>
            <a:spLocks noGrp="1"/>
          </p:cNvSpPr>
          <p:nvPr>
            <p:ph type="dt" sz="half" idx="10"/>
          </p:nvPr>
        </p:nvSpPr>
        <p:spPr/>
        <p:txBody>
          <a:bodyPr/>
          <a:lstStyle>
            <a:lvl1pPr>
              <a:defRPr/>
            </a:lvl1pPr>
          </a:lstStyle>
          <a:p>
            <a:pPr>
              <a:defRPr/>
            </a:pPr>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pPr>
              <a:defRPr/>
            </a:pPr>
            <a:fld id="{C3AFF157-FD97-49D1-AD0D-EDB5FBA230AD}" type="slidenum">
              <a:rPr lang="zh-CN" altLang="en-US" smtClean="0"/>
              <a:pPr>
                <a:defRPr/>
              </a:pPr>
              <a:t>‹#›</a:t>
            </a:fld>
            <a:endParaRPr lang="en-US" altLang="zh-CN"/>
          </a:p>
        </p:txBody>
      </p:sp>
    </p:spTree>
    <p:extLst>
      <p:ext uri="{BB962C8B-B14F-4D97-AF65-F5344CB8AC3E}">
        <p14:creationId xmlns:p14="http://schemas.microsoft.com/office/powerpoint/2010/main" val="110606917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GB" altLang="zh-CN"/>
              <a:t>Click to edit Master title style</a:t>
            </a:r>
            <a:endParaRPr lang="zh-CN" altLang="en-US"/>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pPr>
              <a:defRPr/>
            </a:pPr>
            <a:fld id="{F8B2A855-7301-4036-B977-4E13EC7544E9}" type="slidenum">
              <a:rPr lang="zh-CN" altLang="en-US" smtClean="0"/>
              <a:pPr>
                <a:defRPr/>
              </a:pPr>
              <a:t>‹#›</a:t>
            </a:fld>
            <a:endParaRPr lang="en-US" altLang="zh-CN"/>
          </a:p>
        </p:txBody>
      </p:sp>
    </p:spTree>
    <p:extLst>
      <p:ext uri="{BB962C8B-B14F-4D97-AF65-F5344CB8AC3E}">
        <p14:creationId xmlns:p14="http://schemas.microsoft.com/office/powerpoint/2010/main" val="95127206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pPr>
              <a:defRPr/>
            </a:pPr>
            <a:fld id="{32A7F497-9298-4E9C-9D52-2133934E05FC}" type="slidenum">
              <a:rPr lang="zh-CN" altLang="en-US" smtClean="0"/>
              <a:pPr>
                <a:defRPr/>
              </a:pPr>
              <a:t>‹#›</a:t>
            </a:fld>
            <a:endParaRPr lang="en-US" altLang="zh-CN"/>
          </a:p>
        </p:txBody>
      </p:sp>
    </p:spTree>
    <p:extLst>
      <p:ext uri="{BB962C8B-B14F-4D97-AF65-F5344CB8AC3E}">
        <p14:creationId xmlns:p14="http://schemas.microsoft.com/office/powerpoint/2010/main" val="226781006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en-GB" altLang="zh-CN"/>
              <a:t>Click to edit Master title style</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ltLang="zh-CN"/>
              <a:t>Click to edit Master text styles</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pPr>
              <a:defRPr/>
            </a:pPr>
            <a:fld id="{3A3DAF09-A26C-4220-81F5-AF7EBC8E680D}" type="slidenum">
              <a:rPr lang="zh-CN" altLang="en-US" smtClean="0"/>
              <a:pPr>
                <a:defRPr/>
              </a:pPr>
              <a:t>‹#›</a:t>
            </a:fld>
            <a:endParaRPr lang="en-US" altLang="zh-CN" dirty="0"/>
          </a:p>
        </p:txBody>
      </p:sp>
    </p:spTree>
    <p:extLst>
      <p:ext uri="{BB962C8B-B14F-4D97-AF65-F5344CB8AC3E}">
        <p14:creationId xmlns:p14="http://schemas.microsoft.com/office/powerpoint/2010/main" val="2529258880"/>
      </p:ext>
    </p:extLst>
  </p:cSld>
  <p:clrMapOvr>
    <a:masterClrMapping/>
  </p:clrMapOvr>
  <p:hf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en-GB" altLang="zh-CN"/>
              <a:t>Click to edit Master title style</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ltLang="zh-CN"/>
              <a:t>Click icon to add picture</a:t>
            </a:r>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ltLang="zh-CN"/>
              <a:t>Click to edit Master text styles</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pPr>
              <a:defRPr/>
            </a:pPr>
            <a:fld id="{3A3DAF09-A26C-4220-81F5-AF7EBC8E680D}" type="slidenum">
              <a:rPr lang="zh-CN" altLang="en-US" smtClean="0"/>
              <a:pPr>
                <a:defRPr/>
              </a:pPr>
              <a:t>‹#›</a:t>
            </a:fld>
            <a:endParaRPr lang="en-US" altLang="zh-CN" dirty="0"/>
          </a:p>
        </p:txBody>
      </p:sp>
    </p:spTree>
    <p:extLst>
      <p:ext uri="{BB962C8B-B14F-4D97-AF65-F5344CB8AC3E}">
        <p14:creationId xmlns:p14="http://schemas.microsoft.com/office/powerpoint/2010/main" val="18611952"/>
      </p:ext>
    </p:extLst>
  </p:cSld>
  <p:clrMapOvr>
    <a:masterClrMapping/>
  </p:clrMapOvr>
  <p:hf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GB" altLang="zh-CN"/>
              <a:t>Click to edit Master title style</a:t>
            </a:r>
            <a:endParaRPr lang="zh-CN" altLang="en-US"/>
          </a:p>
        </p:txBody>
      </p:sp>
      <p:sp>
        <p:nvSpPr>
          <p:cNvPr id="3" name="竖排文字占位符 2"/>
          <p:cNvSpPr>
            <a:spLocks noGrp="1"/>
          </p:cNvSpPr>
          <p:nvPr>
            <p:ph type="body" orient="vert" idx="1"/>
          </p:nvPr>
        </p:nvSpPr>
        <p:spPr/>
        <p:txBody>
          <a:bodyPr vert="eaVert"/>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3A3DAF09-A26C-4220-81F5-AF7EBC8E680D}" type="slidenum">
              <a:rPr lang="zh-CN" altLang="en-US" smtClean="0"/>
              <a:pPr>
                <a:defRPr/>
              </a:pPr>
              <a:t>‹#›</a:t>
            </a:fld>
            <a:endParaRPr lang="en-US" altLang="zh-CN" dirty="0"/>
          </a:p>
        </p:txBody>
      </p:sp>
    </p:spTree>
    <p:extLst>
      <p:ext uri="{BB962C8B-B14F-4D97-AF65-F5344CB8AC3E}">
        <p14:creationId xmlns:p14="http://schemas.microsoft.com/office/powerpoint/2010/main" val="3883222073"/>
      </p:ext>
    </p:extLst>
  </p:cSld>
  <p:clrMapOvr>
    <a:masterClrMapping/>
  </p:clrMapOvr>
  <p:hf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en-GB" altLang="zh-CN"/>
              <a:t>Click to edit Master title style</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3A3DAF09-A26C-4220-81F5-AF7EBC8E680D}" type="slidenum">
              <a:rPr lang="zh-CN" altLang="en-US" smtClean="0"/>
              <a:pPr>
                <a:defRPr/>
              </a:pPr>
              <a:t>‹#›</a:t>
            </a:fld>
            <a:endParaRPr lang="en-US" altLang="zh-CN" dirty="0"/>
          </a:p>
        </p:txBody>
      </p:sp>
    </p:spTree>
    <p:extLst>
      <p:ext uri="{BB962C8B-B14F-4D97-AF65-F5344CB8AC3E}">
        <p14:creationId xmlns:p14="http://schemas.microsoft.com/office/powerpoint/2010/main" val="3232083273"/>
      </p:ext>
    </p:extLst>
  </p:cSld>
  <p:clrMapOvr>
    <a:masterClrMapping/>
  </p:clrMapOvr>
  <p:hf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cSld name="自定义版式">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8092276"/>
      </p:ext>
    </p:extLst>
  </p:cSld>
  <p:clrMapOvr>
    <a:masterClrMapping/>
  </p:clrMapOvr>
  <p:hf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85800" y="115888"/>
            <a:ext cx="5470525" cy="936625"/>
          </a:xfrm>
        </p:spPr>
        <p:txBody>
          <a:bodyPr/>
          <a:lstStyle/>
          <a:p>
            <a:r>
              <a:rPr lang="en-GB" altLang="zh-CN"/>
              <a:t>Click to edit Master title style</a:t>
            </a:r>
            <a:endParaRPr lang="zh-CN" altLang="en-US"/>
          </a:p>
        </p:txBody>
      </p:sp>
      <p:sp>
        <p:nvSpPr>
          <p:cNvPr id="3" name="表格占位符 2"/>
          <p:cNvSpPr>
            <a:spLocks noGrp="1"/>
          </p:cNvSpPr>
          <p:nvPr>
            <p:ph type="tbl" idx="1"/>
          </p:nvPr>
        </p:nvSpPr>
        <p:spPr>
          <a:xfrm>
            <a:off x="457200" y="1447800"/>
            <a:ext cx="8229600" cy="4716463"/>
          </a:xfrm>
        </p:spPr>
        <p:txBody>
          <a:bodyPr/>
          <a:lstStyle/>
          <a:p>
            <a:pPr lvl="0"/>
            <a:r>
              <a:rPr lang="en-GB" altLang="zh-CN" noProof="0"/>
              <a:t>Click icon to add table</a:t>
            </a:r>
            <a:endParaRPr lang="zh-CN" altLang="en-US"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1"/>
          </p:nvPr>
        </p:nvSpPr>
        <p:spPr>
          <a:ln/>
        </p:spPr>
        <p:txBody>
          <a:bodyPr/>
          <a:lstStyle>
            <a:lvl1pPr>
              <a:defRPr/>
            </a:lvl1pPr>
          </a:lstStyle>
          <a:p>
            <a:pPr>
              <a:defRPr/>
            </a:pPr>
            <a:fld id="{2EA1E184-7EFF-4B48-9C82-609CF6442F2C}" type="slidenum">
              <a:rPr lang="zh-CN" altLang="en-US" smtClean="0"/>
              <a:pPr>
                <a:defRPr/>
              </a:pPr>
              <a:t>‹#›</a:t>
            </a:fld>
            <a:endParaRPr lang="en-US" altLang="zh-CN"/>
          </a:p>
        </p:txBody>
      </p:sp>
    </p:spTree>
    <p:extLst>
      <p:ext uri="{BB962C8B-B14F-4D97-AF65-F5344CB8AC3E}">
        <p14:creationId xmlns:p14="http://schemas.microsoft.com/office/powerpoint/2010/main" val="3176162525"/>
      </p:ext>
    </p:extLst>
  </p:cSld>
  <p:clrMapOvr>
    <a:masterClrMapping/>
  </p:clrMapOvr>
  <p:transition>
    <p:wipe dir="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195263" y="228600"/>
            <a:ext cx="8015287" cy="914400"/>
          </a:xfrm>
        </p:spPr>
        <p:txBody>
          <a:bodyPr/>
          <a:lstStyle/>
          <a:p>
            <a:r>
              <a:rPr lang="en-GB" altLang="zh-CN"/>
              <a:t>Click to edit Master title style</a:t>
            </a:r>
            <a:endParaRPr lang="zh-CN" altLang="en-US"/>
          </a:p>
        </p:txBody>
      </p:sp>
      <p:sp>
        <p:nvSpPr>
          <p:cNvPr id="3" name="内容占位符 2"/>
          <p:cNvSpPr>
            <a:spLocks noGrp="1"/>
          </p:cNvSpPr>
          <p:nvPr>
            <p:ph sz="half" idx="1"/>
          </p:nvPr>
        </p:nvSpPr>
        <p:spPr>
          <a:xfrm>
            <a:off x="457200" y="1447800"/>
            <a:ext cx="3962400" cy="5029200"/>
          </a:xfrm>
        </p:spPr>
        <p:txBody>
          <a:body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a:p>
        </p:txBody>
      </p:sp>
      <p:sp>
        <p:nvSpPr>
          <p:cNvPr id="4" name="内容占位符 3"/>
          <p:cNvSpPr>
            <a:spLocks noGrp="1"/>
          </p:cNvSpPr>
          <p:nvPr>
            <p:ph sz="quarter" idx="2"/>
          </p:nvPr>
        </p:nvSpPr>
        <p:spPr>
          <a:xfrm>
            <a:off x="4572000" y="1447800"/>
            <a:ext cx="3962400" cy="2438400"/>
          </a:xfrm>
        </p:spPr>
        <p:txBody>
          <a:body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a:p>
        </p:txBody>
      </p:sp>
      <p:sp>
        <p:nvSpPr>
          <p:cNvPr id="5" name="内容占位符 4"/>
          <p:cNvSpPr>
            <a:spLocks noGrp="1"/>
          </p:cNvSpPr>
          <p:nvPr>
            <p:ph sz="quarter" idx="3"/>
          </p:nvPr>
        </p:nvSpPr>
        <p:spPr>
          <a:xfrm>
            <a:off x="4572000" y="4038600"/>
            <a:ext cx="3962400" cy="2438400"/>
          </a:xfrm>
        </p:spPr>
        <p:txBody>
          <a:body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a:p>
        </p:txBody>
      </p:sp>
      <p:sp>
        <p:nvSpPr>
          <p:cNvPr id="6" name="Rectangle 8"/>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zh-CN"/>
          </a:p>
        </p:txBody>
      </p:sp>
      <p:sp>
        <p:nvSpPr>
          <p:cNvPr id="8" name="Rectangle 10"/>
          <p:cNvSpPr>
            <a:spLocks noGrp="1" noChangeArrowheads="1"/>
          </p:cNvSpPr>
          <p:nvPr>
            <p:ph type="sldNum" sz="quarter" idx="12"/>
          </p:nvPr>
        </p:nvSpPr>
        <p:spPr>
          <a:ln/>
        </p:spPr>
        <p:txBody>
          <a:bodyPr/>
          <a:lstStyle>
            <a:lvl1pPr>
              <a:defRPr/>
            </a:lvl1pPr>
          </a:lstStyle>
          <a:p>
            <a:pPr>
              <a:defRPr/>
            </a:pPr>
            <a:fld id="{3A3DAF09-A26C-4220-81F5-AF7EBC8E680D}" type="slidenum">
              <a:rPr lang="zh-CN" altLang="en-US" smtClean="0"/>
              <a:pPr>
                <a:defRPr/>
              </a:pPr>
              <a:t>‹#›</a:t>
            </a:fld>
            <a:endParaRPr lang="en-US" altLang="zh-CN" dirty="0"/>
          </a:p>
        </p:txBody>
      </p:sp>
    </p:spTree>
    <p:extLst>
      <p:ext uri="{BB962C8B-B14F-4D97-AF65-F5344CB8AC3E}">
        <p14:creationId xmlns:p14="http://schemas.microsoft.com/office/powerpoint/2010/main" val="3149345734"/>
      </p:ext>
    </p:extLst>
  </p:cSld>
  <p:clrMapOvr>
    <a:masterClrMapping/>
  </p:clrMapOvr>
  <p:hf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115888"/>
            <a:ext cx="5470525" cy="936625"/>
          </a:xfrm>
        </p:spPr>
        <p:txBody>
          <a:bodyPr/>
          <a:lstStyle/>
          <a:p>
            <a:r>
              <a:rPr lang="en-GB" altLang="zh-CN"/>
              <a:t>Click to edit Master title style</a:t>
            </a:r>
            <a:endParaRPr lang="zh-CN" altLang="en-US"/>
          </a:p>
        </p:txBody>
      </p:sp>
      <p:sp>
        <p:nvSpPr>
          <p:cNvPr id="3" name="文本占位符 2"/>
          <p:cNvSpPr>
            <a:spLocks noGrp="1"/>
          </p:cNvSpPr>
          <p:nvPr>
            <p:ph type="body" sz="half" idx="1"/>
          </p:nvPr>
        </p:nvSpPr>
        <p:spPr>
          <a:xfrm>
            <a:off x="457200" y="1447800"/>
            <a:ext cx="4038600" cy="4716463"/>
          </a:xfrm>
        </p:spPr>
        <p:txBody>
          <a:body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a:p>
        </p:txBody>
      </p:sp>
      <p:sp>
        <p:nvSpPr>
          <p:cNvPr id="4" name="内容占位符 3"/>
          <p:cNvSpPr>
            <a:spLocks noGrp="1"/>
          </p:cNvSpPr>
          <p:nvPr>
            <p:ph sz="half" idx="2"/>
          </p:nvPr>
        </p:nvSpPr>
        <p:spPr>
          <a:xfrm>
            <a:off x="4648200" y="1447800"/>
            <a:ext cx="4038600" cy="4716463"/>
          </a:xfrm>
        </p:spPr>
        <p:txBody>
          <a:body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1"/>
          </p:nvPr>
        </p:nvSpPr>
        <p:spPr>
          <a:ln/>
        </p:spPr>
        <p:txBody>
          <a:bodyPr/>
          <a:lstStyle>
            <a:lvl1pPr>
              <a:defRPr/>
            </a:lvl1pPr>
          </a:lstStyle>
          <a:p>
            <a:pPr>
              <a:defRPr/>
            </a:pPr>
            <a:fld id="{3A3DAF09-A26C-4220-81F5-AF7EBC8E680D}" type="slidenum">
              <a:rPr lang="zh-CN" altLang="en-US" smtClean="0"/>
              <a:pPr>
                <a:defRPr/>
              </a:pPr>
              <a:t>‹#›</a:t>
            </a:fld>
            <a:endParaRPr lang="en-US" altLang="zh-CN" dirty="0"/>
          </a:p>
        </p:txBody>
      </p:sp>
    </p:spTree>
    <p:extLst>
      <p:ext uri="{BB962C8B-B14F-4D97-AF65-F5344CB8AC3E}">
        <p14:creationId xmlns:p14="http://schemas.microsoft.com/office/powerpoint/2010/main" val="759262427"/>
      </p:ext>
    </p:extLst>
  </p:cSld>
  <p:clrMapOvr>
    <a:masterClrMapping/>
  </p:clrMapOvr>
  <p:transition>
    <p:wipe dir="r"/>
  </p:transition>
  <p:hf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en-GB" altLang="zh-CN"/>
              <a:t>Click to edit Master title style</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GB" altLang="zh-CN"/>
              <a:t>Click to edit Master subtitle style</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dirty="0"/>
          </a:p>
        </p:txBody>
      </p:sp>
      <p:sp>
        <p:nvSpPr>
          <p:cNvPr id="6" name="灯片编号占位符 5"/>
          <p:cNvSpPr>
            <a:spLocks noGrp="1"/>
          </p:cNvSpPr>
          <p:nvPr>
            <p:ph type="sldNum" sz="quarter" idx="12"/>
          </p:nvPr>
        </p:nvSpPr>
        <p:spPr/>
        <p:txBody>
          <a:bodyPr/>
          <a:lstStyle>
            <a:lvl1pPr>
              <a:defRPr/>
            </a:lvl1pPr>
          </a:lstStyle>
          <a:p>
            <a:pPr>
              <a:defRPr/>
            </a:pPr>
            <a:fld id="{3A3DAF09-A26C-4220-81F5-AF7EBC8E680D}" type="slidenum">
              <a:rPr lang="zh-CN" altLang="en-US" smtClean="0"/>
              <a:pPr>
                <a:defRPr/>
              </a:pPr>
              <a:t>‹#›</a:t>
            </a:fld>
            <a:endParaRPr lang="en-US" altLang="zh-CN"/>
          </a:p>
        </p:txBody>
      </p:sp>
      <p:pic>
        <p:nvPicPr>
          <p:cNvPr id="7" name="图片 6">
            <a:extLst>
              <a:ext uri="{FF2B5EF4-FFF2-40B4-BE49-F238E27FC236}">
                <a16:creationId xmlns:a16="http://schemas.microsoft.com/office/drawing/2014/main" id="{97D2D9B3-7498-61A1-C429-BD36325DE2F0}"/>
              </a:ext>
            </a:extLst>
          </p:cNvPr>
          <p:cNvPicPr>
            <a:picLocks noChangeAspect="1"/>
          </p:cNvPicPr>
          <p:nvPr userDrawn="1"/>
        </p:nvPicPr>
        <p:blipFill rotWithShape="1">
          <a:blip r:embed="rId2"/>
          <a:srcRect r="84159"/>
          <a:stretch/>
        </p:blipFill>
        <p:spPr>
          <a:xfrm>
            <a:off x="0" y="0"/>
            <a:ext cx="1340427" cy="1357258"/>
          </a:xfrm>
          <a:prstGeom prst="rect">
            <a:avLst/>
          </a:prstGeom>
        </p:spPr>
      </p:pic>
      <p:pic>
        <p:nvPicPr>
          <p:cNvPr id="8" name="图片 7">
            <a:extLst>
              <a:ext uri="{FF2B5EF4-FFF2-40B4-BE49-F238E27FC236}">
                <a16:creationId xmlns:a16="http://schemas.microsoft.com/office/drawing/2014/main" id="{789E5869-87CA-4844-C008-6B4479A2B3C4}"/>
              </a:ext>
            </a:extLst>
          </p:cNvPr>
          <p:cNvPicPr>
            <a:picLocks noChangeAspect="1"/>
          </p:cNvPicPr>
          <p:nvPr userDrawn="1"/>
        </p:nvPicPr>
        <p:blipFill rotWithShape="1">
          <a:blip r:embed="rId2"/>
          <a:srcRect l="17445" r="66386"/>
          <a:stretch/>
        </p:blipFill>
        <p:spPr>
          <a:xfrm>
            <a:off x="7775848" y="0"/>
            <a:ext cx="1368152" cy="1357258"/>
          </a:xfrm>
          <a:prstGeom prst="rect">
            <a:avLst/>
          </a:prstGeom>
        </p:spPr>
      </p:pic>
    </p:spTree>
    <p:extLst>
      <p:ext uri="{BB962C8B-B14F-4D97-AF65-F5344CB8AC3E}">
        <p14:creationId xmlns:p14="http://schemas.microsoft.com/office/powerpoint/2010/main" val="4227569352"/>
      </p:ext>
    </p:extLst>
  </p:cSld>
  <p:clrMapOvr>
    <a:masterClrMapping/>
  </p:clrMapOvr>
  <p:hf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4000"/>
            </a:lvl1pPr>
          </a:lstStyle>
          <a:p>
            <a:r>
              <a:rPr lang="en-GB" altLang="zh-CN"/>
              <a:t>Click to edit Master title style</a:t>
            </a:r>
            <a:endParaRPr lang="zh-CN" altLang="en-US"/>
          </a:p>
        </p:txBody>
      </p:sp>
      <p:sp>
        <p:nvSpPr>
          <p:cNvPr id="3" name="内容占位符 2"/>
          <p:cNvSpPr>
            <a:spLocks noGrp="1"/>
          </p:cNvSpPr>
          <p:nvPr>
            <p:ph idx="1"/>
          </p:nvPr>
        </p:nvSpPr>
        <p:spPr>
          <a:xfrm>
            <a:off x="457200" y="1551432"/>
            <a:ext cx="8229600" cy="4525963"/>
          </a:xfrm>
        </p:spPr>
        <p:txBody>
          <a:body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dirty="0"/>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dirty="0"/>
          </a:p>
        </p:txBody>
      </p:sp>
      <p:sp>
        <p:nvSpPr>
          <p:cNvPr id="6" name="灯片编号占位符 5"/>
          <p:cNvSpPr>
            <a:spLocks noGrp="1"/>
          </p:cNvSpPr>
          <p:nvPr>
            <p:ph type="sldNum" sz="quarter" idx="12"/>
          </p:nvPr>
        </p:nvSpPr>
        <p:spPr/>
        <p:txBody>
          <a:bodyPr/>
          <a:lstStyle>
            <a:lvl1pPr>
              <a:defRPr/>
            </a:lvl1pPr>
          </a:lstStyle>
          <a:p>
            <a:pPr>
              <a:defRPr/>
            </a:pPr>
            <a:fld id="{3A3DAF09-A26C-4220-81F5-AF7EBC8E680D}" type="slidenum">
              <a:rPr lang="zh-CN" altLang="en-US" smtClean="0"/>
              <a:pPr>
                <a:defRPr/>
              </a:pPr>
              <a:t>‹#›</a:t>
            </a:fld>
            <a:endParaRPr lang="en-US" altLang="zh-CN"/>
          </a:p>
        </p:txBody>
      </p:sp>
    </p:spTree>
    <p:extLst>
      <p:ext uri="{BB962C8B-B14F-4D97-AF65-F5344CB8AC3E}">
        <p14:creationId xmlns:p14="http://schemas.microsoft.com/office/powerpoint/2010/main" val="939913164"/>
      </p:ext>
    </p:extLst>
  </p:cSld>
  <p:clrMapOvr>
    <a:masterClrMapping/>
  </p:clrMapOvr>
  <p:hf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en-GB" altLang="zh-CN"/>
              <a:t>Click to edit Master title style</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GB" altLang="zh-CN"/>
              <a:t>Click to edit Master text styles</a:t>
            </a:r>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dirty="0"/>
          </a:p>
        </p:txBody>
      </p:sp>
      <p:sp>
        <p:nvSpPr>
          <p:cNvPr id="6" name="灯片编号占位符 5"/>
          <p:cNvSpPr>
            <a:spLocks noGrp="1"/>
          </p:cNvSpPr>
          <p:nvPr>
            <p:ph type="sldNum" sz="quarter" idx="12"/>
          </p:nvPr>
        </p:nvSpPr>
        <p:spPr/>
        <p:txBody>
          <a:bodyPr/>
          <a:lstStyle>
            <a:lvl1pPr>
              <a:defRPr/>
            </a:lvl1pPr>
          </a:lstStyle>
          <a:p>
            <a:pPr>
              <a:defRPr/>
            </a:pPr>
            <a:fld id="{3A3DAF09-A26C-4220-81F5-AF7EBC8E680D}" type="slidenum">
              <a:rPr lang="zh-CN" altLang="en-US" smtClean="0"/>
              <a:pPr>
                <a:defRPr/>
              </a:pPr>
              <a:t>‹#›</a:t>
            </a:fld>
            <a:endParaRPr lang="en-US" altLang="zh-CN"/>
          </a:p>
        </p:txBody>
      </p:sp>
    </p:spTree>
    <p:extLst>
      <p:ext uri="{BB962C8B-B14F-4D97-AF65-F5344CB8AC3E}">
        <p14:creationId xmlns:p14="http://schemas.microsoft.com/office/powerpoint/2010/main" val="176515665"/>
      </p:ext>
    </p:extLst>
  </p:cSld>
  <p:clrMapOvr>
    <a:masterClrMapping/>
  </p:clrMapOvr>
  <p:hf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GB" altLang="zh-CN"/>
              <a:t>Click to edit Master title style</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a:p>
        </p:txBody>
      </p:sp>
      <p:sp>
        <p:nvSpPr>
          <p:cNvPr id="5" name="日期占位符 4"/>
          <p:cNvSpPr>
            <a:spLocks noGrp="1"/>
          </p:cNvSpPr>
          <p:nvPr>
            <p:ph type="dt" sz="half" idx="10"/>
          </p:nvPr>
        </p:nvSpPr>
        <p:spPr/>
        <p:txBody>
          <a:bodyPr/>
          <a:lstStyle>
            <a:lvl1pPr>
              <a:defRPr/>
            </a:lvl1pPr>
          </a:lstStyle>
          <a:p>
            <a:pPr>
              <a:defRPr/>
            </a:pPr>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dirty="0"/>
          </a:p>
        </p:txBody>
      </p:sp>
      <p:sp>
        <p:nvSpPr>
          <p:cNvPr id="7" name="灯片编号占位符 6"/>
          <p:cNvSpPr>
            <a:spLocks noGrp="1"/>
          </p:cNvSpPr>
          <p:nvPr>
            <p:ph type="sldNum" sz="quarter" idx="12"/>
          </p:nvPr>
        </p:nvSpPr>
        <p:spPr/>
        <p:txBody>
          <a:bodyPr/>
          <a:lstStyle>
            <a:lvl1pPr>
              <a:defRPr/>
            </a:lvl1pPr>
          </a:lstStyle>
          <a:p>
            <a:pPr>
              <a:defRPr/>
            </a:pPr>
            <a:fld id="{3A3DAF09-A26C-4220-81F5-AF7EBC8E680D}" type="slidenum">
              <a:rPr lang="zh-CN" altLang="en-US" smtClean="0"/>
              <a:pPr>
                <a:defRPr/>
              </a:pPr>
              <a:t>‹#›</a:t>
            </a:fld>
            <a:endParaRPr lang="en-US" altLang="zh-CN"/>
          </a:p>
        </p:txBody>
      </p:sp>
    </p:spTree>
    <p:extLst>
      <p:ext uri="{BB962C8B-B14F-4D97-AF65-F5344CB8AC3E}">
        <p14:creationId xmlns:p14="http://schemas.microsoft.com/office/powerpoint/2010/main" val="4026200098"/>
      </p:ext>
    </p:extLst>
  </p:cSld>
  <p:clrMapOvr>
    <a:masterClrMapping/>
  </p:clrMapOvr>
  <p:hf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en-GB" altLang="zh-CN"/>
              <a:t>Click to edit Master title style</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ltLang="zh-CN"/>
              <a:t>Click to edit Master text styles</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ltLang="zh-CN"/>
              <a:t>Click to edit Master text styles</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a:p>
        </p:txBody>
      </p:sp>
      <p:sp>
        <p:nvSpPr>
          <p:cNvPr id="7" name="日期占位符 6"/>
          <p:cNvSpPr>
            <a:spLocks noGrp="1"/>
          </p:cNvSpPr>
          <p:nvPr>
            <p:ph type="dt" sz="half" idx="10"/>
          </p:nvPr>
        </p:nvSpPr>
        <p:spPr/>
        <p:txBody>
          <a:bodyPr/>
          <a:lstStyle>
            <a:lvl1pPr>
              <a:defRPr/>
            </a:lvl1pPr>
          </a:lstStyle>
          <a:p>
            <a:pPr>
              <a:defRPr/>
            </a:pPr>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dirty="0"/>
          </a:p>
        </p:txBody>
      </p:sp>
      <p:sp>
        <p:nvSpPr>
          <p:cNvPr id="9" name="灯片编号占位符 8"/>
          <p:cNvSpPr>
            <a:spLocks noGrp="1"/>
          </p:cNvSpPr>
          <p:nvPr>
            <p:ph type="sldNum" sz="quarter" idx="12"/>
          </p:nvPr>
        </p:nvSpPr>
        <p:spPr/>
        <p:txBody>
          <a:bodyPr/>
          <a:lstStyle>
            <a:lvl1pPr>
              <a:defRPr/>
            </a:lvl1pPr>
          </a:lstStyle>
          <a:p>
            <a:pPr>
              <a:defRPr/>
            </a:pPr>
            <a:fld id="{3A3DAF09-A26C-4220-81F5-AF7EBC8E680D}" type="slidenum">
              <a:rPr lang="zh-CN" altLang="en-US" smtClean="0"/>
              <a:pPr>
                <a:defRPr/>
              </a:pPr>
              <a:t>‹#›</a:t>
            </a:fld>
            <a:endParaRPr lang="en-US" altLang="zh-CN"/>
          </a:p>
        </p:txBody>
      </p:sp>
    </p:spTree>
    <p:extLst>
      <p:ext uri="{BB962C8B-B14F-4D97-AF65-F5344CB8AC3E}">
        <p14:creationId xmlns:p14="http://schemas.microsoft.com/office/powerpoint/2010/main" val="1987876642"/>
      </p:ext>
    </p:extLst>
  </p:cSld>
  <p:clrMapOvr>
    <a:masterClrMapping/>
  </p:clrMapOvr>
  <p:hf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GB" altLang="zh-CN"/>
              <a:t>Click to edit Master title style</a:t>
            </a:r>
            <a:endParaRPr lang="zh-CN" altLang="en-US"/>
          </a:p>
        </p:txBody>
      </p:sp>
      <p:sp>
        <p:nvSpPr>
          <p:cNvPr id="3" name="日期占位符 2"/>
          <p:cNvSpPr>
            <a:spLocks noGrp="1"/>
          </p:cNvSpPr>
          <p:nvPr>
            <p:ph type="dt" sz="half" idx="10"/>
          </p:nvPr>
        </p:nvSpPr>
        <p:spPr/>
        <p:txBody>
          <a:bodyPr/>
          <a:lstStyle>
            <a:lvl1pPr>
              <a:defRPr/>
            </a:lvl1pPr>
          </a:lstStyle>
          <a:p>
            <a:pPr>
              <a:defRPr/>
            </a:pPr>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dirty="0"/>
          </a:p>
        </p:txBody>
      </p:sp>
      <p:sp>
        <p:nvSpPr>
          <p:cNvPr id="5" name="灯片编号占位符 4"/>
          <p:cNvSpPr>
            <a:spLocks noGrp="1"/>
          </p:cNvSpPr>
          <p:nvPr>
            <p:ph type="sldNum" sz="quarter" idx="12"/>
          </p:nvPr>
        </p:nvSpPr>
        <p:spPr/>
        <p:txBody>
          <a:bodyPr/>
          <a:lstStyle>
            <a:lvl1pPr>
              <a:defRPr/>
            </a:lvl1pPr>
          </a:lstStyle>
          <a:p>
            <a:pPr>
              <a:defRPr/>
            </a:pPr>
            <a:fld id="{3A3DAF09-A26C-4220-81F5-AF7EBC8E680D}" type="slidenum">
              <a:rPr lang="zh-CN" altLang="en-US" smtClean="0"/>
              <a:pPr>
                <a:defRPr/>
              </a:pPr>
              <a:t>‹#›</a:t>
            </a:fld>
            <a:endParaRPr lang="en-US" altLang="zh-CN"/>
          </a:p>
        </p:txBody>
      </p:sp>
    </p:spTree>
    <p:extLst>
      <p:ext uri="{BB962C8B-B14F-4D97-AF65-F5344CB8AC3E}">
        <p14:creationId xmlns:p14="http://schemas.microsoft.com/office/powerpoint/2010/main" val="3317439810"/>
      </p:ext>
    </p:extLst>
  </p:cSld>
  <p:clrMapOvr>
    <a:masterClrMapping/>
  </p:clrMapOvr>
  <p:hf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pPr>
              <a:defRPr/>
            </a:pPr>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dirty="0"/>
          </a:p>
        </p:txBody>
      </p:sp>
      <p:sp>
        <p:nvSpPr>
          <p:cNvPr id="4" name="灯片编号占位符 3"/>
          <p:cNvSpPr>
            <a:spLocks noGrp="1"/>
          </p:cNvSpPr>
          <p:nvPr>
            <p:ph type="sldNum" sz="quarter" idx="12"/>
          </p:nvPr>
        </p:nvSpPr>
        <p:spPr/>
        <p:txBody>
          <a:bodyPr/>
          <a:lstStyle>
            <a:lvl1pPr>
              <a:defRPr/>
            </a:lvl1pPr>
          </a:lstStyle>
          <a:p>
            <a:pPr>
              <a:defRPr/>
            </a:pPr>
            <a:fld id="{3A3DAF09-A26C-4220-81F5-AF7EBC8E680D}" type="slidenum">
              <a:rPr lang="zh-CN" altLang="en-US" smtClean="0"/>
              <a:pPr>
                <a:defRPr/>
              </a:pPr>
              <a:t>‹#›</a:t>
            </a:fld>
            <a:endParaRPr lang="en-US" altLang="zh-CN"/>
          </a:p>
        </p:txBody>
      </p:sp>
    </p:spTree>
    <p:extLst>
      <p:ext uri="{BB962C8B-B14F-4D97-AF65-F5344CB8AC3E}">
        <p14:creationId xmlns:p14="http://schemas.microsoft.com/office/powerpoint/2010/main" val="2358678516"/>
      </p:ext>
    </p:extLst>
  </p:cSld>
  <p:clrMapOvr>
    <a:masterClrMapping/>
  </p:clrMapOvr>
  <p:hf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en-GB" altLang="zh-CN"/>
              <a:t>Click to edit Master title style</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ltLang="zh-CN"/>
              <a:t>Click to edit Master text styles</a:t>
            </a:r>
          </a:p>
        </p:txBody>
      </p:sp>
      <p:sp>
        <p:nvSpPr>
          <p:cNvPr id="5" name="日期占位符 4"/>
          <p:cNvSpPr>
            <a:spLocks noGrp="1"/>
          </p:cNvSpPr>
          <p:nvPr>
            <p:ph type="dt" sz="half" idx="10"/>
          </p:nvPr>
        </p:nvSpPr>
        <p:spPr/>
        <p:txBody>
          <a:bodyPr/>
          <a:lstStyle>
            <a:lvl1pPr>
              <a:defRPr/>
            </a:lvl1pPr>
          </a:lstStyle>
          <a:p>
            <a:pPr>
              <a:defRPr/>
            </a:pPr>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dirty="0"/>
          </a:p>
        </p:txBody>
      </p:sp>
      <p:sp>
        <p:nvSpPr>
          <p:cNvPr id="7" name="灯片编号占位符 6"/>
          <p:cNvSpPr>
            <a:spLocks noGrp="1"/>
          </p:cNvSpPr>
          <p:nvPr>
            <p:ph type="sldNum" sz="quarter" idx="12"/>
          </p:nvPr>
        </p:nvSpPr>
        <p:spPr/>
        <p:txBody>
          <a:bodyPr/>
          <a:lstStyle>
            <a:lvl1pPr>
              <a:defRPr/>
            </a:lvl1pPr>
          </a:lstStyle>
          <a:p>
            <a:pPr>
              <a:defRPr/>
            </a:pPr>
            <a:fld id="{3A3DAF09-A26C-4220-81F5-AF7EBC8E680D}" type="slidenum">
              <a:rPr lang="zh-CN" altLang="en-US" smtClean="0"/>
              <a:pPr>
                <a:defRPr/>
              </a:pPr>
              <a:t>‹#›</a:t>
            </a:fld>
            <a:endParaRPr lang="en-US" altLang="zh-CN"/>
          </a:p>
        </p:txBody>
      </p:sp>
    </p:spTree>
    <p:extLst>
      <p:ext uri="{BB962C8B-B14F-4D97-AF65-F5344CB8AC3E}">
        <p14:creationId xmlns:p14="http://schemas.microsoft.com/office/powerpoint/2010/main" val="42858210"/>
      </p:ext>
    </p:extLst>
  </p:cSld>
  <p:clrMapOvr>
    <a:masterClrMapping/>
  </p:clrMapOvr>
  <p:hf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en-GB" altLang="zh-CN"/>
              <a:t>Click to edit Master title style</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ltLang="zh-CN"/>
              <a:t>Click icon to add picture</a:t>
            </a:r>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ltLang="zh-CN"/>
              <a:t>Click to edit Master text styles</a:t>
            </a:r>
          </a:p>
        </p:txBody>
      </p:sp>
      <p:sp>
        <p:nvSpPr>
          <p:cNvPr id="5" name="日期占位符 4"/>
          <p:cNvSpPr>
            <a:spLocks noGrp="1"/>
          </p:cNvSpPr>
          <p:nvPr>
            <p:ph type="dt" sz="half" idx="10"/>
          </p:nvPr>
        </p:nvSpPr>
        <p:spPr/>
        <p:txBody>
          <a:bodyPr/>
          <a:lstStyle>
            <a:lvl1pPr>
              <a:defRPr/>
            </a:lvl1pPr>
          </a:lstStyle>
          <a:p>
            <a:pPr>
              <a:defRPr/>
            </a:pPr>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dirty="0"/>
          </a:p>
        </p:txBody>
      </p:sp>
      <p:sp>
        <p:nvSpPr>
          <p:cNvPr id="7" name="灯片编号占位符 6"/>
          <p:cNvSpPr>
            <a:spLocks noGrp="1"/>
          </p:cNvSpPr>
          <p:nvPr>
            <p:ph type="sldNum" sz="quarter" idx="12"/>
          </p:nvPr>
        </p:nvSpPr>
        <p:spPr/>
        <p:txBody>
          <a:bodyPr/>
          <a:lstStyle>
            <a:lvl1pPr>
              <a:defRPr/>
            </a:lvl1pPr>
          </a:lstStyle>
          <a:p>
            <a:pPr>
              <a:defRPr/>
            </a:pPr>
            <a:fld id="{3A3DAF09-A26C-4220-81F5-AF7EBC8E680D}" type="slidenum">
              <a:rPr lang="zh-CN" altLang="en-US" smtClean="0"/>
              <a:pPr>
                <a:defRPr/>
              </a:pPr>
              <a:t>‹#›</a:t>
            </a:fld>
            <a:endParaRPr lang="en-US" altLang="zh-CN"/>
          </a:p>
        </p:txBody>
      </p:sp>
    </p:spTree>
    <p:extLst>
      <p:ext uri="{BB962C8B-B14F-4D97-AF65-F5344CB8AC3E}">
        <p14:creationId xmlns:p14="http://schemas.microsoft.com/office/powerpoint/2010/main" val="3315645292"/>
      </p:ext>
    </p:extLst>
  </p:cSld>
  <p:clrMapOvr>
    <a:masterClrMapping/>
  </p:clrMapOvr>
  <p:hf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GB" altLang="zh-CN"/>
              <a:t>Click to edit Master title style</a:t>
            </a:r>
            <a:endParaRPr lang="zh-CN" altLang="en-US"/>
          </a:p>
        </p:txBody>
      </p:sp>
      <p:sp>
        <p:nvSpPr>
          <p:cNvPr id="3" name="竖排文字占位符 2"/>
          <p:cNvSpPr>
            <a:spLocks noGrp="1"/>
          </p:cNvSpPr>
          <p:nvPr>
            <p:ph type="body" orient="vert" idx="1"/>
          </p:nvPr>
        </p:nvSpPr>
        <p:spPr/>
        <p:txBody>
          <a:bodyPr vert="eaVert"/>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dirty="0"/>
          </a:p>
        </p:txBody>
      </p:sp>
      <p:sp>
        <p:nvSpPr>
          <p:cNvPr id="6" name="灯片编号占位符 5"/>
          <p:cNvSpPr>
            <a:spLocks noGrp="1"/>
          </p:cNvSpPr>
          <p:nvPr>
            <p:ph type="sldNum" sz="quarter" idx="12"/>
          </p:nvPr>
        </p:nvSpPr>
        <p:spPr/>
        <p:txBody>
          <a:bodyPr/>
          <a:lstStyle>
            <a:lvl1pPr>
              <a:defRPr/>
            </a:lvl1pPr>
          </a:lstStyle>
          <a:p>
            <a:pPr>
              <a:defRPr/>
            </a:pPr>
            <a:fld id="{3A3DAF09-A26C-4220-81F5-AF7EBC8E680D}" type="slidenum">
              <a:rPr lang="zh-CN" altLang="en-US" smtClean="0"/>
              <a:pPr>
                <a:defRPr/>
              </a:pPr>
              <a:t>‹#›</a:t>
            </a:fld>
            <a:endParaRPr lang="en-US" altLang="zh-CN"/>
          </a:p>
        </p:txBody>
      </p:sp>
    </p:spTree>
    <p:extLst>
      <p:ext uri="{BB962C8B-B14F-4D97-AF65-F5344CB8AC3E}">
        <p14:creationId xmlns:p14="http://schemas.microsoft.com/office/powerpoint/2010/main" val="803301818"/>
      </p:ext>
    </p:extLst>
  </p:cSld>
  <p:clrMapOvr>
    <a:masterClrMapping/>
  </p:clrMapOvr>
  <p:hf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en-GB" altLang="zh-CN"/>
              <a:t>Click to edit Master title style</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dirty="0"/>
          </a:p>
        </p:txBody>
      </p:sp>
      <p:sp>
        <p:nvSpPr>
          <p:cNvPr id="6" name="灯片编号占位符 5"/>
          <p:cNvSpPr>
            <a:spLocks noGrp="1"/>
          </p:cNvSpPr>
          <p:nvPr>
            <p:ph type="sldNum" sz="quarter" idx="12"/>
          </p:nvPr>
        </p:nvSpPr>
        <p:spPr/>
        <p:txBody>
          <a:bodyPr/>
          <a:lstStyle>
            <a:lvl1pPr>
              <a:defRPr/>
            </a:lvl1pPr>
          </a:lstStyle>
          <a:p>
            <a:pPr>
              <a:defRPr/>
            </a:pPr>
            <a:fld id="{3A3DAF09-A26C-4220-81F5-AF7EBC8E680D}" type="slidenum">
              <a:rPr lang="zh-CN" altLang="en-US" smtClean="0"/>
              <a:pPr>
                <a:defRPr/>
              </a:pPr>
              <a:t>‹#›</a:t>
            </a:fld>
            <a:endParaRPr lang="en-US" altLang="zh-CN"/>
          </a:p>
        </p:txBody>
      </p:sp>
    </p:spTree>
    <p:extLst>
      <p:ext uri="{BB962C8B-B14F-4D97-AF65-F5344CB8AC3E}">
        <p14:creationId xmlns:p14="http://schemas.microsoft.com/office/powerpoint/2010/main" val="1686779315"/>
      </p:ext>
    </p:extLst>
  </p:cSld>
  <p:clrMapOvr>
    <a:masterClrMapping/>
  </p:clrMapOvr>
  <p:hf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cSld name="自定义版式">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460569"/>
      </p:ext>
    </p:extLst>
  </p:cSld>
  <p:clrMapOvr>
    <a:masterClrMapping/>
  </p:clrMapOvr>
  <p:hf hdr="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85800" y="115888"/>
            <a:ext cx="5470525" cy="936625"/>
          </a:xfrm>
        </p:spPr>
        <p:txBody>
          <a:bodyPr/>
          <a:lstStyle/>
          <a:p>
            <a:r>
              <a:rPr lang="en-GB" altLang="zh-CN"/>
              <a:t>Click to edit Master title style</a:t>
            </a:r>
            <a:endParaRPr lang="zh-CN" altLang="en-US"/>
          </a:p>
        </p:txBody>
      </p:sp>
      <p:sp>
        <p:nvSpPr>
          <p:cNvPr id="3" name="表格占位符 2"/>
          <p:cNvSpPr>
            <a:spLocks noGrp="1"/>
          </p:cNvSpPr>
          <p:nvPr>
            <p:ph type="tbl" idx="1"/>
          </p:nvPr>
        </p:nvSpPr>
        <p:spPr>
          <a:xfrm>
            <a:off x="457200" y="1447800"/>
            <a:ext cx="8229600" cy="4716463"/>
          </a:xfrm>
        </p:spPr>
        <p:txBody>
          <a:bodyPr/>
          <a:lstStyle/>
          <a:p>
            <a:pPr lvl="0"/>
            <a:r>
              <a:rPr lang="en-GB" altLang="zh-CN" noProof="0"/>
              <a:t>Click icon to add table</a:t>
            </a:r>
            <a:endParaRPr lang="zh-CN" altLang="en-US"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1"/>
          </p:nvPr>
        </p:nvSpPr>
        <p:spPr>
          <a:ln/>
        </p:spPr>
        <p:txBody>
          <a:bodyPr/>
          <a:lstStyle>
            <a:lvl1pPr>
              <a:defRPr/>
            </a:lvl1pPr>
          </a:lstStyle>
          <a:p>
            <a:pPr>
              <a:defRPr/>
            </a:pPr>
            <a:fld id="{3A3DAF09-A26C-4220-81F5-AF7EBC8E680D}" type="slidenum">
              <a:rPr lang="zh-CN" altLang="en-US" smtClean="0"/>
              <a:pPr>
                <a:defRPr/>
              </a:pPr>
              <a:t>‹#›</a:t>
            </a:fld>
            <a:endParaRPr lang="en-US" altLang="zh-CN"/>
          </a:p>
        </p:txBody>
      </p:sp>
    </p:spTree>
    <p:extLst>
      <p:ext uri="{BB962C8B-B14F-4D97-AF65-F5344CB8AC3E}">
        <p14:creationId xmlns:p14="http://schemas.microsoft.com/office/powerpoint/2010/main" val="1467516836"/>
      </p:ext>
    </p:extLst>
  </p:cSld>
  <p:clrMapOvr>
    <a:masterClrMapping/>
  </p:clrMapOvr>
  <p:transition>
    <p:wipe dir="r"/>
  </p:transition>
  <p:hf hdr="0" ftr="0" dt="0"/>
</p:sldLayout>
</file>

<file path=ppt/slideLayouts/slideLayout59.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195263" y="228600"/>
            <a:ext cx="8015287" cy="914400"/>
          </a:xfrm>
        </p:spPr>
        <p:txBody>
          <a:bodyPr/>
          <a:lstStyle/>
          <a:p>
            <a:r>
              <a:rPr lang="en-GB" altLang="zh-CN"/>
              <a:t>Click to edit Master title style</a:t>
            </a:r>
            <a:endParaRPr lang="zh-CN" altLang="en-US"/>
          </a:p>
        </p:txBody>
      </p:sp>
      <p:sp>
        <p:nvSpPr>
          <p:cNvPr id="3" name="内容占位符 2"/>
          <p:cNvSpPr>
            <a:spLocks noGrp="1"/>
          </p:cNvSpPr>
          <p:nvPr>
            <p:ph sz="half" idx="1"/>
          </p:nvPr>
        </p:nvSpPr>
        <p:spPr>
          <a:xfrm>
            <a:off x="457200" y="1447800"/>
            <a:ext cx="3962400" cy="5029200"/>
          </a:xfrm>
        </p:spPr>
        <p:txBody>
          <a:body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a:p>
        </p:txBody>
      </p:sp>
      <p:sp>
        <p:nvSpPr>
          <p:cNvPr id="4" name="内容占位符 3"/>
          <p:cNvSpPr>
            <a:spLocks noGrp="1"/>
          </p:cNvSpPr>
          <p:nvPr>
            <p:ph sz="quarter" idx="2"/>
          </p:nvPr>
        </p:nvSpPr>
        <p:spPr>
          <a:xfrm>
            <a:off x="4572000" y="1447800"/>
            <a:ext cx="3962400" cy="2438400"/>
          </a:xfrm>
        </p:spPr>
        <p:txBody>
          <a:body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a:p>
        </p:txBody>
      </p:sp>
      <p:sp>
        <p:nvSpPr>
          <p:cNvPr id="5" name="内容占位符 4"/>
          <p:cNvSpPr>
            <a:spLocks noGrp="1"/>
          </p:cNvSpPr>
          <p:nvPr>
            <p:ph sz="quarter" idx="3"/>
          </p:nvPr>
        </p:nvSpPr>
        <p:spPr>
          <a:xfrm>
            <a:off x="4572000" y="4038600"/>
            <a:ext cx="3962400" cy="2438400"/>
          </a:xfrm>
        </p:spPr>
        <p:txBody>
          <a:body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a:p>
        </p:txBody>
      </p:sp>
      <p:sp>
        <p:nvSpPr>
          <p:cNvPr id="6" name="Rectangle 8"/>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endParaRPr lang="en-US" altLang="zh-CN" dirty="0"/>
          </a:p>
        </p:txBody>
      </p:sp>
      <p:sp>
        <p:nvSpPr>
          <p:cNvPr id="8" name="Rectangle 10"/>
          <p:cNvSpPr>
            <a:spLocks noGrp="1" noChangeArrowheads="1"/>
          </p:cNvSpPr>
          <p:nvPr>
            <p:ph type="sldNum" sz="quarter" idx="12"/>
          </p:nvPr>
        </p:nvSpPr>
        <p:spPr>
          <a:ln/>
        </p:spPr>
        <p:txBody>
          <a:bodyPr/>
          <a:lstStyle>
            <a:lvl1pPr>
              <a:defRPr/>
            </a:lvl1pPr>
          </a:lstStyle>
          <a:p>
            <a:pPr>
              <a:defRPr/>
            </a:pPr>
            <a:fld id="{3A3DAF09-A26C-4220-81F5-AF7EBC8E680D}" type="slidenum">
              <a:rPr lang="zh-CN" altLang="en-US" smtClean="0"/>
              <a:pPr>
                <a:defRPr/>
              </a:pPr>
              <a:t>‹#›</a:t>
            </a:fld>
            <a:endParaRPr lang="en-US" altLang="zh-CN"/>
          </a:p>
        </p:txBody>
      </p:sp>
    </p:spTree>
    <p:extLst>
      <p:ext uri="{BB962C8B-B14F-4D97-AF65-F5344CB8AC3E}">
        <p14:creationId xmlns:p14="http://schemas.microsoft.com/office/powerpoint/2010/main" val="879059362"/>
      </p:ext>
    </p:extLst>
  </p:cSld>
  <p:clrMapOvr>
    <a:masterClrMapping/>
  </p:clrMapOvr>
  <p:hf hdr="0" ftr="0" dt="0"/>
</p:sldLayout>
</file>

<file path=ppt/slideLayouts/slideLayout60.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115888"/>
            <a:ext cx="5470525" cy="936625"/>
          </a:xfrm>
        </p:spPr>
        <p:txBody>
          <a:bodyPr/>
          <a:lstStyle/>
          <a:p>
            <a:r>
              <a:rPr lang="en-GB" altLang="zh-CN"/>
              <a:t>Click to edit Master title style</a:t>
            </a:r>
            <a:endParaRPr lang="zh-CN" altLang="en-US"/>
          </a:p>
        </p:txBody>
      </p:sp>
      <p:sp>
        <p:nvSpPr>
          <p:cNvPr id="3" name="文本占位符 2"/>
          <p:cNvSpPr>
            <a:spLocks noGrp="1"/>
          </p:cNvSpPr>
          <p:nvPr>
            <p:ph type="body" sz="half" idx="1"/>
          </p:nvPr>
        </p:nvSpPr>
        <p:spPr>
          <a:xfrm>
            <a:off x="457200" y="1447800"/>
            <a:ext cx="4038600" cy="4716463"/>
          </a:xfrm>
        </p:spPr>
        <p:txBody>
          <a:body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a:p>
        </p:txBody>
      </p:sp>
      <p:sp>
        <p:nvSpPr>
          <p:cNvPr id="4" name="内容占位符 3"/>
          <p:cNvSpPr>
            <a:spLocks noGrp="1"/>
          </p:cNvSpPr>
          <p:nvPr>
            <p:ph sz="half" idx="2"/>
          </p:nvPr>
        </p:nvSpPr>
        <p:spPr>
          <a:xfrm>
            <a:off x="4648200" y="1447800"/>
            <a:ext cx="4038600" cy="4716463"/>
          </a:xfrm>
        </p:spPr>
        <p:txBody>
          <a:body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1"/>
          </p:nvPr>
        </p:nvSpPr>
        <p:spPr>
          <a:ln/>
        </p:spPr>
        <p:txBody>
          <a:bodyPr/>
          <a:lstStyle>
            <a:lvl1pPr>
              <a:defRPr/>
            </a:lvl1pPr>
          </a:lstStyle>
          <a:p>
            <a:pPr>
              <a:defRPr/>
            </a:pPr>
            <a:fld id="{3A3DAF09-A26C-4220-81F5-AF7EBC8E680D}" type="slidenum">
              <a:rPr lang="zh-CN" altLang="en-US" smtClean="0"/>
              <a:pPr>
                <a:defRPr/>
              </a:pPr>
              <a:t>‹#›</a:t>
            </a:fld>
            <a:endParaRPr lang="en-US" altLang="zh-CN"/>
          </a:p>
        </p:txBody>
      </p:sp>
    </p:spTree>
    <p:extLst>
      <p:ext uri="{BB962C8B-B14F-4D97-AF65-F5344CB8AC3E}">
        <p14:creationId xmlns:p14="http://schemas.microsoft.com/office/powerpoint/2010/main" val="1905376621"/>
      </p:ext>
    </p:extLst>
  </p:cSld>
  <p:clrMapOvr>
    <a:masterClrMapping/>
  </p:clrMapOvr>
  <p:transition>
    <p:wipe dir="r"/>
  </p:transition>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2" Type="http://schemas.openxmlformats.org/officeDocument/2006/relationships/slideLayout" Target="../slideLayouts/slideLayout17.xml"/><Relationship Id="rId16" Type="http://schemas.openxmlformats.org/officeDocument/2006/relationships/theme" Target="../theme/theme2.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8.xml"/><Relationship Id="rId13" Type="http://schemas.openxmlformats.org/officeDocument/2006/relationships/slideLayout" Target="../slideLayouts/slideLayout43.xml"/><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slideLayout" Target="../slideLayouts/slideLayout42.xml"/><Relationship Id="rId2" Type="http://schemas.openxmlformats.org/officeDocument/2006/relationships/slideLayout" Target="../slideLayouts/slideLayout32.xml"/><Relationship Id="rId16" Type="http://schemas.openxmlformats.org/officeDocument/2006/relationships/theme" Target="../theme/theme3.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5" Type="http://schemas.openxmlformats.org/officeDocument/2006/relationships/slideLayout" Target="../slideLayouts/slideLayout45.xml"/><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 Id="rId14" Type="http://schemas.openxmlformats.org/officeDocument/2006/relationships/slideLayout" Target="../slideLayouts/slideLayout4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slideLayout" Target="../slideLayouts/slideLayout58.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2" Type="http://schemas.openxmlformats.org/officeDocument/2006/relationships/slideLayout" Target="../slideLayouts/slideLayout47.xml"/><Relationship Id="rId16" Type="http://schemas.openxmlformats.org/officeDocument/2006/relationships/theme" Target="../theme/theme4.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5" Type="http://schemas.openxmlformats.org/officeDocument/2006/relationships/slideLayout" Target="../slideLayouts/slideLayout6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slideLayout" Target="../slideLayouts/slideLayout5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136525"/>
            <a:ext cx="8229600" cy="1143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sp>
        <p:nvSpPr>
          <p:cNvPr id="1027" name="Rectangle 3"/>
          <p:cNvSpPr>
            <a:spLocks noGrp="1" noChangeArrowheads="1"/>
          </p:cNvSpPr>
          <p:nvPr>
            <p:ph type="body" idx="1"/>
          </p:nvPr>
        </p:nvSpPr>
        <p:spPr bwMode="auto">
          <a:xfrm>
            <a:off x="457200" y="1368552"/>
            <a:ext cx="8229600" cy="45259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b="1">
                <a:ea typeface="黑体" panose="02010609060101010101" pitchFamily="49" charset="-122"/>
              </a:defRPr>
            </a:lvl1pPr>
          </a:lstStyle>
          <a:p>
            <a:pPr>
              <a:defRPr/>
            </a:pPr>
            <a:endParaRPr lang="en-US"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b="1">
                <a:ea typeface="黑体" panose="02010609060101010101" pitchFamily="49" charset="-122"/>
              </a:defRPr>
            </a:lvl1pPr>
          </a:lstStyle>
          <a:p>
            <a:endParaRPr lang="en-US" altLang="zh-CN" dirty="0"/>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b="1">
                <a:ea typeface="黑体" panose="02010609060101010101" pitchFamily="49" charset="-122"/>
              </a:defRPr>
            </a:lvl1pPr>
          </a:lstStyle>
          <a:p>
            <a:pPr>
              <a:defRPr/>
            </a:pPr>
            <a:fld id="{3A3DAF09-A26C-4220-81F5-AF7EBC8E680D}" type="slidenum">
              <a:rPr lang="zh-CN" altLang="en-US" smtClean="0"/>
              <a:pPr>
                <a:defRPr/>
              </a:pPr>
              <a:t>‹#›</a:t>
            </a:fld>
            <a:endParaRPr lang="en-US" altLang="zh-CN"/>
          </a:p>
        </p:txBody>
      </p:sp>
      <p:grpSp>
        <p:nvGrpSpPr>
          <p:cNvPr id="1031" name="Group 7"/>
          <p:cNvGrpSpPr>
            <a:grpSpLocks/>
          </p:cNvGrpSpPr>
          <p:nvPr/>
        </p:nvGrpSpPr>
        <p:grpSpPr bwMode="auto">
          <a:xfrm>
            <a:off x="684213" y="1110456"/>
            <a:ext cx="8459787" cy="152400"/>
            <a:chOff x="431" y="799"/>
            <a:chExt cx="5329" cy="96"/>
          </a:xfrm>
        </p:grpSpPr>
        <p:sp>
          <p:nvSpPr>
            <p:cNvPr id="1032" name="Rectangle 8"/>
            <p:cNvSpPr>
              <a:spLocks noChangeArrowheads="1"/>
            </p:cNvSpPr>
            <p:nvPr/>
          </p:nvSpPr>
          <p:spPr bwMode="auto">
            <a:xfrm>
              <a:off x="431" y="799"/>
              <a:ext cx="1488" cy="96"/>
            </a:xfrm>
            <a:prstGeom prst="rect">
              <a:avLst/>
            </a:prstGeom>
            <a:solidFill>
              <a:srgbClr val="FF00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ea typeface="黑体" panose="02010609060101010101" pitchFamily="49" charset="-122"/>
              </a:endParaRPr>
            </a:p>
          </p:txBody>
        </p:sp>
        <p:sp>
          <p:nvSpPr>
            <p:cNvPr id="1033" name="Rectangle 9"/>
            <p:cNvSpPr>
              <a:spLocks noChangeArrowheads="1"/>
            </p:cNvSpPr>
            <p:nvPr/>
          </p:nvSpPr>
          <p:spPr bwMode="auto">
            <a:xfrm>
              <a:off x="1920" y="799"/>
              <a:ext cx="3840" cy="96"/>
            </a:xfrm>
            <a:prstGeom prst="rect">
              <a:avLst/>
            </a:prstGeom>
            <a:solidFill>
              <a:schemeClr val="accent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400" b="1" dirty="0">
                <a:solidFill>
                  <a:schemeClr val="accent2"/>
                </a:solidFill>
                <a:latin typeface="Times New Roman" pitchFamily="18" charset="0"/>
                <a:ea typeface="黑体" panose="02010609060101010101" pitchFamily="49" charset="-122"/>
              </a:endParaRPr>
            </a:p>
          </p:txBody>
        </p:sp>
      </p:grpSp>
    </p:spTree>
    <p:extLst>
      <p:ext uri="{BB962C8B-B14F-4D97-AF65-F5344CB8AC3E}">
        <p14:creationId xmlns:p14="http://schemas.microsoft.com/office/powerpoint/2010/main" val="52439476"/>
      </p:ext>
    </p:extLst>
  </p:cSld>
  <p:clrMap bg1="lt1" tx1="dk1" bg2="lt2" tx2="dk2" accent1="accent1" accent2="accent2" accent3="accent3" accent4="accent4" accent5="accent5" accent6="accent6" hlink="hlink" folHlink="folHlink"/>
  <p:sldLayoutIdLst>
    <p:sldLayoutId id="2147484231" r:id="rId1"/>
    <p:sldLayoutId id="2147484232" r:id="rId2"/>
    <p:sldLayoutId id="2147484233" r:id="rId3"/>
    <p:sldLayoutId id="2147484234" r:id="rId4"/>
    <p:sldLayoutId id="2147484235" r:id="rId5"/>
    <p:sldLayoutId id="2147484236" r:id="rId6"/>
    <p:sldLayoutId id="2147484237" r:id="rId7"/>
    <p:sldLayoutId id="2147484238" r:id="rId8"/>
    <p:sldLayoutId id="2147484239" r:id="rId9"/>
    <p:sldLayoutId id="2147484240" r:id="rId10"/>
    <p:sldLayoutId id="2147484241" r:id="rId11"/>
    <p:sldLayoutId id="2147484242" r:id="rId12"/>
    <p:sldLayoutId id="2147484243" r:id="rId13"/>
    <p:sldLayoutId id="2147484244" r:id="rId14"/>
    <p:sldLayoutId id="2147484245" r:id="rId15"/>
  </p:sldLayoutIdLst>
  <p:transition>
    <p:wipe dir="r"/>
  </p:transition>
  <p:hf hdr="0" ftr="0" dt="0"/>
  <p:txStyles>
    <p:title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p:titleStyle>
    <p:bodyStyle>
      <a:lvl1pPr marL="342900" indent="-342900" algn="l" rtl="0" eaLnBrk="1" fontAlgn="base" hangingPunct="1">
        <a:spcBef>
          <a:spcPct val="20000"/>
        </a:spcBef>
        <a:spcAft>
          <a:spcPct val="0"/>
        </a:spcAft>
        <a:buChar char="•"/>
        <a:defRPr sz="3200" b="1">
          <a:solidFill>
            <a:schemeClr val="tx1"/>
          </a:solidFill>
          <a:latin typeface="+mn-lt"/>
          <a:ea typeface="黑体" panose="02010609060101010101" pitchFamily="49" charset="-122"/>
          <a:cs typeface="+mn-cs"/>
        </a:defRPr>
      </a:lvl1pPr>
      <a:lvl2pPr marL="742950" indent="-285750" algn="l" rtl="0" eaLnBrk="1" fontAlgn="base" hangingPunct="1">
        <a:spcBef>
          <a:spcPct val="20000"/>
        </a:spcBef>
        <a:spcAft>
          <a:spcPct val="0"/>
        </a:spcAft>
        <a:buChar char="–"/>
        <a:defRPr sz="2800" b="1">
          <a:solidFill>
            <a:schemeClr val="tx1"/>
          </a:solidFill>
          <a:latin typeface="+mn-lt"/>
          <a:ea typeface="黑体" panose="02010609060101010101" pitchFamily="49" charset="-122"/>
        </a:defRPr>
      </a:lvl2pPr>
      <a:lvl3pPr marL="1143000" indent="-228600" algn="l" rtl="0" eaLnBrk="1" fontAlgn="base" hangingPunct="1">
        <a:spcBef>
          <a:spcPct val="20000"/>
        </a:spcBef>
        <a:spcAft>
          <a:spcPct val="0"/>
        </a:spcAft>
        <a:buChar char="•"/>
        <a:defRPr sz="2400" b="1">
          <a:solidFill>
            <a:schemeClr val="tx1"/>
          </a:solidFill>
          <a:latin typeface="+mn-lt"/>
          <a:ea typeface="黑体" panose="02010609060101010101" pitchFamily="49" charset="-122"/>
        </a:defRPr>
      </a:lvl3pPr>
      <a:lvl4pPr marL="1600200" indent="-228600" algn="l" rtl="0" eaLnBrk="1" fontAlgn="base" hangingPunct="1">
        <a:spcBef>
          <a:spcPct val="20000"/>
        </a:spcBef>
        <a:spcAft>
          <a:spcPct val="0"/>
        </a:spcAft>
        <a:buChar char="–"/>
        <a:defRPr sz="2000" b="1">
          <a:solidFill>
            <a:schemeClr val="tx1"/>
          </a:solidFill>
          <a:latin typeface="+mn-lt"/>
          <a:ea typeface="黑体" panose="02010609060101010101" pitchFamily="49" charset="-122"/>
        </a:defRPr>
      </a:lvl4pPr>
      <a:lvl5pPr marL="2057400" indent="-228600" algn="l" rtl="0" eaLnBrk="1" fontAlgn="base" hangingPunct="1">
        <a:spcBef>
          <a:spcPct val="20000"/>
        </a:spcBef>
        <a:spcAft>
          <a:spcPct val="0"/>
        </a:spcAft>
        <a:buChar char="»"/>
        <a:defRPr sz="2000" b="1">
          <a:solidFill>
            <a:schemeClr val="tx1"/>
          </a:solidFill>
          <a:latin typeface="+mn-lt"/>
          <a:ea typeface="黑体" panose="02010609060101010101" pitchFamily="49" charset="-122"/>
        </a:defRPr>
      </a:lvl5pPr>
      <a:lvl6pPr marL="2514600" indent="-228600" algn="l" rtl="0" eaLnBrk="1" fontAlgn="base" hangingPunct="1">
        <a:spcBef>
          <a:spcPct val="20000"/>
        </a:spcBef>
        <a:spcAft>
          <a:spcPct val="0"/>
        </a:spcAft>
        <a:buChar char="»"/>
        <a:defRPr sz="2000" b="1">
          <a:solidFill>
            <a:schemeClr val="tx1"/>
          </a:solidFill>
          <a:latin typeface="+mn-lt"/>
          <a:ea typeface="+mn-ea"/>
        </a:defRPr>
      </a:lvl6pPr>
      <a:lvl7pPr marL="2971800" indent="-228600" algn="l" rtl="0" eaLnBrk="1" fontAlgn="base" hangingPunct="1">
        <a:spcBef>
          <a:spcPct val="20000"/>
        </a:spcBef>
        <a:spcAft>
          <a:spcPct val="0"/>
        </a:spcAft>
        <a:buChar char="»"/>
        <a:defRPr sz="2000" b="1">
          <a:solidFill>
            <a:schemeClr val="tx1"/>
          </a:solidFill>
          <a:latin typeface="+mn-lt"/>
          <a:ea typeface="+mn-ea"/>
        </a:defRPr>
      </a:lvl7pPr>
      <a:lvl8pPr marL="3429000" indent="-228600" algn="l" rtl="0" eaLnBrk="1" fontAlgn="base" hangingPunct="1">
        <a:spcBef>
          <a:spcPct val="20000"/>
        </a:spcBef>
        <a:spcAft>
          <a:spcPct val="0"/>
        </a:spcAft>
        <a:buChar char="»"/>
        <a:defRPr sz="2000" b="1">
          <a:solidFill>
            <a:schemeClr val="tx1"/>
          </a:solidFill>
          <a:latin typeface="+mn-lt"/>
          <a:ea typeface="+mn-ea"/>
        </a:defRPr>
      </a:lvl8pPr>
      <a:lvl9pPr marL="3886200" indent="-228600" algn="l" rtl="0" eaLnBrk="1" fontAlgn="base" hangingPunct="1">
        <a:spcBef>
          <a:spcPct val="20000"/>
        </a:spcBef>
        <a:spcAft>
          <a:spcPct val="0"/>
        </a:spcAft>
        <a:buChar char="»"/>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136525"/>
            <a:ext cx="8229600" cy="1143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sp>
        <p:nvSpPr>
          <p:cNvPr id="1027" name="Rectangle 3"/>
          <p:cNvSpPr>
            <a:spLocks noGrp="1" noChangeArrowheads="1"/>
          </p:cNvSpPr>
          <p:nvPr>
            <p:ph type="body" idx="1"/>
          </p:nvPr>
        </p:nvSpPr>
        <p:spPr bwMode="auto">
          <a:xfrm>
            <a:off x="457200" y="1368552"/>
            <a:ext cx="8229600" cy="45259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b="1">
                <a:ea typeface="黑体" panose="02010609060101010101" pitchFamily="49" charset="-122"/>
              </a:defRPr>
            </a:lvl1pPr>
          </a:lstStyle>
          <a:p>
            <a:pPr>
              <a:defRPr/>
            </a:pPr>
            <a:endParaRPr lang="en-US"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b="1">
                <a:ea typeface="黑体" panose="02010609060101010101" pitchFamily="49" charset="-122"/>
              </a:defRPr>
            </a:lvl1pPr>
          </a:lstStyle>
          <a:p>
            <a:endParaRPr lang="en-US" altLang="zh-CN" dirty="0"/>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b="1">
                <a:ea typeface="黑体" panose="02010609060101010101" pitchFamily="49" charset="-122"/>
              </a:defRPr>
            </a:lvl1pPr>
          </a:lstStyle>
          <a:p>
            <a:pPr>
              <a:defRPr/>
            </a:pPr>
            <a:fld id="{3A3DAF09-A26C-4220-81F5-AF7EBC8E680D}" type="slidenum">
              <a:rPr lang="zh-CN" altLang="en-US" smtClean="0"/>
              <a:pPr>
                <a:defRPr/>
              </a:pPr>
              <a:t>‹#›</a:t>
            </a:fld>
            <a:endParaRPr lang="en-US" altLang="zh-CN"/>
          </a:p>
        </p:txBody>
      </p:sp>
      <p:grpSp>
        <p:nvGrpSpPr>
          <p:cNvPr id="1031" name="Group 7"/>
          <p:cNvGrpSpPr>
            <a:grpSpLocks/>
          </p:cNvGrpSpPr>
          <p:nvPr/>
        </p:nvGrpSpPr>
        <p:grpSpPr bwMode="auto">
          <a:xfrm>
            <a:off x="684213" y="1110456"/>
            <a:ext cx="8459787" cy="152400"/>
            <a:chOff x="431" y="799"/>
            <a:chExt cx="5329" cy="96"/>
          </a:xfrm>
        </p:grpSpPr>
        <p:sp>
          <p:nvSpPr>
            <p:cNvPr id="1032" name="Rectangle 8"/>
            <p:cNvSpPr>
              <a:spLocks noChangeArrowheads="1"/>
            </p:cNvSpPr>
            <p:nvPr/>
          </p:nvSpPr>
          <p:spPr bwMode="auto">
            <a:xfrm>
              <a:off x="431" y="799"/>
              <a:ext cx="1488" cy="96"/>
            </a:xfrm>
            <a:prstGeom prst="rect">
              <a:avLst/>
            </a:prstGeom>
            <a:solidFill>
              <a:srgbClr val="FF00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ea typeface="黑体" panose="02010609060101010101" pitchFamily="49" charset="-122"/>
              </a:endParaRPr>
            </a:p>
          </p:txBody>
        </p:sp>
        <p:sp>
          <p:nvSpPr>
            <p:cNvPr id="1033" name="Rectangle 9"/>
            <p:cNvSpPr>
              <a:spLocks noChangeArrowheads="1"/>
            </p:cNvSpPr>
            <p:nvPr/>
          </p:nvSpPr>
          <p:spPr bwMode="auto">
            <a:xfrm>
              <a:off x="1920" y="799"/>
              <a:ext cx="3840" cy="96"/>
            </a:xfrm>
            <a:prstGeom prst="rect">
              <a:avLst/>
            </a:prstGeom>
            <a:solidFill>
              <a:schemeClr val="accent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400" b="1" dirty="0">
                <a:solidFill>
                  <a:schemeClr val="accent2"/>
                </a:solidFill>
                <a:latin typeface="Times New Roman" pitchFamily="18" charset="0"/>
                <a:ea typeface="黑体" panose="02010609060101010101" pitchFamily="49" charset="-122"/>
              </a:endParaRPr>
            </a:p>
          </p:txBody>
        </p:sp>
      </p:grpSp>
    </p:spTree>
    <p:extLst>
      <p:ext uri="{BB962C8B-B14F-4D97-AF65-F5344CB8AC3E}">
        <p14:creationId xmlns:p14="http://schemas.microsoft.com/office/powerpoint/2010/main" val="1513382710"/>
      </p:ext>
    </p:extLst>
  </p:cSld>
  <p:clrMap bg1="lt1" tx1="dk1" bg2="lt2" tx2="dk2" accent1="accent1" accent2="accent2" accent3="accent3" accent4="accent4" accent5="accent5" accent6="accent6" hlink="hlink" folHlink="folHlink"/>
  <p:sldLayoutIdLst>
    <p:sldLayoutId id="2147484247" r:id="rId1"/>
    <p:sldLayoutId id="2147484248" r:id="rId2"/>
    <p:sldLayoutId id="2147484249" r:id="rId3"/>
    <p:sldLayoutId id="2147484250" r:id="rId4"/>
    <p:sldLayoutId id="2147484251" r:id="rId5"/>
    <p:sldLayoutId id="2147484252" r:id="rId6"/>
    <p:sldLayoutId id="2147484253" r:id="rId7"/>
    <p:sldLayoutId id="2147484254" r:id="rId8"/>
    <p:sldLayoutId id="2147484255" r:id="rId9"/>
    <p:sldLayoutId id="2147484256" r:id="rId10"/>
    <p:sldLayoutId id="2147484257" r:id="rId11"/>
    <p:sldLayoutId id="2147484258" r:id="rId12"/>
    <p:sldLayoutId id="2147484259" r:id="rId13"/>
    <p:sldLayoutId id="2147484260" r:id="rId14"/>
    <p:sldLayoutId id="2147484261" r:id="rId15"/>
  </p:sldLayoutIdLst>
  <p:hf hdr="0" ftr="0" dt="0"/>
  <p:txStyles>
    <p:title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p:titleStyle>
    <p:bodyStyle>
      <a:lvl1pPr marL="342900" indent="-342900" algn="l" rtl="0" eaLnBrk="1" fontAlgn="base" hangingPunct="1">
        <a:spcBef>
          <a:spcPct val="20000"/>
        </a:spcBef>
        <a:spcAft>
          <a:spcPct val="0"/>
        </a:spcAft>
        <a:buChar char="•"/>
        <a:defRPr sz="3200" b="1">
          <a:solidFill>
            <a:schemeClr val="tx1"/>
          </a:solidFill>
          <a:latin typeface="+mn-lt"/>
          <a:ea typeface="黑体" panose="02010609060101010101" pitchFamily="49" charset="-122"/>
          <a:cs typeface="+mn-cs"/>
        </a:defRPr>
      </a:lvl1pPr>
      <a:lvl2pPr marL="742950" indent="-285750" algn="l" rtl="0" eaLnBrk="1" fontAlgn="base" hangingPunct="1">
        <a:spcBef>
          <a:spcPct val="20000"/>
        </a:spcBef>
        <a:spcAft>
          <a:spcPct val="0"/>
        </a:spcAft>
        <a:buChar char="–"/>
        <a:defRPr sz="2800" b="1">
          <a:solidFill>
            <a:schemeClr val="tx1"/>
          </a:solidFill>
          <a:latin typeface="+mn-lt"/>
          <a:ea typeface="黑体" panose="02010609060101010101" pitchFamily="49" charset="-122"/>
        </a:defRPr>
      </a:lvl2pPr>
      <a:lvl3pPr marL="1143000" indent="-228600" algn="l" rtl="0" eaLnBrk="1" fontAlgn="base" hangingPunct="1">
        <a:spcBef>
          <a:spcPct val="20000"/>
        </a:spcBef>
        <a:spcAft>
          <a:spcPct val="0"/>
        </a:spcAft>
        <a:buChar char="•"/>
        <a:defRPr sz="2400" b="1">
          <a:solidFill>
            <a:schemeClr val="tx1"/>
          </a:solidFill>
          <a:latin typeface="+mn-lt"/>
          <a:ea typeface="黑体" panose="02010609060101010101" pitchFamily="49" charset="-122"/>
        </a:defRPr>
      </a:lvl3pPr>
      <a:lvl4pPr marL="1600200" indent="-228600" algn="l" rtl="0" eaLnBrk="1" fontAlgn="base" hangingPunct="1">
        <a:spcBef>
          <a:spcPct val="20000"/>
        </a:spcBef>
        <a:spcAft>
          <a:spcPct val="0"/>
        </a:spcAft>
        <a:buChar char="–"/>
        <a:defRPr sz="2000" b="1">
          <a:solidFill>
            <a:schemeClr val="tx1"/>
          </a:solidFill>
          <a:latin typeface="+mn-lt"/>
          <a:ea typeface="黑体" panose="02010609060101010101" pitchFamily="49" charset="-122"/>
        </a:defRPr>
      </a:lvl4pPr>
      <a:lvl5pPr marL="2057400" indent="-228600" algn="l" rtl="0" eaLnBrk="1" fontAlgn="base" hangingPunct="1">
        <a:spcBef>
          <a:spcPct val="20000"/>
        </a:spcBef>
        <a:spcAft>
          <a:spcPct val="0"/>
        </a:spcAft>
        <a:buChar char="»"/>
        <a:defRPr sz="2000" b="1">
          <a:solidFill>
            <a:schemeClr val="tx1"/>
          </a:solidFill>
          <a:latin typeface="+mn-lt"/>
          <a:ea typeface="黑体" panose="02010609060101010101" pitchFamily="49" charset="-122"/>
        </a:defRPr>
      </a:lvl5pPr>
      <a:lvl6pPr marL="2514600" indent="-228600" algn="l" rtl="0" eaLnBrk="1" fontAlgn="base" hangingPunct="1">
        <a:spcBef>
          <a:spcPct val="20000"/>
        </a:spcBef>
        <a:spcAft>
          <a:spcPct val="0"/>
        </a:spcAft>
        <a:buChar char="»"/>
        <a:defRPr sz="2000" b="1">
          <a:solidFill>
            <a:schemeClr val="tx1"/>
          </a:solidFill>
          <a:latin typeface="+mn-lt"/>
          <a:ea typeface="+mn-ea"/>
        </a:defRPr>
      </a:lvl6pPr>
      <a:lvl7pPr marL="2971800" indent="-228600" algn="l" rtl="0" eaLnBrk="1" fontAlgn="base" hangingPunct="1">
        <a:spcBef>
          <a:spcPct val="20000"/>
        </a:spcBef>
        <a:spcAft>
          <a:spcPct val="0"/>
        </a:spcAft>
        <a:buChar char="»"/>
        <a:defRPr sz="2000" b="1">
          <a:solidFill>
            <a:schemeClr val="tx1"/>
          </a:solidFill>
          <a:latin typeface="+mn-lt"/>
          <a:ea typeface="+mn-ea"/>
        </a:defRPr>
      </a:lvl7pPr>
      <a:lvl8pPr marL="3429000" indent="-228600" algn="l" rtl="0" eaLnBrk="1" fontAlgn="base" hangingPunct="1">
        <a:spcBef>
          <a:spcPct val="20000"/>
        </a:spcBef>
        <a:spcAft>
          <a:spcPct val="0"/>
        </a:spcAft>
        <a:buChar char="»"/>
        <a:defRPr sz="2000" b="1">
          <a:solidFill>
            <a:schemeClr val="tx1"/>
          </a:solidFill>
          <a:latin typeface="+mn-lt"/>
          <a:ea typeface="+mn-ea"/>
        </a:defRPr>
      </a:lvl8pPr>
      <a:lvl9pPr marL="3886200" indent="-228600" algn="l" rtl="0" eaLnBrk="1" fontAlgn="base" hangingPunct="1">
        <a:spcBef>
          <a:spcPct val="20000"/>
        </a:spcBef>
        <a:spcAft>
          <a:spcPct val="0"/>
        </a:spcAft>
        <a:buChar char="»"/>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136525"/>
            <a:ext cx="8229600" cy="1143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sp>
        <p:nvSpPr>
          <p:cNvPr id="1027" name="Rectangle 3"/>
          <p:cNvSpPr>
            <a:spLocks noGrp="1" noChangeArrowheads="1"/>
          </p:cNvSpPr>
          <p:nvPr>
            <p:ph type="body" idx="1"/>
          </p:nvPr>
        </p:nvSpPr>
        <p:spPr bwMode="auto">
          <a:xfrm>
            <a:off x="457200" y="1368552"/>
            <a:ext cx="8229600" cy="45259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b="1">
                <a:ea typeface="黑体" panose="02010609060101010101" pitchFamily="49" charset="-122"/>
              </a:defRPr>
            </a:lvl1pPr>
          </a:lstStyle>
          <a:p>
            <a:endParaRPr lang="en-US" altLang="zh-CN" dirty="0"/>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b="1">
                <a:ea typeface="黑体" panose="02010609060101010101" pitchFamily="49" charset="-122"/>
              </a:defRPr>
            </a:lvl1pPr>
          </a:lstStyle>
          <a:p>
            <a:endParaRPr lang="en-US" altLang="zh-CN" dirty="0"/>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b="1">
                <a:ea typeface="黑体" panose="02010609060101010101" pitchFamily="49" charset="-122"/>
              </a:defRPr>
            </a:lvl1pPr>
          </a:lstStyle>
          <a:p>
            <a:pPr>
              <a:defRPr/>
            </a:pPr>
            <a:fld id="{3A3DAF09-A26C-4220-81F5-AF7EBC8E680D}" type="slidenum">
              <a:rPr lang="zh-CN" altLang="en-US" smtClean="0"/>
              <a:pPr>
                <a:defRPr/>
              </a:pPr>
              <a:t>‹#›</a:t>
            </a:fld>
            <a:endParaRPr lang="en-US" altLang="zh-CN" dirty="0"/>
          </a:p>
        </p:txBody>
      </p:sp>
      <p:grpSp>
        <p:nvGrpSpPr>
          <p:cNvPr id="1031" name="Group 7"/>
          <p:cNvGrpSpPr>
            <a:grpSpLocks/>
          </p:cNvGrpSpPr>
          <p:nvPr/>
        </p:nvGrpSpPr>
        <p:grpSpPr bwMode="auto">
          <a:xfrm>
            <a:off x="684213" y="1110456"/>
            <a:ext cx="8459787" cy="152400"/>
            <a:chOff x="431" y="799"/>
            <a:chExt cx="5329" cy="96"/>
          </a:xfrm>
        </p:grpSpPr>
        <p:sp>
          <p:nvSpPr>
            <p:cNvPr id="1032" name="Rectangle 8"/>
            <p:cNvSpPr>
              <a:spLocks noChangeArrowheads="1"/>
            </p:cNvSpPr>
            <p:nvPr/>
          </p:nvSpPr>
          <p:spPr bwMode="auto">
            <a:xfrm>
              <a:off x="431" y="799"/>
              <a:ext cx="1488" cy="96"/>
            </a:xfrm>
            <a:prstGeom prst="rect">
              <a:avLst/>
            </a:prstGeom>
            <a:solidFill>
              <a:srgbClr val="FF00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ea typeface="黑体" panose="02010609060101010101" pitchFamily="49" charset="-122"/>
              </a:endParaRPr>
            </a:p>
          </p:txBody>
        </p:sp>
        <p:sp>
          <p:nvSpPr>
            <p:cNvPr id="1033" name="Rectangle 9"/>
            <p:cNvSpPr>
              <a:spLocks noChangeArrowheads="1"/>
            </p:cNvSpPr>
            <p:nvPr/>
          </p:nvSpPr>
          <p:spPr bwMode="auto">
            <a:xfrm>
              <a:off x="1920" y="799"/>
              <a:ext cx="3840" cy="96"/>
            </a:xfrm>
            <a:prstGeom prst="rect">
              <a:avLst/>
            </a:prstGeom>
            <a:solidFill>
              <a:schemeClr val="accent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400" b="1" dirty="0">
                <a:solidFill>
                  <a:schemeClr val="accent2"/>
                </a:solidFill>
                <a:latin typeface="Times New Roman" pitchFamily="18" charset="0"/>
                <a:ea typeface="黑体" panose="02010609060101010101" pitchFamily="49" charset="-122"/>
              </a:endParaRPr>
            </a:p>
          </p:txBody>
        </p:sp>
      </p:grpSp>
    </p:spTree>
    <p:extLst>
      <p:ext uri="{BB962C8B-B14F-4D97-AF65-F5344CB8AC3E}">
        <p14:creationId xmlns:p14="http://schemas.microsoft.com/office/powerpoint/2010/main" val="3050739128"/>
      </p:ext>
    </p:extLst>
  </p:cSld>
  <p:clrMap bg1="lt1" tx1="dk1" bg2="lt2" tx2="dk2" accent1="accent1" accent2="accent2" accent3="accent3" accent4="accent4" accent5="accent5" accent6="accent6" hlink="hlink" folHlink="folHlink"/>
  <p:sldLayoutIdLst>
    <p:sldLayoutId id="2147484263" r:id="rId1"/>
    <p:sldLayoutId id="2147484264" r:id="rId2"/>
    <p:sldLayoutId id="2147484265" r:id="rId3"/>
    <p:sldLayoutId id="2147484266" r:id="rId4"/>
    <p:sldLayoutId id="2147484267" r:id="rId5"/>
    <p:sldLayoutId id="2147484268" r:id="rId6"/>
    <p:sldLayoutId id="2147484269" r:id="rId7"/>
    <p:sldLayoutId id="2147484270" r:id="rId8"/>
    <p:sldLayoutId id="2147484271" r:id="rId9"/>
    <p:sldLayoutId id="2147484272" r:id="rId10"/>
    <p:sldLayoutId id="2147484273" r:id="rId11"/>
    <p:sldLayoutId id="2147484274" r:id="rId12"/>
    <p:sldLayoutId id="2147484275" r:id="rId13"/>
    <p:sldLayoutId id="2147484276" r:id="rId14"/>
    <p:sldLayoutId id="2147484277" r:id="rId15"/>
  </p:sldLayoutIdLst>
  <p:hf hdr="0" ftr="0" dt="0"/>
  <p:txStyles>
    <p:title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p:titleStyle>
    <p:bodyStyle>
      <a:lvl1pPr marL="342900" indent="-342900" algn="l" rtl="0" eaLnBrk="1" fontAlgn="base" hangingPunct="1">
        <a:spcBef>
          <a:spcPct val="20000"/>
        </a:spcBef>
        <a:spcAft>
          <a:spcPct val="0"/>
        </a:spcAft>
        <a:buChar char="•"/>
        <a:defRPr sz="3200" b="1">
          <a:solidFill>
            <a:schemeClr val="tx1"/>
          </a:solidFill>
          <a:latin typeface="+mn-lt"/>
          <a:ea typeface="黑体" panose="02010609060101010101" pitchFamily="49" charset="-122"/>
          <a:cs typeface="+mn-cs"/>
        </a:defRPr>
      </a:lvl1pPr>
      <a:lvl2pPr marL="742950" indent="-285750" algn="l" rtl="0" eaLnBrk="1" fontAlgn="base" hangingPunct="1">
        <a:spcBef>
          <a:spcPct val="20000"/>
        </a:spcBef>
        <a:spcAft>
          <a:spcPct val="0"/>
        </a:spcAft>
        <a:buChar char="–"/>
        <a:defRPr sz="2800" b="1">
          <a:solidFill>
            <a:schemeClr val="tx1"/>
          </a:solidFill>
          <a:latin typeface="+mn-lt"/>
          <a:ea typeface="黑体" panose="02010609060101010101" pitchFamily="49" charset="-122"/>
        </a:defRPr>
      </a:lvl2pPr>
      <a:lvl3pPr marL="1143000" indent="-228600" algn="l" rtl="0" eaLnBrk="1" fontAlgn="base" hangingPunct="1">
        <a:spcBef>
          <a:spcPct val="20000"/>
        </a:spcBef>
        <a:spcAft>
          <a:spcPct val="0"/>
        </a:spcAft>
        <a:buChar char="•"/>
        <a:defRPr sz="2400" b="1">
          <a:solidFill>
            <a:schemeClr val="tx1"/>
          </a:solidFill>
          <a:latin typeface="+mn-lt"/>
          <a:ea typeface="黑体" panose="02010609060101010101" pitchFamily="49" charset="-122"/>
        </a:defRPr>
      </a:lvl3pPr>
      <a:lvl4pPr marL="1600200" indent="-228600" algn="l" rtl="0" eaLnBrk="1" fontAlgn="base" hangingPunct="1">
        <a:spcBef>
          <a:spcPct val="20000"/>
        </a:spcBef>
        <a:spcAft>
          <a:spcPct val="0"/>
        </a:spcAft>
        <a:buChar char="–"/>
        <a:defRPr sz="2000" b="1">
          <a:solidFill>
            <a:schemeClr val="tx1"/>
          </a:solidFill>
          <a:latin typeface="+mn-lt"/>
          <a:ea typeface="黑体" panose="02010609060101010101" pitchFamily="49" charset="-122"/>
        </a:defRPr>
      </a:lvl4pPr>
      <a:lvl5pPr marL="2057400" indent="-228600" algn="l" rtl="0" eaLnBrk="1" fontAlgn="base" hangingPunct="1">
        <a:spcBef>
          <a:spcPct val="20000"/>
        </a:spcBef>
        <a:spcAft>
          <a:spcPct val="0"/>
        </a:spcAft>
        <a:buChar char="»"/>
        <a:defRPr sz="2000" b="1">
          <a:solidFill>
            <a:schemeClr val="tx1"/>
          </a:solidFill>
          <a:latin typeface="+mn-lt"/>
          <a:ea typeface="黑体" panose="02010609060101010101" pitchFamily="49" charset="-122"/>
        </a:defRPr>
      </a:lvl5pPr>
      <a:lvl6pPr marL="2514600" indent="-228600" algn="l" rtl="0" eaLnBrk="1" fontAlgn="base" hangingPunct="1">
        <a:spcBef>
          <a:spcPct val="20000"/>
        </a:spcBef>
        <a:spcAft>
          <a:spcPct val="0"/>
        </a:spcAft>
        <a:buChar char="»"/>
        <a:defRPr sz="2000" b="1">
          <a:solidFill>
            <a:schemeClr val="tx1"/>
          </a:solidFill>
          <a:latin typeface="+mn-lt"/>
          <a:ea typeface="+mn-ea"/>
        </a:defRPr>
      </a:lvl6pPr>
      <a:lvl7pPr marL="2971800" indent="-228600" algn="l" rtl="0" eaLnBrk="1" fontAlgn="base" hangingPunct="1">
        <a:spcBef>
          <a:spcPct val="20000"/>
        </a:spcBef>
        <a:spcAft>
          <a:spcPct val="0"/>
        </a:spcAft>
        <a:buChar char="»"/>
        <a:defRPr sz="2000" b="1">
          <a:solidFill>
            <a:schemeClr val="tx1"/>
          </a:solidFill>
          <a:latin typeface="+mn-lt"/>
          <a:ea typeface="+mn-ea"/>
        </a:defRPr>
      </a:lvl7pPr>
      <a:lvl8pPr marL="3429000" indent="-228600" algn="l" rtl="0" eaLnBrk="1" fontAlgn="base" hangingPunct="1">
        <a:spcBef>
          <a:spcPct val="20000"/>
        </a:spcBef>
        <a:spcAft>
          <a:spcPct val="0"/>
        </a:spcAft>
        <a:buChar char="»"/>
        <a:defRPr sz="2000" b="1">
          <a:solidFill>
            <a:schemeClr val="tx1"/>
          </a:solidFill>
          <a:latin typeface="+mn-lt"/>
          <a:ea typeface="+mn-ea"/>
        </a:defRPr>
      </a:lvl8pPr>
      <a:lvl9pPr marL="3886200" indent="-228600" algn="l" rtl="0" eaLnBrk="1" fontAlgn="base" hangingPunct="1">
        <a:spcBef>
          <a:spcPct val="20000"/>
        </a:spcBef>
        <a:spcAft>
          <a:spcPct val="0"/>
        </a:spcAft>
        <a:buChar char="»"/>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136525"/>
            <a:ext cx="8229600" cy="1143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sp>
        <p:nvSpPr>
          <p:cNvPr id="1027" name="Rectangle 3"/>
          <p:cNvSpPr>
            <a:spLocks noGrp="1" noChangeArrowheads="1"/>
          </p:cNvSpPr>
          <p:nvPr>
            <p:ph type="body" idx="1"/>
          </p:nvPr>
        </p:nvSpPr>
        <p:spPr bwMode="auto">
          <a:xfrm>
            <a:off x="457200" y="1368552"/>
            <a:ext cx="8229600" cy="45259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b="1">
                <a:ea typeface="黑体" panose="02010609060101010101" pitchFamily="49" charset="-122"/>
              </a:defRPr>
            </a:lvl1pPr>
          </a:lstStyle>
          <a:p>
            <a:pPr>
              <a:defRPr/>
            </a:pPr>
            <a:endParaRPr lang="en-US"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b="1">
                <a:ea typeface="黑体" panose="02010609060101010101" pitchFamily="49" charset="-122"/>
              </a:defRPr>
            </a:lvl1pPr>
          </a:lstStyle>
          <a:p>
            <a:endParaRPr lang="en-US" altLang="zh-CN" dirty="0"/>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b="1">
                <a:ea typeface="黑体" panose="02010609060101010101" pitchFamily="49" charset="-122"/>
              </a:defRPr>
            </a:lvl1pPr>
          </a:lstStyle>
          <a:p>
            <a:pPr>
              <a:defRPr/>
            </a:pPr>
            <a:fld id="{3A3DAF09-A26C-4220-81F5-AF7EBC8E680D}" type="slidenum">
              <a:rPr lang="zh-CN" altLang="en-US" smtClean="0"/>
              <a:pPr>
                <a:defRPr/>
              </a:pPr>
              <a:t>‹#›</a:t>
            </a:fld>
            <a:endParaRPr lang="en-US" altLang="zh-CN"/>
          </a:p>
        </p:txBody>
      </p:sp>
      <p:grpSp>
        <p:nvGrpSpPr>
          <p:cNvPr id="1031" name="Group 7"/>
          <p:cNvGrpSpPr>
            <a:grpSpLocks/>
          </p:cNvGrpSpPr>
          <p:nvPr/>
        </p:nvGrpSpPr>
        <p:grpSpPr bwMode="auto">
          <a:xfrm>
            <a:off x="684213" y="1110456"/>
            <a:ext cx="8459787" cy="152400"/>
            <a:chOff x="431" y="799"/>
            <a:chExt cx="5329" cy="96"/>
          </a:xfrm>
        </p:grpSpPr>
        <p:sp>
          <p:nvSpPr>
            <p:cNvPr id="1032" name="Rectangle 8"/>
            <p:cNvSpPr>
              <a:spLocks noChangeArrowheads="1"/>
            </p:cNvSpPr>
            <p:nvPr/>
          </p:nvSpPr>
          <p:spPr bwMode="auto">
            <a:xfrm>
              <a:off x="431" y="799"/>
              <a:ext cx="1488" cy="96"/>
            </a:xfrm>
            <a:prstGeom prst="rect">
              <a:avLst/>
            </a:prstGeom>
            <a:solidFill>
              <a:srgbClr val="FF00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ea typeface="黑体" panose="02010609060101010101" pitchFamily="49" charset="-122"/>
              </a:endParaRPr>
            </a:p>
          </p:txBody>
        </p:sp>
        <p:sp>
          <p:nvSpPr>
            <p:cNvPr id="1033" name="Rectangle 9"/>
            <p:cNvSpPr>
              <a:spLocks noChangeArrowheads="1"/>
            </p:cNvSpPr>
            <p:nvPr/>
          </p:nvSpPr>
          <p:spPr bwMode="auto">
            <a:xfrm>
              <a:off x="1920" y="799"/>
              <a:ext cx="3840" cy="96"/>
            </a:xfrm>
            <a:prstGeom prst="rect">
              <a:avLst/>
            </a:prstGeom>
            <a:solidFill>
              <a:schemeClr val="accent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400" b="1" dirty="0">
                <a:solidFill>
                  <a:schemeClr val="accent2"/>
                </a:solidFill>
                <a:latin typeface="Times New Roman" pitchFamily="18" charset="0"/>
                <a:ea typeface="黑体" panose="02010609060101010101" pitchFamily="49" charset="-122"/>
              </a:endParaRPr>
            </a:p>
          </p:txBody>
        </p:sp>
      </p:grpSp>
    </p:spTree>
    <p:extLst>
      <p:ext uri="{BB962C8B-B14F-4D97-AF65-F5344CB8AC3E}">
        <p14:creationId xmlns:p14="http://schemas.microsoft.com/office/powerpoint/2010/main" val="2371823874"/>
      </p:ext>
    </p:extLst>
  </p:cSld>
  <p:clrMap bg1="lt1" tx1="dk1" bg2="lt2" tx2="dk2" accent1="accent1" accent2="accent2" accent3="accent3" accent4="accent4" accent5="accent5" accent6="accent6" hlink="hlink" folHlink="folHlink"/>
  <p:sldLayoutIdLst>
    <p:sldLayoutId id="2147484291" r:id="rId1"/>
    <p:sldLayoutId id="2147484292" r:id="rId2"/>
    <p:sldLayoutId id="2147484293" r:id="rId3"/>
    <p:sldLayoutId id="2147484294" r:id="rId4"/>
    <p:sldLayoutId id="2147484295" r:id="rId5"/>
    <p:sldLayoutId id="2147484296" r:id="rId6"/>
    <p:sldLayoutId id="2147484297" r:id="rId7"/>
    <p:sldLayoutId id="2147484298" r:id="rId8"/>
    <p:sldLayoutId id="2147484299" r:id="rId9"/>
    <p:sldLayoutId id="2147484300" r:id="rId10"/>
    <p:sldLayoutId id="2147484301" r:id="rId11"/>
    <p:sldLayoutId id="2147484302" r:id="rId12"/>
    <p:sldLayoutId id="2147484303" r:id="rId13"/>
    <p:sldLayoutId id="2147484304" r:id="rId14"/>
    <p:sldLayoutId id="2147484305" r:id="rId15"/>
  </p:sldLayoutIdLst>
  <p:hf hdr="0" ftr="0" dt="0"/>
  <p:txStyles>
    <p:title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p:titleStyle>
    <p:bodyStyle>
      <a:lvl1pPr marL="342900" indent="-342900" algn="l" rtl="0" eaLnBrk="1" fontAlgn="base" hangingPunct="1">
        <a:spcBef>
          <a:spcPct val="20000"/>
        </a:spcBef>
        <a:spcAft>
          <a:spcPct val="0"/>
        </a:spcAft>
        <a:buChar char="•"/>
        <a:defRPr sz="3200" b="1">
          <a:solidFill>
            <a:schemeClr val="tx1"/>
          </a:solidFill>
          <a:latin typeface="+mn-lt"/>
          <a:ea typeface="黑体" panose="02010609060101010101" pitchFamily="49" charset="-122"/>
          <a:cs typeface="+mn-cs"/>
        </a:defRPr>
      </a:lvl1pPr>
      <a:lvl2pPr marL="742950" indent="-285750" algn="l" rtl="0" eaLnBrk="1" fontAlgn="base" hangingPunct="1">
        <a:spcBef>
          <a:spcPct val="20000"/>
        </a:spcBef>
        <a:spcAft>
          <a:spcPct val="0"/>
        </a:spcAft>
        <a:buChar char="–"/>
        <a:defRPr sz="2800" b="1">
          <a:solidFill>
            <a:schemeClr val="tx1"/>
          </a:solidFill>
          <a:latin typeface="+mn-lt"/>
          <a:ea typeface="黑体" panose="02010609060101010101" pitchFamily="49" charset="-122"/>
        </a:defRPr>
      </a:lvl2pPr>
      <a:lvl3pPr marL="1143000" indent="-228600" algn="l" rtl="0" eaLnBrk="1" fontAlgn="base" hangingPunct="1">
        <a:spcBef>
          <a:spcPct val="20000"/>
        </a:spcBef>
        <a:spcAft>
          <a:spcPct val="0"/>
        </a:spcAft>
        <a:buChar char="•"/>
        <a:defRPr sz="2400" b="1">
          <a:solidFill>
            <a:schemeClr val="tx1"/>
          </a:solidFill>
          <a:latin typeface="+mn-lt"/>
          <a:ea typeface="黑体" panose="02010609060101010101" pitchFamily="49" charset="-122"/>
        </a:defRPr>
      </a:lvl3pPr>
      <a:lvl4pPr marL="1600200" indent="-228600" algn="l" rtl="0" eaLnBrk="1" fontAlgn="base" hangingPunct="1">
        <a:spcBef>
          <a:spcPct val="20000"/>
        </a:spcBef>
        <a:spcAft>
          <a:spcPct val="0"/>
        </a:spcAft>
        <a:buChar char="–"/>
        <a:defRPr sz="2000" b="1">
          <a:solidFill>
            <a:schemeClr val="tx1"/>
          </a:solidFill>
          <a:latin typeface="+mn-lt"/>
          <a:ea typeface="黑体" panose="02010609060101010101" pitchFamily="49" charset="-122"/>
        </a:defRPr>
      </a:lvl4pPr>
      <a:lvl5pPr marL="2057400" indent="-228600" algn="l" rtl="0" eaLnBrk="1" fontAlgn="base" hangingPunct="1">
        <a:spcBef>
          <a:spcPct val="20000"/>
        </a:spcBef>
        <a:spcAft>
          <a:spcPct val="0"/>
        </a:spcAft>
        <a:buChar char="»"/>
        <a:defRPr sz="2000" b="1">
          <a:solidFill>
            <a:schemeClr val="tx1"/>
          </a:solidFill>
          <a:latin typeface="+mn-lt"/>
          <a:ea typeface="黑体" panose="02010609060101010101" pitchFamily="49" charset="-122"/>
        </a:defRPr>
      </a:lvl5pPr>
      <a:lvl6pPr marL="2514600" indent="-228600" algn="l" rtl="0" eaLnBrk="1" fontAlgn="base" hangingPunct="1">
        <a:spcBef>
          <a:spcPct val="20000"/>
        </a:spcBef>
        <a:spcAft>
          <a:spcPct val="0"/>
        </a:spcAft>
        <a:buChar char="»"/>
        <a:defRPr sz="2000" b="1">
          <a:solidFill>
            <a:schemeClr val="tx1"/>
          </a:solidFill>
          <a:latin typeface="+mn-lt"/>
          <a:ea typeface="+mn-ea"/>
        </a:defRPr>
      </a:lvl6pPr>
      <a:lvl7pPr marL="2971800" indent="-228600" algn="l" rtl="0" eaLnBrk="1" fontAlgn="base" hangingPunct="1">
        <a:spcBef>
          <a:spcPct val="20000"/>
        </a:spcBef>
        <a:spcAft>
          <a:spcPct val="0"/>
        </a:spcAft>
        <a:buChar char="»"/>
        <a:defRPr sz="2000" b="1">
          <a:solidFill>
            <a:schemeClr val="tx1"/>
          </a:solidFill>
          <a:latin typeface="+mn-lt"/>
          <a:ea typeface="+mn-ea"/>
        </a:defRPr>
      </a:lvl7pPr>
      <a:lvl8pPr marL="3429000" indent="-228600" algn="l" rtl="0" eaLnBrk="1" fontAlgn="base" hangingPunct="1">
        <a:spcBef>
          <a:spcPct val="20000"/>
        </a:spcBef>
        <a:spcAft>
          <a:spcPct val="0"/>
        </a:spcAft>
        <a:buChar char="»"/>
        <a:defRPr sz="2000" b="1">
          <a:solidFill>
            <a:schemeClr val="tx1"/>
          </a:solidFill>
          <a:latin typeface="+mn-lt"/>
          <a:ea typeface="+mn-ea"/>
        </a:defRPr>
      </a:lvl8pPr>
      <a:lvl9pPr marL="3886200" indent="-228600" algn="l" rtl="0" eaLnBrk="1" fontAlgn="base" hangingPunct="1">
        <a:spcBef>
          <a:spcPct val="20000"/>
        </a:spcBef>
        <a:spcAft>
          <a:spcPct val="0"/>
        </a:spcAft>
        <a:buChar char="»"/>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3" Type="http://schemas.openxmlformats.org/officeDocument/2006/relationships/image" Target="../media/image5.tiff"/><Relationship Id="rId2" Type="http://schemas.openxmlformats.org/officeDocument/2006/relationships/notesSlide" Target="../notesSlides/notesSlide9.xml"/><Relationship Id="rId1" Type="http://schemas.openxmlformats.org/officeDocument/2006/relationships/slideLayout" Target="../slideLayouts/slideLayout17.xml"/><Relationship Id="rId4" Type="http://schemas.openxmlformats.org/officeDocument/2006/relationships/image" Target="../media/image6.emf"/></Relationships>
</file>

<file path=ppt/slides/_rels/slide1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13.xml"/><Relationship Id="rId1" Type="http://schemas.openxmlformats.org/officeDocument/2006/relationships/slideLayout" Target="../slideLayouts/slideLayout17.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slideLayout" Target="../slideLayouts/slideLayout12.xml"/><Relationship Id="rId26" Type="http://schemas.openxmlformats.org/officeDocument/2006/relationships/image" Target="../media/image43.png"/><Relationship Id="rId3" Type="http://schemas.openxmlformats.org/officeDocument/2006/relationships/tags" Target="../tags/tag3.xml"/><Relationship Id="rId21" Type="http://schemas.openxmlformats.org/officeDocument/2006/relationships/image" Target="../media/image42.png"/><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image" Target="../media/image46.png"/><Relationship Id="rId2" Type="http://schemas.openxmlformats.org/officeDocument/2006/relationships/tags" Target="../tags/tag2.xml"/><Relationship Id="rId16" Type="http://schemas.openxmlformats.org/officeDocument/2006/relationships/tags" Target="../tags/tag16.xml"/><Relationship Id="rId29" Type="http://schemas.openxmlformats.org/officeDocument/2006/relationships/image" Target="../media/image9.pn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image" Target="../media/image45.png"/><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image" Target="../media/image44.png"/><Relationship Id="rId28" Type="http://schemas.openxmlformats.org/officeDocument/2006/relationships/image" Target="../media/image8.png"/><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image" Target="../media/image300.png"/><Relationship Id="rId27" Type="http://schemas.openxmlformats.org/officeDocument/2006/relationships/customXml" Target="../ink/ink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8" Type="http://schemas.openxmlformats.org/officeDocument/2006/relationships/image" Target="../media/image12.e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1.emf"/><Relationship Id="rId5" Type="http://schemas.openxmlformats.org/officeDocument/2006/relationships/oleObject" Target="../embeddings/oleObject2.bin"/><Relationship Id="rId4" Type="http://schemas.openxmlformats.org/officeDocument/2006/relationships/image" Target="../media/image10.e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17.xml"/><Relationship Id="rId1" Type="http://schemas.openxmlformats.org/officeDocument/2006/relationships/slideLayout" Target="../slideLayouts/slideLayout17.xml"/><Relationship Id="rId4" Type="http://schemas.openxmlformats.org/officeDocument/2006/relationships/image" Target="../media/image13.emf"/></Relationships>
</file>

<file path=ppt/slides/_rels/slide23.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9.xml"/><Relationship Id="rId1" Type="http://schemas.openxmlformats.org/officeDocument/2006/relationships/slideLayout" Target="../slideLayouts/slideLayout1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0.png"/></Relationships>
</file>

<file path=ppt/slides/_rels/slide25.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20.xml"/><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1.xml"/><Relationship Id="rId1" Type="http://schemas.openxmlformats.org/officeDocument/2006/relationships/slideLayout" Target="../slideLayouts/slideLayout1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17.xml"/><Relationship Id="rId4" Type="http://schemas.openxmlformats.org/officeDocument/2006/relationships/image" Target="../media/image22.svg"/></Relationships>
</file>

<file path=ppt/slides/_rels/slide30.xml.rels><?xml version="1.0" encoding="UTF-8" standalone="yes"?>
<Relationships xmlns="http://schemas.openxmlformats.org/package/2006/relationships"><Relationship Id="rId8" Type="http://schemas.openxmlformats.org/officeDocument/2006/relationships/image" Target="../media/image25.w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notesSlide" Target="../notesSlides/notesSlide25.xml"/><Relationship Id="rId1" Type="http://schemas.openxmlformats.org/officeDocument/2006/relationships/slideLayout" Target="../slideLayouts/slideLayout17.xml"/><Relationship Id="rId6" Type="http://schemas.openxmlformats.org/officeDocument/2006/relationships/image" Target="../media/image24.emf"/><Relationship Id="rId5" Type="http://schemas.openxmlformats.org/officeDocument/2006/relationships/oleObject" Target="../embeddings/oleObject6.bin"/><Relationship Id="rId4" Type="http://schemas.openxmlformats.org/officeDocument/2006/relationships/image" Target="../media/image23.emf"/><Relationship Id="rId9" Type="http://schemas.openxmlformats.org/officeDocument/2006/relationships/image" Target="../media/image26.emf"/></Relationships>
</file>

<file path=ppt/slides/_rels/slide31.xml.rels><?xml version="1.0" encoding="UTF-8" standalone="yes"?>
<Relationships xmlns="http://schemas.openxmlformats.org/package/2006/relationships"><Relationship Id="rId8" Type="http://schemas.openxmlformats.org/officeDocument/2006/relationships/image" Target="../media/image28.wmf"/><Relationship Id="rId13" Type="http://schemas.openxmlformats.org/officeDocument/2006/relationships/oleObject" Target="../embeddings/oleObject13.bin"/><Relationship Id="rId3" Type="http://schemas.openxmlformats.org/officeDocument/2006/relationships/oleObject" Target="../embeddings/oleObject8.bin"/><Relationship Id="rId7" Type="http://schemas.openxmlformats.org/officeDocument/2006/relationships/oleObject" Target="../embeddings/oleObject10.bin"/><Relationship Id="rId12" Type="http://schemas.openxmlformats.org/officeDocument/2006/relationships/image" Target="../media/image30.wmf"/><Relationship Id="rId2" Type="http://schemas.openxmlformats.org/officeDocument/2006/relationships/notesSlide" Target="../notesSlides/notesSlide26.xml"/><Relationship Id="rId16" Type="http://schemas.openxmlformats.org/officeDocument/2006/relationships/image" Target="../media/image32.wmf"/><Relationship Id="rId1" Type="http://schemas.openxmlformats.org/officeDocument/2006/relationships/slideLayout" Target="../slideLayouts/slideLayout21.xml"/><Relationship Id="rId6" Type="http://schemas.openxmlformats.org/officeDocument/2006/relationships/image" Target="../media/image27.wmf"/><Relationship Id="rId11" Type="http://schemas.openxmlformats.org/officeDocument/2006/relationships/oleObject" Target="../embeddings/oleObject12.bin"/><Relationship Id="rId5" Type="http://schemas.openxmlformats.org/officeDocument/2006/relationships/oleObject" Target="../embeddings/oleObject9.bin"/><Relationship Id="rId15" Type="http://schemas.openxmlformats.org/officeDocument/2006/relationships/oleObject" Target="../embeddings/oleObject14.bin"/><Relationship Id="rId10" Type="http://schemas.openxmlformats.org/officeDocument/2006/relationships/image" Target="../media/image29.wmf"/><Relationship Id="rId4" Type="http://schemas.openxmlformats.org/officeDocument/2006/relationships/image" Target="../media/image25.wmf"/><Relationship Id="rId9" Type="http://schemas.openxmlformats.org/officeDocument/2006/relationships/oleObject" Target="../embeddings/oleObject11.bin"/><Relationship Id="rId14" Type="http://schemas.openxmlformats.org/officeDocument/2006/relationships/image" Target="../media/image31.wmf"/></Relationships>
</file>

<file path=ppt/slides/_rels/slide32.xml.rels><?xml version="1.0" encoding="UTF-8" standalone="yes"?>
<Relationships xmlns="http://schemas.openxmlformats.org/package/2006/relationships"><Relationship Id="rId3" Type="http://schemas.openxmlformats.org/officeDocument/2006/relationships/image" Target="../media/image33.jpeg"/><Relationship Id="rId7" Type="http://schemas.openxmlformats.org/officeDocument/2006/relationships/image" Target="../media/image32.wmf"/><Relationship Id="rId2" Type="http://schemas.openxmlformats.org/officeDocument/2006/relationships/notesSlide" Target="../notesSlides/notesSlide27.xml"/><Relationship Id="rId1" Type="http://schemas.openxmlformats.org/officeDocument/2006/relationships/slideLayout" Target="../slideLayouts/slideLayout21.xml"/><Relationship Id="rId6" Type="http://schemas.openxmlformats.org/officeDocument/2006/relationships/oleObject" Target="../embeddings/oleObject16.bin"/><Relationship Id="rId5" Type="http://schemas.openxmlformats.org/officeDocument/2006/relationships/image" Target="../media/image28.wmf"/><Relationship Id="rId4" Type="http://schemas.openxmlformats.org/officeDocument/2006/relationships/oleObject" Target="../embeddings/oleObject15.bin"/></Relationships>
</file>

<file path=ppt/slides/_rels/slide3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9.xml"/><Relationship Id="rId1" Type="http://schemas.openxmlformats.org/officeDocument/2006/relationships/slideLayout" Target="../slideLayouts/slideLayout17.xml"/><Relationship Id="rId6" Type="http://schemas.openxmlformats.org/officeDocument/2006/relationships/image" Target="../media/image65.png"/><Relationship Id="rId5" Type="http://schemas.openxmlformats.org/officeDocument/2006/relationships/image" Target="../media/image63.png"/><Relationship Id="rId4" Type="http://schemas.openxmlformats.org/officeDocument/2006/relationships/image" Target="../media/image37.png"/></Relationships>
</file>

<file path=ppt/slides/_rels/slide36.xml.rels><?xml version="1.0" encoding="UTF-8" standalone="yes"?>
<Relationships xmlns="http://schemas.openxmlformats.org/package/2006/relationships"><Relationship Id="rId3" Type="http://schemas.openxmlformats.org/officeDocument/2006/relationships/image" Target="../media/image34.tmp"/><Relationship Id="rId2" Type="http://schemas.openxmlformats.org/officeDocument/2006/relationships/notesSlide" Target="../notesSlides/notesSlide30.xml"/><Relationship Id="rId1" Type="http://schemas.openxmlformats.org/officeDocument/2006/relationships/slideLayout" Target="../slideLayouts/slideLayout17.xml"/><Relationship Id="rId6" Type="http://schemas.openxmlformats.org/officeDocument/2006/relationships/image" Target="../media/image37.tmp"/><Relationship Id="rId5" Type="http://schemas.openxmlformats.org/officeDocument/2006/relationships/image" Target="../media/image36.tmp"/><Relationship Id="rId4" Type="http://schemas.openxmlformats.org/officeDocument/2006/relationships/image" Target="../media/image35.tmp"/></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7.xml"/></Relationships>
</file>

<file path=ppt/slides/_rels/slide40.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notesSlide" Target="../notesSlides/notesSlide34.xml"/><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5.xml"/><Relationship Id="rId1" Type="http://schemas.openxmlformats.org/officeDocument/2006/relationships/slideLayout" Target="../slideLayouts/slideLayout21.xml"/></Relationships>
</file>

<file path=ppt/slides/_rels/slide4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6.xml"/><Relationship Id="rId1" Type="http://schemas.openxmlformats.org/officeDocument/2006/relationships/slideLayout" Target="../slideLayouts/slideLayout17.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40.emf"/><Relationship Id="rId5" Type="http://schemas.openxmlformats.org/officeDocument/2006/relationships/oleObject" Target="../embeddings/oleObject18.bin"/><Relationship Id="rId4" Type="http://schemas.openxmlformats.org/officeDocument/2006/relationships/image" Target="../media/image39.emf"/></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8" Type="http://schemas.openxmlformats.org/officeDocument/2006/relationships/image" Target="../media/image43.wmf"/><Relationship Id="rId3" Type="http://schemas.openxmlformats.org/officeDocument/2006/relationships/oleObject" Target="../embeddings/oleObject19.bin"/><Relationship Id="rId7" Type="http://schemas.openxmlformats.org/officeDocument/2006/relationships/oleObject" Target="../embeddings/oleObject21.bin"/><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42.wmf"/><Relationship Id="rId5" Type="http://schemas.openxmlformats.org/officeDocument/2006/relationships/oleObject" Target="../embeddings/oleObject20.bin"/><Relationship Id="rId4" Type="http://schemas.openxmlformats.org/officeDocument/2006/relationships/image" Target="../media/image41.wmf"/></Relationships>
</file>

<file path=ppt/slides/_rels/slide46.xml.rels><?xml version="1.0" encoding="UTF-8" standalone="yes"?>
<Relationships xmlns="http://schemas.openxmlformats.org/package/2006/relationships"><Relationship Id="rId3" Type="http://schemas.openxmlformats.org/officeDocument/2006/relationships/image" Target="../media/image44.tmp"/><Relationship Id="rId2" Type="http://schemas.openxmlformats.org/officeDocument/2006/relationships/notesSlide" Target="../notesSlides/notesSlide40.xml"/><Relationship Id="rId1" Type="http://schemas.openxmlformats.org/officeDocument/2006/relationships/slideLayout" Target="../slideLayouts/slideLayout17.xml"/><Relationship Id="rId5" Type="http://schemas.openxmlformats.org/officeDocument/2006/relationships/image" Target="../media/image48.tmp"/><Relationship Id="rId4" Type="http://schemas.openxmlformats.org/officeDocument/2006/relationships/image" Target="../media/image47.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7.xml"/></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49.emf"/></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7.xml"/></Relationships>
</file>

<file path=ppt/slides/_rels/slide50.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oleObject" Target="../embeddings/oleObject23.bin"/><Relationship Id="rId1" Type="http://schemas.openxmlformats.org/officeDocument/2006/relationships/slideLayout" Target="../slideLayouts/slideLayout17.xml"/><Relationship Id="rId5" Type="http://schemas.openxmlformats.org/officeDocument/2006/relationships/image" Target="../media/image51.wmf"/><Relationship Id="rId4" Type="http://schemas.openxmlformats.org/officeDocument/2006/relationships/oleObject" Target="../embeddings/oleObject24.bin"/></Relationships>
</file>

<file path=ppt/slides/_rels/slide51.xml.rels><?xml version="1.0" encoding="UTF-8" standalone="yes"?>
<Relationships xmlns="http://schemas.openxmlformats.org/package/2006/relationships"><Relationship Id="rId8" Type="http://schemas.openxmlformats.org/officeDocument/2006/relationships/image" Target="../media/image53.wmf"/><Relationship Id="rId3" Type="http://schemas.openxmlformats.org/officeDocument/2006/relationships/oleObject" Target="../embeddings/oleObject25.bin"/><Relationship Id="rId7" Type="http://schemas.openxmlformats.org/officeDocument/2006/relationships/oleObject" Target="../embeddings/oleObject27.bin"/><Relationship Id="rId2" Type="http://schemas.openxmlformats.org/officeDocument/2006/relationships/notesSlide" Target="../notesSlides/notesSlide44.xml"/><Relationship Id="rId1" Type="http://schemas.openxmlformats.org/officeDocument/2006/relationships/slideLayout" Target="../slideLayouts/slideLayout21.xml"/><Relationship Id="rId6" Type="http://schemas.openxmlformats.org/officeDocument/2006/relationships/image" Target="../media/image51.wmf"/><Relationship Id="rId5" Type="http://schemas.openxmlformats.org/officeDocument/2006/relationships/oleObject" Target="../embeddings/oleObject26.bin"/><Relationship Id="rId4" Type="http://schemas.openxmlformats.org/officeDocument/2006/relationships/image" Target="../media/image52.emf"/></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notesSlide" Target="../notesSlides/notesSlide45.xml"/><Relationship Id="rId1" Type="http://schemas.openxmlformats.org/officeDocument/2006/relationships/slideLayout" Target="../slideLayouts/slideLayout21.xml"/><Relationship Id="rId6" Type="http://schemas.openxmlformats.org/officeDocument/2006/relationships/image" Target="../media/image55.emf"/><Relationship Id="rId5" Type="http://schemas.openxmlformats.org/officeDocument/2006/relationships/oleObject" Target="../embeddings/oleObject29.bin"/><Relationship Id="rId4" Type="http://schemas.openxmlformats.org/officeDocument/2006/relationships/image" Target="../media/image54.wmf"/></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notesSlide" Target="../notesSlides/notesSlide46.xml"/><Relationship Id="rId1" Type="http://schemas.openxmlformats.org/officeDocument/2006/relationships/slideLayout" Target="../slideLayouts/slideLayout21.xml"/><Relationship Id="rId4" Type="http://schemas.openxmlformats.org/officeDocument/2006/relationships/image" Target="../media/image56.emf"/></Relationships>
</file>

<file path=ppt/slides/_rels/slide54.xml.rels><?xml version="1.0" encoding="UTF-8" standalone="yes"?>
<Relationships xmlns="http://schemas.openxmlformats.org/package/2006/relationships"><Relationship Id="rId8" Type="http://schemas.openxmlformats.org/officeDocument/2006/relationships/tags" Target="../tags/tag25.xml"/><Relationship Id="rId13" Type="http://schemas.openxmlformats.org/officeDocument/2006/relationships/tags" Target="../tags/tag30.xml"/><Relationship Id="rId18" Type="http://schemas.openxmlformats.org/officeDocument/2006/relationships/tags" Target="../tags/tag35.xml"/><Relationship Id="rId3" Type="http://schemas.openxmlformats.org/officeDocument/2006/relationships/tags" Target="../tags/tag20.xml"/><Relationship Id="rId21" Type="http://schemas.openxmlformats.org/officeDocument/2006/relationships/customXml" Target="../ink/ink3.xml"/><Relationship Id="rId7" Type="http://schemas.openxmlformats.org/officeDocument/2006/relationships/tags" Target="../tags/tag24.xml"/><Relationship Id="rId12" Type="http://schemas.openxmlformats.org/officeDocument/2006/relationships/tags" Target="../tags/tag29.xml"/><Relationship Id="rId17" Type="http://schemas.openxmlformats.org/officeDocument/2006/relationships/tags" Target="../tags/tag34.xml"/><Relationship Id="rId2" Type="http://schemas.openxmlformats.org/officeDocument/2006/relationships/tags" Target="../tags/tag19.xml"/><Relationship Id="rId16" Type="http://schemas.openxmlformats.org/officeDocument/2006/relationships/tags" Target="../tags/tag33.xml"/><Relationship Id="rId20" Type="http://schemas.openxmlformats.org/officeDocument/2006/relationships/slideLayout" Target="../slideLayouts/slideLayout7.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tags" Target="../tags/tag28.xml"/><Relationship Id="rId5" Type="http://schemas.openxmlformats.org/officeDocument/2006/relationships/tags" Target="../tags/tag22.xml"/><Relationship Id="rId15" Type="http://schemas.openxmlformats.org/officeDocument/2006/relationships/tags" Target="../tags/tag32.xml"/><Relationship Id="rId23" Type="http://schemas.openxmlformats.org/officeDocument/2006/relationships/image" Target="../media/image9.png"/><Relationship Id="rId10" Type="http://schemas.openxmlformats.org/officeDocument/2006/relationships/tags" Target="../tags/tag27.xml"/><Relationship Id="rId19" Type="http://schemas.openxmlformats.org/officeDocument/2006/relationships/tags" Target="../tags/tag36.xml"/><Relationship Id="rId4" Type="http://schemas.openxmlformats.org/officeDocument/2006/relationships/tags" Target="../tags/tag21.xml"/><Relationship Id="rId9" Type="http://schemas.openxmlformats.org/officeDocument/2006/relationships/tags" Target="../tags/tag26.xml"/><Relationship Id="rId14" Type="http://schemas.openxmlformats.org/officeDocument/2006/relationships/tags" Target="../tags/tag31.xml"/><Relationship Id="rId22" Type="http://schemas.openxmlformats.org/officeDocument/2006/relationships/image" Target="../media/image58.png"/></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tags" Target="../tags/tag38.xml"/><Relationship Id="rId1" Type="http://schemas.openxmlformats.org/officeDocument/2006/relationships/tags" Target="../tags/tag37.xml"/><Relationship Id="rId5" Type="http://schemas.openxmlformats.org/officeDocument/2006/relationships/image" Target="../media/image57.emf"/><Relationship Id="rId4" Type="http://schemas.openxmlformats.org/officeDocument/2006/relationships/notesSlide" Target="../notesSlides/notesSlide4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1.xml"/></Relationships>
</file>

<file path=ppt/slides/_rels/slide59.xml.rels><?xml version="1.0" encoding="UTF-8" standalone="yes"?>
<Relationships xmlns="http://schemas.openxmlformats.org/package/2006/relationships"><Relationship Id="rId8" Type="http://schemas.openxmlformats.org/officeDocument/2006/relationships/oleObject" Target="../embeddings/oleObject35.bin"/><Relationship Id="rId13" Type="http://schemas.openxmlformats.org/officeDocument/2006/relationships/oleObject" Target="../embeddings/oleObject39.bin"/><Relationship Id="rId18" Type="http://schemas.openxmlformats.org/officeDocument/2006/relationships/oleObject" Target="../embeddings/oleObject44.bin"/><Relationship Id="rId3" Type="http://schemas.openxmlformats.org/officeDocument/2006/relationships/oleObject" Target="../embeddings/oleObject31.bin"/><Relationship Id="rId21" Type="http://schemas.openxmlformats.org/officeDocument/2006/relationships/oleObject" Target="../embeddings/oleObject47.bin"/><Relationship Id="rId7" Type="http://schemas.openxmlformats.org/officeDocument/2006/relationships/oleObject" Target="../embeddings/oleObject34.bin"/><Relationship Id="rId12" Type="http://schemas.openxmlformats.org/officeDocument/2006/relationships/oleObject" Target="../embeddings/oleObject38.bin"/><Relationship Id="rId17" Type="http://schemas.openxmlformats.org/officeDocument/2006/relationships/oleObject" Target="../embeddings/oleObject43.bin"/><Relationship Id="rId2" Type="http://schemas.openxmlformats.org/officeDocument/2006/relationships/notesSlide" Target="../notesSlides/notesSlide51.xml"/><Relationship Id="rId16" Type="http://schemas.openxmlformats.org/officeDocument/2006/relationships/oleObject" Target="../embeddings/oleObject42.bin"/><Relationship Id="rId20" Type="http://schemas.openxmlformats.org/officeDocument/2006/relationships/oleObject" Target="../embeddings/oleObject46.bin"/><Relationship Id="rId1" Type="http://schemas.openxmlformats.org/officeDocument/2006/relationships/slideLayout" Target="../slideLayouts/slideLayout21.xml"/><Relationship Id="rId6" Type="http://schemas.openxmlformats.org/officeDocument/2006/relationships/oleObject" Target="../embeddings/oleObject33.bin"/><Relationship Id="rId11" Type="http://schemas.openxmlformats.org/officeDocument/2006/relationships/oleObject" Target="../embeddings/oleObject37.bin"/><Relationship Id="rId5" Type="http://schemas.openxmlformats.org/officeDocument/2006/relationships/oleObject" Target="../embeddings/oleObject32.bin"/><Relationship Id="rId15" Type="http://schemas.openxmlformats.org/officeDocument/2006/relationships/oleObject" Target="../embeddings/oleObject41.bin"/><Relationship Id="rId23" Type="http://schemas.openxmlformats.org/officeDocument/2006/relationships/oleObject" Target="../embeddings/oleObject48.bin"/><Relationship Id="rId10" Type="http://schemas.openxmlformats.org/officeDocument/2006/relationships/oleObject" Target="../embeddings/oleObject36.bin"/><Relationship Id="rId19" Type="http://schemas.openxmlformats.org/officeDocument/2006/relationships/oleObject" Target="../embeddings/oleObject45.bin"/><Relationship Id="rId4" Type="http://schemas.openxmlformats.org/officeDocument/2006/relationships/image" Target="../media/image59.png"/><Relationship Id="rId9" Type="http://schemas.openxmlformats.org/officeDocument/2006/relationships/image" Target="../media/image60.png"/><Relationship Id="rId14" Type="http://schemas.openxmlformats.org/officeDocument/2006/relationships/oleObject" Target="../embeddings/oleObject40.bin"/><Relationship Id="rId22" Type="http://schemas.openxmlformats.org/officeDocument/2006/relationships/image" Target="../media/image61.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1.xml"/></Relationships>
</file>

<file path=ppt/slides/_rels/slide63.xml.rels><?xml version="1.0" encoding="UTF-8" standalone="yes"?>
<Relationships xmlns="http://schemas.openxmlformats.org/package/2006/relationships"><Relationship Id="rId3" Type="http://schemas.openxmlformats.org/officeDocument/2006/relationships/image" Target="../media/image62.emf"/><Relationship Id="rId2" Type="http://schemas.openxmlformats.org/officeDocument/2006/relationships/notesSlide" Target="../notesSlides/notesSlide55.xml"/><Relationship Id="rId1" Type="http://schemas.openxmlformats.org/officeDocument/2006/relationships/slideLayout" Target="../slideLayouts/slideLayout21.xml"/><Relationship Id="rId5" Type="http://schemas.openxmlformats.org/officeDocument/2006/relationships/image" Target="../media/image64.png"/><Relationship Id="rId4" Type="http://schemas.openxmlformats.org/officeDocument/2006/relationships/customXml" Target="../ink/ink4.xml"/></Relationships>
</file>

<file path=ppt/slides/_rels/slide64.xml.rels><?xml version="1.0" encoding="UTF-8" standalone="yes"?>
<Relationships xmlns="http://schemas.openxmlformats.org/package/2006/relationships"><Relationship Id="rId8" Type="http://schemas.openxmlformats.org/officeDocument/2006/relationships/oleObject" Target="../embeddings/oleObject51.bin"/><Relationship Id="rId13" Type="http://schemas.openxmlformats.org/officeDocument/2006/relationships/image" Target="../media/image68.wmf"/><Relationship Id="rId18" Type="http://schemas.openxmlformats.org/officeDocument/2006/relationships/oleObject" Target="../embeddings/oleObject56.bin"/><Relationship Id="rId3" Type="http://schemas.openxmlformats.org/officeDocument/2006/relationships/oleObject" Target="../embeddings/oleObject49.bin"/><Relationship Id="rId7" Type="http://schemas.openxmlformats.org/officeDocument/2006/relationships/image" Target="../media/image65.jpeg"/><Relationship Id="rId12" Type="http://schemas.openxmlformats.org/officeDocument/2006/relationships/oleObject" Target="../embeddings/oleObject53.bin"/><Relationship Id="rId17" Type="http://schemas.openxmlformats.org/officeDocument/2006/relationships/image" Target="../media/image70.wmf"/><Relationship Id="rId2" Type="http://schemas.openxmlformats.org/officeDocument/2006/relationships/notesSlide" Target="../notesSlides/notesSlide56.xml"/><Relationship Id="rId16" Type="http://schemas.openxmlformats.org/officeDocument/2006/relationships/oleObject" Target="../embeddings/oleObject55.bin"/><Relationship Id="rId1" Type="http://schemas.openxmlformats.org/officeDocument/2006/relationships/slideLayout" Target="../slideLayouts/slideLayout21.xml"/><Relationship Id="rId6" Type="http://schemas.openxmlformats.org/officeDocument/2006/relationships/image" Target="../media/image64.wmf"/><Relationship Id="rId11" Type="http://schemas.openxmlformats.org/officeDocument/2006/relationships/image" Target="../media/image67.wmf"/><Relationship Id="rId5" Type="http://schemas.openxmlformats.org/officeDocument/2006/relationships/oleObject" Target="../embeddings/oleObject50.bin"/><Relationship Id="rId15" Type="http://schemas.openxmlformats.org/officeDocument/2006/relationships/image" Target="../media/image69.wmf"/><Relationship Id="rId10" Type="http://schemas.openxmlformats.org/officeDocument/2006/relationships/oleObject" Target="../embeddings/oleObject52.bin"/><Relationship Id="rId19" Type="http://schemas.openxmlformats.org/officeDocument/2006/relationships/image" Target="../media/image71.wmf"/><Relationship Id="rId4" Type="http://schemas.openxmlformats.org/officeDocument/2006/relationships/image" Target="../media/image63.wmf"/><Relationship Id="rId9" Type="http://schemas.openxmlformats.org/officeDocument/2006/relationships/image" Target="../media/image66.wmf"/><Relationship Id="rId14" Type="http://schemas.openxmlformats.org/officeDocument/2006/relationships/oleObject" Target="../embeddings/oleObject54.bin"/></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7.xml"/></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72.wmf"/></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58.bin"/><Relationship Id="rId2" Type="http://schemas.openxmlformats.org/officeDocument/2006/relationships/notesSlide" Target="../notesSlides/notesSlide60.xml"/><Relationship Id="rId1" Type="http://schemas.openxmlformats.org/officeDocument/2006/relationships/slideLayout" Target="../slideLayouts/slideLayout21.xml"/><Relationship Id="rId4" Type="http://schemas.openxmlformats.org/officeDocument/2006/relationships/image" Target="../media/image73.wmf"/></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7.xml"/></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image72.wmf"/></Relationships>
</file>

<file path=ppt/slides/_rels/slide73.xml.rels><?xml version="1.0" encoding="UTF-8" standalone="yes"?>
<Relationships xmlns="http://schemas.openxmlformats.org/package/2006/relationships"><Relationship Id="rId3" Type="http://schemas.openxmlformats.org/officeDocument/2006/relationships/image" Target="../media/image74.emf"/><Relationship Id="rId2" Type="http://schemas.openxmlformats.org/officeDocument/2006/relationships/notesSlide" Target="../notesSlides/notesSlide65.xml"/><Relationship Id="rId1" Type="http://schemas.openxmlformats.org/officeDocument/2006/relationships/slideLayout" Target="../slideLayouts/slideLayout28.xml"/><Relationship Id="rId5" Type="http://schemas.openxmlformats.org/officeDocument/2006/relationships/image" Target="../media/image72.wmf"/><Relationship Id="rId4" Type="http://schemas.openxmlformats.org/officeDocument/2006/relationships/oleObject" Target="../embeddings/oleObject57.bin"/></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8.xml"/></Relationships>
</file>

<file path=ppt/slides/_rels/slide75.xml.rels><?xml version="1.0" encoding="UTF-8" standalone="yes"?>
<Relationships xmlns="http://schemas.openxmlformats.org/package/2006/relationships"><Relationship Id="rId8" Type="http://schemas.openxmlformats.org/officeDocument/2006/relationships/tags" Target="../tags/tag46.xml"/><Relationship Id="rId13" Type="http://schemas.openxmlformats.org/officeDocument/2006/relationships/tags" Target="../tags/tag51.xml"/><Relationship Id="rId18" Type="http://schemas.openxmlformats.org/officeDocument/2006/relationships/slideLayout" Target="../slideLayouts/slideLayout12.xml"/><Relationship Id="rId3" Type="http://schemas.openxmlformats.org/officeDocument/2006/relationships/tags" Target="../tags/tag41.xml"/><Relationship Id="rId21" Type="http://schemas.openxmlformats.org/officeDocument/2006/relationships/customXml" Target="../ink/ink5.xml"/><Relationship Id="rId7" Type="http://schemas.openxmlformats.org/officeDocument/2006/relationships/tags" Target="../tags/tag45.xml"/><Relationship Id="rId12" Type="http://schemas.openxmlformats.org/officeDocument/2006/relationships/tags" Target="../tags/tag50.xml"/><Relationship Id="rId17" Type="http://schemas.openxmlformats.org/officeDocument/2006/relationships/tags" Target="../tags/tag55.xml"/><Relationship Id="rId2" Type="http://schemas.openxmlformats.org/officeDocument/2006/relationships/tags" Target="../tags/tag40.xml"/><Relationship Id="rId16" Type="http://schemas.openxmlformats.org/officeDocument/2006/relationships/tags" Target="../tags/tag54.xml"/><Relationship Id="rId20" Type="http://schemas.openxmlformats.org/officeDocument/2006/relationships/image" Target="../media/image76.svg"/><Relationship Id="rId1" Type="http://schemas.openxmlformats.org/officeDocument/2006/relationships/tags" Target="../tags/tag39.xml"/><Relationship Id="rId6" Type="http://schemas.openxmlformats.org/officeDocument/2006/relationships/tags" Target="../tags/tag44.xml"/><Relationship Id="rId11" Type="http://schemas.openxmlformats.org/officeDocument/2006/relationships/tags" Target="../tags/tag49.xml"/><Relationship Id="rId5" Type="http://schemas.openxmlformats.org/officeDocument/2006/relationships/tags" Target="../tags/tag43.xml"/><Relationship Id="rId15" Type="http://schemas.openxmlformats.org/officeDocument/2006/relationships/tags" Target="../tags/tag53.xml"/><Relationship Id="rId23" Type="http://schemas.openxmlformats.org/officeDocument/2006/relationships/image" Target="../media/image9.png"/><Relationship Id="rId10" Type="http://schemas.openxmlformats.org/officeDocument/2006/relationships/tags" Target="../tags/tag48.xml"/><Relationship Id="rId19" Type="http://schemas.openxmlformats.org/officeDocument/2006/relationships/image" Target="../media/image75.png"/><Relationship Id="rId4" Type="http://schemas.openxmlformats.org/officeDocument/2006/relationships/tags" Target="../tags/tag42.xml"/><Relationship Id="rId9" Type="http://schemas.openxmlformats.org/officeDocument/2006/relationships/tags" Target="../tags/tag47.xml"/><Relationship Id="rId14" Type="http://schemas.openxmlformats.org/officeDocument/2006/relationships/tags" Target="../tags/tag52.xml"/><Relationship Id="rId22" Type="http://schemas.openxmlformats.org/officeDocument/2006/relationships/image" Target="../media/image80.png"/></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9.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9.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80.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notesSlide" Target="../notesSlides/notesSlide70.xml"/><Relationship Id="rId1" Type="http://schemas.openxmlformats.org/officeDocument/2006/relationships/slideLayout" Target="../slideLayouts/slideLayout17.xml"/><Relationship Id="rId4" Type="http://schemas.openxmlformats.org/officeDocument/2006/relationships/image" Target="../media/image81.png"/></Relationships>
</file>

<file path=ppt/slides/_rels/slide81.xml.rels><?xml version="1.0" encoding="UTF-8" standalone="yes"?>
<Relationships xmlns="http://schemas.openxmlformats.org/package/2006/relationships"><Relationship Id="rId3" Type="http://schemas.openxmlformats.org/officeDocument/2006/relationships/oleObject" Target="../embeddings/oleObject59.bin"/><Relationship Id="rId2" Type="http://schemas.openxmlformats.org/officeDocument/2006/relationships/notesSlide" Target="../notesSlides/notesSlide71.xml"/><Relationship Id="rId1" Type="http://schemas.openxmlformats.org/officeDocument/2006/relationships/slideLayout" Target="../slideLayouts/slideLayout17.xml"/><Relationship Id="rId4" Type="http://schemas.openxmlformats.org/officeDocument/2006/relationships/image" Target="../media/image77.emf"/></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7.xml"/></Relationships>
</file>

<file path=ppt/slides/_rels/slide87.xml.rels><?xml version="1.0" encoding="UTF-8" standalone="yes"?>
<Relationships xmlns="http://schemas.openxmlformats.org/package/2006/relationships"><Relationship Id="rId8" Type="http://schemas.openxmlformats.org/officeDocument/2006/relationships/image" Target="../media/image80.wmf"/><Relationship Id="rId3" Type="http://schemas.openxmlformats.org/officeDocument/2006/relationships/oleObject" Target="../embeddings/oleObject60.bin"/><Relationship Id="rId7" Type="http://schemas.openxmlformats.org/officeDocument/2006/relationships/oleObject" Target="../embeddings/oleObject62.bin"/><Relationship Id="rId2" Type="http://schemas.openxmlformats.org/officeDocument/2006/relationships/notesSlide" Target="../notesSlides/notesSlide76.xml"/><Relationship Id="rId1" Type="http://schemas.openxmlformats.org/officeDocument/2006/relationships/slideLayout" Target="../slideLayouts/slideLayout17.xml"/><Relationship Id="rId6" Type="http://schemas.openxmlformats.org/officeDocument/2006/relationships/image" Target="../media/image79.wmf"/><Relationship Id="rId5" Type="http://schemas.openxmlformats.org/officeDocument/2006/relationships/oleObject" Target="../embeddings/oleObject61.bin"/><Relationship Id="rId10" Type="http://schemas.openxmlformats.org/officeDocument/2006/relationships/image" Target="../media/image83.emf"/><Relationship Id="rId4" Type="http://schemas.openxmlformats.org/officeDocument/2006/relationships/image" Target="../media/image78.emf"/><Relationship Id="rId9" Type="http://schemas.openxmlformats.org/officeDocument/2006/relationships/image" Target="../media/image82.png"/></Relationships>
</file>

<file path=ppt/slides/_rels/slide88.xml.rels><?xml version="1.0" encoding="UTF-8" standalone="yes"?>
<Relationships xmlns="http://schemas.openxmlformats.org/package/2006/relationships"><Relationship Id="rId8" Type="http://schemas.openxmlformats.org/officeDocument/2006/relationships/customXml" Target="../ink/ink7.xml"/><Relationship Id="rId3" Type="http://schemas.openxmlformats.org/officeDocument/2006/relationships/image" Target="../media/image880.png"/><Relationship Id="rId7" Type="http://schemas.openxmlformats.org/officeDocument/2006/relationships/image" Target="../media/image91.png"/><Relationship Id="rId2" Type="http://schemas.openxmlformats.org/officeDocument/2006/relationships/image" Target="../media/image870.png"/><Relationship Id="rId1" Type="http://schemas.openxmlformats.org/officeDocument/2006/relationships/slideLayout" Target="../slideLayouts/slideLayout17.xml"/><Relationship Id="rId6" Type="http://schemas.openxmlformats.org/officeDocument/2006/relationships/image" Target="../media/image90.png"/><Relationship Id="rId5" Type="http://schemas.openxmlformats.org/officeDocument/2006/relationships/image" Target="../media/image82.png"/><Relationship Id="rId4" Type="http://schemas.openxmlformats.org/officeDocument/2006/relationships/image" Target="../media/image84.emf"/><Relationship Id="rId9" Type="http://schemas.openxmlformats.org/officeDocument/2006/relationships/image" Target="../media/image89.png"/></Relationships>
</file>

<file path=ppt/slides/_rels/slide89.xml.rels><?xml version="1.0" encoding="UTF-8" standalone="yes"?>
<Relationships xmlns="http://schemas.openxmlformats.org/package/2006/relationships"><Relationship Id="rId8" Type="http://schemas.openxmlformats.org/officeDocument/2006/relationships/image" Target="../media/image87.wmf"/><Relationship Id="rId13" Type="http://schemas.openxmlformats.org/officeDocument/2006/relationships/image" Target="../media/image89.wmf"/><Relationship Id="rId3" Type="http://schemas.openxmlformats.org/officeDocument/2006/relationships/oleObject" Target="../embeddings/oleObject63.bin"/><Relationship Id="rId7" Type="http://schemas.openxmlformats.org/officeDocument/2006/relationships/oleObject" Target="../embeddings/oleObject65.bin"/><Relationship Id="rId12" Type="http://schemas.openxmlformats.org/officeDocument/2006/relationships/oleObject" Target="../embeddings/oleObject67.bin"/><Relationship Id="rId2" Type="http://schemas.openxmlformats.org/officeDocument/2006/relationships/notesSlide" Target="../notesSlides/notesSlide77.xml"/><Relationship Id="rId1" Type="http://schemas.openxmlformats.org/officeDocument/2006/relationships/slideLayout" Target="../slideLayouts/slideLayout17.xml"/><Relationship Id="rId6" Type="http://schemas.openxmlformats.org/officeDocument/2006/relationships/image" Target="../media/image86.wmf"/><Relationship Id="rId11" Type="http://schemas.openxmlformats.org/officeDocument/2006/relationships/image" Target="../media/image79.wmf"/><Relationship Id="rId5" Type="http://schemas.openxmlformats.org/officeDocument/2006/relationships/oleObject" Target="../embeddings/oleObject64.bin"/><Relationship Id="rId10" Type="http://schemas.openxmlformats.org/officeDocument/2006/relationships/oleObject" Target="../embeddings/oleObject66.bin"/><Relationship Id="rId4" Type="http://schemas.openxmlformats.org/officeDocument/2006/relationships/image" Target="../media/image85.wmf"/><Relationship Id="rId9" Type="http://schemas.openxmlformats.org/officeDocument/2006/relationships/image" Target="../media/image88.emf"/><Relationship Id="rId14" Type="http://schemas.openxmlformats.org/officeDocument/2006/relationships/oleObject" Target="../embeddings/oleObject68.bin"/></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93.emf"/><Relationship Id="rId2" Type="http://schemas.openxmlformats.org/officeDocument/2006/relationships/notesSlide" Target="../notesSlides/notesSlide87.xml"/><Relationship Id="rId1" Type="http://schemas.openxmlformats.org/officeDocument/2006/relationships/slideLayout" Target="../slideLayouts/slideLayout28.xml"/></Relationships>
</file>

<file path=ppt/slides/_rels/slide101.xml.rels><?xml version="1.0" encoding="UTF-8" standalone="yes"?>
<Relationships xmlns="http://schemas.openxmlformats.org/package/2006/relationships"><Relationship Id="rId3" Type="http://schemas.openxmlformats.org/officeDocument/2006/relationships/image" Target="../media/image93.emf"/><Relationship Id="rId2" Type="http://schemas.openxmlformats.org/officeDocument/2006/relationships/notesSlide" Target="../notesSlides/notesSlide88.xml"/><Relationship Id="rId1" Type="http://schemas.openxmlformats.org/officeDocument/2006/relationships/slideLayout" Target="../slideLayouts/slideLayout28.xml"/></Relationships>
</file>

<file path=ppt/slides/_rels/slide10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89.xml"/><Relationship Id="rId1" Type="http://schemas.openxmlformats.org/officeDocument/2006/relationships/slideLayout" Target="../slideLayouts/slideLayout28.xml"/></Relationships>
</file>

<file path=ppt/slides/_rels/slide10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90.xml"/><Relationship Id="rId1" Type="http://schemas.openxmlformats.org/officeDocument/2006/relationships/slideLayout" Target="../slideLayouts/slideLayout28.xml"/></Relationships>
</file>

<file path=ppt/slides/_rels/slide104.xml.rels><?xml version="1.0" encoding="UTF-8" standalone="yes"?>
<Relationships xmlns="http://schemas.openxmlformats.org/package/2006/relationships"><Relationship Id="rId3" Type="http://schemas.openxmlformats.org/officeDocument/2006/relationships/image" Target="../media/image94.tiff"/><Relationship Id="rId2" Type="http://schemas.openxmlformats.org/officeDocument/2006/relationships/notesSlide" Target="../notesSlides/notesSlide91.xml"/><Relationship Id="rId1" Type="http://schemas.openxmlformats.org/officeDocument/2006/relationships/slideLayout" Target="../slideLayouts/slideLayout2.xml"/><Relationship Id="rId5" Type="http://schemas.openxmlformats.org/officeDocument/2006/relationships/image" Target="../media/image103.png"/><Relationship Id="rId4" Type="http://schemas.openxmlformats.org/officeDocument/2006/relationships/image" Target="../media/image95.tiff"/></Relationships>
</file>

<file path=ppt/slides/_rels/slide105.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92.xml"/><Relationship Id="rId1" Type="http://schemas.openxmlformats.org/officeDocument/2006/relationships/slideLayout" Target="../slideLayouts/slideLayout1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9"/>
          <p:cNvSpPr>
            <a:spLocks noChangeArrowheads="1"/>
          </p:cNvSpPr>
          <p:nvPr/>
        </p:nvSpPr>
        <p:spPr bwMode="gray">
          <a:xfrm>
            <a:off x="0" y="3969060"/>
            <a:ext cx="9143999" cy="2448272"/>
          </a:xfrm>
          <a:prstGeom prst="rect">
            <a:avLst/>
          </a:prstGeom>
          <a:noFill/>
          <a:ln w="9525">
            <a:noFill/>
            <a:miter lim="800000"/>
            <a:headEnd/>
            <a:tailEnd/>
          </a:ln>
        </p:spPr>
        <p:txBody>
          <a:bodyPr/>
          <a:lstStyle/>
          <a:p>
            <a:pPr algn="ctr">
              <a:spcBef>
                <a:spcPct val="20000"/>
              </a:spcBef>
              <a:buClr>
                <a:schemeClr val="hlink"/>
              </a:buClr>
              <a:buFont typeface="Wingdings" pitchFamily="2" charset="2"/>
              <a:buNone/>
            </a:pPr>
            <a:r>
              <a:rPr lang="zh-CN" altLang="en-US" sz="2800" dirty="0">
                <a:latin typeface="Verdana" pitchFamily="34" charset="0"/>
                <a:ea typeface="黑体" pitchFamily="2" charset="-122"/>
              </a:rPr>
              <a:t>李学清</a:t>
            </a:r>
            <a:endParaRPr lang="en-US" altLang="zh-CN" sz="2800" dirty="0">
              <a:latin typeface="Verdana" pitchFamily="34" charset="0"/>
              <a:ea typeface="黑体" pitchFamily="2" charset="-122"/>
            </a:endParaRPr>
          </a:p>
          <a:p>
            <a:pPr algn="ctr">
              <a:spcBef>
                <a:spcPct val="20000"/>
              </a:spcBef>
              <a:buClr>
                <a:schemeClr val="hlink"/>
              </a:buClr>
            </a:pPr>
            <a:r>
              <a:rPr lang="en-US" altLang="zh-CN" sz="2800" dirty="0">
                <a:latin typeface="Verdana" pitchFamily="34" charset="0"/>
                <a:ea typeface="黑体" pitchFamily="2" charset="-122"/>
              </a:rPr>
              <a:t>#</a:t>
            </a:r>
            <a:r>
              <a:rPr lang="zh-CN" altLang="en-US" sz="2800" dirty="0">
                <a:latin typeface="Verdana" pitchFamily="34" charset="0"/>
                <a:ea typeface="黑体" pitchFamily="2" charset="-122"/>
              </a:rPr>
              <a:t>腾讯会议：</a:t>
            </a:r>
            <a:r>
              <a:rPr lang="en-US" altLang="zh-CN" sz="2800" dirty="0">
                <a:latin typeface="Verdana" pitchFamily="34" charset="0"/>
                <a:ea typeface="黑体" pitchFamily="2" charset="-122"/>
              </a:rPr>
              <a:t>858-8541-2550</a:t>
            </a:r>
          </a:p>
          <a:p>
            <a:pPr algn="ctr">
              <a:spcBef>
                <a:spcPct val="20000"/>
              </a:spcBef>
              <a:buClr>
                <a:schemeClr val="hlink"/>
              </a:buClr>
              <a:buFont typeface="Wingdings" pitchFamily="2" charset="2"/>
              <a:buNone/>
            </a:pPr>
            <a:r>
              <a:rPr lang="zh-CN" altLang="en-US" sz="2800" dirty="0">
                <a:latin typeface="Verdana" pitchFamily="34" charset="0"/>
                <a:ea typeface="黑体" pitchFamily="2" charset="-122"/>
              </a:rPr>
              <a:t>中文课助教：陈一鸣</a:t>
            </a:r>
            <a:r>
              <a:rPr lang="en-US" altLang="zh-CN" sz="2800" dirty="0">
                <a:latin typeface="Verdana" pitchFamily="34" charset="0"/>
                <a:ea typeface="黑体" pitchFamily="2" charset="-122"/>
              </a:rPr>
              <a:t>/</a:t>
            </a:r>
            <a:r>
              <a:rPr lang="zh-CN" altLang="en-US" sz="2800" dirty="0">
                <a:latin typeface="Verdana" pitchFamily="34" charset="0"/>
                <a:ea typeface="黑体" pitchFamily="2" charset="-122"/>
              </a:rPr>
              <a:t>王健丰</a:t>
            </a:r>
            <a:r>
              <a:rPr lang="en-US" altLang="zh-CN" sz="2800" dirty="0">
                <a:latin typeface="Verdana" pitchFamily="34" charset="0"/>
                <a:ea typeface="黑体" pitchFamily="2" charset="-122"/>
              </a:rPr>
              <a:t>/</a:t>
            </a:r>
            <a:r>
              <a:rPr lang="zh-CN" altLang="en-US" sz="2800" dirty="0">
                <a:latin typeface="Verdana" pitchFamily="34" charset="0"/>
                <a:ea typeface="黑体" pitchFamily="2" charset="-122"/>
              </a:rPr>
              <a:t>杜禧瑞</a:t>
            </a:r>
            <a:r>
              <a:rPr lang="en-US" altLang="zh-CN" sz="2800" dirty="0">
                <a:latin typeface="Verdana" pitchFamily="34" charset="0"/>
                <a:ea typeface="黑体" pitchFamily="2" charset="-122"/>
              </a:rPr>
              <a:t>/</a:t>
            </a:r>
            <a:r>
              <a:rPr lang="zh-CN" altLang="en-US" sz="2800" dirty="0">
                <a:latin typeface="Verdana" pitchFamily="34" charset="0"/>
                <a:ea typeface="黑体" pitchFamily="2" charset="-122"/>
              </a:rPr>
              <a:t>李泰昕</a:t>
            </a:r>
            <a:endParaRPr lang="en-US" altLang="zh-CN" sz="2800" dirty="0">
              <a:latin typeface="Verdana" pitchFamily="34" charset="0"/>
              <a:ea typeface="黑体" pitchFamily="2" charset="-122"/>
            </a:endParaRPr>
          </a:p>
          <a:p>
            <a:pPr algn="ctr">
              <a:spcBef>
                <a:spcPct val="20000"/>
              </a:spcBef>
              <a:buClr>
                <a:schemeClr val="hlink"/>
              </a:buClr>
            </a:pPr>
            <a:r>
              <a:rPr lang="en-US" altLang="zh-CN" sz="2800" dirty="0">
                <a:latin typeface="+mn-lt"/>
                <a:ea typeface="黑体" pitchFamily="2" charset="-122"/>
              </a:rPr>
              <a:t>2024</a:t>
            </a:r>
            <a:r>
              <a:rPr lang="zh-CN" altLang="en-US" sz="2800" dirty="0">
                <a:latin typeface="+mn-lt"/>
                <a:ea typeface="黑体" pitchFamily="2" charset="-122"/>
              </a:rPr>
              <a:t>年</a:t>
            </a:r>
            <a:r>
              <a:rPr lang="en-US" altLang="zh-CN" sz="2800" dirty="0">
                <a:latin typeface="+mn-lt"/>
                <a:ea typeface="黑体" pitchFamily="2" charset="-122"/>
              </a:rPr>
              <a:t>3</a:t>
            </a:r>
            <a:r>
              <a:rPr lang="zh-CN" altLang="en-US" sz="2800" dirty="0">
                <a:latin typeface="+mn-lt"/>
                <a:ea typeface="黑体" pitchFamily="2" charset="-122"/>
              </a:rPr>
              <a:t>月</a:t>
            </a:r>
            <a:r>
              <a:rPr lang="en-US" altLang="zh-CN" sz="2800" dirty="0">
                <a:latin typeface="+mn-lt"/>
                <a:ea typeface="黑体" pitchFamily="2" charset="-122"/>
              </a:rPr>
              <a:t>12</a:t>
            </a:r>
            <a:r>
              <a:rPr lang="zh-CN" altLang="en-US" sz="2800" dirty="0">
                <a:latin typeface="+mn-lt"/>
                <a:ea typeface="黑体" pitchFamily="2" charset="-122"/>
              </a:rPr>
              <a:t>日</a:t>
            </a:r>
            <a:endParaRPr lang="en-US" sz="2800" dirty="0">
              <a:latin typeface="+mn-lt"/>
              <a:ea typeface="黑体" pitchFamily="2" charset="-122"/>
            </a:endParaRPr>
          </a:p>
        </p:txBody>
      </p:sp>
      <p:sp>
        <p:nvSpPr>
          <p:cNvPr id="4" name="Rectangle 4">
            <a:extLst>
              <a:ext uri="{FF2B5EF4-FFF2-40B4-BE49-F238E27FC236}">
                <a16:creationId xmlns:a16="http://schemas.microsoft.com/office/drawing/2014/main" id="{22B5C137-13B1-CC4F-86BA-26DD5BF434E8}"/>
              </a:ext>
            </a:extLst>
          </p:cNvPr>
          <p:cNvSpPr txBox="1">
            <a:spLocks noChangeArrowheads="1"/>
          </p:cNvSpPr>
          <p:nvPr/>
        </p:nvSpPr>
        <p:spPr bwMode="auto">
          <a:xfrm>
            <a:off x="504030" y="1412875"/>
            <a:ext cx="8135937" cy="20161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sz="4800" kern="0" dirty="0">
                <a:solidFill>
                  <a:schemeClr val="tx1"/>
                </a:solidFill>
                <a:latin typeface="黑体" pitchFamily="49" charset="-122"/>
              </a:rPr>
              <a:t>第三讲 组合逻辑分析与设计</a:t>
            </a:r>
          </a:p>
        </p:txBody>
      </p:sp>
      <p:sp>
        <p:nvSpPr>
          <p:cNvPr id="7" name="Rectangle 16">
            <a:extLst>
              <a:ext uri="{FF2B5EF4-FFF2-40B4-BE49-F238E27FC236}">
                <a16:creationId xmlns:a16="http://schemas.microsoft.com/office/drawing/2014/main" id="{33C0F259-C956-A84E-AFC2-0E7C4E4BBE1C}"/>
              </a:ext>
            </a:extLst>
          </p:cNvPr>
          <p:cNvSpPr>
            <a:spLocks noChangeArrowheads="1"/>
          </p:cNvSpPr>
          <p:nvPr/>
        </p:nvSpPr>
        <p:spPr bwMode="auto">
          <a:xfrm>
            <a:off x="0" y="0"/>
            <a:ext cx="9144000" cy="134207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p>
            <a:pPr algn="ctr"/>
            <a:r>
              <a:rPr lang="zh-CN" altLang="en-US" sz="3600" dirty="0">
                <a:solidFill>
                  <a:schemeClr val="tx2"/>
                </a:solidFill>
                <a:latin typeface="SimHei" panose="02010609060101010101" pitchFamily="49" charset="-122"/>
                <a:ea typeface="SimHei" panose="02010609060101010101" pitchFamily="49" charset="-122"/>
              </a:rPr>
              <a:t>数字逻辑与处理器基础</a:t>
            </a:r>
            <a:endParaRPr lang="en-US" altLang="zh-CN" sz="3600" dirty="0">
              <a:solidFill>
                <a:schemeClr val="tx2"/>
              </a:solidFill>
              <a:latin typeface="SimHei" panose="02010609060101010101" pitchFamily="49" charset="-122"/>
              <a:ea typeface="SimHei" panose="02010609060101010101" pitchFamily="49" charset="-122"/>
            </a:endParaRPr>
          </a:p>
          <a:p>
            <a:pPr algn="ctr"/>
            <a:r>
              <a:rPr lang="en-US" altLang="zh-CN" sz="2000" dirty="0">
                <a:solidFill>
                  <a:schemeClr val="tx2"/>
                </a:solidFill>
                <a:latin typeface="Arial" panose="020B0604020202020204" pitchFamily="34" charset="0"/>
                <a:ea typeface="SimHei" panose="02010609060101010101" pitchFamily="49" charset="-122"/>
                <a:cs typeface="Arial" panose="020B0604020202020204" pitchFamily="34" charset="0"/>
              </a:rPr>
              <a:t>Fundamentals of Digital Logic and Processor</a:t>
            </a:r>
            <a:endParaRPr lang="zh-CN" altLang="en-US" sz="2000" dirty="0">
              <a:solidFill>
                <a:schemeClr val="tx2"/>
              </a:solidFill>
              <a:latin typeface="Arial" panose="020B0604020202020204" pitchFamily="34" charset="0"/>
              <a:ea typeface="SimHei" panose="02010609060101010101" pitchFamily="49" charset="-122"/>
              <a:cs typeface="Arial" panose="020B0604020202020204" pitchFamily="34" charset="0"/>
            </a:endParaRPr>
          </a:p>
        </p:txBody>
      </p:sp>
    </p:spTree>
    <p:extLst>
      <p:ext uri="{BB962C8B-B14F-4D97-AF65-F5344CB8AC3E}">
        <p14:creationId xmlns:p14="http://schemas.microsoft.com/office/powerpoint/2010/main" val="20498937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89756"/>
            <a:ext cx="8229600" cy="1143000"/>
          </a:xfrm>
        </p:spPr>
        <p:txBody>
          <a:bodyPr/>
          <a:lstStyle/>
          <a:p>
            <a:r>
              <a:rPr lang="zh-CN" altLang="en-US" b="1" dirty="0"/>
              <a:t>通知</a:t>
            </a:r>
          </a:p>
        </p:txBody>
      </p:sp>
      <p:sp>
        <p:nvSpPr>
          <p:cNvPr id="3" name="Slide Number Placeholder 2">
            <a:extLst>
              <a:ext uri="{FF2B5EF4-FFF2-40B4-BE49-F238E27FC236}">
                <a16:creationId xmlns:a16="http://schemas.microsoft.com/office/drawing/2014/main" id="{454BD76B-A33C-EF41-A147-87EF25935477}"/>
              </a:ext>
            </a:extLst>
          </p:cNvPr>
          <p:cNvSpPr>
            <a:spLocks noGrp="1"/>
          </p:cNvSpPr>
          <p:nvPr>
            <p:ph type="sldNum" sz="quarter" idx="12"/>
          </p:nvPr>
        </p:nvSpPr>
        <p:spPr/>
        <p:txBody>
          <a:bodyPr/>
          <a:lstStyle/>
          <a:p>
            <a:pPr algn="r">
              <a:defRPr/>
            </a:pPr>
            <a:fld id="{A88D0608-5506-4AD0-BB9E-DF761E8BFA1F}" type="slidenum">
              <a:rPr lang="zh-CN" altLang="en-US" smtClean="0"/>
              <a:pPr algn="r">
                <a:defRPr/>
              </a:pPr>
              <a:t>2</a:t>
            </a:fld>
            <a:endParaRPr lang="en-US" altLang="zh-CN"/>
          </a:p>
        </p:txBody>
      </p:sp>
      <p:sp>
        <p:nvSpPr>
          <p:cNvPr id="4" name="Rectangle 2"/>
          <p:cNvSpPr>
            <a:spLocks noChangeArrowheads="1"/>
          </p:cNvSpPr>
          <p:nvPr/>
        </p:nvSpPr>
        <p:spPr bwMode="auto">
          <a:xfrm>
            <a:off x="1439652" y="1916832"/>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Rectangle 3">
            <a:extLst>
              <a:ext uri="{FF2B5EF4-FFF2-40B4-BE49-F238E27FC236}">
                <a16:creationId xmlns:a16="http://schemas.microsoft.com/office/drawing/2014/main" id="{C392B252-1743-D749-A5C1-394163B1ED0A}"/>
              </a:ext>
            </a:extLst>
          </p:cNvPr>
          <p:cNvSpPr txBox="1">
            <a:spLocks noChangeArrowheads="1"/>
          </p:cNvSpPr>
          <p:nvPr/>
        </p:nvSpPr>
        <p:spPr bwMode="gray">
          <a:xfrm>
            <a:off x="203339" y="1556792"/>
            <a:ext cx="8737322" cy="439248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1" fontAlgn="base" hangingPunct="0">
              <a:lnSpc>
                <a:spcPct val="120000"/>
              </a:lnSpc>
              <a:spcBef>
                <a:spcPct val="20000"/>
              </a:spcBef>
              <a:spcAft>
                <a:spcPct val="0"/>
              </a:spcAft>
              <a:buClr>
                <a:schemeClr val="hlink"/>
              </a:buClr>
              <a:buFont typeface="Wingdings" pitchFamily="2" charset="2"/>
              <a:buChar char="v"/>
              <a:defRPr sz="3600" baseline="0">
                <a:solidFill>
                  <a:srgbClr val="080808"/>
                </a:solidFill>
                <a:latin typeface="+mn-lt"/>
                <a:ea typeface="黑体" pitchFamily="49" charset="-122"/>
                <a:cs typeface="+mn-cs"/>
              </a:defRPr>
            </a:lvl1pPr>
            <a:lvl2pPr marL="742950" indent="-285750" algn="l" rtl="0" eaLnBrk="1" fontAlgn="base" hangingPunct="0">
              <a:lnSpc>
                <a:spcPct val="120000"/>
              </a:lnSpc>
              <a:spcBef>
                <a:spcPct val="20000"/>
              </a:spcBef>
              <a:spcAft>
                <a:spcPct val="0"/>
              </a:spcAft>
              <a:buClr>
                <a:schemeClr val="accent1"/>
              </a:buClr>
              <a:buFont typeface="Wingdings" pitchFamily="2" charset="2"/>
              <a:buChar char="§"/>
              <a:defRPr sz="3600" baseline="0">
                <a:solidFill>
                  <a:srgbClr val="080808"/>
                </a:solidFill>
                <a:latin typeface="+mn-lt"/>
                <a:ea typeface="黑体" pitchFamily="49" charset="-122"/>
              </a:defRPr>
            </a:lvl2pPr>
            <a:lvl3pPr marL="1143000" indent="-228600" algn="l" rtl="0" eaLnBrk="1" fontAlgn="base" hangingPunct="0">
              <a:lnSpc>
                <a:spcPct val="120000"/>
              </a:lnSpc>
              <a:spcBef>
                <a:spcPct val="20000"/>
              </a:spcBef>
              <a:spcAft>
                <a:spcPct val="0"/>
              </a:spcAft>
              <a:buClr>
                <a:schemeClr val="tx1"/>
              </a:buClr>
              <a:buChar char="•"/>
              <a:defRPr sz="3200" baseline="0">
                <a:solidFill>
                  <a:srgbClr val="080808"/>
                </a:solidFill>
                <a:latin typeface="+mn-lt"/>
                <a:ea typeface="黑体" pitchFamily="49" charset="-122"/>
              </a:defRPr>
            </a:lvl3pPr>
            <a:lvl4pPr marL="1600200" indent="-228600" algn="l" rtl="0" eaLnBrk="1" fontAlgn="base" hangingPunct="0">
              <a:lnSpc>
                <a:spcPct val="120000"/>
              </a:lnSpc>
              <a:spcBef>
                <a:spcPct val="20000"/>
              </a:spcBef>
              <a:spcAft>
                <a:spcPct val="0"/>
              </a:spcAft>
              <a:buChar char="–"/>
              <a:defRPr sz="2800" baseline="0">
                <a:solidFill>
                  <a:srgbClr val="080808"/>
                </a:solidFill>
                <a:latin typeface="+mn-lt"/>
                <a:ea typeface="黑体" pitchFamily="49" charset="-122"/>
              </a:defRPr>
            </a:lvl4pPr>
            <a:lvl5pPr marL="2057400" indent="-228600" algn="l" rtl="0" eaLnBrk="1" fontAlgn="base" hangingPunct="0">
              <a:lnSpc>
                <a:spcPct val="120000"/>
              </a:lnSpc>
              <a:spcBef>
                <a:spcPct val="20000"/>
              </a:spcBef>
              <a:spcAft>
                <a:spcPct val="0"/>
              </a:spcAft>
              <a:buChar char="»"/>
              <a:defRPr sz="2800" baseline="0">
                <a:solidFill>
                  <a:srgbClr val="080808"/>
                </a:solidFill>
                <a:latin typeface="+mn-lt"/>
                <a:ea typeface="黑体" pitchFamily="49" charset="-122"/>
              </a:defRPr>
            </a:lvl5pPr>
            <a:lvl6pPr marL="2514600" indent="-228600" algn="l" rtl="0" fontAlgn="base">
              <a:lnSpc>
                <a:spcPct val="120000"/>
              </a:lnSpc>
              <a:spcBef>
                <a:spcPct val="20000"/>
              </a:spcBef>
              <a:spcAft>
                <a:spcPct val="0"/>
              </a:spcAft>
              <a:buChar char="»"/>
              <a:defRPr sz="2800">
                <a:solidFill>
                  <a:srgbClr val="080808"/>
                </a:solidFill>
                <a:latin typeface="+mn-lt"/>
                <a:ea typeface="+mn-ea"/>
              </a:defRPr>
            </a:lvl6pPr>
            <a:lvl7pPr marL="2971800" indent="-228600" algn="l" rtl="0" fontAlgn="base">
              <a:lnSpc>
                <a:spcPct val="120000"/>
              </a:lnSpc>
              <a:spcBef>
                <a:spcPct val="20000"/>
              </a:spcBef>
              <a:spcAft>
                <a:spcPct val="0"/>
              </a:spcAft>
              <a:buChar char="»"/>
              <a:defRPr sz="2800">
                <a:solidFill>
                  <a:srgbClr val="080808"/>
                </a:solidFill>
                <a:latin typeface="+mn-lt"/>
                <a:ea typeface="+mn-ea"/>
              </a:defRPr>
            </a:lvl7pPr>
            <a:lvl8pPr marL="3429000" indent="-228600" algn="l" rtl="0" fontAlgn="base">
              <a:lnSpc>
                <a:spcPct val="120000"/>
              </a:lnSpc>
              <a:spcBef>
                <a:spcPct val="20000"/>
              </a:spcBef>
              <a:spcAft>
                <a:spcPct val="0"/>
              </a:spcAft>
              <a:buChar char="»"/>
              <a:defRPr sz="2800">
                <a:solidFill>
                  <a:srgbClr val="080808"/>
                </a:solidFill>
                <a:latin typeface="+mn-lt"/>
                <a:ea typeface="+mn-ea"/>
              </a:defRPr>
            </a:lvl8pPr>
            <a:lvl9pPr marL="3886200" indent="-228600" algn="l" rtl="0" fontAlgn="base">
              <a:lnSpc>
                <a:spcPct val="120000"/>
              </a:lnSpc>
              <a:spcBef>
                <a:spcPct val="20000"/>
              </a:spcBef>
              <a:spcAft>
                <a:spcPct val="0"/>
              </a:spcAft>
              <a:buChar char="»"/>
              <a:defRPr sz="2800">
                <a:solidFill>
                  <a:srgbClr val="080808"/>
                </a:solidFill>
                <a:latin typeface="+mn-lt"/>
                <a:ea typeface="+mn-ea"/>
              </a:defRPr>
            </a:lvl9pPr>
          </a:lstStyle>
          <a:p>
            <a:pPr>
              <a:lnSpc>
                <a:spcPct val="100000"/>
              </a:lnSpc>
              <a:spcBef>
                <a:spcPts val="768"/>
              </a:spcBef>
              <a:spcAft>
                <a:spcPts val="0"/>
              </a:spcAft>
              <a:buClr>
                <a:srgbClr val="000000"/>
              </a:buClr>
              <a:buFont typeface="Arial" panose="020B0604020202020204" pitchFamily="34" charset="0"/>
              <a:buChar char="•"/>
            </a:pPr>
            <a:r>
              <a:rPr lang="zh-CN" altLang="en-US" sz="2800" dirty="0">
                <a:solidFill>
                  <a:schemeClr val="tx1"/>
                </a:solidFill>
              </a:rPr>
              <a:t>后选课的同学</a:t>
            </a:r>
            <a:endParaRPr lang="en-US" altLang="zh-CN" sz="2800" dirty="0">
              <a:solidFill>
                <a:schemeClr val="tx1"/>
              </a:solidFill>
            </a:endParaRPr>
          </a:p>
          <a:p>
            <a:pPr lvl="1">
              <a:lnSpc>
                <a:spcPct val="100000"/>
              </a:lnSpc>
              <a:spcBef>
                <a:spcPts val="768"/>
              </a:spcBef>
              <a:spcAft>
                <a:spcPts val="0"/>
              </a:spcAft>
              <a:buClr>
                <a:srgbClr val="000000"/>
              </a:buClr>
              <a:buFont typeface="System Font Regular"/>
              <a:buChar char="-"/>
            </a:pPr>
            <a:r>
              <a:rPr lang="zh-CN" altLang="en-US" sz="2400" dirty="0">
                <a:solidFill>
                  <a:schemeClr val="tx1"/>
                </a:solidFill>
              </a:rPr>
              <a:t>自行</a:t>
            </a:r>
            <a:r>
              <a:rPr lang="zh-CN" altLang="en-CN" sz="2400" dirty="0">
                <a:solidFill>
                  <a:schemeClr val="tx1"/>
                </a:solidFill>
              </a:rPr>
              <a:t>补学</a:t>
            </a:r>
            <a:r>
              <a:rPr lang="zh-CN" altLang="en-US" sz="2400" dirty="0">
                <a:solidFill>
                  <a:schemeClr val="tx1"/>
                </a:solidFill>
              </a:rPr>
              <a:t>、补交作业</a:t>
            </a:r>
            <a:endParaRPr lang="en-US" altLang="zh-CN" sz="2400" dirty="0">
              <a:solidFill>
                <a:schemeClr val="tx1"/>
              </a:solidFill>
            </a:endParaRPr>
          </a:p>
          <a:p>
            <a:pPr>
              <a:lnSpc>
                <a:spcPct val="100000"/>
              </a:lnSpc>
              <a:spcBef>
                <a:spcPts val="768"/>
              </a:spcBef>
              <a:spcAft>
                <a:spcPts val="0"/>
              </a:spcAft>
              <a:buClr>
                <a:srgbClr val="000000"/>
              </a:buClr>
              <a:buFont typeface="Arial" panose="020B0604020202020204" pitchFamily="34" charset="0"/>
              <a:buChar char="•"/>
            </a:pPr>
            <a:r>
              <a:rPr lang="zh-CN" altLang="en-US" sz="2800" dirty="0">
                <a:solidFill>
                  <a:schemeClr val="tx1"/>
                </a:solidFill>
              </a:rPr>
              <a:t>微信群昵称</a:t>
            </a:r>
            <a:endParaRPr lang="en-US" altLang="zh-CN" sz="2800" dirty="0">
              <a:solidFill>
                <a:schemeClr val="tx1"/>
              </a:solidFill>
            </a:endParaRPr>
          </a:p>
          <a:p>
            <a:pPr lvl="1">
              <a:lnSpc>
                <a:spcPct val="100000"/>
              </a:lnSpc>
              <a:spcBef>
                <a:spcPts val="768"/>
              </a:spcBef>
              <a:spcAft>
                <a:spcPts val="0"/>
              </a:spcAft>
              <a:buClr>
                <a:srgbClr val="000000"/>
              </a:buClr>
              <a:buFont typeface="System Font Regular"/>
              <a:buChar char="-"/>
            </a:pPr>
            <a:r>
              <a:rPr lang="zh-CN" altLang="en-US" sz="2400" dirty="0">
                <a:solidFill>
                  <a:schemeClr val="tx1"/>
                </a:solidFill>
              </a:rPr>
              <a:t>实名</a:t>
            </a:r>
            <a:endParaRPr lang="en-US" altLang="zh-CN" sz="2800" dirty="0">
              <a:solidFill>
                <a:schemeClr val="tx1"/>
              </a:solidFill>
            </a:endParaRPr>
          </a:p>
          <a:p>
            <a:pPr>
              <a:lnSpc>
                <a:spcPct val="100000"/>
              </a:lnSpc>
              <a:spcAft>
                <a:spcPts val="400"/>
              </a:spcAft>
              <a:buClr>
                <a:srgbClr val="000000"/>
              </a:buClr>
              <a:buFont typeface="Arial" panose="020B0604020202020204" pitchFamily="34" charset="0"/>
              <a:buChar char="•"/>
            </a:pPr>
            <a:r>
              <a:rPr lang="zh-CN" altLang="en-US" sz="2800" dirty="0">
                <a:solidFill>
                  <a:schemeClr val="tx1"/>
                </a:solidFill>
              </a:rPr>
              <a:t>习题课</a:t>
            </a:r>
            <a:r>
              <a:rPr lang="en-US" altLang="zh-CN" sz="2800" dirty="0">
                <a:solidFill>
                  <a:schemeClr val="tx1"/>
                </a:solidFill>
              </a:rPr>
              <a:t>&amp;</a:t>
            </a:r>
            <a:r>
              <a:rPr lang="zh-CN" altLang="en-US" sz="2800" dirty="0">
                <a:solidFill>
                  <a:schemeClr val="tx1"/>
                </a:solidFill>
              </a:rPr>
              <a:t>答疑</a:t>
            </a:r>
            <a:r>
              <a:rPr lang="en-US" altLang="zh-CN" sz="2800" dirty="0">
                <a:solidFill>
                  <a:schemeClr val="tx1"/>
                </a:solidFill>
              </a:rPr>
              <a:t>	</a:t>
            </a:r>
          </a:p>
          <a:p>
            <a:pPr lvl="1">
              <a:lnSpc>
                <a:spcPct val="100000"/>
              </a:lnSpc>
              <a:spcAft>
                <a:spcPts val="400"/>
              </a:spcAft>
              <a:buClr>
                <a:srgbClr val="000000"/>
              </a:buClr>
              <a:buFont typeface="System Font Regular"/>
              <a:buChar char="-"/>
            </a:pPr>
            <a:r>
              <a:rPr lang="zh-CN" altLang="en-US" sz="2400" dirty="0">
                <a:solidFill>
                  <a:schemeClr val="tx1"/>
                </a:solidFill>
              </a:rPr>
              <a:t>周六，</a:t>
            </a:r>
            <a:r>
              <a:rPr lang="en-US" altLang="zh-CN" sz="2400" dirty="0">
                <a:solidFill>
                  <a:schemeClr val="tx1"/>
                </a:solidFill>
              </a:rPr>
              <a:t>7pm-9pm</a:t>
            </a:r>
          </a:p>
          <a:p>
            <a:pPr lvl="1">
              <a:lnSpc>
                <a:spcPct val="100000"/>
              </a:lnSpc>
              <a:spcAft>
                <a:spcPts val="400"/>
              </a:spcAft>
              <a:buClr>
                <a:srgbClr val="000000"/>
              </a:buClr>
              <a:buFont typeface="System Font Regular"/>
              <a:buChar char="-"/>
            </a:pPr>
            <a:r>
              <a:rPr lang="zh-CN" altLang="en-US" sz="2400" dirty="0">
                <a:solidFill>
                  <a:schemeClr val="tx1"/>
                </a:solidFill>
              </a:rPr>
              <a:t>系馆</a:t>
            </a:r>
            <a:r>
              <a:rPr lang="en-US" altLang="zh-CN" sz="2400" dirty="0">
                <a:solidFill>
                  <a:schemeClr val="tx1"/>
                </a:solidFill>
              </a:rPr>
              <a:t>8-208</a:t>
            </a:r>
          </a:p>
          <a:p>
            <a:pPr lvl="1">
              <a:lnSpc>
                <a:spcPct val="100000"/>
              </a:lnSpc>
              <a:spcAft>
                <a:spcPts val="400"/>
              </a:spcAft>
              <a:buClr>
                <a:srgbClr val="000000"/>
              </a:buClr>
              <a:buFont typeface="System Font Regular"/>
              <a:buChar char="-"/>
            </a:pPr>
            <a:r>
              <a:rPr lang="zh-CN" altLang="en-US" sz="2400" dirty="0">
                <a:solidFill>
                  <a:schemeClr val="tx1"/>
                </a:solidFill>
              </a:rPr>
              <a:t>安排习题课则答疑改为习题课，课后可继续答疑</a:t>
            </a:r>
            <a:endParaRPr lang="en-US" altLang="zh-CN" sz="2400" dirty="0">
              <a:solidFill>
                <a:schemeClr val="tx1"/>
              </a:solidFill>
            </a:endParaRPr>
          </a:p>
          <a:p>
            <a:pPr>
              <a:lnSpc>
                <a:spcPct val="100000"/>
              </a:lnSpc>
              <a:spcAft>
                <a:spcPts val="400"/>
              </a:spcAft>
              <a:buClr>
                <a:srgbClr val="000000"/>
              </a:buClr>
              <a:buFont typeface="Arial" panose="020B0604020202020204" pitchFamily="34" charset="0"/>
              <a:buChar char="•"/>
            </a:pPr>
            <a:r>
              <a:rPr lang="zh-CN" altLang="en-US" sz="2800" dirty="0">
                <a:solidFill>
                  <a:schemeClr val="tx1"/>
                </a:solidFill>
              </a:rPr>
              <a:t>如有变动，另行通知</a:t>
            </a:r>
            <a:endParaRPr lang="en-US" altLang="zh-CN" sz="2800" dirty="0">
              <a:solidFill>
                <a:schemeClr val="tx1"/>
              </a:solidFill>
            </a:endParaRPr>
          </a:p>
          <a:p>
            <a:pPr lvl="1">
              <a:lnSpc>
                <a:spcPct val="100000"/>
              </a:lnSpc>
              <a:spcAft>
                <a:spcPts val="400"/>
              </a:spcAft>
              <a:buFont typeface="Arial" panose="020B0604020202020204" pitchFamily="34" charset="0"/>
              <a:buChar char="•"/>
            </a:pPr>
            <a:endParaRPr lang="en-US" altLang="zh-CN" sz="3200" dirty="0">
              <a:solidFill>
                <a:schemeClr val="tx1"/>
              </a:solidFill>
            </a:endParaRPr>
          </a:p>
        </p:txBody>
      </p:sp>
    </p:spTree>
    <p:extLst>
      <p:ext uri="{BB962C8B-B14F-4D97-AF65-F5344CB8AC3E}">
        <p14:creationId xmlns:p14="http://schemas.microsoft.com/office/powerpoint/2010/main" val="26911520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标题 1"/>
          <p:cNvSpPr>
            <a:spLocks noGrp="1"/>
          </p:cNvSpPr>
          <p:nvPr>
            <p:ph type="title"/>
          </p:nvPr>
        </p:nvSpPr>
        <p:spPr>
          <a:xfrm>
            <a:off x="900708" y="188119"/>
            <a:ext cx="7342584" cy="936625"/>
          </a:xfrm>
        </p:spPr>
        <p:txBody>
          <a:bodyPr/>
          <a:lstStyle/>
          <a:p>
            <a:r>
              <a:rPr lang="zh-CN" altLang="en-US" b="1" dirty="0">
                <a:latin typeface="+mn-ea"/>
                <a:ea typeface="+mn-ea"/>
              </a:rPr>
              <a:t>课程回顾</a:t>
            </a:r>
            <a:r>
              <a:rPr lang="en-US" altLang="zh-CN" b="1" dirty="0">
                <a:latin typeface="+mn-ea"/>
                <a:ea typeface="+mn-ea"/>
              </a:rPr>
              <a:t>-</a:t>
            </a:r>
            <a:r>
              <a:rPr lang="zh-CN" altLang="en-US" b="1" dirty="0">
                <a:latin typeface="+mn-ea"/>
                <a:ea typeface="+mn-ea"/>
              </a:rPr>
              <a:t>布尔代数</a:t>
            </a:r>
          </a:p>
        </p:txBody>
      </p:sp>
      <p:sp>
        <p:nvSpPr>
          <p:cNvPr id="108547" name="内容占位符 2"/>
          <p:cNvSpPr>
            <a:spLocks noGrp="1"/>
          </p:cNvSpPr>
          <p:nvPr>
            <p:ph idx="1"/>
          </p:nvPr>
        </p:nvSpPr>
        <p:spPr>
          <a:xfrm>
            <a:off x="457200" y="1528762"/>
            <a:ext cx="8229600" cy="4716463"/>
          </a:xfrm>
        </p:spPr>
        <p:txBody>
          <a:bodyPr/>
          <a:lstStyle/>
          <a:p>
            <a:r>
              <a:rPr lang="zh-CN" altLang="en-US" sz="2800" dirty="0">
                <a:latin typeface="黑体" panose="02010609060101010101" pitchFamily="49" charset="-122"/>
              </a:rPr>
              <a:t>数的编码和表示</a:t>
            </a:r>
            <a:endParaRPr lang="en-US" altLang="zh-CN" sz="2800" dirty="0">
              <a:latin typeface="黑体" panose="02010609060101010101" pitchFamily="49" charset="-122"/>
            </a:endParaRPr>
          </a:p>
          <a:p>
            <a:pPr lvl="1"/>
            <a:r>
              <a:rPr lang="zh-CN" altLang="en-US" sz="2400" dirty="0">
                <a:latin typeface="黑体" panose="02010609060101010101" pitchFamily="49" charset="-122"/>
              </a:rPr>
              <a:t>二进制编码</a:t>
            </a:r>
            <a:endParaRPr lang="en-US" altLang="zh-CN" sz="2400" dirty="0">
              <a:latin typeface="黑体" panose="02010609060101010101" pitchFamily="49" charset="-122"/>
            </a:endParaRPr>
          </a:p>
          <a:p>
            <a:pPr lvl="1"/>
            <a:r>
              <a:rPr lang="zh-CN" altLang="en-US" sz="2400" dirty="0">
                <a:latin typeface="黑体" panose="02010609060101010101" pitchFamily="49" charset="-122"/>
              </a:rPr>
              <a:t>负数的表示和计算</a:t>
            </a:r>
            <a:endParaRPr lang="en-US" altLang="zh-CN" sz="2400" dirty="0">
              <a:latin typeface="黑体" panose="02010609060101010101" pitchFamily="49" charset="-122"/>
            </a:endParaRPr>
          </a:p>
          <a:p>
            <a:pPr lvl="2"/>
            <a:r>
              <a:rPr lang="zh-CN" altLang="en-US" sz="2000" dirty="0">
                <a:latin typeface="黑体" panose="02010609060101010101" pitchFamily="49" charset="-122"/>
              </a:rPr>
              <a:t>有符号数与补码</a:t>
            </a:r>
            <a:endParaRPr lang="en-MY" altLang="zh-CN" sz="2000" dirty="0">
              <a:latin typeface="黑体" panose="02010609060101010101" pitchFamily="49" charset="-122"/>
            </a:endParaRPr>
          </a:p>
          <a:p>
            <a:pPr lvl="2"/>
            <a:endParaRPr lang="en-US" altLang="zh-CN" sz="2400" dirty="0">
              <a:latin typeface="黑体" panose="02010609060101010101" pitchFamily="49" charset="-122"/>
            </a:endParaRPr>
          </a:p>
          <a:p>
            <a:r>
              <a:rPr lang="zh-CN" altLang="en-US" sz="2800" dirty="0">
                <a:latin typeface="黑体" panose="02010609060101010101" pitchFamily="49" charset="-122"/>
              </a:rPr>
              <a:t>布尔逻辑的计算</a:t>
            </a:r>
            <a:endParaRPr lang="en-US" altLang="zh-CN" sz="2800" dirty="0">
              <a:latin typeface="黑体" panose="02010609060101010101" pitchFamily="49" charset="-122"/>
            </a:endParaRPr>
          </a:p>
          <a:p>
            <a:pPr lvl="1"/>
            <a:r>
              <a:rPr lang="zh-CN" altLang="en-US" sz="2400" dirty="0">
                <a:latin typeface="黑体" panose="02010609060101010101" pitchFamily="49" charset="-122"/>
              </a:rPr>
              <a:t>布尔表达式</a:t>
            </a:r>
            <a:endParaRPr lang="en-US" altLang="zh-CN" sz="2400" dirty="0">
              <a:latin typeface="黑体" panose="02010609060101010101" pitchFamily="49" charset="-122"/>
            </a:endParaRPr>
          </a:p>
          <a:p>
            <a:pPr lvl="1"/>
            <a:r>
              <a:rPr lang="zh-CN" altLang="en-US" sz="2400" dirty="0">
                <a:latin typeface="黑体" panose="02010609060101010101" pitchFamily="49" charset="-122"/>
              </a:rPr>
              <a:t>布尔表达式的化简方法</a:t>
            </a:r>
            <a:endParaRPr lang="en-US" altLang="zh-CN" sz="2400" dirty="0">
              <a:latin typeface="黑体" panose="02010609060101010101" pitchFamily="49" charset="-122"/>
            </a:endParaRPr>
          </a:p>
          <a:p>
            <a:pPr lvl="2"/>
            <a:r>
              <a:rPr lang="zh-CN" altLang="en-US" sz="2000" dirty="0">
                <a:latin typeface="黑体" panose="02010609060101010101" pitchFamily="49" charset="-122"/>
              </a:rPr>
              <a:t>提问：什么是最简表达式？</a:t>
            </a:r>
            <a:endParaRPr lang="en-US" altLang="zh-CN" sz="2000" dirty="0">
              <a:latin typeface="黑体" panose="02010609060101010101" pitchFamily="49" charset="-122"/>
            </a:endParaRPr>
          </a:p>
          <a:p>
            <a:pPr lvl="1"/>
            <a:endParaRPr lang="en-US" altLang="zh-CN" sz="2800" dirty="0">
              <a:latin typeface="黑体" panose="02010609060101010101" pitchFamily="49" charset="-122"/>
            </a:endParaRPr>
          </a:p>
          <a:p>
            <a:pPr lvl="1"/>
            <a:endParaRPr lang="en-US" altLang="zh-CN" sz="2800" dirty="0">
              <a:latin typeface="黑体" panose="02010609060101010101" pitchFamily="49" charset="-122"/>
            </a:endParaRPr>
          </a:p>
        </p:txBody>
      </p:sp>
      <p:sp>
        <p:nvSpPr>
          <p:cNvPr id="5" name="幻灯片编号占位符 1">
            <a:extLst>
              <a:ext uri="{FF2B5EF4-FFF2-40B4-BE49-F238E27FC236}">
                <a16:creationId xmlns:a16="http://schemas.microsoft.com/office/drawing/2014/main" id="{4C75F539-28B4-A542-9C5B-A9A9FE1BE1AC}"/>
              </a:ext>
            </a:extLst>
          </p:cNvPr>
          <p:cNvSpPr>
            <a:spLocks noGrp="1"/>
          </p:cNvSpPr>
          <p:nvPr>
            <p:ph type="sldNum" sz="quarter" idx="12"/>
          </p:nvPr>
        </p:nvSpPr>
        <p:spPr/>
        <p:txBody>
          <a:bodyPr/>
          <a:lstStyle/>
          <a:p>
            <a:pPr>
              <a:defRPr/>
            </a:pPr>
            <a:fld id="{32A7F497-9298-4E9C-9D52-2133934E05FC}" type="slidenum">
              <a:rPr lang="zh-CN" altLang="en-US" b="1" smtClean="0"/>
              <a:pPr>
                <a:defRPr/>
              </a:pPr>
              <a:t>3</a:t>
            </a:fld>
            <a:endParaRPr lang="en-US" altLang="zh-CN" b="1"/>
          </a:p>
        </p:txBody>
      </p:sp>
    </p:spTree>
    <p:extLst>
      <p:ext uri="{BB962C8B-B14F-4D97-AF65-F5344CB8AC3E}">
        <p14:creationId xmlns:p14="http://schemas.microsoft.com/office/powerpoint/2010/main" val="15317680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85FFA-B772-B549-B46B-9FD1148A7DFA}"/>
              </a:ext>
            </a:extLst>
          </p:cNvPr>
          <p:cNvSpPr>
            <a:spLocks noGrp="1"/>
          </p:cNvSpPr>
          <p:nvPr>
            <p:ph type="title"/>
          </p:nvPr>
        </p:nvSpPr>
        <p:spPr>
          <a:xfrm>
            <a:off x="1872816" y="224123"/>
            <a:ext cx="5398368" cy="936625"/>
          </a:xfrm>
        </p:spPr>
        <p:txBody>
          <a:bodyPr/>
          <a:lstStyle/>
          <a:p>
            <a:r>
              <a:rPr lang="zh-CN" altLang="en-US" b="1" dirty="0"/>
              <a:t>提出问题</a:t>
            </a:r>
            <a:endParaRPr lang="en-CN" b="1" dirty="0"/>
          </a:p>
        </p:txBody>
      </p:sp>
      <p:sp>
        <p:nvSpPr>
          <p:cNvPr id="3" name="Content Placeholder 2">
            <a:extLst>
              <a:ext uri="{FF2B5EF4-FFF2-40B4-BE49-F238E27FC236}">
                <a16:creationId xmlns:a16="http://schemas.microsoft.com/office/drawing/2014/main" id="{543810AF-EDD2-2C4E-8BD8-1B3EE77BAFC5}"/>
              </a:ext>
            </a:extLst>
          </p:cNvPr>
          <p:cNvSpPr>
            <a:spLocks noGrp="1"/>
          </p:cNvSpPr>
          <p:nvPr>
            <p:ph idx="1"/>
          </p:nvPr>
        </p:nvSpPr>
        <p:spPr>
          <a:xfrm>
            <a:off x="457200" y="1515839"/>
            <a:ext cx="8229600" cy="4967511"/>
          </a:xfrm>
        </p:spPr>
        <p:txBody>
          <a:bodyPr/>
          <a:lstStyle/>
          <a:p>
            <a:r>
              <a:rPr lang="en-US" sz="2800" dirty="0"/>
              <a:t>你的芯片里需要一个</a:t>
            </a:r>
            <a:r>
              <a:rPr lang="en-US" altLang="zh-CN" sz="2800" dirty="0"/>
              <a:t>64</a:t>
            </a:r>
            <a:r>
              <a:rPr lang="zh-CN" altLang="en-US" sz="2800" dirty="0"/>
              <a:t>位的加法器</a:t>
            </a:r>
            <a:r>
              <a:rPr lang="en-US" sz="2800" dirty="0"/>
              <a:t> </a:t>
            </a:r>
          </a:p>
          <a:p>
            <a:pPr lvl="1"/>
            <a:r>
              <a:rPr lang="en-US" sz="2000" dirty="0"/>
              <a:t>A=[A</a:t>
            </a:r>
            <a:r>
              <a:rPr lang="en-US" sz="2000" baseline="-25000" dirty="0"/>
              <a:t>63</a:t>
            </a:r>
            <a:r>
              <a:rPr lang="en-US" sz="2000" dirty="0"/>
              <a:t>A</a:t>
            </a:r>
            <a:r>
              <a:rPr lang="en-US" sz="2000" baseline="-25000" dirty="0"/>
              <a:t>62</a:t>
            </a:r>
            <a:r>
              <a:rPr lang="en-US" sz="2000" dirty="0"/>
              <a:t>…A</a:t>
            </a:r>
            <a:r>
              <a:rPr lang="en-US" sz="2000" baseline="-25000" dirty="0"/>
              <a:t>0</a:t>
            </a:r>
            <a:r>
              <a:rPr lang="en-US" sz="2000" dirty="0"/>
              <a:t>], B=[B</a:t>
            </a:r>
            <a:r>
              <a:rPr lang="en-US" sz="2000" baseline="-25000" dirty="0"/>
              <a:t>63</a:t>
            </a:r>
            <a:r>
              <a:rPr lang="en-US" sz="2000" dirty="0"/>
              <a:t>B</a:t>
            </a:r>
            <a:r>
              <a:rPr lang="en-US" sz="2000" baseline="-25000" dirty="0"/>
              <a:t>62</a:t>
            </a:r>
            <a:r>
              <a:rPr lang="en-US" sz="2000" dirty="0"/>
              <a:t>…B</a:t>
            </a:r>
            <a:r>
              <a:rPr lang="en-US" sz="2000" baseline="-25000" dirty="0"/>
              <a:t>0</a:t>
            </a:r>
            <a:r>
              <a:rPr lang="en-US" sz="2000" dirty="0"/>
              <a:t>]</a:t>
            </a:r>
          </a:p>
          <a:p>
            <a:pPr lvl="1"/>
            <a:r>
              <a:rPr lang="en-US" sz="2000" dirty="0"/>
              <a:t>S=A+B</a:t>
            </a:r>
          </a:p>
          <a:p>
            <a:pPr lvl="1"/>
            <a:endParaRPr lang="en-US" sz="1800" dirty="0"/>
          </a:p>
          <a:p>
            <a:r>
              <a:rPr lang="en-US" sz="2800" dirty="0" err="1"/>
              <a:t>某个供应商提供了一种加法器</a:t>
            </a:r>
            <a:r>
              <a:rPr lang="zh-CN" altLang="en-US" sz="2800" dirty="0"/>
              <a:t>，是否足够好？</a:t>
            </a:r>
            <a:endParaRPr lang="en-US" sz="2800" dirty="0"/>
          </a:p>
          <a:p>
            <a:pPr lvl="1"/>
            <a:r>
              <a:rPr lang="en-US" sz="2000" dirty="0" err="1">
                <a:solidFill>
                  <a:srgbClr val="3333FF"/>
                </a:solidFill>
              </a:rPr>
              <a:t>性能</a:t>
            </a:r>
            <a:r>
              <a:rPr lang="en-US" sz="2000" dirty="0">
                <a:solidFill>
                  <a:srgbClr val="3333FF"/>
                </a:solidFill>
              </a:rPr>
              <a:t> (</a:t>
            </a:r>
            <a:r>
              <a:rPr lang="en-US" sz="2000" dirty="0" err="1">
                <a:solidFill>
                  <a:srgbClr val="3333FF"/>
                </a:solidFill>
              </a:rPr>
              <a:t>速度</a:t>
            </a:r>
            <a:r>
              <a:rPr lang="en-US" sz="2000" dirty="0">
                <a:solidFill>
                  <a:srgbClr val="3333FF"/>
                </a:solidFill>
              </a:rPr>
              <a:t> or </a:t>
            </a:r>
            <a:r>
              <a:rPr lang="en-US" sz="2000" dirty="0" err="1">
                <a:solidFill>
                  <a:srgbClr val="3333FF"/>
                </a:solidFill>
              </a:rPr>
              <a:t>延迟</a:t>
            </a:r>
            <a:r>
              <a:rPr lang="en-US" sz="2000" dirty="0">
                <a:solidFill>
                  <a:srgbClr val="3333FF"/>
                </a:solidFill>
              </a:rPr>
              <a:t>)</a:t>
            </a:r>
          </a:p>
          <a:p>
            <a:pPr lvl="1"/>
            <a:r>
              <a:rPr lang="en-US" sz="2000" b="0" dirty="0" err="1"/>
              <a:t>耗费</a:t>
            </a:r>
            <a:r>
              <a:rPr lang="en-US" sz="2000" b="0" dirty="0"/>
              <a:t> (</a:t>
            </a:r>
            <a:r>
              <a:rPr lang="en-US" sz="2000" b="0" dirty="0" err="1"/>
              <a:t>功率</a:t>
            </a:r>
            <a:r>
              <a:rPr lang="en-US" sz="2000" b="0" dirty="0"/>
              <a:t> or </a:t>
            </a:r>
            <a:r>
              <a:rPr lang="en-US" sz="2000" b="0" dirty="0" err="1"/>
              <a:t>能量</a:t>
            </a:r>
            <a:r>
              <a:rPr lang="en-US" sz="2000" b="0" dirty="0"/>
              <a:t>, </a:t>
            </a:r>
            <a:r>
              <a:rPr lang="en-US" sz="2000" b="0" dirty="0" err="1"/>
              <a:t>面积</a:t>
            </a:r>
            <a:r>
              <a:rPr lang="en-US" sz="2000" b="0" dirty="0"/>
              <a:t>)</a:t>
            </a:r>
          </a:p>
          <a:p>
            <a:pPr lvl="1"/>
            <a:r>
              <a:rPr lang="en-US" sz="2000" b="0" dirty="0" err="1"/>
              <a:t>其它</a:t>
            </a:r>
            <a:r>
              <a:rPr lang="en-US" sz="2000" b="0" dirty="0"/>
              <a:t> (</a:t>
            </a:r>
            <a:r>
              <a:rPr lang="en-US" sz="2000" b="0" dirty="0" err="1"/>
              <a:t>工艺</a:t>
            </a:r>
            <a:r>
              <a:rPr lang="en-US" sz="2000" b="0" dirty="0"/>
              <a:t>, </a:t>
            </a:r>
            <a:r>
              <a:rPr lang="en-US" sz="2000" b="0" dirty="0" err="1"/>
              <a:t>可靠</a:t>
            </a:r>
            <a:r>
              <a:rPr lang="en-US" sz="2000" b="0" dirty="0"/>
              <a:t>, </a:t>
            </a:r>
            <a:r>
              <a:rPr lang="en-US" sz="2000" b="0" dirty="0" err="1"/>
              <a:t>供应电压</a:t>
            </a:r>
            <a:r>
              <a:rPr lang="en-US" sz="2000" b="0" dirty="0"/>
              <a:t>, etc.)</a:t>
            </a:r>
          </a:p>
          <a:p>
            <a:pPr lvl="1"/>
            <a:endParaRPr lang="en-US" sz="1800" dirty="0"/>
          </a:p>
          <a:p>
            <a:r>
              <a:rPr lang="en-US" sz="2800" dirty="0" err="1"/>
              <a:t>你能自己设计吗</a:t>
            </a:r>
            <a:r>
              <a:rPr lang="en-US" sz="2800" dirty="0"/>
              <a:t>?</a:t>
            </a:r>
            <a:endParaRPr lang="en-CN" sz="2800" dirty="0"/>
          </a:p>
        </p:txBody>
      </p:sp>
      <p:sp>
        <p:nvSpPr>
          <p:cNvPr id="5" name="Slide Number Placeholder 4">
            <a:extLst>
              <a:ext uri="{FF2B5EF4-FFF2-40B4-BE49-F238E27FC236}">
                <a16:creationId xmlns:a16="http://schemas.microsoft.com/office/drawing/2014/main" id="{11337AFE-F854-C84C-82B1-59BB5985BFA0}"/>
              </a:ext>
            </a:extLst>
          </p:cNvPr>
          <p:cNvSpPr>
            <a:spLocks noGrp="1"/>
          </p:cNvSpPr>
          <p:nvPr>
            <p:ph type="sldNum" sz="quarter" idx="12"/>
          </p:nvPr>
        </p:nvSpPr>
        <p:spPr/>
        <p:txBody>
          <a:bodyPr/>
          <a:lstStyle/>
          <a:p>
            <a:pPr>
              <a:defRPr/>
            </a:pPr>
            <a:fld id="{A88D0608-5506-4AD0-BB9E-DF761E8BFA1F}" type="slidenum">
              <a:rPr lang="zh-CN" altLang="en-US" smtClean="0"/>
              <a:pPr>
                <a:defRPr/>
              </a:pPr>
              <a:t>4</a:t>
            </a:fld>
            <a:endParaRPr lang="en-US" altLang="zh-CN" dirty="0"/>
          </a:p>
        </p:txBody>
      </p:sp>
    </p:spTree>
    <p:extLst>
      <p:ext uri="{BB962C8B-B14F-4D97-AF65-F5344CB8AC3E}">
        <p14:creationId xmlns:p14="http://schemas.microsoft.com/office/powerpoint/2010/main" val="18972169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6CF03-9B07-6A4B-85FB-680FDCDD7B92}"/>
              </a:ext>
            </a:extLst>
          </p:cNvPr>
          <p:cNvSpPr>
            <a:spLocks noGrp="1"/>
          </p:cNvSpPr>
          <p:nvPr>
            <p:ph type="title"/>
          </p:nvPr>
        </p:nvSpPr>
        <p:spPr>
          <a:xfrm>
            <a:off x="1044724" y="224123"/>
            <a:ext cx="7054552" cy="936625"/>
          </a:xfrm>
        </p:spPr>
        <p:txBody>
          <a:bodyPr/>
          <a:lstStyle/>
          <a:p>
            <a:r>
              <a:rPr lang="zh-CN" altLang="en-US" b="1" dirty="0"/>
              <a:t>组合逻辑的作用</a:t>
            </a:r>
            <a:endParaRPr lang="en-CN" b="1" dirty="0"/>
          </a:p>
        </p:txBody>
      </p:sp>
      <p:sp>
        <p:nvSpPr>
          <p:cNvPr id="3" name="Slide Number Placeholder 2">
            <a:extLst>
              <a:ext uri="{FF2B5EF4-FFF2-40B4-BE49-F238E27FC236}">
                <a16:creationId xmlns:a16="http://schemas.microsoft.com/office/drawing/2014/main" id="{3D8B9A35-6FA9-D149-8A80-96EE99D63CAA}"/>
              </a:ext>
            </a:extLst>
          </p:cNvPr>
          <p:cNvSpPr>
            <a:spLocks noGrp="1"/>
          </p:cNvSpPr>
          <p:nvPr>
            <p:ph type="sldNum" sz="quarter" idx="12"/>
          </p:nvPr>
        </p:nvSpPr>
        <p:spPr/>
        <p:txBody>
          <a:bodyPr/>
          <a:lstStyle/>
          <a:p>
            <a:pPr>
              <a:defRPr/>
            </a:pPr>
            <a:fld id="{A88D0608-5506-4AD0-BB9E-DF761E8BFA1F}" type="slidenum">
              <a:rPr lang="zh-CN" altLang="en-US" smtClean="0"/>
              <a:pPr>
                <a:defRPr/>
              </a:pPr>
              <a:t>5</a:t>
            </a:fld>
            <a:endParaRPr lang="en-US" altLang="zh-CN" dirty="0"/>
          </a:p>
        </p:txBody>
      </p:sp>
      <p:pic>
        <p:nvPicPr>
          <p:cNvPr id="9" name="Picture 5">
            <a:extLst>
              <a:ext uri="{FF2B5EF4-FFF2-40B4-BE49-F238E27FC236}">
                <a16:creationId xmlns:a16="http://schemas.microsoft.com/office/drawing/2014/main" id="{740A80B5-8018-2141-82B2-EAA7E1BC8BC0}"/>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64609" y="1957616"/>
            <a:ext cx="3276600" cy="1400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7" name="Group 16">
            <a:extLst>
              <a:ext uri="{FF2B5EF4-FFF2-40B4-BE49-F238E27FC236}">
                <a16:creationId xmlns:a16="http://schemas.microsoft.com/office/drawing/2014/main" id="{6E14C25E-7F24-6D4C-B095-DA6F3739C540}"/>
              </a:ext>
            </a:extLst>
          </p:cNvPr>
          <p:cNvGrpSpPr/>
          <p:nvPr/>
        </p:nvGrpSpPr>
        <p:grpSpPr>
          <a:xfrm>
            <a:off x="1944121" y="3139170"/>
            <a:ext cx="774571" cy="1074220"/>
            <a:chOff x="2069237" y="3134861"/>
            <a:chExt cx="774571" cy="1074220"/>
          </a:xfrm>
        </p:grpSpPr>
        <p:sp>
          <p:nvSpPr>
            <p:cNvPr id="12" name="Rectangle 11">
              <a:extLst>
                <a:ext uri="{FF2B5EF4-FFF2-40B4-BE49-F238E27FC236}">
                  <a16:creationId xmlns:a16="http://schemas.microsoft.com/office/drawing/2014/main" id="{643E2887-D5E7-4343-A684-7EF77F2BCB9D}"/>
                </a:ext>
              </a:extLst>
            </p:cNvPr>
            <p:cNvSpPr/>
            <p:nvPr/>
          </p:nvSpPr>
          <p:spPr>
            <a:xfrm>
              <a:off x="2239213" y="3134861"/>
              <a:ext cx="434734" cy="646331"/>
            </a:xfrm>
            <a:prstGeom prst="rect">
              <a:avLst/>
            </a:prstGeom>
          </p:spPr>
          <p:txBody>
            <a:bodyPr wrap="none">
              <a:spAutoFit/>
            </a:bodyPr>
            <a:lstStyle/>
            <a:p>
              <a:r>
                <a:rPr lang="en-US" altLang="zh-CN" sz="3600" b="1" i="1" kern="0" dirty="0">
                  <a:solidFill>
                    <a:schemeClr val="accent6">
                      <a:lumMod val="75000"/>
                    </a:schemeClr>
                  </a:solidFill>
                  <a:latin typeface="Calibri"/>
                  <a:ea typeface="黑体" pitchFamily="49" charset="-122"/>
                </a:rPr>
                <a:t>f </a:t>
              </a:r>
              <a:endParaRPr lang="en-CN" b="1" dirty="0">
                <a:solidFill>
                  <a:schemeClr val="accent6">
                    <a:lumMod val="75000"/>
                  </a:schemeClr>
                </a:solidFill>
              </a:endParaRPr>
            </a:p>
          </p:txBody>
        </p:sp>
        <p:sp>
          <p:nvSpPr>
            <p:cNvPr id="16" name="Rectangle 15">
              <a:extLst>
                <a:ext uri="{FF2B5EF4-FFF2-40B4-BE49-F238E27FC236}">
                  <a16:creationId xmlns:a16="http://schemas.microsoft.com/office/drawing/2014/main" id="{ACE8C05A-45E4-A44E-A01A-7B767FCA8281}"/>
                </a:ext>
              </a:extLst>
            </p:cNvPr>
            <p:cNvSpPr/>
            <p:nvPr/>
          </p:nvSpPr>
          <p:spPr>
            <a:xfrm>
              <a:off x="2069237" y="3562750"/>
              <a:ext cx="774571" cy="646331"/>
            </a:xfrm>
            <a:prstGeom prst="rect">
              <a:avLst/>
            </a:prstGeom>
          </p:spPr>
          <p:txBody>
            <a:bodyPr wrap="none">
              <a:spAutoFit/>
            </a:bodyPr>
            <a:lstStyle/>
            <a:p>
              <a:r>
                <a:rPr lang="en-US" altLang="zh-CN" sz="3600" b="1" i="1" kern="0" dirty="0">
                  <a:solidFill>
                    <a:schemeClr val="accent6">
                      <a:lumMod val="75000"/>
                    </a:schemeClr>
                  </a:solidFill>
                  <a:latin typeface="Arial"/>
                  <a:ea typeface="黑体" pitchFamily="49" charset="-122"/>
                  <a:cs typeface="Arial"/>
                </a:rPr>
                <a:t>→</a:t>
              </a:r>
              <a:r>
                <a:rPr lang="en-US" altLang="zh-CN" sz="3600" i="1" kern="0" dirty="0">
                  <a:solidFill>
                    <a:srgbClr val="000000"/>
                  </a:solidFill>
                  <a:latin typeface="Arial"/>
                  <a:ea typeface="黑体" pitchFamily="49" charset="-122"/>
                  <a:cs typeface="Arial"/>
                </a:rPr>
                <a:t> </a:t>
              </a:r>
              <a:endParaRPr lang="en-CN" dirty="0"/>
            </a:p>
          </p:txBody>
        </p:sp>
      </p:grpSp>
      <p:grpSp>
        <p:nvGrpSpPr>
          <p:cNvPr id="6" name="Group 5">
            <a:extLst>
              <a:ext uri="{FF2B5EF4-FFF2-40B4-BE49-F238E27FC236}">
                <a16:creationId xmlns:a16="http://schemas.microsoft.com/office/drawing/2014/main" id="{C08B1C70-AB05-A947-BAB6-8721FB74F66B}"/>
              </a:ext>
            </a:extLst>
          </p:cNvPr>
          <p:cNvGrpSpPr/>
          <p:nvPr/>
        </p:nvGrpSpPr>
        <p:grpSpPr>
          <a:xfrm>
            <a:off x="647564" y="3609020"/>
            <a:ext cx="3393645" cy="1544763"/>
            <a:chOff x="772680" y="3315105"/>
            <a:chExt cx="3393645" cy="1544763"/>
          </a:xfrm>
        </p:grpSpPr>
        <p:grpSp>
          <p:nvGrpSpPr>
            <p:cNvPr id="22" name="Group 21">
              <a:extLst>
                <a:ext uri="{FF2B5EF4-FFF2-40B4-BE49-F238E27FC236}">
                  <a16:creationId xmlns:a16="http://schemas.microsoft.com/office/drawing/2014/main" id="{A0F6B8FE-5779-EA4A-A1EB-840B3C3935E6}"/>
                </a:ext>
              </a:extLst>
            </p:cNvPr>
            <p:cNvGrpSpPr/>
            <p:nvPr/>
          </p:nvGrpSpPr>
          <p:grpSpPr>
            <a:xfrm>
              <a:off x="2699792" y="3318530"/>
              <a:ext cx="1466533" cy="1541338"/>
              <a:chOff x="2699792" y="3608136"/>
              <a:chExt cx="1466533" cy="1541338"/>
            </a:xfrm>
          </p:grpSpPr>
          <p:sp>
            <p:nvSpPr>
              <p:cNvPr id="13" name="Rectangle 12">
                <a:extLst>
                  <a:ext uri="{FF2B5EF4-FFF2-40B4-BE49-F238E27FC236}">
                    <a16:creationId xmlns:a16="http://schemas.microsoft.com/office/drawing/2014/main" id="{4C711EBE-3757-0449-8288-9730A2911136}"/>
                  </a:ext>
                </a:extLst>
              </p:cNvPr>
              <p:cNvSpPr/>
              <p:nvPr/>
            </p:nvSpPr>
            <p:spPr>
              <a:xfrm>
                <a:off x="2699792" y="4318477"/>
                <a:ext cx="1466533" cy="830997"/>
              </a:xfrm>
              <a:prstGeom prst="rect">
                <a:avLst/>
              </a:prstGeom>
            </p:spPr>
            <p:txBody>
              <a:bodyPr wrap="square">
                <a:spAutoFit/>
              </a:bodyPr>
              <a:lstStyle/>
              <a:p>
                <a:pPr algn="ctr"/>
                <a:r>
                  <a:rPr lang="zh-CN" altLang="en-US" sz="2400" b="1" dirty="0">
                    <a:solidFill>
                      <a:srgbClr val="7030A0"/>
                    </a:solidFill>
                    <a:latin typeface="黑体" panose="02010609060101010101" pitchFamily="49" charset="-122"/>
                    <a:ea typeface="黑体" panose="02010609060101010101" pitchFamily="49" charset="-122"/>
                  </a:rPr>
                  <a:t>输出</a:t>
                </a:r>
                <a:r>
                  <a:rPr lang="en-CN" sz="2400" b="1" dirty="0">
                    <a:solidFill>
                      <a:srgbClr val="7030A0"/>
                    </a:solidFill>
                    <a:latin typeface="黑体" panose="02010609060101010101" pitchFamily="49" charset="-122"/>
                    <a:ea typeface="黑体" panose="02010609060101010101" pitchFamily="49" charset="-122"/>
                  </a:rPr>
                  <a:t> </a:t>
                </a:r>
                <a:endParaRPr lang="en-US" sz="2400" b="1" dirty="0">
                  <a:solidFill>
                    <a:srgbClr val="7030A0"/>
                  </a:solidFill>
                  <a:latin typeface="黑体" panose="02010609060101010101" pitchFamily="49" charset="-122"/>
                  <a:ea typeface="黑体" panose="02010609060101010101" pitchFamily="49" charset="-122"/>
                </a:endParaRPr>
              </a:p>
              <a:p>
                <a:pPr algn="ctr"/>
                <a:r>
                  <a:rPr lang="zh-CN" altLang="en-US" sz="2400" b="1" dirty="0">
                    <a:solidFill>
                      <a:srgbClr val="7030A0"/>
                    </a:solidFill>
                    <a:latin typeface="黑体" panose="02010609060101010101" pitchFamily="49" charset="-122"/>
                    <a:ea typeface="黑体" panose="02010609060101010101" pitchFamily="49" charset="-122"/>
                  </a:rPr>
                  <a:t>布尔比特</a:t>
                </a:r>
                <a:endParaRPr lang="en-CN" b="1" dirty="0">
                  <a:solidFill>
                    <a:srgbClr val="7030A0"/>
                  </a:solidFill>
                  <a:latin typeface="黑体" panose="02010609060101010101" pitchFamily="49" charset="-122"/>
                  <a:ea typeface="黑体" panose="02010609060101010101" pitchFamily="49" charset="-122"/>
                </a:endParaRPr>
              </a:p>
            </p:txBody>
          </p:sp>
          <p:sp>
            <p:nvSpPr>
              <p:cNvPr id="15" name="Rectangle 14">
                <a:extLst>
                  <a:ext uri="{FF2B5EF4-FFF2-40B4-BE49-F238E27FC236}">
                    <a16:creationId xmlns:a16="http://schemas.microsoft.com/office/drawing/2014/main" id="{F37C4B45-062E-534B-A31B-29D07ACAC999}"/>
                  </a:ext>
                </a:extLst>
              </p:cNvPr>
              <p:cNvSpPr/>
              <p:nvPr/>
            </p:nvSpPr>
            <p:spPr>
              <a:xfrm>
                <a:off x="3158442" y="3608136"/>
                <a:ext cx="492443" cy="646331"/>
              </a:xfrm>
              <a:prstGeom prst="rect">
                <a:avLst/>
              </a:prstGeom>
            </p:spPr>
            <p:txBody>
              <a:bodyPr wrap="none">
                <a:spAutoFit/>
              </a:bodyPr>
              <a:lstStyle/>
              <a:p>
                <a:r>
                  <a:rPr lang="en-US" altLang="zh-CN" sz="3600" b="1" i="1" kern="0" dirty="0">
                    <a:solidFill>
                      <a:srgbClr val="7030A0"/>
                    </a:solidFill>
                    <a:latin typeface="Arial"/>
                    <a:ea typeface="黑体" pitchFamily="49" charset="-122"/>
                    <a:cs typeface="Arial"/>
                  </a:rPr>
                  <a:t>Y</a:t>
                </a:r>
                <a:endParaRPr lang="en-CN" dirty="0"/>
              </a:p>
            </p:txBody>
          </p:sp>
        </p:grpSp>
        <p:grpSp>
          <p:nvGrpSpPr>
            <p:cNvPr id="21" name="Group 20">
              <a:extLst>
                <a:ext uri="{FF2B5EF4-FFF2-40B4-BE49-F238E27FC236}">
                  <a16:creationId xmlns:a16="http://schemas.microsoft.com/office/drawing/2014/main" id="{33467C54-8059-EF43-B1BF-BBEDF6A59F03}"/>
                </a:ext>
              </a:extLst>
            </p:cNvPr>
            <p:cNvGrpSpPr/>
            <p:nvPr/>
          </p:nvGrpSpPr>
          <p:grpSpPr>
            <a:xfrm>
              <a:off x="772680" y="3315105"/>
              <a:ext cx="1466533" cy="1538588"/>
              <a:chOff x="772680" y="3604711"/>
              <a:chExt cx="1466533" cy="1538588"/>
            </a:xfrm>
          </p:grpSpPr>
          <p:sp>
            <p:nvSpPr>
              <p:cNvPr id="11" name="Rectangle 10">
                <a:extLst>
                  <a:ext uri="{FF2B5EF4-FFF2-40B4-BE49-F238E27FC236}">
                    <a16:creationId xmlns:a16="http://schemas.microsoft.com/office/drawing/2014/main" id="{E148A743-3B8D-BF4B-8746-D4130131E850}"/>
                  </a:ext>
                </a:extLst>
              </p:cNvPr>
              <p:cNvSpPr/>
              <p:nvPr/>
            </p:nvSpPr>
            <p:spPr>
              <a:xfrm>
                <a:off x="772680" y="4312302"/>
                <a:ext cx="1466533" cy="830997"/>
              </a:xfrm>
              <a:prstGeom prst="rect">
                <a:avLst/>
              </a:prstGeom>
            </p:spPr>
            <p:txBody>
              <a:bodyPr wrap="square">
                <a:spAutoFit/>
              </a:bodyPr>
              <a:lstStyle/>
              <a:p>
                <a:pPr algn="ctr"/>
                <a:r>
                  <a:rPr lang="zh-CN" altLang="en-US" sz="2400" b="1" dirty="0">
                    <a:solidFill>
                      <a:srgbClr val="3333FF"/>
                    </a:solidFill>
                    <a:latin typeface="黑体" panose="02010609060101010101" pitchFamily="49" charset="-122"/>
                    <a:ea typeface="黑体" panose="02010609060101010101" pitchFamily="49" charset="-122"/>
                  </a:rPr>
                  <a:t>输入</a:t>
                </a:r>
                <a:r>
                  <a:rPr lang="en-CN" sz="2400" b="1" dirty="0">
                    <a:solidFill>
                      <a:srgbClr val="3333FF"/>
                    </a:solidFill>
                    <a:latin typeface="黑体" panose="02010609060101010101" pitchFamily="49" charset="-122"/>
                    <a:ea typeface="黑体" panose="02010609060101010101" pitchFamily="49" charset="-122"/>
                  </a:rPr>
                  <a:t> </a:t>
                </a:r>
                <a:endParaRPr lang="en-US" sz="2400" b="1" dirty="0">
                  <a:solidFill>
                    <a:srgbClr val="3333FF"/>
                  </a:solidFill>
                  <a:latin typeface="黑体" panose="02010609060101010101" pitchFamily="49" charset="-122"/>
                  <a:ea typeface="黑体" panose="02010609060101010101" pitchFamily="49" charset="-122"/>
                </a:endParaRPr>
              </a:p>
              <a:p>
                <a:pPr algn="ctr"/>
                <a:r>
                  <a:rPr lang="zh-CN" altLang="en-US" sz="2400" b="1" dirty="0">
                    <a:solidFill>
                      <a:srgbClr val="3333FF"/>
                    </a:solidFill>
                    <a:latin typeface="黑体" panose="02010609060101010101" pitchFamily="49" charset="-122"/>
                    <a:ea typeface="黑体" panose="02010609060101010101" pitchFamily="49" charset="-122"/>
                  </a:rPr>
                  <a:t>布尔比特</a:t>
                </a:r>
                <a:endParaRPr lang="en-CN" b="1" dirty="0">
                  <a:solidFill>
                    <a:srgbClr val="3333FF"/>
                  </a:solidFill>
                  <a:latin typeface="黑体" panose="02010609060101010101" pitchFamily="49" charset="-122"/>
                  <a:ea typeface="黑体" panose="02010609060101010101" pitchFamily="49" charset="-122"/>
                </a:endParaRPr>
              </a:p>
            </p:txBody>
          </p:sp>
          <p:sp>
            <p:nvSpPr>
              <p:cNvPr id="20" name="Rectangle 19">
                <a:extLst>
                  <a:ext uri="{FF2B5EF4-FFF2-40B4-BE49-F238E27FC236}">
                    <a16:creationId xmlns:a16="http://schemas.microsoft.com/office/drawing/2014/main" id="{6F50519B-7CB5-4940-8BAF-01F8E3CEA5EA}"/>
                  </a:ext>
                </a:extLst>
              </p:cNvPr>
              <p:cNvSpPr/>
              <p:nvPr/>
            </p:nvSpPr>
            <p:spPr>
              <a:xfrm>
                <a:off x="1221105" y="3604711"/>
                <a:ext cx="492443" cy="646331"/>
              </a:xfrm>
              <a:prstGeom prst="rect">
                <a:avLst/>
              </a:prstGeom>
            </p:spPr>
            <p:txBody>
              <a:bodyPr wrap="none">
                <a:spAutoFit/>
              </a:bodyPr>
              <a:lstStyle/>
              <a:p>
                <a:r>
                  <a:rPr lang="en-US" altLang="zh-CN" sz="3600" b="1" i="1" kern="0" dirty="0">
                    <a:solidFill>
                      <a:srgbClr val="3333FF"/>
                    </a:solidFill>
                    <a:latin typeface="Arial"/>
                    <a:ea typeface="黑体" pitchFamily="49" charset="-122"/>
                    <a:cs typeface="Arial"/>
                  </a:rPr>
                  <a:t>X</a:t>
                </a:r>
                <a:endParaRPr lang="en-CN" dirty="0">
                  <a:solidFill>
                    <a:srgbClr val="3333FF"/>
                  </a:solidFill>
                </a:endParaRPr>
              </a:p>
            </p:txBody>
          </p:sp>
        </p:grpSp>
      </p:grpSp>
      <p:graphicFrame>
        <p:nvGraphicFramePr>
          <p:cNvPr id="4" name="Table 4">
            <a:extLst>
              <a:ext uri="{FF2B5EF4-FFF2-40B4-BE49-F238E27FC236}">
                <a16:creationId xmlns:a16="http://schemas.microsoft.com/office/drawing/2014/main" id="{5F34A418-B1B0-5154-E88A-1E77CB08C82E}"/>
              </a:ext>
            </a:extLst>
          </p:cNvPr>
          <p:cNvGraphicFramePr>
            <a:graphicFrameLocks noGrp="1"/>
          </p:cNvGraphicFramePr>
          <p:nvPr>
            <p:extLst>
              <p:ext uri="{D42A27DB-BD31-4B8C-83A1-F6EECF244321}">
                <p14:modId xmlns:p14="http://schemas.microsoft.com/office/powerpoint/2010/main" val="384010204"/>
              </p:ext>
            </p:extLst>
          </p:nvPr>
        </p:nvGraphicFramePr>
        <p:xfrm>
          <a:off x="4391980" y="1482388"/>
          <a:ext cx="4049389" cy="5158684"/>
        </p:xfrm>
        <a:graphic>
          <a:graphicData uri="http://schemas.openxmlformats.org/drawingml/2006/table">
            <a:tbl>
              <a:tblPr firstRow="1">
                <a:tableStyleId>{72833802-FEF1-4C79-8D5D-14CF1EAF98D9}</a:tableStyleId>
              </a:tblPr>
              <a:tblGrid>
                <a:gridCol w="772096">
                  <a:extLst>
                    <a:ext uri="{9D8B030D-6E8A-4147-A177-3AD203B41FA5}">
                      <a16:colId xmlns:a16="http://schemas.microsoft.com/office/drawing/2014/main" val="2649625643"/>
                    </a:ext>
                  </a:extLst>
                </a:gridCol>
                <a:gridCol w="723402">
                  <a:extLst>
                    <a:ext uri="{9D8B030D-6E8A-4147-A177-3AD203B41FA5}">
                      <a16:colId xmlns:a16="http://schemas.microsoft.com/office/drawing/2014/main" val="3191345124"/>
                    </a:ext>
                  </a:extLst>
                </a:gridCol>
                <a:gridCol w="2553891">
                  <a:extLst>
                    <a:ext uri="{9D8B030D-6E8A-4147-A177-3AD203B41FA5}">
                      <a16:colId xmlns:a16="http://schemas.microsoft.com/office/drawing/2014/main" val="3013045087"/>
                    </a:ext>
                  </a:extLst>
                </a:gridCol>
              </a:tblGrid>
              <a:tr h="303452">
                <a:tc>
                  <a:txBody>
                    <a:bodyPr/>
                    <a:lstStyle/>
                    <a:p>
                      <a:pPr algn="ctr" fontAlgn="ctr"/>
                      <a:r>
                        <a:rPr lang="zh-CN" altLang="en-US" sz="1800" u="none" strike="noStrike" dirty="0">
                          <a:solidFill>
                            <a:schemeClr val="tx1"/>
                          </a:solidFill>
                          <a:effectLst/>
                          <a:latin typeface="+mn-lt"/>
                          <a:ea typeface="+mn-ea"/>
                        </a:rPr>
                        <a:t>周</a:t>
                      </a:r>
                      <a:endParaRPr lang="zh-CN" altLang="en-US" sz="1800" b="0" i="0" u="none" strike="noStrike" dirty="0">
                        <a:solidFill>
                          <a:schemeClr val="tx1"/>
                        </a:solidFill>
                        <a:effectLst/>
                        <a:latin typeface="+mn-lt"/>
                        <a:ea typeface="+mn-ea"/>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ctr"/>
                      <a:r>
                        <a:rPr lang="zh-CN" altLang="en-US" sz="1800" u="none" strike="noStrike" dirty="0">
                          <a:solidFill>
                            <a:schemeClr val="tx1"/>
                          </a:solidFill>
                          <a:effectLst/>
                          <a:latin typeface="+mn-lt"/>
                          <a:ea typeface="+mn-ea"/>
                        </a:rPr>
                        <a:t>日期</a:t>
                      </a:r>
                      <a:endParaRPr lang="zh-CN" altLang="en-US" sz="1800" b="0" i="0" u="none" strike="noStrike" dirty="0">
                        <a:solidFill>
                          <a:schemeClr val="tx1"/>
                        </a:solidFill>
                        <a:effectLst/>
                        <a:latin typeface="+mn-lt"/>
                        <a:ea typeface="+mn-ea"/>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ctr"/>
                      <a:r>
                        <a:rPr lang="zh-CN" altLang="en-US" sz="1800" u="none" strike="noStrike" dirty="0">
                          <a:solidFill>
                            <a:schemeClr val="tx1"/>
                          </a:solidFill>
                          <a:effectLst/>
                          <a:latin typeface="+mn-lt"/>
                          <a:ea typeface="+mn-ea"/>
                        </a:rPr>
                        <a:t>暂定主要内容</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224227359"/>
                  </a:ext>
                </a:extLst>
              </a:tr>
              <a:tr h="303452">
                <a:tc>
                  <a:txBody>
                    <a:bodyPr/>
                    <a:lstStyle/>
                    <a:p>
                      <a:pPr algn="ctr">
                        <a:spcAft>
                          <a:spcPts val="0"/>
                        </a:spcAft>
                      </a:pPr>
                      <a:r>
                        <a:rPr lang="en-US" sz="1800" kern="100" dirty="0">
                          <a:effectLst/>
                          <a:latin typeface="+mn-lt"/>
                          <a:ea typeface="+mn-ea"/>
                        </a:rPr>
                        <a:t>1</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800" kern="100" dirty="0">
                          <a:effectLst/>
                          <a:latin typeface="+mn-lt"/>
                          <a:ea typeface="+mn-ea"/>
                        </a:rPr>
                        <a:t>2/2</a:t>
                      </a:r>
                      <a:r>
                        <a:rPr lang="en-US" altLang="zh-CN" sz="1800" kern="100" dirty="0">
                          <a:effectLst/>
                          <a:latin typeface="+mn-lt"/>
                          <a:ea typeface="+mn-ea"/>
                        </a:rPr>
                        <a:t>7</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sz="1800" kern="100" dirty="0">
                          <a:effectLst/>
                          <a:latin typeface="+mn-lt"/>
                          <a:ea typeface="+mn-ea"/>
                        </a:rPr>
                        <a:t>概论</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38216603"/>
                  </a:ext>
                </a:extLst>
              </a:tr>
              <a:tr h="303452">
                <a:tc>
                  <a:txBody>
                    <a:bodyPr/>
                    <a:lstStyle/>
                    <a:p>
                      <a:pPr algn="ctr">
                        <a:spcAft>
                          <a:spcPts val="0"/>
                        </a:spcAft>
                      </a:pPr>
                      <a:r>
                        <a:rPr lang="en-US" sz="1800" kern="100" dirty="0">
                          <a:solidFill>
                            <a:schemeClr val="tx1"/>
                          </a:solidFill>
                          <a:effectLst/>
                          <a:latin typeface="+mn-lt"/>
                          <a:ea typeface="+mn-ea"/>
                          <a:cs typeface="+mn-cs"/>
                        </a:rPr>
                        <a:t>2</a:t>
                      </a:r>
                      <a:endParaRPr lang="en-CN" sz="180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altLang="zh-CN" sz="1800" kern="100" dirty="0">
                          <a:solidFill>
                            <a:schemeClr val="tx1"/>
                          </a:solidFill>
                          <a:effectLst/>
                          <a:latin typeface="+mn-lt"/>
                          <a:ea typeface="+mn-ea"/>
                          <a:cs typeface="+mn-cs"/>
                        </a:rPr>
                        <a:t>3/5</a:t>
                      </a:r>
                      <a:endParaRPr lang="en-CN" sz="180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altLang="en-US" sz="1800" kern="100" dirty="0">
                          <a:solidFill>
                            <a:schemeClr val="tx1"/>
                          </a:solidFill>
                          <a:effectLst/>
                          <a:latin typeface="+mn-lt"/>
                          <a:ea typeface="+mn-ea"/>
                          <a:cs typeface="+mn-cs"/>
                        </a:rPr>
                        <a:t>布尔代数</a:t>
                      </a:r>
                      <a:endParaRPr lang="en-CN" sz="180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72337287"/>
                  </a:ext>
                </a:extLst>
              </a:tr>
              <a:tr h="303452">
                <a:tc>
                  <a:txBody>
                    <a:bodyPr/>
                    <a:lstStyle/>
                    <a:p>
                      <a:pPr algn="ctr">
                        <a:spcAft>
                          <a:spcPts val="0"/>
                        </a:spcAft>
                      </a:pPr>
                      <a:r>
                        <a:rPr lang="en-US" sz="1800" b="1" kern="100" dirty="0">
                          <a:solidFill>
                            <a:srgbClr val="3333FF"/>
                          </a:solidFill>
                          <a:effectLst/>
                          <a:latin typeface="+mn-lt"/>
                          <a:ea typeface="+mn-ea"/>
                          <a:cs typeface="+mn-cs"/>
                        </a:rPr>
                        <a:t>3</a:t>
                      </a:r>
                      <a:endParaRPr lang="en-CN" sz="1800" b="1" kern="100" dirty="0">
                        <a:solidFill>
                          <a:srgbClr val="3333FF"/>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800" b="1" kern="100" dirty="0">
                          <a:solidFill>
                            <a:srgbClr val="3333FF"/>
                          </a:solidFill>
                          <a:effectLst/>
                          <a:latin typeface="+mn-lt"/>
                          <a:ea typeface="+mn-ea"/>
                          <a:cs typeface="+mn-cs"/>
                        </a:rPr>
                        <a:t>3/</a:t>
                      </a:r>
                      <a:r>
                        <a:rPr lang="en-US" altLang="zh-CN" sz="1800" b="1" kern="100" dirty="0">
                          <a:solidFill>
                            <a:srgbClr val="3333FF"/>
                          </a:solidFill>
                          <a:effectLst/>
                          <a:latin typeface="+mn-lt"/>
                          <a:ea typeface="+mn-ea"/>
                          <a:cs typeface="+mn-cs"/>
                        </a:rPr>
                        <a:t>12</a:t>
                      </a:r>
                      <a:endParaRPr lang="en-CN" sz="1800" b="1" kern="100" dirty="0">
                        <a:solidFill>
                          <a:srgbClr val="3333FF"/>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altLang="en-US" sz="1800" b="1" kern="100" dirty="0">
                          <a:solidFill>
                            <a:srgbClr val="3333FF"/>
                          </a:solidFill>
                          <a:effectLst/>
                          <a:latin typeface="+mn-lt"/>
                          <a:ea typeface="+mn-ea"/>
                          <a:cs typeface="+mn-cs"/>
                        </a:rPr>
                        <a:t>组合逻辑</a:t>
                      </a:r>
                      <a:endParaRPr lang="en-CN" sz="1800" b="1" kern="100" dirty="0">
                        <a:solidFill>
                          <a:srgbClr val="3333FF"/>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16521860"/>
                  </a:ext>
                </a:extLst>
              </a:tr>
              <a:tr h="303452">
                <a:tc>
                  <a:txBody>
                    <a:bodyPr/>
                    <a:lstStyle/>
                    <a:p>
                      <a:pPr algn="ctr">
                        <a:spcAft>
                          <a:spcPts val="0"/>
                        </a:spcAft>
                      </a:pPr>
                      <a:r>
                        <a:rPr lang="en-US" sz="1800" kern="100" dirty="0">
                          <a:effectLst/>
                          <a:latin typeface="+mn-lt"/>
                          <a:ea typeface="+mn-ea"/>
                        </a:rPr>
                        <a:t>4</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800" kern="100" dirty="0">
                          <a:effectLst/>
                          <a:latin typeface="+mn-lt"/>
                          <a:ea typeface="+mn-ea"/>
                        </a:rPr>
                        <a:t>3/1</a:t>
                      </a:r>
                      <a:r>
                        <a:rPr lang="en-US" altLang="zh-CN" sz="1800" kern="100" dirty="0">
                          <a:effectLst/>
                          <a:latin typeface="+mn-lt"/>
                          <a:ea typeface="+mn-ea"/>
                        </a:rPr>
                        <a:t>9</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sz="1800" kern="100" dirty="0">
                          <a:effectLst/>
                          <a:latin typeface="+mn-lt"/>
                          <a:ea typeface="+mn-ea"/>
                        </a:rPr>
                        <a:t>时序逻辑</a:t>
                      </a:r>
                      <a:endParaRPr lang="en-CN" sz="1800" kern="10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7502044"/>
                  </a:ext>
                </a:extLst>
              </a:tr>
              <a:tr h="303452">
                <a:tc>
                  <a:txBody>
                    <a:bodyPr/>
                    <a:lstStyle/>
                    <a:p>
                      <a:pPr algn="ctr">
                        <a:spcAft>
                          <a:spcPts val="0"/>
                        </a:spcAft>
                      </a:pPr>
                      <a:r>
                        <a:rPr lang="en-US" sz="1800" kern="100" dirty="0">
                          <a:effectLst/>
                          <a:latin typeface="+mn-lt"/>
                          <a:ea typeface="+mn-ea"/>
                        </a:rPr>
                        <a:t>5</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800" kern="100" dirty="0">
                          <a:effectLst/>
                          <a:latin typeface="+mn-lt"/>
                          <a:ea typeface="+mn-ea"/>
                        </a:rPr>
                        <a:t>3/2</a:t>
                      </a:r>
                      <a:r>
                        <a:rPr lang="en-US" altLang="zh-CN" sz="1800" kern="100" dirty="0">
                          <a:effectLst/>
                          <a:latin typeface="+mn-lt"/>
                          <a:ea typeface="+mn-ea"/>
                        </a:rPr>
                        <a:t>6</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sz="1800" kern="100" dirty="0">
                          <a:effectLst/>
                          <a:latin typeface="+mn-lt"/>
                          <a:ea typeface="+mn-ea"/>
                        </a:rPr>
                        <a:t>时序逻辑</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03171284"/>
                  </a:ext>
                </a:extLst>
              </a:tr>
              <a:tr h="303452">
                <a:tc>
                  <a:txBody>
                    <a:bodyPr/>
                    <a:lstStyle/>
                    <a:p>
                      <a:pPr algn="ctr">
                        <a:spcAft>
                          <a:spcPts val="0"/>
                        </a:spcAft>
                      </a:pPr>
                      <a:r>
                        <a:rPr lang="en-US" sz="1800" kern="100" dirty="0">
                          <a:effectLst/>
                          <a:latin typeface="+mn-lt"/>
                          <a:ea typeface="+mn-ea"/>
                        </a:rPr>
                        <a:t>6</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altLang="zh-CN" sz="1800" kern="100" dirty="0">
                          <a:effectLst/>
                          <a:latin typeface="+mn-lt"/>
                          <a:ea typeface="+mn-ea"/>
                        </a:rPr>
                        <a:t>4</a:t>
                      </a:r>
                      <a:r>
                        <a:rPr lang="en-US" sz="1800" kern="100" dirty="0">
                          <a:effectLst/>
                          <a:latin typeface="+mn-lt"/>
                          <a:ea typeface="+mn-ea"/>
                        </a:rPr>
                        <a:t>/2</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sz="1800" kern="100" dirty="0">
                          <a:effectLst/>
                          <a:latin typeface="+mn-lt"/>
                          <a:ea typeface="+mn-ea"/>
                        </a:rPr>
                        <a:t>计算机指令系统</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99144793"/>
                  </a:ext>
                </a:extLst>
              </a:tr>
              <a:tr h="303452">
                <a:tc>
                  <a:txBody>
                    <a:bodyPr/>
                    <a:lstStyle/>
                    <a:p>
                      <a:pPr marL="0" algn="ctr" defTabSz="914400" rtl="0" eaLnBrk="1" latinLnBrk="0" hangingPunct="1">
                        <a:spcAft>
                          <a:spcPts val="0"/>
                        </a:spcAft>
                      </a:pPr>
                      <a:r>
                        <a:rPr lang="en-US" sz="1800" kern="100" dirty="0">
                          <a:solidFill>
                            <a:schemeClr val="tx1"/>
                          </a:solidFill>
                          <a:effectLst/>
                          <a:latin typeface="+mn-lt"/>
                          <a:ea typeface="+mn-ea"/>
                          <a:cs typeface="+mn-cs"/>
                        </a:rPr>
                        <a:t>7</a:t>
                      </a:r>
                      <a:endParaRPr lang="en-CN" sz="180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spcAft>
                          <a:spcPts val="0"/>
                        </a:spcAft>
                      </a:pPr>
                      <a:r>
                        <a:rPr lang="en-US" sz="1800" kern="100" dirty="0">
                          <a:solidFill>
                            <a:schemeClr val="tx1"/>
                          </a:solidFill>
                          <a:effectLst/>
                          <a:latin typeface="+mn-lt"/>
                          <a:ea typeface="+mn-ea"/>
                          <a:cs typeface="+mn-cs"/>
                        </a:rPr>
                        <a:t>4/</a:t>
                      </a:r>
                      <a:r>
                        <a:rPr lang="en-US" altLang="zh-CN" sz="1800" kern="100" dirty="0">
                          <a:solidFill>
                            <a:schemeClr val="tx1"/>
                          </a:solidFill>
                          <a:effectLst/>
                          <a:latin typeface="+mn-lt"/>
                          <a:ea typeface="+mn-ea"/>
                          <a:cs typeface="+mn-cs"/>
                        </a:rPr>
                        <a:t>9</a:t>
                      </a:r>
                      <a:endParaRPr lang="en-CN" sz="180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zh-CN" sz="1800" kern="100" dirty="0">
                          <a:effectLst/>
                          <a:latin typeface="+mn-lt"/>
                          <a:ea typeface="+mn-ea"/>
                        </a:rPr>
                        <a:t>计算机指令系统</a:t>
                      </a:r>
                      <a:endParaRPr lang="en-CN" altLang="zh-CN" sz="1800" kern="10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25838581"/>
                  </a:ext>
                </a:extLst>
              </a:tr>
              <a:tr h="303452">
                <a:tc>
                  <a:txBody>
                    <a:bodyPr/>
                    <a:lstStyle/>
                    <a:p>
                      <a:pPr algn="ctr">
                        <a:spcAft>
                          <a:spcPts val="0"/>
                        </a:spcAft>
                      </a:pPr>
                      <a:r>
                        <a:rPr lang="en-US" sz="1800" kern="100" dirty="0">
                          <a:effectLst/>
                          <a:latin typeface="+mn-lt"/>
                          <a:ea typeface="+mn-ea"/>
                        </a:rPr>
                        <a:t>8</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800" kern="100" dirty="0">
                          <a:solidFill>
                            <a:schemeClr val="tx1"/>
                          </a:solidFill>
                          <a:effectLst/>
                          <a:latin typeface="+mn-lt"/>
                          <a:ea typeface="+mn-ea"/>
                        </a:rPr>
                        <a:t>4/1</a:t>
                      </a:r>
                      <a:r>
                        <a:rPr lang="en-US" altLang="zh-CN" sz="1800" kern="100" dirty="0">
                          <a:solidFill>
                            <a:schemeClr val="tx1"/>
                          </a:solidFill>
                          <a:effectLst/>
                          <a:latin typeface="+mn-lt"/>
                          <a:ea typeface="+mn-ea"/>
                        </a:rPr>
                        <a:t>6</a:t>
                      </a:r>
                      <a:endParaRPr lang="en-CN" sz="1800" kern="100" dirty="0">
                        <a:solidFill>
                          <a:schemeClr val="tx1"/>
                        </a:solidFill>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kern="100" dirty="0">
                          <a:effectLst/>
                          <a:latin typeface="+mn-lt"/>
                          <a:ea typeface="+mn-ea"/>
                        </a:rPr>
                        <a:t>微处理器</a:t>
                      </a:r>
                      <a:endParaRPr lang="en-CN" altLang="zh-CN" sz="1800" kern="10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9159880"/>
                  </a:ext>
                </a:extLst>
              </a:tr>
              <a:tr h="303452">
                <a:tc>
                  <a:txBody>
                    <a:bodyPr/>
                    <a:lstStyle/>
                    <a:p>
                      <a:pPr algn="ctr">
                        <a:spcAft>
                          <a:spcPts val="0"/>
                        </a:spcAft>
                      </a:pPr>
                      <a:r>
                        <a:rPr lang="en-US" altLang="zh-CN" sz="1800" b="0" kern="100" dirty="0">
                          <a:solidFill>
                            <a:schemeClr val="tx1"/>
                          </a:solidFill>
                          <a:effectLst/>
                          <a:latin typeface="+mn-lt"/>
                          <a:ea typeface="+mn-ea"/>
                          <a:cs typeface="+mn-cs"/>
                        </a:rPr>
                        <a:t>9</a:t>
                      </a:r>
                      <a:endParaRPr lang="en-CN" sz="1800" b="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algn="ctr">
                        <a:spcAft>
                          <a:spcPts val="0"/>
                        </a:spcAft>
                      </a:pPr>
                      <a:r>
                        <a:rPr lang="zh-CN" altLang="en-US" sz="1800" kern="100" dirty="0">
                          <a:effectLst/>
                          <a:latin typeface="+mn-lt"/>
                          <a:ea typeface="+mn-ea"/>
                        </a:rPr>
                        <a:t>待定</a:t>
                      </a:r>
                      <a:endParaRPr lang="en-CN" sz="180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algn="ctr">
                        <a:spcAft>
                          <a:spcPts val="0"/>
                        </a:spcAft>
                      </a:pPr>
                      <a:r>
                        <a:rPr lang="zh-CN" altLang="en-US" sz="1800" kern="100" dirty="0">
                          <a:effectLst/>
                          <a:latin typeface="+mn-lt"/>
                          <a:ea typeface="+mn-ea"/>
                        </a:rPr>
                        <a:t>期中考试</a:t>
                      </a:r>
                      <a:endParaRPr lang="en-CN" sz="180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extLst>
                  <a:ext uri="{0D108BD9-81ED-4DB2-BD59-A6C34878D82A}">
                    <a16:rowId xmlns:a16="http://schemas.microsoft.com/office/drawing/2014/main" val="270427551"/>
                  </a:ext>
                </a:extLst>
              </a:tr>
              <a:tr h="303452">
                <a:tc>
                  <a:txBody>
                    <a:bodyPr/>
                    <a:lstStyle/>
                    <a:p>
                      <a:pPr algn="ctr">
                        <a:spcAft>
                          <a:spcPts val="0"/>
                        </a:spcAft>
                      </a:pPr>
                      <a:r>
                        <a:rPr lang="en-US" sz="1800" b="0" kern="100" dirty="0">
                          <a:solidFill>
                            <a:schemeClr val="tx1"/>
                          </a:solidFill>
                          <a:effectLst/>
                          <a:latin typeface="+mn-lt"/>
                          <a:ea typeface="+mn-ea"/>
                          <a:cs typeface="+mn-cs"/>
                        </a:rPr>
                        <a:t>10</a:t>
                      </a:r>
                      <a:endParaRPr lang="en-CN" sz="1800" b="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c>
                  <a:txBody>
                    <a:bodyPr/>
                    <a:lstStyle/>
                    <a:p>
                      <a:pPr algn="ctr">
                        <a:spcAft>
                          <a:spcPts val="0"/>
                        </a:spcAft>
                      </a:pPr>
                      <a:r>
                        <a:rPr lang="en-US" sz="1800" b="0" i="0" kern="100" dirty="0">
                          <a:solidFill>
                            <a:schemeClr val="tx1"/>
                          </a:solidFill>
                          <a:effectLst/>
                          <a:latin typeface="+mn-lt"/>
                          <a:ea typeface="+mn-ea"/>
                          <a:cs typeface="+mn-cs"/>
                        </a:rPr>
                        <a:t>4/</a:t>
                      </a:r>
                      <a:r>
                        <a:rPr lang="en-US" altLang="zh-CN" sz="1800" b="0" i="0" kern="100" dirty="0">
                          <a:solidFill>
                            <a:schemeClr val="tx1"/>
                          </a:solidFill>
                          <a:effectLst/>
                          <a:latin typeface="+mn-lt"/>
                          <a:ea typeface="+mn-ea"/>
                          <a:cs typeface="+mn-cs"/>
                        </a:rPr>
                        <a:t>30</a:t>
                      </a:r>
                      <a:endParaRPr lang="en-CN" sz="1800" b="0" i="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c>
                  <a:txBody>
                    <a:bodyPr/>
                    <a:lstStyle/>
                    <a:p>
                      <a:pPr algn="ctr">
                        <a:spcAft>
                          <a:spcPts val="0"/>
                        </a:spcAft>
                      </a:pPr>
                      <a:r>
                        <a:rPr lang="zh-CN" altLang="en-US" sz="1800" b="0" kern="100" dirty="0">
                          <a:solidFill>
                            <a:schemeClr val="tx1"/>
                          </a:solidFill>
                          <a:effectLst/>
                          <a:latin typeface="+mn-lt"/>
                          <a:ea typeface="+mn-ea"/>
                          <a:cs typeface="+mn-cs"/>
                        </a:rPr>
                        <a:t>劳动节放假</a:t>
                      </a:r>
                      <a:endParaRPr lang="en-CN" sz="1800" b="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extLst>
                  <a:ext uri="{0D108BD9-81ED-4DB2-BD59-A6C34878D82A}">
                    <a16:rowId xmlns:a16="http://schemas.microsoft.com/office/drawing/2014/main" val="390011716"/>
                  </a:ext>
                </a:extLst>
              </a:tr>
              <a:tr h="303452">
                <a:tc>
                  <a:txBody>
                    <a:bodyPr/>
                    <a:lstStyle/>
                    <a:p>
                      <a:pPr algn="ctr">
                        <a:spcAft>
                          <a:spcPts val="0"/>
                        </a:spcAft>
                      </a:pPr>
                      <a:r>
                        <a:rPr lang="en-US" sz="1800" kern="100" dirty="0">
                          <a:solidFill>
                            <a:schemeClr val="tx1"/>
                          </a:solidFill>
                          <a:effectLst/>
                          <a:latin typeface="+mn-lt"/>
                          <a:ea typeface="+mn-ea"/>
                          <a:cs typeface="+mn-cs"/>
                        </a:rPr>
                        <a:t>11</a:t>
                      </a:r>
                      <a:endParaRPr lang="en-CN" sz="180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800" kern="100" dirty="0">
                          <a:solidFill>
                            <a:schemeClr val="tx1"/>
                          </a:solidFill>
                          <a:effectLst/>
                          <a:latin typeface="+mn-lt"/>
                          <a:ea typeface="+mn-ea"/>
                          <a:cs typeface="+mn-cs"/>
                        </a:rPr>
                        <a:t>5/</a:t>
                      </a:r>
                      <a:r>
                        <a:rPr lang="en-US" altLang="zh-CN" sz="1800" kern="100" dirty="0">
                          <a:solidFill>
                            <a:schemeClr val="tx1"/>
                          </a:solidFill>
                          <a:effectLst/>
                          <a:latin typeface="+mn-lt"/>
                          <a:ea typeface="+mn-ea"/>
                          <a:cs typeface="+mn-cs"/>
                        </a:rPr>
                        <a:t>7</a:t>
                      </a:r>
                      <a:endParaRPr lang="en-CN" sz="180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kern="100" dirty="0">
                          <a:solidFill>
                            <a:schemeClr val="tx1"/>
                          </a:solidFill>
                          <a:effectLst/>
                          <a:latin typeface="+mn-lt"/>
                          <a:ea typeface="+mn-ea"/>
                          <a:cs typeface="+mn-cs"/>
                        </a:rPr>
                        <a:t>微处理器</a:t>
                      </a: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50714810"/>
                  </a:ext>
                </a:extLst>
              </a:tr>
              <a:tr h="303452">
                <a:tc>
                  <a:txBody>
                    <a:bodyPr/>
                    <a:lstStyle/>
                    <a:p>
                      <a:pPr algn="ctr">
                        <a:spcAft>
                          <a:spcPts val="0"/>
                        </a:spcAft>
                      </a:pPr>
                      <a:r>
                        <a:rPr lang="en-US" sz="1800" kern="100">
                          <a:effectLst/>
                          <a:latin typeface="+mn-lt"/>
                          <a:ea typeface="+mn-ea"/>
                        </a:rPr>
                        <a:t>12</a:t>
                      </a:r>
                      <a:endParaRPr lang="en-CN" sz="1800" kern="10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800" kern="100" dirty="0">
                          <a:solidFill>
                            <a:schemeClr val="tx1"/>
                          </a:solidFill>
                          <a:effectLst/>
                          <a:latin typeface="+mn-lt"/>
                          <a:ea typeface="+mn-ea"/>
                        </a:rPr>
                        <a:t>5/</a:t>
                      </a:r>
                      <a:r>
                        <a:rPr lang="en-US" altLang="zh-CN" sz="1800" kern="100" dirty="0">
                          <a:solidFill>
                            <a:schemeClr val="tx1"/>
                          </a:solidFill>
                          <a:effectLst/>
                          <a:latin typeface="+mn-lt"/>
                          <a:ea typeface="+mn-ea"/>
                        </a:rPr>
                        <a:t>14</a:t>
                      </a:r>
                      <a:endParaRPr lang="en-CN" sz="1800" kern="100" dirty="0">
                        <a:solidFill>
                          <a:schemeClr val="tx1"/>
                        </a:solidFill>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altLang="en-CN" sz="1800" kern="100" dirty="0">
                          <a:effectLst/>
                          <a:latin typeface="+mn-lt"/>
                          <a:ea typeface="+mn-ea"/>
                        </a:rPr>
                        <a:t>微处理器</a:t>
                      </a:r>
                      <a:r>
                        <a:rPr lang="en-US" altLang="zh-CN" sz="1800" kern="100" dirty="0">
                          <a:effectLst/>
                          <a:latin typeface="+mn-lt"/>
                          <a:ea typeface="+mn-ea"/>
                        </a:rPr>
                        <a:t>/</a:t>
                      </a:r>
                      <a:r>
                        <a:rPr lang="zh-CN" altLang="en-US" sz="1800" kern="100" dirty="0">
                          <a:effectLst/>
                          <a:latin typeface="+mn-lt"/>
                          <a:ea typeface="+mn-ea"/>
                        </a:rPr>
                        <a:t>流水线</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96459178"/>
                  </a:ext>
                </a:extLst>
              </a:tr>
              <a:tr h="303452">
                <a:tc>
                  <a:txBody>
                    <a:bodyPr/>
                    <a:lstStyle/>
                    <a:p>
                      <a:pPr algn="ctr">
                        <a:spcAft>
                          <a:spcPts val="0"/>
                        </a:spcAft>
                      </a:pPr>
                      <a:r>
                        <a:rPr lang="en-US" sz="1800" kern="100" dirty="0">
                          <a:effectLst/>
                          <a:latin typeface="+mn-lt"/>
                          <a:ea typeface="+mn-ea"/>
                        </a:rPr>
                        <a:t>13</a:t>
                      </a:r>
                      <a:endParaRPr lang="en-CN" sz="1800" kern="10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800" kern="100" dirty="0">
                          <a:effectLst/>
                          <a:latin typeface="+mn-lt"/>
                          <a:ea typeface="+mn-ea"/>
                        </a:rPr>
                        <a:t>5/</a:t>
                      </a:r>
                      <a:r>
                        <a:rPr lang="en-US" altLang="zh-CN" sz="1800" kern="100" dirty="0">
                          <a:effectLst/>
                          <a:latin typeface="+mn-lt"/>
                          <a:ea typeface="+mn-ea"/>
                        </a:rPr>
                        <a:t>21</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sz="1800" kern="100" dirty="0">
                          <a:effectLst/>
                          <a:latin typeface="+mn-lt"/>
                          <a:ea typeface="+mn-ea"/>
                        </a:rPr>
                        <a:t>流水线</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09920872"/>
                  </a:ext>
                </a:extLst>
              </a:tr>
              <a:tr h="303452">
                <a:tc>
                  <a:txBody>
                    <a:bodyPr/>
                    <a:lstStyle/>
                    <a:p>
                      <a:pPr algn="ctr">
                        <a:spcAft>
                          <a:spcPts val="0"/>
                        </a:spcAft>
                      </a:pPr>
                      <a:r>
                        <a:rPr lang="en-US" sz="1800" kern="100" dirty="0">
                          <a:effectLst/>
                          <a:latin typeface="+mn-lt"/>
                          <a:ea typeface="+mn-ea"/>
                        </a:rPr>
                        <a:t>14</a:t>
                      </a:r>
                      <a:endParaRPr lang="en-CN" sz="1800" kern="10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800" kern="100" dirty="0">
                          <a:effectLst/>
                          <a:latin typeface="+mn-lt"/>
                          <a:ea typeface="+mn-ea"/>
                        </a:rPr>
                        <a:t>5/</a:t>
                      </a:r>
                      <a:r>
                        <a:rPr lang="en-US" altLang="zh-CN" sz="1800" kern="100" dirty="0">
                          <a:effectLst/>
                          <a:latin typeface="+mn-lt"/>
                          <a:ea typeface="+mn-ea"/>
                        </a:rPr>
                        <a:t>28</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sz="1800" kern="100" dirty="0">
                          <a:effectLst/>
                          <a:latin typeface="+mn-lt"/>
                          <a:ea typeface="+mn-ea"/>
                        </a:rPr>
                        <a:t>流水线</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37062504"/>
                  </a:ext>
                </a:extLst>
              </a:tr>
              <a:tr h="303452">
                <a:tc>
                  <a:txBody>
                    <a:bodyPr/>
                    <a:lstStyle/>
                    <a:p>
                      <a:pPr algn="ctr">
                        <a:spcAft>
                          <a:spcPts val="0"/>
                        </a:spcAft>
                      </a:pPr>
                      <a:r>
                        <a:rPr lang="en-US" sz="1800" kern="100" dirty="0">
                          <a:effectLst/>
                          <a:latin typeface="+mn-lt"/>
                          <a:ea typeface="+mn-ea"/>
                        </a:rPr>
                        <a:t>15</a:t>
                      </a:r>
                      <a:endParaRPr lang="en-CN" sz="1800" kern="10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altLang="zh-CN" sz="1800" kern="100" dirty="0">
                          <a:effectLst/>
                          <a:latin typeface="+mn-lt"/>
                          <a:ea typeface="+mn-ea"/>
                        </a:rPr>
                        <a:t>6</a:t>
                      </a:r>
                      <a:r>
                        <a:rPr lang="en-US" sz="1800" kern="100" dirty="0">
                          <a:effectLst/>
                          <a:latin typeface="+mn-lt"/>
                          <a:ea typeface="+mn-ea"/>
                        </a:rPr>
                        <a:t>/</a:t>
                      </a:r>
                      <a:r>
                        <a:rPr lang="en-US" altLang="zh-CN" sz="1800" kern="100" dirty="0">
                          <a:effectLst/>
                          <a:latin typeface="+mn-lt"/>
                          <a:ea typeface="+mn-ea"/>
                        </a:rPr>
                        <a:t>4</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sz="1800" kern="100" dirty="0">
                          <a:effectLst/>
                          <a:latin typeface="+mn-lt"/>
                          <a:ea typeface="+mn-ea"/>
                        </a:rPr>
                        <a:t>存储器</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492450"/>
                  </a:ext>
                </a:extLst>
              </a:tr>
              <a:tr h="303452">
                <a:tc>
                  <a:txBody>
                    <a:bodyPr/>
                    <a:lstStyle/>
                    <a:p>
                      <a:pPr algn="ctr">
                        <a:spcAft>
                          <a:spcPts val="0"/>
                        </a:spcAft>
                      </a:pPr>
                      <a:r>
                        <a:rPr lang="en-US" altLang="zh-CN" sz="1800" kern="100" dirty="0">
                          <a:effectLst/>
                          <a:latin typeface="+mn-lt"/>
                          <a:ea typeface="+mn-ea"/>
                        </a:rPr>
                        <a:t>16</a:t>
                      </a:r>
                      <a:endParaRPr lang="en-CN" sz="1800" kern="10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altLang="zh-CN" sz="1800" kern="100" dirty="0">
                          <a:effectLst/>
                          <a:latin typeface="+mn-lt"/>
                          <a:ea typeface="+mn-ea"/>
                        </a:rPr>
                        <a:t>6/11</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sz="1800" kern="100" dirty="0">
                          <a:effectLst/>
                          <a:latin typeface="+mn-lt"/>
                          <a:ea typeface="+mn-ea"/>
                        </a:rPr>
                        <a:t>存储器</a:t>
                      </a:r>
                      <a:r>
                        <a:rPr lang="en-US" altLang="zh-CN" sz="1800" kern="100" dirty="0">
                          <a:effectLst/>
                          <a:latin typeface="+mn-lt"/>
                          <a:ea typeface="+mn-ea"/>
                        </a:rPr>
                        <a:t>/IO</a:t>
                      </a:r>
                      <a:r>
                        <a:rPr lang="zh-CN" altLang="en-US" sz="1800" kern="100" dirty="0">
                          <a:effectLst/>
                          <a:latin typeface="+mn-lt"/>
                          <a:ea typeface="+mn-ea"/>
                        </a:rPr>
                        <a:t>与总线</a:t>
                      </a:r>
                      <a:r>
                        <a:rPr lang="en-US" altLang="zh-CN" sz="1800" kern="100" dirty="0">
                          <a:effectLst/>
                          <a:latin typeface="+mn-lt"/>
                          <a:ea typeface="+mn-ea"/>
                        </a:rPr>
                        <a:t>/</a:t>
                      </a:r>
                      <a:r>
                        <a:rPr lang="zh-CN" altLang="en-US" sz="1800" kern="100" dirty="0">
                          <a:effectLst/>
                          <a:latin typeface="+mn-lt"/>
                          <a:ea typeface="+mn-ea"/>
                        </a:rPr>
                        <a:t>总结</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11204958"/>
                  </a:ext>
                </a:extLst>
              </a:tr>
            </a:tbl>
          </a:graphicData>
        </a:graphic>
      </p:graphicFrame>
    </p:spTree>
    <p:extLst>
      <p:ext uri="{BB962C8B-B14F-4D97-AF65-F5344CB8AC3E}">
        <p14:creationId xmlns:p14="http://schemas.microsoft.com/office/powerpoint/2010/main" val="18450529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64947-5B8C-A44D-AA76-4D06C342CCB1}"/>
              </a:ext>
            </a:extLst>
          </p:cNvPr>
          <p:cNvSpPr>
            <a:spLocks noGrp="1"/>
          </p:cNvSpPr>
          <p:nvPr>
            <p:ph type="title"/>
          </p:nvPr>
        </p:nvSpPr>
        <p:spPr>
          <a:xfrm>
            <a:off x="457200" y="125760"/>
            <a:ext cx="8229600" cy="1143000"/>
          </a:xfrm>
        </p:spPr>
        <p:txBody>
          <a:bodyPr/>
          <a:lstStyle/>
          <a:p>
            <a:r>
              <a:rPr lang="en-CN" b="1" dirty="0"/>
              <a:t>本节课学习目标</a:t>
            </a:r>
          </a:p>
        </p:txBody>
      </p:sp>
      <p:sp>
        <p:nvSpPr>
          <p:cNvPr id="4" name="Content Placeholder 3">
            <a:extLst>
              <a:ext uri="{FF2B5EF4-FFF2-40B4-BE49-F238E27FC236}">
                <a16:creationId xmlns:a16="http://schemas.microsoft.com/office/drawing/2014/main" id="{B765AAB3-8057-D94A-9029-CAAF3A16538E}"/>
              </a:ext>
            </a:extLst>
          </p:cNvPr>
          <p:cNvSpPr>
            <a:spLocks noGrp="1"/>
          </p:cNvSpPr>
          <p:nvPr>
            <p:ph idx="1"/>
          </p:nvPr>
        </p:nvSpPr>
        <p:spPr>
          <a:xfrm>
            <a:off x="457200" y="1539073"/>
            <a:ext cx="8229600" cy="4716463"/>
          </a:xfrm>
        </p:spPr>
        <p:txBody>
          <a:bodyPr/>
          <a:lstStyle/>
          <a:p>
            <a:r>
              <a:rPr lang="en-CN" sz="3200" b="1">
                <a:solidFill>
                  <a:schemeClr val="accent6"/>
                </a:solidFill>
              </a:rPr>
              <a:t>理解</a:t>
            </a:r>
            <a:endParaRPr lang="en-US" sz="3200" b="1" dirty="0">
              <a:solidFill>
                <a:schemeClr val="accent6"/>
              </a:solidFill>
            </a:endParaRPr>
          </a:p>
          <a:p>
            <a:pPr lvl="1"/>
            <a:r>
              <a:rPr lang="en-CN" sz="2400">
                <a:solidFill>
                  <a:schemeClr val="accent6"/>
                </a:solidFill>
                <a:cs typeface="+mn-cs"/>
              </a:rPr>
              <a:t>布尔代数到组合逻辑的映射</a:t>
            </a:r>
            <a:endParaRPr lang="en-US" altLang="zh-CN" sz="2400" dirty="0">
              <a:solidFill>
                <a:schemeClr val="accent6"/>
              </a:solidFill>
              <a:cs typeface="+mn-cs"/>
            </a:endParaRPr>
          </a:p>
          <a:p>
            <a:pPr lvl="1"/>
            <a:r>
              <a:rPr lang="zh-CN" altLang="en-US" sz="2400" dirty="0">
                <a:solidFill>
                  <a:schemeClr val="accent6"/>
                </a:solidFill>
                <a:cs typeface="+mn-cs"/>
              </a:rPr>
              <a:t>组合逻辑电路的评价指标和</a:t>
            </a:r>
            <a:r>
              <a:rPr lang="zh-CN" altLang="en-CN" sz="2400" dirty="0">
                <a:solidFill>
                  <a:schemeClr val="accent6"/>
                </a:solidFill>
                <a:cs typeface="+mn-cs"/>
              </a:rPr>
              <a:t>非理想</a:t>
            </a:r>
            <a:r>
              <a:rPr lang="zh-CN" altLang="en-US" sz="2400" dirty="0">
                <a:solidFill>
                  <a:schemeClr val="accent6"/>
                </a:solidFill>
                <a:cs typeface="+mn-cs"/>
              </a:rPr>
              <a:t>因素</a:t>
            </a:r>
            <a:endParaRPr lang="en-CN" sz="2400" dirty="0">
              <a:solidFill>
                <a:schemeClr val="accent6"/>
              </a:solidFill>
              <a:cs typeface="+mn-cs"/>
            </a:endParaRPr>
          </a:p>
          <a:p>
            <a:r>
              <a:rPr lang="en-CN" sz="3200" b="1">
                <a:solidFill>
                  <a:srgbClr val="7030A0"/>
                </a:solidFill>
              </a:rPr>
              <a:t>掌握</a:t>
            </a:r>
            <a:endParaRPr lang="en-US" sz="3200" b="1" dirty="0">
              <a:solidFill>
                <a:srgbClr val="7030A0"/>
              </a:solidFill>
            </a:endParaRPr>
          </a:p>
          <a:p>
            <a:pPr lvl="1"/>
            <a:r>
              <a:rPr lang="en-CN" sz="2400">
                <a:solidFill>
                  <a:srgbClr val="7030A0"/>
                </a:solidFill>
                <a:cs typeface="+mn-cs"/>
              </a:rPr>
              <a:t>组合逻辑电路的分析和设计方法</a:t>
            </a:r>
            <a:r>
              <a:rPr lang="zh-CN" altLang="en-US" sz="2400" dirty="0">
                <a:solidFill>
                  <a:srgbClr val="7030A0"/>
                </a:solidFill>
                <a:cs typeface="+mn-cs"/>
              </a:rPr>
              <a:t>，实现常见组合逻辑电路的应用和优化</a:t>
            </a:r>
            <a:endParaRPr lang="en-US" altLang="zh-CN" sz="2400" dirty="0">
              <a:solidFill>
                <a:srgbClr val="7030A0"/>
              </a:solidFill>
              <a:cs typeface="+mn-cs"/>
            </a:endParaRPr>
          </a:p>
          <a:p>
            <a:r>
              <a:rPr lang="zh-CN" altLang="en-US" sz="3200" b="1" dirty="0">
                <a:solidFill>
                  <a:srgbClr val="3333FF"/>
                </a:solidFill>
              </a:rPr>
              <a:t>树立</a:t>
            </a:r>
            <a:endParaRPr lang="en-US" altLang="zh-CN" sz="3200" b="1" dirty="0">
              <a:solidFill>
                <a:srgbClr val="3333FF"/>
              </a:solidFill>
            </a:endParaRPr>
          </a:p>
          <a:p>
            <a:pPr lvl="1"/>
            <a:r>
              <a:rPr lang="zh-CN" altLang="en-US" sz="2400" dirty="0">
                <a:solidFill>
                  <a:srgbClr val="3333FF"/>
                </a:solidFill>
              </a:rPr>
              <a:t>跨层次设计理念和折衷优化思想</a:t>
            </a:r>
            <a:endParaRPr lang="en-CN" sz="2800" dirty="0">
              <a:solidFill>
                <a:srgbClr val="3333FF"/>
              </a:solidFill>
            </a:endParaRPr>
          </a:p>
        </p:txBody>
      </p:sp>
      <p:sp>
        <p:nvSpPr>
          <p:cNvPr id="3" name="Slide Number Placeholder 2">
            <a:extLst>
              <a:ext uri="{FF2B5EF4-FFF2-40B4-BE49-F238E27FC236}">
                <a16:creationId xmlns:a16="http://schemas.microsoft.com/office/drawing/2014/main" id="{1A685BD2-3D51-284E-B948-5ADC94760FD6}"/>
              </a:ext>
            </a:extLst>
          </p:cNvPr>
          <p:cNvSpPr>
            <a:spLocks noGrp="1"/>
          </p:cNvSpPr>
          <p:nvPr>
            <p:ph type="sldNum" sz="quarter" idx="12"/>
          </p:nvPr>
        </p:nvSpPr>
        <p:spPr/>
        <p:txBody>
          <a:bodyPr/>
          <a:lstStyle/>
          <a:p>
            <a:pPr>
              <a:defRPr/>
            </a:pPr>
            <a:fld id="{F8B2A855-7301-4036-B977-4E13EC7544E9}" type="slidenum">
              <a:rPr lang="zh-CN" altLang="en-US" smtClean="0"/>
              <a:pPr>
                <a:defRPr/>
              </a:pPr>
              <a:t>6</a:t>
            </a:fld>
            <a:endParaRPr lang="en-US" altLang="zh-CN" dirty="0"/>
          </a:p>
        </p:txBody>
      </p:sp>
    </p:spTree>
    <p:extLst>
      <p:ext uri="{BB962C8B-B14F-4D97-AF65-F5344CB8AC3E}">
        <p14:creationId xmlns:p14="http://schemas.microsoft.com/office/powerpoint/2010/main" val="18976422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a:xfrm>
            <a:off x="457200" y="125760"/>
            <a:ext cx="8229600" cy="1143000"/>
          </a:xfrm>
        </p:spPr>
        <p:txBody>
          <a:bodyPr/>
          <a:lstStyle/>
          <a:p>
            <a:r>
              <a:rPr lang="zh-CN" altLang="en-US" b="1" dirty="0">
                <a:latin typeface="黑体" pitchFamily="49" charset="-122"/>
              </a:rPr>
              <a:t>本节课目录</a:t>
            </a:r>
            <a:endParaRPr lang="zh-CN" altLang="en-US" b="1" dirty="0"/>
          </a:p>
        </p:txBody>
      </p:sp>
      <p:sp>
        <p:nvSpPr>
          <p:cNvPr id="45065" name="灯片编号占位符 48"/>
          <p:cNvSpPr>
            <a:spLocks noGrp="1"/>
          </p:cNvSpPr>
          <p:nvPr>
            <p:ph type="sldNum" sz="quarter" idx="12"/>
          </p:nvPr>
        </p:nvSpPr>
        <p:spPr>
          <a:xfrm>
            <a:off x="6553200" y="6250597"/>
            <a:ext cx="21336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eaLnBrk="1" hangingPunct="1"/>
            <a:fld id="{AE3D9C27-AD2E-40BD-A99F-0F76FC6F117A}" type="slidenum">
              <a:rPr lang="en-US" altLang="zh-CN" sz="1400" smtClean="0">
                <a:solidFill>
                  <a:schemeClr val="tx1"/>
                </a:solidFill>
                <a:latin typeface="+mn-ea"/>
                <a:ea typeface="+mn-ea"/>
              </a:rPr>
              <a:pPr eaLnBrk="1" hangingPunct="1"/>
              <a:t>7</a:t>
            </a:fld>
            <a:endParaRPr lang="en-US" altLang="zh-CN" sz="1400" dirty="0">
              <a:solidFill>
                <a:schemeClr val="tx1"/>
              </a:solidFill>
              <a:latin typeface="+mn-ea"/>
              <a:ea typeface="+mn-ea"/>
            </a:endParaRPr>
          </a:p>
        </p:txBody>
      </p:sp>
      <p:sp>
        <p:nvSpPr>
          <p:cNvPr id="28" name="Content Placeholder 2">
            <a:extLst>
              <a:ext uri="{FF2B5EF4-FFF2-40B4-BE49-F238E27FC236}">
                <a16:creationId xmlns:a16="http://schemas.microsoft.com/office/drawing/2014/main" id="{F8F2EEF9-6CF3-384F-BE94-6919070C2973}"/>
              </a:ext>
            </a:extLst>
          </p:cNvPr>
          <p:cNvSpPr txBox="1">
            <a:spLocks/>
          </p:cNvSpPr>
          <p:nvPr/>
        </p:nvSpPr>
        <p:spPr>
          <a:xfrm>
            <a:off x="647564" y="1511686"/>
            <a:ext cx="8229600" cy="4967511"/>
          </a:xfrm>
          <a:prstGeom prst="rect">
            <a:avLst/>
          </a:prstGeom>
        </p:spPr>
        <p:txBody>
          <a:bodyPr/>
          <a:lstStyle>
            <a:lvl1pPr marL="342900" indent="-342900" algn="l" rtl="0" eaLnBrk="1" fontAlgn="base" hangingPunct="1">
              <a:spcBef>
                <a:spcPct val="20000"/>
              </a:spcBef>
              <a:spcAft>
                <a:spcPct val="0"/>
              </a:spcAft>
              <a:buChar char="•"/>
              <a:defRPr sz="3200" b="1">
                <a:solidFill>
                  <a:schemeClr val="tx1"/>
                </a:solidFill>
                <a:latin typeface="+mn-lt"/>
                <a:ea typeface="黑体" panose="02010609060101010101" pitchFamily="49" charset="-122"/>
                <a:cs typeface="+mn-cs"/>
              </a:defRPr>
            </a:lvl1pPr>
            <a:lvl2pPr marL="742950" indent="-285750" algn="l" rtl="0" eaLnBrk="1" fontAlgn="base" hangingPunct="1">
              <a:spcBef>
                <a:spcPct val="20000"/>
              </a:spcBef>
              <a:spcAft>
                <a:spcPct val="0"/>
              </a:spcAft>
              <a:buChar char="–"/>
              <a:defRPr sz="2800" b="1">
                <a:solidFill>
                  <a:schemeClr val="tx1"/>
                </a:solidFill>
                <a:latin typeface="+mn-lt"/>
                <a:ea typeface="黑体" panose="02010609060101010101" pitchFamily="49" charset="-122"/>
              </a:defRPr>
            </a:lvl2pPr>
            <a:lvl3pPr marL="1143000" indent="-228600" algn="l" rtl="0" eaLnBrk="1" fontAlgn="base" hangingPunct="1">
              <a:spcBef>
                <a:spcPct val="20000"/>
              </a:spcBef>
              <a:spcAft>
                <a:spcPct val="0"/>
              </a:spcAft>
              <a:buChar char="•"/>
              <a:defRPr sz="2400" b="1">
                <a:solidFill>
                  <a:schemeClr val="tx1"/>
                </a:solidFill>
                <a:latin typeface="+mn-lt"/>
                <a:ea typeface="黑体" panose="02010609060101010101" pitchFamily="49" charset="-122"/>
              </a:defRPr>
            </a:lvl3pPr>
            <a:lvl4pPr marL="1600200" indent="-228600" algn="l" rtl="0" eaLnBrk="1" fontAlgn="base" hangingPunct="1">
              <a:spcBef>
                <a:spcPct val="20000"/>
              </a:spcBef>
              <a:spcAft>
                <a:spcPct val="0"/>
              </a:spcAft>
              <a:buChar char="–"/>
              <a:defRPr sz="2000" b="1">
                <a:solidFill>
                  <a:schemeClr val="tx1"/>
                </a:solidFill>
                <a:latin typeface="+mn-lt"/>
                <a:ea typeface="黑体" panose="02010609060101010101" pitchFamily="49" charset="-122"/>
              </a:defRPr>
            </a:lvl4pPr>
            <a:lvl5pPr marL="2057400" indent="-228600" algn="l" rtl="0" eaLnBrk="1" fontAlgn="base" hangingPunct="1">
              <a:spcBef>
                <a:spcPct val="20000"/>
              </a:spcBef>
              <a:spcAft>
                <a:spcPct val="0"/>
              </a:spcAft>
              <a:buChar char="»"/>
              <a:defRPr sz="2000" b="1">
                <a:solidFill>
                  <a:schemeClr val="tx1"/>
                </a:solidFill>
                <a:latin typeface="+mn-lt"/>
                <a:ea typeface="黑体" panose="02010609060101010101" pitchFamily="49" charset="-122"/>
              </a:defRPr>
            </a:lvl5pPr>
            <a:lvl6pPr marL="2514600" indent="-228600" algn="l" rtl="0" eaLnBrk="1" fontAlgn="base" hangingPunct="1">
              <a:spcBef>
                <a:spcPct val="20000"/>
              </a:spcBef>
              <a:spcAft>
                <a:spcPct val="0"/>
              </a:spcAft>
              <a:buChar char="»"/>
              <a:defRPr sz="2000" b="1">
                <a:solidFill>
                  <a:schemeClr val="tx1"/>
                </a:solidFill>
                <a:latin typeface="+mn-lt"/>
                <a:ea typeface="+mn-ea"/>
              </a:defRPr>
            </a:lvl6pPr>
            <a:lvl7pPr marL="2971800" indent="-228600" algn="l" rtl="0" eaLnBrk="1" fontAlgn="base" hangingPunct="1">
              <a:spcBef>
                <a:spcPct val="20000"/>
              </a:spcBef>
              <a:spcAft>
                <a:spcPct val="0"/>
              </a:spcAft>
              <a:buChar char="»"/>
              <a:defRPr sz="2000" b="1">
                <a:solidFill>
                  <a:schemeClr val="tx1"/>
                </a:solidFill>
                <a:latin typeface="+mn-lt"/>
                <a:ea typeface="+mn-ea"/>
              </a:defRPr>
            </a:lvl7pPr>
            <a:lvl8pPr marL="3429000" indent="-228600" algn="l" rtl="0" eaLnBrk="1" fontAlgn="base" hangingPunct="1">
              <a:spcBef>
                <a:spcPct val="20000"/>
              </a:spcBef>
              <a:spcAft>
                <a:spcPct val="0"/>
              </a:spcAft>
              <a:buChar char="»"/>
              <a:defRPr sz="2000" b="1">
                <a:solidFill>
                  <a:schemeClr val="tx1"/>
                </a:solidFill>
                <a:latin typeface="+mn-lt"/>
                <a:ea typeface="+mn-ea"/>
              </a:defRPr>
            </a:lvl8pPr>
            <a:lvl9pPr marL="3886200" indent="-228600" algn="l" rtl="0" eaLnBrk="1" fontAlgn="base" hangingPunct="1">
              <a:spcBef>
                <a:spcPct val="20000"/>
              </a:spcBef>
              <a:spcAft>
                <a:spcPct val="0"/>
              </a:spcAft>
              <a:buChar char="»"/>
              <a:defRPr sz="2000" b="1">
                <a:solidFill>
                  <a:schemeClr val="tx1"/>
                </a:solidFill>
                <a:latin typeface="+mn-lt"/>
                <a:ea typeface="+mn-ea"/>
              </a:defRPr>
            </a:lvl9pPr>
          </a:lstStyle>
          <a:p>
            <a:r>
              <a:rPr lang="en-US" kern="0" dirty="0" err="1">
                <a:solidFill>
                  <a:srgbClr val="3333FF"/>
                </a:solidFill>
              </a:rPr>
              <a:t>从布尔表达式到开关电路</a:t>
            </a:r>
            <a:endParaRPr lang="en-US" kern="0" dirty="0">
              <a:solidFill>
                <a:srgbClr val="3333FF"/>
              </a:solidFill>
            </a:endParaRPr>
          </a:p>
          <a:p>
            <a:r>
              <a:rPr lang="en-US" kern="0" dirty="0" err="1"/>
              <a:t>定义</a:t>
            </a:r>
            <a:r>
              <a:rPr lang="zh-CN" altLang="en-US" kern="0" dirty="0"/>
              <a:t>、分析、设计</a:t>
            </a:r>
            <a:endParaRPr lang="en-MY" altLang="zh-CN" kern="0" dirty="0"/>
          </a:p>
          <a:p>
            <a:r>
              <a:rPr lang="zh-CN" altLang="en-US" kern="0" dirty="0"/>
              <a:t>评价指标和冒险</a:t>
            </a:r>
            <a:endParaRPr lang="en-MY" altLang="zh-CN" kern="0" dirty="0"/>
          </a:p>
          <a:p>
            <a:r>
              <a:rPr lang="zh-CN" altLang="en-US" kern="0" dirty="0"/>
              <a:t>常用组合逻辑模块</a:t>
            </a:r>
            <a:endParaRPr lang="en-CN" kern="0" dirty="0"/>
          </a:p>
        </p:txBody>
      </p:sp>
    </p:spTree>
    <p:extLst>
      <p:ext uri="{BB962C8B-B14F-4D97-AF65-F5344CB8AC3E}">
        <p14:creationId xmlns:p14="http://schemas.microsoft.com/office/powerpoint/2010/main" val="10471673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8" name="标题 1"/>
          <p:cNvSpPr>
            <a:spLocks noGrp="1"/>
          </p:cNvSpPr>
          <p:nvPr>
            <p:ph type="title"/>
          </p:nvPr>
        </p:nvSpPr>
        <p:spPr>
          <a:xfrm>
            <a:off x="571500" y="149699"/>
            <a:ext cx="8229600" cy="1143000"/>
          </a:xfrm>
        </p:spPr>
        <p:txBody>
          <a:bodyPr/>
          <a:lstStyle/>
          <a:p>
            <a:r>
              <a:rPr lang="zh-CN" altLang="en-US" b="1" dirty="0"/>
              <a:t>布尔表达式与开关电路的实现</a:t>
            </a:r>
          </a:p>
        </p:txBody>
      </p:sp>
      <p:sp>
        <p:nvSpPr>
          <p:cNvPr id="30" name="幻灯片编号占位符 1">
            <a:extLst>
              <a:ext uri="{FF2B5EF4-FFF2-40B4-BE49-F238E27FC236}">
                <a16:creationId xmlns:a16="http://schemas.microsoft.com/office/drawing/2014/main" id="{F295B4AA-1307-1444-9994-E194C341A3FF}"/>
              </a:ext>
            </a:extLst>
          </p:cNvPr>
          <p:cNvSpPr>
            <a:spLocks noGrp="1"/>
          </p:cNvSpPr>
          <p:nvPr>
            <p:ph type="sldNum" sz="quarter" idx="12"/>
          </p:nvPr>
        </p:nvSpPr>
        <p:spPr/>
        <p:txBody>
          <a:bodyPr/>
          <a:lstStyle/>
          <a:p>
            <a:pPr>
              <a:defRPr/>
            </a:pPr>
            <a:fld id="{32A7F497-9298-4E9C-9D52-2133934E05FC}" type="slidenum">
              <a:rPr lang="zh-CN" altLang="en-US" b="1" smtClean="0"/>
              <a:pPr>
                <a:defRPr/>
              </a:pPr>
              <a:t>8</a:t>
            </a:fld>
            <a:endParaRPr lang="en-US" altLang="zh-CN" b="1" dirty="0"/>
          </a:p>
        </p:txBody>
      </p:sp>
      <p:pic>
        <p:nvPicPr>
          <p:cNvPr id="7" name="图片 6">
            <a:extLst>
              <a:ext uri="{FF2B5EF4-FFF2-40B4-BE49-F238E27FC236}">
                <a16:creationId xmlns:a16="http://schemas.microsoft.com/office/drawing/2014/main" id="{ABA449BC-4E15-F341-9D4E-45A49EF074C3}"/>
              </a:ext>
            </a:extLst>
          </p:cNvPr>
          <p:cNvPicPr>
            <a:picLocks noChangeAspect="1"/>
          </p:cNvPicPr>
          <p:nvPr/>
        </p:nvPicPr>
        <p:blipFill>
          <a:blip r:embed="rId3"/>
          <a:stretch>
            <a:fillRect/>
          </a:stretch>
        </p:blipFill>
        <p:spPr>
          <a:xfrm>
            <a:off x="342900" y="1552834"/>
            <a:ext cx="8458200" cy="4114800"/>
          </a:xfrm>
          <a:prstGeom prst="rect">
            <a:avLst/>
          </a:prstGeom>
        </p:spPr>
      </p:pic>
      <p:sp>
        <p:nvSpPr>
          <p:cNvPr id="18" name="右大括号 17">
            <a:extLst>
              <a:ext uri="{FF2B5EF4-FFF2-40B4-BE49-F238E27FC236}">
                <a16:creationId xmlns:a16="http://schemas.microsoft.com/office/drawing/2014/main" id="{F6B61652-25B6-D54B-821E-625A0A36EE7D}"/>
              </a:ext>
            </a:extLst>
          </p:cNvPr>
          <p:cNvSpPr/>
          <p:nvPr/>
        </p:nvSpPr>
        <p:spPr bwMode="auto">
          <a:xfrm rot="5400000">
            <a:off x="5536809" y="3911822"/>
            <a:ext cx="354867" cy="3548154"/>
          </a:xfrm>
          <a:prstGeom prst="rightBrace">
            <a:avLst>
              <a:gd name="adj1" fmla="val 44665"/>
              <a:gd name="adj2" fmla="val 50716"/>
            </a:avLst>
          </a:prstGeom>
          <a:noFill/>
          <a:ln w="38100" cap="flat" cmpd="sng" algn="ctr">
            <a:solidFill>
              <a:srgbClr val="3333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28" name="文本框 27">
            <a:extLst>
              <a:ext uri="{FF2B5EF4-FFF2-40B4-BE49-F238E27FC236}">
                <a16:creationId xmlns:a16="http://schemas.microsoft.com/office/drawing/2014/main" id="{00AFDEDE-672C-1A4F-B181-5C539E7553F3}"/>
              </a:ext>
            </a:extLst>
          </p:cNvPr>
          <p:cNvSpPr txBox="1"/>
          <p:nvPr/>
        </p:nvSpPr>
        <p:spPr>
          <a:xfrm>
            <a:off x="4211960" y="5976740"/>
            <a:ext cx="2954655" cy="461665"/>
          </a:xfrm>
          <a:prstGeom prst="rect">
            <a:avLst/>
          </a:prstGeom>
          <a:noFill/>
        </p:spPr>
        <p:txBody>
          <a:bodyPr wrap="none" rtlCol="0">
            <a:spAutoFit/>
          </a:bodyPr>
          <a:lstStyle/>
          <a:p>
            <a:pPr algn="ctr"/>
            <a:r>
              <a:rPr kumimoji="1" lang="zh-CN" altLang="en-US" sz="2400" dirty="0">
                <a:solidFill>
                  <a:srgbClr val="3333FF"/>
                </a:solidFill>
                <a:latin typeface="SimHei" panose="02010609060101010101" pitchFamily="49" charset="-122"/>
                <a:ea typeface="SimHei" panose="02010609060101010101" pitchFamily="49" charset="-122"/>
              </a:rPr>
              <a:t>本课程重点关注内容</a:t>
            </a:r>
          </a:p>
        </p:txBody>
      </p:sp>
    </p:spTree>
    <p:extLst>
      <p:ext uri="{BB962C8B-B14F-4D97-AF65-F5344CB8AC3E}">
        <p14:creationId xmlns:p14="http://schemas.microsoft.com/office/powerpoint/2010/main" val="19993460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标题 1"/>
          <p:cNvSpPr>
            <a:spLocks noGrp="1"/>
          </p:cNvSpPr>
          <p:nvPr>
            <p:ph type="title"/>
          </p:nvPr>
        </p:nvSpPr>
        <p:spPr>
          <a:xfrm>
            <a:off x="573560" y="150478"/>
            <a:ext cx="8229600" cy="1143000"/>
          </a:xfrm>
        </p:spPr>
        <p:txBody>
          <a:bodyPr/>
          <a:lstStyle/>
          <a:p>
            <a:r>
              <a:rPr lang="zh-CN" altLang="en-US" b="1" dirty="0">
                <a:latin typeface="+mn-ea"/>
                <a:ea typeface="+mn-ea"/>
              </a:rPr>
              <a:t>逻辑门</a:t>
            </a:r>
            <a:r>
              <a:rPr lang="en-US" altLang="zh-CN" b="1" dirty="0">
                <a:latin typeface="+mn-ea"/>
                <a:ea typeface="+mn-ea"/>
              </a:rPr>
              <a:t>-</a:t>
            </a:r>
            <a:r>
              <a:rPr lang="zh-CN" altLang="en-US" b="1" dirty="0">
                <a:latin typeface="+mn-ea"/>
                <a:ea typeface="+mn-ea"/>
              </a:rPr>
              <a:t>门级基础器件</a:t>
            </a:r>
          </a:p>
        </p:txBody>
      </p:sp>
      <p:sp>
        <p:nvSpPr>
          <p:cNvPr id="2053" name="灯片编号占位符 3"/>
          <p:cNvSpPr>
            <a:spLocks noGrp="1"/>
          </p:cNvSpPr>
          <p:nvPr>
            <p:ph type="sldNum" sz="quarter" idx="12"/>
          </p:nvPr>
        </p:nvSpPr>
        <p:spPr>
          <a:xfrm>
            <a:off x="6552631" y="6262865"/>
            <a:ext cx="21336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eaLnBrk="1" hangingPunct="1"/>
            <a:fld id="{05D1B52A-5ACE-4F43-AB85-DD4C9843CC5A}" type="slidenum">
              <a:rPr lang="en-US" altLang="zh-CN" sz="1400" smtClean="0">
                <a:solidFill>
                  <a:schemeClr val="tx1"/>
                </a:solidFill>
                <a:latin typeface="+mn-lt"/>
                <a:ea typeface="+mn-ea"/>
              </a:rPr>
              <a:pPr eaLnBrk="1" hangingPunct="1"/>
              <a:t>9</a:t>
            </a:fld>
            <a:endParaRPr lang="en-US" altLang="zh-CN" sz="1400" dirty="0">
              <a:solidFill>
                <a:schemeClr val="tx1"/>
              </a:solidFill>
              <a:latin typeface="+mn-lt"/>
              <a:ea typeface="+mn-ea"/>
            </a:endParaRPr>
          </a:p>
        </p:txBody>
      </p:sp>
      <p:sp>
        <p:nvSpPr>
          <p:cNvPr id="2" name="文本框 1">
            <a:extLst>
              <a:ext uri="{FF2B5EF4-FFF2-40B4-BE49-F238E27FC236}">
                <a16:creationId xmlns:a16="http://schemas.microsoft.com/office/drawing/2014/main" id="{1DE87200-779F-9E47-90F5-268E7661AB16}"/>
              </a:ext>
            </a:extLst>
          </p:cNvPr>
          <p:cNvSpPr txBox="1"/>
          <p:nvPr/>
        </p:nvSpPr>
        <p:spPr>
          <a:xfrm>
            <a:off x="2776026" y="5416636"/>
            <a:ext cx="1260140" cy="523220"/>
          </a:xfrm>
          <a:prstGeom prst="rect">
            <a:avLst/>
          </a:prstGeom>
          <a:noFill/>
        </p:spPr>
        <p:txBody>
          <a:bodyPr wrap="square" rtlCol="0">
            <a:spAutoFit/>
          </a:bodyPr>
          <a:lstStyle/>
          <a:p>
            <a:pPr algn="ctr"/>
            <a:r>
              <a:rPr kumimoji="1" lang="zh-CN" altLang="en-US" sz="2800" dirty="0">
                <a:latin typeface="黑体" panose="02010609060101010101" pitchFamily="49" charset="-122"/>
                <a:ea typeface="黑体" panose="02010609060101010101" pitchFamily="49" charset="-122"/>
              </a:rPr>
              <a:t>与门</a:t>
            </a:r>
          </a:p>
        </p:txBody>
      </p:sp>
      <p:sp>
        <p:nvSpPr>
          <p:cNvPr id="6" name="文本框 5">
            <a:extLst>
              <a:ext uri="{FF2B5EF4-FFF2-40B4-BE49-F238E27FC236}">
                <a16:creationId xmlns:a16="http://schemas.microsoft.com/office/drawing/2014/main" id="{E640DED8-A177-7F4B-8B73-B2C76577C79C}"/>
              </a:ext>
            </a:extLst>
          </p:cNvPr>
          <p:cNvSpPr txBox="1"/>
          <p:nvPr/>
        </p:nvSpPr>
        <p:spPr>
          <a:xfrm>
            <a:off x="4687959" y="5391516"/>
            <a:ext cx="1260140" cy="523220"/>
          </a:xfrm>
          <a:prstGeom prst="rect">
            <a:avLst/>
          </a:prstGeom>
          <a:noFill/>
        </p:spPr>
        <p:txBody>
          <a:bodyPr wrap="square" rtlCol="0">
            <a:spAutoFit/>
          </a:bodyPr>
          <a:lstStyle/>
          <a:p>
            <a:pPr algn="ctr"/>
            <a:r>
              <a:rPr kumimoji="1" lang="zh-CN" altLang="en-US" sz="2800" dirty="0">
                <a:latin typeface="黑体" panose="02010609060101010101" pitchFamily="49" charset="-122"/>
                <a:ea typeface="黑体" panose="02010609060101010101" pitchFamily="49" charset="-122"/>
              </a:rPr>
              <a:t>或门</a:t>
            </a:r>
          </a:p>
        </p:txBody>
      </p:sp>
      <p:sp>
        <p:nvSpPr>
          <p:cNvPr id="7" name="文本框 6">
            <a:extLst>
              <a:ext uri="{FF2B5EF4-FFF2-40B4-BE49-F238E27FC236}">
                <a16:creationId xmlns:a16="http://schemas.microsoft.com/office/drawing/2014/main" id="{470A7308-E80B-4148-B53D-2A81921FA36A}"/>
              </a:ext>
            </a:extLst>
          </p:cNvPr>
          <p:cNvSpPr txBox="1"/>
          <p:nvPr/>
        </p:nvSpPr>
        <p:spPr>
          <a:xfrm>
            <a:off x="963367" y="5425829"/>
            <a:ext cx="1260140" cy="523220"/>
          </a:xfrm>
          <a:prstGeom prst="rect">
            <a:avLst/>
          </a:prstGeom>
          <a:noFill/>
        </p:spPr>
        <p:txBody>
          <a:bodyPr wrap="square" rtlCol="0">
            <a:spAutoFit/>
          </a:bodyPr>
          <a:lstStyle/>
          <a:p>
            <a:pPr algn="ctr"/>
            <a:r>
              <a:rPr kumimoji="1" lang="zh-CN" altLang="en-US" sz="2800" dirty="0">
                <a:latin typeface="黑体" panose="02010609060101010101" pitchFamily="49" charset="-122"/>
                <a:ea typeface="黑体" panose="02010609060101010101" pitchFamily="49" charset="-122"/>
              </a:rPr>
              <a:t>非门</a:t>
            </a:r>
          </a:p>
        </p:txBody>
      </p:sp>
      <p:sp>
        <p:nvSpPr>
          <p:cNvPr id="8" name="文本框 7">
            <a:extLst>
              <a:ext uri="{FF2B5EF4-FFF2-40B4-BE49-F238E27FC236}">
                <a16:creationId xmlns:a16="http://schemas.microsoft.com/office/drawing/2014/main" id="{185A6618-3B20-074F-AAA6-D7DA0E156EA0}"/>
              </a:ext>
            </a:extLst>
          </p:cNvPr>
          <p:cNvSpPr txBox="1"/>
          <p:nvPr/>
        </p:nvSpPr>
        <p:spPr>
          <a:xfrm>
            <a:off x="6484286" y="5400931"/>
            <a:ext cx="1260140" cy="523220"/>
          </a:xfrm>
          <a:prstGeom prst="rect">
            <a:avLst/>
          </a:prstGeom>
          <a:noFill/>
        </p:spPr>
        <p:txBody>
          <a:bodyPr wrap="square" rtlCol="0">
            <a:spAutoFit/>
          </a:bodyPr>
          <a:lstStyle/>
          <a:p>
            <a:pPr algn="ctr"/>
            <a:r>
              <a:rPr kumimoji="1" lang="zh-CN" altLang="en-US" sz="2800" dirty="0">
                <a:latin typeface="黑体" panose="02010609060101010101" pitchFamily="49" charset="-122"/>
                <a:ea typeface="黑体" panose="02010609060101010101" pitchFamily="49" charset="-122"/>
              </a:rPr>
              <a:t>异或门</a:t>
            </a:r>
          </a:p>
        </p:txBody>
      </p:sp>
      <p:sp>
        <p:nvSpPr>
          <p:cNvPr id="14" name="TextBox 12">
            <a:extLst>
              <a:ext uri="{FF2B5EF4-FFF2-40B4-BE49-F238E27FC236}">
                <a16:creationId xmlns:a16="http://schemas.microsoft.com/office/drawing/2014/main" id="{2F058F9C-5667-4CF4-9D02-BCF06FD80465}"/>
              </a:ext>
            </a:extLst>
          </p:cNvPr>
          <p:cNvSpPr txBox="1"/>
          <p:nvPr/>
        </p:nvSpPr>
        <p:spPr>
          <a:xfrm>
            <a:off x="7898130" y="1599140"/>
            <a:ext cx="753798" cy="2308324"/>
          </a:xfrm>
          <a:prstGeom prst="rect">
            <a:avLst/>
          </a:prstGeom>
          <a:noFill/>
        </p:spPr>
        <p:txBody>
          <a:bodyPr wrap="square" rtlCol="0">
            <a:spAutoFit/>
          </a:bodyPr>
          <a:lstStyle/>
          <a:p>
            <a:pPr algn="ctr"/>
            <a:r>
              <a:rPr lang="zh-CN" altLang="en-US" sz="2400" b="1" dirty="0">
                <a:solidFill>
                  <a:srgbClr val="3333FF"/>
                </a:solidFill>
                <a:latin typeface="黑体" panose="02010609060101010101" pitchFamily="49" charset="-122"/>
                <a:ea typeface="黑体" panose="02010609060101010101" pitchFamily="49" charset="-122"/>
              </a:rPr>
              <a:t>推荐使用符号</a:t>
            </a:r>
            <a:endParaRPr lang="en-US" sz="2400" b="1" dirty="0">
              <a:solidFill>
                <a:srgbClr val="3333FF"/>
              </a:solidFill>
              <a:latin typeface="黑体" panose="02010609060101010101" pitchFamily="49" charset="-122"/>
              <a:ea typeface="黑体" panose="02010609060101010101" pitchFamily="49" charset="-122"/>
            </a:endParaRPr>
          </a:p>
        </p:txBody>
      </p:sp>
      <p:grpSp>
        <p:nvGrpSpPr>
          <p:cNvPr id="16" name="Group 15">
            <a:extLst>
              <a:ext uri="{FF2B5EF4-FFF2-40B4-BE49-F238E27FC236}">
                <a16:creationId xmlns:a16="http://schemas.microsoft.com/office/drawing/2014/main" id="{F103BFF9-2D9D-8D4B-A348-5EE4B56DFBF3}"/>
              </a:ext>
            </a:extLst>
          </p:cNvPr>
          <p:cNvGrpSpPr/>
          <p:nvPr/>
        </p:nvGrpSpPr>
        <p:grpSpPr>
          <a:xfrm>
            <a:off x="987993" y="1745452"/>
            <a:ext cx="1153294" cy="576064"/>
            <a:chOff x="1583668" y="5666792"/>
            <a:chExt cx="1153294" cy="576064"/>
          </a:xfrm>
        </p:grpSpPr>
        <p:cxnSp>
          <p:nvCxnSpPr>
            <p:cNvPr id="13" name="Straight Connector 12">
              <a:extLst>
                <a:ext uri="{FF2B5EF4-FFF2-40B4-BE49-F238E27FC236}">
                  <a16:creationId xmlns:a16="http://schemas.microsoft.com/office/drawing/2014/main" id="{2BD95E0F-4E31-4B47-83EA-ED7324AB8CBD}"/>
                </a:ext>
              </a:extLst>
            </p:cNvPr>
            <p:cNvCxnSpPr>
              <a:cxnSpLocks/>
            </p:cNvCxnSpPr>
            <p:nvPr/>
          </p:nvCxnSpPr>
          <p:spPr bwMode="auto">
            <a:xfrm>
              <a:off x="1583668" y="5954824"/>
              <a:ext cx="1153294"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3" name="Triangle 2">
              <a:extLst>
                <a:ext uri="{FF2B5EF4-FFF2-40B4-BE49-F238E27FC236}">
                  <a16:creationId xmlns:a16="http://schemas.microsoft.com/office/drawing/2014/main" id="{84105EAC-9835-5D40-8BA3-DBA415CB2486}"/>
                </a:ext>
              </a:extLst>
            </p:cNvPr>
            <p:cNvSpPr/>
            <p:nvPr/>
          </p:nvSpPr>
          <p:spPr bwMode="auto">
            <a:xfrm rot="5400000">
              <a:off x="1799692" y="5661248"/>
              <a:ext cx="576064" cy="587152"/>
            </a:xfrm>
            <a:prstGeom prst="triangle">
              <a:avLst/>
            </a:prstGeom>
            <a:solidFill>
              <a:schemeClr val="bg1"/>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1800" b="0" i="0" u="none" strike="noStrike" cap="none" normalizeH="0" baseline="0">
                <a:ln>
                  <a:noFill/>
                </a:ln>
                <a:solidFill>
                  <a:schemeClr val="tx1"/>
                </a:solidFill>
                <a:effectLst/>
                <a:latin typeface="Arial" charset="0"/>
              </a:endParaRPr>
            </a:p>
          </p:txBody>
        </p:sp>
        <p:sp>
          <p:nvSpPr>
            <p:cNvPr id="4" name="Oval 3">
              <a:extLst>
                <a:ext uri="{FF2B5EF4-FFF2-40B4-BE49-F238E27FC236}">
                  <a16:creationId xmlns:a16="http://schemas.microsoft.com/office/drawing/2014/main" id="{3C5B66BA-CA50-5244-BEE1-76C15F9944B6}"/>
                </a:ext>
              </a:extLst>
            </p:cNvPr>
            <p:cNvSpPr/>
            <p:nvPr/>
          </p:nvSpPr>
          <p:spPr bwMode="auto">
            <a:xfrm>
              <a:off x="2381300" y="5882816"/>
              <a:ext cx="144016" cy="144016"/>
            </a:xfrm>
            <a:prstGeom prst="ellipse">
              <a:avLst/>
            </a:prstGeom>
            <a:solidFill>
              <a:schemeClr val="bg1"/>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1800" b="0" i="0" u="none" strike="noStrike" cap="none" normalizeH="0" baseline="0">
                <a:ln>
                  <a:noFill/>
                </a:ln>
                <a:solidFill>
                  <a:schemeClr val="tx1"/>
                </a:solidFill>
                <a:effectLst/>
                <a:latin typeface="Arial" charset="0"/>
              </a:endParaRPr>
            </a:p>
          </p:txBody>
        </p:sp>
      </p:grpSp>
      <p:grpSp>
        <p:nvGrpSpPr>
          <p:cNvPr id="27" name="Group 26">
            <a:extLst>
              <a:ext uri="{FF2B5EF4-FFF2-40B4-BE49-F238E27FC236}">
                <a16:creationId xmlns:a16="http://schemas.microsoft.com/office/drawing/2014/main" id="{436A0032-C097-D344-B499-B2905B221CF6}"/>
              </a:ext>
            </a:extLst>
          </p:cNvPr>
          <p:cNvGrpSpPr/>
          <p:nvPr/>
        </p:nvGrpSpPr>
        <p:grpSpPr>
          <a:xfrm>
            <a:off x="2813988" y="1745453"/>
            <a:ext cx="1119705" cy="576063"/>
            <a:chOff x="3871915" y="5594843"/>
            <a:chExt cx="1119705" cy="576063"/>
          </a:xfrm>
        </p:grpSpPr>
        <p:cxnSp>
          <p:nvCxnSpPr>
            <p:cNvPr id="26" name="Straight Connector 25">
              <a:extLst>
                <a:ext uri="{FF2B5EF4-FFF2-40B4-BE49-F238E27FC236}">
                  <a16:creationId xmlns:a16="http://schemas.microsoft.com/office/drawing/2014/main" id="{CF7BDC0B-0E79-1C4B-BA0C-BE58E8ACBC18}"/>
                </a:ext>
              </a:extLst>
            </p:cNvPr>
            <p:cNvCxnSpPr>
              <a:cxnSpLocks/>
              <a:stCxn id="17" idx="1"/>
            </p:cNvCxnSpPr>
            <p:nvPr/>
          </p:nvCxnSpPr>
          <p:spPr bwMode="auto">
            <a:xfrm>
              <a:off x="4084628" y="5882876"/>
              <a:ext cx="906992"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17" name="Round Same Side Corner Rectangle 16">
              <a:extLst>
                <a:ext uri="{FF2B5EF4-FFF2-40B4-BE49-F238E27FC236}">
                  <a16:creationId xmlns:a16="http://schemas.microsoft.com/office/drawing/2014/main" id="{C53A3FC9-1584-6243-9F50-1E69F3AF0351}"/>
                </a:ext>
              </a:extLst>
            </p:cNvPr>
            <p:cNvSpPr/>
            <p:nvPr/>
          </p:nvSpPr>
          <p:spPr bwMode="auto">
            <a:xfrm rot="5400000">
              <a:off x="4110634" y="5568837"/>
              <a:ext cx="576063" cy="628076"/>
            </a:xfrm>
            <a:prstGeom prst="round2SameRect">
              <a:avLst>
                <a:gd name="adj1" fmla="val 50000"/>
                <a:gd name="adj2" fmla="val 0"/>
              </a:avLst>
            </a:prstGeom>
            <a:solidFill>
              <a:schemeClr val="bg1"/>
            </a:solidFill>
            <a:ln w="38100"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r"/>
              <a:endParaRPr lang="en-CN"/>
            </a:p>
          </p:txBody>
        </p:sp>
        <p:sp>
          <p:nvSpPr>
            <p:cNvPr id="21" name="Oval 20">
              <a:extLst>
                <a:ext uri="{FF2B5EF4-FFF2-40B4-BE49-F238E27FC236}">
                  <a16:creationId xmlns:a16="http://schemas.microsoft.com/office/drawing/2014/main" id="{8E25D4F3-8763-EB4C-B1CF-AE72A6991AF9}"/>
                </a:ext>
              </a:extLst>
            </p:cNvPr>
            <p:cNvSpPr/>
            <p:nvPr/>
          </p:nvSpPr>
          <p:spPr bwMode="auto">
            <a:xfrm>
              <a:off x="4712704" y="5810867"/>
              <a:ext cx="144016" cy="144016"/>
            </a:xfrm>
            <a:prstGeom prst="ellipse">
              <a:avLst/>
            </a:prstGeom>
            <a:solidFill>
              <a:schemeClr val="bg1"/>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1800" b="0" i="0" u="none" strike="noStrike" cap="none" normalizeH="0" baseline="0">
                <a:ln>
                  <a:noFill/>
                </a:ln>
                <a:solidFill>
                  <a:schemeClr val="tx1"/>
                </a:solidFill>
                <a:effectLst/>
                <a:latin typeface="Arial" charset="0"/>
              </a:endParaRPr>
            </a:p>
          </p:txBody>
        </p:sp>
        <p:cxnSp>
          <p:nvCxnSpPr>
            <p:cNvPr id="23" name="Straight Connector 22">
              <a:extLst>
                <a:ext uri="{FF2B5EF4-FFF2-40B4-BE49-F238E27FC236}">
                  <a16:creationId xmlns:a16="http://schemas.microsoft.com/office/drawing/2014/main" id="{0B21E639-D282-734B-9DE5-5C7763643C20}"/>
                </a:ext>
              </a:extLst>
            </p:cNvPr>
            <p:cNvCxnSpPr>
              <a:cxnSpLocks/>
            </p:cNvCxnSpPr>
            <p:nvPr/>
          </p:nvCxnSpPr>
          <p:spPr bwMode="auto">
            <a:xfrm>
              <a:off x="3871915" y="5733256"/>
              <a:ext cx="212712"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25" name="Straight Connector 24">
              <a:extLst>
                <a:ext uri="{FF2B5EF4-FFF2-40B4-BE49-F238E27FC236}">
                  <a16:creationId xmlns:a16="http://schemas.microsoft.com/office/drawing/2014/main" id="{A332BF47-D05C-0E42-B08A-CBBFC353FF2A}"/>
                </a:ext>
              </a:extLst>
            </p:cNvPr>
            <p:cNvCxnSpPr>
              <a:cxnSpLocks/>
            </p:cNvCxnSpPr>
            <p:nvPr/>
          </p:nvCxnSpPr>
          <p:spPr bwMode="auto">
            <a:xfrm>
              <a:off x="3871915" y="6026832"/>
              <a:ext cx="212712"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grpSp>
      <p:grpSp>
        <p:nvGrpSpPr>
          <p:cNvPr id="40" name="Group 39">
            <a:extLst>
              <a:ext uri="{FF2B5EF4-FFF2-40B4-BE49-F238E27FC236}">
                <a16:creationId xmlns:a16="http://schemas.microsoft.com/office/drawing/2014/main" id="{C144EA1D-12A7-8841-87B4-C9F78A05756A}"/>
              </a:ext>
            </a:extLst>
          </p:cNvPr>
          <p:cNvGrpSpPr/>
          <p:nvPr/>
        </p:nvGrpSpPr>
        <p:grpSpPr>
          <a:xfrm>
            <a:off x="4774313" y="1734222"/>
            <a:ext cx="994048" cy="587294"/>
            <a:chOff x="5940152" y="5664440"/>
            <a:chExt cx="994048" cy="587294"/>
          </a:xfrm>
        </p:grpSpPr>
        <p:cxnSp>
          <p:nvCxnSpPr>
            <p:cNvPr id="42" name="Straight Connector 41">
              <a:extLst>
                <a:ext uri="{FF2B5EF4-FFF2-40B4-BE49-F238E27FC236}">
                  <a16:creationId xmlns:a16="http://schemas.microsoft.com/office/drawing/2014/main" id="{E6EBF572-9C2F-9F45-9EB1-668ACFB5F5D2}"/>
                </a:ext>
              </a:extLst>
            </p:cNvPr>
            <p:cNvCxnSpPr>
              <a:cxnSpLocks/>
            </p:cNvCxnSpPr>
            <p:nvPr/>
          </p:nvCxnSpPr>
          <p:spPr bwMode="auto">
            <a:xfrm>
              <a:off x="6711874" y="5954824"/>
              <a:ext cx="222326"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38" name="Straight Connector 37">
              <a:extLst>
                <a:ext uri="{FF2B5EF4-FFF2-40B4-BE49-F238E27FC236}">
                  <a16:creationId xmlns:a16="http://schemas.microsoft.com/office/drawing/2014/main" id="{5F3DC8FD-F78A-734B-86C5-E857C940ECC2}"/>
                </a:ext>
              </a:extLst>
            </p:cNvPr>
            <p:cNvCxnSpPr>
              <a:cxnSpLocks/>
            </p:cNvCxnSpPr>
            <p:nvPr/>
          </p:nvCxnSpPr>
          <p:spPr bwMode="auto">
            <a:xfrm>
              <a:off x="5940152" y="5805206"/>
              <a:ext cx="324036"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39" name="Straight Connector 38">
              <a:extLst>
                <a:ext uri="{FF2B5EF4-FFF2-40B4-BE49-F238E27FC236}">
                  <a16:creationId xmlns:a16="http://schemas.microsoft.com/office/drawing/2014/main" id="{0FB39DCA-F0C2-E34C-8DE2-1BD7C8A609AC}"/>
                </a:ext>
              </a:extLst>
            </p:cNvPr>
            <p:cNvCxnSpPr>
              <a:cxnSpLocks/>
            </p:cNvCxnSpPr>
            <p:nvPr/>
          </p:nvCxnSpPr>
          <p:spPr bwMode="auto">
            <a:xfrm>
              <a:off x="5940152" y="6098782"/>
              <a:ext cx="324036"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33" name="Freeform 32">
              <a:extLst>
                <a:ext uri="{FF2B5EF4-FFF2-40B4-BE49-F238E27FC236}">
                  <a16:creationId xmlns:a16="http://schemas.microsoft.com/office/drawing/2014/main" id="{33192D4A-556C-3641-8A75-94146D440A66}"/>
                </a:ext>
              </a:extLst>
            </p:cNvPr>
            <p:cNvSpPr/>
            <p:nvPr/>
          </p:nvSpPr>
          <p:spPr bwMode="auto">
            <a:xfrm>
              <a:off x="6077664" y="5664440"/>
              <a:ext cx="634222" cy="587294"/>
            </a:xfrm>
            <a:custGeom>
              <a:avLst/>
              <a:gdLst>
                <a:gd name="connsiteX0" fmla="*/ 0 w 627888"/>
                <a:gd name="connsiteY0" fmla="*/ 0 h 579120"/>
                <a:gd name="connsiteX1" fmla="*/ 207264 w 627888"/>
                <a:gd name="connsiteY1" fmla="*/ 286512 h 579120"/>
                <a:gd name="connsiteX2" fmla="*/ 0 w 627888"/>
                <a:gd name="connsiteY2" fmla="*/ 579120 h 579120"/>
                <a:gd name="connsiteX3" fmla="*/ 365760 w 627888"/>
                <a:gd name="connsiteY3" fmla="*/ 573024 h 579120"/>
                <a:gd name="connsiteX4" fmla="*/ 627888 w 627888"/>
                <a:gd name="connsiteY4" fmla="*/ 292608 h 579120"/>
                <a:gd name="connsiteX5" fmla="*/ 390144 w 627888"/>
                <a:gd name="connsiteY5" fmla="*/ 6096 h 579120"/>
                <a:gd name="connsiteX6" fmla="*/ 0 w 627888"/>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46520"/>
                <a:gd name="connsiteY0" fmla="*/ 0 h 579120"/>
                <a:gd name="connsiteX1" fmla="*/ 209962 w 646520"/>
                <a:gd name="connsiteY1" fmla="*/ 286512 h 579120"/>
                <a:gd name="connsiteX2" fmla="*/ 2698 w 646520"/>
                <a:gd name="connsiteY2" fmla="*/ 579120 h 579120"/>
                <a:gd name="connsiteX3" fmla="*/ 368458 w 646520"/>
                <a:gd name="connsiteY3" fmla="*/ 573024 h 579120"/>
                <a:gd name="connsiteX4" fmla="*/ 630586 w 646520"/>
                <a:gd name="connsiteY4" fmla="*/ 292608 h 579120"/>
                <a:gd name="connsiteX5" fmla="*/ 392842 w 646520"/>
                <a:gd name="connsiteY5" fmla="*/ 6096 h 579120"/>
                <a:gd name="connsiteX6" fmla="*/ 2698 w 646520"/>
                <a:gd name="connsiteY6" fmla="*/ 0 h 579120"/>
                <a:gd name="connsiteX0" fmla="*/ 2698 w 646520"/>
                <a:gd name="connsiteY0" fmla="*/ 51141 h 630261"/>
                <a:gd name="connsiteX1" fmla="*/ 209962 w 646520"/>
                <a:gd name="connsiteY1" fmla="*/ 337653 h 630261"/>
                <a:gd name="connsiteX2" fmla="*/ 2698 w 646520"/>
                <a:gd name="connsiteY2" fmla="*/ 630261 h 630261"/>
                <a:gd name="connsiteX3" fmla="*/ 368458 w 646520"/>
                <a:gd name="connsiteY3" fmla="*/ 624165 h 630261"/>
                <a:gd name="connsiteX4" fmla="*/ 630586 w 646520"/>
                <a:gd name="connsiteY4" fmla="*/ 343749 h 630261"/>
                <a:gd name="connsiteX5" fmla="*/ 392842 w 646520"/>
                <a:gd name="connsiteY5" fmla="*/ 57237 h 630261"/>
                <a:gd name="connsiteX6" fmla="*/ 2698 w 646520"/>
                <a:gd name="connsiteY6" fmla="*/ 51141 h 630261"/>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1455 h 600575"/>
                <a:gd name="connsiteX1" fmla="*/ 209962 w 646520"/>
                <a:gd name="connsiteY1" fmla="*/ 307967 h 600575"/>
                <a:gd name="connsiteX2" fmla="*/ 2698 w 646520"/>
                <a:gd name="connsiteY2" fmla="*/ 600575 h 600575"/>
                <a:gd name="connsiteX3" fmla="*/ 368458 w 646520"/>
                <a:gd name="connsiteY3" fmla="*/ 594479 h 600575"/>
                <a:gd name="connsiteX4" fmla="*/ 630586 w 646520"/>
                <a:gd name="connsiteY4" fmla="*/ 314063 h 600575"/>
                <a:gd name="connsiteX5" fmla="*/ 392842 w 646520"/>
                <a:gd name="connsiteY5" fmla="*/ 27551 h 600575"/>
                <a:gd name="connsiteX6" fmla="*/ 2698 w 646520"/>
                <a:gd name="connsiteY6" fmla="*/ 21455 h 600575"/>
                <a:gd name="connsiteX0" fmla="*/ 2698 w 630586"/>
                <a:gd name="connsiteY0" fmla="*/ 21455 h 600575"/>
                <a:gd name="connsiteX1" fmla="*/ 209962 w 630586"/>
                <a:gd name="connsiteY1" fmla="*/ 307967 h 600575"/>
                <a:gd name="connsiteX2" fmla="*/ 2698 w 630586"/>
                <a:gd name="connsiteY2" fmla="*/ 600575 h 600575"/>
                <a:gd name="connsiteX3" fmla="*/ 368458 w 630586"/>
                <a:gd name="connsiteY3" fmla="*/ 594479 h 600575"/>
                <a:gd name="connsiteX4" fmla="*/ 630586 w 630586"/>
                <a:gd name="connsiteY4" fmla="*/ 314063 h 600575"/>
                <a:gd name="connsiteX5" fmla="*/ 392842 w 630586"/>
                <a:gd name="connsiteY5" fmla="*/ 27551 h 600575"/>
                <a:gd name="connsiteX6" fmla="*/ 2698 w 630586"/>
                <a:gd name="connsiteY6" fmla="*/ 21455 h 600575"/>
                <a:gd name="connsiteX0" fmla="*/ 2698 w 631527"/>
                <a:gd name="connsiteY0" fmla="*/ 21455 h 600575"/>
                <a:gd name="connsiteX1" fmla="*/ 209962 w 631527"/>
                <a:gd name="connsiteY1" fmla="*/ 307967 h 600575"/>
                <a:gd name="connsiteX2" fmla="*/ 2698 w 631527"/>
                <a:gd name="connsiteY2" fmla="*/ 600575 h 600575"/>
                <a:gd name="connsiteX3" fmla="*/ 301402 w 631527"/>
                <a:gd name="connsiteY3" fmla="*/ 600575 h 600575"/>
                <a:gd name="connsiteX4" fmla="*/ 630586 w 631527"/>
                <a:gd name="connsiteY4" fmla="*/ 314063 h 600575"/>
                <a:gd name="connsiteX5" fmla="*/ 392842 w 631527"/>
                <a:gd name="connsiteY5" fmla="*/ 27551 h 600575"/>
                <a:gd name="connsiteX6" fmla="*/ 2698 w 631527"/>
                <a:gd name="connsiteY6" fmla="*/ 21455 h 600575"/>
                <a:gd name="connsiteX0" fmla="*/ 2698 w 631527"/>
                <a:gd name="connsiteY0" fmla="*/ 21455 h 602832"/>
                <a:gd name="connsiteX1" fmla="*/ 209962 w 631527"/>
                <a:gd name="connsiteY1" fmla="*/ 307967 h 602832"/>
                <a:gd name="connsiteX2" fmla="*/ 2698 w 631527"/>
                <a:gd name="connsiteY2" fmla="*/ 600575 h 602832"/>
                <a:gd name="connsiteX3" fmla="*/ 301402 w 631527"/>
                <a:gd name="connsiteY3" fmla="*/ 600575 h 602832"/>
                <a:gd name="connsiteX4" fmla="*/ 630586 w 631527"/>
                <a:gd name="connsiteY4" fmla="*/ 314063 h 602832"/>
                <a:gd name="connsiteX5" fmla="*/ 392842 w 631527"/>
                <a:gd name="connsiteY5" fmla="*/ 27551 h 602832"/>
                <a:gd name="connsiteX6" fmla="*/ 2698 w 631527"/>
                <a:gd name="connsiteY6" fmla="*/ 21455 h 602832"/>
                <a:gd name="connsiteX0" fmla="*/ 2698 w 630586"/>
                <a:gd name="connsiteY0" fmla="*/ 21455 h 602832"/>
                <a:gd name="connsiteX1" fmla="*/ 209962 w 630586"/>
                <a:gd name="connsiteY1" fmla="*/ 307967 h 602832"/>
                <a:gd name="connsiteX2" fmla="*/ 2698 w 630586"/>
                <a:gd name="connsiteY2" fmla="*/ 600575 h 602832"/>
                <a:gd name="connsiteX3" fmla="*/ 301402 w 630586"/>
                <a:gd name="connsiteY3" fmla="*/ 600575 h 602832"/>
                <a:gd name="connsiteX4" fmla="*/ 630586 w 630586"/>
                <a:gd name="connsiteY4" fmla="*/ 314063 h 602832"/>
                <a:gd name="connsiteX5" fmla="*/ 301402 w 630586"/>
                <a:gd name="connsiteY5" fmla="*/ 27551 h 602832"/>
                <a:gd name="connsiteX6" fmla="*/ 2698 w 630586"/>
                <a:gd name="connsiteY6" fmla="*/ 21455 h 602832"/>
                <a:gd name="connsiteX0" fmla="*/ 2698 w 630586"/>
                <a:gd name="connsiteY0" fmla="*/ 20123 h 601500"/>
                <a:gd name="connsiteX1" fmla="*/ 209962 w 630586"/>
                <a:gd name="connsiteY1" fmla="*/ 306635 h 601500"/>
                <a:gd name="connsiteX2" fmla="*/ 2698 w 630586"/>
                <a:gd name="connsiteY2" fmla="*/ 599243 h 601500"/>
                <a:gd name="connsiteX3" fmla="*/ 301402 w 630586"/>
                <a:gd name="connsiteY3" fmla="*/ 599243 h 601500"/>
                <a:gd name="connsiteX4" fmla="*/ 630586 w 630586"/>
                <a:gd name="connsiteY4" fmla="*/ 312731 h 601500"/>
                <a:gd name="connsiteX5" fmla="*/ 301402 w 630586"/>
                <a:gd name="connsiteY5" fmla="*/ 26219 h 601500"/>
                <a:gd name="connsiteX6" fmla="*/ 2698 w 630586"/>
                <a:gd name="connsiteY6" fmla="*/ 20123 h 601500"/>
                <a:gd name="connsiteX0" fmla="*/ 2146 w 630034"/>
                <a:gd name="connsiteY0" fmla="*/ 20123 h 601500"/>
                <a:gd name="connsiteX1" fmla="*/ 209410 w 630034"/>
                <a:gd name="connsiteY1" fmla="*/ 306635 h 601500"/>
                <a:gd name="connsiteX2" fmla="*/ 2146 w 630034"/>
                <a:gd name="connsiteY2" fmla="*/ 599243 h 601500"/>
                <a:gd name="connsiteX3" fmla="*/ 300850 w 630034"/>
                <a:gd name="connsiteY3" fmla="*/ 599243 h 601500"/>
                <a:gd name="connsiteX4" fmla="*/ 630034 w 630034"/>
                <a:gd name="connsiteY4" fmla="*/ 312731 h 601500"/>
                <a:gd name="connsiteX5" fmla="*/ 300850 w 630034"/>
                <a:gd name="connsiteY5" fmla="*/ 26219 h 601500"/>
                <a:gd name="connsiteX6" fmla="*/ 2146 w 630034"/>
                <a:gd name="connsiteY6" fmla="*/ 20123 h 601500"/>
                <a:gd name="connsiteX0" fmla="*/ 6215 w 634103"/>
                <a:gd name="connsiteY0" fmla="*/ 3947 h 585324"/>
                <a:gd name="connsiteX1" fmla="*/ 213479 w 634103"/>
                <a:gd name="connsiteY1" fmla="*/ 290459 h 585324"/>
                <a:gd name="connsiteX2" fmla="*/ 6215 w 634103"/>
                <a:gd name="connsiteY2" fmla="*/ 583067 h 585324"/>
                <a:gd name="connsiteX3" fmla="*/ 304919 w 634103"/>
                <a:gd name="connsiteY3" fmla="*/ 583067 h 585324"/>
                <a:gd name="connsiteX4" fmla="*/ 634103 w 634103"/>
                <a:gd name="connsiteY4" fmla="*/ 296555 h 585324"/>
                <a:gd name="connsiteX5" fmla="*/ 304919 w 634103"/>
                <a:gd name="connsiteY5" fmla="*/ 10043 h 585324"/>
                <a:gd name="connsiteX6" fmla="*/ 6215 w 634103"/>
                <a:gd name="connsiteY6" fmla="*/ 3947 h 585324"/>
                <a:gd name="connsiteX0" fmla="*/ 6624 w 634512"/>
                <a:gd name="connsiteY0" fmla="*/ 3947 h 585324"/>
                <a:gd name="connsiteX1" fmla="*/ 213888 w 634512"/>
                <a:gd name="connsiteY1" fmla="*/ 290459 h 585324"/>
                <a:gd name="connsiteX2" fmla="*/ 6624 w 634512"/>
                <a:gd name="connsiteY2" fmla="*/ 583067 h 585324"/>
                <a:gd name="connsiteX3" fmla="*/ 305328 w 634512"/>
                <a:gd name="connsiteY3" fmla="*/ 583067 h 585324"/>
                <a:gd name="connsiteX4" fmla="*/ 634512 w 634512"/>
                <a:gd name="connsiteY4" fmla="*/ 296555 h 585324"/>
                <a:gd name="connsiteX5" fmla="*/ 305328 w 634512"/>
                <a:gd name="connsiteY5" fmla="*/ 10043 h 585324"/>
                <a:gd name="connsiteX6" fmla="*/ 6624 w 634512"/>
                <a:gd name="connsiteY6" fmla="*/ 3947 h 585324"/>
                <a:gd name="connsiteX0" fmla="*/ 6624 w 634644"/>
                <a:gd name="connsiteY0" fmla="*/ 18301 h 599678"/>
                <a:gd name="connsiteX1" fmla="*/ 213888 w 634644"/>
                <a:gd name="connsiteY1" fmla="*/ 304813 h 599678"/>
                <a:gd name="connsiteX2" fmla="*/ 6624 w 634644"/>
                <a:gd name="connsiteY2" fmla="*/ 597421 h 599678"/>
                <a:gd name="connsiteX3" fmla="*/ 305328 w 634644"/>
                <a:gd name="connsiteY3" fmla="*/ 597421 h 599678"/>
                <a:gd name="connsiteX4" fmla="*/ 634512 w 634644"/>
                <a:gd name="connsiteY4" fmla="*/ 310909 h 599678"/>
                <a:gd name="connsiteX5" fmla="*/ 268752 w 634644"/>
                <a:gd name="connsiteY5" fmla="*/ 30493 h 599678"/>
                <a:gd name="connsiteX6" fmla="*/ 6624 w 634644"/>
                <a:gd name="connsiteY6" fmla="*/ 18301 h 599678"/>
                <a:gd name="connsiteX0" fmla="*/ 6624 w 634644"/>
                <a:gd name="connsiteY0" fmla="*/ 23735 h 605112"/>
                <a:gd name="connsiteX1" fmla="*/ 213888 w 634644"/>
                <a:gd name="connsiteY1" fmla="*/ 310247 h 605112"/>
                <a:gd name="connsiteX2" fmla="*/ 6624 w 634644"/>
                <a:gd name="connsiteY2" fmla="*/ 602855 h 605112"/>
                <a:gd name="connsiteX3" fmla="*/ 305328 w 634644"/>
                <a:gd name="connsiteY3" fmla="*/ 602855 h 605112"/>
                <a:gd name="connsiteX4" fmla="*/ 634512 w 634644"/>
                <a:gd name="connsiteY4" fmla="*/ 316343 h 605112"/>
                <a:gd name="connsiteX5" fmla="*/ 268752 w 634644"/>
                <a:gd name="connsiteY5" fmla="*/ 35927 h 605112"/>
                <a:gd name="connsiteX6" fmla="*/ 6624 w 634644"/>
                <a:gd name="connsiteY6" fmla="*/ 23735 h 605112"/>
                <a:gd name="connsiteX0" fmla="*/ 6624 w 634577"/>
                <a:gd name="connsiteY0" fmla="*/ 17614 h 598991"/>
                <a:gd name="connsiteX1" fmla="*/ 213888 w 634577"/>
                <a:gd name="connsiteY1" fmla="*/ 304126 h 598991"/>
                <a:gd name="connsiteX2" fmla="*/ 6624 w 634577"/>
                <a:gd name="connsiteY2" fmla="*/ 596734 h 598991"/>
                <a:gd name="connsiteX3" fmla="*/ 305328 w 634577"/>
                <a:gd name="connsiteY3" fmla="*/ 596734 h 598991"/>
                <a:gd name="connsiteX4" fmla="*/ 634512 w 634577"/>
                <a:gd name="connsiteY4" fmla="*/ 310222 h 598991"/>
                <a:gd name="connsiteX5" fmla="*/ 329712 w 634577"/>
                <a:gd name="connsiteY5" fmla="*/ 48094 h 598991"/>
                <a:gd name="connsiteX6" fmla="*/ 6624 w 634577"/>
                <a:gd name="connsiteY6" fmla="*/ 17614 h 598991"/>
                <a:gd name="connsiteX0" fmla="*/ 6624 w 634575"/>
                <a:gd name="connsiteY0" fmla="*/ 21507 h 602884"/>
                <a:gd name="connsiteX1" fmla="*/ 213888 w 634575"/>
                <a:gd name="connsiteY1" fmla="*/ 308019 h 602884"/>
                <a:gd name="connsiteX2" fmla="*/ 6624 w 634575"/>
                <a:gd name="connsiteY2" fmla="*/ 600627 h 602884"/>
                <a:gd name="connsiteX3" fmla="*/ 305328 w 634575"/>
                <a:gd name="connsiteY3" fmla="*/ 600627 h 602884"/>
                <a:gd name="connsiteX4" fmla="*/ 634512 w 634575"/>
                <a:gd name="connsiteY4" fmla="*/ 314115 h 602884"/>
                <a:gd name="connsiteX5" fmla="*/ 329712 w 634575"/>
                <a:gd name="connsiteY5" fmla="*/ 51987 h 602884"/>
                <a:gd name="connsiteX6" fmla="*/ 6624 w 634575"/>
                <a:gd name="connsiteY6" fmla="*/ 21507 h 602884"/>
                <a:gd name="connsiteX0" fmla="*/ 6624 w 634575"/>
                <a:gd name="connsiteY0" fmla="*/ 21507 h 619140"/>
                <a:gd name="connsiteX1" fmla="*/ 213888 w 634575"/>
                <a:gd name="connsiteY1" fmla="*/ 308019 h 619140"/>
                <a:gd name="connsiteX2" fmla="*/ 6624 w 634575"/>
                <a:gd name="connsiteY2" fmla="*/ 600627 h 619140"/>
                <a:gd name="connsiteX3" fmla="*/ 305328 w 634575"/>
                <a:gd name="connsiteY3" fmla="*/ 600627 h 619140"/>
                <a:gd name="connsiteX4" fmla="*/ 634512 w 634575"/>
                <a:gd name="connsiteY4" fmla="*/ 314115 h 619140"/>
                <a:gd name="connsiteX5" fmla="*/ 329712 w 634575"/>
                <a:gd name="connsiteY5" fmla="*/ 51987 h 619140"/>
                <a:gd name="connsiteX6" fmla="*/ 6624 w 634575"/>
                <a:gd name="connsiteY6" fmla="*/ 21507 h 619140"/>
                <a:gd name="connsiteX0" fmla="*/ 6624 w 634531"/>
                <a:gd name="connsiteY0" fmla="*/ 21507 h 607159"/>
                <a:gd name="connsiteX1" fmla="*/ 213888 w 634531"/>
                <a:gd name="connsiteY1" fmla="*/ 308019 h 607159"/>
                <a:gd name="connsiteX2" fmla="*/ 6624 w 634531"/>
                <a:gd name="connsiteY2" fmla="*/ 600627 h 607159"/>
                <a:gd name="connsiteX3" fmla="*/ 341904 w 634531"/>
                <a:gd name="connsiteY3" fmla="*/ 582339 h 607159"/>
                <a:gd name="connsiteX4" fmla="*/ 634512 w 634531"/>
                <a:gd name="connsiteY4" fmla="*/ 314115 h 607159"/>
                <a:gd name="connsiteX5" fmla="*/ 329712 w 634531"/>
                <a:gd name="connsiteY5" fmla="*/ 51987 h 607159"/>
                <a:gd name="connsiteX6" fmla="*/ 6624 w 634531"/>
                <a:gd name="connsiteY6" fmla="*/ 21507 h 607159"/>
                <a:gd name="connsiteX0" fmla="*/ 6624 w 634516"/>
                <a:gd name="connsiteY0" fmla="*/ 21507 h 600822"/>
                <a:gd name="connsiteX1" fmla="*/ 213888 w 634516"/>
                <a:gd name="connsiteY1" fmla="*/ 308019 h 600822"/>
                <a:gd name="connsiteX2" fmla="*/ 6624 w 634516"/>
                <a:gd name="connsiteY2" fmla="*/ 600627 h 600822"/>
                <a:gd name="connsiteX3" fmla="*/ 335808 w 634516"/>
                <a:gd name="connsiteY3" fmla="*/ 564051 h 600822"/>
                <a:gd name="connsiteX4" fmla="*/ 634512 w 634516"/>
                <a:gd name="connsiteY4" fmla="*/ 314115 h 600822"/>
                <a:gd name="connsiteX5" fmla="*/ 329712 w 634516"/>
                <a:gd name="connsiteY5" fmla="*/ 51987 h 600822"/>
                <a:gd name="connsiteX6" fmla="*/ 6624 w 634516"/>
                <a:gd name="connsiteY6" fmla="*/ 21507 h 600822"/>
                <a:gd name="connsiteX0" fmla="*/ 6624 w 634516"/>
                <a:gd name="connsiteY0" fmla="*/ 20598 h 599913"/>
                <a:gd name="connsiteX1" fmla="*/ 213888 w 634516"/>
                <a:gd name="connsiteY1" fmla="*/ 307110 h 599913"/>
                <a:gd name="connsiteX2" fmla="*/ 6624 w 634516"/>
                <a:gd name="connsiteY2" fmla="*/ 599718 h 599913"/>
                <a:gd name="connsiteX3" fmla="*/ 335808 w 634516"/>
                <a:gd name="connsiteY3" fmla="*/ 563142 h 599913"/>
                <a:gd name="connsiteX4" fmla="*/ 634512 w 634516"/>
                <a:gd name="connsiteY4" fmla="*/ 313206 h 599913"/>
                <a:gd name="connsiteX5" fmla="*/ 329712 w 634516"/>
                <a:gd name="connsiteY5" fmla="*/ 51078 h 599913"/>
                <a:gd name="connsiteX6" fmla="*/ 6624 w 634516"/>
                <a:gd name="connsiteY6" fmla="*/ 20598 h 599913"/>
                <a:gd name="connsiteX0" fmla="*/ 6624 w 634516"/>
                <a:gd name="connsiteY0" fmla="*/ 22407 h 601722"/>
                <a:gd name="connsiteX1" fmla="*/ 213888 w 634516"/>
                <a:gd name="connsiteY1" fmla="*/ 308919 h 601722"/>
                <a:gd name="connsiteX2" fmla="*/ 6624 w 634516"/>
                <a:gd name="connsiteY2" fmla="*/ 601527 h 601722"/>
                <a:gd name="connsiteX3" fmla="*/ 335808 w 634516"/>
                <a:gd name="connsiteY3" fmla="*/ 564951 h 601722"/>
                <a:gd name="connsiteX4" fmla="*/ 634512 w 634516"/>
                <a:gd name="connsiteY4" fmla="*/ 315015 h 601722"/>
                <a:gd name="connsiteX5" fmla="*/ 329712 w 634516"/>
                <a:gd name="connsiteY5" fmla="*/ 52887 h 601722"/>
                <a:gd name="connsiteX6" fmla="*/ 6624 w 634516"/>
                <a:gd name="connsiteY6" fmla="*/ 22407 h 601722"/>
                <a:gd name="connsiteX0" fmla="*/ 6624 w 634516"/>
                <a:gd name="connsiteY0" fmla="*/ 8163 h 587478"/>
                <a:gd name="connsiteX1" fmla="*/ 213888 w 634516"/>
                <a:gd name="connsiteY1" fmla="*/ 294675 h 587478"/>
                <a:gd name="connsiteX2" fmla="*/ 6624 w 634516"/>
                <a:gd name="connsiteY2" fmla="*/ 587283 h 587478"/>
                <a:gd name="connsiteX3" fmla="*/ 335808 w 634516"/>
                <a:gd name="connsiteY3" fmla="*/ 550707 h 587478"/>
                <a:gd name="connsiteX4" fmla="*/ 634512 w 634516"/>
                <a:gd name="connsiteY4" fmla="*/ 300771 h 587478"/>
                <a:gd name="connsiteX5" fmla="*/ 329712 w 634516"/>
                <a:gd name="connsiteY5" fmla="*/ 38643 h 587478"/>
                <a:gd name="connsiteX6" fmla="*/ 6624 w 634516"/>
                <a:gd name="connsiteY6" fmla="*/ 8163 h 587478"/>
                <a:gd name="connsiteX0" fmla="*/ 6288 w 634180"/>
                <a:gd name="connsiteY0" fmla="*/ 8163 h 587686"/>
                <a:gd name="connsiteX1" fmla="*/ 213552 w 634180"/>
                <a:gd name="connsiteY1" fmla="*/ 294675 h 587686"/>
                <a:gd name="connsiteX2" fmla="*/ 6288 w 634180"/>
                <a:gd name="connsiteY2" fmla="*/ 587283 h 587686"/>
                <a:gd name="connsiteX3" fmla="*/ 335472 w 634180"/>
                <a:gd name="connsiteY3" fmla="*/ 550707 h 587686"/>
                <a:gd name="connsiteX4" fmla="*/ 634176 w 634180"/>
                <a:gd name="connsiteY4" fmla="*/ 300771 h 587686"/>
                <a:gd name="connsiteX5" fmla="*/ 329376 w 634180"/>
                <a:gd name="connsiteY5" fmla="*/ 38643 h 587686"/>
                <a:gd name="connsiteX6" fmla="*/ 6288 w 634180"/>
                <a:gd name="connsiteY6" fmla="*/ 8163 h 587686"/>
                <a:gd name="connsiteX0" fmla="*/ 6288 w 634211"/>
                <a:gd name="connsiteY0" fmla="*/ 8163 h 587686"/>
                <a:gd name="connsiteX1" fmla="*/ 213552 w 634211"/>
                <a:gd name="connsiteY1" fmla="*/ 294675 h 587686"/>
                <a:gd name="connsiteX2" fmla="*/ 6288 w 634211"/>
                <a:gd name="connsiteY2" fmla="*/ 587283 h 587686"/>
                <a:gd name="connsiteX3" fmla="*/ 335472 w 634211"/>
                <a:gd name="connsiteY3" fmla="*/ 550707 h 587686"/>
                <a:gd name="connsiteX4" fmla="*/ 634176 w 634211"/>
                <a:gd name="connsiteY4" fmla="*/ 300771 h 587686"/>
                <a:gd name="connsiteX5" fmla="*/ 329376 w 634211"/>
                <a:gd name="connsiteY5" fmla="*/ 38643 h 587686"/>
                <a:gd name="connsiteX6" fmla="*/ 6288 w 634211"/>
                <a:gd name="connsiteY6" fmla="*/ 8163 h 587686"/>
                <a:gd name="connsiteX0" fmla="*/ 6288 w 634286"/>
                <a:gd name="connsiteY0" fmla="*/ 8163 h 587686"/>
                <a:gd name="connsiteX1" fmla="*/ 213552 w 634286"/>
                <a:gd name="connsiteY1" fmla="*/ 294675 h 587686"/>
                <a:gd name="connsiteX2" fmla="*/ 6288 w 634286"/>
                <a:gd name="connsiteY2" fmla="*/ 587283 h 587686"/>
                <a:gd name="connsiteX3" fmla="*/ 335472 w 634286"/>
                <a:gd name="connsiteY3" fmla="*/ 550707 h 587686"/>
                <a:gd name="connsiteX4" fmla="*/ 634176 w 634286"/>
                <a:gd name="connsiteY4" fmla="*/ 300771 h 587686"/>
                <a:gd name="connsiteX5" fmla="*/ 329376 w 634286"/>
                <a:gd name="connsiteY5" fmla="*/ 38643 h 587686"/>
                <a:gd name="connsiteX6" fmla="*/ 6288 w 634286"/>
                <a:gd name="connsiteY6" fmla="*/ 8163 h 587686"/>
                <a:gd name="connsiteX0" fmla="*/ 6288 w 634286"/>
                <a:gd name="connsiteY0" fmla="*/ 4816 h 584339"/>
                <a:gd name="connsiteX1" fmla="*/ 213552 w 634286"/>
                <a:gd name="connsiteY1" fmla="*/ 291328 h 584339"/>
                <a:gd name="connsiteX2" fmla="*/ 6288 w 634286"/>
                <a:gd name="connsiteY2" fmla="*/ 583936 h 584339"/>
                <a:gd name="connsiteX3" fmla="*/ 335472 w 634286"/>
                <a:gd name="connsiteY3" fmla="*/ 547360 h 584339"/>
                <a:gd name="connsiteX4" fmla="*/ 634176 w 634286"/>
                <a:gd name="connsiteY4" fmla="*/ 297424 h 584339"/>
                <a:gd name="connsiteX5" fmla="*/ 329376 w 634286"/>
                <a:gd name="connsiteY5" fmla="*/ 35296 h 584339"/>
                <a:gd name="connsiteX6" fmla="*/ 6288 w 634286"/>
                <a:gd name="connsiteY6" fmla="*/ 4816 h 584339"/>
                <a:gd name="connsiteX0" fmla="*/ 6288 w 634210"/>
                <a:gd name="connsiteY0" fmla="*/ 14826 h 594349"/>
                <a:gd name="connsiteX1" fmla="*/ 213552 w 634210"/>
                <a:gd name="connsiteY1" fmla="*/ 301338 h 594349"/>
                <a:gd name="connsiteX2" fmla="*/ 6288 w 634210"/>
                <a:gd name="connsiteY2" fmla="*/ 593946 h 594349"/>
                <a:gd name="connsiteX3" fmla="*/ 335472 w 634210"/>
                <a:gd name="connsiteY3" fmla="*/ 557370 h 594349"/>
                <a:gd name="connsiteX4" fmla="*/ 634176 w 634210"/>
                <a:gd name="connsiteY4" fmla="*/ 307434 h 594349"/>
                <a:gd name="connsiteX5" fmla="*/ 353545 w 634210"/>
                <a:gd name="connsiteY5" fmla="*/ 57390 h 594349"/>
                <a:gd name="connsiteX6" fmla="*/ 6288 w 634210"/>
                <a:gd name="connsiteY6" fmla="*/ 14826 h 594349"/>
                <a:gd name="connsiteX0" fmla="*/ 6288 w 634210"/>
                <a:gd name="connsiteY0" fmla="*/ 4846 h 584369"/>
                <a:gd name="connsiteX1" fmla="*/ 213552 w 634210"/>
                <a:gd name="connsiteY1" fmla="*/ 291358 h 584369"/>
                <a:gd name="connsiteX2" fmla="*/ 6288 w 634210"/>
                <a:gd name="connsiteY2" fmla="*/ 583966 h 584369"/>
                <a:gd name="connsiteX3" fmla="*/ 335472 w 634210"/>
                <a:gd name="connsiteY3" fmla="*/ 547390 h 584369"/>
                <a:gd name="connsiteX4" fmla="*/ 634176 w 634210"/>
                <a:gd name="connsiteY4" fmla="*/ 297454 h 584369"/>
                <a:gd name="connsiteX5" fmla="*/ 353545 w 634210"/>
                <a:gd name="connsiteY5" fmla="*/ 47410 h 584369"/>
                <a:gd name="connsiteX6" fmla="*/ 6288 w 634210"/>
                <a:gd name="connsiteY6" fmla="*/ 4846 h 584369"/>
                <a:gd name="connsiteX0" fmla="*/ 6288 w 634210"/>
                <a:gd name="connsiteY0" fmla="*/ 4415 h 583938"/>
                <a:gd name="connsiteX1" fmla="*/ 213552 w 634210"/>
                <a:gd name="connsiteY1" fmla="*/ 290927 h 583938"/>
                <a:gd name="connsiteX2" fmla="*/ 6288 w 634210"/>
                <a:gd name="connsiteY2" fmla="*/ 583535 h 583938"/>
                <a:gd name="connsiteX3" fmla="*/ 335472 w 634210"/>
                <a:gd name="connsiteY3" fmla="*/ 546959 h 583938"/>
                <a:gd name="connsiteX4" fmla="*/ 634176 w 634210"/>
                <a:gd name="connsiteY4" fmla="*/ 297023 h 583938"/>
                <a:gd name="connsiteX5" fmla="*/ 353545 w 634210"/>
                <a:gd name="connsiteY5" fmla="*/ 46979 h 583938"/>
                <a:gd name="connsiteX6" fmla="*/ 6288 w 634210"/>
                <a:gd name="connsiteY6" fmla="*/ 4415 h 583938"/>
                <a:gd name="connsiteX0" fmla="*/ 6288 w 634210"/>
                <a:gd name="connsiteY0" fmla="*/ 5419 h 584942"/>
                <a:gd name="connsiteX1" fmla="*/ 213552 w 634210"/>
                <a:gd name="connsiteY1" fmla="*/ 291931 h 584942"/>
                <a:gd name="connsiteX2" fmla="*/ 6288 w 634210"/>
                <a:gd name="connsiteY2" fmla="*/ 584539 h 584942"/>
                <a:gd name="connsiteX3" fmla="*/ 335472 w 634210"/>
                <a:gd name="connsiteY3" fmla="*/ 547963 h 584942"/>
                <a:gd name="connsiteX4" fmla="*/ 634176 w 634210"/>
                <a:gd name="connsiteY4" fmla="*/ 298027 h 584942"/>
                <a:gd name="connsiteX5" fmla="*/ 353545 w 634210"/>
                <a:gd name="connsiteY5" fmla="*/ 47983 h 584942"/>
                <a:gd name="connsiteX6" fmla="*/ 6288 w 634210"/>
                <a:gd name="connsiteY6" fmla="*/ 5419 h 584942"/>
                <a:gd name="connsiteX0" fmla="*/ 6288 w 634222"/>
                <a:gd name="connsiteY0" fmla="*/ 7771 h 587294"/>
                <a:gd name="connsiteX1" fmla="*/ 213552 w 634222"/>
                <a:gd name="connsiteY1" fmla="*/ 294283 h 587294"/>
                <a:gd name="connsiteX2" fmla="*/ 6288 w 634222"/>
                <a:gd name="connsiteY2" fmla="*/ 586891 h 587294"/>
                <a:gd name="connsiteX3" fmla="*/ 335472 w 634222"/>
                <a:gd name="connsiteY3" fmla="*/ 550315 h 587294"/>
                <a:gd name="connsiteX4" fmla="*/ 634176 w 634222"/>
                <a:gd name="connsiteY4" fmla="*/ 300379 h 587294"/>
                <a:gd name="connsiteX5" fmla="*/ 353545 w 634222"/>
                <a:gd name="connsiteY5" fmla="*/ 50335 h 587294"/>
                <a:gd name="connsiteX6" fmla="*/ 6288 w 634222"/>
                <a:gd name="connsiteY6" fmla="*/ 7771 h 587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4222" h="587294">
                  <a:moveTo>
                    <a:pt x="6288" y="7771"/>
                  </a:moveTo>
                  <a:cubicBezTo>
                    <a:pt x="-1402" y="17990"/>
                    <a:pt x="197440" y="80946"/>
                    <a:pt x="213552" y="294283"/>
                  </a:cubicBezTo>
                  <a:cubicBezTo>
                    <a:pt x="229664" y="507620"/>
                    <a:pt x="-44512" y="594003"/>
                    <a:pt x="6288" y="586891"/>
                  </a:cubicBezTo>
                  <a:cubicBezTo>
                    <a:pt x="105856" y="586891"/>
                    <a:pt x="200344" y="591971"/>
                    <a:pt x="335472" y="550315"/>
                  </a:cubicBezTo>
                  <a:cubicBezTo>
                    <a:pt x="470600" y="508659"/>
                    <a:pt x="631164" y="383709"/>
                    <a:pt x="634176" y="300379"/>
                  </a:cubicBezTo>
                  <a:cubicBezTo>
                    <a:pt x="637188" y="217049"/>
                    <a:pt x="492607" y="98103"/>
                    <a:pt x="353545" y="50335"/>
                  </a:cubicBezTo>
                  <a:cubicBezTo>
                    <a:pt x="214483" y="2567"/>
                    <a:pt x="19803" y="-10189"/>
                    <a:pt x="6288" y="7771"/>
                  </a:cubicBezTo>
                  <a:close/>
                </a:path>
              </a:pathLst>
            </a:custGeom>
            <a:solidFill>
              <a:schemeClr val="bg1"/>
            </a:solidFill>
            <a:ln w="38100"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r"/>
              <a:endParaRPr lang="en-CN"/>
            </a:p>
          </p:txBody>
        </p:sp>
        <p:sp>
          <p:nvSpPr>
            <p:cNvPr id="37" name="Oval 36">
              <a:extLst>
                <a:ext uri="{FF2B5EF4-FFF2-40B4-BE49-F238E27FC236}">
                  <a16:creationId xmlns:a16="http://schemas.microsoft.com/office/drawing/2014/main" id="{14330032-81A3-0245-9950-890FD678BBB7}"/>
                </a:ext>
              </a:extLst>
            </p:cNvPr>
            <p:cNvSpPr/>
            <p:nvPr/>
          </p:nvSpPr>
          <p:spPr bwMode="auto">
            <a:xfrm>
              <a:off x="6718942" y="5887255"/>
              <a:ext cx="144016" cy="144016"/>
            </a:xfrm>
            <a:prstGeom prst="ellipse">
              <a:avLst/>
            </a:prstGeom>
            <a:solidFill>
              <a:schemeClr val="bg1"/>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1800" b="0" i="0" u="none" strike="noStrike" cap="none" normalizeH="0" baseline="0">
                <a:ln>
                  <a:noFill/>
                </a:ln>
                <a:solidFill>
                  <a:schemeClr val="tx1"/>
                </a:solidFill>
                <a:effectLst/>
                <a:latin typeface="Arial" charset="0"/>
              </a:endParaRPr>
            </a:p>
          </p:txBody>
        </p:sp>
      </p:grpSp>
      <p:grpSp>
        <p:nvGrpSpPr>
          <p:cNvPr id="52" name="Group 51">
            <a:extLst>
              <a:ext uri="{FF2B5EF4-FFF2-40B4-BE49-F238E27FC236}">
                <a16:creationId xmlns:a16="http://schemas.microsoft.com/office/drawing/2014/main" id="{F3E04876-ED37-4D4B-9FF6-2048B729B208}"/>
              </a:ext>
            </a:extLst>
          </p:cNvPr>
          <p:cNvGrpSpPr/>
          <p:nvPr/>
        </p:nvGrpSpPr>
        <p:grpSpPr>
          <a:xfrm>
            <a:off x="6532591" y="1736574"/>
            <a:ext cx="994048" cy="584942"/>
            <a:chOff x="6437176" y="5657914"/>
            <a:chExt cx="994048" cy="584942"/>
          </a:xfrm>
        </p:grpSpPr>
        <p:cxnSp>
          <p:nvCxnSpPr>
            <p:cNvPr id="46" name="Straight Connector 45">
              <a:extLst>
                <a:ext uri="{FF2B5EF4-FFF2-40B4-BE49-F238E27FC236}">
                  <a16:creationId xmlns:a16="http://schemas.microsoft.com/office/drawing/2014/main" id="{6CB9A2F6-E796-4343-8D73-1CF8828DC0AF}"/>
                </a:ext>
              </a:extLst>
            </p:cNvPr>
            <p:cNvCxnSpPr>
              <a:cxnSpLocks/>
            </p:cNvCxnSpPr>
            <p:nvPr/>
          </p:nvCxnSpPr>
          <p:spPr bwMode="auto">
            <a:xfrm>
              <a:off x="7208898" y="5945946"/>
              <a:ext cx="222326"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47" name="Straight Connector 46">
              <a:extLst>
                <a:ext uri="{FF2B5EF4-FFF2-40B4-BE49-F238E27FC236}">
                  <a16:creationId xmlns:a16="http://schemas.microsoft.com/office/drawing/2014/main" id="{DBCA6236-0B17-424A-9A4A-B5B452EABA42}"/>
                </a:ext>
              </a:extLst>
            </p:cNvPr>
            <p:cNvCxnSpPr>
              <a:cxnSpLocks/>
            </p:cNvCxnSpPr>
            <p:nvPr/>
          </p:nvCxnSpPr>
          <p:spPr bwMode="auto">
            <a:xfrm>
              <a:off x="6437176" y="5796328"/>
              <a:ext cx="324036"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48" name="Straight Connector 47">
              <a:extLst>
                <a:ext uri="{FF2B5EF4-FFF2-40B4-BE49-F238E27FC236}">
                  <a16:creationId xmlns:a16="http://schemas.microsoft.com/office/drawing/2014/main" id="{00028728-7359-444C-8AF2-502BCC554C46}"/>
                </a:ext>
              </a:extLst>
            </p:cNvPr>
            <p:cNvCxnSpPr>
              <a:cxnSpLocks/>
            </p:cNvCxnSpPr>
            <p:nvPr/>
          </p:nvCxnSpPr>
          <p:spPr bwMode="auto">
            <a:xfrm>
              <a:off x="6437176" y="6089904"/>
              <a:ext cx="324036"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49" name="Freeform 48">
              <a:extLst>
                <a:ext uri="{FF2B5EF4-FFF2-40B4-BE49-F238E27FC236}">
                  <a16:creationId xmlns:a16="http://schemas.microsoft.com/office/drawing/2014/main" id="{4053D13B-22A2-554A-B51A-A9B5CFBAC6BE}"/>
                </a:ext>
              </a:extLst>
            </p:cNvPr>
            <p:cNvSpPr/>
            <p:nvPr/>
          </p:nvSpPr>
          <p:spPr bwMode="auto">
            <a:xfrm>
              <a:off x="6574688" y="5657914"/>
              <a:ext cx="634210" cy="584942"/>
            </a:xfrm>
            <a:custGeom>
              <a:avLst/>
              <a:gdLst>
                <a:gd name="connsiteX0" fmla="*/ 0 w 627888"/>
                <a:gd name="connsiteY0" fmla="*/ 0 h 579120"/>
                <a:gd name="connsiteX1" fmla="*/ 207264 w 627888"/>
                <a:gd name="connsiteY1" fmla="*/ 286512 h 579120"/>
                <a:gd name="connsiteX2" fmla="*/ 0 w 627888"/>
                <a:gd name="connsiteY2" fmla="*/ 579120 h 579120"/>
                <a:gd name="connsiteX3" fmla="*/ 365760 w 627888"/>
                <a:gd name="connsiteY3" fmla="*/ 573024 h 579120"/>
                <a:gd name="connsiteX4" fmla="*/ 627888 w 627888"/>
                <a:gd name="connsiteY4" fmla="*/ 292608 h 579120"/>
                <a:gd name="connsiteX5" fmla="*/ 390144 w 627888"/>
                <a:gd name="connsiteY5" fmla="*/ 6096 h 579120"/>
                <a:gd name="connsiteX6" fmla="*/ 0 w 627888"/>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46520"/>
                <a:gd name="connsiteY0" fmla="*/ 0 h 579120"/>
                <a:gd name="connsiteX1" fmla="*/ 209962 w 646520"/>
                <a:gd name="connsiteY1" fmla="*/ 286512 h 579120"/>
                <a:gd name="connsiteX2" fmla="*/ 2698 w 646520"/>
                <a:gd name="connsiteY2" fmla="*/ 579120 h 579120"/>
                <a:gd name="connsiteX3" fmla="*/ 368458 w 646520"/>
                <a:gd name="connsiteY3" fmla="*/ 573024 h 579120"/>
                <a:gd name="connsiteX4" fmla="*/ 630586 w 646520"/>
                <a:gd name="connsiteY4" fmla="*/ 292608 h 579120"/>
                <a:gd name="connsiteX5" fmla="*/ 392842 w 646520"/>
                <a:gd name="connsiteY5" fmla="*/ 6096 h 579120"/>
                <a:gd name="connsiteX6" fmla="*/ 2698 w 646520"/>
                <a:gd name="connsiteY6" fmla="*/ 0 h 579120"/>
                <a:gd name="connsiteX0" fmla="*/ 2698 w 646520"/>
                <a:gd name="connsiteY0" fmla="*/ 51141 h 630261"/>
                <a:gd name="connsiteX1" fmla="*/ 209962 w 646520"/>
                <a:gd name="connsiteY1" fmla="*/ 337653 h 630261"/>
                <a:gd name="connsiteX2" fmla="*/ 2698 w 646520"/>
                <a:gd name="connsiteY2" fmla="*/ 630261 h 630261"/>
                <a:gd name="connsiteX3" fmla="*/ 368458 w 646520"/>
                <a:gd name="connsiteY3" fmla="*/ 624165 h 630261"/>
                <a:gd name="connsiteX4" fmla="*/ 630586 w 646520"/>
                <a:gd name="connsiteY4" fmla="*/ 343749 h 630261"/>
                <a:gd name="connsiteX5" fmla="*/ 392842 w 646520"/>
                <a:gd name="connsiteY5" fmla="*/ 57237 h 630261"/>
                <a:gd name="connsiteX6" fmla="*/ 2698 w 646520"/>
                <a:gd name="connsiteY6" fmla="*/ 51141 h 630261"/>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1455 h 600575"/>
                <a:gd name="connsiteX1" fmla="*/ 209962 w 646520"/>
                <a:gd name="connsiteY1" fmla="*/ 307967 h 600575"/>
                <a:gd name="connsiteX2" fmla="*/ 2698 w 646520"/>
                <a:gd name="connsiteY2" fmla="*/ 600575 h 600575"/>
                <a:gd name="connsiteX3" fmla="*/ 368458 w 646520"/>
                <a:gd name="connsiteY3" fmla="*/ 594479 h 600575"/>
                <a:gd name="connsiteX4" fmla="*/ 630586 w 646520"/>
                <a:gd name="connsiteY4" fmla="*/ 314063 h 600575"/>
                <a:gd name="connsiteX5" fmla="*/ 392842 w 646520"/>
                <a:gd name="connsiteY5" fmla="*/ 27551 h 600575"/>
                <a:gd name="connsiteX6" fmla="*/ 2698 w 646520"/>
                <a:gd name="connsiteY6" fmla="*/ 21455 h 600575"/>
                <a:gd name="connsiteX0" fmla="*/ 2698 w 630586"/>
                <a:gd name="connsiteY0" fmla="*/ 21455 h 600575"/>
                <a:gd name="connsiteX1" fmla="*/ 209962 w 630586"/>
                <a:gd name="connsiteY1" fmla="*/ 307967 h 600575"/>
                <a:gd name="connsiteX2" fmla="*/ 2698 w 630586"/>
                <a:gd name="connsiteY2" fmla="*/ 600575 h 600575"/>
                <a:gd name="connsiteX3" fmla="*/ 368458 w 630586"/>
                <a:gd name="connsiteY3" fmla="*/ 594479 h 600575"/>
                <a:gd name="connsiteX4" fmla="*/ 630586 w 630586"/>
                <a:gd name="connsiteY4" fmla="*/ 314063 h 600575"/>
                <a:gd name="connsiteX5" fmla="*/ 392842 w 630586"/>
                <a:gd name="connsiteY5" fmla="*/ 27551 h 600575"/>
                <a:gd name="connsiteX6" fmla="*/ 2698 w 630586"/>
                <a:gd name="connsiteY6" fmla="*/ 21455 h 600575"/>
                <a:gd name="connsiteX0" fmla="*/ 2698 w 631527"/>
                <a:gd name="connsiteY0" fmla="*/ 21455 h 600575"/>
                <a:gd name="connsiteX1" fmla="*/ 209962 w 631527"/>
                <a:gd name="connsiteY1" fmla="*/ 307967 h 600575"/>
                <a:gd name="connsiteX2" fmla="*/ 2698 w 631527"/>
                <a:gd name="connsiteY2" fmla="*/ 600575 h 600575"/>
                <a:gd name="connsiteX3" fmla="*/ 301402 w 631527"/>
                <a:gd name="connsiteY3" fmla="*/ 600575 h 600575"/>
                <a:gd name="connsiteX4" fmla="*/ 630586 w 631527"/>
                <a:gd name="connsiteY4" fmla="*/ 314063 h 600575"/>
                <a:gd name="connsiteX5" fmla="*/ 392842 w 631527"/>
                <a:gd name="connsiteY5" fmla="*/ 27551 h 600575"/>
                <a:gd name="connsiteX6" fmla="*/ 2698 w 631527"/>
                <a:gd name="connsiteY6" fmla="*/ 21455 h 600575"/>
                <a:gd name="connsiteX0" fmla="*/ 2698 w 631527"/>
                <a:gd name="connsiteY0" fmla="*/ 21455 h 602832"/>
                <a:gd name="connsiteX1" fmla="*/ 209962 w 631527"/>
                <a:gd name="connsiteY1" fmla="*/ 307967 h 602832"/>
                <a:gd name="connsiteX2" fmla="*/ 2698 w 631527"/>
                <a:gd name="connsiteY2" fmla="*/ 600575 h 602832"/>
                <a:gd name="connsiteX3" fmla="*/ 301402 w 631527"/>
                <a:gd name="connsiteY3" fmla="*/ 600575 h 602832"/>
                <a:gd name="connsiteX4" fmla="*/ 630586 w 631527"/>
                <a:gd name="connsiteY4" fmla="*/ 314063 h 602832"/>
                <a:gd name="connsiteX5" fmla="*/ 392842 w 631527"/>
                <a:gd name="connsiteY5" fmla="*/ 27551 h 602832"/>
                <a:gd name="connsiteX6" fmla="*/ 2698 w 631527"/>
                <a:gd name="connsiteY6" fmla="*/ 21455 h 602832"/>
                <a:gd name="connsiteX0" fmla="*/ 2698 w 630586"/>
                <a:gd name="connsiteY0" fmla="*/ 21455 h 602832"/>
                <a:gd name="connsiteX1" fmla="*/ 209962 w 630586"/>
                <a:gd name="connsiteY1" fmla="*/ 307967 h 602832"/>
                <a:gd name="connsiteX2" fmla="*/ 2698 w 630586"/>
                <a:gd name="connsiteY2" fmla="*/ 600575 h 602832"/>
                <a:gd name="connsiteX3" fmla="*/ 301402 w 630586"/>
                <a:gd name="connsiteY3" fmla="*/ 600575 h 602832"/>
                <a:gd name="connsiteX4" fmla="*/ 630586 w 630586"/>
                <a:gd name="connsiteY4" fmla="*/ 314063 h 602832"/>
                <a:gd name="connsiteX5" fmla="*/ 301402 w 630586"/>
                <a:gd name="connsiteY5" fmla="*/ 27551 h 602832"/>
                <a:gd name="connsiteX6" fmla="*/ 2698 w 630586"/>
                <a:gd name="connsiteY6" fmla="*/ 21455 h 602832"/>
                <a:gd name="connsiteX0" fmla="*/ 2698 w 630586"/>
                <a:gd name="connsiteY0" fmla="*/ 20123 h 601500"/>
                <a:gd name="connsiteX1" fmla="*/ 209962 w 630586"/>
                <a:gd name="connsiteY1" fmla="*/ 306635 h 601500"/>
                <a:gd name="connsiteX2" fmla="*/ 2698 w 630586"/>
                <a:gd name="connsiteY2" fmla="*/ 599243 h 601500"/>
                <a:gd name="connsiteX3" fmla="*/ 301402 w 630586"/>
                <a:gd name="connsiteY3" fmla="*/ 599243 h 601500"/>
                <a:gd name="connsiteX4" fmla="*/ 630586 w 630586"/>
                <a:gd name="connsiteY4" fmla="*/ 312731 h 601500"/>
                <a:gd name="connsiteX5" fmla="*/ 301402 w 630586"/>
                <a:gd name="connsiteY5" fmla="*/ 26219 h 601500"/>
                <a:gd name="connsiteX6" fmla="*/ 2698 w 630586"/>
                <a:gd name="connsiteY6" fmla="*/ 20123 h 601500"/>
                <a:gd name="connsiteX0" fmla="*/ 2146 w 630034"/>
                <a:gd name="connsiteY0" fmla="*/ 20123 h 601500"/>
                <a:gd name="connsiteX1" fmla="*/ 209410 w 630034"/>
                <a:gd name="connsiteY1" fmla="*/ 306635 h 601500"/>
                <a:gd name="connsiteX2" fmla="*/ 2146 w 630034"/>
                <a:gd name="connsiteY2" fmla="*/ 599243 h 601500"/>
                <a:gd name="connsiteX3" fmla="*/ 300850 w 630034"/>
                <a:gd name="connsiteY3" fmla="*/ 599243 h 601500"/>
                <a:gd name="connsiteX4" fmla="*/ 630034 w 630034"/>
                <a:gd name="connsiteY4" fmla="*/ 312731 h 601500"/>
                <a:gd name="connsiteX5" fmla="*/ 300850 w 630034"/>
                <a:gd name="connsiteY5" fmla="*/ 26219 h 601500"/>
                <a:gd name="connsiteX6" fmla="*/ 2146 w 630034"/>
                <a:gd name="connsiteY6" fmla="*/ 20123 h 601500"/>
                <a:gd name="connsiteX0" fmla="*/ 6215 w 634103"/>
                <a:gd name="connsiteY0" fmla="*/ 3947 h 585324"/>
                <a:gd name="connsiteX1" fmla="*/ 213479 w 634103"/>
                <a:gd name="connsiteY1" fmla="*/ 290459 h 585324"/>
                <a:gd name="connsiteX2" fmla="*/ 6215 w 634103"/>
                <a:gd name="connsiteY2" fmla="*/ 583067 h 585324"/>
                <a:gd name="connsiteX3" fmla="*/ 304919 w 634103"/>
                <a:gd name="connsiteY3" fmla="*/ 583067 h 585324"/>
                <a:gd name="connsiteX4" fmla="*/ 634103 w 634103"/>
                <a:gd name="connsiteY4" fmla="*/ 296555 h 585324"/>
                <a:gd name="connsiteX5" fmla="*/ 304919 w 634103"/>
                <a:gd name="connsiteY5" fmla="*/ 10043 h 585324"/>
                <a:gd name="connsiteX6" fmla="*/ 6215 w 634103"/>
                <a:gd name="connsiteY6" fmla="*/ 3947 h 585324"/>
                <a:gd name="connsiteX0" fmla="*/ 6624 w 634512"/>
                <a:gd name="connsiteY0" fmla="*/ 3947 h 585324"/>
                <a:gd name="connsiteX1" fmla="*/ 213888 w 634512"/>
                <a:gd name="connsiteY1" fmla="*/ 290459 h 585324"/>
                <a:gd name="connsiteX2" fmla="*/ 6624 w 634512"/>
                <a:gd name="connsiteY2" fmla="*/ 583067 h 585324"/>
                <a:gd name="connsiteX3" fmla="*/ 305328 w 634512"/>
                <a:gd name="connsiteY3" fmla="*/ 583067 h 585324"/>
                <a:gd name="connsiteX4" fmla="*/ 634512 w 634512"/>
                <a:gd name="connsiteY4" fmla="*/ 296555 h 585324"/>
                <a:gd name="connsiteX5" fmla="*/ 305328 w 634512"/>
                <a:gd name="connsiteY5" fmla="*/ 10043 h 585324"/>
                <a:gd name="connsiteX6" fmla="*/ 6624 w 634512"/>
                <a:gd name="connsiteY6" fmla="*/ 3947 h 585324"/>
                <a:gd name="connsiteX0" fmla="*/ 6624 w 634644"/>
                <a:gd name="connsiteY0" fmla="*/ 18301 h 599678"/>
                <a:gd name="connsiteX1" fmla="*/ 213888 w 634644"/>
                <a:gd name="connsiteY1" fmla="*/ 304813 h 599678"/>
                <a:gd name="connsiteX2" fmla="*/ 6624 w 634644"/>
                <a:gd name="connsiteY2" fmla="*/ 597421 h 599678"/>
                <a:gd name="connsiteX3" fmla="*/ 305328 w 634644"/>
                <a:gd name="connsiteY3" fmla="*/ 597421 h 599678"/>
                <a:gd name="connsiteX4" fmla="*/ 634512 w 634644"/>
                <a:gd name="connsiteY4" fmla="*/ 310909 h 599678"/>
                <a:gd name="connsiteX5" fmla="*/ 268752 w 634644"/>
                <a:gd name="connsiteY5" fmla="*/ 30493 h 599678"/>
                <a:gd name="connsiteX6" fmla="*/ 6624 w 634644"/>
                <a:gd name="connsiteY6" fmla="*/ 18301 h 599678"/>
                <a:gd name="connsiteX0" fmla="*/ 6624 w 634644"/>
                <a:gd name="connsiteY0" fmla="*/ 23735 h 605112"/>
                <a:gd name="connsiteX1" fmla="*/ 213888 w 634644"/>
                <a:gd name="connsiteY1" fmla="*/ 310247 h 605112"/>
                <a:gd name="connsiteX2" fmla="*/ 6624 w 634644"/>
                <a:gd name="connsiteY2" fmla="*/ 602855 h 605112"/>
                <a:gd name="connsiteX3" fmla="*/ 305328 w 634644"/>
                <a:gd name="connsiteY3" fmla="*/ 602855 h 605112"/>
                <a:gd name="connsiteX4" fmla="*/ 634512 w 634644"/>
                <a:gd name="connsiteY4" fmla="*/ 316343 h 605112"/>
                <a:gd name="connsiteX5" fmla="*/ 268752 w 634644"/>
                <a:gd name="connsiteY5" fmla="*/ 35927 h 605112"/>
                <a:gd name="connsiteX6" fmla="*/ 6624 w 634644"/>
                <a:gd name="connsiteY6" fmla="*/ 23735 h 605112"/>
                <a:gd name="connsiteX0" fmla="*/ 6624 w 634577"/>
                <a:gd name="connsiteY0" fmla="*/ 17614 h 598991"/>
                <a:gd name="connsiteX1" fmla="*/ 213888 w 634577"/>
                <a:gd name="connsiteY1" fmla="*/ 304126 h 598991"/>
                <a:gd name="connsiteX2" fmla="*/ 6624 w 634577"/>
                <a:gd name="connsiteY2" fmla="*/ 596734 h 598991"/>
                <a:gd name="connsiteX3" fmla="*/ 305328 w 634577"/>
                <a:gd name="connsiteY3" fmla="*/ 596734 h 598991"/>
                <a:gd name="connsiteX4" fmla="*/ 634512 w 634577"/>
                <a:gd name="connsiteY4" fmla="*/ 310222 h 598991"/>
                <a:gd name="connsiteX5" fmla="*/ 329712 w 634577"/>
                <a:gd name="connsiteY5" fmla="*/ 48094 h 598991"/>
                <a:gd name="connsiteX6" fmla="*/ 6624 w 634577"/>
                <a:gd name="connsiteY6" fmla="*/ 17614 h 598991"/>
                <a:gd name="connsiteX0" fmla="*/ 6624 w 634575"/>
                <a:gd name="connsiteY0" fmla="*/ 21507 h 602884"/>
                <a:gd name="connsiteX1" fmla="*/ 213888 w 634575"/>
                <a:gd name="connsiteY1" fmla="*/ 308019 h 602884"/>
                <a:gd name="connsiteX2" fmla="*/ 6624 w 634575"/>
                <a:gd name="connsiteY2" fmla="*/ 600627 h 602884"/>
                <a:gd name="connsiteX3" fmla="*/ 305328 w 634575"/>
                <a:gd name="connsiteY3" fmla="*/ 600627 h 602884"/>
                <a:gd name="connsiteX4" fmla="*/ 634512 w 634575"/>
                <a:gd name="connsiteY4" fmla="*/ 314115 h 602884"/>
                <a:gd name="connsiteX5" fmla="*/ 329712 w 634575"/>
                <a:gd name="connsiteY5" fmla="*/ 51987 h 602884"/>
                <a:gd name="connsiteX6" fmla="*/ 6624 w 634575"/>
                <a:gd name="connsiteY6" fmla="*/ 21507 h 602884"/>
                <a:gd name="connsiteX0" fmla="*/ 6624 w 634575"/>
                <a:gd name="connsiteY0" fmla="*/ 21507 h 619140"/>
                <a:gd name="connsiteX1" fmla="*/ 213888 w 634575"/>
                <a:gd name="connsiteY1" fmla="*/ 308019 h 619140"/>
                <a:gd name="connsiteX2" fmla="*/ 6624 w 634575"/>
                <a:gd name="connsiteY2" fmla="*/ 600627 h 619140"/>
                <a:gd name="connsiteX3" fmla="*/ 305328 w 634575"/>
                <a:gd name="connsiteY3" fmla="*/ 600627 h 619140"/>
                <a:gd name="connsiteX4" fmla="*/ 634512 w 634575"/>
                <a:gd name="connsiteY4" fmla="*/ 314115 h 619140"/>
                <a:gd name="connsiteX5" fmla="*/ 329712 w 634575"/>
                <a:gd name="connsiteY5" fmla="*/ 51987 h 619140"/>
                <a:gd name="connsiteX6" fmla="*/ 6624 w 634575"/>
                <a:gd name="connsiteY6" fmla="*/ 21507 h 619140"/>
                <a:gd name="connsiteX0" fmla="*/ 6624 w 634531"/>
                <a:gd name="connsiteY0" fmla="*/ 21507 h 607159"/>
                <a:gd name="connsiteX1" fmla="*/ 213888 w 634531"/>
                <a:gd name="connsiteY1" fmla="*/ 308019 h 607159"/>
                <a:gd name="connsiteX2" fmla="*/ 6624 w 634531"/>
                <a:gd name="connsiteY2" fmla="*/ 600627 h 607159"/>
                <a:gd name="connsiteX3" fmla="*/ 341904 w 634531"/>
                <a:gd name="connsiteY3" fmla="*/ 582339 h 607159"/>
                <a:gd name="connsiteX4" fmla="*/ 634512 w 634531"/>
                <a:gd name="connsiteY4" fmla="*/ 314115 h 607159"/>
                <a:gd name="connsiteX5" fmla="*/ 329712 w 634531"/>
                <a:gd name="connsiteY5" fmla="*/ 51987 h 607159"/>
                <a:gd name="connsiteX6" fmla="*/ 6624 w 634531"/>
                <a:gd name="connsiteY6" fmla="*/ 21507 h 607159"/>
                <a:gd name="connsiteX0" fmla="*/ 6624 w 634516"/>
                <a:gd name="connsiteY0" fmla="*/ 21507 h 600822"/>
                <a:gd name="connsiteX1" fmla="*/ 213888 w 634516"/>
                <a:gd name="connsiteY1" fmla="*/ 308019 h 600822"/>
                <a:gd name="connsiteX2" fmla="*/ 6624 w 634516"/>
                <a:gd name="connsiteY2" fmla="*/ 600627 h 600822"/>
                <a:gd name="connsiteX3" fmla="*/ 335808 w 634516"/>
                <a:gd name="connsiteY3" fmla="*/ 564051 h 600822"/>
                <a:gd name="connsiteX4" fmla="*/ 634512 w 634516"/>
                <a:gd name="connsiteY4" fmla="*/ 314115 h 600822"/>
                <a:gd name="connsiteX5" fmla="*/ 329712 w 634516"/>
                <a:gd name="connsiteY5" fmla="*/ 51987 h 600822"/>
                <a:gd name="connsiteX6" fmla="*/ 6624 w 634516"/>
                <a:gd name="connsiteY6" fmla="*/ 21507 h 600822"/>
                <a:gd name="connsiteX0" fmla="*/ 6624 w 634516"/>
                <a:gd name="connsiteY0" fmla="*/ 20598 h 599913"/>
                <a:gd name="connsiteX1" fmla="*/ 213888 w 634516"/>
                <a:gd name="connsiteY1" fmla="*/ 307110 h 599913"/>
                <a:gd name="connsiteX2" fmla="*/ 6624 w 634516"/>
                <a:gd name="connsiteY2" fmla="*/ 599718 h 599913"/>
                <a:gd name="connsiteX3" fmla="*/ 335808 w 634516"/>
                <a:gd name="connsiteY3" fmla="*/ 563142 h 599913"/>
                <a:gd name="connsiteX4" fmla="*/ 634512 w 634516"/>
                <a:gd name="connsiteY4" fmla="*/ 313206 h 599913"/>
                <a:gd name="connsiteX5" fmla="*/ 329712 w 634516"/>
                <a:gd name="connsiteY5" fmla="*/ 51078 h 599913"/>
                <a:gd name="connsiteX6" fmla="*/ 6624 w 634516"/>
                <a:gd name="connsiteY6" fmla="*/ 20598 h 599913"/>
                <a:gd name="connsiteX0" fmla="*/ 6624 w 634516"/>
                <a:gd name="connsiteY0" fmla="*/ 22407 h 601722"/>
                <a:gd name="connsiteX1" fmla="*/ 213888 w 634516"/>
                <a:gd name="connsiteY1" fmla="*/ 308919 h 601722"/>
                <a:gd name="connsiteX2" fmla="*/ 6624 w 634516"/>
                <a:gd name="connsiteY2" fmla="*/ 601527 h 601722"/>
                <a:gd name="connsiteX3" fmla="*/ 335808 w 634516"/>
                <a:gd name="connsiteY3" fmla="*/ 564951 h 601722"/>
                <a:gd name="connsiteX4" fmla="*/ 634512 w 634516"/>
                <a:gd name="connsiteY4" fmla="*/ 315015 h 601722"/>
                <a:gd name="connsiteX5" fmla="*/ 329712 w 634516"/>
                <a:gd name="connsiteY5" fmla="*/ 52887 h 601722"/>
                <a:gd name="connsiteX6" fmla="*/ 6624 w 634516"/>
                <a:gd name="connsiteY6" fmla="*/ 22407 h 601722"/>
                <a:gd name="connsiteX0" fmla="*/ 6624 w 634516"/>
                <a:gd name="connsiteY0" fmla="*/ 8163 h 587478"/>
                <a:gd name="connsiteX1" fmla="*/ 213888 w 634516"/>
                <a:gd name="connsiteY1" fmla="*/ 294675 h 587478"/>
                <a:gd name="connsiteX2" fmla="*/ 6624 w 634516"/>
                <a:gd name="connsiteY2" fmla="*/ 587283 h 587478"/>
                <a:gd name="connsiteX3" fmla="*/ 335808 w 634516"/>
                <a:gd name="connsiteY3" fmla="*/ 550707 h 587478"/>
                <a:gd name="connsiteX4" fmla="*/ 634512 w 634516"/>
                <a:gd name="connsiteY4" fmla="*/ 300771 h 587478"/>
                <a:gd name="connsiteX5" fmla="*/ 329712 w 634516"/>
                <a:gd name="connsiteY5" fmla="*/ 38643 h 587478"/>
                <a:gd name="connsiteX6" fmla="*/ 6624 w 634516"/>
                <a:gd name="connsiteY6" fmla="*/ 8163 h 587478"/>
                <a:gd name="connsiteX0" fmla="*/ 6288 w 634180"/>
                <a:gd name="connsiteY0" fmla="*/ 8163 h 587686"/>
                <a:gd name="connsiteX1" fmla="*/ 213552 w 634180"/>
                <a:gd name="connsiteY1" fmla="*/ 294675 h 587686"/>
                <a:gd name="connsiteX2" fmla="*/ 6288 w 634180"/>
                <a:gd name="connsiteY2" fmla="*/ 587283 h 587686"/>
                <a:gd name="connsiteX3" fmla="*/ 335472 w 634180"/>
                <a:gd name="connsiteY3" fmla="*/ 550707 h 587686"/>
                <a:gd name="connsiteX4" fmla="*/ 634176 w 634180"/>
                <a:gd name="connsiteY4" fmla="*/ 300771 h 587686"/>
                <a:gd name="connsiteX5" fmla="*/ 329376 w 634180"/>
                <a:gd name="connsiteY5" fmla="*/ 38643 h 587686"/>
                <a:gd name="connsiteX6" fmla="*/ 6288 w 634180"/>
                <a:gd name="connsiteY6" fmla="*/ 8163 h 587686"/>
                <a:gd name="connsiteX0" fmla="*/ 6288 w 634211"/>
                <a:gd name="connsiteY0" fmla="*/ 8163 h 587686"/>
                <a:gd name="connsiteX1" fmla="*/ 213552 w 634211"/>
                <a:gd name="connsiteY1" fmla="*/ 294675 h 587686"/>
                <a:gd name="connsiteX2" fmla="*/ 6288 w 634211"/>
                <a:gd name="connsiteY2" fmla="*/ 587283 h 587686"/>
                <a:gd name="connsiteX3" fmla="*/ 335472 w 634211"/>
                <a:gd name="connsiteY3" fmla="*/ 550707 h 587686"/>
                <a:gd name="connsiteX4" fmla="*/ 634176 w 634211"/>
                <a:gd name="connsiteY4" fmla="*/ 300771 h 587686"/>
                <a:gd name="connsiteX5" fmla="*/ 329376 w 634211"/>
                <a:gd name="connsiteY5" fmla="*/ 38643 h 587686"/>
                <a:gd name="connsiteX6" fmla="*/ 6288 w 634211"/>
                <a:gd name="connsiteY6" fmla="*/ 8163 h 587686"/>
                <a:gd name="connsiteX0" fmla="*/ 6288 w 634286"/>
                <a:gd name="connsiteY0" fmla="*/ 8163 h 587686"/>
                <a:gd name="connsiteX1" fmla="*/ 213552 w 634286"/>
                <a:gd name="connsiteY1" fmla="*/ 294675 h 587686"/>
                <a:gd name="connsiteX2" fmla="*/ 6288 w 634286"/>
                <a:gd name="connsiteY2" fmla="*/ 587283 h 587686"/>
                <a:gd name="connsiteX3" fmla="*/ 335472 w 634286"/>
                <a:gd name="connsiteY3" fmla="*/ 550707 h 587686"/>
                <a:gd name="connsiteX4" fmla="*/ 634176 w 634286"/>
                <a:gd name="connsiteY4" fmla="*/ 300771 h 587686"/>
                <a:gd name="connsiteX5" fmla="*/ 329376 w 634286"/>
                <a:gd name="connsiteY5" fmla="*/ 38643 h 587686"/>
                <a:gd name="connsiteX6" fmla="*/ 6288 w 634286"/>
                <a:gd name="connsiteY6" fmla="*/ 8163 h 587686"/>
                <a:gd name="connsiteX0" fmla="*/ 6288 w 634286"/>
                <a:gd name="connsiteY0" fmla="*/ 4816 h 584339"/>
                <a:gd name="connsiteX1" fmla="*/ 213552 w 634286"/>
                <a:gd name="connsiteY1" fmla="*/ 291328 h 584339"/>
                <a:gd name="connsiteX2" fmla="*/ 6288 w 634286"/>
                <a:gd name="connsiteY2" fmla="*/ 583936 h 584339"/>
                <a:gd name="connsiteX3" fmla="*/ 335472 w 634286"/>
                <a:gd name="connsiteY3" fmla="*/ 547360 h 584339"/>
                <a:gd name="connsiteX4" fmla="*/ 634176 w 634286"/>
                <a:gd name="connsiteY4" fmla="*/ 297424 h 584339"/>
                <a:gd name="connsiteX5" fmla="*/ 329376 w 634286"/>
                <a:gd name="connsiteY5" fmla="*/ 35296 h 584339"/>
                <a:gd name="connsiteX6" fmla="*/ 6288 w 634286"/>
                <a:gd name="connsiteY6" fmla="*/ 4816 h 584339"/>
                <a:gd name="connsiteX0" fmla="*/ 6288 w 634210"/>
                <a:gd name="connsiteY0" fmla="*/ 14826 h 594349"/>
                <a:gd name="connsiteX1" fmla="*/ 213552 w 634210"/>
                <a:gd name="connsiteY1" fmla="*/ 301338 h 594349"/>
                <a:gd name="connsiteX2" fmla="*/ 6288 w 634210"/>
                <a:gd name="connsiteY2" fmla="*/ 593946 h 594349"/>
                <a:gd name="connsiteX3" fmla="*/ 335472 w 634210"/>
                <a:gd name="connsiteY3" fmla="*/ 557370 h 594349"/>
                <a:gd name="connsiteX4" fmla="*/ 634176 w 634210"/>
                <a:gd name="connsiteY4" fmla="*/ 307434 h 594349"/>
                <a:gd name="connsiteX5" fmla="*/ 353545 w 634210"/>
                <a:gd name="connsiteY5" fmla="*/ 57390 h 594349"/>
                <a:gd name="connsiteX6" fmla="*/ 6288 w 634210"/>
                <a:gd name="connsiteY6" fmla="*/ 14826 h 594349"/>
                <a:gd name="connsiteX0" fmla="*/ 6288 w 634210"/>
                <a:gd name="connsiteY0" fmla="*/ 4846 h 584369"/>
                <a:gd name="connsiteX1" fmla="*/ 213552 w 634210"/>
                <a:gd name="connsiteY1" fmla="*/ 291358 h 584369"/>
                <a:gd name="connsiteX2" fmla="*/ 6288 w 634210"/>
                <a:gd name="connsiteY2" fmla="*/ 583966 h 584369"/>
                <a:gd name="connsiteX3" fmla="*/ 335472 w 634210"/>
                <a:gd name="connsiteY3" fmla="*/ 547390 h 584369"/>
                <a:gd name="connsiteX4" fmla="*/ 634176 w 634210"/>
                <a:gd name="connsiteY4" fmla="*/ 297454 h 584369"/>
                <a:gd name="connsiteX5" fmla="*/ 353545 w 634210"/>
                <a:gd name="connsiteY5" fmla="*/ 47410 h 584369"/>
                <a:gd name="connsiteX6" fmla="*/ 6288 w 634210"/>
                <a:gd name="connsiteY6" fmla="*/ 4846 h 584369"/>
                <a:gd name="connsiteX0" fmla="*/ 6288 w 634210"/>
                <a:gd name="connsiteY0" fmla="*/ 4415 h 583938"/>
                <a:gd name="connsiteX1" fmla="*/ 213552 w 634210"/>
                <a:gd name="connsiteY1" fmla="*/ 290927 h 583938"/>
                <a:gd name="connsiteX2" fmla="*/ 6288 w 634210"/>
                <a:gd name="connsiteY2" fmla="*/ 583535 h 583938"/>
                <a:gd name="connsiteX3" fmla="*/ 335472 w 634210"/>
                <a:gd name="connsiteY3" fmla="*/ 546959 h 583938"/>
                <a:gd name="connsiteX4" fmla="*/ 634176 w 634210"/>
                <a:gd name="connsiteY4" fmla="*/ 297023 h 583938"/>
                <a:gd name="connsiteX5" fmla="*/ 353545 w 634210"/>
                <a:gd name="connsiteY5" fmla="*/ 46979 h 583938"/>
                <a:gd name="connsiteX6" fmla="*/ 6288 w 634210"/>
                <a:gd name="connsiteY6" fmla="*/ 4415 h 583938"/>
                <a:gd name="connsiteX0" fmla="*/ 6288 w 634210"/>
                <a:gd name="connsiteY0" fmla="*/ 5419 h 584942"/>
                <a:gd name="connsiteX1" fmla="*/ 213552 w 634210"/>
                <a:gd name="connsiteY1" fmla="*/ 291931 h 584942"/>
                <a:gd name="connsiteX2" fmla="*/ 6288 w 634210"/>
                <a:gd name="connsiteY2" fmla="*/ 584539 h 584942"/>
                <a:gd name="connsiteX3" fmla="*/ 335472 w 634210"/>
                <a:gd name="connsiteY3" fmla="*/ 547963 h 584942"/>
                <a:gd name="connsiteX4" fmla="*/ 634176 w 634210"/>
                <a:gd name="connsiteY4" fmla="*/ 298027 h 584942"/>
                <a:gd name="connsiteX5" fmla="*/ 353545 w 634210"/>
                <a:gd name="connsiteY5" fmla="*/ 47983 h 584942"/>
                <a:gd name="connsiteX6" fmla="*/ 6288 w 634210"/>
                <a:gd name="connsiteY6" fmla="*/ 5419 h 584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4210" h="584942">
                  <a:moveTo>
                    <a:pt x="6288" y="5419"/>
                  </a:moveTo>
                  <a:cubicBezTo>
                    <a:pt x="-1402" y="15638"/>
                    <a:pt x="197440" y="78594"/>
                    <a:pt x="213552" y="291931"/>
                  </a:cubicBezTo>
                  <a:cubicBezTo>
                    <a:pt x="229664" y="505268"/>
                    <a:pt x="-44512" y="591651"/>
                    <a:pt x="6288" y="584539"/>
                  </a:cubicBezTo>
                  <a:cubicBezTo>
                    <a:pt x="105856" y="584539"/>
                    <a:pt x="200344" y="589619"/>
                    <a:pt x="335472" y="547963"/>
                  </a:cubicBezTo>
                  <a:cubicBezTo>
                    <a:pt x="470600" y="506307"/>
                    <a:pt x="631164" y="381357"/>
                    <a:pt x="634176" y="298027"/>
                  </a:cubicBezTo>
                  <a:cubicBezTo>
                    <a:pt x="637188" y="214697"/>
                    <a:pt x="441172" y="78606"/>
                    <a:pt x="353545" y="47983"/>
                  </a:cubicBezTo>
                  <a:cubicBezTo>
                    <a:pt x="265918" y="17360"/>
                    <a:pt x="19803" y="-12541"/>
                    <a:pt x="6288" y="5419"/>
                  </a:cubicBezTo>
                  <a:close/>
                </a:path>
              </a:pathLst>
            </a:custGeom>
            <a:solidFill>
              <a:schemeClr val="bg1"/>
            </a:solidFill>
            <a:ln w="38100"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r"/>
              <a:endParaRPr lang="en-CN"/>
            </a:p>
          </p:txBody>
        </p:sp>
        <p:sp>
          <p:nvSpPr>
            <p:cNvPr id="50" name="Oval 49">
              <a:extLst>
                <a:ext uri="{FF2B5EF4-FFF2-40B4-BE49-F238E27FC236}">
                  <a16:creationId xmlns:a16="http://schemas.microsoft.com/office/drawing/2014/main" id="{D7BC0549-154D-ED46-9E98-74F454896AEB}"/>
                </a:ext>
              </a:extLst>
            </p:cNvPr>
            <p:cNvSpPr/>
            <p:nvPr/>
          </p:nvSpPr>
          <p:spPr bwMode="auto">
            <a:xfrm>
              <a:off x="7215966" y="5878377"/>
              <a:ext cx="144016" cy="144016"/>
            </a:xfrm>
            <a:prstGeom prst="ellipse">
              <a:avLst/>
            </a:prstGeom>
            <a:solidFill>
              <a:schemeClr val="bg1"/>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1800" b="0" i="0" u="none" strike="noStrike" cap="none" normalizeH="0" baseline="0">
                <a:ln>
                  <a:noFill/>
                </a:ln>
                <a:solidFill>
                  <a:schemeClr val="tx1"/>
                </a:solidFill>
                <a:effectLst/>
                <a:latin typeface="Arial" charset="0"/>
              </a:endParaRPr>
            </a:p>
          </p:txBody>
        </p:sp>
        <p:sp>
          <p:nvSpPr>
            <p:cNvPr id="43" name="Freeform 42">
              <a:extLst>
                <a:ext uri="{FF2B5EF4-FFF2-40B4-BE49-F238E27FC236}">
                  <a16:creationId xmlns:a16="http://schemas.microsoft.com/office/drawing/2014/main" id="{E0C08FF3-ED7E-CE4B-AFE8-A3675DFF37DF}"/>
                </a:ext>
              </a:extLst>
            </p:cNvPr>
            <p:cNvSpPr/>
            <p:nvPr/>
          </p:nvSpPr>
          <p:spPr bwMode="auto">
            <a:xfrm>
              <a:off x="6470670" y="5701318"/>
              <a:ext cx="223789" cy="531264"/>
            </a:xfrm>
            <a:custGeom>
              <a:avLst/>
              <a:gdLst>
                <a:gd name="connsiteX0" fmla="*/ 0 w 195378"/>
                <a:gd name="connsiteY0" fmla="*/ 0 h 541538"/>
                <a:gd name="connsiteX1" fmla="*/ 195308 w 195378"/>
                <a:gd name="connsiteY1" fmla="*/ 257452 h 541538"/>
                <a:gd name="connsiteX2" fmla="*/ 17755 w 195378"/>
                <a:gd name="connsiteY2" fmla="*/ 541538 h 541538"/>
                <a:gd name="connsiteX0" fmla="*/ 2793 w 198102"/>
                <a:gd name="connsiteY0" fmla="*/ 0 h 531264"/>
                <a:gd name="connsiteX1" fmla="*/ 198101 w 198102"/>
                <a:gd name="connsiteY1" fmla="*/ 257452 h 531264"/>
                <a:gd name="connsiteX2" fmla="*/ 0 w 198102"/>
                <a:gd name="connsiteY2" fmla="*/ 531264 h 531264"/>
                <a:gd name="connsiteX0" fmla="*/ 2793 w 223788"/>
                <a:gd name="connsiteY0" fmla="*/ 0 h 531264"/>
                <a:gd name="connsiteX1" fmla="*/ 223787 w 223788"/>
                <a:gd name="connsiteY1" fmla="*/ 262589 h 531264"/>
                <a:gd name="connsiteX2" fmla="*/ 0 w 223788"/>
                <a:gd name="connsiteY2" fmla="*/ 531264 h 531264"/>
                <a:gd name="connsiteX0" fmla="*/ 2793 w 223902"/>
                <a:gd name="connsiteY0" fmla="*/ 0 h 531264"/>
                <a:gd name="connsiteX1" fmla="*/ 223787 w 223902"/>
                <a:gd name="connsiteY1" fmla="*/ 262589 h 531264"/>
                <a:gd name="connsiteX2" fmla="*/ 0 w 223902"/>
                <a:gd name="connsiteY2" fmla="*/ 531264 h 531264"/>
                <a:gd name="connsiteX0" fmla="*/ 2793 w 223934"/>
                <a:gd name="connsiteY0" fmla="*/ 0 h 531264"/>
                <a:gd name="connsiteX1" fmla="*/ 223787 w 223934"/>
                <a:gd name="connsiteY1" fmla="*/ 262589 h 531264"/>
                <a:gd name="connsiteX2" fmla="*/ 0 w 223934"/>
                <a:gd name="connsiteY2" fmla="*/ 531264 h 531264"/>
                <a:gd name="connsiteX0" fmla="*/ 2793 w 223927"/>
                <a:gd name="connsiteY0" fmla="*/ 0 h 531264"/>
                <a:gd name="connsiteX1" fmla="*/ 223787 w 223927"/>
                <a:gd name="connsiteY1" fmla="*/ 262589 h 531264"/>
                <a:gd name="connsiteX2" fmla="*/ 0 w 223927"/>
                <a:gd name="connsiteY2" fmla="*/ 531264 h 531264"/>
                <a:gd name="connsiteX0" fmla="*/ 2793 w 223927"/>
                <a:gd name="connsiteY0" fmla="*/ 0 h 531264"/>
                <a:gd name="connsiteX1" fmla="*/ 223787 w 223927"/>
                <a:gd name="connsiteY1" fmla="*/ 262589 h 531264"/>
                <a:gd name="connsiteX2" fmla="*/ 0 w 223927"/>
                <a:gd name="connsiteY2" fmla="*/ 531264 h 531264"/>
                <a:gd name="connsiteX0" fmla="*/ 2793 w 223789"/>
                <a:gd name="connsiteY0" fmla="*/ 0 h 531264"/>
                <a:gd name="connsiteX1" fmla="*/ 223787 w 223789"/>
                <a:gd name="connsiteY1" fmla="*/ 262589 h 531264"/>
                <a:gd name="connsiteX2" fmla="*/ 0 w 223789"/>
                <a:gd name="connsiteY2" fmla="*/ 531264 h 531264"/>
              </a:gdLst>
              <a:ahLst/>
              <a:cxnLst>
                <a:cxn ang="0">
                  <a:pos x="connsiteX0" y="connsiteY0"/>
                </a:cxn>
                <a:cxn ang="0">
                  <a:pos x="connsiteX1" y="connsiteY1"/>
                </a:cxn>
                <a:cxn ang="0">
                  <a:pos x="connsiteX2" y="connsiteY2"/>
                </a:cxn>
              </a:cxnLst>
              <a:rect l="l" t="t" r="r" b="b"/>
              <a:pathLst>
                <a:path w="223789" h="531264">
                  <a:moveTo>
                    <a:pt x="2793" y="0"/>
                  </a:moveTo>
                  <a:cubicBezTo>
                    <a:pt x="145200" y="83598"/>
                    <a:pt x="224252" y="153497"/>
                    <a:pt x="223787" y="262589"/>
                  </a:cubicBezTo>
                  <a:cubicBezTo>
                    <a:pt x="223322" y="371681"/>
                    <a:pt x="115941" y="460034"/>
                    <a:pt x="0" y="531264"/>
                  </a:cubicBezTo>
                </a:path>
              </a:pathLst>
            </a:custGeom>
            <a:no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1800" b="0" i="0" u="none" strike="noStrike" cap="none" normalizeH="0" baseline="0">
                <a:ln>
                  <a:noFill/>
                </a:ln>
                <a:solidFill>
                  <a:schemeClr val="tx1"/>
                </a:solidFill>
                <a:effectLst/>
                <a:latin typeface="Arial" charset="0"/>
              </a:endParaRPr>
            </a:p>
          </p:txBody>
        </p:sp>
      </p:grpSp>
      <p:grpSp>
        <p:nvGrpSpPr>
          <p:cNvPr id="56" name="Group 55">
            <a:extLst>
              <a:ext uri="{FF2B5EF4-FFF2-40B4-BE49-F238E27FC236}">
                <a16:creationId xmlns:a16="http://schemas.microsoft.com/office/drawing/2014/main" id="{919CBA72-CFD6-9042-8E0B-F72A5634ECDB}"/>
              </a:ext>
            </a:extLst>
          </p:cNvPr>
          <p:cNvGrpSpPr/>
          <p:nvPr/>
        </p:nvGrpSpPr>
        <p:grpSpPr>
          <a:xfrm>
            <a:off x="985967" y="2994353"/>
            <a:ext cx="1153294" cy="576064"/>
            <a:chOff x="1583668" y="5666792"/>
            <a:chExt cx="1153294" cy="576064"/>
          </a:xfrm>
        </p:grpSpPr>
        <p:cxnSp>
          <p:nvCxnSpPr>
            <p:cNvPr id="57" name="Straight Connector 56">
              <a:extLst>
                <a:ext uri="{FF2B5EF4-FFF2-40B4-BE49-F238E27FC236}">
                  <a16:creationId xmlns:a16="http://schemas.microsoft.com/office/drawing/2014/main" id="{053A2537-70E2-5C45-B047-E0773377CD7D}"/>
                </a:ext>
              </a:extLst>
            </p:cNvPr>
            <p:cNvCxnSpPr>
              <a:cxnSpLocks/>
            </p:cNvCxnSpPr>
            <p:nvPr/>
          </p:nvCxnSpPr>
          <p:spPr bwMode="auto">
            <a:xfrm>
              <a:off x="1583668" y="5954824"/>
              <a:ext cx="1153294"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58" name="Triangle 57">
              <a:extLst>
                <a:ext uri="{FF2B5EF4-FFF2-40B4-BE49-F238E27FC236}">
                  <a16:creationId xmlns:a16="http://schemas.microsoft.com/office/drawing/2014/main" id="{6BBD135F-6CA6-2D4B-8A61-B17EEADADA78}"/>
                </a:ext>
              </a:extLst>
            </p:cNvPr>
            <p:cNvSpPr/>
            <p:nvPr/>
          </p:nvSpPr>
          <p:spPr bwMode="auto">
            <a:xfrm rot="5400000">
              <a:off x="1931150" y="5661248"/>
              <a:ext cx="576064" cy="587152"/>
            </a:xfrm>
            <a:prstGeom prst="triangle">
              <a:avLst/>
            </a:prstGeom>
            <a:solidFill>
              <a:schemeClr val="bg1"/>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1800" b="0" i="0" u="none" strike="noStrike" cap="none" normalizeH="0" baseline="0">
                <a:ln>
                  <a:noFill/>
                </a:ln>
                <a:solidFill>
                  <a:schemeClr val="tx1"/>
                </a:solidFill>
                <a:effectLst/>
                <a:latin typeface="Arial" charset="0"/>
              </a:endParaRPr>
            </a:p>
          </p:txBody>
        </p:sp>
      </p:grpSp>
      <p:grpSp>
        <p:nvGrpSpPr>
          <p:cNvPr id="60" name="Group 59">
            <a:extLst>
              <a:ext uri="{FF2B5EF4-FFF2-40B4-BE49-F238E27FC236}">
                <a16:creationId xmlns:a16="http://schemas.microsoft.com/office/drawing/2014/main" id="{772F3907-24DD-214D-94EC-8FCD386DED94}"/>
              </a:ext>
            </a:extLst>
          </p:cNvPr>
          <p:cNvGrpSpPr/>
          <p:nvPr/>
        </p:nvGrpSpPr>
        <p:grpSpPr>
          <a:xfrm>
            <a:off x="2895260" y="2994354"/>
            <a:ext cx="986831" cy="576063"/>
            <a:chOff x="3871915" y="5594843"/>
            <a:chExt cx="986831" cy="576063"/>
          </a:xfrm>
        </p:grpSpPr>
        <p:cxnSp>
          <p:nvCxnSpPr>
            <p:cNvPr id="61" name="Straight Connector 60">
              <a:extLst>
                <a:ext uri="{FF2B5EF4-FFF2-40B4-BE49-F238E27FC236}">
                  <a16:creationId xmlns:a16="http://schemas.microsoft.com/office/drawing/2014/main" id="{E240F8E8-F099-A045-9EB7-75EB2D8E845E}"/>
                </a:ext>
              </a:extLst>
            </p:cNvPr>
            <p:cNvCxnSpPr>
              <a:cxnSpLocks/>
              <a:stCxn id="62" idx="1"/>
            </p:cNvCxnSpPr>
            <p:nvPr/>
          </p:nvCxnSpPr>
          <p:spPr bwMode="auto">
            <a:xfrm>
              <a:off x="4067382" y="5882876"/>
              <a:ext cx="791364"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62" name="Round Same Side Corner Rectangle 61">
              <a:extLst>
                <a:ext uri="{FF2B5EF4-FFF2-40B4-BE49-F238E27FC236}">
                  <a16:creationId xmlns:a16="http://schemas.microsoft.com/office/drawing/2014/main" id="{0279E310-FA17-5841-82B9-65A3CE50B7A3}"/>
                </a:ext>
              </a:extLst>
            </p:cNvPr>
            <p:cNvSpPr/>
            <p:nvPr/>
          </p:nvSpPr>
          <p:spPr bwMode="auto">
            <a:xfrm rot="5400000">
              <a:off x="4093388" y="5568837"/>
              <a:ext cx="576063" cy="628076"/>
            </a:xfrm>
            <a:prstGeom prst="round2SameRect">
              <a:avLst>
                <a:gd name="adj1" fmla="val 50000"/>
                <a:gd name="adj2" fmla="val 0"/>
              </a:avLst>
            </a:prstGeom>
            <a:solidFill>
              <a:schemeClr val="bg1"/>
            </a:solidFill>
            <a:ln w="38100"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r"/>
              <a:endParaRPr lang="en-CN"/>
            </a:p>
          </p:txBody>
        </p:sp>
        <p:cxnSp>
          <p:nvCxnSpPr>
            <p:cNvPr id="64" name="Straight Connector 63">
              <a:extLst>
                <a:ext uri="{FF2B5EF4-FFF2-40B4-BE49-F238E27FC236}">
                  <a16:creationId xmlns:a16="http://schemas.microsoft.com/office/drawing/2014/main" id="{87A7FE7C-C5CA-4246-87B5-3D5395B2ACA8}"/>
                </a:ext>
              </a:extLst>
            </p:cNvPr>
            <p:cNvCxnSpPr>
              <a:cxnSpLocks/>
            </p:cNvCxnSpPr>
            <p:nvPr/>
          </p:nvCxnSpPr>
          <p:spPr bwMode="auto">
            <a:xfrm>
              <a:off x="3871915" y="5733256"/>
              <a:ext cx="212712"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65" name="Straight Connector 64">
              <a:extLst>
                <a:ext uri="{FF2B5EF4-FFF2-40B4-BE49-F238E27FC236}">
                  <a16:creationId xmlns:a16="http://schemas.microsoft.com/office/drawing/2014/main" id="{29C22354-D0C5-E048-9414-C2B9978213F9}"/>
                </a:ext>
              </a:extLst>
            </p:cNvPr>
            <p:cNvCxnSpPr>
              <a:cxnSpLocks/>
            </p:cNvCxnSpPr>
            <p:nvPr/>
          </p:nvCxnSpPr>
          <p:spPr bwMode="auto">
            <a:xfrm>
              <a:off x="3871915" y="6026832"/>
              <a:ext cx="212712"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grpSp>
      <p:grpSp>
        <p:nvGrpSpPr>
          <p:cNvPr id="72" name="Group 71">
            <a:extLst>
              <a:ext uri="{FF2B5EF4-FFF2-40B4-BE49-F238E27FC236}">
                <a16:creationId xmlns:a16="http://schemas.microsoft.com/office/drawing/2014/main" id="{0F67E2CC-BB7F-4747-93FC-96B8F67F848C}"/>
              </a:ext>
            </a:extLst>
          </p:cNvPr>
          <p:cNvGrpSpPr/>
          <p:nvPr/>
        </p:nvGrpSpPr>
        <p:grpSpPr>
          <a:xfrm>
            <a:off x="6613863" y="2983247"/>
            <a:ext cx="924832" cy="587169"/>
            <a:chOff x="6437176" y="5655686"/>
            <a:chExt cx="924832" cy="587169"/>
          </a:xfrm>
        </p:grpSpPr>
        <p:cxnSp>
          <p:nvCxnSpPr>
            <p:cNvPr id="73" name="Straight Connector 72">
              <a:extLst>
                <a:ext uri="{FF2B5EF4-FFF2-40B4-BE49-F238E27FC236}">
                  <a16:creationId xmlns:a16="http://schemas.microsoft.com/office/drawing/2014/main" id="{3AA74253-CEFF-DF44-B5E6-26DB4F7651C6}"/>
                </a:ext>
              </a:extLst>
            </p:cNvPr>
            <p:cNvCxnSpPr>
              <a:cxnSpLocks/>
            </p:cNvCxnSpPr>
            <p:nvPr/>
          </p:nvCxnSpPr>
          <p:spPr bwMode="auto">
            <a:xfrm>
              <a:off x="7208898" y="5945946"/>
              <a:ext cx="153110"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74" name="Straight Connector 73">
              <a:extLst>
                <a:ext uri="{FF2B5EF4-FFF2-40B4-BE49-F238E27FC236}">
                  <a16:creationId xmlns:a16="http://schemas.microsoft.com/office/drawing/2014/main" id="{943F0E8E-D1AE-C84F-BDF3-688710323A25}"/>
                </a:ext>
              </a:extLst>
            </p:cNvPr>
            <p:cNvCxnSpPr>
              <a:cxnSpLocks/>
            </p:cNvCxnSpPr>
            <p:nvPr/>
          </p:nvCxnSpPr>
          <p:spPr bwMode="auto">
            <a:xfrm>
              <a:off x="6437176" y="5796328"/>
              <a:ext cx="324036"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75" name="Straight Connector 74">
              <a:extLst>
                <a:ext uri="{FF2B5EF4-FFF2-40B4-BE49-F238E27FC236}">
                  <a16:creationId xmlns:a16="http://schemas.microsoft.com/office/drawing/2014/main" id="{B3314FF1-3BF6-B748-AE2F-7DBD1603740E}"/>
                </a:ext>
              </a:extLst>
            </p:cNvPr>
            <p:cNvCxnSpPr>
              <a:cxnSpLocks/>
            </p:cNvCxnSpPr>
            <p:nvPr/>
          </p:nvCxnSpPr>
          <p:spPr bwMode="auto">
            <a:xfrm>
              <a:off x="6437176" y="6089904"/>
              <a:ext cx="324036"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76" name="Freeform 75">
              <a:extLst>
                <a:ext uri="{FF2B5EF4-FFF2-40B4-BE49-F238E27FC236}">
                  <a16:creationId xmlns:a16="http://schemas.microsoft.com/office/drawing/2014/main" id="{C3220850-E521-4948-9297-2D571B4A5F45}"/>
                </a:ext>
              </a:extLst>
            </p:cNvPr>
            <p:cNvSpPr/>
            <p:nvPr/>
          </p:nvSpPr>
          <p:spPr bwMode="auto">
            <a:xfrm>
              <a:off x="6574688" y="5655686"/>
              <a:ext cx="634218" cy="587169"/>
            </a:xfrm>
            <a:custGeom>
              <a:avLst/>
              <a:gdLst>
                <a:gd name="connsiteX0" fmla="*/ 0 w 627888"/>
                <a:gd name="connsiteY0" fmla="*/ 0 h 579120"/>
                <a:gd name="connsiteX1" fmla="*/ 207264 w 627888"/>
                <a:gd name="connsiteY1" fmla="*/ 286512 h 579120"/>
                <a:gd name="connsiteX2" fmla="*/ 0 w 627888"/>
                <a:gd name="connsiteY2" fmla="*/ 579120 h 579120"/>
                <a:gd name="connsiteX3" fmla="*/ 365760 w 627888"/>
                <a:gd name="connsiteY3" fmla="*/ 573024 h 579120"/>
                <a:gd name="connsiteX4" fmla="*/ 627888 w 627888"/>
                <a:gd name="connsiteY4" fmla="*/ 292608 h 579120"/>
                <a:gd name="connsiteX5" fmla="*/ 390144 w 627888"/>
                <a:gd name="connsiteY5" fmla="*/ 6096 h 579120"/>
                <a:gd name="connsiteX6" fmla="*/ 0 w 627888"/>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46520"/>
                <a:gd name="connsiteY0" fmla="*/ 0 h 579120"/>
                <a:gd name="connsiteX1" fmla="*/ 209962 w 646520"/>
                <a:gd name="connsiteY1" fmla="*/ 286512 h 579120"/>
                <a:gd name="connsiteX2" fmla="*/ 2698 w 646520"/>
                <a:gd name="connsiteY2" fmla="*/ 579120 h 579120"/>
                <a:gd name="connsiteX3" fmla="*/ 368458 w 646520"/>
                <a:gd name="connsiteY3" fmla="*/ 573024 h 579120"/>
                <a:gd name="connsiteX4" fmla="*/ 630586 w 646520"/>
                <a:gd name="connsiteY4" fmla="*/ 292608 h 579120"/>
                <a:gd name="connsiteX5" fmla="*/ 392842 w 646520"/>
                <a:gd name="connsiteY5" fmla="*/ 6096 h 579120"/>
                <a:gd name="connsiteX6" fmla="*/ 2698 w 646520"/>
                <a:gd name="connsiteY6" fmla="*/ 0 h 579120"/>
                <a:gd name="connsiteX0" fmla="*/ 2698 w 646520"/>
                <a:gd name="connsiteY0" fmla="*/ 51141 h 630261"/>
                <a:gd name="connsiteX1" fmla="*/ 209962 w 646520"/>
                <a:gd name="connsiteY1" fmla="*/ 337653 h 630261"/>
                <a:gd name="connsiteX2" fmla="*/ 2698 w 646520"/>
                <a:gd name="connsiteY2" fmla="*/ 630261 h 630261"/>
                <a:gd name="connsiteX3" fmla="*/ 368458 w 646520"/>
                <a:gd name="connsiteY3" fmla="*/ 624165 h 630261"/>
                <a:gd name="connsiteX4" fmla="*/ 630586 w 646520"/>
                <a:gd name="connsiteY4" fmla="*/ 343749 h 630261"/>
                <a:gd name="connsiteX5" fmla="*/ 392842 w 646520"/>
                <a:gd name="connsiteY5" fmla="*/ 57237 h 630261"/>
                <a:gd name="connsiteX6" fmla="*/ 2698 w 646520"/>
                <a:gd name="connsiteY6" fmla="*/ 51141 h 630261"/>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1455 h 600575"/>
                <a:gd name="connsiteX1" fmla="*/ 209962 w 646520"/>
                <a:gd name="connsiteY1" fmla="*/ 307967 h 600575"/>
                <a:gd name="connsiteX2" fmla="*/ 2698 w 646520"/>
                <a:gd name="connsiteY2" fmla="*/ 600575 h 600575"/>
                <a:gd name="connsiteX3" fmla="*/ 368458 w 646520"/>
                <a:gd name="connsiteY3" fmla="*/ 594479 h 600575"/>
                <a:gd name="connsiteX4" fmla="*/ 630586 w 646520"/>
                <a:gd name="connsiteY4" fmla="*/ 314063 h 600575"/>
                <a:gd name="connsiteX5" fmla="*/ 392842 w 646520"/>
                <a:gd name="connsiteY5" fmla="*/ 27551 h 600575"/>
                <a:gd name="connsiteX6" fmla="*/ 2698 w 646520"/>
                <a:gd name="connsiteY6" fmla="*/ 21455 h 600575"/>
                <a:gd name="connsiteX0" fmla="*/ 2698 w 630586"/>
                <a:gd name="connsiteY0" fmla="*/ 21455 h 600575"/>
                <a:gd name="connsiteX1" fmla="*/ 209962 w 630586"/>
                <a:gd name="connsiteY1" fmla="*/ 307967 h 600575"/>
                <a:gd name="connsiteX2" fmla="*/ 2698 w 630586"/>
                <a:gd name="connsiteY2" fmla="*/ 600575 h 600575"/>
                <a:gd name="connsiteX3" fmla="*/ 368458 w 630586"/>
                <a:gd name="connsiteY3" fmla="*/ 594479 h 600575"/>
                <a:gd name="connsiteX4" fmla="*/ 630586 w 630586"/>
                <a:gd name="connsiteY4" fmla="*/ 314063 h 600575"/>
                <a:gd name="connsiteX5" fmla="*/ 392842 w 630586"/>
                <a:gd name="connsiteY5" fmla="*/ 27551 h 600575"/>
                <a:gd name="connsiteX6" fmla="*/ 2698 w 630586"/>
                <a:gd name="connsiteY6" fmla="*/ 21455 h 600575"/>
                <a:gd name="connsiteX0" fmla="*/ 2698 w 631527"/>
                <a:gd name="connsiteY0" fmla="*/ 21455 h 600575"/>
                <a:gd name="connsiteX1" fmla="*/ 209962 w 631527"/>
                <a:gd name="connsiteY1" fmla="*/ 307967 h 600575"/>
                <a:gd name="connsiteX2" fmla="*/ 2698 w 631527"/>
                <a:gd name="connsiteY2" fmla="*/ 600575 h 600575"/>
                <a:gd name="connsiteX3" fmla="*/ 301402 w 631527"/>
                <a:gd name="connsiteY3" fmla="*/ 600575 h 600575"/>
                <a:gd name="connsiteX4" fmla="*/ 630586 w 631527"/>
                <a:gd name="connsiteY4" fmla="*/ 314063 h 600575"/>
                <a:gd name="connsiteX5" fmla="*/ 392842 w 631527"/>
                <a:gd name="connsiteY5" fmla="*/ 27551 h 600575"/>
                <a:gd name="connsiteX6" fmla="*/ 2698 w 631527"/>
                <a:gd name="connsiteY6" fmla="*/ 21455 h 600575"/>
                <a:gd name="connsiteX0" fmla="*/ 2698 w 631527"/>
                <a:gd name="connsiteY0" fmla="*/ 21455 h 602832"/>
                <a:gd name="connsiteX1" fmla="*/ 209962 w 631527"/>
                <a:gd name="connsiteY1" fmla="*/ 307967 h 602832"/>
                <a:gd name="connsiteX2" fmla="*/ 2698 w 631527"/>
                <a:gd name="connsiteY2" fmla="*/ 600575 h 602832"/>
                <a:gd name="connsiteX3" fmla="*/ 301402 w 631527"/>
                <a:gd name="connsiteY3" fmla="*/ 600575 h 602832"/>
                <a:gd name="connsiteX4" fmla="*/ 630586 w 631527"/>
                <a:gd name="connsiteY4" fmla="*/ 314063 h 602832"/>
                <a:gd name="connsiteX5" fmla="*/ 392842 w 631527"/>
                <a:gd name="connsiteY5" fmla="*/ 27551 h 602832"/>
                <a:gd name="connsiteX6" fmla="*/ 2698 w 631527"/>
                <a:gd name="connsiteY6" fmla="*/ 21455 h 602832"/>
                <a:gd name="connsiteX0" fmla="*/ 2698 w 630586"/>
                <a:gd name="connsiteY0" fmla="*/ 21455 h 602832"/>
                <a:gd name="connsiteX1" fmla="*/ 209962 w 630586"/>
                <a:gd name="connsiteY1" fmla="*/ 307967 h 602832"/>
                <a:gd name="connsiteX2" fmla="*/ 2698 w 630586"/>
                <a:gd name="connsiteY2" fmla="*/ 600575 h 602832"/>
                <a:gd name="connsiteX3" fmla="*/ 301402 w 630586"/>
                <a:gd name="connsiteY3" fmla="*/ 600575 h 602832"/>
                <a:gd name="connsiteX4" fmla="*/ 630586 w 630586"/>
                <a:gd name="connsiteY4" fmla="*/ 314063 h 602832"/>
                <a:gd name="connsiteX5" fmla="*/ 301402 w 630586"/>
                <a:gd name="connsiteY5" fmla="*/ 27551 h 602832"/>
                <a:gd name="connsiteX6" fmla="*/ 2698 w 630586"/>
                <a:gd name="connsiteY6" fmla="*/ 21455 h 602832"/>
                <a:gd name="connsiteX0" fmla="*/ 2698 w 630586"/>
                <a:gd name="connsiteY0" fmla="*/ 20123 h 601500"/>
                <a:gd name="connsiteX1" fmla="*/ 209962 w 630586"/>
                <a:gd name="connsiteY1" fmla="*/ 306635 h 601500"/>
                <a:gd name="connsiteX2" fmla="*/ 2698 w 630586"/>
                <a:gd name="connsiteY2" fmla="*/ 599243 h 601500"/>
                <a:gd name="connsiteX3" fmla="*/ 301402 w 630586"/>
                <a:gd name="connsiteY3" fmla="*/ 599243 h 601500"/>
                <a:gd name="connsiteX4" fmla="*/ 630586 w 630586"/>
                <a:gd name="connsiteY4" fmla="*/ 312731 h 601500"/>
                <a:gd name="connsiteX5" fmla="*/ 301402 w 630586"/>
                <a:gd name="connsiteY5" fmla="*/ 26219 h 601500"/>
                <a:gd name="connsiteX6" fmla="*/ 2698 w 630586"/>
                <a:gd name="connsiteY6" fmla="*/ 20123 h 601500"/>
                <a:gd name="connsiteX0" fmla="*/ 2146 w 630034"/>
                <a:gd name="connsiteY0" fmla="*/ 20123 h 601500"/>
                <a:gd name="connsiteX1" fmla="*/ 209410 w 630034"/>
                <a:gd name="connsiteY1" fmla="*/ 306635 h 601500"/>
                <a:gd name="connsiteX2" fmla="*/ 2146 w 630034"/>
                <a:gd name="connsiteY2" fmla="*/ 599243 h 601500"/>
                <a:gd name="connsiteX3" fmla="*/ 300850 w 630034"/>
                <a:gd name="connsiteY3" fmla="*/ 599243 h 601500"/>
                <a:gd name="connsiteX4" fmla="*/ 630034 w 630034"/>
                <a:gd name="connsiteY4" fmla="*/ 312731 h 601500"/>
                <a:gd name="connsiteX5" fmla="*/ 300850 w 630034"/>
                <a:gd name="connsiteY5" fmla="*/ 26219 h 601500"/>
                <a:gd name="connsiteX6" fmla="*/ 2146 w 630034"/>
                <a:gd name="connsiteY6" fmla="*/ 20123 h 601500"/>
                <a:gd name="connsiteX0" fmla="*/ 6215 w 634103"/>
                <a:gd name="connsiteY0" fmla="*/ 3947 h 585324"/>
                <a:gd name="connsiteX1" fmla="*/ 213479 w 634103"/>
                <a:gd name="connsiteY1" fmla="*/ 290459 h 585324"/>
                <a:gd name="connsiteX2" fmla="*/ 6215 w 634103"/>
                <a:gd name="connsiteY2" fmla="*/ 583067 h 585324"/>
                <a:gd name="connsiteX3" fmla="*/ 304919 w 634103"/>
                <a:gd name="connsiteY3" fmla="*/ 583067 h 585324"/>
                <a:gd name="connsiteX4" fmla="*/ 634103 w 634103"/>
                <a:gd name="connsiteY4" fmla="*/ 296555 h 585324"/>
                <a:gd name="connsiteX5" fmla="*/ 304919 w 634103"/>
                <a:gd name="connsiteY5" fmla="*/ 10043 h 585324"/>
                <a:gd name="connsiteX6" fmla="*/ 6215 w 634103"/>
                <a:gd name="connsiteY6" fmla="*/ 3947 h 585324"/>
                <a:gd name="connsiteX0" fmla="*/ 6624 w 634512"/>
                <a:gd name="connsiteY0" fmla="*/ 3947 h 585324"/>
                <a:gd name="connsiteX1" fmla="*/ 213888 w 634512"/>
                <a:gd name="connsiteY1" fmla="*/ 290459 h 585324"/>
                <a:gd name="connsiteX2" fmla="*/ 6624 w 634512"/>
                <a:gd name="connsiteY2" fmla="*/ 583067 h 585324"/>
                <a:gd name="connsiteX3" fmla="*/ 305328 w 634512"/>
                <a:gd name="connsiteY3" fmla="*/ 583067 h 585324"/>
                <a:gd name="connsiteX4" fmla="*/ 634512 w 634512"/>
                <a:gd name="connsiteY4" fmla="*/ 296555 h 585324"/>
                <a:gd name="connsiteX5" fmla="*/ 305328 w 634512"/>
                <a:gd name="connsiteY5" fmla="*/ 10043 h 585324"/>
                <a:gd name="connsiteX6" fmla="*/ 6624 w 634512"/>
                <a:gd name="connsiteY6" fmla="*/ 3947 h 585324"/>
                <a:gd name="connsiteX0" fmla="*/ 6624 w 634644"/>
                <a:gd name="connsiteY0" fmla="*/ 18301 h 599678"/>
                <a:gd name="connsiteX1" fmla="*/ 213888 w 634644"/>
                <a:gd name="connsiteY1" fmla="*/ 304813 h 599678"/>
                <a:gd name="connsiteX2" fmla="*/ 6624 w 634644"/>
                <a:gd name="connsiteY2" fmla="*/ 597421 h 599678"/>
                <a:gd name="connsiteX3" fmla="*/ 305328 w 634644"/>
                <a:gd name="connsiteY3" fmla="*/ 597421 h 599678"/>
                <a:gd name="connsiteX4" fmla="*/ 634512 w 634644"/>
                <a:gd name="connsiteY4" fmla="*/ 310909 h 599678"/>
                <a:gd name="connsiteX5" fmla="*/ 268752 w 634644"/>
                <a:gd name="connsiteY5" fmla="*/ 30493 h 599678"/>
                <a:gd name="connsiteX6" fmla="*/ 6624 w 634644"/>
                <a:gd name="connsiteY6" fmla="*/ 18301 h 599678"/>
                <a:gd name="connsiteX0" fmla="*/ 6624 w 634644"/>
                <a:gd name="connsiteY0" fmla="*/ 23735 h 605112"/>
                <a:gd name="connsiteX1" fmla="*/ 213888 w 634644"/>
                <a:gd name="connsiteY1" fmla="*/ 310247 h 605112"/>
                <a:gd name="connsiteX2" fmla="*/ 6624 w 634644"/>
                <a:gd name="connsiteY2" fmla="*/ 602855 h 605112"/>
                <a:gd name="connsiteX3" fmla="*/ 305328 w 634644"/>
                <a:gd name="connsiteY3" fmla="*/ 602855 h 605112"/>
                <a:gd name="connsiteX4" fmla="*/ 634512 w 634644"/>
                <a:gd name="connsiteY4" fmla="*/ 316343 h 605112"/>
                <a:gd name="connsiteX5" fmla="*/ 268752 w 634644"/>
                <a:gd name="connsiteY5" fmla="*/ 35927 h 605112"/>
                <a:gd name="connsiteX6" fmla="*/ 6624 w 634644"/>
                <a:gd name="connsiteY6" fmla="*/ 23735 h 605112"/>
                <a:gd name="connsiteX0" fmla="*/ 6624 w 634577"/>
                <a:gd name="connsiteY0" fmla="*/ 17614 h 598991"/>
                <a:gd name="connsiteX1" fmla="*/ 213888 w 634577"/>
                <a:gd name="connsiteY1" fmla="*/ 304126 h 598991"/>
                <a:gd name="connsiteX2" fmla="*/ 6624 w 634577"/>
                <a:gd name="connsiteY2" fmla="*/ 596734 h 598991"/>
                <a:gd name="connsiteX3" fmla="*/ 305328 w 634577"/>
                <a:gd name="connsiteY3" fmla="*/ 596734 h 598991"/>
                <a:gd name="connsiteX4" fmla="*/ 634512 w 634577"/>
                <a:gd name="connsiteY4" fmla="*/ 310222 h 598991"/>
                <a:gd name="connsiteX5" fmla="*/ 329712 w 634577"/>
                <a:gd name="connsiteY5" fmla="*/ 48094 h 598991"/>
                <a:gd name="connsiteX6" fmla="*/ 6624 w 634577"/>
                <a:gd name="connsiteY6" fmla="*/ 17614 h 598991"/>
                <a:gd name="connsiteX0" fmla="*/ 6624 w 634575"/>
                <a:gd name="connsiteY0" fmla="*/ 21507 h 602884"/>
                <a:gd name="connsiteX1" fmla="*/ 213888 w 634575"/>
                <a:gd name="connsiteY1" fmla="*/ 308019 h 602884"/>
                <a:gd name="connsiteX2" fmla="*/ 6624 w 634575"/>
                <a:gd name="connsiteY2" fmla="*/ 600627 h 602884"/>
                <a:gd name="connsiteX3" fmla="*/ 305328 w 634575"/>
                <a:gd name="connsiteY3" fmla="*/ 600627 h 602884"/>
                <a:gd name="connsiteX4" fmla="*/ 634512 w 634575"/>
                <a:gd name="connsiteY4" fmla="*/ 314115 h 602884"/>
                <a:gd name="connsiteX5" fmla="*/ 329712 w 634575"/>
                <a:gd name="connsiteY5" fmla="*/ 51987 h 602884"/>
                <a:gd name="connsiteX6" fmla="*/ 6624 w 634575"/>
                <a:gd name="connsiteY6" fmla="*/ 21507 h 602884"/>
                <a:gd name="connsiteX0" fmla="*/ 6624 w 634575"/>
                <a:gd name="connsiteY0" fmla="*/ 21507 h 619140"/>
                <a:gd name="connsiteX1" fmla="*/ 213888 w 634575"/>
                <a:gd name="connsiteY1" fmla="*/ 308019 h 619140"/>
                <a:gd name="connsiteX2" fmla="*/ 6624 w 634575"/>
                <a:gd name="connsiteY2" fmla="*/ 600627 h 619140"/>
                <a:gd name="connsiteX3" fmla="*/ 305328 w 634575"/>
                <a:gd name="connsiteY3" fmla="*/ 600627 h 619140"/>
                <a:gd name="connsiteX4" fmla="*/ 634512 w 634575"/>
                <a:gd name="connsiteY4" fmla="*/ 314115 h 619140"/>
                <a:gd name="connsiteX5" fmla="*/ 329712 w 634575"/>
                <a:gd name="connsiteY5" fmla="*/ 51987 h 619140"/>
                <a:gd name="connsiteX6" fmla="*/ 6624 w 634575"/>
                <a:gd name="connsiteY6" fmla="*/ 21507 h 619140"/>
                <a:gd name="connsiteX0" fmla="*/ 6624 w 634531"/>
                <a:gd name="connsiteY0" fmla="*/ 21507 h 607159"/>
                <a:gd name="connsiteX1" fmla="*/ 213888 w 634531"/>
                <a:gd name="connsiteY1" fmla="*/ 308019 h 607159"/>
                <a:gd name="connsiteX2" fmla="*/ 6624 w 634531"/>
                <a:gd name="connsiteY2" fmla="*/ 600627 h 607159"/>
                <a:gd name="connsiteX3" fmla="*/ 341904 w 634531"/>
                <a:gd name="connsiteY3" fmla="*/ 582339 h 607159"/>
                <a:gd name="connsiteX4" fmla="*/ 634512 w 634531"/>
                <a:gd name="connsiteY4" fmla="*/ 314115 h 607159"/>
                <a:gd name="connsiteX5" fmla="*/ 329712 w 634531"/>
                <a:gd name="connsiteY5" fmla="*/ 51987 h 607159"/>
                <a:gd name="connsiteX6" fmla="*/ 6624 w 634531"/>
                <a:gd name="connsiteY6" fmla="*/ 21507 h 607159"/>
                <a:gd name="connsiteX0" fmla="*/ 6624 w 634516"/>
                <a:gd name="connsiteY0" fmla="*/ 21507 h 600822"/>
                <a:gd name="connsiteX1" fmla="*/ 213888 w 634516"/>
                <a:gd name="connsiteY1" fmla="*/ 308019 h 600822"/>
                <a:gd name="connsiteX2" fmla="*/ 6624 w 634516"/>
                <a:gd name="connsiteY2" fmla="*/ 600627 h 600822"/>
                <a:gd name="connsiteX3" fmla="*/ 335808 w 634516"/>
                <a:gd name="connsiteY3" fmla="*/ 564051 h 600822"/>
                <a:gd name="connsiteX4" fmla="*/ 634512 w 634516"/>
                <a:gd name="connsiteY4" fmla="*/ 314115 h 600822"/>
                <a:gd name="connsiteX5" fmla="*/ 329712 w 634516"/>
                <a:gd name="connsiteY5" fmla="*/ 51987 h 600822"/>
                <a:gd name="connsiteX6" fmla="*/ 6624 w 634516"/>
                <a:gd name="connsiteY6" fmla="*/ 21507 h 600822"/>
                <a:gd name="connsiteX0" fmla="*/ 6624 w 634516"/>
                <a:gd name="connsiteY0" fmla="*/ 20598 h 599913"/>
                <a:gd name="connsiteX1" fmla="*/ 213888 w 634516"/>
                <a:gd name="connsiteY1" fmla="*/ 307110 h 599913"/>
                <a:gd name="connsiteX2" fmla="*/ 6624 w 634516"/>
                <a:gd name="connsiteY2" fmla="*/ 599718 h 599913"/>
                <a:gd name="connsiteX3" fmla="*/ 335808 w 634516"/>
                <a:gd name="connsiteY3" fmla="*/ 563142 h 599913"/>
                <a:gd name="connsiteX4" fmla="*/ 634512 w 634516"/>
                <a:gd name="connsiteY4" fmla="*/ 313206 h 599913"/>
                <a:gd name="connsiteX5" fmla="*/ 329712 w 634516"/>
                <a:gd name="connsiteY5" fmla="*/ 51078 h 599913"/>
                <a:gd name="connsiteX6" fmla="*/ 6624 w 634516"/>
                <a:gd name="connsiteY6" fmla="*/ 20598 h 599913"/>
                <a:gd name="connsiteX0" fmla="*/ 6624 w 634516"/>
                <a:gd name="connsiteY0" fmla="*/ 22407 h 601722"/>
                <a:gd name="connsiteX1" fmla="*/ 213888 w 634516"/>
                <a:gd name="connsiteY1" fmla="*/ 308919 h 601722"/>
                <a:gd name="connsiteX2" fmla="*/ 6624 w 634516"/>
                <a:gd name="connsiteY2" fmla="*/ 601527 h 601722"/>
                <a:gd name="connsiteX3" fmla="*/ 335808 w 634516"/>
                <a:gd name="connsiteY3" fmla="*/ 564951 h 601722"/>
                <a:gd name="connsiteX4" fmla="*/ 634512 w 634516"/>
                <a:gd name="connsiteY4" fmla="*/ 315015 h 601722"/>
                <a:gd name="connsiteX5" fmla="*/ 329712 w 634516"/>
                <a:gd name="connsiteY5" fmla="*/ 52887 h 601722"/>
                <a:gd name="connsiteX6" fmla="*/ 6624 w 634516"/>
                <a:gd name="connsiteY6" fmla="*/ 22407 h 601722"/>
                <a:gd name="connsiteX0" fmla="*/ 6624 w 634516"/>
                <a:gd name="connsiteY0" fmla="*/ 8163 h 587478"/>
                <a:gd name="connsiteX1" fmla="*/ 213888 w 634516"/>
                <a:gd name="connsiteY1" fmla="*/ 294675 h 587478"/>
                <a:gd name="connsiteX2" fmla="*/ 6624 w 634516"/>
                <a:gd name="connsiteY2" fmla="*/ 587283 h 587478"/>
                <a:gd name="connsiteX3" fmla="*/ 335808 w 634516"/>
                <a:gd name="connsiteY3" fmla="*/ 550707 h 587478"/>
                <a:gd name="connsiteX4" fmla="*/ 634512 w 634516"/>
                <a:gd name="connsiteY4" fmla="*/ 300771 h 587478"/>
                <a:gd name="connsiteX5" fmla="*/ 329712 w 634516"/>
                <a:gd name="connsiteY5" fmla="*/ 38643 h 587478"/>
                <a:gd name="connsiteX6" fmla="*/ 6624 w 634516"/>
                <a:gd name="connsiteY6" fmla="*/ 8163 h 587478"/>
                <a:gd name="connsiteX0" fmla="*/ 6288 w 634180"/>
                <a:gd name="connsiteY0" fmla="*/ 8163 h 587686"/>
                <a:gd name="connsiteX1" fmla="*/ 213552 w 634180"/>
                <a:gd name="connsiteY1" fmla="*/ 294675 h 587686"/>
                <a:gd name="connsiteX2" fmla="*/ 6288 w 634180"/>
                <a:gd name="connsiteY2" fmla="*/ 587283 h 587686"/>
                <a:gd name="connsiteX3" fmla="*/ 335472 w 634180"/>
                <a:gd name="connsiteY3" fmla="*/ 550707 h 587686"/>
                <a:gd name="connsiteX4" fmla="*/ 634176 w 634180"/>
                <a:gd name="connsiteY4" fmla="*/ 300771 h 587686"/>
                <a:gd name="connsiteX5" fmla="*/ 329376 w 634180"/>
                <a:gd name="connsiteY5" fmla="*/ 38643 h 587686"/>
                <a:gd name="connsiteX6" fmla="*/ 6288 w 634180"/>
                <a:gd name="connsiteY6" fmla="*/ 8163 h 587686"/>
                <a:gd name="connsiteX0" fmla="*/ 6288 w 634211"/>
                <a:gd name="connsiteY0" fmla="*/ 8163 h 587686"/>
                <a:gd name="connsiteX1" fmla="*/ 213552 w 634211"/>
                <a:gd name="connsiteY1" fmla="*/ 294675 h 587686"/>
                <a:gd name="connsiteX2" fmla="*/ 6288 w 634211"/>
                <a:gd name="connsiteY2" fmla="*/ 587283 h 587686"/>
                <a:gd name="connsiteX3" fmla="*/ 335472 w 634211"/>
                <a:gd name="connsiteY3" fmla="*/ 550707 h 587686"/>
                <a:gd name="connsiteX4" fmla="*/ 634176 w 634211"/>
                <a:gd name="connsiteY4" fmla="*/ 300771 h 587686"/>
                <a:gd name="connsiteX5" fmla="*/ 329376 w 634211"/>
                <a:gd name="connsiteY5" fmla="*/ 38643 h 587686"/>
                <a:gd name="connsiteX6" fmla="*/ 6288 w 634211"/>
                <a:gd name="connsiteY6" fmla="*/ 8163 h 587686"/>
                <a:gd name="connsiteX0" fmla="*/ 6288 w 634286"/>
                <a:gd name="connsiteY0" fmla="*/ 8163 h 587686"/>
                <a:gd name="connsiteX1" fmla="*/ 213552 w 634286"/>
                <a:gd name="connsiteY1" fmla="*/ 294675 h 587686"/>
                <a:gd name="connsiteX2" fmla="*/ 6288 w 634286"/>
                <a:gd name="connsiteY2" fmla="*/ 587283 h 587686"/>
                <a:gd name="connsiteX3" fmla="*/ 335472 w 634286"/>
                <a:gd name="connsiteY3" fmla="*/ 550707 h 587686"/>
                <a:gd name="connsiteX4" fmla="*/ 634176 w 634286"/>
                <a:gd name="connsiteY4" fmla="*/ 300771 h 587686"/>
                <a:gd name="connsiteX5" fmla="*/ 329376 w 634286"/>
                <a:gd name="connsiteY5" fmla="*/ 38643 h 587686"/>
                <a:gd name="connsiteX6" fmla="*/ 6288 w 634286"/>
                <a:gd name="connsiteY6" fmla="*/ 8163 h 587686"/>
                <a:gd name="connsiteX0" fmla="*/ 6288 w 634286"/>
                <a:gd name="connsiteY0" fmla="*/ 4816 h 584339"/>
                <a:gd name="connsiteX1" fmla="*/ 213552 w 634286"/>
                <a:gd name="connsiteY1" fmla="*/ 291328 h 584339"/>
                <a:gd name="connsiteX2" fmla="*/ 6288 w 634286"/>
                <a:gd name="connsiteY2" fmla="*/ 583936 h 584339"/>
                <a:gd name="connsiteX3" fmla="*/ 335472 w 634286"/>
                <a:gd name="connsiteY3" fmla="*/ 547360 h 584339"/>
                <a:gd name="connsiteX4" fmla="*/ 634176 w 634286"/>
                <a:gd name="connsiteY4" fmla="*/ 297424 h 584339"/>
                <a:gd name="connsiteX5" fmla="*/ 329376 w 634286"/>
                <a:gd name="connsiteY5" fmla="*/ 35296 h 584339"/>
                <a:gd name="connsiteX6" fmla="*/ 6288 w 634286"/>
                <a:gd name="connsiteY6" fmla="*/ 4816 h 584339"/>
                <a:gd name="connsiteX0" fmla="*/ 6288 w 634210"/>
                <a:gd name="connsiteY0" fmla="*/ 14826 h 594349"/>
                <a:gd name="connsiteX1" fmla="*/ 213552 w 634210"/>
                <a:gd name="connsiteY1" fmla="*/ 301338 h 594349"/>
                <a:gd name="connsiteX2" fmla="*/ 6288 w 634210"/>
                <a:gd name="connsiteY2" fmla="*/ 593946 h 594349"/>
                <a:gd name="connsiteX3" fmla="*/ 335472 w 634210"/>
                <a:gd name="connsiteY3" fmla="*/ 557370 h 594349"/>
                <a:gd name="connsiteX4" fmla="*/ 634176 w 634210"/>
                <a:gd name="connsiteY4" fmla="*/ 307434 h 594349"/>
                <a:gd name="connsiteX5" fmla="*/ 353545 w 634210"/>
                <a:gd name="connsiteY5" fmla="*/ 57390 h 594349"/>
                <a:gd name="connsiteX6" fmla="*/ 6288 w 634210"/>
                <a:gd name="connsiteY6" fmla="*/ 14826 h 594349"/>
                <a:gd name="connsiteX0" fmla="*/ 6288 w 634210"/>
                <a:gd name="connsiteY0" fmla="*/ 4846 h 584369"/>
                <a:gd name="connsiteX1" fmla="*/ 213552 w 634210"/>
                <a:gd name="connsiteY1" fmla="*/ 291358 h 584369"/>
                <a:gd name="connsiteX2" fmla="*/ 6288 w 634210"/>
                <a:gd name="connsiteY2" fmla="*/ 583966 h 584369"/>
                <a:gd name="connsiteX3" fmla="*/ 335472 w 634210"/>
                <a:gd name="connsiteY3" fmla="*/ 547390 h 584369"/>
                <a:gd name="connsiteX4" fmla="*/ 634176 w 634210"/>
                <a:gd name="connsiteY4" fmla="*/ 297454 h 584369"/>
                <a:gd name="connsiteX5" fmla="*/ 353545 w 634210"/>
                <a:gd name="connsiteY5" fmla="*/ 47410 h 584369"/>
                <a:gd name="connsiteX6" fmla="*/ 6288 w 634210"/>
                <a:gd name="connsiteY6" fmla="*/ 4846 h 584369"/>
                <a:gd name="connsiteX0" fmla="*/ 6288 w 634210"/>
                <a:gd name="connsiteY0" fmla="*/ 4415 h 583938"/>
                <a:gd name="connsiteX1" fmla="*/ 213552 w 634210"/>
                <a:gd name="connsiteY1" fmla="*/ 290927 h 583938"/>
                <a:gd name="connsiteX2" fmla="*/ 6288 w 634210"/>
                <a:gd name="connsiteY2" fmla="*/ 583535 h 583938"/>
                <a:gd name="connsiteX3" fmla="*/ 335472 w 634210"/>
                <a:gd name="connsiteY3" fmla="*/ 546959 h 583938"/>
                <a:gd name="connsiteX4" fmla="*/ 634176 w 634210"/>
                <a:gd name="connsiteY4" fmla="*/ 297023 h 583938"/>
                <a:gd name="connsiteX5" fmla="*/ 353545 w 634210"/>
                <a:gd name="connsiteY5" fmla="*/ 46979 h 583938"/>
                <a:gd name="connsiteX6" fmla="*/ 6288 w 634210"/>
                <a:gd name="connsiteY6" fmla="*/ 4415 h 583938"/>
                <a:gd name="connsiteX0" fmla="*/ 6288 w 634210"/>
                <a:gd name="connsiteY0" fmla="*/ 5419 h 584942"/>
                <a:gd name="connsiteX1" fmla="*/ 213552 w 634210"/>
                <a:gd name="connsiteY1" fmla="*/ 291931 h 584942"/>
                <a:gd name="connsiteX2" fmla="*/ 6288 w 634210"/>
                <a:gd name="connsiteY2" fmla="*/ 584539 h 584942"/>
                <a:gd name="connsiteX3" fmla="*/ 335472 w 634210"/>
                <a:gd name="connsiteY3" fmla="*/ 547963 h 584942"/>
                <a:gd name="connsiteX4" fmla="*/ 634176 w 634210"/>
                <a:gd name="connsiteY4" fmla="*/ 298027 h 584942"/>
                <a:gd name="connsiteX5" fmla="*/ 353545 w 634210"/>
                <a:gd name="connsiteY5" fmla="*/ 47983 h 584942"/>
                <a:gd name="connsiteX6" fmla="*/ 6288 w 634210"/>
                <a:gd name="connsiteY6" fmla="*/ 5419 h 584942"/>
                <a:gd name="connsiteX0" fmla="*/ 6288 w 634218"/>
                <a:gd name="connsiteY0" fmla="*/ 7646 h 587169"/>
                <a:gd name="connsiteX1" fmla="*/ 213552 w 634218"/>
                <a:gd name="connsiteY1" fmla="*/ 294158 h 587169"/>
                <a:gd name="connsiteX2" fmla="*/ 6288 w 634218"/>
                <a:gd name="connsiteY2" fmla="*/ 586766 h 587169"/>
                <a:gd name="connsiteX3" fmla="*/ 335472 w 634218"/>
                <a:gd name="connsiteY3" fmla="*/ 550190 h 587169"/>
                <a:gd name="connsiteX4" fmla="*/ 634176 w 634218"/>
                <a:gd name="connsiteY4" fmla="*/ 300254 h 587169"/>
                <a:gd name="connsiteX5" fmla="*/ 353545 w 634218"/>
                <a:gd name="connsiteY5" fmla="*/ 50210 h 587169"/>
                <a:gd name="connsiteX6" fmla="*/ 6288 w 634218"/>
                <a:gd name="connsiteY6" fmla="*/ 7646 h 587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4218" h="587169">
                  <a:moveTo>
                    <a:pt x="6288" y="7646"/>
                  </a:moveTo>
                  <a:cubicBezTo>
                    <a:pt x="-1402" y="17865"/>
                    <a:pt x="197440" y="80821"/>
                    <a:pt x="213552" y="294158"/>
                  </a:cubicBezTo>
                  <a:cubicBezTo>
                    <a:pt x="229664" y="507495"/>
                    <a:pt x="-44512" y="593878"/>
                    <a:pt x="6288" y="586766"/>
                  </a:cubicBezTo>
                  <a:cubicBezTo>
                    <a:pt x="105856" y="586766"/>
                    <a:pt x="200344" y="591846"/>
                    <a:pt x="335472" y="550190"/>
                  </a:cubicBezTo>
                  <a:cubicBezTo>
                    <a:pt x="470600" y="508534"/>
                    <a:pt x="631164" y="383584"/>
                    <a:pt x="634176" y="300254"/>
                  </a:cubicBezTo>
                  <a:cubicBezTo>
                    <a:pt x="637188" y="216924"/>
                    <a:pt x="479500" y="97260"/>
                    <a:pt x="353545" y="50210"/>
                  </a:cubicBezTo>
                  <a:cubicBezTo>
                    <a:pt x="227590" y="3160"/>
                    <a:pt x="19803" y="-10314"/>
                    <a:pt x="6288" y="7646"/>
                  </a:cubicBezTo>
                  <a:close/>
                </a:path>
              </a:pathLst>
            </a:custGeom>
            <a:solidFill>
              <a:schemeClr val="bg1"/>
            </a:solidFill>
            <a:ln w="38100"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r"/>
              <a:endParaRPr lang="en-CN"/>
            </a:p>
          </p:txBody>
        </p:sp>
        <p:sp>
          <p:nvSpPr>
            <p:cNvPr id="78" name="Freeform 77">
              <a:extLst>
                <a:ext uri="{FF2B5EF4-FFF2-40B4-BE49-F238E27FC236}">
                  <a16:creationId xmlns:a16="http://schemas.microsoft.com/office/drawing/2014/main" id="{5A0EDAB1-28E9-334F-AF2E-C726E26D814D}"/>
                </a:ext>
              </a:extLst>
            </p:cNvPr>
            <p:cNvSpPr/>
            <p:nvPr/>
          </p:nvSpPr>
          <p:spPr bwMode="auto">
            <a:xfrm>
              <a:off x="6470670" y="5701318"/>
              <a:ext cx="223789" cy="531264"/>
            </a:xfrm>
            <a:custGeom>
              <a:avLst/>
              <a:gdLst>
                <a:gd name="connsiteX0" fmla="*/ 0 w 195378"/>
                <a:gd name="connsiteY0" fmla="*/ 0 h 541538"/>
                <a:gd name="connsiteX1" fmla="*/ 195308 w 195378"/>
                <a:gd name="connsiteY1" fmla="*/ 257452 h 541538"/>
                <a:gd name="connsiteX2" fmla="*/ 17755 w 195378"/>
                <a:gd name="connsiteY2" fmla="*/ 541538 h 541538"/>
                <a:gd name="connsiteX0" fmla="*/ 2793 w 198102"/>
                <a:gd name="connsiteY0" fmla="*/ 0 h 531264"/>
                <a:gd name="connsiteX1" fmla="*/ 198101 w 198102"/>
                <a:gd name="connsiteY1" fmla="*/ 257452 h 531264"/>
                <a:gd name="connsiteX2" fmla="*/ 0 w 198102"/>
                <a:gd name="connsiteY2" fmla="*/ 531264 h 531264"/>
                <a:gd name="connsiteX0" fmla="*/ 2793 w 223788"/>
                <a:gd name="connsiteY0" fmla="*/ 0 h 531264"/>
                <a:gd name="connsiteX1" fmla="*/ 223787 w 223788"/>
                <a:gd name="connsiteY1" fmla="*/ 262589 h 531264"/>
                <a:gd name="connsiteX2" fmla="*/ 0 w 223788"/>
                <a:gd name="connsiteY2" fmla="*/ 531264 h 531264"/>
                <a:gd name="connsiteX0" fmla="*/ 2793 w 223902"/>
                <a:gd name="connsiteY0" fmla="*/ 0 h 531264"/>
                <a:gd name="connsiteX1" fmla="*/ 223787 w 223902"/>
                <a:gd name="connsiteY1" fmla="*/ 262589 h 531264"/>
                <a:gd name="connsiteX2" fmla="*/ 0 w 223902"/>
                <a:gd name="connsiteY2" fmla="*/ 531264 h 531264"/>
                <a:gd name="connsiteX0" fmla="*/ 2793 w 223934"/>
                <a:gd name="connsiteY0" fmla="*/ 0 h 531264"/>
                <a:gd name="connsiteX1" fmla="*/ 223787 w 223934"/>
                <a:gd name="connsiteY1" fmla="*/ 262589 h 531264"/>
                <a:gd name="connsiteX2" fmla="*/ 0 w 223934"/>
                <a:gd name="connsiteY2" fmla="*/ 531264 h 531264"/>
                <a:gd name="connsiteX0" fmla="*/ 2793 w 223927"/>
                <a:gd name="connsiteY0" fmla="*/ 0 h 531264"/>
                <a:gd name="connsiteX1" fmla="*/ 223787 w 223927"/>
                <a:gd name="connsiteY1" fmla="*/ 262589 h 531264"/>
                <a:gd name="connsiteX2" fmla="*/ 0 w 223927"/>
                <a:gd name="connsiteY2" fmla="*/ 531264 h 531264"/>
                <a:gd name="connsiteX0" fmla="*/ 2793 w 223927"/>
                <a:gd name="connsiteY0" fmla="*/ 0 h 531264"/>
                <a:gd name="connsiteX1" fmla="*/ 223787 w 223927"/>
                <a:gd name="connsiteY1" fmla="*/ 262589 h 531264"/>
                <a:gd name="connsiteX2" fmla="*/ 0 w 223927"/>
                <a:gd name="connsiteY2" fmla="*/ 531264 h 531264"/>
                <a:gd name="connsiteX0" fmla="*/ 2793 w 223789"/>
                <a:gd name="connsiteY0" fmla="*/ 0 h 531264"/>
                <a:gd name="connsiteX1" fmla="*/ 223787 w 223789"/>
                <a:gd name="connsiteY1" fmla="*/ 262589 h 531264"/>
                <a:gd name="connsiteX2" fmla="*/ 0 w 223789"/>
                <a:gd name="connsiteY2" fmla="*/ 531264 h 531264"/>
              </a:gdLst>
              <a:ahLst/>
              <a:cxnLst>
                <a:cxn ang="0">
                  <a:pos x="connsiteX0" y="connsiteY0"/>
                </a:cxn>
                <a:cxn ang="0">
                  <a:pos x="connsiteX1" y="connsiteY1"/>
                </a:cxn>
                <a:cxn ang="0">
                  <a:pos x="connsiteX2" y="connsiteY2"/>
                </a:cxn>
              </a:cxnLst>
              <a:rect l="l" t="t" r="r" b="b"/>
              <a:pathLst>
                <a:path w="223789" h="531264">
                  <a:moveTo>
                    <a:pt x="2793" y="0"/>
                  </a:moveTo>
                  <a:cubicBezTo>
                    <a:pt x="145200" y="83598"/>
                    <a:pt x="224252" y="153497"/>
                    <a:pt x="223787" y="262589"/>
                  </a:cubicBezTo>
                  <a:cubicBezTo>
                    <a:pt x="223322" y="371681"/>
                    <a:pt x="115941" y="460034"/>
                    <a:pt x="0" y="531264"/>
                  </a:cubicBezTo>
                </a:path>
              </a:pathLst>
            </a:custGeom>
            <a:no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1800" b="0" i="0" u="none" strike="noStrike" cap="none" normalizeH="0" baseline="0">
                <a:ln>
                  <a:noFill/>
                </a:ln>
                <a:solidFill>
                  <a:schemeClr val="tx1"/>
                </a:solidFill>
                <a:effectLst/>
                <a:latin typeface="Arial" charset="0"/>
              </a:endParaRPr>
            </a:p>
          </p:txBody>
        </p:sp>
      </p:grpSp>
      <p:sp>
        <p:nvSpPr>
          <p:cNvPr id="79" name="TextBox 78">
            <a:extLst>
              <a:ext uri="{FF2B5EF4-FFF2-40B4-BE49-F238E27FC236}">
                <a16:creationId xmlns:a16="http://schemas.microsoft.com/office/drawing/2014/main" id="{9E9DB217-0DCE-8046-8EE8-BCEF5CBBCEED}"/>
              </a:ext>
            </a:extLst>
          </p:cNvPr>
          <p:cNvSpPr txBox="1"/>
          <p:nvPr/>
        </p:nvSpPr>
        <p:spPr>
          <a:xfrm>
            <a:off x="1165479" y="2441004"/>
            <a:ext cx="671979" cy="369332"/>
          </a:xfrm>
          <a:prstGeom prst="rect">
            <a:avLst/>
          </a:prstGeom>
          <a:noFill/>
        </p:spPr>
        <p:txBody>
          <a:bodyPr wrap="none" rtlCol="0">
            <a:spAutoFit/>
          </a:bodyPr>
          <a:lstStyle/>
          <a:p>
            <a:r>
              <a:rPr lang="en-CN" b="1" dirty="0"/>
              <a:t>NOT</a:t>
            </a:r>
          </a:p>
        </p:txBody>
      </p:sp>
      <p:sp>
        <p:nvSpPr>
          <p:cNvPr id="83" name="TextBox 82">
            <a:extLst>
              <a:ext uri="{FF2B5EF4-FFF2-40B4-BE49-F238E27FC236}">
                <a16:creationId xmlns:a16="http://schemas.microsoft.com/office/drawing/2014/main" id="{A2321543-BC4F-6842-BAE4-E67EDE485B20}"/>
              </a:ext>
            </a:extLst>
          </p:cNvPr>
          <p:cNvSpPr txBox="1"/>
          <p:nvPr/>
        </p:nvSpPr>
        <p:spPr>
          <a:xfrm>
            <a:off x="2867288" y="2419039"/>
            <a:ext cx="851515" cy="369332"/>
          </a:xfrm>
          <a:prstGeom prst="rect">
            <a:avLst/>
          </a:prstGeom>
          <a:noFill/>
        </p:spPr>
        <p:txBody>
          <a:bodyPr wrap="none" rtlCol="0">
            <a:spAutoFit/>
          </a:bodyPr>
          <a:lstStyle/>
          <a:p>
            <a:r>
              <a:rPr lang="en-CN" b="1" dirty="0"/>
              <a:t>NAND</a:t>
            </a:r>
          </a:p>
        </p:txBody>
      </p:sp>
      <p:sp>
        <p:nvSpPr>
          <p:cNvPr id="84" name="TextBox 83">
            <a:extLst>
              <a:ext uri="{FF2B5EF4-FFF2-40B4-BE49-F238E27FC236}">
                <a16:creationId xmlns:a16="http://schemas.microsoft.com/office/drawing/2014/main" id="{8A53F90E-03CE-B04C-AA5C-1E5BF090D35B}"/>
              </a:ext>
            </a:extLst>
          </p:cNvPr>
          <p:cNvSpPr txBox="1"/>
          <p:nvPr/>
        </p:nvSpPr>
        <p:spPr>
          <a:xfrm>
            <a:off x="4820436" y="2407773"/>
            <a:ext cx="697627" cy="369332"/>
          </a:xfrm>
          <a:prstGeom prst="rect">
            <a:avLst/>
          </a:prstGeom>
          <a:noFill/>
        </p:spPr>
        <p:txBody>
          <a:bodyPr wrap="none" rtlCol="0">
            <a:spAutoFit/>
          </a:bodyPr>
          <a:lstStyle/>
          <a:p>
            <a:r>
              <a:rPr lang="en-CN" b="1" dirty="0"/>
              <a:t>NOR</a:t>
            </a:r>
          </a:p>
        </p:txBody>
      </p:sp>
      <p:sp>
        <p:nvSpPr>
          <p:cNvPr id="85" name="TextBox 84">
            <a:extLst>
              <a:ext uri="{FF2B5EF4-FFF2-40B4-BE49-F238E27FC236}">
                <a16:creationId xmlns:a16="http://schemas.microsoft.com/office/drawing/2014/main" id="{845F4114-8A8A-334D-B3F2-CBF9034D2348}"/>
              </a:ext>
            </a:extLst>
          </p:cNvPr>
          <p:cNvSpPr txBox="1"/>
          <p:nvPr/>
        </p:nvSpPr>
        <p:spPr>
          <a:xfrm>
            <a:off x="6538615" y="2397813"/>
            <a:ext cx="851515" cy="369332"/>
          </a:xfrm>
          <a:prstGeom prst="rect">
            <a:avLst/>
          </a:prstGeom>
          <a:noFill/>
        </p:spPr>
        <p:txBody>
          <a:bodyPr wrap="none" rtlCol="0">
            <a:spAutoFit/>
          </a:bodyPr>
          <a:lstStyle/>
          <a:p>
            <a:r>
              <a:rPr lang="en-CN" b="1"/>
              <a:t>X</a:t>
            </a:r>
            <a:r>
              <a:rPr lang="en-US" altLang="zh-CN" b="1" dirty="0"/>
              <a:t>N</a:t>
            </a:r>
            <a:r>
              <a:rPr lang="en-CN" b="1"/>
              <a:t>OR</a:t>
            </a:r>
            <a:endParaRPr lang="en-CN" b="1" dirty="0"/>
          </a:p>
        </p:txBody>
      </p:sp>
      <p:sp>
        <p:nvSpPr>
          <p:cNvPr id="86" name="TextBox 85">
            <a:extLst>
              <a:ext uri="{FF2B5EF4-FFF2-40B4-BE49-F238E27FC236}">
                <a16:creationId xmlns:a16="http://schemas.microsoft.com/office/drawing/2014/main" id="{31DD2947-4CDF-674F-858F-748C7AB46CC2}"/>
              </a:ext>
            </a:extLst>
          </p:cNvPr>
          <p:cNvSpPr txBox="1"/>
          <p:nvPr/>
        </p:nvSpPr>
        <p:spPr>
          <a:xfrm>
            <a:off x="1193451" y="3655833"/>
            <a:ext cx="864339" cy="369332"/>
          </a:xfrm>
          <a:prstGeom prst="rect">
            <a:avLst/>
          </a:prstGeom>
          <a:noFill/>
        </p:spPr>
        <p:txBody>
          <a:bodyPr wrap="none" rtlCol="0">
            <a:spAutoFit/>
          </a:bodyPr>
          <a:lstStyle/>
          <a:p>
            <a:r>
              <a:rPr lang="en-CN" b="1" dirty="0"/>
              <a:t>Buffer</a:t>
            </a:r>
          </a:p>
        </p:txBody>
      </p:sp>
      <p:sp>
        <p:nvSpPr>
          <p:cNvPr id="87" name="TextBox 86">
            <a:extLst>
              <a:ext uri="{FF2B5EF4-FFF2-40B4-BE49-F238E27FC236}">
                <a16:creationId xmlns:a16="http://schemas.microsoft.com/office/drawing/2014/main" id="{F3E9BC1F-B4E9-AF44-A5EC-335F58E7B11F}"/>
              </a:ext>
            </a:extLst>
          </p:cNvPr>
          <p:cNvSpPr txBox="1"/>
          <p:nvPr/>
        </p:nvSpPr>
        <p:spPr>
          <a:xfrm>
            <a:off x="2966541" y="3633868"/>
            <a:ext cx="684803" cy="369332"/>
          </a:xfrm>
          <a:prstGeom prst="rect">
            <a:avLst/>
          </a:prstGeom>
          <a:noFill/>
        </p:spPr>
        <p:txBody>
          <a:bodyPr wrap="none" rtlCol="0">
            <a:spAutoFit/>
          </a:bodyPr>
          <a:lstStyle/>
          <a:p>
            <a:r>
              <a:rPr lang="en-CN" b="1" dirty="0"/>
              <a:t>AND</a:t>
            </a:r>
          </a:p>
        </p:txBody>
      </p:sp>
      <p:sp>
        <p:nvSpPr>
          <p:cNvPr id="88" name="TextBox 87">
            <a:extLst>
              <a:ext uri="{FF2B5EF4-FFF2-40B4-BE49-F238E27FC236}">
                <a16:creationId xmlns:a16="http://schemas.microsoft.com/office/drawing/2014/main" id="{5A90792B-B12B-D144-8918-FF8A9423959B}"/>
              </a:ext>
            </a:extLst>
          </p:cNvPr>
          <p:cNvSpPr txBox="1"/>
          <p:nvPr/>
        </p:nvSpPr>
        <p:spPr>
          <a:xfrm>
            <a:off x="4919689" y="3622602"/>
            <a:ext cx="530915" cy="369332"/>
          </a:xfrm>
          <a:prstGeom prst="rect">
            <a:avLst/>
          </a:prstGeom>
          <a:noFill/>
        </p:spPr>
        <p:txBody>
          <a:bodyPr wrap="none" rtlCol="0">
            <a:spAutoFit/>
          </a:bodyPr>
          <a:lstStyle/>
          <a:p>
            <a:r>
              <a:rPr lang="en-CN" b="1" dirty="0"/>
              <a:t>OR</a:t>
            </a:r>
          </a:p>
        </p:txBody>
      </p:sp>
      <p:sp>
        <p:nvSpPr>
          <p:cNvPr id="89" name="TextBox 88">
            <a:extLst>
              <a:ext uri="{FF2B5EF4-FFF2-40B4-BE49-F238E27FC236}">
                <a16:creationId xmlns:a16="http://schemas.microsoft.com/office/drawing/2014/main" id="{ED4D003F-A2D6-4240-9AFA-9FF6288ECF95}"/>
              </a:ext>
            </a:extLst>
          </p:cNvPr>
          <p:cNvSpPr txBox="1"/>
          <p:nvPr/>
        </p:nvSpPr>
        <p:spPr>
          <a:xfrm>
            <a:off x="6637868" y="3612642"/>
            <a:ext cx="684803" cy="369332"/>
          </a:xfrm>
          <a:prstGeom prst="rect">
            <a:avLst/>
          </a:prstGeom>
          <a:noFill/>
        </p:spPr>
        <p:txBody>
          <a:bodyPr wrap="none" rtlCol="0">
            <a:spAutoFit/>
          </a:bodyPr>
          <a:lstStyle/>
          <a:p>
            <a:r>
              <a:rPr lang="en-CN" b="1" dirty="0"/>
              <a:t>XOR</a:t>
            </a:r>
          </a:p>
        </p:txBody>
      </p:sp>
      <p:grpSp>
        <p:nvGrpSpPr>
          <p:cNvPr id="90" name="Group 89">
            <a:extLst>
              <a:ext uri="{FF2B5EF4-FFF2-40B4-BE49-F238E27FC236}">
                <a16:creationId xmlns:a16="http://schemas.microsoft.com/office/drawing/2014/main" id="{AD6586DB-DF26-AD43-BFA2-24B14E85F763}"/>
              </a:ext>
            </a:extLst>
          </p:cNvPr>
          <p:cNvGrpSpPr/>
          <p:nvPr/>
        </p:nvGrpSpPr>
        <p:grpSpPr>
          <a:xfrm>
            <a:off x="4774313" y="2979860"/>
            <a:ext cx="994048" cy="587294"/>
            <a:chOff x="5940152" y="5664440"/>
            <a:chExt cx="994048" cy="587294"/>
          </a:xfrm>
        </p:grpSpPr>
        <p:cxnSp>
          <p:nvCxnSpPr>
            <p:cNvPr id="91" name="Straight Connector 90">
              <a:extLst>
                <a:ext uri="{FF2B5EF4-FFF2-40B4-BE49-F238E27FC236}">
                  <a16:creationId xmlns:a16="http://schemas.microsoft.com/office/drawing/2014/main" id="{53C38408-41A1-8949-9CA5-874FA5803745}"/>
                </a:ext>
              </a:extLst>
            </p:cNvPr>
            <p:cNvCxnSpPr>
              <a:cxnSpLocks/>
            </p:cNvCxnSpPr>
            <p:nvPr/>
          </p:nvCxnSpPr>
          <p:spPr bwMode="auto">
            <a:xfrm>
              <a:off x="6711874" y="5954824"/>
              <a:ext cx="222326"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92" name="Straight Connector 91">
              <a:extLst>
                <a:ext uri="{FF2B5EF4-FFF2-40B4-BE49-F238E27FC236}">
                  <a16:creationId xmlns:a16="http://schemas.microsoft.com/office/drawing/2014/main" id="{B4D8A47B-1848-8444-B1CA-22AD6AD61DA1}"/>
                </a:ext>
              </a:extLst>
            </p:cNvPr>
            <p:cNvCxnSpPr>
              <a:cxnSpLocks/>
            </p:cNvCxnSpPr>
            <p:nvPr/>
          </p:nvCxnSpPr>
          <p:spPr bwMode="auto">
            <a:xfrm>
              <a:off x="5940152" y="5805206"/>
              <a:ext cx="324036"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93" name="Straight Connector 92">
              <a:extLst>
                <a:ext uri="{FF2B5EF4-FFF2-40B4-BE49-F238E27FC236}">
                  <a16:creationId xmlns:a16="http://schemas.microsoft.com/office/drawing/2014/main" id="{FED47D0C-D1FD-AE45-9716-1CE29DE69E82}"/>
                </a:ext>
              </a:extLst>
            </p:cNvPr>
            <p:cNvCxnSpPr>
              <a:cxnSpLocks/>
            </p:cNvCxnSpPr>
            <p:nvPr/>
          </p:nvCxnSpPr>
          <p:spPr bwMode="auto">
            <a:xfrm>
              <a:off x="5940152" y="6098782"/>
              <a:ext cx="324036"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94" name="Freeform 93">
              <a:extLst>
                <a:ext uri="{FF2B5EF4-FFF2-40B4-BE49-F238E27FC236}">
                  <a16:creationId xmlns:a16="http://schemas.microsoft.com/office/drawing/2014/main" id="{E40822F6-AB26-7442-A0FC-90F75AD45854}"/>
                </a:ext>
              </a:extLst>
            </p:cNvPr>
            <p:cNvSpPr/>
            <p:nvPr/>
          </p:nvSpPr>
          <p:spPr bwMode="auto">
            <a:xfrm>
              <a:off x="6077664" y="5664440"/>
              <a:ext cx="634222" cy="587294"/>
            </a:xfrm>
            <a:custGeom>
              <a:avLst/>
              <a:gdLst>
                <a:gd name="connsiteX0" fmla="*/ 0 w 627888"/>
                <a:gd name="connsiteY0" fmla="*/ 0 h 579120"/>
                <a:gd name="connsiteX1" fmla="*/ 207264 w 627888"/>
                <a:gd name="connsiteY1" fmla="*/ 286512 h 579120"/>
                <a:gd name="connsiteX2" fmla="*/ 0 w 627888"/>
                <a:gd name="connsiteY2" fmla="*/ 579120 h 579120"/>
                <a:gd name="connsiteX3" fmla="*/ 365760 w 627888"/>
                <a:gd name="connsiteY3" fmla="*/ 573024 h 579120"/>
                <a:gd name="connsiteX4" fmla="*/ 627888 w 627888"/>
                <a:gd name="connsiteY4" fmla="*/ 292608 h 579120"/>
                <a:gd name="connsiteX5" fmla="*/ 390144 w 627888"/>
                <a:gd name="connsiteY5" fmla="*/ 6096 h 579120"/>
                <a:gd name="connsiteX6" fmla="*/ 0 w 627888"/>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46520"/>
                <a:gd name="connsiteY0" fmla="*/ 0 h 579120"/>
                <a:gd name="connsiteX1" fmla="*/ 209962 w 646520"/>
                <a:gd name="connsiteY1" fmla="*/ 286512 h 579120"/>
                <a:gd name="connsiteX2" fmla="*/ 2698 w 646520"/>
                <a:gd name="connsiteY2" fmla="*/ 579120 h 579120"/>
                <a:gd name="connsiteX3" fmla="*/ 368458 w 646520"/>
                <a:gd name="connsiteY3" fmla="*/ 573024 h 579120"/>
                <a:gd name="connsiteX4" fmla="*/ 630586 w 646520"/>
                <a:gd name="connsiteY4" fmla="*/ 292608 h 579120"/>
                <a:gd name="connsiteX5" fmla="*/ 392842 w 646520"/>
                <a:gd name="connsiteY5" fmla="*/ 6096 h 579120"/>
                <a:gd name="connsiteX6" fmla="*/ 2698 w 646520"/>
                <a:gd name="connsiteY6" fmla="*/ 0 h 579120"/>
                <a:gd name="connsiteX0" fmla="*/ 2698 w 646520"/>
                <a:gd name="connsiteY0" fmla="*/ 51141 h 630261"/>
                <a:gd name="connsiteX1" fmla="*/ 209962 w 646520"/>
                <a:gd name="connsiteY1" fmla="*/ 337653 h 630261"/>
                <a:gd name="connsiteX2" fmla="*/ 2698 w 646520"/>
                <a:gd name="connsiteY2" fmla="*/ 630261 h 630261"/>
                <a:gd name="connsiteX3" fmla="*/ 368458 w 646520"/>
                <a:gd name="connsiteY3" fmla="*/ 624165 h 630261"/>
                <a:gd name="connsiteX4" fmla="*/ 630586 w 646520"/>
                <a:gd name="connsiteY4" fmla="*/ 343749 h 630261"/>
                <a:gd name="connsiteX5" fmla="*/ 392842 w 646520"/>
                <a:gd name="connsiteY5" fmla="*/ 57237 h 630261"/>
                <a:gd name="connsiteX6" fmla="*/ 2698 w 646520"/>
                <a:gd name="connsiteY6" fmla="*/ 51141 h 630261"/>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1455 h 600575"/>
                <a:gd name="connsiteX1" fmla="*/ 209962 w 646520"/>
                <a:gd name="connsiteY1" fmla="*/ 307967 h 600575"/>
                <a:gd name="connsiteX2" fmla="*/ 2698 w 646520"/>
                <a:gd name="connsiteY2" fmla="*/ 600575 h 600575"/>
                <a:gd name="connsiteX3" fmla="*/ 368458 w 646520"/>
                <a:gd name="connsiteY3" fmla="*/ 594479 h 600575"/>
                <a:gd name="connsiteX4" fmla="*/ 630586 w 646520"/>
                <a:gd name="connsiteY4" fmla="*/ 314063 h 600575"/>
                <a:gd name="connsiteX5" fmla="*/ 392842 w 646520"/>
                <a:gd name="connsiteY5" fmla="*/ 27551 h 600575"/>
                <a:gd name="connsiteX6" fmla="*/ 2698 w 646520"/>
                <a:gd name="connsiteY6" fmla="*/ 21455 h 600575"/>
                <a:gd name="connsiteX0" fmla="*/ 2698 w 630586"/>
                <a:gd name="connsiteY0" fmla="*/ 21455 h 600575"/>
                <a:gd name="connsiteX1" fmla="*/ 209962 w 630586"/>
                <a:gd name="connsiteY1" fmla="*/ 307967 h 600575"/>
                <a:gd name="connsiteX2" fmla="*/ 2698 w 630586"/>
                <a:gd name="connsiteY2" fmla="*/ 600575 h 600575"/>
                <a:gd name="connsiteX3" fmla="*/ 368458 w 630586"/>
                <a:gd name="connsiteY3" fmla="*/ 594479 h 600575"/>
                <a:gd name="connsiteX4" fmla="*/ 630586 w 630586"/>
                <a:gd name="connsiteY4" fmla="*/ 314063 h 600575"/>
                <a:gd name="connsiteX5" fmla="*/ 392842 w 630586"/>
                <a:gd name="connsiteY5" fmla="*/ 27551 h 600575"/>
                <a:gd name="connsiteX6" fmla="*/ 2698 w 630586"/>
                <a:gd name="connsiteY6" fmla="*/ 21455 h 600575"/>
                <a:gd name="connsiteX0" fmla="*/ 2698 w 631527"/>
                <a:gd name="connsiteY0" fmla="*/ 21455 h 600575"/>
                <a:gd name="connsiteX1" fmla="*/ 209962 w 631527"/>
                <a:gd name="connsiteY1" fmla="*/ 307967 h 600575"/>
                <a:gd name="connsiteX2" fmla="*/ 2698 w 631527"/>
                <a:gd name="connsiteY2" fmla="*/ 600575 h 600575"/>
                <a:gd name="connsiteX3" fmla="*/ 301402 w 631527"/>
                <a:gd name="connsiteY3" fmla="*/ 600575 h 600575"/>
                <a:gd name="connsiteX4" fmla="*/ 630586 w 631527"/>
                <a:gd name="connsiteY4" fmla="*/ 314063 h 600575"/>
                <a:gd name="connsiteX5" fmla="*/ 392842 w 631527"/>
                <a:gd name="connsiteY5" fmla="*/ 27551 h 600575"/>
                <a:gd name="connsiteX6" fmla="*/ 2698 w 631527"/>
                <a:gd name="connsiteY6" fmla="*/ 21455 h 600575"/>
                <a:gd name="connsiteX0" fmla="*/ 2698 w 631527"/>
                <a:gd name="connsiteY0" fmla="*/ 21455 h 602832"/>
                <a:gd name="connsiteX1" fmla="*/ 209962 w 631527"/>
                <a:gd name="connsiteY1" fmla="*/ 307967 h 602832"/>
                <a:gd name="connsiteX2" fmla="*/ 2698 w 631527"/>
                <a:gd name="connsiteY2" fmla="*/ 600575 h 602832"/>
                <a:gd name="connsiteX3" fmla="*/ 301402 w 631527"/>
                <a:gd name="connsiteY3" fmla="*/ 600575 h 602832"/>
                <a:gd name="connsiteX4" fmla="*/ 630586 w 631527"/>
                <a:gd name="connsiteY4" fmla="*/ 314063 h 602832"/>
                <a:gd name="connsiteX5" fmla="*/ 392842 w 631527"/>
                <a:gd name="connsiteY5" fmla="*/ 27551 h 602832"/>
                <a:gd name="connsiteX6" fmla="*/ 2698 w 631527"/>
                <a:gd name="connsiteY6" fmla="*/ 21455 h 602832"/>
                <a:gd name="connsiteX0" fmla="*/ 2698 w 630586"/>
                <a:gd name="connsiteY0" fmla="*/ 21455 h 602832"/>
                <a:gd name="connsiteX1" fmla="*/ 209962 w 630586"/>
                <a:gd name="connsiteY1" fmla="*/ 307967 h 602832"/>
                <a:gd name="connsiteX2" fmla="*/ 2698 w 630586"/>
                <a:gd name="connsiteY2" fmla="*/ 600575 h 602832"/>
                <a:gd name="connsiteX3" fmla="*/ 301402 w 630586"/>
                <a:gd name="connsiteY3" fmla="*/ 600575 h 602832"/>
                <a:gd name="connsiteX4" fmla="*/ 630586 w 630586"/>
                <a:gd name="connsiteY4" fmla="*/ 314063 h 602832"/>
                <a:gd name="connsiteX5" fmla="*/ 301402 w 630586"/>
                <a:gd name="connsiteY5" fmla="*/ 27551 h 602832"/>
                <a:gd name="connsiteX6" fmla="*/ 2698 w 630586"/>
                <a:gd name="connsiteY6" fmla="*/ 21455 h 602832"/>
                <a:gd name="connsiteX0" fmla="*/ 2698 w 630586"/>
                <a:gd name="connsiteY0" fmla="*/ 20123 h 601500"/>
                <a:gd name="connsiteX1" fmla="*/ 209962 w 630586"/>
                <a:gd name="connsiteY1" fmla="*/ 306635 h 601500"/>
                <a:gd name="connsiteX2" fmla="*/ 2698 w 630586"/>
                <a:gd name="connsiteY2" fmla="*/ 599243 h 601500"/>
                <a:gd name="connsiteX3" fmla="*/ 301402 w 630586"/>
                <a:gd name="connsiteY3" fmla="*/ 599243 h 601500"/>
                <a:gd name="connsiteX4" fmla="*/ 630586 w 630586"/>
                <a:gd name="connsiteY4" fmla="*/ 312731 h 601500"/>
                <a:gd name="connsiteX5" fmla="*/ 301402 w 630586"/>
                <a:gd name="connsiteY5" fmla="*/ 26219 h 601500"/>
                <a:gd name="connsiteX6" fmla="*/ 2698 w 630586"/>
                <a:gd name="connsiteY6" fmla="*/ 20123 h 601500"/>
                <a:gd name="connsiteX0" fmla="*/ 2146 w 630034"/>
                <a:gd name="connsiteY0" fmla="*/ 20123 h 601500"/>
                <a:gd name="connsiteX1" fmla="*/ 209410 w 630034"/>
                <a:gd name="connsiteY1" fmla="*/ 306635 h 601500"/>
                <a:gd name="connsiteX2" fmla="*/ 2146 w 630034"/>
                <a:gd name="connsiteY2" fmla="*/ 599243 h 601500"/>
                <a:gd name="connsiteX3" fmla="*/ 300850 w 630034"/>
                <a:gd name="connsiteY3" fmla="*/ 599243 h 601500"/>
                <a:gd name="connsiteX4" fmla="*/ 630034 w 630034"/>
                <a:gd name="connsiteY4" fmla="*/ 312731 h 601500"/>
                <a:gd name="connsiteX5" fmla="*/ 300850 w 630034"/>
                <a:gd name="connsiteY5" fmla="*/ 26219 h 601500"/>
                <a:gd name="connsiteX6" fmla="*/ 2146 w 630034"/>
                <a:gd name="connsiteY6" fmla="*/ 20123 h 601500"/>
                <a:gd name="connsiteX0" fmla="*/ 6215 w 634103"/>
                <a:gd name="connsiteY0" fmla="*/ 3947 h 585324"/>
                <a:gd name="connsiteX1" fmla="*/ 213479 w 634103"/>
                <a:gd name="connsiteY1" fmla="*/ 290459 h 585324"/>
                <a:gd name="connsiteX2" fmla="*/ 6215 w 634103"/>
                <a:gd name="connsiteY2" fmla="*/ 583067 h 585324"/>
                <a:gd name="connsiteX3" fmla="*/ 304919 w 634103"/>
                <a:gd name="connsiteY3" fmla="*/ 583067 h 585324"/>
                <a:gd name="connsiteX4" fmla="*/ 634103 w 634103"/>
                <a:gd name="connsiteY4" fmla="*/ 296555 h 585324"/>
                <a:gd name="connsiteX5" fmla="*/ 304919 w 634103"/>
                <a:gd name="connsiteY5" fmla="*/ 10043 h 585324"/>
                <a:gd name="connsiteX6" fmla="*/ 6215 w 634103"/>
                <a:gd name="connsiteY6" fmla="*/ 3947 h 585324"/>
                <a:gd name="connsiteX0" fmla="*/ 6624 w 634512"/>
                <a:gd name="connsiteY0" fmla="*/ 3947 h 585324"/>
                <a:gd name="connsiteX1" fmla="*/ 213888 w 634512"/>
                <a:gd name="connsiteY1" fmla="*/ 290459 h 585324"/>
                <a:gd name="connsiteX2" fmla="*/ 6624 w 634512"/>
                <a:gd name="connsiteY2" fmla="*/ 583067 h 585324"/>
                <a:gd name="connsiteX3" fmla="*/ 305328 w 634512"/>
                <a:gd name="connsiteY3" fmla="*/ 583067 h 585324"/>
                <a:gd name="connsiteX4" fmla="*/ 634512 w 634512"/>
                <a:gd name="connsiteY4" fmla="*/ 296555 h 585324"/>
                <a:gd name="connsiteX5" fmla="*/ 305328 w 634512"/>
                <a:gd name="connsiteY5" fmla="*/ 10043 h 585324"/>
                <a:gd name="connsiteX6" fmla="*/ 6624 w 634512"/>
                <a:gd name="connsiteY6" fmla="*/ 3947 h 585324"/>
                <a:gd name="connsiteX0" fmla="*/ 6624 w 634644"/>
                <a:gd name="connsiteY0" fmla="*/ 18301 h 599678"/>
                <a:gd name="connsiteX1" fmla="*/ 213888 w 634644"/>
                <a:gd name="connsiteY1" fmla="*/ 304813 h 599678"/>
                <a:gd name="connsiteX2" fmla="*/ 6624 w 634644"/>
                <a:gd name="connsiteY2" fmla="*/ 597421 h 599678"/>
                <a:gd name="connsiteX3" fmla="*/ 305328 w 634644"/>
                <a:gd name="connsiteY3" fmla="*/ 597421 h 599678"/>
                <a:gd name="connsiteX4" fmla="*/ 634512 w 634644"/>
                <a:gd name="connsiteY4" fmla="*/ 310909 h 599678"/>
                <a:gd name="connsiteX5" fmla="*/ 268752 w 634644"/>
                <a:gd name="connsiteY5" fmla="*/ 30493 h 599678"/>
                <a:gd name="connsiteX6" fmla="*/ 6624 w 634644"/>
                <a:gd name="connsiteY6" fmla="*/ 18301 h 599678"/>
                <a:gd name="connsiteX0" fmla="*/ 6624 w 634644"/>
                <a:gd name="connsiteY0" fmla="*/ 23735 h 605112"/>
                <a:gd name="connsiteX1" fmla="*/ 213888 w 634644"/>
                <a:gd name="connsiteY1" fmla="*/ 310247 h 605112"/>
                <a:gd name="connsiteX2" fmla="*/ 6624 w 634644"/>
                <a:gd name="connsiteY2" fmla="*/ 602855 h 605112"/>
                <a:gd name="connsiteX3" fmla="*/ 305328 w 634644"/>
                <a:gd name="connsiteY3" fmla="*/ 602855 h 605112"/>
                <a:gd name="connsiteX4" fmla="*/ 634512 w 634644"/>
                <a:gd name="connsiteY4" fmla="*/ 316343 h 605112"/>
                <a:gd name="connsiteX5" fmla="*/ 268752 w 634644"/>
                <a:gd name="connsiteY5" fmla="*/ 35927 h 605112"/>
                <a:gd name="connsiteX6" fmla="*/ 6624 w 634644"/>
                <a:gd name="connsiteY6" fmla="*/ 23735 h 605112"/>
                <a:gd name="connsiteX0" fmla="*/ 6624 w 634577"/>
                <a:gd name="connsiteY0" fmla="*/ 17614 h 598991"/>
                <a:gd name="connsiteX1" fmla="*/ 213888 w 634577"/>
                <a:gd name="connsiteY1" fmla="*/ 304126 h 598991"/>
                <a:gd name="connsiteX2" fmla="*/ 6624 w 634577"/>
                <a:gd name="connsiteY2" fmla="*/ 596734 h 598991"/>
                <a:gd name="connsiteX3" fmla="*/ 305328 w 634577"/>
                <a:gd name="connsiteY3" fmla="*/ 596734 h 598991"/>
                <a:gd name="connsiteX4" fmla="*/ 634512 w 634577"/>
                <a:gd name="connsiteY4" fmla="*/ 310222 h 598991"/>
                <a:gd name="connsiteX5" fmla="*/ 329712 w 634577"/>
                <a:gd name="connsiteY5" fmla="*/ 48094 h 598991"/>
                <a:gd name="connsiteX6" fmla="*/ 6624 w 634577"/>
                <a:gd name="connsiteY6" fmla="*/ 17614 h 598991"/>
                <a:gd name="connsiteX0" fmla="*/ 6624 w 634575"/>
                <a:gd name="connsiteY0" fmla="*/ 21507 h 602884"/>
                <a:gd name="connsiteX1" fmla="*/ 213888 w 634575"/>
                <a:gd name="connsiteY1" fmla="*/ 308019 h 602884"/>
                <a:gd name="connsiteX2" fmla="*/ 6624 w 634575"/>
                <a:gd name="connsiteY2" fmla="*/ 600627 h 602884"/>
                <a:gd name="connsiteX3" fmla="*/ 305328 w 634575"/>
                <a:gd name="connsiteY3" fmla="*/ 600627 h 602884"/>
                <a:gd name="connsiteX4" fmla="*/ 634512 w 634575"/>
                <a:gd name="connsiteY4" fmla="*/ 314115 h 602884"/>
                <a:gd name="connsiteX5" fmla="*/ 329712 w 634575"/>
                <a:gd name="connsiteY5" fmla="*/ 51987 h 602884"/>
                <a:gd name="connsiteX6" fmla="*/ 6624 w 634575"/>
                <a:gd name="connsiteY6" fmla="*/ 21507 h 602884"/>
                <a:gd name="connsiteX0" fmla="*/ 6624 w 634575"/>
                <a:gd name="connsiteY0" fmla="*/ 21507 h 619140"/>
                <a:gd name="connsiteX1" fmla="*/ 213888 w 634575"/>
                <a:gd name="connsiteY1" fmla="*/ 308019 h 619140"/>
                <a:gd name="connsiteX2" fmla="*/ 6624 w 634575"/>
                <a:gd name="connsiteY2" fmla="*/ 600627 h 619140"/>
                <a:gd name="connsiteX3" fmla="*/ 305328 w 634575"/>
                <a:gd name="connsiteY3" fmla="*/ 600627 h 619140"/>
                <a:gd name="connsiteX4" fmla="*/ 634512 w 634575"/>
                <a:gd name="connsiteY4" fmla="*/ 314115 h 619140"/>
                <a:gd name="connsiteX5" fmla="*/ 329712 w 634575"/>
                <a:gd name="connsiteY5" fmla="*/ 51987 h 619140"/>
                <a:gd name="connsiteX6" fmla="*/ 6624 w 634575"/>
                <a:gd name="connsiteY6" fmla="*/ 21507 h 619140"/>
                <a:gd name="connsiteX0" fmla="*/ 6624 w 634531"/>
                <a:gd name="connsiteY0" fmla="*/ 21507 h 607159"/>
                <a:gd name="connsiteX1" fmla="*/ 213888 w 634531"/>
                <a:gd name="connsiteY1" fmla="*/ 308019 h 607159"/>
                <a:gd name="connsiteX2" fmla="*/ 6624 w 634531"/>
                <a:gd name="connsiteY2" fmla="*/ 600627 h 607159"/>
                <a:gd name="connsiteX3" fmla="*/ 341904 w 634531"/>
                <a:gd name="connsiteY3" fmla="*/ 582339 h 607159"/>
                <a:gd name="connsiteX4" fmla="*/ 634512 w 634531"/>
                <a:gd name="connsiteY4" fmla="*/ 314115 h 607159"/>
                <a:gd name="connsiteX5" fmla="*/ 329712 w 634531"/>
                <a:gd name="connsiteY5" fmla="*/ 51987 h 607159"/>
                <a:gd name="connsiteX6" fmla="*/ 6624 w 634531"/>
                <a:gd name="connsiteY6" fmla="*/ 21507 h 607159"/>
                <a:gd name="connsiteX0" fmla="*/ 6624 w 634516"/>
                <a:gd name="connsiteY0" fmla="*/ 21507 h 600822"/>
                <a:gd name="connsiteX1" fmla="*/ 213888 w 634516"/>
                <a:gd name="connsiteY1" fmla="*/ 308019 h 600822"/>
                <a:gd name="connsiteX2" fmla="*/ 6624 w 634516"/>
                <a:gd name="connsiteY2" fmla="*/ 600627 h 600822"/>
                <a:gd name="connsiteX3" fmla="*/ 335808 w 634516"/>
                <a:gd name="connsiteY3" fmla="*/ 564051 h 600822"/>
                <a:gd name="connsiteX4" fmla="*/ 634512 w 634516"/>
                <a:gd name="connsiteY4" fmla="*/ 314115 h 600822"/>
                <a:gd name="connsiteX5" fmla="*/ 329712 w 634516"/>
                <a:gd name="connsiteY5" fmla="*/ 51987 h 600822"/>
                <a:gd name="connsiteX6" fmla="*/ 6624 w 634516"/>
                <a:gd name="connsiteY6" fmla="*/ 21507 h 600822"/>
                <a:gd name="connsiteX0" fmla="*/ 6624 w 634516"/>
                <a:gd name="connsiteY0" fmla="*/ 20598 h 599913"/>
                <a:gd name="connsiteX1" fmla="*/ 213888 w 634516"/>
                <a:gd name="connsiteY1" fmla="*/ 307110 h 599913"/>
                <a:gd name="connsiteX2" fmla="*/ 6624 w 634516"/>
                <a:gd name="connsiteY2" fmla="*/ 599718 h 599913"/>
                <a:gd name="connsiteX3" fmla="*/ 335808 w 634516"/>
                <a:gd name="connsiteY3" fmla="*/ 563142 h 599913"/>
                <a:gd name="connsiteX4" fmla="*/ 634512 w 634516"/>
                <a:gd name="connsiteY4" fmla="*/ 313206 h 599913"/>
                <a:gd name="connsiteX5" fmla="*/ 329712 w 634516"/>
                <a:gd name="connsiteY5" fmla="*/ 51078 h 599913"/>
                <a:gd name="connsiteX6" fmla="*/ 6624 w 634516"/>
                <a:gd name="connsiteY6" fmla="*/ 20598 h 599913"/>
                <a:gd name="connsiteX0" fmla="*/ 6624 w 634516"/>
                <a:gd name="connsiteY0" fmla="*/ 22407 h 601722"/>
                <a:gd name="connsiteX1" fmla="*/ 213888 w 634516"/>
                <a:gd name="connsiteY1" fmla="*/ 308919 h 601722"/>
                <a:gd name="connsiteX2" fmla="*/ 6624 w 634516"/>
                <a:gd name="connsiteY2" fmla="*/ 601527 h 601722"/>
                <a:gd name="connsiteX3" fmla="*/ 335808 w 634516"/>
                <a:gd name="connsiteY3" fmla="*/ 564951 h 601722"/>
                <a:gd name="connsiteX4" fmla="*/ 634512 w 634516"/>
                <a:gd name="connsiteY4" fmla="*/ 315015 h 601722"/>
                <a:gd name="connsiteX5" fmla="*/ 329712 w 634516"/>
                <a:gd name="connsiteY5" fmla="*/ 52887 h 601722"/>
                <a:gd name="connsiteX6" fmla="*/ 6624 w 634516"/>
                <a:gd name="connsiteY6" fmla="*/ 22407 h 601722"/>
                <a:gd name="connsiteX0" fmla="*/ 6624 w 634516"/>
                <a:gd name="connsiteY0" fmla="*/ 8163 h 587478"/>
                <a:gd name="connsiteX1" fmla="*/ 213888 w 634516"/>
                <a:gd name="connsiteY1" fmla="*/ 294675 h 587478"/>
                <a:gd name="connsiteX2" fmla="*/ 6624 w 634516"/>
                <a:gd name="connsiteY2" fmla="*/ 587283 h 587478"/>
                <a:gd name="connsiteX3" fmla="*/ 335808 w 634516"/>
                <a:gd name="connsiteY3" fmla="*/ 550707 h 587478"/>
                <a:gd name="connsiteX4" fmla="*/ 634512 w 634516"/>
                <a:gd name="connsiteY4" fmla="*/ 300771 h 587478"/>
                <a:gd name="connsiteX5" fmla="*/ 329712 w 634516"/>
                <a:gd name="connsiteY5" fmla="*/ 38643 h 587478"/>
                <a:gd name="connsiteX6" fmla="*/ 6624 w 634516"/>
                <a:gd name="connsiteY6" fmla="*/ 8163 h 587478"/>
                <a:gd name="connsiteX0" fmla="*/ 6288 w 634180"/>
                <a:gd name="connsiteY0" fmla="*/ 8163 h 587686"/>
                <a:gd name="connsiteX1" fmla="*/ 213552 w 634180"/>
                <a:gd name="connsiteY1" fmla="*/ 294675 h 587686"/>
                <a:gd name="connsiteX2" fmla="*/ 6288 w 634180"/>
                <a:gd name="connsiteY2" fmla="*/ 587283 h 587686"/>
                <a:gd name="connsiteX3" fmla="*/ 335472 w 634180"/>
                <a:gd name="connsiteY3" fmla="*/ 550707 h 587686"/>
                <a:gd name="connsiteX4" fmla="*/ 634176 w 634180"/>
                <a:gd name="connsiteY4" fmla="*/ 300771 h 587686"/>
                <a:gd name="connsiteX5" fmla="*/ 329376 w 634180"/>
                <a:gd name="connsiteY5" fmla="*/ 38643 h 587686"/>
                <a:gd name="connsiteX6" fmla="*/ 6288 w 634180"/>
                <a:gd name="connsiteY6" fmla="*/ 8163 h 587686"/>
                <a:gd name="connsiteX0" fmla="*/ 6288 w 634211"/>
                <a:gd name="connsiteY0" fmla="*/ 8163 h 587686"/>
                <a:gd name="connsiteX1" fmla="*/ 213552 w 634211"/>
                <a:gd name="connsiteY1" fmla="*/ 294675 h 587686"/>
                <a:gd name="connsiteX2" fmla="*/ 6288 w 634211"/>
                <a:gd name="connsiteY2" fmla="*/ 587283 h 587686"/>
                <a:gd name="connsiteX3" fmla="*/ 335472 w 634211"/>
                <a:gd name="connsiteY3" fmla="*/ 550707 h 587686"/>
                <a:gd name="connsiteX4" fmla="*/ 634176 w 634211"/>
                <a:gd name="connsiteY4" fmla="*/ 300771 h 587686"/>
                <a:gd name="connsiteX5" fmla="*/ 329376 w 634211"/>
                <a:gd name="connsiteY5" fmla="*/ 38643 h 587686"/>
                <a:gd name="connsiteX6" fmla="*/ 6288 w 634211"/>
                <a:gd name="connsiteY6" fmla="*/ 8163 h 587686"/>
                <a:gd name="connsiteX0" fmla="*/ 6288 w 634286"/>
                <a:gd name="connsiteY0" fmla="*/ 8163 h 587686"/>
                <a:gd name="connsiteX1" fmla="*/ 213552 w 634286"/>
                <a:gd name="connsiteY1" fmla="*/ 294675 h 587686"/>
                <a:gd name="connsiteX2" fmla="*/ 6288 w 634286"/>
                <a:gd name="connsiteY2" fmla="*/ 587283 h 587686"/>
                <a:gd name="connsiteX3" fmla="*/ 335472 w 634286"/>
                <a:gd name="connsiteY3" fmla="*/ 550707 h 587686"/>
                <a:gd name="connsiteX4" fmla="*/ 634176 w 634286"/>
                <a:gd name="connsiteY4" fmla="*/ 300771 h 587686"/>
                <a:gd name="connsiteX5" fmla="*/ 329376 w 634286"/>
                <a:gd name="connsiteY5" fmla="*/ 38643 h 587686"/>
                <a:gd name="connsiteX6" fmla="*/ 6288 w 634286"/>
                <a:gd name="connsiteY6" fmla="*/ 8163 h 587686"/>
                <a:gd name="connsiteX0" fmla="*/ 6288 w 634286"/>
                <a:gd name="connsiteY0" fmla="*/ 4816 h 584339"/>
                <a:gd name="connsiteX1" fmla="*/ 213552 w 634286"/>
                <a:gd name="connsiteY1" fmla="*/ 291328 h 584339"/>
                <a:gd name="connsiteX2" fmla="*/ 6288 w 634286"/>
                <a:gd name="connsiteY2" fmla="*/ 583936 h 584339"/>
                <a:gd name="connsiteX3" fmla="*/ 335472 w 634286"/>
                <a:gd name="connsiteY3" fmla="*/ 547360 h 584339"/>
                <a:gd name="connsiteX4" fmla="*/ 634176 w 634286"/>
                <a:gd name="connsiteY4" fmla="*/ 297424 h 584339"/>
                <a:gd name="connsiteX5" fmla="*/ 329376 w 634286"/>
                <a:gd name="connsiteY5" fmla="*/ 35296 h 584339"/>
                <a:gd name="connsiteX6" fmla="*/ 6288 w 634286"/>
                <a:gd name="connsiteY6" fmla="*/ 4816 h 584339"/>
                <a:gd name="connsiteX0" fmla="*/ 6288 w 634210"/>
                <a:gd name="connsiteY0" fmla="*/ 14826 h 594349"/>
                <a:gd name="connsiteX1" fmla="*/ 213552 w 634210"/>
                <a:gd name="connsiteY1" fmla="*/ 301338 h 594349"/>
                <a:gd name="connsiteX2" fmla="*/ 6288 w 634210"/>
                <a:gd name="connsiteY2" fmla="*/ 593946 h 594349"/>
                <a:gd name="connsiteX3" fmla="*/ 335472 w 634210"/>
                <a:gd name="connsiteY3" fmla="*/ 557370 h 594349"/>
                <a:gd name="connsiteX4" fmla="*/ 634176 w 634210"/>
                <a:gd name="connsiteY4" fmla="*/ 307434 h 594349"/>
                <a:gd name="connsiteX5" fmla="*/ 353545 w 634210"/>
                <a:gd name="connsiteY5" fmla="*/ 57390 h 594349"/>
                <a:gd name="connsiteX6" fmla="*/ 6288 w 634210"/>
                <a:gd name="connsiteY6" fmla="*/ 14826 h 594349"/>
                <a:gd name="connsiteX0" fmla="*/ 6288 w 634210"/>
                <a:gd name="connsiteY0" fmla="*/ 4846 h 584369"/>
                <a:gd name="connsiteX1" fmla="*/ 213552 w 634210"/>
                <a:gd name="connsiteY1" fmla="*/ 291358 h 584369"/>
                <a:gd name="connsiteX2" fmla="*/ 6288 w 634210"/>
                <a:gd name="connsiteY2" fmla="*/ 583966 h 584369"/>
                <a:gd name="connsiteX3" fmla="*/ 335472 w 634210"/>
                <a:gd name="connsiteY3" fmla="*/ 547390 h 584369"/>
                <a:gd name="connsiteX4" fmla="*/ 634176 w 634210"/>
                <a:gd name="connsiteY4" fmla="*/ 297454 h 584369"/>
                <a:gd name="connsiteX5" fmla="*/ 353545 w 634210"/>
                <a:gd name="connsiteY5" fmla="*/ 47410 h 584369"/>
                <a:gd name="connsiteX6" fmla="*/ 6288 w 634210"/>
                <a:gd name="connsiteY6" fmla="*/ 4846 h 584369"/>
                <a:gd name="connsiteX0" fmla="*/ 6288 w 634210"/>
                <a:gd name="connsiteY0" fmla="*/ 4415 h 583938"/>
                <a:gd name="connsiteX1" fmla="*/ 213552 w 634210"/>
                <a:gd name="connsiteY1" fmla="*/ 290927 h 583938"/>
                <a:gd name="connsiteX2" fmla="*/ 6288 w 634210"/>
                <a:gd name="connsiteY2" fmla="*/ 583535 h 583938"/>
                <a:gd name="connsiteX3" fmla="*/ 335472 w 634210"/>
                <a:gd name="connsiteY3" fmla="*/ 546959 h 583938"/>
                <a:gd name="connsiteX4" fmla="*/ 634176 w 634210"/>
                <a:gd name="connsiteY4" fmla="*/ 297023 h 583938"/>
                <a:gd name="connsiteX5" fmla="*/ 353545 w 634210"/>
                <a:gd name="connsiteY5" fmla="*/ 46979 h 583938"/>
                <a:gd name="connsiteX6" fmla="*/ 6288 w 634210"/>
                <a:gd name="connsiteY6" fmla="*/ 4415 h 583938"/>
                <a:gd name="connsiteX0" fmla="*/ 6288 w 634210"/>
                <a:gd name="connsiteY0" fmla="*/ 5419 h 584942"/>
                <a:gd name="connsiteX1" fmla="*/ 213552 w 634210"/>
                <a:gd name="connsiteY1" fmla="*/ 291931 h 584942"/>
                <a:gd name="connsiteX2" fmla="*/ 6288 w 634210"/>
                <a:gd name="connsiteY2" fmla="*/ 584539 h 584942"/>
                <a:gd name="connsiteX3" fmla="*/ 335472 w 634210"/>
                <a:gd name="connsiteY3" fmla="*/ 547963 h 584942"/>
                <a:gd name="connsiteX4" fmla="*/ 634176 w 634210"/>
                <a:gd name="connsiteY4" fmla="*/ 298027 h 584942"/>
                <a:gd name="connsiteX5" fmla="*/ 353545 w 634210"/>
                <a:gd name="connsiteY5" fmla="*/ 47983 h 584942"/>
                <a:gd name="connsiteX6" fmla="*/ 6288 w 634210"/>
                <a:gd name="connsiteY6" fmla="*/ 5419 h 584942"/>
                <a:gd name="connsiteX0" fmla="*/ 6288 w 634222"/>
                <a:gd name="connsiteY0" fmla="*/ 7771 h 587294"/>
                <a:gd name="connsiteX1" fmla="*/ 213552 w 634222"/>
                <a:gd name="connsiteY1" fmla="*/ 294283 h 587294"/>
                <a:gd name="connsiteX2" fmla="*/ 6288 w 634222"/>
                <a:gd name="connsiteY2" fmla="*/ 586891 h 587294"/>
                <a:gd name="connsiteX3" fmla="*/ 335472 w 634222"/>
                <a:gd name="connsiteY3" fmla="*/ 550315 h 587294"/>
                <a:gd name="connsiteX4" fmla="*/ 634176 w 634222"/>
                <a:gd name="connsiteY4" fmla="*/ 300379 h 587294"/>
                <a:gd name="connsiteX5" fmla="*/ 353545 w 634222"/>
                <a:gd name="connsiteY5" fmla="*/ 50335 h 587294"/>
                <a:gd name="connsiteX6" fmla="*/ 6288 w 634222"/>
                <a:gd name="connsiteY6" fmla="*/ 7771 h 587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4222" h="587294">
                  <a:moveTo>
                    <a:pt x="6288" y="7771"/>
                  </a:moveTo>
                  <a:cubicBezTo>
                    <a:pt x="-1402" y="17990"/>
                    <a:pt x="197440" y="80946"/>
                    <a:pt x="213552" y="294283"/>
                  </a:cubicBezTo>
                  <a:cubicBezTo>
                    <a:pt x="229664" y="507620"/>
                    <a:pt x="-44512" y="594003"/>
                    <a:pt x="6288" y="586891"/>
                  </a:cubicBezTo>
                  <a:cubicBezTo>
                    <a:pt x="105856" y="586891"/>
                    <a:pt x="200344" y="591971"/>
                    <a:pt x="335472" y="550315"/>
                  </a:cubicBezTo>
                  <a:cubicBezTo>
                    <a:pt x="470600" y="508659"/>
                    <a:pt x="631164" y="383709"/>
                    <a:pt x="634176" y="300379"/>
                  </a:cubicBezTo>
                  <a:cubicBezTo>
                    <a:pt x="637188" y="217049"/>
                    <a:pt x="492607" y="98103"/>
                    <a:pt x="353545" y="50335"/>
                  </a:cubicBezTo>
                  <a:cubicBezTo>
                    <a:pt x="214483" y="2567"/>
                    <a:pt x="19803" y="-10189"/>
                    <a:pt x="6288" y="7771"/>
                  </a:cubicBezTo>
                  <a:close/>
                </a:path>
              </a:pathLst>
            </a:custGeom>
            <a:solidFill>
              <a:schemeClr val="bg1"/>
            </a:solidFill>
            <a:ln w="38100"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r"/>
              <a:endParaRPr lang="en-CN"/>
            </a:p>
          </p:txBody>
        </p:sp>
      </p:grpSp>
      <p:sp>
        <p:nvSpPr>
          <p:cNvPr id="5" name="Right Brace 18">
            <a:extLst>
              <a:ext uri="{FF2B5EF4-FFF2-40B4-BE49-F238E27FC236}">
                <a16:creationId xmlns:a16="http://schemas.microsoft.com/office/drawing/2014/main" id="{7D45DAD9-83E1-C84A-F7A9-7CA7F774BDAB}"/>
              </a:ext>
            </a:extLst>
          </p:cNvPr>
          <p:cNvSpPr/>
          <p:nvPr/>
        </p:nvSpPr>
        <p:spPr bwMode="auto">
          <a:xfrm>
            <a:off x="7756905" y="1984885"/>
            <a:ext cx="279827" cy="1469306"/>
          </a:xfrm>
          <a:prstGeom prst="rightBrace">
            <a:avLst>
              <a:gd name="adj1" fmla="val 43684"/>
              <a:gd name="adj2" fmla="val 50000"/>
            </a:avLst>
          </a:prstGeom>
          <a:noFill/>
          <a:ln w="28575" cap="flat" cmpd="sng" algn="ctr">
            <a:solidFill>
              <a:srgbClr val="3333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1800" b="0" i="0" u="none" strike="noStrike" cap="none" normalizeH="0" baseline="0">
              <a:ln>
                <a:noFill/>
              </a:ln>
              <a:solidFill>
                <a:schemeClr val="tx1"/>
              </a:solidFill>
              <a:effectLst/>
              <a:latin typeface="Arial" charset="0"/>
            </a:endParaRPr>
          </a:p>
        </p:txBody>
      </p:sp>
      <p:grpSp>
        <p:nvGrpSpPr>
          <p:cNvPr id="15" name="Group 59">
            <a:extLst>
              <a:ext uri="{FF2B5EF4-FFF2-40B4-BE49-F238E27FC236}">
                <a16:creationId xmlns:a16="http://schemas.microsoft.com/office/drawing/2014/main" id="{3AF1445A-529E-3F3B-6EC9-88C23E892EC5}"/>
              </a:ext>
            </a:extLst>
          </p:cNvPr>
          <p:cNvGrpSpPr/>
          <p:nvPr/>
        </p:nvGrpSpPr>
        <p:grpSpPr>
          <a:xfrm>
            <a:off x="971600" y="4695230"/>
            <a:ext cx="1252362" cy="576063"/>
            <a:chOff x="3772857" y="5594843"/>
            <a:chExt cx="1252362" cy="576063"/>
          </a:xfrm>
        </p:grpSpPr>
        <p:cxnSp>
          <p:nvCxnSpPr>
            <p:cNvPr id="18" name="Straight Connector 60">
              <a:extLst>
                <a:ext uri="{FF2B5EF4-FFF2-40B4-BE49-F238E27FC236}">
                  <a16:creationId xmlns:a16="http://schemas.microsoft.com/office/drawing/2014/main" id="{DEDF0458-EDA1-4490-41AF-F221B2508251}"/>
                </a:ext>
              </a:extLst>
            </p:cNvPr>
            <p:cNvCxnSpPr>
              <a:cxnSpLocks/>
              <a:stCxn id="19" idx="0"/>
            </p:cNvCxnSpPr>
            <p:nvPr/>
          </p:nvCxnSpPr>
          <p:spPr bwMode="auto">
            <a:xfrm>
              <a:off x="4695458" y="5882876"/>
              <a:ext cx="329761"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19" name="Round Same Side Corner Rectangle 61">
              <a:extLst>
                <a:ext uri="{FF2B5EF4-FFF2-40B4-BE49-F238E27FC236}">
                  <a16:creationId xmlns:a16="http://schemas.microsoft.com/office/drawing/2014/main" id="{406B8D59-8CC8-7DCD-BAC9-172B83BF5158}"/>
                </a:ext>
              </a:extLst>
            </p:cNvPr>
            <p:cNvSpPr/>
            <p:nvPr/>
          </p:nvSpPr>
          <p:spPr bwMode="auto">
            <a:xfrm rot="5400000">
              <a:off x="4092426" y="5567875"/>
              <a:ext cx="576063" cy="630000"/>
            </a:xfrm>
            <a:prstGeom prst="rect">
              <a:avLst/>
            </a:prstGeom>
            <a:solidFill>
              <a:schemeClr val="bg1"/>
            </a:solidFill>
            <a:ln w="38100" cap="flat" cmpd="sng" algn="ctr">
              <a:solidFill>
                <a:schemeClr val="tx1"/>
              </a:solidFill>
              <a:prstDash val="solid"/>
              <a:round/>
              <a:headEnd type="none" w="med" len="med"/>
              <a:tailEnd type="none" w="med" len="med"/>
            </a:ln>
            <a:effectLst/>
          </p:spPr>
          <p:txBody>
            <a:bodyPr rot="0" spcFirstLastPara="0" vertOverflow="overflow" horzOverflow="overflow" vert="vert270" wrap="square" lIns="36000" tIns="36000" rIns="36000" bIns="36000" numCol="1" spcCol="0" rtlCol="0" fromWordArt="0" anchor="t" anchorCtr="0" forceAA="0" compatLnSpc="1">
              <a:prstTxWarp prst="textNoShape">
                <a:avLst/>
              </a:prstTxWarp>
              <a:noAutofit/>
            </a:bodyPr>
            <a:lstStyle/>
            <a:p>
              <a:pPr algn="ctr"/>
              <a:r>
                <a:rPr lang="en-US" dirty="0"/>
                <a:t>1</a:t>
              </a:r>
              <a:endParaRPr lang="en-CN"/>
            </a:p>
          </p:txBody>
        </p:sp>
        <p:cxnSp>
          <p:nvCxnSpPr>
            <p:cNvPr id="20" name="Straight Connector 63">
              <a:extLst>
                <a:ext uri="{FF2B5EF4-FFF2-40B4-BE49-F238E27FC236}">
                  <a16:creationId xmlns:a16="http://schemas.microsoft.com/office/drawing/2014/main" id="{7E150B22-8DE8-E244-0396-0DD0A97BC5F3}"/>
                </a:ext>
              </a:extLst>
            </p:cNvPr>
            <p:cNvCxnSpPr>
              <a:cxnSpLocks/>
            </p:cNvCxnSpPr>
            <p:nvPr/>
          </p:nvCxnSpPr>
          <p:spPr bwMode="auto">
            <a:xfrm>
              <a:off x="3772857" y="5733256"/>
              <a:ext cx="297403"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22" name="Straight Connector 64">
              <a:extLst>
                <a:ext uri="{FF2B5EF4-FFF2-40B4-BE49-F238E27FC236}">
                  <a16:creationId xmlns:a16="http://schemas.microsoft.com/office/drawing/2014/main" id="{3DAAE82B-92F4-CF85-2822-6167D48C05C1}"/>
                </a:ext>
              </a:extLst>
            </p:cNvPr>
            <p:cNvCxnSpPr>
              <a:cxnSpLocks/>
            </p:cNvCxnSpPr>
            <p:nvPr/>
          </p:nvCxnSpPr>
          <p:spPr bwMode="auto">
            <a:xfrm>
              <a:off x="3772857" y="6026832"/>
              <a:ext cx="297403"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29" name="Straight Connector 60">
              <a:extLst>
                <a:ext uri="{FF2B5EF4-FFF2-40B4-BE49-F238E27FC236}">
                  <a16:creationId xmlns:a16="http://schemas.microsoft.com/office/drawing/2014/main" id="{C222DCDE-0B47-EBCE-DCD8-D5423EAD79A0}"/>
                </a:ext>
              </a:extLst>
            </p:cNvPr>
            <p:cNvCxnSpPr>
              <a:cxnSpLocks/>
            </p:cNvCxnSpPr>
            <p:nvPr/>
          </p:nvCxnSpPr>
          <p:spPr bwMode="auto">
            <a:xfrm>
              <a:off x="4693340" y="5774045"/>
              <a:ext cx="128538" cy="108830"/>
            </a:xfrm>
            <a:prstGeom prst="line">
              <a:avLst/>
            </a:prstGeom>
            <a:solidFill>
              <a:schemeClr val="accent1"/>
            </a:solidFill>
            <a:ln w="38100" cap="flat" cmpd="sng" algn="ctr">
              <a:solidFill>
                <a:schemeClr val="tx1"/>
              </a:solidFill>
              <a:prstDash val="solid"/>
              <a:round/>
              <a:headEnd type="none" w="med" len="med"/>
              <a:tailEnd type="none" w="med" len="med"/>
            </a:ln>
            <a:effectLst/>
          </p:spPr>
        </p:cxnSp>
      </p:grpSp>
      <p:grpSp>
        <p:nvGrpSpPr>
          <p:cNvPr id="41" name="Group 59">
            <a:extLst>
              <a:ext uri="{FF2B5EF4-FFF2-40B4-BE49-F238E27FC236}">
                <a16:creationId xmlns:a16="http://schemas.microsoft.com/office/drawing/2014/main" id="{8B71DFA1-A25B-94F6-F1EC-B63B1229B37B}"/>
              </a:ext>
            </a:extLst>
          </p:cNvPr>
          <p:cNvGrpSpPr/>
          <p:nvPr/>
        </p:nvGrpSpPr>
        <p:grpSpPr>
          <a:xfrm>
            <a:off x="2795043" y="4695230"/>
            <a:ext cx="1252362" cy="576063"/>
            <a:chOff x="3772857" y="5594843"/>
            <a:chExt cx="1252362" cy="576063"/>
          </a:xfrm>
        </p:grpSpPr>
        <p:cxnSp>
          <p:nvCxnSpPr>
            <p:cNvPr id="44" name="Straight Connector 60">
              <a:extLst>
                <a:ext uri="{FF2B5EF4-FFF2-40B4-BE49-F238E27FC236}">
                  <a16:creationId xmlns:a16="http://schemas.microsoft.com/office/drawing/2014/main" id="{35DD3161-CAC4-BDD5-0BCA-E262275B1F27}"/>
                </a:ext>
              </a:extLst>
            </p:cNvPr>
            <p:cNvCxnSpPr>
              <a:cxnSpLocks/>
              <a:stCxn id="45" idx="0"/>
            </p:cNvCxnSpPr>
            <p:nvPr/>
          </p:nvCxnSpPr>
          <p:spPr bwMode="auto">
            <a:xfrm>
              <a:off x="4695458" y="5882876"/>
              <a:ext cx="329761"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45" name="Round Same Side Corner Rectangle 61">
              <a:extLst>
                <a:ext uri="{FF2B5EF4-FFF2-40B4-BE49-F238E27FC236}">
                  <a16:creationId xmlns:a16="http://schemas.microsoft.com/office/drawing/2014/main" id="{6AAA11F9-ADDD-C7D7-5394-38D497011D2D}"/>
                </a:ext>
              </a:extLst>
            </p:cNvPr>
            <p:cNvSpPr/>
            <p:nvPr/>
          </p:nvSpPr>
          <p:spPr bwMode="auto">
            <a:xfrm rot="5400000">
              <a:off x="4092426" y="5567875"/>
              <a:ext cx="576063" cy="630000"/>
            </a:xfrm>
            <a:prstGeom prst="rect">
              <a:avLst/>
            </a:prstGeom>
            <a:solidFill>
              <a:schemeClr val="bg1"/>
            </a:solidFill>
            <a:ln w="38100" cap="flat" cmpd="sng" algn="ctr">
              <a:solidFill>
                <a:schemeClr val="tx1"/>
              </a:solidFill>
              <a:prstDash val="solid"/>
              <a:round/>
              <a:headEnd type="none" w="med" len="med"/>
              <a:tailEnd type="none" w="med" len="med"/>
            </a:ln>
            <a:effectLst/>
          </p:spPr>
          <p:txBody>
            <a:bodyPr rot="0" spcFirstLastPara="0" vertOverflow="overflow" horzOverflow="overflow" vert="vert270" wrap="square" lIns="36000" tIns="36000" rIns="36000" bIns="36000" numCol="1" spcCol="0" rtlCol="0" fromWordArt="0" anchor="t" anchorCtr="0" forceAA="0" compatLnSpc="1">
              <a:prstTxWarp prst="textNoShape">
                <a:avLst/>
              </a:prstTxWarp>
              <a:noAutofit/>
            </a:bodyPr>
            <a:lstStyle/>
            <a:p>
              <a:pPr algn="ctr"/>
              <a:r>
                <a:rPr lang="en-US" altLang="zh-CN" dirty="0"/>
                <a:t>&amp;</a:t>
              </a:r>
              <a:endParaRPr lang="en-CN"/>
            </a:p>
          </p:txBody>
        </p:sp>
        <p:cxnSp>
          <p:nvCxnSpPr>
            <p:cNvPr id="51" name="Straight Connector 63">
              <a:extLst>
                <a:ext uri="{FF2B5EF4-FFF2-40B4-BE49-F238E27FC236}">
                  <a16:creationId xmlns:a16="http://schemas.microsoft.com/office/drawing/2014/main" id="{684EF8E9-83FF-D0CB-C7A3-06F8BBF2E263}"/>
                </a:ext>
              </a:extLst>
            </p:cNvPr>
            <p:cNvCxnSpPr>
              <a:cxnSpLocks/>
            </p:cNvCxnSpPr>
            <p:nvPr/>
          </p:nvCxnSpPr>
          <p:spPr bwMode="auto">
            <a:xfrm>
              <a:off x="3772857" y="5733256"/>
              <a:ext cx="297403"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53" name="Straight Connector 64">
              <a:extLst>
                <a:ext uri="{FF2B5EF4-FFF2-40B4-BE49-F238E27FC236}">
                  <a16:creationId xmlns:a16="http://schemas.microsoft.com/office/drawing/2014/main" id="{98EA132E-EFF2-4811-835D-9234AC76D3D6}"/>
                </a:ext>
              </a:extLst>
            </p:cNvPr>
            <p:cNvCxnSpPr>
              <a:cxnSpLocks/>
            </p:cNvCxnSpPr>
            <p:nvPr/>
          </p:nvCxnSpPr>
          <p:spPr bwMode="auto">
            <a:xfrm>
              <a:off x="3772857" y="6026832"/>
              <a:ext cx="297403"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grpSp>
      <p:grpSp>
        <p:nvGrpSpPr>
          <p:cNvPr id="55" name="Group 59">
            <a:extLst>
              <a:ext uri="{FF2B5EF4-FFF2-40B4-BE49-F238E27FC236}">
                <a16:creationId xmlns:a16="http://schemas.microsoft.com/office/drawing/2014/main" id="{7B15BA75-7FA7-E685-AF97-AE2EE522D22B}"/>
              </a:ext>
            </a:extLst>
          </p:cNvPr>
          <p:cNvGrpSpPr/>
          <p:nvPr/>
        </p:nvGrpSpPr>
        <p:grpSpPr>
          <a:xfrm>
            <a:off x="4710003" y="4695230"/>
            <a:ext cx="1252362" cy="576063"/>
            <a:chOff x="3772857" y="5594843"/>
            <a:chExt cx="1252362" cy="576063"/>
          </a:xfrm>
        </p:grpSpPr>
        <p:cxnSp>
          <p:nvCxnSpPr>
            <p:cNvPr id="59" name="Straight Connector 60">
              <a:extLst>
                <a:ext uri="{FF2B5EF4-FFF2-40B4-BE49-F238E27FC236}">
                  <a16:creationId xmlns:a16="http://schemas.microsoft.com/office/drawing/2014/main" id="{7ED3F97F-F3D0-CA45-2C2D-2F0CBF071B57}"/>
                </a:ext>
              </a:extLst>
            </p:cNvPr>
            <p:cNvCxnSpPr>
              <a:cxnSpLocks/>
              <a:stCxn id="63" idx="0"/>
            </p:cNvCxnSpPr>
            <p:nvPr/>
          </p:nvCxnSpPr>
          <p:spPr bwMode="auto">
            <a:xfrm>
              <a:off x="4695458" y="5882876"/>
              <a:ext cx="329761"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63" name="Round Same Side Corner Rectangle 61">
              <a:extLst>
                <a:ext uri="{FF2B5EF4-FFF2-40B4-BE49-F238E27FC236}">
                  <a16:creationId xmlns:a16="http://schemas.microsoft.com/office/drawing/2014/main" id="{6A7963E8-0DED-51EA-5544-B4B796C3E51E}"/>
                </a:ext>
              </a:extLst>
            </p:cNvPr>
            <p:cNvSpPr/>
            <p:nvPr/>
          </p:nvSpPr>
          <p:spPr bwMode="auto">
            <a:xfrm rot="5400000">
              <a:off x="4092426" y="5567875"/>
              <a:ext cx="576063" cy="630000"/>
            </a:xfrm>
            <a:prstGeom prst="rect">
              <a:avLst/>
            </a:prstGeom>
            <a:solidFill>
              <a:schemeClr val="bg1"/>
            </a:solidFill>
            <a:ln w="38100" cap="flat" cmpd="sng" algn="ctr">
              <a:solidFill>
                <a:schemeClr val="tx1"/>
              </a:solidFill>
              <a:prstDash val="solid"/>
              <a:round/>
              <a:headEnd type="none" w="med" len="med"/>
              <a:tailEnd type="none" w="med" len="med"/>
            </a:ln>
            <a:effectLst/>
          </p:spPr>
          <p:txBody>
            <a:bodyPr rot="0" spcFirstLastPara="0" vertOverflow="overflow" horzOverflow="overflow" vert="vert270" wrap="square" lIns="36000" tIns="36000" rIns="36000" bIns="36000" numCol="1" spcCol="0" rtlCol="0" fromWordArt="0" anchor="t" anchorCtr="0" forceAA="0" compatLnSpc="1">
              <a:prstTxWarp prst="textNoShape">
                <a:avLst/>
              </a:prstTxWarp>
              <a:noAutofit/>
            </a:bodyPr>
            <a:lstStyle/>
            <a:p>
              <a:pPr algn="ctr"/>
              <a:r>
                <a:rPr lang="zh-CN" altLang="en-US" dirty="0"/>
                <a:t>⩾</a:t>
              </a:r>
              <a:r>
                <a:rPr lang="en-US" altLang="zh-CN" dirty="0"/>
                <a:t>1</a:t>
              </a:r>
              <a:endParaRPr lang="en-CN"/>
            </a:p>
          </p:txBody>
        </p:sp>
        <p:cxnSp>
          <p:nvCxnSpPr>
            <p:cNvPr id="66" name="Straight Connector 63">
              <a:extLst>
                <a:ext uri="{FF2B5EF4-FFF2-40B4-BE49-F238E27FC236}">
                  <a16:creationId xmlns:a16="http://schemas.microsoft.com/office/drawing/2014/main" id="{859056A9-A9CB-1BAE-60BC-785C821566EA}"/>
                </a:ext>
              </a:extLst>
            </p:cNvPr>
            <p:cNvCxnSpPr>
              <a:cxnSpLocks/>
            </p:cNvCxnSpPr>
            <p:nvPr/>
          </p:nvCxnSpPr>
          <p:spPr bwMode="auto">
            <a:xfrm>
              <a:off x="3772857" y="5733256"/>
              <a:ext cx="297403"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67" name="Straight Connector 64">
              <a:extLst>
                <a:ext uri="{FF2B5EF4-FFF2-40B4-BE49-F238E27FC236}">
                  <a16:creationId xmlns:a16="http://schemas.microsoft.com/office/drawing/2014/main" id="{8CE72DEA-C913-6AFF-C339-BE1676216727}"/>
                </a:ext>
              </a:extLst>
            </p:cNvPr>
            <p:cNvCxnSpPr>
              <a:cxnSpLocks/>
            </p:cNvCxnSpPr>
            <p:nvPr/>
          </p:nvCxnSpPr>
          <p:spPr bwMode="auto">
            <a:xfrm>
              <a:off x="3772857" y="6026832"/>
              <a:ext cx="297403"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grpSp>
      <p:grpSp>
        <p:nvGrpSpPr>
          <p:cNvPr id="68" name="Group 59">
            <a:extLst>
              <a:ext uri="{FF2B5EF4-FFF2-40B4-BE49-F238E27FC236}">
                <a16:creationId xmlns:a16="http://schemas.microsoft.com/office/drawing/2014/main" id="{B3D4135F-5950-EB14-581D-9E1F5FCD594A}"/>
              </a:ext>
            </a:extLst>
          </p:cNvPr>
          <p:cNvGrpSpPr/>
          <p:nvPr/>
        </p:nvGrpSpPr>
        <p:grpSpPr>
          <a:xfrm>
            <a:off x="6504543" y="4695230"/>
            <a:ext cx="1252362" cy="576063"/>
            <a:chOff x="3772857" y="5594843"/>
            <a:chExt cx="1252362" cy="576063"/>
          </a:xfrm>
        </p:grpSpPr>
        <p:cxnSp>
          <p:nvCxnSpPr>
            <p:cNvPr id="69" name="Straight Connector 60">
              <a:extLst>
                <a:ext uri="{FF2B5EF4-FFF2-40B4-BE49-F238E27FC236}">
                  <a16:creationId xmlns:a16="http://schemas.microsoft.com/office/drawing/2014/main" id="{AE6CEB34-4C41-02A1-CB38-DE69EC9C40B7}"/>
                </a:ext>
              </a:extLst>
            </p:cNvPr>
            <p:cNvCxnSpPr>
              <a:cxnSpLocks/>
              <a:stCxn id="70" idx="0"/>
            </p:cNvCxnSpPr>
            <p:nvPr/>
          </p:nvCxnSpPr>
          <p:spPr bwMode="auto">
            <a:xfrm>
              <a:off x="4695458" y="5882876"/>
              <a:ext cx="329761"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70" name="Round Same Side Corner Rectangle 61">
              <a:extLst>
                <a:ext uri="{FF2B5EF4-FFF2-40B4-BE49-F238E27FC236}">
                  <a16:creationId xmlns:a16="http://schemas.microsoft.com/office/drawing/2014/main" id="{7FB42336-D6A6-CB19-AF58-32C1928EDA4D}"/>
                </a:ext>
              </a:extLst>
            </p:cNvPr>
            <p:cNvSpPr/>
            <p:nvPr/>
          </p:nvSpPr>
          <p:spPr bwMode="auto">
            <a:xfrm rot="5400000">
              <a:off x="4092426" y="5567875"/>
              <a:ext cx="576063" cy="630000"/>
            </a:xfrm>
            <a:prstGeom prst="rect">
              <a:avLst/>
            </a:prstGeom>
            <a:solidFill>
              <a:schemeClr val="bg1"/>
            </a:solidFill>
            <a:ln w="38100" cap="flat" cmpd="sng" algn="ctr">
              <a:solidFill>
                <a:schemeClr val="tx1"/>
              </a:solidFill>
              <a:prstDash val="solid"/>
              <a:round/>
              <a:headEnd type="none" w="med" len="med"/>
              <a:tailEnd type="none" w="med" len="med"/>
            </a:ln>
            <a:effectLst/>
          </p:spPr>
          <p:txBody>
            <a:bodyPr rot="0" spcFirstLastPara="0" vertOverflow="overflow" horzOverflow="overflow" vert="vert270" wrap="square" lIns="36000" tIns="36000" rIns="36000" bIns="36000" numCol="1" spcCol="0" rtlCol="0" fromWordArt="0" anchor="t" anchorCtr="0" forceAA="0" compatLnSpc="1">
              <a:prstTxWarp prst="textNoShape">
                <a:avLst/>
              </a:prstTxWarp>
              <a:noAutofit/>
            </a:bodyPr>
            <a:lstStyle/>
            <a:p>
              <a:pPr algn="ctr"/>
              <a:r>
                <a:rPr lang="en-US" altLang="zh-CN" dirty="0"/>
                <a:t>=1</a:t>
              </a:r>
              <a:endParaRPr lang="en-CN"/>
            </a:p>
          </p:txBody>
        </p:sp>
        <p:cxnSp>
          <p:nvCxnSpPr>
            <p:cNvPr id="71" name="Straight Connector 63">
              <a:extLst>
                <a:ext uri="{FF2B5EF4-FFF2-40B4-BE49-F238E27FC236}">
                  <a16:creationId xmlns:a16="http://schemas.microsoft.com/office/drawing/2014/main" id="{016512EC-46FE-EEB5-2779-86A372FF18F4}"/>
                </a:ext>
              </a:extLst>
            </p:cNvPr>
            <p:cNvCxnSpPr>
              <a:cxnSpLocks/>
            </p:cNvCxnSpPr>
            <p:nvPr/>
          </p:nvCxnSpPr>
          <p:spPr bwMode="auto">
            <a:xfrm>
              <a:off x="3772857" y="5733256"/>
              <a:ext cx="297403"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77" name="Straight Connector 64">
              <a:extLst>
                <a:ext uri="{FF2B5EF4-FFF2-40B4-BE49-F238E27FC236}">
                  <a16:creationId xmlns:a16="http://schemas.microsoft.com/office/drawing/2014/main" id="{535D453A-B393-D7AD-07BC-57F9C14439DA}"/>
                </a:ext>
              </a:extLst>
            </p:cNvPr>
            <p:cNvCxnSpPr>
              <a:cxnSpLocks/>
            </p:cNvCxnSpPr>
            <p:nvPr/>
          </p:nvCxnSpPr>
          <p:spPr bwMode="auto">
            <a:xfrm>
              <a:off x="3772857" y="6026832"/>
              <a:ext cx="297403"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grpSp>
    </p:spTree>
    <p:extLst>
      <p:ext uri="{BB962C8B-B14F-4D97-AF65-F5344CB8AC3E}">
        <p14:creationId xmlns:p14="http://schemas.microsoft.com/office/powerpoint/2010/main" val="8256165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BD0DD44C-AD35-FD46-AB31-555D37C56665}"/>
              </a:ext>
            </a:extLst>
          </p:cNvPr>
          <p:cNvPicPr>
            <a:picLocks noChangeAspect="1"/>
          </p:cNvPicPr>
          <p:nvPr/>
        </p:nvPicPr>
        <p:blipFill>
          <a:blip r:embed="rId3"/>
          <a:stretch>
            <a:fillRect/>
          </a:stretch>
        </p:blipFill>
        <p:spPr>
          <a:xfrm>
            <a:off x="884608" y="1814100"/>
            <a:ext cx="2941526" cy="4398282"/>
          </a:xfrm>
          <a:prstGeom prst="rect">
            <a:avLst/>
          </a:prstGeom>
        </p:spPr>
      </p:pic>
      <p:sp>
        <p:nvSpPr>
          <p:cNvPr id="47" name="Rectangle 2">
            <a:extLst>
              <a:ext uri="{FF2B5EF4-FFF2-40B4-BE49-F238E27FC236}">
                <a16:creationId xmlns:a16="http://schemas.microsoft.com/office/drawing/2014/main" id="{7D8AFA13-5040-BC45-B9FA-2362E887DBFB}"/>
              </a:ext>
            </a:extLst>
          </p:cNvPr>
          <p:cNvSpPr txBox="1">
            <a:spLocks noGrp="1" noChangeArrowheads="1"/>
          </p:cNvSpPr>
          <p:nvPr>
            <p:ph type="title"/>
          </p:nvPr>
        </p:nvSpPr>
        <p:spPr bwMode="gray">
          <a:xfrm>
            <a:off x="1953466" y="152115"/>
            <a:ext cx="5470525" cy="936625"/>
          </a:xfrm>
          <a:prstGeom prst="rect">
            <a:avLst/>
          </a:prstGeom>
          <a:solidFill>
            <a:schemeClr val="bg1"/>
          </a:solid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baseline="0">
                <a:solidFill>
                  <a:srgbClr val="000000"/>
                </a:solidFill>
                <a:latin typeface="+mj-lt"/>
                <a:ea typeface="黑体" pitchFamily="49" charset="-122"/>
                <a:cs typeface="+mj-cs"/>
              </a:defRPr>
            </a:lvl1pPr>
            <a:lvl2pPr algn="ctr" rtl="0" eaLnBrk="0" fontAlgn="base" hangingPunct="0">
              <a:spcBef>
                <a:spcPct val="0"/>
              </a:spcBef>
              <a:spcAft>
                <a:spcPct val="0"/>
              </a:spcAft>
              <a:defRPr sz="4400">
                <a:solidFill>
                  <a:srgbClr val="000000"/>
                </a:solidFill>
                <a:latin typeface="Verdana" pitchFamily="34" charset="0"/>
                <a:ea typeface="黑体" pitchFamily="2" charset="-122"/>
              </a:defRPr>
            </a:lvl2pPr>
            <a:lvl3pPr algn="ctr" rtl="0" eaLnBrk="0" fontAlgn="base" hangingPunct="0">
              <a:spcBef>
                <a:spcPct val="0"/>
              </a:spcBef>
              <a:spcAft>
                <a:spcPct val="0"/>
              </a:spcAft>
              <a:defRPr sz="4400">
                <a:solidFill>
                  <a:srgbClr val="000000"/>
                </a:solidFill>
                <a:latin typeface="Verdana" pitchFamily="34" charset="0"/>
                <a:ea typeface="黑体" pitchFamily="2" charset="-122"/>
              </a:defRPr>
            </a:lvl3pPr>
            <a:lvl4pPr algn="ctr" rtl="0" eaLnBrk="0" fontAlgn="base" hangingPunct="0">
              <a:spcBef>
                <a:spcPct val="0"/>
              </a:spcBef>
              <a:spcAft>
                <a:spcPct val="0"/>
              </a:spcAft>
              <a:defRPr sz="4400">
                <a:solidFill>
                  <a:srgbClr val="000000"/>
                </a:solidFill>
                <a:latin typeface="Verdana" pitchFamily="34" charset="0"/>
                <a:ea typeface="黑体" pitchFamily="2" charset="-122"/>
              </a:defRPr>
            </a:lvl4pPr>
            <a:lvl5pPr algn="ctr" rtl="0" eaLnBrk="0" fontAlgn="base" hangingPunct="0">
              <a:spcBef>
                <a:spcPct val="0"/>
              </a:spcBef>
              <a:spcAft>
                <a:spcPct val="0"/>
              </a:spcAft>
              <a:defRPr sz="4400">
                <a:solidFill>
                  <a:srgbClr val="000000"/>
                </a:solidFill>
                <a:latin typeface="Verdana" pitchFamily="34" charset="0"/>
                <a:ea typeface="黑体" pitchFamily="2" charset="-122"/>
              </a:defRPr>
            </a:lvl5pPr>
            <a:lvl6pPr marL="457200" algn="ctr" rtl="0" fontAlgn="base">
              <a:spcBef>
                <a:spcPct val="0"/>
              </a:spcBef>
              <a:spcAft>
                <a:spcPct val="0"/>
              </a:spcAft>
              <a:defRPr sz="4400">
                <a:solidFill>
                  <a:srgbClr val="000000"/>
                </a:solidFill>
                <a:latin typeface="Verdana" pitchFamily="34" charset="0"/>
                <a:ea typeface="黑体" pitchFamily="2" charset="-122"/>
              </a:defRPr>
            </a:lvl6pPr>
            <a:lvl7pPr marL="914400" algn="ctr" rtl="0" fontAlgn="base">
              <a:spcBef>
                <a:spcPct val="0"/>
              </a:spcBef>
              <a:spcAft>
                <a:spcPct val="0"/>
              </a:spcAft>
              <a:defRPr sz="4400">
                <a:solidFill>
                  <a:srgbClr val="000000"/>
                </a:solidFill>
                <a:latin typeface="Verdana" pitchFamily="34" charset="0"/>
                <a:ea typeface="黑体" pitchFamily="2" charset="-122"/>
              </a:defRPr>
            </a:lvl7pPr>
            <a:lvl8pPr marL="1371600" algn="ctr" rtl="0" fontAlgn="base">
              <a:spcBef>
                <a:spcPct val="0"/>
              </a:spcBef>
              <a:spcAft>
                <a:spcPct val="0"/>
              </a:spcAft>
              <a:defRPr sz="4400">
                <a:solidFill>
                  <a:srgbClr val="000000"/>
                </a:solidFill>
                <a:latin typeface="Verdana" pitchFamily="34" charset="0"/>
                <a:ea typeface="黑体" pitchFamily="2" charset="-122"/>
              </a:defRPr>
            </a:lvl8pPr>
            <a:lvl9pPr marL="1828800" algn="ctr" rtl="0" fontAlgn="base">
              <a:spcBef>
                <a:spcPct val="0"/>
              </a:spcBef>
              <a:spcAft>
                <a:spcPct val="0"/>
              </a:spcAft>
              <a:defRPr sz="4400">
                <a:solidFill>
                  <a:srgbClr val="000000"/>
                </a:solidFill>
                <a:latin typeface="Verdana" pitchFamily="34" charset="0"/>
                <a:ea typeface="黑体" pitchFamily="2" charset="-122"/>
              </a:defRPr>
            </a:lvl9pPr>
          </a:lstStyle>
          <a:p>
            <a:pPr eaLnBrk="1" hangingPunct="1"/>
            <a:r>
              <a:rPr lang="zh-CN" altLang="en-US" sz="4000" b="1" kern="0" dirty="0"/>
              <a:t>举例：</a:t>
            </a:r>
            <a:r>
              <a:rPr lang="en-US" altLang="zh-CN" sz="4000" b="1" kern="0" dirty="0"/>
              <a:t>CMOS</a:t>
            </a:r>
            <a:r>
              <a:rPr lang="zh-CN" altLang="en-US" sz="4000" b="1" kern="0" dirty="0"/>
              <a:t>或非门</a:t>
            </a:r>
            <a:endParaRPr lang="en-US" altLang="zh-CN" sz="4000" b="1" kern="0" dirty="0"/>
          </a:p>
        </p:txBody>
      </p:sp>
      <p:graphicFrame>
        <p:nvGraphicFramePr>
          <p:cNvPr id="437251" name="Group 3"/>
          <p:cNvGraphicFramePr>
            <a:graphicFrameLocks noGrp="1"/>
          </p:cNvGraphicFramePr>
          <p:nvPr>
            <p:ph type="tbl" idx="1"/>
            <p:extLst>
              <p:ext uri="{D42A27DB-BD31-4B8C-83A1-F6EECF244321}">
                <p14:modId xmlns:p14="http://schemas.microsoft.com/office/powerpoint/2010/main" val="2979425716"/>
              </p:ext>
            </p:extLst>
          </p:nvPr>
        </p:nvGraphicFramePr>
        <p:xfrm>
          <a:off x="5098256" y="2741039"/>
          <a:ext cx="3671887" cy="3425144"/>
        </p:xfrm>
        <a:graphic>
          <a:graphicData uri="http://schemas.openxmlformats.org/drawingml/2006/table">
            <a:tbl>
              <a:tblPr/>
              <a:tblGrid>
                <a:gridCol w="527050">
                  <a:extLst>
                    <a:ext uri="{9D8B030D-6E8A-4147-A177-3AD203B41FA5}">
                      <a16:colId xmlns:a16="http://schemas.microsoft.com/office/drawing/2014/main" val="20000"/>
                    </a:ext>
                  </a:extLst>
                </a:gridCol>
                <a:gridCol w="519112">
                  <a:extLst>
                    <a:ext uri="{9D8B030D-6E8A-4147-A177-3AD203B41FA5}">
                      <a16:colId xmlns:a16="http://schemas.microsoft.com/office/drawing/2014/main" val="20001"/>
                    </a:ext>
                  </a:extLst>
                </a:gridCol>
                <a:gridCol w="522288">
                  <a:extLst>
                    <a:ext uri="{9D8B030D-6E8A-4147-A177-3AD203B41FA5}">
                      <a16:colId xmlns:a16="http://schemas.microsoft.com/office/drawing/2014/main" val="20002"/>
                    </a:ext>
                  </a:extLst>
                </a:gridCol>
                <a:gridCol w="525462">
                  <a:extLst>
                    <a:ext uri="{9D8B030D-6E8A-4147-A177-3AD203B41FA5}">
                      <a16:colId xmlns:a16="http://schemas.microsoft.com/office/drawing/2014/main" val="20003"/>
                    </a:ext>
                  </a:extLst>
                </a:gridCol>
                <a:gridCol w="527050">
                  <a:extLst>
                    <a:ext uri="{9D8B030D-6E8A-4147-A177-3AD203B41FA5}">
                      <a16:colId xmlns:a16="http://schemas.microsoft.com/office/drawing/2014/main" val="20004"/>
                    </a:ext>
                  </a:extLst>
                </a:gridCol>
                <a:gridCol w="523875">
                  <a:extLst>
                    <a:ext uri="{9D8B030D-6E8A-4147-A177-3AD203B41FA5}">
                      <a16:colId xmlns:a16="http://schemas.microsoft.com/office/drawing/2014/main" val="20005"/>
                    </a:ext>
                  </a:extLst>
                </a:gridCol>
                <a:gridCol w="527050">
                  <a:extLst>
                    <a:ext uri="{9D8B030D-6E8A-4147-A177-3AD203B41FA5}">
                      <a16:colId xmlns:a16="http://schemas.microsoft.com/office/drawing/2014/main" val="20006"/>
                    </a:ext>
                  </a:extLst>
                </a:gridCol>
              </a:tblGrid>
              <a:tr h="6852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1" u="none" strike="noStrike" cap="none" normalizeH="0" baseline="0">
                          <a:ln>
                            <a:noFill/>
                          </a:ln>
                          <a:solidFill>
                            <a:schemeClr val="tx1"/>
                          </a:solidFill>
                          <a:effectLst/>
                          <a:latin typeface="Arial" charset="0"/>
                          <a:ea typeface="宋体" charset="-122"/>
                        </a:rPr>
                        <a:t>A</a:t>
                      </a:r>
                    </a:p>
                  </a:txBody>
                  <a:tcPr marL="18000" marR="1800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1" u="none" strike="noStrike" cap="none" normalizeH="0" baseline="0">
                          <a:ln>
                            <a:noFill/>
                          </a:ln>
                          <a:solidFill>
                            <a:schemeClr val="tx1"/>
                          </a:solidFill>
                          <a:effectLst/>
                          <a:latin typeface="Arial" charset="0"/>
                          <a:ea typeface="宋体" charset="-122"/>
                        </a:rPr>
                        <a:t>B</a:t>
                      </a:r>
                    </a:p>
                  </a:txBody>
                  <a:tcPr marL="18000" marR="18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M</a:t>
                      </a:r>
                      <a:r>
                        <a:rPr kumimoji="0" lang="en-US" altLang="zh-CN" sz="2400" b="0" i="0" u="none" strike="noStrike" cap="none" normalizeH="0" baseline="-25000">
                          <a:ln>
                            <a:noFill/>
                          </a:ln>
                          <a:solidFill>
                            <a:schemeClr val="tx1"/>
                          </a:solidFill>
                          <a:effectLst/>
                          <a:latin typeface="Arial" charset="0"/>
                          <a:ea typeface="宋体" charset="-122"/>
                        </a:rPr>
                        <a:t>1</a:t>
                      </a:r>
                      <a:endParaRPr kumimoji="0" lang="en-US" altLang="zh-CN" sz="2400" b="0" i="0" u="none" strike="noStrike" cap="none" normalizeH="0" baseline="0">
                        <a:ln>
                          <a:noFill/>
                        </a:ln>
                        <a:solidFill>
                          <a:schemeClr val="tx1"/>
                        </a:solidFill>
                        <a:effectLst/>
                        <a:latin typeface="Arial" charset="0"/>
                        <a:ea typeface="宋体" charset="-122"/>
                      </a:endParaRPr>
                    </a:p>
                  </a:txBody>
                  <a:tcPr marL="18000" marR="18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M</a:t>
                      </a:r>
                      <a:r>
                        <a:rPr kumimoji="0" lang="en-US" altLang="zh-CN" sz="2400" b="0" i="0" u="none" strike="noStrike" cap="none" normalizeH="0" baseline="-25000">
                          <a:ln>
                            <a:noFill/>
                          </a:ln>
                          <a:solidFill>
                            <a:schemeClr val="tx1"/>
                          </a:solidFill>
                          <a:effectLst/>
                          <a:latin typeface="Arial" charset="0"/>
                          <a:ea typeface="宋体" charset="-122"/>
                        </a:rPr>
                        <a:t>2</a:t>
                      </a:r>
                    </a:p>
                  </a:txBody>
                  <a:tcPr marL="18000" marR="18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M</a:t>
                      </a:r>
                      <a:r>
                        <a:rPr kumimoji="0" lang="en-US" altLang="zh-CN" sz="2400" b="0" i="0" u="none" strike="noStrike" cap="none" normalizeH="0" baseline="-25000">
                          <a:ln>
                            <a:noFill/>
                          </a:ln>
                          <a:solidFill>
                            <a:schemeClr val="tx1"/>
                          </a:solidFill>
                          <a:effectLst/>
                          <a:latin typeface="Arial" charset="0"/>
                          <a:ea typeface="宋体" charset="-122"/>
                        </a:rPr>
                        <a:t>3</a:t>
                      </a:r>
                    </a:p>
                  </a:txBody>
                  <a:tcPr marL="18000" marR="18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M</a:t>
                      </a:r>
                      <a:r>
                        <a:rPr kumimoji="0" lang="en-US" altLang="zh-CN" sz="2400" b="0" i="0" u="none" strike="noStrike" cap="none" normalizeH="0" baseline="-25000">
                          <a:ln>
                            <a:noFill/>
                          </a:ln>
                          <a:solidFill>
                            <a:schemeClr val="tx1"/>
                          </a:solidFill>
                          <a:effectLst/>
                          <a:latin typeface="Arial" charset="0"/>
                          <a:ea typeface="宋体" charset="-122"/>
                        </a:rPr>
                        <a:t>4</a:t>
                      </a:r>
                    </a:p>
                  </a:txBody>
                  <a:tcPr marL="18000" marR="18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1" u="none" strike="noStrike" cap="none" normalizeH="0" baseline="0">
                          <a:ln>
                            <a:noFill/>
                          </a:ln>
                          <a:solidFill>
                            <a:schemeClr val="tx1"/>
                          </a:solidFill>
                          <a:effectLst/>
                          <a:latin typeface="Arial" charset="0"/>
                          <a:ea typeface="宋体" charset="-122"/>
                        </a:rPr>
                        <a:t>Y</a:t>
                      </a:r>
                    </a:p>
                  </a:txBody>
                  <a:tcPr marL="18000" marR="1800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852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L</a:t>
                      </a:r>
                    </a:p>
                  </a:txBody>
                  <a:tcPr marL="18000" marR="1800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charset="-122"/>
                        </a:rPr>
                        <a:t>L</a:t>
                      </a:r>
                    </a:p>
                  </a:txBody>
                  <a:tcPr marL="18000" marR="18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Off</a:t>
                      </a:r>
                    </a:p>
                  </a:txBody>
                  <a:tcPr marL="18000" marR="18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Off</a:t>
                      </a:r>
                    </a:p>
                  </a:txBody>
                  <a:tcPr marL="18000" marR="18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On</a:t>
                      </a:r>
                    </a:p>
                  </a:txBody>
                  <a:tcPr marL="18000" marR="18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On</a:t>
                      </a:r>
                    </a:p>
                  </a:txBody>
                  <a:tcPr marL="18000" marR="18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H</a:t>
                      </a:r>
                    </a:p>
                  </a:txBody>
                  <a:tcPr marL="18000" marR="1800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84044">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charset="-122"/>
                        </a:rPr>
                        <a:t>L</a:t>
                      </a:r>
                    </a:p>
                  </a:txBody>
                  <a:tcPr marL="18000" marR="1800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H</a:t>
                      </a:r>
                    </a:p>
                  </a:txBody>
                  <a:tcPr marL="18000" marR="18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Off</a:t>
                      </a:r>
                    </a:p>
                  </a:txBody>
                  <a:tcPr marL="18000" marR="18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On</a:t>
                      </a:r>
                    </a:p>
                  </a:txBody>
                  <a:tcPr marL="18000" marR="18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On</a:t>
                      </a:r>
                    </a:p>
                  </a:txBody>
                  <a:tcPr marL="18000" marR="18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Off</a:t>
                      </a:r>
                    </a:p>
                  </a:txBody>
                  <a:tcPr marL="18000" marR="18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L</a:t>
                      </a:r>
                    </a:p>
                  </a:txBody>
                  <a:tcPr marL="18000" marR="1800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852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H</a:t>
                      </a:r>
                    </a:p>
                  </a:txBody>
                  <a:tcPr marL="18000" marR="1800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charset="-122"/>
                        </a:rPr>
                        <a:t>L</a:t>
                      </a:r>
                    </a:p>
                  </a:txBody>
                  <a:tcPr marL="18000" marR="18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On</a:t>
                      </a:r>
                    </a:p>
                  </a:txBody>
                  <a:tcPr marL="18000" marR="18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Off</a:t>
                      </a:r>
                    </a:p>
                  </a:txBody>
                  <a:tcPr marL="18000" marR="18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Off</a:t>
                      </a:r>
                    </a:p>
                  </a:txBody>
                  <a:tcPr marL="18000" marR="18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On</a:t>
                      </a:r>
                    </a:p>
                  </a:txBody>
                  <a:tcPr marL="18000" marR="18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charset="-122"/>
                        </a:rPr>
                        <a:t>L</a:t>
                      </a:r>
                    </a:p>
                  </a:txBody>
                  <a:tcPr marL="18000" marR="1800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852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charset="-122"/>
                        </a:rPr>
                        <a:t>H</a:t>
                      </a:r>
                    </a:p>
                  </a:txBody>
                  <a:tcPr marL="18000" marR="1800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charset="-122"/>
                        </a:rPr>
                        <a:t>H</a:t>
                      </a:r>
                    </a:p>
                  </a:txBody>
                  <a:tcPr marL="18000" marR="18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charset="-122"/>
                        </a:rPr>
                        <a:t>On</a:t>
                      </a:r>
                    </a:p>
                  </a:txBody>
                  <a:tcPr marL="18000" marR="18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charset="-122"/>
                        </a:rPr>
                        <a:t>On</a:t>
                      </a:r>
                    </a:p>
                  </a:txBody>
                  <a:tcPr marL="18000" marR="18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charset="-122"/>
                        </a:rPr>
                        <a:t>Off</a:t>
                      </a:r>
                    </a:p>
                  </a:txBody>
                  <a:tcPr marL="18000" marR="18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charset="-122"/>
                        </a:rPr>
                        <a:t>Off</a:t>
                      </a:r>
                    </a:p>
                  </a:txBody>
                  <a:tcPr marL="18000" marR="18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charset="-122"/>
                        </a:rPr>
                        <a:t>L</a:t>
                      </a:r>
                    </a:p>
                  </a:txBody>
                  <a:tcPr marL="18000" marR="1800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49222" name="灯片编号占位符 91"/>
          <p:cNvSpPr>
            <a:spLocks noGrp="1"/>
          </p:cNvSpPr>
          <p:nvPr>
            <p:ph type="sldNum" sz="quarter" idx="11"/>
          </p:nvPr>
        </p:nvSpPr>
        <p:spPr>
          <a:xfrm>
            <a:off x="6560700" y="6271729"/>
            <a:ext cx="21336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eaLnBrk="1" hangingPunct="1"/>
            <a:fld id="{469DE580-A439-4130-AE2F-D77CED135C5E}" type="slidenum">
              <a:rPr lang="en-US" altLang="zh-CN" sz="1400" smtClean="0">
                <a:solidFill>
                  <a:schemeClr val="tx1"/>
                </a:solidFill>
                <a:latin typeface="+mn-ea"/>
                <a:ea typeface="+mn-ea"/>
              </a:rPr>
              <a:pPr eaLnBrk="1" hangingPunct="1"/>
              <a:t>10</a:t>
            </a:fld>
            <a:endParaRPr lang="en-US" altLang="zh-CN" sz="1400" dirty="0">
              <a:solidFill>
                <a:schemeClr val="tx1"/>
              </a:solidFill>
              <a:latin typeface="+mn-ea"/>
              <a:ea typeface="+mn-ea"/>
            </a:endParaRPr>
          </a:p>
        </p:txBody>
      </p:sp>
      <p:sp>
        <p:nvSpPr>
          <p:cNvPr id="437369" name="Text Box 121"/>
          <p:cNvSpPr txBox="1">
            <a:spLocks noChangeArrowheads="1"/>
          </p:cNvSpPr>
          <p:nvPr/>
        </p:nvSpPr>
        <p:spPr bwMode="auto">
          <a:xfrm>
            <a:off x="1678829" y="4547038"/>
            <a:ext cx="549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lang="en-US" altLang="zh-CN" sz="2400" b="0">
                <a:solidFill>
                  <a:srgbClr val="C00000"/>
                </a:solidFill>
                <a:latin typeface="Arial" charset="0"/>
                <a:sym typeface="Symbol" pitchFamily="18" charset="2"/>
              </a:rPr>
              <a:t></a:t>
            </a:r>
          </a:p>
        </p:txBody>
      </p:sp>
      <p:sp>
        <p:nvSpPr>
          <p:cNvPr id="437371" name="Text Box 123"/>
          <p:cNvSpPr txBox="1">
            <a:spLocks noChangeArrowheads="1"/>
          </p:cNvSpPr>
          <p:nvPr/>
        </p:nvSpPr>
        <p:spPr bwMode="auto">
          <a:xfrm>
            <a:off x="2713156" y="3278968"/>
            <a:ext cx="549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lang="en-US" altLang="zh-CN" sz="2400" b="0" dirty="0">
                <a:solidFill>
                  <a:srgbClr val="C00000"/>
                </a:solidFill>
                <a:latin typeface="Arial" charset="0"/>
                <a:sym typeface="Symbol" pitchFamily="18" charset="2"/>
              </a:rPr>
              <a:t></a:t>
            </a:r>
          </a:p>
        </p:txBody>
      </p:sp>
      <p:sp>
        <p:nvSpPr>
          <p:cNvPr id="437374" name="Text Box 126"/>
          <p:cNvSpPr txBox="1">
            <a:spLocks noChangeArrowheads="1"/>
          </p:cNvSpPr>
          <p:nvPr/>
        </p:nvSpPr>
        <p:spPr bwMode="auto">
          <a:xfrm>
            <a:off x="776883" y="3507975"/>
            <a:ext cx="549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lang="en-US" altLang="zh-CN" sz="2400" b="0" dirty="0">
                <a:solidFill>
                  <a:srgbClr val="C00000"/>
                </a:solidFill>
                <a:latin typeface="Arial" charset="0"/>
                <a:sym typeface="Symbol" pitchFamily="18" charset="2"/>
              </a:rPr>
              <a:t>1</a:t>
            </a:r>
          </a:p>
        </p:txBody>
      </p:sp>
      <p:sp>
        <p:nvSpPr>
          <p:cNvPr id="437381" name="Text Box 133"/>
          <p:cNvSpPr txBox="1">
            <a:spLocks noChangeArrowheads="1"/>
          </p:cNvSpPr>
          <p:nvPr/>
        </p:nvSpPr>
        <p:spPr bwMode="auto">
          <a:xfrm>
            <a:off x="3976230" y="3904019"/>
            <a:ext cx="101349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lang="en-US" altLang="zh-CN" sz="2400" b="0" dirty="0">
                <a:solidFill>
                  <a:srgbClr val="C00000"/>
                </a:solidFill>
                <a:latin typeface="Arial" charset="0"/>
                <a:sym typeface="Symbol" pitchFamily="18" charset="2"/>
              </a:rPr>
              <a:t>0</a:t>
            </a:r>
          </a:p>
        </p:txBody>
      </p:sp>
      <p:sp>
        <p:nvSpPr>
          <p:cNvPr id="49241" name="Oval 71"/>
          <p:cNvSpPr>
            <a:spLocks noChangeArrowheads="1"/>
          </p:cNvSpPr>
          <p:nvPr/>
        </p:nvSpPr>
        <p:spPr bwMode="auto">
          <a:xfrm>
            <a:off x="814874" y="2402219"/>
            <a:ext cx="76200" cy="76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9243" name="Text Box 73"/>
          <p:cNvSpPr txBox="1">
            <a:spLocks noChangeArrowheads="1"/>
          </p:cNvSpPr>
          <p:nvPr/>
        </p:nvSpPr>
        <p:spPr bwMode="auto">
          <a:xfrm>
            <a:off x="441920" y="2211719"/>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a:solidFill>
                  <a:schemeClr val="tx1"/>
                </a:solidFill>
                <a:latin typeface="Times New Roman" pitchFamily="18" charset="0"/>
              </a:rPr>
              <a:t>A</a:t>
            </a:r>
          </a:p>
        </p:txBody>
      </p:sp>
      <p:sp>
        <p:nvSpPr>
          <p:cNvPr id="49246" name="Text Box 76"/>
          <p:cNvSpPr txBox="1">
            <a:spLocks noChangeArrowheads="1"/>
          </p:cNvSpPr>
          <p:nvPr/>
        </p:nvSpPr>
        <p:spPr bwMode="auto">
          <a:xfrm>
            <a:off x="3709007" y="3915901"/>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dirty="0">
                <a:solidFill>
                  <a:schemeClr val="tx1"/>
                </a:solidFill>
                <a:latin typeface="Times New Roman" pitchFamily="18" charset="0"/>
              </a:rPr>
              <a:t>Y</a:t>
            </a:r>
          </a:p>
        </p:txBody>
      </p:sp>
      <p:sp>
        <p:nvSpPr>
          <p:cNvPr id="49248" name="Text Box 78"/>
          <p:cNvSpPr txBox="1">
            <a:spLocks noChangeArrowheads="1"/>
          </p:cNvSpPr>
          <p:nvPr/>
        </p:nvSpPr>
        <p:spPr bwMode="auto">
          <a:xfrm>
            <a:off x="2896653" y="1414847"/>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baseline="-25000" dirty="0">
                <a:solidFill>
                  <a:schemeClr val="tx1"/>
                </a:solidFill>
                <a:latin typeface="Times New Roman" pitchFamily="18" charset="0"/>
              </a:rPr>
              <a:t> </a:t>
            </a:r>
            <a:r>
              <a:rPr kumimoji="1" lang="en-US" altLang="zh-CN" sz="2400" dirty="0">
                <a:solidFill>
                  <a:schemeClr val="tx1"/>
                </a:solidFill>
                <a:latin typeface="Times New Roman" pitchFamily="18" charset="0"/>
              </a:rPr>
              <a:t>V</a:t>
            </a:r>
            <a:r>
              <a:rPr kumimoji="1" lang="en-US" altLang="zh-CN" sz="2400" baseline="-25000" dirty="0">
                <a:solidFill>
                  <a:schemeClr val="tx1"/>
                </a:solidFill>
                <a:latin typeface="Times New Roman" pitchFamily="18" charset="0"/>
              </a:rPr>
              <a:t>DD</a:t>
            </a:r>
            <a:r>
              <a:rPr kumimoji="1" lang="en-US" altLang="zh-CN" sz="2400" dirty="0">
                <a:solidFill>
                  <a:schemeClr val="tx1"/>
                </a:solidFill>
                <a:latin typeface="Times New Roman" pitchFamily="18" charset="0"/>
              </a:rPr>
              <a:t> </a:t>
            </a:r>
          </a:p>
        </p:txBody>
      </p:sp>
      <p:sp>
        <p:nvSpPr>
          <p:cNvPr id="49259" name="Text Box 89"/>
          <p:cNvSpPr txBox="1">
            <a:spLocks noChangeArrowheads="1"/>
          </p:cNvSpPr>
          <p:nvPr/>
        </p:nvSpPr>
        <p:spPr bwMode="auto">
          <a:xfrm>
            <a:off x="939778" y="4725502"/>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dirty="0">
                <a:solidFill>
                  <a:schemeClr val="tx1"/>
                </a:solidFill>
                <a:latin typeface="Times New Roman" pitchFamily="18" charset="0"/>
              </a:rPr>
              <a:t>M</a:t>
            </a:r>
            <a:r>
              <a:rPr kumimoji="1" lang="en-US" altLang="zh-CN" sz="2400" baseline="-25000" dirty="0">
                <a:solidFill>
                  <a:schemeClr val="tx1"/>
                </a:solidFill>
                <a:latin typeface="Times New Roman" pitchFamily="18" charset="0"/>
              </a:rPr>
              <a:t>1</a:t>
            </a:r>
            <a:endParaRPr kumimoji="1" lang="en-US" altLang="zh-CN" sz="2400" dirty="0">
              <a:solidFill>
                <a:schemeClr val="tx1"/>
              </a:solidFill>
              <a:latin typeface="Times New Roman" pitchFamily="18" charset="0"/>
            </a:endParaRPr>
          </a:p>
        </p:txBody>
      </p:sp>
      <p:sp>
        <p:nvSpPr>
          <p:cNvPr id="49260" name="Text Box 90"/>
          <p:cNvSpPr txBox="1">
            <a:spLocks noChangeArrowheads="1"/>
          </p:cNvSpPr>
          <p:nvPr/>
        </p:nvSpPr>
        <p:spPr bwMode="auto">
          <a:xfrm>
            <a:off x="2408356" y="4747971"/>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a:solidFill>
                  <a:schemeClr val="tx1"/>
                </a:solidFill>
                <a:latin typeface="Times New Roman" pitchFamily="18" charset="0"/>
              </a:rPr>
              <a:t>M</a:t>
            </a:r>
            <a:r>
              <a:rPr kumimoji="1" lang="en-US" altLang="zh-CN" sz="2400" baseline="-25000">
                <a:solidFill>
                  <a:schemeClr val="tx1"/>
                </a:solidFill>
                <a:latin typeface="Times New Roman" pitchFamily="18" charset="0"/>
              </a:rPr>
              <a:t>2</a:t>
            </a:r>
            <a:endParaRPr kumimoji="1" lang="en-US" altLang="zh-CN" sz="2400">
              <a:solidFill>
                <a:schemeClr val="tx1"/>
              </a:solidFill>
              <a:latin typeface="Times New Roman" pitchFamily="18" charset="0"/>
            </a:endParaRPr>
          </a:p>
        </p:txBody>
      </p:sp>
      <p:sp>
        <p:nvSpPr>
          <p:cNvPr id="49269" name="Text Box 99"/>
          <p:cNvSpPr txBox="1">
            <a:spLocks noChangeArrowheads="1"/>
          </p:cNvSpPr>
          <p:nvPr/>
        </p:nvSpPr>
        <p:spPr bwMode="auto">
          <a:xfrm>
            <a:off x="1904518" y="2411405"/>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dirty="0">
                <a:solidFill>
                  <a:schemeClr val="tx1"/>
                </a:solidFill>
                <a:latin typeface="Times New Roman" pitchFamily="18" charset="0"/>
              </a:rPr>
              <a:t>M</a:t>
            </a:r>
            <a:r>
              <a:rPr kumimoji="1" lang="en-US" altLang="zh-CN" sz="2400" baseline="-25000" dirty="0">
                <a:solidFill>
                  <a:schemeClr val="tx1"/>
                </a:solidFill>
                <a:latin typeface="Times New Roman" pitchFamily="18" charset="0"/>
              </a:rPr>
              <a:t>3</a:t>
            </a:r>
            <a:endParaRPr kumimoji="1" lang="en-US" altLang="zh-CN" sz="2400" dirty="0">
              <a:solidFill>
                <a:schemeClr val="tx1"/>
              </a:solidFill>
              <a:latin typeface="Times New Roman" pitchFamily="18" charset="0"/>
            </a:endParaRPr>
          </a:p>
        </p:txBody>
      </p:sp>
      <p:sp>
        <p:nvSpPr>
          <p:cNvPr id="49272" name="Oval 102"/>
          <p:cNvSpPr>
            <a:spLocks noChangeArrowheads="1"/>
          </p:cNvSpPr>
          <p:nvPr/>
        </p:nvSpPr>
        <p:spPr bwMode="auto">
          <a:xfrm>
            <a:off x="814171" y="3484410"/>
            <a:ext cx="76200" cy="76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9273" name="Text Box 103"/>
          <p:cNvSpPr txBox="1">
            <a:spLocks noChangeArrowheads="1"/>
          </p:cNvSpPr>
          <p:nvPr/>
        </p:nvSpPr>
        <p:spPr bwMode="auto">
          <a:xfrm>
            <a:off x="504620" y="3284754"/>
            <a:ext cx="356989"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dirty="0">
                <a:solidFill>
                  <a:schemeClr val="tx1"/>
                </a:solidFill>
                <a:latin typeface="Times New Roman" pitchFamily="18" charset="0"/>
              </a:rPr>
              <a:t>B</a:t>
            </a:r>
          </a:p>
        </p:txBody>
      </p:sp>
      <p:sp>
        <p:nvSpPr>
          <p:cNvPr id="49285" name="Text Box 115"/>
          <p:cNvSpPr txBox="1">
            <a:spLocks noChangeArrowheads="1"/>
          </p:cNvSpPr>
          <p:nvPr/>
        </p:nvSpPr>
        <p:spPr bwMode="auto">
          <a:xfrm>
            <a:off x="1904518" y="3016625"/>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dirty="0">
                <a:solidFill>
                  <a:schemeClr val="tx1"/>
                </a:solidFill>
                <a:latin typeface="Times New Roman" pitchFamily="18" charset="0"/>
              </a:rPr>
              <a:t>M</a:t>
            </a:r>
            <a:r>
              <a:rPr kumimoji="1" lang="en-US" altLang="zh-CN" sz="2400" baseline="-25000" dirty="0">
                <a:solidFill>
                  <a:schemeClr val="tx1"/>
                </a:solidFill>
                <a:latin typeface="Times New Roman" pitchFamily="18" charset="0"/>
              </a:rPr>
              <a:t>4</a:t>
            </a:r>
            <a:endParaRPr kumimoji="1" lang="en-US" altLang="zh-CN" sz="2400" dirty="0">
              <a:solidFill>
                <a:schemeClr val="tx1"/>
              </a:solidFill>
              <a:latin typeface="Times New Roman" pitchFamily="18" charset="0"/>
            </a:endParaRPr>
          </a:p>
        </p:txBody>
      </p:sp>
      <p:sp>
        <p:nvSpPr>
          <p:cNvPr id="141" name="Text Box 21">
            <a:extLst>
              <a:ext uri="{FF2B5EF4-FFF2-40B4-BE49-F238E27FC236}">
                <a16:creationId xmlns:a16="http://schemas.microsoft.com/office/drawing/2014/main" id="{45C4CDA5-8FAE-A344-8721-A72EE3004BED}"/>
              </a:ext>
            </a:extLst>
          </p:cNvPr>
          <p:cNvSpPr txBox="1">
            <a:spLocks noChangeArrowheads="1"/>
          </p:cNvSpPr>
          <p:nvPr/>
        </p:nvSpPr>
        <p:spPr bwMode="auto">
          <a:xfrm>
            <a:off x="2836519" y="5650827"/>
            <a:ext cx="98169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baseline="-25000" dirty="0">
                <a:solidFill>
                  <a:schemeClr val="tx1"/>
                </a:solidFill>
                <a:latin typeface="Times New Roman" pitchFamily="18" charset="0"/>
              </a:rPr>
              <a:t> </a:t>
            </a:r>
            <a:r>
              <a:rPr kumimoji="1" lang="en-US" altLang="zh-CN" sz="2400" dirty="0">
                <a:solidFill>
                  <a:schemeClr val="tx1"/>
                </a:solidFill>
                <a:latin typeface="Times New Roman" pitchFamily="18" charset="0"/>
              </a:rPr>
              <a:t>GND </a:t>
            </a:r>
          </a:p>
        </p:txBody>
      </p:sp>
      <p:sp>
        <p:nvSpPr>
          <p:cNvPr id="31" name="Text Box 126">
            <a:extLst>
              <a:ext uri="{FF2B5EF4-FFF2-40B4-BE49-F238E27FC236}">
                <a16:creationId xmlns:a16="http://schemas.microsoft.com/office/drawing/2014/main" id="{017FC6EE-4BF5-D945-B852-FE198CF0DE70}"/>
              </a:ext>
            </a:extLst>
          </p:cNvPr>
          <p:cNvSpPr txBox="1">
            <a:spLocks noChangeArrowheads="1"/>
          </p:cNvSpPr>
          <p:nvPr/>
        </p:nvSpPr>
        <p:spPr bwMode="auto">
          <a:xfrm>
            <a:off x="759677" y="2531250"/>
            <a:ext cx="549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lang="en-US" altLang="zh-CN" sz="2400" b="0" dirty="0">
                <a:solidFill>
                  <a:srgbClr val="C00000"/>
                </a:solidFill>
                <a:latin typeface="Arial" charset="0"/>
                <a:sym typeface="Symbol" pitchFamily="18" charset="2"/>
              </a:rPr>
              <a:t>1</a:t>
            </a:r>
          </a:p>
        </p:txBody>
      </p:sp>
      <p:sp>
        <p:nvSpPr>
          <p:cNvPr id="32" name="Text Box 123">
            <a:extLst>
              <a:ext uri="{FF2B5EF4-FFF2-40B4-BE49-F238E27FC236}">
                <a16:creationId xmlns:a16="http://schemas.microsoft.com/office/drawing/2014/main" id="{278DF464-A0C1-2841-8C9E-A318AD7B0A93}"/>
              </a:ext>
            </a:extLst>
          </p:cNvPr>
          <p:cNvSpPr txBox="1">
            <a:spLocks noChangeArrowheads="1"/>
          </p:cNvSpPr>
          <p:nvPr/>
        </p:nvSpPr>
        <p:spPr bwMode="auto">
          <a:xfrm>
            <a:off x="2705185" y="2175179"/>
            <a:ext cx="549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lang="en-US" altLang="zh-CN" sz="2400" b="0" dirty="0">
                <a:solidFill>
                  <a:srgbClr val="C00000"/>
                </a:solidFill>
                <a:latin typeface="Arial" charset="0"/>
                <a:sym typeface="Symbol" pitchFamily="18" charset="2"/>
              </a:rPr>
              <a:t></a:t>
            </a:r>
          </a:p>
        </p:txBody>
      </p:sp>
      <p:sp>
        <p:nvSpPr>
          <p:cNvPr id="33" name="Text Box 121">
            <a:extLst>
              <a:ext uri="{FF2B5EF4-FFF2-40B4-BE49-F238E27FC236}">
                <a16:creationId xmlns:a16="http://schemas.microsoft.com/office/drawing/2014/main" id="{68BAB6A7-627B-6645-9571-69910781D0DD}"/>
              </a:ext>
            </a:extLst>
          </p:cNvPr>
          <p:cNvSpPr txBox="1">
            <a:spLocks noChangeArrowheads="1"/>
          </p:cNvSpPr>
          <p:nvPr/>
        </p:nvSpPr>
        <p:spPr bwMode="auto">
          <a:xfrm>
            <a:off x="3186006" y="4587362"/>
            <a:ext cx="549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lang="en-US" altLang="zh-CN" sz="2400" b="0" dirty="0">
                <a:solidFill>
                  <a:srgbClr val="C00000"/>
                </a:solidFill>
                <a:latin typeface="Arial" charset="0"/>
                <a:sym typeface="Symbol" pitchFamily="18" charset="2"/>
              </a:rPr>
              <a:t></a:t>
            </a:r>
          </a:p>
        </p:txBody>
      </p:sp>
      <p:grpSp>
        <p:nvGrpSpPr>
          <p:cNvPr id="48" name="组合 90">
            <a:extLst>
              <a:ext uri="{FF2B5EF4-FFF2-40B4-BE49-F238E27FC236}">
                <a16:creationId xmlns:a16="http://schemas.microsoft.com/office/drawing/2014/main" id="{746DBD49-57ED-AC41-B615-97E1CEB58271}"/>
              </a:ext>
            </a:extLst>
          </p:cNvPr>
          <p:cNvGrpSpPr>
            <a:grpSpLocks/>
          </p:cNvGrpSpPr>
          <p:nvPr/>
        </p:nvGrpSpPr>
        <p:grpSpPr bwMode="auto">
          <a:xfrm>
            <a:off x="5878683" y="1526049"/>
            <a:ext cx="2417762" cy="919162"/>
            <a:chOff x="927100" y="5319712"/>
            <a:chExt cx="2417763" cy="919163"/>
          </a:xfrm>
        </p:grpSpPr>
        <p:sp>
          <p:nvSpPr>
            <p:cNvPr id="49" name="Line 11">
              <a:extLst>
                <a:ext uri="{FF2B5EF4-FFF2-40B4-BE49-F238E27FC236}">
                  <a16:creationId xmlns:a16="http://schemas.microsoft.com/office/drawing/2014/main" id="{3CBE8BE2-3824-FE48-A139-792FE80BCF69}"/>
                </a:ext>
              </a:extLst>
            </p:cNvPr>
            <p:cNvSpPr>
              <a:spLocks noChangeShapeType="1"/>
            </p:cNvSpPr>
            <p:nvPr/>
          </p:nvSpPr>
          <p:spPr bwMode="auto">
            <a:xfrm>
              <a:off x="2431443" y="5747158"/>
              <a:ext cx="4889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 name="Line 12">
              <a:extLst>
                <a:ext uri="{FF2B5EF4-FFF2-40B4-BE49-F238E27FC236}">
                  <a16:creationId xmlns:a16="http://schemas.microsoft.com/office/drawing/2014/main" id="{D22B2973-C102-3348-90FA-A14E4A44CBE1}"/>
                </a:ext>
              </a:extLst>
            </p:cNvPr>
            <p:cNvSpPr>
              <a:spLocks noChangeShapeType="1"/>
            </p:cNvSpPr>
            <p:nvPr/>
          </p:nvSpPr>
          <p:spPr bwMode="auto">
            <a:xfrm>
              <a:off x="1158875" y="5576887"/>
              <a:ext cx="49053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 name="Line 13">
              <a:extLst>
                <a:ext uri="{FF2B5EF4-FFF2-40B4-BE49-F238E27FC236}">
                  <a16:creationId xmlns:a16="http://schemas.microsoft.com/office/drawing/2014/main" id="{449617E1-F263-6341-8A84-B0A03B947EB4}"/>
                </a:ext>
              </a:extLst>
            </p:cNvPr>
            <p:cNvSpPr>
              <a:spLocks noChangeShapeType="1"/>
            </p:cNvSpPr>
            <p:nvPr/>
          </p:nvSpPr>
          <p:spPr bwMode="auto">
            <a:xfrm>
              <a:off x="1158875" y="5886450"/>
              <a:ext cx="49053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 name="Text Box 14">
              <a:extLst>
                <a:ext uri="{FF2B5EF4-FFF2-40B4-BE49-F238E27FC236}">
                  <a16:creationId xmlns:a16="http://schemas.microsoft.com/office/drawing/2014/main" id="{36CEED86-B2C8-1C47-B1E5-0D0519E82C64}"/>
                </a:ext>
              </a:extLst>
            </p:cNvPr>
            <p:cNvSpPr txBox="1">
              <a:spLocks noChangeArrowheads="1"/>
            </p:cNvSpPr>
            <p:nvPr/>
          </p:nvSpPr>
          <p:spPr bwMode="auto">
            <a:xfrm>
              <a:off x="927100" y="5368925"/>
              <a:ext cx="4587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b="0">
                  <a:solidFill>
                    <a:schemeClr val="tx1"/>
                  </a:solidFill>
                  <a:latin typeface="Times New Roman" pitchFamily="18" charset="0"/>
                </a:rPr>
                <a:t>A</a:t>
              </a:r>
            </a:p>
          </p:txBody>
        </p:sp>
        <p:sp>
          <p:nvSpPr>
            <p:cNvPr id="53" name="Text Box 15">
              <a:extLst>
                <a:ext uri="{FF2B5EF4-FFF2-40B4-BE49-F238E27FC236}">
                  <a16:creationId xmlns:a16="http://schemas.microsoft.com/office/drawing/2014/main" id="{DC6FAAF7-9300-A142-B6FE-1CF7CE8E7677}"/>
                </a:ext>
              </a:extLst>
            </p:cNvPr>
            <p:cNvSpPr txBox="1">
              <a:spLocks noChangeArrowheads="1"/>
            </p:cNvSpPr>
            <p:nvPr/>
          </p:nvSpPr>
          <p:spPr bwMode="auto">
            <a:xfrm>
              <a:off x="927100" y="5781675"/>
              <a:ext cx="4587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b="0">
                  <a:solidFill>
                    <a:schemeClr val="tx1"/>
                  </a:solidFill>
                  <a:latin typeface="Times New Roman" pitchFamily="18" charset="0"/>
                </a:rPr>
                <a:t>B</a:t>
              </a:r>
            </a:p>
          </p:txBody>
        </p:sp>
        <p:sp>
          <p:nvSpPr>
            <p:cNvPr id="54" name="Text Box 16">
              <a:extLst>
                <a:ext uri="{FF2B5EF4-FFF2-40B4-BE49-F238E27FC236}">
                  <a16:creationId xmlns:a16="http://schemas.microsoft.com/office/drawing/2014/main" id="{BB087B65-524C-EB44-B365-12D4E20799CD}"/>
                </a:ext>
              </a:extLst>
            </p:cNvPr>
            <p:cNvSpPr txBox="1">
              <a:spLocks noChangeArrowheads="1"/>
            </p:cNvSpPr>
            <p:nvPr/>
          </p:nvSpPr>
          <p:spPr bwMode="auto">
            <a:xfrm>
              <a:off x="2938463" y="5472112"/>
              <a:ext cx="40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b="0">
                  <a:solidFill>
                    <a:schemeClr val="tx1"/>
                  </a:solidFill>
                  <a:latin typeface="Times New Roman" pitchFamily="18" charset="0"/>
                </a:rPr>
                <a:t>Y</a:t>
              </a:r>
            </a:p>
          </p:txBody>
        </p:sp>
        <p:sp>
          <p:nvSpPr>
            <p:cNvPr id="55" name="AutoShape 17">
              <a:extLst>
                <a:ext uri="{FF2B5EF4-FFF2-40B4-BE49-F238E27FC236}">
                  <a16:creationId xmlns:a16="http://schemas.microsoft.com/office/drawing/2014/main" id="{4C0E3DA4-3A03-3F49-B9F6-9FF9C65AB3EF}"/>
                </a:ext>
              </a:extLst>
            </p:cNvPr>
            <p:cNvSpPr>
              <a:spLocks noChangeArrowheads="1"/>
            </p:cNvSpPr>
            <p:nvPr/>
          </p:nvSpPr>
          <p:spPr bwMode="auto">
            <a:xfrm rot="10800000">
              <a:off x="1385888" y="5319712"/>
              <a:ext cx="896937" cy="857250"/>
            </a:xfrm>
            <a:prstGeom prst="moon">
              <a:avLst>
                <a:gd name="adj" fmla="val 6675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p>
          </p:txBody>
        </p:sp>
        <p:sp>
          <p:nvSpPr>
            <p:cNvPr id="56" name="Oval 18">
              <a:extLst>
                <a:ext uri="{FF2B5EF4-FFF2-40B4-BE49-F238E27FC236}">
                  <a16:creationId xmlns:a16="http://schemas.microsoft.com/office/drawing/2014/main" id="{DC00CBFD-B685-2F4B-8490-372DE35F07B7}"/>
                </a:ext>
              </a:extLst>
            </p:cNvPr>
            <p:cNvSpPr>
              <a:spLocks noChangeArrowheads="1"/>
            </p:cNvSpPr>
            <p:nvPr/>
          </p:nvSpPr>
          <p:spPr bwMode="auto">
            <a:xfrm>
              <a:off x="2301268" y="5695341"/>
              <a:ext cx="130175" cy="123825"/>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p>
          </p:txBody>
        </p:sp>
      </p:grpSp>
    </p:spTree>
    <p:extLst>
      <p:ext uri="{BB962C8B-B14F-4D97-AF65-F5344CB8AC3E}">
        <p14:creationId xmlns:p14="http://schemas.microsoft.com/office/powerpoint/2010/main" val="19480591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标题 1">
            <a:extLst>
              <a:ext uri="{FF2B5EF4-FFF2-40B4-BE49-F238E27FC236}">
                <a16:creationId xmlns:a16="http://schemas.microsoft.com/office/drawing/2014/main" id="{F2DBE7BD-4E12-9B4A-9A04-1117DE2229EE}"/>
              </a:ext>
            </a:extLst>
          </p:cNvPr>
          <p:cNvSpPr>
            <a:spLocks noGrp="1"/>
          </p:cNvSpPr>
          <p:nvPr>
            <p:ph type="title"/>
          </p:nvPr>
        </p:nvSpPr>
        <p:spPr/>
        <p:txBody>
          <a:bodyPr/>
          <a:lstStyle/>
          <a:p>
            <a:r>
              <a:rPr lang="zh-CN" altLang="en-US" dirty="0"/>
              <a:t>传输门</a:t>
            </a:r>
          </a:p>
        </p:txBody>
      </p:sp>
      <p:sp>
        <p:nvSpPr>
          <p:cNvPr id="2" name="Slide Number Placeholder 1">
            <a:extLst>
              <a:ext uri="{FF2B5EF4-FFF2-40B4-BE49-F238E27FC236}">
                <a16:creationId xmlns:a16="http://schemas.microsoft.com/office/drawing/2014/main" id="{59FA0E4A-6EA1-434B-9843-043B373A27E2}"/>
              </a:ext>
            </a:extLst>
          </p:cNvPr>
          <p:cNvSpPr>
            <a:spLocks noGrp="1"/>
          </p:cNvSpPr>
          <p:nvPr>
            <p:ph type="sldNum" sz="quarter" idx="12"/>
          </p:nvPr>
        </p:nvSpPr>
        <p:spPr/>
        <p:txBody>
          <a:bodyPr/>
          <a:lstStyle/>
          <a:p>
            <a:pPr>
              <a:defRPr/>
            </a:pPr>
            <a:fld id="{A88D0608-5506-4AD0-BB9E-DF761E8BFA1F}" type="slidenum">
              <a:rPr lang="zh-CN" altLang="en-US" smtClean="0"/>
              <a:pPr>
                <a:defRPr/>
              </a:pPr>
              <a:t>11</a:t>
            </a:fld>
            <a:endParaRPr lang="en-US" altLang="zh-CN" dirty="0"/>
          </a:p>
        </p:txBody>
      </p:sp>
      <p:pic>
        <p:nvPicPr>
          <p:cNvPr id="4" name="图片 3">
            <a:extLst>
              <a:ext uri="{FF2B5EF4-FFF2-40B4-BE49-F238E27FC236}">
                <a16:creationId xmlns:a16="http://schemas.microsoft.com/office/drawing/2014/main" id="{EAE907F1-C1AD-3F4B-870E-C14DA87B7694}"/>
              </a:ext>
            </a:extLst>
          </p:cNvPr>
          <p:cNvPicPr>
            <a:picLocks noChangeAspect="1"/>
          </p:cNvPicPr>
          <p:nvPr/>
        </p:nvPicPr>
        <p:blipFill rotWithShape="1">
          <a:blip r:embed="rId3"/>
          <a:srcRect l="3980" t="19408" r="69243" b="44612"/>
          <a:stretch/>
        </p:blipFill>
        <p:spPr>
          <a:xfrm>
            <a:off x="754470" y="5037893"/>
            <a:ext cx="1836204" cy="1739479"/>
          </a:xfrm>
          <a:prstGeom prst="rect">
            <a:avLst/>
          </a:prstGeom>
          <a:ln w="19050">
            <a:noFill/>
          </a:ln>
        </p:spPr>
      </p:pic>
      <p:sp>
        <p:nvSpPr>
          <p:cNvPr id="5" name="TextBox 4">
            <a:extLst>
              <a:ext uri="{FF2B5EF4-FFF2-40B4-BE49-F238E27FC236}">
                <a16:creationId xmlns:a16="http://schemas.microsoft.com/office/drawing/2014/main" id="{E97E8EB2-335D-134A-A828-88D479E43C96}"/>
              </a:ext>
            </a:extLst>
          </p:cNvPr>
          <p:cNvSpPr txBox="1"/>
          <p:nvPr/>
        </p:nvSpPr>
        <p:spPr>
          <a:xfrm>
            <a:off x="5953905" y="1902440"/>
            <a:ext cx="2997206" cy="1631216"/>
          </a:xfrm>
          <a:prstGeom prst="rect">
            <a:avLst/>
          </a:prstGeom>
          <a:solidFill>
            <a:schemeClr val="accent2">
              <a:lumMod val="20000"/>
              <a:lumOff val="80000"/>
            </a:schemeClr>
          </a:solidFill>
        </p:spPr>
        <p:txBody>
          <a:bodyPr wrap="square" rtlCol="0">
            <a:spAutoFit/>
          </a:bodyPr>
          <a:lstStyle/>
          <a:p>
            <a:pPr marL="342900" indent="-342900">
              <a:buFont typeface="Arial" panose="020B0604020202020204" pitchFamily="34" charset="0"/>
              <a:buChar char="•"/>
            </a:pPr>
            <a:r>
              <a:rPr lang="en-US" sz="2000" dirty="0">
                <a:latin typeface="+mn-lt"/>
                <a:ea typeface="+mn-ea"/>
                <a:cs typeface="Arial" panose="020B0604020202020204" pitchFamily="34" charset="0"/>
              </a:rPr>
              <a:t>Note</a:t>
            </a:r>
            <a:r>
              <a:rPr lang="zh-CN" altLang="en-US" sz="2000" dirty="0">
                <a:latin typeface="+mn-ea"/>
                <a:ea typeface="+mn-ea"/>
                <a:cs typeface="Arial" panose="020B0604020202020204" pitchFamily="34" charset="0"/>
              </a:rPr>
              <a:t>：</a:t>
            </a:r>
            <a:r>
              <a:rPr lang="en-US" altLang="zh-CN" sz="2000" dirty="0">
                <a:latin typeface="+mn-lt"/>
                <a:ea typeface="+mn-ea"/>
                <a:cs typeface="Arial" panose="020B0604020202020204" pitchFamily="34" charset="0"/>
              </a:rPr>
              <a:t>NMOS</a:t>
            </a:r>
            <a:r>
              <a:rPr lang="zh-CN" altLang="en-US" sz="2000" dirty="0">
                <a:latin typeface="+mn-ea"/>
                <a:ea typeface="+mn-ea"/>
                <a:cs typeface="Arial" panose="020B0604020202020204" pitchFamily="34" charset="0"/>
              </a:rPr>
              <a:t>在</a:t>
            </a:r>
            <a:r>
              <a:rPr lang="en-US" altLang="zh-CN" sz="2000" dirty="0">
                <a:latin typeface="+mn-lt"/>
                <a:ea typeface="+mn-ea"/>
                <a:cs typeface="Arial" panose="020B0604020202020204" pitchFamily="34" charset="0"/>
              </a:rPr>
              <a:t>VGS</a:t>
            </a:r>
            <a:r>
              <a:rPr lang="zh-CN" altLang="en-US" sz="2000" dirty="0">
                <a:latin typeface="+mn-lt"/>
                <a:ea typeface="+mn-ea"/>
                <a:cs typeface="Arial" panose="020B0604020202020204" pitchFamily="34" charset="0"/>
              </a:rPr>
              <a:t>＜</a:t>
            </a:r>
            <a:r>
              <a:rPr lang="en-US" altLang="zh-CN" sz="2000" dirty="0">
                <a:latin typeface="+mn-lt"/>
                <a:ea typeface="+mn-ea"/>
                <a:cs typeface="Arial" panose="020B0604020202020204" pitchFamily="34" charset="0"/>
              </a:rPr>
              <a:t>V</a:t>
            </a:r>
            <a:r>
              <a:rPr lang="en-US" altLang="zh-CN" sz="2000" baseline="-25000" dirty="0">
                <a:latin typeface="+mn-lt"/>
                <a:ea typeface="+mn-ea"/>
                <a:cs typeface="Arial" panose="020B0604020202020204" pitchFamily="34" charset="0"/>
              </a:rPr>
              <a:t>T</a:t>
            </a:r>
            <a:r>
              <a:rPr lang="zh-CN" altLang="en-US" sz="2000" dirty="0">
                <a:latin typeface="+mn-ea"/>
                <a:ea typeface="+mn-ea"/>
                <a:cs typeface="Arial" panose="020B0604020202020204" pitchFamily="34" charset="0"/>
              </a:rPr>
              <a:t>的时候关断</a:t>
            </a:r>
            <a:endParaRPr lang="en-US" altLang="zh-CN" sz="2000" dirty="0">
              <a:latin typeface="+mn-ea"/>
              <a:ea typeface="+mn-ea"/>
              <a:cs typeface="Arial" panose="020B0604020202020204" pitchFamily="34" charset="0"/>
            </a:endParaRPr>
          </a:p>
          <a:p>
            <a:pPr marL="342900" indent="-342900">
              <a:buFont typeface="Arial" panose="020B0604020202020204" pitchFamily="34" charset="0"/>
              <a:buChar char="•"/>
            </a:pPr>
            <a:r>
              <a:rPr lang="zh-CN" altLang="en-US" sz="2000" dirty="0">
                <a:latin typeface="+mn-ea"/>
                <a:ea typeface="+mn-ea"/>
                <a:cs typeface="Arial" panose="020B0604020202020204" pitchFamily="34" charset="0"/>
              </a:rPr>
              <a:t>仅用</a:t>
            </a:r>
            <a:r>
              <a:rPr lang="en-US" altLang="zh-CN" sz="2000" dirty="0">
                <a:latin typeface="+mn-lt"/>
                <a:ea typeface="+mn-ea"/>
                <a:cs typeface="Arial" panose="020B0604020202020204" pitchFamily="34" charset="0"/>
              </a:rPr>
              <a:t>NMOS</a:t>
            </a:r>
            <a:r>
              <a:rPr lang="zh-CN" altLang="en-US" sz="2000" dirty="0">
                <a:latin typeface="+mn-ea"/>
                <a:ea typeface="+mn-ea"/>
                <a:cs typeface="Arial" panose="020B0604020202020204" pitchFamily="34" charset="0"/>
              </a:rPr>
              <a:t>传输</a:t>
            </a:r>
            <a:r>
              <a:rPr lang="en-US" altLang="zh-CN" sz="2000" dirty="0">
                <a:latin typeface="+mn-lt"/>
                <a:ea typeface="+mn-ea"/>
                <a:cs typeface="Arial" panose="020B0604020202020204" pitchFamily="34" charset="0"/>
              </a:rPr>
              <a:t>VDD</a:t>
            </a:r>
            <a:r>
              <a:rPr lang="zh-CN" altLang="en-US" sz="2000" dirty="0">
                <a:latin typeface="+mn-ea"/>
                <a:ea typeface="+mn-ea"/>
                <a:cs typeface="Arial" panose="020B0604020202020204" pitchFamily="34" charset="0"/>
              </a:rPr>
              <a:t>信号时，会面临阈值压降问题</a:t>
            </a:r>
            <a:endParaRPr lang="en-CN" sz="2000" dirty="0">
              <a:latin typeface="+mn-ea"/>
              <a:ea typeface="+mn-ea"/>
              <a:cs typeface="Arial" panose="020B0604020202020204" pitchFamily="34" charset="0"/>
            </a:endParaRPr>
          </a:p>
        </p:txBody>
      </p:sp>
      <p:sp>
        <p:nvSpPr>
          <p:cNvPr id="14" name="TextBox 13">
            <a:extLst>
              <a:ext uri="{FF2B5EF4-FFF2-40B4-BE49-F238E27FC236}">
                <a16:creationId xmlns:a16="http://schemas.microsoft.com/office/drawing/2014/main" id="{2257A8EA-5CB0-D546-A658-02432D79CE6A}"/>
              </a:ext>
            </a:extLst>
          </p:cNvPr>
          <p:cNvSpPr txBox="1"/>
          <p:nvPr/>
        </p:nvSpPr>
        <p:spPr>
          <a:xfrm>
            <a:off x="563030" y="1381132"/>
            <a:ext cx="3982244" cy="369332"/>
          </a:xfrm>
          <a:prstGeom prst="rect">
            <a:avLst/>
          </a:prstGeom>
          <a:noFill/>
        </p:spPr>
        <p:txBody>
          <a:bodyPr wrap="none" rtlCol="0">
            <a:spAutoFit/>
          </a:bodyPr>
          <a:lstStyle/>
          <a:p>
            <a:r>
              <a:rPr lang="en-CN" b="1" dirty="0">
                <a:latin typeface="+mn-lt"/>
                <a:ea typeface="STHeiti" panose="02010600040101010101" pitchFamily="2" charset="-122"/>
                <a:cs typeface="Arial" panose="020B0604020202020204" pitchFamily="34" charset="0"/>
              </a:rPr>
              <a:t>V</a:t>
            </a:r>
            <a:r>
              <a:rPr lang="en-CN" b="1" baseline="-25000" dirty="0">
                <a:latin typeface="+mn-lt"/>
                <a:ea typeface="STHeiti" panose="02010600040101010101" pitchFamily="2" charset="-122"/>
                <a:cs typeface="Arial" panose="020B0604020202020204" pitchFamily="34" charset="0"/>
              </a:rPr>
              <a:t>C</a:t>
            </a:r>
            <a:r>
              <a:rPr lang="en-CN" b="1" dirty="0">
                <a:latin typeface="+mn-lt"/>
                <a:ea typeface="STHeiti" panose="02010600040101010101" pitchFamily="2" charset="-122"/>
                <a:cs typeface="Arial" panose="020B0604020202020204" pitchFamily="34" charset="0"/>
              </a:rPr>
              <a:t>=VDD</a:t>
            </a:r>
            <a:r>
              <a:rPr lang="en-CN" b="1" dirty="0">
                <a:latin typeface="Arial" panose="020B0604020202020204" pitchFamily="34" charset="0"/>
                <a:ea typeface="STHeiti" panose="02010600040101010101" pitchFamily="2" charset="-122"/>
                <a:cs typeface="Arial" panose="020B0604020202020204" pitchFamily="34" charset="0"/>
              </a:rPr>
              <a:t>, V</a:t>
            </a:r>
            <a:r>
              <a:rPr lang="en-CN" b="1" baseline="-25000" dirty="0">
                <a:latin typeface="Arial" panose="020B0604020202020204" pitchFamily="34" charset="0"/>
                <a:ea typeface="STHeiti" panose="02010600040101010101" pitchFamily="2" charset="-122"/>
                <a:cs typeface="Arial" panose="020B0604020202020204" pitchFamily="34" charset="0"/>
              </a:rPr>
              <a:t>A</a:t>
            </a:r>
            <a:r>
              <a:rPr lang="en-CN" b="1" dirty="0">
                <a:latin typeface="Arial" panose="020B0604020202020204" pitchFamily="34" charset="0"/>
                <a:ea typeface="STHeiti" panose="02010600040101010101" pitchFamily="2" charset="-122"/>
                <a:cs typeface="Arial" panose="020B0604020202020204" pitchFamily="34" charset="0"/>
              </a:rPr>
              <a:t> 上升到VDD</a:t>
            </a:r>
            <a:r>
              <a:rPr lang="zh-CN" altLang="en-US" b="1" dirty="0">
                <a:latin typeface="Arial" panose="020B0604020202020204" pitchFamily="34" charset="0"/>
                <a:ea typeface="STHeiti" panose="02010600040101010101" pitchFamily="2" charset="-122"/>
                <a:cs typeface="Arial" panose="020B0604020202020204" pitchFamily="34" charset="0"/>
              </a:rPr>
              <a:t>，</a:t>
            </a:r>
            <a:r>
              <a:rPr lang="en-CN" b="1" dirty="0">
                <a:latin typeface="Arial" panose="020B0604020202020204" pitchFamily="34" charset="0"/>
                <a:ea typeface="STHeiti" panose="02010600040101010101" pitchFamily="2" charset="-122"/>
                <a:cs typeface="Arial" panose="020B0604020202020204" pitchFamily="34" charset="0"/>
              </a:rPr>
              <a:t>V</a:t>
            </a:r>
            <a:r>
              <a:rPr lang="en-CN" b="1" baseline="-25000" dirty="0">
                <a:latin typeface="Arial" panose="020B0604020202020204" pitchFamily="34" charset="0"/>
                <a:ea typeface="STHeiti" panose="02010600040101010101" pitchFamily="2" charset="-122"/>
                <a:cs typeface="Arial" panose="020B0604020202020204" pitchFamily="34" charset="0"/>
              </a:rPr>
              <a:t>B</a:t>
            </a:r>
            <a:r>
              <a:rPr lang="en-CN" b="1" dirty="0">
                <a:latin typeface="Arial" panose="020B0604020202020204" pitchFamily="34" charset="0"/>
                <a:ea typeface="STHeiti" panose="02010600040101010101" pitchFamily="2" charset="-122"/>
                <a:cs typeface="Arial" panose="020B0604020202020204" pitchFamily="34" charset="0"/>
              </a:rPr>
              <a:t>充电</a:t>
            </a:r>
            <a:r>
              <a:rPr lang="zh-CN" altLang="en-US" b="1" dirty="0">
                <a:latin typeface="Arial" panose="020B0604020202020204" pitchFamily="34" charset="0"/>
                <a:ea typeface="STHeiti" panose="02010600040101010101" pitchFamily="2" charset="-122"/>
                <a:cs typeface="Arial" panose="020B0604020202020204" pitchFamily="34" charset="0"/>
              </a:rPr>
              <a:t>：</a:t>
            </a:r>
            <a:endParaRPr lang="en-CN" b="1" dirty="0">
              <a:latin typeface="Arial" panose="020B0604020202020204" pitchFamily="34" charset="0"/>
              <a:ea typeface="STHeiti" panose="02010600040101010101" pitchFamily="2" charset="-122"/>
              <a:cs typeface="Arial" panose="020B0604020202020204" pitchFamily="34" charset="0"/>
            </a:endParaRPr>
          </a:p>
        </p:txBody>
      </p:sp>
      <p:sp>
        <p:nvSpPr>
          <p:cNvPr id="17" name="TextBox 16">
            <a:extLst>
              <a:ext uri="{FF2B5EF4-FFF2-40B4-BE49-F238E27FC236}">
                <a16:creationId xmlns:a16="http://schemas.microsoft.com/office/drawing/2014/main" id="{2EEFF6C1-9CE1-E142-BE8B-C1F45BD7AEAE}"/>
              </a:ext>
            </a:extLst>
          </p:cNvPr>
          <p:cNvSpPr txBox="1"/>
          <p:nvPr/>
        </p:nvSpPr>
        <p:spPr>
          <a:xfrm>
            <a:off x="612638" y="4077018"/>
            <a:ext cx="7895468" cy="1015663"/>
          </a:xfrm>
          <a:prstGeom prst="rect">
            <a:avLst/>
          </a:prstGeom>
          <a:noFill/>
        </p:spPr>
        <p:txBody>
          <a:bodyPr wrap="square" rtlCol="0">
            <a:spAutoFit/>
          </a:bodyPr>
          <a:lstStyle/>
          <a:p>
            <a:r>
              <a:rPr lang="zh-CN" altLang="en-US" sz="2000" b="1" dirty="0">
                <a:latin typeface="Arial" panose="020B0604020202020204" pitchFamily="34" charset="0"/>
                <a:ea typeface="STHeiti" panose="02010600040101010101" pitchFamily="2" charset="-122"/>
                <a:cs typeface="Arial" panose="020B0604020202020204" pitchFamily="34" charset="0"/>
              </a:rPr>
              <a:t>因此，为了能让</a:t>
            </a:r>
            <a:r>
              <a:rPr lang="en-US" altLang="zh-CN" sz="2000" b="1" dirty="0">
                <a:latin typeface="Arial" panose="020B0604020202020204" pitchFamily="34" charset="0"/>
                <a:ea typeface="STHeiti" panose="02010600040101010101" pitchFamily="2" charset="-122"/>
                <a:cs typeface="Arial" panose="020B0604020202020204" pitchFamily="34" charset="0"/>
              </a:rPr>
              <a:t>0</a:t>
            </a:r>
            <a:r>
              <a:rPr lang="zh-CN" altLang="en-US" sz="2000" b="1" dirty="0">
                <a:latin typeface="Arial" panose="020B0604020202020204" pitchFamily="34" charset="0"/>
                <a:ea typeface="STHeiti" panose="02010600040101010101" pitchFamily="2" charset="-122"/>
                <a:cs typeface="Arial" panose="020B0604020202020204" pitchFamily="34" charset="0"/>
              </a:rPr>
              <a:t>和</a:t>
            </a:r>
            <a:r>
              <a:rPr lang="en-US" altLang="zh-CN" sz="2000" b="1" dirty="0">
                <a:latin typeface="Arial" panose="020B0604020202020204" pitchFamily="34" charset="0"/>
                <a:ea typeface="STHeiti" panose="02010600040101010101" pitchFamily="2" charset="-122"/>
                <a:cs typeface="Arial" panose="020B0604020202020204" pitchFamily="34" charset="0"/>
              </a:rPr>
              <a:t>1</a:t>
            </a:r>
            <a:r>
              <a:rPr lang="zh-CN" altLang="en-US" sz="2000" b="1" dirty="0">
                <a:latin typeface="Arial" panose="020B0604020202020204" pitchFamily="34" charset="0"/>
                <a:ea typeface="STHeiti" panose="02010600040101010101" pitchFamily="2" charset="-122"/>
                <a:cs typeface="Arial" panose="020B0604020202020204" pitchFamily="34" charset="0"/>
              </a:rPr>
              <a:t>信号都从</a:t>
            </a:r>
            <a:r>
              <a:rPr lang="en-US" altLang="zh-CN" sz="2000" b="1" dirty="0">
                <a:latin typeface="Arial" panose="020B0604020202020204" pitchFamily="34" charset="0"/>
                <a:ea typeface="STHeiti" panose="02010600040101010101" pitchFamily="2" charset="-122"/>
                <a:cs typeface="Arial" panose="020B0604020202020204" pitchFamily="34" charset="0"/>
              </a:rPr>
              <a:t>A</a:t>
            </a:r>
            <a:r>
              <a:rPr lang="zh-CN" altLang="en-US" sz="2000" b="1" dirty="0">
                <a:latin typeface="Arial" panose="020B0604020202020204" pitchFamily="34" charset="0"/>
                <a:ea typeface="STHeiti" panose="02010600040101010101" pitchFamily="2" charset="-122"/>
                <a:cs typeface="Arial" panose="020B0604020202020204" pitchFamily="34" charset="0"/>
              </a:rPr>
              <a:t>传输到</a:t>
            </a:r>
            <a:r>
              <a:rPr lang="en-US" altLang="zh-CN" sz="2000" b="1" dirty="0">
                <a:latin typeface="Arial" panose="020B0604020202020204" pitchFamily="34" charset="0"/>
                <a:ea typeface="STHeiti" panose="02010600040101010101" pitchFamily="2" charset="-122"/>
                <a:cs typeface="Arial" panose="020B0604020202020204" pitchFamily="34" charset="0"/>
              </a:rPr>
              <a:t>B</a:t>
            </a:r>
            <a:r>
              <a:rPr lang="zh-CN" altLang="en-US" sz="2000" b="1" dirty="0">
                <a:latin typeface="Arial" panose="020B0604020202020204" pitchFamily="34" charset="0"/>
                <a:ea typeface="STHeiti" panose="02010600040101010101" pitchFamily="2" charset="-122"/>
                <a:cs typeface="Arial" panose="020B0604020202020204" pitchFamily="34" charset="0"/>
              </a:rPr>
              <a:t>且避免阈值压降问题，我们可以用</a:t>
            </a:r>
            <a:r>
              <a:rPr lang="en-US" altLang="zh-CN" sz="2000" b="1" dirty="0">
                <a:latin typeface="Arial" panose="020B0604020202020204" pitchFamily="34" charset="0"/>
                <a:ea typeface="STHeiti" panose="02010600040101010101" pitchFamily="2" charset="-122"/>
                <a:cs typeface="Arial" panose="020B0604020202020204" pitchFamily="34" charset="0"/>
              </a:rPr>
              <a:t>NMOS</a:t>
            </a:r>
            <a:r>
              <a:rPr lang="zh-CN" altLang="en-US" sz="2000" b="1" dirty="0">
                <a:latin typeface="Arial" panose="020B0604020202020204" pitchFamily="34" charset="0"/>
                <a:ea typeface="STHeiti" panose="02010600040101010101" pitchFamily="2" charset="-122"/>
                <a:cs typeface="Arial" panose="020B0604020202020204" pitchFamily="34" charset="0"/>
              </a:rPr>
              <a:t>和</a:t>
            </a:r>
            <a:r>
              <a:rPr lang="en-US" altLang="zh-CN" sz="2000" b="1" dirty="0">
                <a:latin typeface="Arial" panose="020B0604020202020204" pitchFamily="34" charset="0"/>
                <a:ea typeface="STHeiti" panose="02010600040101010101" pitchFamily="2" charset="-122"/>
                <a:cs typeface="Arial" panose="020B0604020202020204" pitchFamily="34" charset="0"/>
              </a:rPr>
              <a:t>PMOS</a:t>
            </a:r>
            <a:r>
              <a:rPr lang="zh-CN" altLang="en-US" sz="2000" b="1" dirty="0">
                <a:latin typeface="Arial" panose="020B0604020202020204" pitchFamily="34" charset="0"/>
                <a:ea typeface="STHeiti" panose="02010600040101010101" pitchFamily="2" charset="-122"/>
                <a:cs typeface="Arial" panose="020B0604020202020204" pitchFamily="34" charset="0"/>
              </a:rPr>
              <a:t>结合的方式构建</a:t>
            </a:r>
            <a:r>
              <a:rPr lang="en-US" altLang="zh-CN" sz="2000" b="1" dirty="0">
                <a:latin typeface="Arial" panose="020B0604020202020204" pitchFamily="34" charset="0"/>
                <a:ea typeface="STHeiti" panose="02010600040101010101" pitchFamily="2" charset="-122"/>
                <a:cs typeface="Arial" panose="020B0604020202020204" pitchFamily="34" charset="0"/>
              </a:rPr>
              <a:t>CMOS</a:t>
            </a:r>
            <a:r>
              <a:rPr lang="zh-CN" altLang="en-US" sz="2000" b="1" dirty="0">
                <a:latin typeface="Arial" panose="020B0604020202020204" pitchFamily="34" charset="0"/>
                <a:ea typeface="STHeiti" panose="02010600040101010101" pitchFamily="2" charset="-122"/>
                <a:cs typeface="Arial" panose="020B0604020202020204" pitchFamily="34" charset="0"/>
              </a:rPr>
              <a:t>开关，也就是</a:t>
            </a:r>
            <a:r>
              <a:rPr lang="en-CN" sz="2000" b="1">
                <a:solidFill>
                  <a:srgbClr val="3333FF"/>
                </a:solidFill>
                <a:latin typeface="Arial" panose="020B0604020202020204" pitchFamily="34" charset="0"/>
                <a:ea typeface="STHeiti" panose="02010600040101010101" pitchFamily="2" charset="-122"/>
                <a:cs typeface="Arial" panose="020B0604020202020204" pitchFamily="34" charset="0"/>
              </a:rPr>
              <a:t>传输门</a:t>
            </a:r>
            <a:r>
              <a:rPr lang="en-US" sz="2000" b="1" dirty="0">
                <a:solidFill>
                  <a:srgbClr val="3333FF"/>
                </a:solidFill>
                <a:latin typeface="Arial" panose="020B0604020202020204" pitchFamily="34" charset="0"/>
                <a:ea typeface="STHeiti" panose="02010600040101010101" pitchFamily="2" charset="-122"/>
                <a:cs typeface="Arial" panose="020B0604020202020204" pitchFamily="34" charset="0"/>
              </a:rPr>
              <a:t>(</a:t>
            </a:r>
            <a:r>
              <a:rPr lang="en-CN" sz="2000" b="1" dirty="0">
                <a:solidFill>
                  <a:srgbClr val="3333FF"/>
                </a:solidFill>
                <a:latin typeface="Arial" panose="020B0604020202020204" pitchFamily="34" charset="0"/>
                <a:ea typeface="STHeiti" panose="02010600040101010101" pitchFamily="2" charset="-122"/>
                <a:cs typeface="Arial" panose="020B0604020202020204" pitchFamily="34" charset="0"/>
              </a:rPr>
              <a:t>Transmission </a:t>
            </a:r>
            <a:r>
              <a:rPr lang="en-CN" sz="2000" b="1">
                <a:solidFill>
                  <a:srgbClr val="3333FF"/>
                </a:solidFill>
                <a:latin typeface="Arial" panose="020B0604020202020204" pitchFamily="34" charset="0"/>
                <a:ea typeface="STHeiti" panose="02010600040101010101" pitchFamily="2" charset="-122"/>
                <a:cs typeface="Arial" panose="020B0604020202020204" pitchFamily="34" charset="0"/>
              </a:rPr>
              <a:t>Gate</a:t>
            </a:r>
            <a:r>
              <a:rPr lang="en-US" sz="2000" b="1" dirty="0">
                <a:solidFill>
                  <a:srgbClr val="3333FF"/>
                </a:solidFill>
                <a:latin typeface="Arial" panose="020B0604020202020204" pitchFamily="34" charset="0"/>
                <a:ea typeface="STHeiti" panose="02010600040101010101" pitchFamily="2" charset="-122"/>
                <a:cs typeface="Arial" panose="020B0604020202020204" pitchFamily="34" charset="0"/>
              </a:rPr>
              <a:t>)</a:t>
            </a:r>
            <a:endParaRPr lang="en-CN" sz="2000" b="1" dirty="0">
              <a:solidFill>
                <a:srgbClr val="3333FF"/>
              </a:solidFill>
              <a:latin typeface="Arial" panose="020B0604020202020204" pitchFamily="34" charset="0"/>
              <a:ea typeface="STHeiti" panose="02010600040101010101" pitchFamily="2" charset="-122"/>
              <a:cs typeface="Arial" panose="020B0604020202020204" pitchFamily="34" charset="0"/>
            </a:endParaRPr>
          </a:p>
        </p:txBody>
      </p:sp>
      <p:grpSp>
        <p:nvGrpSpPr>
          <p:cNvPr id="35" name="Group 34">
            <a:extLst>
              <a:ext uri="{FF2B5EF4-FFF2-40B4-BE49-F238E27FC236}">
                <a16:creationId xmlns:a16="http://schemas.microsoft.com/office/drawing/2014/main" id="{3ED3448B-4EEE-174C-9CB1-7A225CAA9D1D}"/>
              </a:ext>
            </a:extLst>
          </p:cNvPr>
          <p:cNvGrpSpPr/>
          <p:nvPr/>
        </p:nvGrpSpPr>
        <p:grpSpPr>
          <a:xfrm>
            <a:off x="2915947" y="5076102"/>
            <a:ext cx="3982791" cy="1692320"/>
            <a:chOff x="3207901" y="4618245"/>
            <a:chExt cx="3982791" cy="1692320"/>
          </a:xfrm>
        </p:grpSpPr>
        <p:sp>
          <p:nvSpPr>
            <p:cNvPr id="9" name="TextBox 8">
              <a:extLst>
                <a:ext uri="{FF2B5EF4-FFF2-40B4-BE49-F238E27FC236}">
                  <a16:creationId xmlns:a16="http://schemas.microsoft.com/office/drawing/2014/main" id="{1480D0C4-A9CC-9046-AABF-7308787DD121}"/>
                </a:ext>
              </a:extLst>
            </p:cNvPr>
            <p:cNvSpPr txBox="1"/>
            <p:nvPr/>
          </p:nvSpPr>
          <p:spPr>
            <a:xfrm>
              <a:off x="4292371" y="5941233"/>
              <a:ext cx="1505540" cy="369332"/>
            </a:xfrm>
            <a:prstGeom prst="rect">
              <a:avLst/>
            </a:prstGeom>
            <a:noFill/>
          </p:spPr>
          <p:txBody>
            <a:bodyPr wrap="none" rtlCol="0">
              <a:spAutoFit/>
            </a:bodyPr>
            <a:lstStyle/>
            <a:p>
              <a:r>
                <a:rPr lang="en-US" altLang="zh-CN" b="1" dirty="0">
                  <a:latin typeface="Arial" panose="020B0604020202020204" pitchFamily="34" charset="0"/>
                  <a:ea typeface="SimHei" panose="02010609060101010101" pitchFamily="49" charset="-122"/>
                  <a:cs typeface="Arial" panose="020B0604020202020204" pitchFamily="34" charset="0"/>
                </a:rPr>
                <a:t>TG symbols</a:t>
              </a:r>
              <a:endParaRPr lang="en-CN" b="1" dirty="0">
                <a:latin typeface="Arial" panose="020B0604020202020204" pitchFamily="34" charset="0"/>
                <a:ea typeface="SimHei" panose="02010609060101010101" pitchFamily="49" charset="-122"/>
                <a:cs typeface="Arial" panose="020B0604020202020204" pitchFamily="34" charset="0"/>
              </a:endParaRPr>
            </a:p>
          </p:txBody>
        </p:sp>
        <p:grpSp>
          <p:nvGrpSpPr>
            <p:cNvPr id="18" name="Group 17">
              <a:extLst>
                <a:ext uri="{FF2B5EF4-FFF2-40B4-BE49-F238E27FC236}">
                  <a16:creationId xmlns:a16="http://schemas.microsoft.com/office/drawing/2014/main" id="{E628434D-9AAF-F34B-9EB0-7CE894AF81D5}"/>
                </a:ext>
              </a:extLst>
            </p:cNvPr>
            <p:cNvGrpSpPr/>
            <p:nvPr/>
          </p:nvGrpSpPr>
          <p:grpSpPr>
            <a:xfrm>
              <a:off x="3207901" y="4967003"/>
              <a:ext cx="1826526" cy="720080"/>
              <a:chOff x="5629956" y="2712315"/>
              <a:chExt cx="1826526" cy="720080"/>
            </a:xfrm>
          </p:grpSpPr>
          <p:cxnSp>
            <p:nvCxnSpPr>
              <p:cNvPr id="19" name="Straight Connector 18">
                <a:extLst>
                  <a:ext uri="{FF2B5EF4-FFF2-40B4-BE49-F238E27FC236}">
                    <a16:creationId xmlns:a16="http://schemas.microsoft.com/office/drawing/2014/main" id="{18B29892-6FFC-D246-BB92-F28E5C76581E}"/>
                  </a:ext>
                </a:extLst>
              </p:cNvPr>
              <p:cNvCxnSpPr>
                <a:cxnSpLocks/>
              </p:cNvCxnSpPr>
              <p:nvPr/>
            </p:nvCxnSpPr>
            <p:spPr bwMode="auto">
              <a:xfrm flipV="1">
                <a:off x="6526003" y="2712315"/>
                <a:ext cx="0" cy="720080"/>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20" name="Straight Connector 19">
                <a:extLst>
                  <a:ext uri="{FF2B5EF4-FFF2-40B4-BE49-F238E27FC236}">
                    <a16:creationId xmlns:a16="http://schemas.microsoft.com/office/drawing/2014/main" id="{B6298F43-450C-0144-9B00-27A71ED3080F}"/>
                  </a:ext>
                </a:extLst>
              </p:cNvPr>
              <p:cNvCxnSpPr>
                <a:cxnSpLocks/>
              </p:cNvCxnSpPr>
              <p:nvPr/>
            </p:nvCxnSpPr>
            <p:spPr bwMode="auto">
              <a:xfrm>
                <a:off x="5985681" y="3104964"/>
                <a:ext cx="1153294"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21" name="Triangle 20">
                <a:extLst>
                  <a:ext uri="{FF2B5EF4-FFF2-40B4-BE49-F238E27FC236}">
                    <a16:creationId xmlns:a16="http://schemas.microsoft.com/office/drawing/2014/main" id="{B6E7D021-364F-524E-A737-F41BE044F5D7}"/>
                  </a:ext>
                </a:extLst>
              </p:cNvPr>
              <p:cNvSpPr/>
              <p:nvPr/>
            </p:nvSpPr>
            <p:spPr bwMode="auto">
              <a:xfrm rot="5400000">
                <a:off x="6201705" y="2811388"/>
                <a:ext cx="576064" cy="587152"/>
              </a:xfrm>
              <a:prstGeom prst="triangle">
                <a:avLst/>
              </a:prstGeom>
              <a:solidFill>
                <a:schemeClr val="bg1"/>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1800" b="0" i="0" u="none" strike="noStrike" cap="none" normalizeH="0" baseline="0">
                  <a:ln>
                    <a:noFill/>
                  </a:ln>
                  <a:solidFill>
                    <a:schemeClr val="tx1"/>
                  </a:solidFill>
                  <a:effectLst/>
                  <a:latin typeface="Arial" charset="0"/>
                </a:endParaRPr>
              </a:p>
            </p:txBody>
          </p:sp>
          <p:sp>
            <p:nvSpPr>
              <p:cNvPr id="22" name="Oval 21">
                <a:extLst>
                  <a:ext uri="{FF2B5EF4-FFF2-40B4-BE49-F238E27FC236}">
                    <a16:creationId xmlns:a16="http://schemas.microsoft.com/office/drawing/2014/main" id="{2B64C51F-1CD4-5C46-85E5-BD3EECE893B8}"/>
                  </a:ext>
                </a:extLst>
              </p:cNvPr>
              <p:cNvSpPr/>
              <p:nvPr/>
            </p:nvSpPr>
            <p:spPr bwMode="auto">
              <a:xfrm>
                <a:off x="6453995" y="2820327"/>
                <a:ext cx="144016" cy="144016"/>
              </a:xfrm>
              <a:prstGeom prst="ellipse">
                <a:avLst/>
              </a:prstGeom>
              <a:solidFill>
                <a:schemeClr val="bg1"/>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1800" b="0" i="0" u="none" strike="noStrike" cap="none" normalizeH="0" baseline="0">
                  <a:ln>
                    <a:noFill/>
                  </a:ln>
                  <a:solidFill>
                    <a:schemeClr val="tx1"/>
                  </a:solidFill>
                  <a:effectLst/>
                  <a:latin typeface="Arial" charset="0"/>
                </a:endParaRPr>
              </a:p>
            </p:txBody>
          </p:sp>
          <p:sp>
            <p:nvSpPr>
              <p:cNvPr id="23" name="Rectangle 22">
                <a:extLst>
                  <a:ext uri="{FF2B5EF4-FFF2-40B4-BE49-F238E27FC236}">
                    <a16:creationId xmlns:a16="http://schemas.microsoft.com/office/drawing/2014/main" id="{0CF7678D-18F1-C746-A4AF-56856E52C9BD}"/>
                  </a:ext>
                </a:extLst>
              </p:cNvPr>
              <p:cNvSpPr/>
              <p:nvPr/>
            </p:nvSpPr>
            <p:spPr>
              <a:xfrm>
                <a:off x="5629956" y="2852936"/>
                <a:ext cx="364202" cy="523220"/>
              </a:xfrm>
              <a:prstGeom prst="rect">
                <a:avLst/>
              </a:prstGeom>
            </p:spPr>
            <p:txBody>
              <a:bodyPr wrap="none">
                <a:spAutoFit/>
              </a:bodyPr>
              <a:lstStyle/>
              <a:p>
                <a:r>
                  <a:rPr lang="en-US" altLang="zh-CN" sz="2800" kern="0" dirty="0">
                    <a:solidFill>
                      <a:srgbClr val="080808"/>
                    </a:solidFill>
                    <a:latin typeface="黑体" panose="02010609060101010101" pitchFamily="49" charset="-122"/>
                    <a:ea typeface="黑体" pitchFamily="49" charset="-122"/>
                  </a:rPr>
                  <a:t>A</a:t>
                </a:r>
                <a:endParaRPr lang="en-CN" dirty="0"/>
              </a:p>
            </p:txBody>
          </p:sp>
          <p:sp>
            <p:nvSpPr>
              <p:cNvPr id="24" name="Rectangle 23">
                <a:extLst>
                  <a:ext uri="{FF2B5EF4-FFF2-40B4-BE49-F238E27FC236}">
                    <a16:creationId xmlns:a16="http://schemas.microsoft.com/office/drawing/2014/main" id="{9693152C-DD15-CC47-98A8-5A655EE9076A}"/>
                  </a:ext>
                </a:extLst>
              </p:cNvPr>
              <p:cNvSpPr/>
              <p:nvPr/>
            </p:nvSpPr>
            <p:spPr>
              <a:xfrm>
                <a:off x="7092280" y="2833772"/>
                <a:ext cx="364202" cy="523220"/>
              </a:xfrm>
              <a:prstGeom prst="rect">
                <a:avLst/>
              </a:prstGeom>
            </p:spPr>
            <p:txBody>
              <a:bodyPr wrap="none">
                <a:spAutoFit/>
              </a:bodyPr>
              <a:lstStyle/>
              <a:p>
                <a:r>
                  <a:rPr lang="en-US" altLang="zh-CN" sz="2800" kern="0" dirty="0">
                    <a:solidFill>
                      <a:srgbClr val="080808"/>
                    </a:solidFill>
                    <a:latin typeface="黑体" panose="02010609060101010101" pitchFamily="49" charset="-122"/>
                    <a:ea typeface="黑体" pitchFamily="49" charset="-122"/>
                  </a:rPr>
                  <a:t>F</a:t>
                </a:r>
                <a:endParaRPr lang="en-CN" dirty="0"/>
              </a:p>
            </p:txBody>
          </p:sp>
          <p:sp>
            <p:nvSpPr>
              <p:cNvPr id="25" name="Triangle 24">
                <a:extLst>
                  <a:ext uri="{FF2B5EF4-FFF2-40B4-BE49-F238E27FC236}">
                    <a16:creationId xmlns:a16="http://schemas.microsoft.com/office/drawing/2014/main" id="{E0EA2324-CB95-374C-91D7-5EC7DCF52D9C}"/>
                  </a:ext>
                </a:extLst>
              </p:cNvPr>
              <p:cNvSpPr/>
              <p:nvPr/>
            </p:nvSpPr>
            <p:spPr bwMode="auto">
              <a:xfrm rot="16200000">
                <a:off x="6229197" y="2828228"/>
                <a:ext cx="576064" cy="587152"/>
              </a:xfrm>
              <a:prstGeom prst="triangle">
                <a:avLst/>
              </a:prstGeom>
              <a:no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1800" b="0" i="0" u="none" strike="noStrike" cap="none" normalizeH="0" baseline="0">
                  <a:ln>
                    <a:noFill/>
                  </a:ln>
                  <a:solidFill>
                    <a:schemeClr val="tx1"/>
                  </a:solidFill>
                  <a:effectLst/>
                  <a:latin typeface="Arial" charset="0"/>
                </a:endParaRPr>
              </a:p>
            </p:txBody>
          </p:sp>
        </p:grpSp>
        <p:grpSp>
          <p:nvGrpSpPr>
            <p:cNvPr id="28" name="Group 27">
              <a:extLst>
                <a:ext uri="{FF2B5EF4-FFF2-40B4-BE49-F238E27FC236}">
                  <a16:creationId xmlns:a16="http://schemas.microsoft.com/office/drawing/2014/main" id="{AF362695-4E06-D449-88B8-F7F3952618BE}"/>
                </a:ext>
              </a:extLst>
            </p:cNvPr>
            <p:cNvGrpSpPr/>
            <p:nvPr/>
          </p:nvGrpSpPr>
          <p:grpSpPr>
            <a:xfrm>
              <a:off x="5159950" y="4618245"/>
              <a:ext cx="2030742" cy="1053408"/>
              <a:chOff x="1173106" y="3859308"/>
              <a:chExt cx="2030742" cy="1053408"/>
            </a:xfrm>
          </p:grpSpPr>
          <p:grpSp>
            <p:nvGrpSpPr>
              <p:cNvPr id="29" name="Group 28">
                <a:extLst>
                  <a:ext uri="{FF2B5EF4-FFF2-40B4-BE49-F238E27FC236}">
                    <a16:creationId xmlns:a16="http://schemas.microsoft.com/office/drawing/2014/main" id="{5F5E03F0-4C3D-9C49-A831-6F12E4547AAD}"/>
                  </a:ext>
                </a:extLst>
              </p:cNvPr>
              <p:cNvGrpSpPr/>
              <p:nvPr/>
            </p:nvGrpSpPr>
            <p:grpSpPr>
              <a:xfrm>
                <a:off x="1593286" y="4239684"/>
                <a:ext cx="1152128" cy="673032"/>
                <a:chOff x="7488323" y="3176972"/>
                <a:chExt cx="1152128" cy="673032"/>
              </a:xfrm>
            </p:grpSpPr>
            <p:pic>
              <p:nvPicPr>
                <p:cNvPr id="33" name="图片 2">
                  <a:extLst>
                    <a:ext uri="{FF2B5EF4-FFF2-40B4-BE49-F238E27FC236}">
                      <a16:creationId xmlns:a16="http://schemas.microsoft.com/office/drawing/2014/main" id="{5379EEE1-B148-6540-A8D8-A57147239FAC}"/>
                    </a:ext>
                  </a:extLst>
                </p:cNvPr>
                <p:cNvPicPr>
                  <a:picLocks noChangeAspect="1"/>
                </p:cNvPicPr>
                <p:nvPr/>
              </p:nvPicPr>
              <p:blipFill rotWithShape="1">
                <a:blip r:embed="rId4">
                  <a:extLst>
                    <a:ext uri="{28A0092B-C50C-407E-A947-70E740481C1C}">
                      <a14:useLocalDpi xmlns:a14="http://schemas.microsoft.com/office/drawing/2010/main"/>
                    </a:ext>
                  </a:extLst>
                </a:blip>
                <a:srcRect l="44472" t="7360" r="22653" b="69321"/>
                <a:stretch/>
              </p:blipFill>
              <p:spPr>
                <a:xfrm>
                  <a:off x="7488323" y="3176972"/>
                  <a:ext cx="1152128" cy="673032"/>
                </a:xfrm>
                <a:prstGeom prst="rect">
                  <a:avLst/>
                </a:prstGeom>
              </p:spPr>
            </p:pic>
            <p:sp>
              <p:nvSpPr>
                <p:cNvPr id="34" name="Rectangle 33">
                  <a:extLst>
                    <a:ext uri="{FF2B5EF4-FFF2-40B4-BE49-F238E27FC236}">
                      <a16:creationId xmlns:a16="http://schemas.microsoft.com/office/drawing/2014/main" id="{EB77FCE6-420E-5C42-A6A0-D6BB2543F082}"/>
                    </a:ext>
                  </a:extLst>
                </p:cNvPr>
                <p:cNvSpPr/>
                <p:nvPr/>
              </p:nvSpPr>
              <p:spPr bwMode="auto">
                <a:xfrm>
                  <a:off x="7740352" y="3320988"/>
                  <a:ext cx="756084" cy="529016"/>
                </a:xfrm>
                <a:prstGeom prst="rect">
                  <a:avLst/>
                </a:prstGeom>
                <a:solidFill>
                  <a:schemeClr val="bg1"/>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CN" sz="1800" b="1" i="0" u="none" strike="noStrike" cap="none" normalizeH="0" baseline="0" dirty="0">
                      <a:ln>
                        <a:noFill/>
                      </a:ln>
                      <a:solidFill>
                        <a:schemeClr val="tx1"/>
                      </a:solidFill>
                      <a:effectLst/>
                      <a:latin typeface="Arial" charset="0"/>
                    </a:rPr>
                    <a:t>TG</a:t>
                  </a:r>
                </a:p>
              </p:txBody>
            </p:sp>
          </p:grpSp>
          <p:sp>
            <p:nvSpPr>
              <p:cNvPr id="30" name="TextBox 29">
                <a:extLst>
                  <a:ext uri="{FF2B5EF4-FFF2-40B4-BE49-F238E27FC236}">
                    <a16:creationId xmlns:a16="http://schemas.microsoft.com/office/drawing/2014/main" id="{4D475EC1-D2A6-254F-88D1-8C247CF1E537}"/>
                  </a:ext>
                </a:extLst>
              </p:cNvPr>
              <p:cNvSpPr txBox="1"/>
              <p:nvPr/>
            </p:nvSpPr>
            <p:spPr>
              <a:xfrm>
                <a:off x="1173106" y="4463824"/>
                <a:ext cx="351378" cy="369332"/>
              </a:xfrm>
              <a:prstGeom prst="rect">
                <a:avLst/>
              </a:prstGeom>
              <a:noFill/>
            </p:spPr>
            <p:txBody>
              <a:bodyPr wrap="none" rtlCol="0">
                <a:spAutoFit/>
              </a:bodyPr>
              <a:lstStyle/>
              <a:p>
                <a:r>
                  <a:rPr lang="en-CN" b="1" dirty="0"/>
                  <a:t>A</a:t>
                </a:r>
              </a:p>
            </p:txBody>
          </p:sp>
          <p:sp>
            <p:nvSpPr>
              <p:cNvPr id="31" name="TextBox 30">
                <a:extLst>
                  <a:ext uri="{FF2B5EF4-FFF2-40B4-BE49-F238E27FC236}">
                    <a16:creationId xmlns:a16="http://schemas.microsoft.com/office/drawing/2014/main" id="{AFFCA930-925B-2141-BB8F-AAF2109A7ECC}"/>
                  </a:ext>
                </a:extLst>
              </p:cNvPr>
              <p:cNvSpPr txBox="1"/>
              <p:nvPr/>
            </p:nvSpPr>
            <p:spPr>
              <a:xfrm>
                <a:off x="2878118" y="4463824"/>
                <a:ext cx="325730" cy="369332"/>
              </a:xfrm>
              <a:prstGeom prst="rect">
                <a:avLst/>
              </a:prstGeom>
              <a:noFill/>
            </p:spPr>
            <p:txBody>
              <a:bodyPr wrap="none" rtlCol="0">
                <a:spAutoFit/>
              </a:bodyPr>
              <a:lstStyle/>
              <a:p>
                <a:r>
                  <a:rPr lang="en-CN" b="1" dirty="0"/>
                  <a:t>F</a:t>
                </a:r>
              </a:p>
            </p:txBody>
          </p:sp>
          <p:sp>
            <p:nvSpPr>
              <p:cNvPr id="32" name="TextBox 31">
                <a:extLst>
                  <a:ext uri="{FF2B5EF4-FFF2-40B4-BE49-F238E27FC236}">
                    <a16:creationId xmlns:a16="http://schemas.microsoft.com/office/drawing/2014/main" id="{B7DD1E1E-FE12-3B43-A6BE-12EB1EBD980F}"/>
                  </a:ext>
                </a:extLst>
              </p:cNvPr>
              <p:cNvSpPr txBox="1"/>
              <p:nvPr/>
            </p:nvSpPr>
            <p:spPr>
              <a:xfrm>
                <a:off x="1970723" y="3859308"/>
                <a:ext cx="505267" cy="369332"/>
              </a:xfrm>
              <a:prstGeom prst="rect">
                <a:avLst/>
              </a:prstGeom>
              <a:noFill/>
            </p:spPr>
            <p:txBody>
              <a:bodyPr wrap="none" rtlCol="0">
                <a:spAutoFit/>
              </a:bodyPr>
              <a:lstStyle/>
              <a:p>
                <a:r>
                  <a:rPr lang="en-CN" b="1" dirty="0"/>
                  <a:t>EN</a:t>
                </a:r>
              </a:p>
            </p:txBody>
          </p:sp>
        </p:grpSp>
      </p:grpSp>
      <p:grpSp>
        <p:nvGrpSpPr>
          <p:cNvPr id="142" name="组合 141">
            <a:extLst>
              <a:ext uri="{FF2B5EF4-FFF2-40B4-BE49-F238E27FC236}">
                <a16:creationId xmlns:a16="http://schemas.microsoft.com/office/drawing/2014/main" id="{B16AD612-53F4-2E33-1A06-031E58ADAD63}"/>
              </a:ext>
            </a:extLst>
          </p:cNvPr>
          <p:cNvGrpSpPr/>
          <p:nvPr/>
        </p:nvGrpSpPr>
        <p:grpSpPr>
          <a:xfrm>
            <a:off x="674306" y="1650780"/>
            <a:ext cx="1581173" cy="1139232"/>
            <a:chOff x="3820825" y="-1308738"/>
            <a:chExt cx="1581173" cy="1139232"/>
          </a:xfrm>
        </p:grpSpPr>
        <p:grpSp>
          <p:nvGrpSpPr>
            <p:cNvPr id="7" name="组合 6">
              <a:extLst>
                <a:ext uri="{FF2B5EF4-FFF2-40B4-BE49-F238E27FC236}">
                  <a16:creationId xmlns:a16="http://schemas.microsoft.com/office/drawing/2014/main" id="{E3DF0740-DC85-E1B2-E98A-B30D76BFF633}"/>
                </a:ext>
              </a:extLst>
            </p:cNvPr>
            <p:cNvGrpSpPr/>
            <p:nvPr/>
          </p:nvGrpSpPr>
          <p:grpSpPr>
            <a:xfrm rot="5400000">
              <a:off x="4461223" y="-1271926"/>
              <a:ext cx="632395" cy="1249155"/>
              <a:chOff x="5328084" y="3847846"/>
              <a:chExt cx="632395" cy="1249155"/>
            </a:xfrm>
          </p:grpSpPr>
          <p:cxnSp>
            <p:nvCxnSpPr>
              <p:cNvPr id="114" name="直线连接符 113">
                <a:extLst>
                  <a:ext uri="{FF2B5EF4-FFF2-40B4-BE49-F238E27FC236}">
                    <a16:creationId xmlns:a16="http://schemas.microsoft.com/office/drawing/2014/main" id="{CF188B8D-D448-A184-2976-BB3DE4347A8B}"/>
                  </a:ext>
                </a:extLst>
              </p:cNvPr>
              <p:cNvCxnSpPr>
                <a:cxnSpLocks/>
              </p:cNvCxnSpPr>
              <p:nvPr/>
            </p:nvCxnSpPr>
            <p:spPr bwMode="auto">
              <a:xfrm>
                <a:off x="5436096" y="4488894"/>
                <a:ext cx="0" cy="159451"/>
              </a:xfrm>
              <a:prstGeom prst="line">
                <a:avLst/>
              </a:prstGeom>
              <a:solidFill>
                <a:schemeClr val="accent1"/>
              </a:solidFill>
              <a:ln w="28575" cap="rnd" cmpd="sng" algn="ctr">
                <a:solidFill>
                  <a:srgbClr val="FF0000"/>
                </a:solidFill>
                <a:prstDash val="solid"/>
                <a:round/>
                <a:headEnd type="none" w="med" len="med"/>
                <a:tailEnd type="none" w="med" len="med"/>
              </a:ln>
              <a:effectLst/>
            </p:spPr>
          </p:cxnSp>
          <p:cxnSp>
            <p:nvCxnSpPr>
              <p:cNvPr id="115" name="直线连接符 114">
                <a:extLst>
                  <a:ext uri="{FF2B5EF4-FFF2-40B4-BE49-F238E27FC236}">
                    <a16:creationId xmlns:a16="http://schemas.microsoft.com/office/drawing/2014/main" id="{77E6C49B-5B9F-5618-8B9A-E1041FC9307F}"/>
                  </a:ext>
                </a:extLst>
              </p:cNvPr>
              <p:cNvCxnSpPr>
                <a:cxnSpLocks/>
              </p:cNvCxnSpPr>
              <p:nvPr/>
            </p:nvCxnSpPr>
            <p:spPr bwMode="auto">
              <a:xfrm>
                <a:off x="5508104" y="4438700"/>
                <a:ext cx="0" cy="239473"/>
              </a:xfrm>
              <a:prstGeom prst="line">
                <a:avLst/>
              </a:prstGeom>
              <a:solidFill>
                <a:schemeClr val="accent1"/>
              </a:solidFill>
              <a:ln w="28575" cap="rnd" cmpd="sng" algn="ctr">
                <a:solidFill>
                  <a:srgbClr val="FF0000"/>
                </a:solidFill>
                <a:prstDash val="solid"/>
                <a:round/>
                <a:headEnd type="none" w="med" len="med"/>
                <a:tailEnd type="none" w="med" len="med"/>
              </a:ln>
              <a:effectLst/>
            </p:spPr>
          </p:cxnSp>
          <p:cxnSp>
            <p:nvCxnSpPr>
              <p:cNvPr id="116" name="直线连接符 115">
                <a:extLst>
                  <a:ext uri="{FF2B5EF4-FFF2-40B4-BE49-F238E27FC236}">
                    <a16:creationId xmlns:a16="http://schemas.microsoft.com/office/drawing/2014/main" id="{4A0BA77A-2630-62D1-1516-D899301F381B}"/>
                  </a:ext>
                </a:extLst>
              </p:cNvPr>
              <p:cNvCxnSpPr>
                <a:cxnSpLocks/>
              </p:cNvCxnSpPr>
              <p:nvPr/>
            </p:nvCxnSpPr>
            <p:spPr bwMode="auto">
              <a:xfrm>
                <a:off x="5508104" y="4438700"/>
                <a:ext cx="148990" cy="0"/>
              </a:xfrm>
              <a:prstGeom prst="line">
                <a:avLst/>
              </a:prstGeom>
              <a:solidFill>
                <a:schemeClr val="accent1"/>
              </a:solidFill>
              <a:ln w="28575" cap="rnd" cmpd="sng" algn="ctr">
                <a:solidFill>
                  <a:srgbClr val="FF0000"/>
                </a:solidFill>
                <a:prstDash val="solid"/>
                <a:round/>
                <a:headEnd type="none" w="med" len="med"/>
                <a:tailEnd type="none" w="med" len="med"/>
              </a:ln>
              <a:effectLst/>
            </p:spPr>
          </p:cxnSp>
          <p:cxnSp>
            <p:nvCxnSpPr>
              <p:cNvPr id="117" name="直线连接符 116">
                <a:extLst>
                  <a:ext uri="{FF2B5EF4-FFF2-40B4-BE49-F238E27FC236}">
                    <a16:creationId xmlns:a16="http://schemas.microsoft.com/office/drawing/2014/main" id="{CC403DB0-ED97-0929-7D2B-67DEED6E59A9}"/>
                  </a:ext>
                </a:extLst>
              </p:cNvPr>
              <p:cNvCxnSpPr>
                <a:cxnSpLocks/>
              </p:cNvCxnSpPr>
              <p:nvPr/>
            </p:nvCxnSpPr>
            <p:spPr bwMode="auto">
              <a:xfrm>
                <a:off x="5508104" y="4689140"/>
                <a:ext cx="148990" cy="0"/>
              </a:xfrm>
              <a:prstGeom prst="line">
                <a:avLst/>
              </a:prstGeom>
              <a:solidFill>
                <a:schemeClr val="accent1"/>
              </a:solidFill>
              <a:ln w="28575" cap="rnd" cmpd="sng" algn="ctr">
                <a:solidFill>
                  <a:srgbClr val="FF0000"/>
                </a:solidFill>
                <a:prstDash val="solid"/>
                <a:round/>
                <a:headEnd type="none" w="med" len="med"/>
                <a:tailEnd type="none" w="med" len="med"/>
              </a:ln>
              <a:effectLst/>
            </p:spPr>
          </p:cxnSp>
          <p:cxnSp>
            <p:nvCxnSpPr>
              <p:cNvPr id="118" name="直线连接符 117">
                <a:extLst>
                  <a:ext uri="{FF2B5EF4-FFF2-40B4-BE49-F238E27FC236}">
                    <a16:creationId xmlns:a16="http://schemas.microsoft.com/office/drawing/2014/main" id="{6D646599-1B34-F48B-2033-0134DBE89671}"/>
                  </a:ext>
                </a:extLst>
              </p:cNvPr>
              <p:cNvCxnSpPr>
                <a:cxnSpLocks/>
              </p:cNvCxnSpPr>
              <p:nvPr/>
            </p:nvCxnSpPr>
            <p:spPr bwMode="auto">
              <a:xfrm rot="16200000" flipH="1">
                <a:off x="5365572" y="4143272"/>
                <a:ext cx="590854" cy="1"/>
              </a:xfrm>
              <a:prstGeom prst="line">
                <a:avLst/>
              </a:prstGeom>
              <a:solidFill>
                <a:schemeClr val="accent1"/>
              </a:solidFill>
              <a:ln w="28575" cap="rnd" cmpd="sng" algn="ctr">
                <a:solidFill>
                  <a:srgbClr val="FF0000"/>
                </a:solidFill>
                <a:prstDash val="solid"/>
                <a:round/>
                <a:headEnd type="none" w="med" len="med"/>
                <a:tailEnd type="none" w="med" len="med"/>
              </a:ln>
              <a:effectLst/>
            </p:spPr>
          </p:cxnSp>
          <p:cxnSp>
            <p:nvCxnSpPr>
              <p:cNvPr id="119" name="直线连接符 118">
                <a:extLst>
                  <a:ext uri="{FF2B5EF4-FFF2-40B4-BE49-F238E27FC236}">
                    <a16:creationId xmlns:a16="http://schemas.microsoft.com/office/drawing/2014/main" id="{40FB5BFD-7B54-2281-62E7-FABDFB56CA44}"/>
                  </a:ext>
                </a:extLst>
              </p:cNvPr>
              <p:cNvCxnSpPr>
                <a:cxnSpLocks/>
              </p:cNvCxnSpPr>
              <p:nvPr/>
            </p:nvCxnSpPr>
            <p:spPr bwMode="auto">
              <a:xfrm>
                <a:off x="5657094" y="4689140"/>
                <a:ext cx="0" cy="407861"/>
              </a:xfrm>
              <a:prstGeom prst="line">
                <a:avLst/>
              </a:prstGeom>
              <a:solidFill>
                <a:schemeClr val="accent1"/>
              </a:solidFill>
              <a:ln w="28575" cap="rnd" cmpd="sng" algn="ctr">
                <a:solidFill>
                  <a:srgbClr val="FF0000"/>
                </a:solidFill>
                <a:prstDash val="solid"/>
                <a:round/>
                <a:headEnd type="none" w="med" len="med"/>
                <a:tailEnd type="none" w="med" len="med"/>
              </a:ln>
              <a:effectLst/>
            </p:spPr>
          </p:cxnSp>
          <p:cxnSp>
            <p:nvCxnSpPr>
              <p:cNvPr id="120" name="直线连接符 119">
                <a:extLst>
                  <a:ext uri="{FF2B5EF4-FFF2-40B4-BE49-F238E27FC236}">
                    <a16:creationId xmlns:a16="http://schemas.microsoft.com/office/drawing/2014/main" id="{E4508E2A-F4A0-7AFF-ADF4-F90BD04443E7}"/>
                  </a:ext>
                </a:extLst>
              </p:cNvPr>
              <p:cNvCxnSpPr>
                <a:cxnSpLocks/>
              </p:cNvCxnSpPr>
              <p:nvPr/>
            </p:nvCxnSpPr>
            <p:spPr bwMode="auto">
              <a:xfrm flipH="1">
                <a:off x="5328084" y="4560902"/>
                <a:ext cx="108012" cy="0"/>
              </a:xfrm>
              <a:prstGeom prst="line">
                <a:avLst/>
              </a:prstGeom>
              <a:solidFill>
                <a:schemeClr val="accent1"/>
              </a:solidFill>
              <a:ln w="28575" cap="rnd" cmpd="sng" algn="ctr">
                <a:solidFill>
                  <a:srgbClr val="FF0000"/>
                </a:solidFill>
                <a:prstDash val="solid"/>
                <a:round/>
                <a:headEnd type="none" w="med" len="med"/>
                <a:tailEnd type="none" w="med" len="med"/>
              </a:ln>
              <a:effectLst/>
            </p:spPr>
          </p:cxnSp>
          <p:cxnSp>
            <p:nvCxnSpPr>
              <p:cNvPr id="124" name="直线连接符 123">
                <a:extLst>
                  <a:ext uri="{FF2B5EF4-FFF2-40B4-BE49-F238E27FC236}">
                    <a16:creationId xmlns:a16="http://schemas.microsoft.com/office/drawing/2014/main" id="{2FC9F11C-C1F4-81AE-0454-B7BF10CB7522}"/>
                  </a:ext>
                </a:extLst>
              </p:cNvPr>
              <p:cNvCxnSpPr>
                <a:cxnSpLocks/>
              </p:cNvCxnSpPr>
              <p:nvPr/>
            </p:nvCxnSpPr>
            <p:spPr bwMode="auto">
              <a:xfrm flipH="1">
                <a:off x="5667801" y="4089893"/>
                <a:ext cx="108012" cy="0"/>
              </a:xfrm>
              <a:prstGeom prst="line">
                <a:avLst/>
              </a:prstGeom>
              <a:solidFill>
                <a:schemeClr val="accent1"/>
              </a:solidFill>
              <a:ln w="28575" cap="rnd" cmpd="sng" algn="ctr">
                <a:solidFill>
                  <a:srgbClr val="FF0000"/>
                </a:solidFill>
                <a:prstDash val="solid"/>
                <a:round/>
                <a:headEnd type="none" w="med" len="med"/>
                <a:tailEnd type="none" w="med" len="med"/>
              </a:ln>
              <a:effectLst/>
            </p:spPr>
          </p:cxnSp>
          <p:cxnSp>
            <p:nvCxnSpPr>
              <p:cNvPr id="125" name="直线连接符 124">
                <a:extLst>
                  <a:ext uri="{FF2B5EF4-FFF2-40B4-BE49-F238E27FC236}">
                    <a16:creationId xmlns:a16="http://schemas.microsoft.com/office/drawing/2014/main" id="{B6FE3990-40EE-67A8-6259-6C1CE4BB77D2}"/>
                  </a:ext>
                </a:extLst>
              </p:cNvPr>
              <p:cNvCxnSpPr>
                <a:cxnSpLocks/>
              </p:cNvCxnSpPr>
              <p:nvPr/>
            </p:nvCxnSpPr>
            <p:spPr bwMode="auto">
              <a:xfrm>
                <a:off x="5778813" y="4010168"/>
                <a:ext cx="0" cy="159451"/>
              </a:xfrm>
              <a:prstGeom prst="line">
                <a:avLst/>
              </a:prstGeom>
              <a:solidFill>
                <a:schemeClr val="accent1"/>
              </a:solidFill>
              <a:ln w="28575" cap="rnd" cmpd="sng" algn="ctr">
                <a:solidFill>
                  <a:srgbClr val="FF0000"/>
                </a:solidFill>
                <a:prstDash val="solid"/>
                <a:round/>
                <a:headEnd type="none" w="med" len="med"/>
                <a:tailEnd type="none" w="med" len="med"/>
              </a:ln>
              <a:effectLst/>
            </p:spPr>
          </p:cxnSp>
          <p:cxnSp>
            <p:nvCxnSpPr>
              <p:cNvPr id="126" name="直线连接符 125">
                <a:extLst>
                  <a:ext uri="{FF2B5EF4-FFF2-40B4-BE49-F238E27FC236}">
                    <a16:creationId xmlns:a16="http://schemas.microsoft.com/office/drawing/2014/main" id="{F0918C55-889E-E635-7934-ECD7799CB234}"/>
                  </a:ext>
                </a:extLst>
              </p:cNvPr>
              <p:cNvCxnSpPr>
                <a:cxnSpLocks/>
              </p:cNvCxnSpPr>
              <p:nvPr/>
            </p:nvCxnSpPr>
            <p:spPr bwMode="auto">
              <a:xfrm>
                <a:off x="5839586" y="4010167"/>
                <a:ext cx="0" cy="159451"/>
              </a:xfrm>
              <a:prstGeom prst="line">
                <a:avLst/>
              </a:prstGeom>
              <a:solidFill>
                <a:schemeClr val="accent1"/>
              </a:solidFill>
              <a:ln w="28575" cap="rnd" cmpd="sng" algn="ctr">
                <a:solidFill>
                  <a:srgbClr val="FF0000"/>
                </a:solidFill>
                <a:prstDash val="solid"/>
                <a:round/>
                <a:headEnd type="none" w="med" len="med"/>
                <a:tailEnd type="none" w="med" len="med"/>
              </a:ln>
              <a:effectLst/>
            </p:spPr>
          </p:cxnSp>
          <p:cxnSp>
            <p:nvCxnSpPr>
              <p:cNvPr id="127" name="直线连接符 126">
                <a:extLst>
                  <a:ext uri="{FF2B5EF4-FFF2-40B4-BE49-F238E27FC236}">
                    <a16:creationId xmlns:a16="http://schemas.microsoft.com/office/drawing/2014/main" id="{C725B56F-CB7D-53EB-393C-8C0EA8062035}"/>
                  </a:ext>
                </a:extLst>
              </p:cNvPr>
              <p:cNvCxnSpPr>
                <a:cxnSpLocks/>
              </p:cNvCxnSpPr>
              <p:nvPr/>
            </p:nvCxnSpPr>
            <p:spPr bwMode="auto">
              <a:xfrm flipH="1">
                <a:off x="5852467" y="4089894"/>
                <a:ext cx="108012" cy="0"/>
              </a:xfrm>
              <a:prstGeom prst="line">
                <a:avLst/>
              </a:prstGeom>
              <a:solidFill>
                <a:schemeClr val="accent1"/>
              </a:solidFill>
              <a:ln w="28575" cap="rnd" cmpd="sng" algn="ctr">
                <a:solidFill>
                  <a:srgbClr val="FF0000"/>
                </a:solidFill>
                <a:prstDash val="solid"/>
                <a:round/>
                <a:headEnd type="none" w="med" len="med"/>
                <a:tailEnd type="none" w="med" len="med"/>
              </a:ln>
              <a:effectLst/>
            </p:spPr>
          </p:cxnSp>
        </p:grpSp>
        <p:sp>
          <p:nvSpPr>
            <p:cNvPr id="43" name="文本框 42">
              <a:extLst>
                <a:ext uri="{FF2B5EF4-FFF2-40B4-BE49-F238E27FC236}">
                  <a16:creationId xmlns:a16="http://schemas.microsoft.com/office/drawing/2014/main" id="{C734D237-98D7-1CF9-E2F0-0B6C6FBECF7A}"/>
                </a:ext>
              </a:extLst>
            </p:cNvPr>
            <p:cNvSpPr txBox="1"/>
            <p:nvPr/>
          </p:nvSpPr>
          <p:spPr>
            <a:xfrm>
              <a:off x="3820825" y="-835024"/>
              <a:ext cx="351378" cy="369332"/>
            </a:xfrm>
            <a:prstGeom prst="rect">
              <a:avLst/>
            </a:prstGeom>
            <a:noFill/>
            <a:ln>
              <a:noFill/>
            </a:ln>
          </p:spPr>
          <p:txBody>
            <a:bodyPr wrap="none" rtlCol="0">
              <a:spAutoFit/>
            </a:bodyPr>
            <a:lstStyle/>
            <a:p>
              <a:r>
                <a:rPr kumimoji="1" lang="en-US" altLang="zh-CN" b="1" dirty="0">
                  <a:solidFill>
                    <a:srgbClr val="FF0000"/>
                  </a:solidFill>
                </a:rPr>
                <a:t>A</a:t>
              </a:r>
              <a:endParaRPr kumimoji="1" lang="zh-CN" altLang="en-US" b="1" dirty="0">
                <a:solidFill>
                  <a:srgbClr val="FF0000"/>
                </a:solidFill>
              </a:endParaRPr>
            </a:p>
          </p:txBody>
        </p:sp>
        <p:sp>
          <p:nvSpPr>
            <p:cNvPr id="121" name="文本框 120">
              <a:extLst>
                <a:ext uri="{FF2B5EF4-FFF2-40B4-BE49-F238E27FC236}">
                  <a16:creationId xmlns:a16="http://schemas.microsoft.com/office/drawing/2014/main" id="{E9FFAB3D-78BC-372A-D1E8-C6C90014325B}"/>
                </a:ext>
              </a:extLst>
            </p:cNvPr>
            <p:cNvSpPr txBox="1"/>
            <p:nvPr/>
          </p:nvSpPr>
          <p:spPr>
            <a:xfrm>
              <a:off x="4499992" y="-1308738"/>
              <a:ext cx="351378" cy="369332"/>
            </a:xfrm>
            <a:prstGeom prst="rect">
              <a:avLst/>
            </a:prstGeom>
            <a:noFill/>
            <a:ln>
              <a:noFill/>
            </a:ln>
          </p:spPr>
          <p:txBody>
            <a:bodyPr wrap="none" rtlCol="0">
              <a:spAutoFit/>
            </a:bodyPr>
            <a:lstStyle/>
            <a:p>
              <a:r>
                <a:rPr kumimoji="1" lang="en-US" altLang="zh-CN" b="1" dirty="0">
                  <a:solidFill>
                    <a:srgbClr val="FF0000"/>
                  </a:solidFill>
                </a:rPr>
                <a:t>C</a:t>
              </a:r>
              <a:endParaRPr kumimoji="1" lang="zh-CN" altLang="en-US" b="1" dirty="0">
                <a:solidFill>
                  <a:srgbClr val="FF0000"/>
                </a:solidFill>
              </a:endParaRPr>
            </a:p>
          </p:txBody>
        </p:sp>
        <p:sp>
          <p:nvSpPr>
            <p:cNvPr id="122" name="文本框 121">
              <a:extLst>
                <a:ext uri="{FF2B5EF4-FFF2-40B4-BE49-F238E27FC236}">
                  <a16:creationId xmlns:a16="http://schemas.microsoft.com/office/drawing/2014/main" id="{ED51A23F-B152-EAAF-01FD-3F8AFEA726B2}"/>
                </a:ext>
              </a:extLst>
            </p:cNvPr>
            <p:cNvSpPr txBox="1"/>
            <p:nvPr/>
          </p:nvSpPr>
          <p:spPr>
            <a:xfrm>
              <a:off x="5050617" y="-952238"/>
              <a:ext cx="351378" cy="369332"/>
            </a:xfrm>
            <a:prstGeom prst="rect">
              <a:avLst/>
            </a:prstGeom>
            <a:noFill/>
            <a:ln>
              <a:noFill/>
            </a:ln>
          </p:spPr>
          <p:txBody>
            <a:bodyPr wrap="none" rtlCol="0">
              <a:spAutoFit/>
            </a:bodyPr>
            <a:lstStyle/>
            <a:p>
              <a:r>
                <a:rPr kumimoji="1" lang="en-US" altLang="zh-CN" b="1" dirty="0">
                  <a:solidFill>
                    <a:srgbClr val="FF0000"/>
                  </a:solidFill>
                </a:rPr>
                <a:t>B</a:t>
              </a:r>
              <a:endParaRPr kumimoji="1" lang="zh-CN" altLang="en-US" b="1" dirty="0">
                <a:solidFill>
                  <a:srgbClr val="FF0000"/>
                </a:solidFill>
              </a:endParaRPr>
            </a:p>
          </p:txBody>
        </p:sp>
        <p:sp>
          <p:nvSpPr>
            <p:cNvPr id="128" name="三角形 127">
              <a:extLst>
                <a:ext uri="{FF2B5EF4-FFF2-40B4-BE49-F238E27FC236}">
                  <a16:creationId xmlns:a16="http://schemas.microsoft.com/office/drawing/2014/main" id="{0C6FB583-C676-6BEA-FAFC-10E0835D70A6}"/>
                </a:ext>
              </a:extLst>
            </p:cNvPr>
            <p:cNvSpPr/>
            <p:nvPr/>
          </p:nvSpPr>
          <p:spPr bwMode="auto">
            <a:xfrm rot="10800000">
              <a:off x="5080883" y="-306397"/>
              <a:ext cx="158794" cy="136891"/>
            </a:xfrm>
            <a:prstGeom prst="triangle">
              <a:avLst/>
            </a:prstGeom>
            <a:noFill/>
            <a:ln w="28575" cap="rnd"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rgbClr val="FF0000"/>
                </a:solidFill>
                <a:effectLst/>
                <a:latin typeface="Arial" charset="0"/>
              </a:endParaRPr>
            </a:p>
          </p:txBody>
        </p:sp>
        <p:sp>
          <p:nvSpPr>
            <p:cNvPr id="129" name="弧 128">
              <a:extLst>
                <a:ext uri="{FF2B5EF4-FFF2-40B4-BE49-F238E27FC236}">
                  <a16:creationId xmlns:a16="http://schemas.microsoft.com/office/drawing/2014/main" id="{94545855-3A62-147B-61BC-0D7B3C8B3CA4}"/>
                </a:ext>
              </a:extLst>
            </p:cNvPr>
            <p:cNvSpPr/>
            <p:nvPr/>
          </p:nvSpPr>
          <p:spPr bwMode="auto">
            <a:xfrm>
              <a:off x="4512936" y="-992941"/>
              <a:ext cx="547391" cy="547391"/>
            </a:xfrm>
            <a:prstGeom prst="arc">
              <a:avLst/>
            </a:prstGeom>
            <a:noFill/>
            <a:ln w="28575" cap="rnd" cmpd="sng" algn="ctr">
              <a:solidFill>
                <a:srgbClr val="FF0000"/>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rgbClr val="FF0000"/>
                </a:solidFill>
                <a:effectLst/>
                <a:latin typeface="Arial" charset="0"/>
              </a:endParaRPr>
            </a:p>
          </p:txBody>
        </p:sp>
      </p:grpSp>
      <p:grpSp>
        <p:nvGrpSpPr>
          <p:cNvPr id="141" name="组合 140">
            <a:extLst>
              <a:ext uri="{FF2B5EF4-FFF2-40B4-BE49-F238E27FC236}">
                <a16:creationId xmlns:a16="http://schemas.microsoft.com/office/drawing/2014/main" id="{3C59A299-A5E3-E19F-D3BC-E53803F81495}"/>
              </a:ext>
            </a:extLst>
          </p:cNvPr>
          <p:cNvGrpSpPr/>
          <p:nvPr/>
        </p:nvGrpSpPr>
        <p:grpSpPr>
          <a:xfrm>
            <a:off x="593053" y="2625033"/>
            <a:ext cx="1868478" cy="1465634"/>
            <a:chOff x="985911" y="-1221085"/>
            <a:chExt cx="1868478" cy="1465634"/>
          </a:xfrm>
        </p:grpSpPr>
        <p:cxnSp>
          <p:nvCxnSpPr>
            <p:cNvPr id="131" name="直线箭头连接符 130">
              <a:extLst>
                <a:ext uri="{FF2B5EF4-FFF2-40B4-BE49-F238E27FC236}">
                  <a16:creationId xmlns:a16="http://schemas.microsoft.com/office/drawing/2014/main" id="{E33B4F7B-AA77-2756-A8B0-5D149FE9D6C9}"/>
                </a:ext>
              </a:extLst>
            </p:cNvPr>
            <p:cNvCxnSpPr/>
            <p:nvPr/>
          </p:nvCxnSpPr>
          <p:spPr bwMode="auto">
            <a:xfrm>
              <a:off x="1439652" y="-237952"/>
              <a:ext cx="1126316" cy="0"/>
            </a:xfrm>
            <a:prstGeom prst="straightConnector1">
              <a:avLst/>
            </a:prstGeom>
            <a:solidFill>
              <a:schemeClr val="accent1"/>
            </a:solidFill>
            <a:ln w="28575" cap="rnd" cmpd="sng" algn="ctr">
              <a:solidFill>
                <a:srgbClr val="FF0000"/>
              </a:solidFill>
              <a:prstDash val="solid"/>
              <a:round/>
              <a:headEnd type="none" w="med" len="med"/>
              <a:tailEnd type="triangle" w="med" len="med"/>
            </a:ln>
            <a:effectLst/>
          </p:spPr>
        </p:cxnSp>
        <p:cxnSp>
          <p:nvCxnSpPr>
            <p:cNvPr id="132" name="直线箭头连接符 131">
              <a:extLst>
                <a:ext uri="{FF2B5EF4-FFF2-40B4-BE49-F238E27FC236}">
                  <a16:creationId xmlns:a16="http://schemas.microsoft.com/office/drawing/2014/main" id="{0447D9D0-6EEE-4676-6712-67D213827969}"/>
                </a:ext>
              </a:extLst>
            </p:cNvPr>
            <p:cNvCxnSpPr>
              <a:cxnSpLocks/>
            </p:cNvCxnSpPr>
            <p:nvPr/>
          </p:nvCxnSpPr>
          <p:spPr bwMode="auto">
            <a:xfrm flipV="1">
              <a:off x="1511660" y="-1109494"/>
              <a:ext cx="0" cy="971329"/>
            </a:xfrm>
            <a:prstGeom prst="straightConnector1">
              <a:avLst/>
            </a:prstGeom>
            <a:solidFill>
              <a:schemeClr val="accent1"/>
            </a:solidFill>
            <a:ln w="28575" cap="rnd" cmpd="sng" algn="ctr">
              <a:solidFill>
                <a:srgbClr val="FF0000"/>
              </a:solidFill>
              <a:prstDash val="solid"/>
              <a:round/>
              <a:headEnd type="none" w="med" len="med"/>
              <a:tailEnd type="triangle" w="med" len="med"/>
            </a:ln>
            <a:effectLst/>
          </p:spPr>
        </p:cxnSp>
        <p:sp>
          <p:nvSpPr>
            <p:cNvPr id="134" name="文本框 133">
              <a:extLst>
                <a:ext uri="{FF2B5EF4-FFF2-40B4-BE49-F238E27FC236}">
                  <a16:creationId xmlns:a16="http://schemas.microsoft.com/office/drawing/2014/main" id="{4CE10A4F-674D-63CD-C1B8-C0A64D93A6E3}"/>
                </a:ext>
              </a:extLst>
            </p:cNvPr>
            <p:cNvSpPr txBox="1"/>
            <p:nvPr/>
          </p:nvSpPr>
          <p:spPr>
            <a:xfrm>
              <a:off x="985911" y="-1221085"/>
              <a:ext cx="564578" cy="369332"/>
            </a:xfrm>
            <a:prstGeom prst="rect">
              <a:avLst/>
            </a:prstGeom>
            <a:noFill/>
            <a:ln>
              <a:noFill/>
            </a:ln>
          </p:spPr>
          <p:txBody>
            <a:bodyPr wrap="none" rtlCol="0">
              <a:spAutoFit/>
            </a:bodyPr>
            <a:lstStyle/>
            <a:p>
              <a:r>
                <a:rPr kumimoji="1" lang="en-US" altLang="zh-CN" b="1" dirty="0">
                  <a:solidFill>
                    <a:srgbClr val="FF0000"/>
                  </a:solidFill>
                </a:rPr>
                <a:t>R</a:t>
              </a:r>
              <a:r>
                <a:rPr kumimoji="1" lang="en-US" altLang="zh-CN" b="1" baseline="-25000" dirty="0">
                  <a:solidFill>
                    <a:srgbClr val="FF0000"/>
                  </a:solidFill>
                </a:rPr>
                <a:t>DS</a:t>
              </a:r>
              <a:endParaRPr kumimoji="1" lang="zh-CN" altLang="en-US" b="1" baseline="-25000" dirty="0">
                <a:solidFill>
                  <a:srgbClr val="FF0000"/>
                </a:solidFill>
              </a:endParaRPr>
            </a:p>
          </p:txBody>
        </p:sp>
        <p:sp>
          <p:nvSpPr>
            <p:cNvPr id="135" name="文本框 134">
              <a:extLst>
                <a:ext uri="{FF2B5EF4-FFF2-40B4-BE49-F238E27FC236}">
                  <a16:creationId xmlns:a16="http://schemas.microsoft.com/office/drawing/2014/main" id="{556B13F7-E90B-B9E4-1D11-FC2C5839289A}"/>
                </a:ext>
              </a:extLst>
            </p:cNvPr>
            <p:cNvSpPr txBox="1"/>
            <p:nvPr/>
          </p:nvSpPr>
          <p:spPr>
            <a:xfrm>
              <a:off x="2293017" y="-269830"/>
              <a:ext cx="561372" cy="369332"/>
            </a:xfrm>
            <a:prstGeom prst="rect">
              <a:avLst/>
            </a:prstGeom>
            <a:noFill/>
            <a:ln>
              <a:noFill/>
            </a:ln>
          </p:spPr>
          <p:txBody>
            <a:bodyPr wrap="none" rtlCol="0">
              <a:spAutoFit/>
            </a:bodyPr>
            <a:lstStyle/>
            <a:p>
              <a:r>
                <a:rPr kumimoji="1" lang="en-US" altLang="zh-CN" b="1" dirty="0">
                  <a:solidFill>
                    <a:srgbClr val="FF0000"/>
                  </a:solidFill>
                </a:rPr>
                <a:t>V</a:t>
              </a:r>
              <a:r>
                <a:rPr kumimoji="1" lang="en-US" altLang="zh-CN" b="1" baseline="-25000" dirty="0">
                  <a:solidFill>
                    <a:srgbClr val="FF0000"/>
                  </a:solidFill>
                </a:rPr>
                <a:t>GS</a:t>
              </a:r>
              <a:endParaRPr kumimoji="1" lang="zh-CN" altLang="en-US" b="1" baseline="-25000" dirty="0">
                <a:solidFill>
                  <a:srgbClr val="FF0000"/>
                </a:solidFill>
              </a:endParaRPr>
            </a:p>
          </p:txBody>
        </p:sp>
        <p:sp>
          <p:nvSpPr>
            <p:cNvPr id="137" name="任意形状 136">
              <a:extLst>
                <a:ext uri="{FF2B5EF4-FFF2-40B4-BE49-F238E27FC236}">
                  <a16:creationId xmlns:a16="http://schemas.microsoft.com/office/drawing/2014/main" id="{FF3DB59B-39CA-7282-2A96-8CF9650290CF}"/>
                </a:ext>
              </a:extLst>
            </p:cNvPr>
            <p:cNvSpPr/>
            <p:nvPr/>
          </p:nvSpPr>
          <p:spPr bwMode="auto">
            <a:xfrm>
              <a:off x="1627322" y="-984142"/>
              <a:ext cx="767166" cy="725556"/>
            </a:xfrm>
            <a:custGeom>
              <a:avLst/>
              <a:gdLst>
                <a:gd name="connsiteX0" fmla="*/ 0 w 767166"/>
                <a:gd name="connsiteY0" fmla="*/ 0 h 725556"/>
                <a:gd name="connsiteX1" fmla="*/ 271220 w 767166"/>
                <a:gd name="connsiteY1" fmla="*/ 69742 h 725556"/>
                <a:gd name="connsiteX2" fmla="*/ 371959 w 767166"/>
                <a:gd name="connsiteY2" fmla="*/ 402956 h 725556"/>
                <a:gd name="connsiteX3" fmla="*/ 441702 w 767166"/>
                <a:gd name="connsiteY3" fmla="*/ 681925 h 725556"/>
                <a:gd name="connsiteX4" fmla="*/ 767166 w 767166"/>
                <a:gd name="connsiteY4" fmla="*/ 720671 h 725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7166" h="725556">
                  <a:moveTo>
                    <a:pt x="0" y="0"/>
                  </a:moveTo>
                  <a:cubicBezTo>
                    <a:pt x="104613" y="1291"/>
                    <a:pt x="209227" y="2583"/>
                    <a:pt x="271220" y="69742"/>
                  </a:cubicBezTo>
                  <a:cubicBezTo>
                    <a:pt x="333213" y="136901"/>
                    <a:pt x="343545" y="300926"/>
                    <a:pt x="371959" y="402956"/>
                  </a:cubicBezTo>
                  <a:cubicBezTo>
                    <a:pt x="400373" y="504987"/>
                    <a:pt x="375834" y="628973"/>
                    <a:pt x="441702" y="681925"/>
                  </a:cubicBezTo>
                  <a:cubicBezTo>
                    <a:pt x="507570" y="734877"/>
                    <a:pt x="637368" y="727774"/>
                    <a:pt x="767166" y="720671"/>
                  </a:cubicBezTo>
                </a:path>
              </a:pathLst>
            </a:custGeom>
            <a:noFill/>
            <a:ln w="28575" cap="rnd" cmpd="sng" algn="ctr">
              <a:solidFill>
                <a:srgbClr val="FF0000"/>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cxnSp>
          <p:nvCxnSpPr>
            <p:cNvPr id="139" name="直线连接符 138">
              <a:extLst>
                <a:ext uri="{FF2B5EF4-FFF2-40B4-BE49-F238E27FC236}">
                  <a16:creationId xmlns:a16="http://schemas.microsoft.com/office/drawing/2014/main" id="{664D45C8-A85D-4BA4-972D-4A7C07D28BA3}"/>
                </a:ext>
              </a:extLst>
            </p:cNvPr>
            <p:cNvCxnSpPr/>
            <p:nvPr/>
          </p:nvCxnSpPr>
          <p:spPr bwMode="auto">
            <a:xfrm>
              <a:off x="2010905" y="-1128070"/>
              <a:ext cx="0" cy="1042906"/>
            </a:xfrm>
            <a:prstGeom prst="line">
              <a:avLst/>
            </a:prstGeom>
            <a:solidFill>
              <a:schemeClr val="accent1"/>
            </a:solidFill>
            <a:ln w="28575" cap="flat" cmpd="sng" algn="ctr">
              <a:solidFill>
                <a:srgbClr val="3333FF"/>
              </a:solidFill>
              <a:prstDash val="solid"/>
              <a:round/>
              <a:headEnd type="none" w="med" len="med"/>
              <a:tailEnd type="none" w="med" len="med"/>
            </a:ln>
            <a:effectLst/>
          </p:spPr>
        </p:cxnSp>
        <p:sp>
          <p:nvSpPr>
            <p:cNvPr id="140" name="文本框 139">
              <a:extLst>
                <a:ext uri="{FF2B5EF4-FFF2-40B4-BE49-F238E27FC236}">
                  <a16:creationId xmlns:a16="http://schemas.microsoft.com/office/drawing/2014/main" id="{B62BB914-8609-4DA7-FCAD-1C8E88BA113F}"/>
                </a:ext>
              </a:extLst>
            </p:cNvPr>
            <p:cNvSpPr txBox="1"/>
            <p:nvPr/>
          </p:nvSpPr>
          <p:spPr>
            <a:xfrm>
              <a:off x="1835696" y="-124783"/>
              <a:ext cx="433132" cy="369332"/>
            </a:xfrm>
            <a:prstGeom prst="rect">
              <a:avLst/>
            </a:prstGeom>
            <a:noFill/>
            <a:ln>
              <a:noFill/>
            </a:ln>
          </p:spPr>
          <p:txBody>
            <a:bodyPr wrap="none" rtlCol="0">
              <a:spAutoFit/>
            </a:bodyPr>
            <a:lstStyle/>
            <a:p>
              <a:r>
                <a:rPr kumimoji="1" lang="en-US" altLang="zh-CN" b="1" dirty="0">
                  <a:solidFill>
                    <a:srgbClr val="3333FF"/>
                  </a:solidFill>
                </a:rPr>
                <a:t>V</a:t>
              </a:r>
              <a:r>
                <a:rPr kumimoji="1" lang="en-US" altLang="zh-CN" b="1" baseline="-25000" dirty="0">
                  <a:solidFill>
                    <a:srgbClr val="3333FF"/>
                  </a:solidFill>
                </a:rPr>
                <a:t>T</a:t>
              </a:r>
              <a:endParaRPr kumimoji="1" lang="zh-CN" altLang="en-US" b="1" baseline="-25000" dirty="0">
                <a:solidFill>
                  <a:srgbClr val="3333FF"/>
                </a:solidFill>
              </a:endParaRPr>
            </a:p>
          </p:txBody>
        </p:sp>
      </p:grpSp>
      <p:grpSp>
        <p:nvGrpSpPr>
          <p:cNvPr id="176" name="组合 175">
            <a:extLst>
              <a:ext uri="{FF2B5EF4-FFF2-40B4-BE49-F238E27FC236}">
                <a16:creationId xmlns:a16="http://schemas.microsoft.com/office/drawing/2014/main" id="{69B0FED8-94D9-BB89-9CD8-1CAFCDE9EA4D}"/>
              </a:ext>
            </a:extLst>
          </p:cNvPr>
          <p:cNvGrpSpPr/>
          <p:nvPr/>
        </p:nvGrpSpPr>
        <p:grpSpPr>
          <a:xfrm>
            <a:off x="2613907" y="2126815"/>
            <a:ext cx="3197971" cy="1594520"/>
            <a:chOff x="2186560" y="-2262666"/>
            <a:chExt cx="3197971" cy="1594520"/>
          </a:xfrm>
        </p:grpSpPr>
        <p:cxnSp>
          <p:nvCxnSpPr>
            <p:cNvPr id="144" name="直线箭头连接符 143">
              <a:extLst>
                <a:ext uri="{FF2B5EF4-FFF2-40B4-BE49-F238E27FC236}">
                  <a16:creationId xmlns:a16="http://schemas.microsoft.com/office/drawing/2014/main" id="{8E662DB0-6F1C-D597-D03E-DC4DE45F6061}"/>
                </a:ext>
              </a:extLst>
            </p:cNvPr>
            <p:cNvCxnSpPr>
              <a:cxnSpLocks/>
            </p:cNvCxnSpPr>
            <p:nvPr/>
          </p:nvCxnSpPr>
          <p:spPr bwMode="auto">
            <a:xfrm>
              <a:off x="3042880" y="-1010078"/>
              <a:ext cx="2002261" cy="0"/>
            </a:xfrm>
            <a:prstGeom prst="straightConnector1">
              <a:avLst/>
            </a:prstGeom>
            <a:solidFill>
              <a:schemeClr val="accent1"/>
            </a:solidFill>
            <a:ln w="28575" cap="rnd" cmpd="sng" algn="ctr">
              <a:solidFill>
                <a:srgbClr val="FF0000"/>
              </a:solidFill>
              <a:prstDash val="solid"/>
              <a:round/>
              <a:headEnd type="none" w="med" len="med"/>
              <a:tailEnd type="triangle" w="med" len="med"/>
            </a:ln>
            <a:effectLst/>
          </p:spPr>
        </p:cxnSp>
        <p:cxnSp>
          <p:nvCxnSpPr>
            <p:cNvPr id="145" name="直线箭头连接符 144">
              <a:extLst>
                <a:ext uri="{FF2B5EF4-FFF2-40B4-BE49-F238E27FC236}">
                  <a16:creationId xmlns:a16="http://schemas.microsoft.com/office/drawing/2014/main" id="{8636241F-9528-8444-C616-187967369A4F}"/>
                </a:ext>
              </a:extLst>
            </p:cNvPr>
            <p:cNvCxnSpPr>
              <a:cxnSpLocks/>
            </p:cNvCxnSpPr>
            <p:nvPr/>
          </p:nvCxnSpPr>
          <p:spPr bwMode="auto">
            <a:xfrm flipV="1">
              <a:off x="3114888" y="-1881620"/>
              <a:ext cx="0" cy="971329"/>
            </a:xfrm>
            <a:prstGeom prst="straightConnector1">
              <a:avLst/>
            </a:prstGeom>
            <a:solidFill>
              <a:schemeClr val="accent1"/>
            </a:solidFill>
            <a:ln w="28575" cap="rnd" cmpd="sng" algn="ctr">
              <a:solidFill>
                <a:srgbClr val="FF0000"/>
              </a:solidFill>
              <a:prstDash val="solid"/>
              <a:round/>
              <a:headEnd type="none" w="med" len="med"/>
              <a:tailEnd type="triangle" w="med" len="med"/>
            </a:ln>
            <a:effectLst/>
          </p:spPr>
        </p:cxnSp>
        <p:sp>
          <p:nvSpPr>
            <p:cNvPr id="146" name="文本框 145">
              <a:extLst>
                <a:ext uri="{FF2B5EF4-FFF2-40B4-BE49-F238E27FC236}">
                  <a16:creationId xmlns:a16="http://schemas.microsoft.com/office/drawing/2014/main" id="{29A2EEC0-23A0-4D42-0B91-3D8F1AFEB8FF}"/>
                </a:ext>
              </a:extLst>
            </p:cNvPr>
            <p:cNvSpPr txBox="1"/>
            <p:nvPr/>
          </p:nvSpPr>
          <p:spPr>
            <a:xfrm>
              <a:off x="2542326" y="-2262666"/>
              <a:ext cx="1001108" cy="369332"/>
            </a:xfrm>
            <a:prstGeom prst="rect">
              <a:avLst/>
            </a:prstGeom>
            <a:noFill/>
            <a:ln>
              <a:noFill/>
            </a:ln>
          </p:spPr>
          <p:txBody>
            <a:bodyPr wrap="none" rtlCol="0">
              <a:spAutoFit/>
            </a:bodyPr>
            <a:lstStyle/>
            <a:p>
              <a:r>
                <a:rPr kumimoji="1" lang="en-US" altLang="zh-CN" b="1" dirty="0">
                  <a:solidFill>
                    <a:srgbClr val="FF0000"/>
                  </a:solidFill>
                </a:rPr>
                <a:t>Voltage</a:t>
              </a:r>
              <a:endParaRPr kumimoji="1" lang="zh-CN" altLang="en-US" b="1" dirty="0">
                <a:solidFill>
                  <a:srgbClr val="FF0000"/>
                </a:solidFill>
              </a:endParaRPr>
            </a:p>
          </p:txBody>
        </p:sp>
        <p:sp>
          <p:nvSpPr>
            <p:cNvPr id="147" name="文本框 146">
              <a:extLst>
                <a:ext uri="{FF2B5EF4-FFF2-40B4-BE49-F238E27FC236}">
                  <a16:creationId xmlns:a16="http://schemas.microsoft.com/office/drawing/2014/main" id="{599AD023-BBC9-B41D-B81D-4ECC76BCC737}"/>
                </a:ext>
              </a:extLst>
            </p:cNvPr>
            <p:cNvSpPr txBox="1"/>
            <p:nvPr/>
          </p:nvSpPr>
          <p:spPr>
            <a:xfrm>
              <a:off x="4670225" y="-1037478"/>
              <a:ext cx="659155" cy="369332"/>
            </a:xfrm>
            <a:prstGeom prst="rect">
              <a:avLst/>
            </a:prstGeom>
            <a:noFill/>
            <a:ln>
              <a:noFill/>
            </a:ln>
          </p:spPr>
          <p:txBody>
            <a:bodyPr wrap="none" rtlCol="0">
              <a:spAutoFit/>
            </a:bodyPr>
            <a:lstStyle/>
            <a:p>
              <a:r>
                <a:rPr kumimoji="1" lang="en-US" altLang="zh-CN" b="1" dirty="0">
                  <a:solidFill>
                    <a:srgbClr val="FF0000"/>
                  </a:solidFill>
                </a:rPr>
                <a:t>time</a:t>
              </a:r>
              <a:endParaRPr kumimoji="1" lang="zh-CN" altLang="en-US" b="1" baseline="-25000" dirty="0">
                <a:solidFill>
                  <a:srgbClr val="FF0000"/>
                </a:solidFill>
              </a:endParaRPr>
            </a:p>
          </p:txBody>
        </p:sp>
        <p:cxnSp>
          <p:nvCxnSpPr>
            <p:cNvPr id="149" name="直线连接符 148">
              <a:extLst>
                <a:ext uri="{FF2B5EF4-FFF2-40B4-BE49-F238E27FC236}">
                  <a16:creationId xmlns:a16="http://schemas.microsoft.com/office/drawing/2014/main" id="{3DE04CFE-7312-17C0-D30A-1C428F764B58}"/>
                </a:ext>
              </a:extLst>
            </p:cNvPr>
            <p:cNvCxnSpPr>
              <a:cxnSpLocks/>
            </p:cNvCxnSpPr>
            <p:nvPr/>
          </p:nvCxnSpPr>
          <p:spPr bwMode="auto">
            <a:xfrm flipH="1">
              <a:off x="3114888" y="-1035496"/>
              <a:ext cx="726314"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sp>
          <p:nvSpPr>
            <p:cNvPr id="150" name="文本框 149">
              <a:extLst>
                <a:ext uri="{FF2B5EF4-FFF2-40B4-BE49-F238E27FC236}">
                  <a16:creationId xmlns:a16="http://schemas.microsoft.com/office/drawing/2014/main" id="{D333A842-D027-9A42-FCAD-FCF283211522}"/>
                </a:ext>
              </a:extLst>
            </p:cNvPr>
            <p:cNvSpPr txBox="1"/>
            <p:nvPr/>
          </p:nvSpPr>
          <p:spPr>
            <a:xfrm>
              <a:off x="4920055" y="-2028326"/>
              <a:ext cx="432041" cy="369332"/>
            </a:xfrm>
            <a:prstGeom prst="rect">
              <a:avLst/>
            </a:prstGeom>
            <a:noFill/>
            <a:ln>
              <a:noFill/>
            </a:ln>
          </p:spPr>
          <p:txBody>
            <a:bodyPr wrap="none" rtlCol="0">
              <a:spAutoFit/>
            </a:bodyPr>
            <a:lstStyle/>
            <a:p>
              <a:r>
                <a:rPr kumimoji="1" lang="en-US" altLang="zh-CN" b="1" dirty="0">
                  <a:solidFill>
                    <a:srgbClr val="3333FF"/>
                  </a:solidFill>
                </a:rPr>
                <a:t>V</a:t>
              </a:r>
              <a:r>
                <a:rPr kumimoji="1" lang="en-US" altLang="zh-CN" b="1" baseline="-25000" dirty="0">
                  <a:solidFill>
                    <a:srgbClr val="3333FF"/>
                  </a:solidFill>
                </a:rPr>
                <a:t>A</a:t>
              </a:r>
              <a:endParaRPr kumimoji="1" lang="zh-CN" altLang="en-US" b="1" baseline="-25000" dirty="0">
                <a:solidFill>
                  <a:srgbClr val="3333FF"/>
                </a:solidFill>
              </a:endParaRPr>
            </a:p>
          </p:txBody>
        </p:sp>
        <p:sp>
          <p:nvSpPr>
            <p:cNvPr id="153" name="文本框 152">
              <a:extLst>
                <a:ext uri="{FF2B5EF4-FFF2-40B4-BE49-F238E27FC236}">
                  <a16:creationId xmlns:a16="http://schemas.microsoft.com/office/drawing/2014/main" id="{9767E231-468E-44F4-2BF7-8642DBBF3E08}"/>
                </a:ext>
              </a:extLst>
            </p:cNvPr>
            <p:cNvSpPr txBox="1"/>
            <p:nvPr/>
          </p:nvSpPr>
          <p:spPr>
            <a:xfrm>
              <a:off x="2417260" y="-1233358"/>
              <a:ext cx="697627" cy="369332"/>
            </a:xfrm>
            <a:prstGeom prst="rect">
              <a:avLst/>
            </a:prstGeom>
            <a:noFill/>
            <a:ln>
              <a:noFill/>
            </a:ln>
          </p:spPr>
          <p:txBody>
            <a:bodyPr wrap="none" rtlCol="0">
              <a:spAutoFit/>
            </a:bodyPr>
            <a:lstStyle/>
            <a:p>
              <a:r>
                <a:rPr kumimoji="1" lang="en-US" altLang="zh-CN" b="1" dirty="0">
                  <a:solidFill>
                    <a:srgbClr val="FF0000"/>
                  </a:solidFill>
                </a:rPr>
                <a:t>GND</a:t>
              </a:r>
              <a:endParaRPr kumimoji="1" lang="zh-CN" altLang="en-US" b="1" dirty="0">
                <a:solidFill>
                  <a:srgbClr val="FF0000"/>
                </a:solidFill>
              </a:endParaRPr>
            </a:p>
          </p:txBody>
        </p:sp>
        <p:sp>
          <p:nvSpPr>
            <p:cNvPr id="154" name="文本框 153">
              <a:extLst>
                <a:ext uri="{FF2B5EF4-FFF2-40B4-BE49-F238E27FC236}">
                  <a16:creationId xmlns:a16="http://schemas.microsoft.com/office/drawing/2014/main" id="{AAB50B5C-C081-461B-77D8-36CBD0EDE744}"/>
                </a:ext>
              </a:extLst>
            </p:cNvPr>
            <p:cNvSpPr txBox="1"/>
            <p:nvPr/>
          </p:nvSpPr>
          <p:spPr>
            <a:xfrm>
              <a:off x="2447764" y="-1971600"/>
              <a:ext cx="671979" cy="369332"/>
            </a:xfrm>
            <a:prstGeom prst="rect">
              <a:avLst/>
            </a:prstGeom>
            <a:noFill/>
            <a:ln>
              <a:noFill/>
            </a:ln>
          </p:spPr>
          <p:txBody>
            <a:bodyPr wrap="none" rtlCol="0">
              <a:spAutoFit/>
            </a:bodyPr>
            <a:lstStyle/>
            <a:p>
              <a:r>
                <a:rPr kumimoji="1" lang="en-US" altLang="zh-CN" b="1" dirty="0">
                  <a:solidFill>
                    <a:srgbClr val="FF0000"/>
                  </a:solidFill>
                </a:rPr>
                <a:t>VDD</a:t>
              </a:r>
              <a:endParaRPr kumimoji="1" lang="zh-CN" altLang="en-US" b="1" dirty="0">
                <a:solidFill>
                  <a:srgbClr val="FF0000"/>
                </a:solidFill>
              </a:endParaRPr>
            </a:p>
          </p:txBody>
        </p:sp>
        <p:sp>
          <p:nvSpPr>
            <p:cNvPr id="155" name="任意形状 154">
              <a:extLst>
                <a:ext uri="{FF2B5EF4-FFF2-40B4-BE49-F238E27FC236}">
                  <a16:creationId xmlns:a16="http://schemas.microsoft.com/office/drawing/2014/main" id="{6299D2F7-0512-8FC3-1BD8-5774572E8425}"/>
                </a:ext>
              </a:extLst>
            </p:cNvPr>
            <p:cNvSpPr/>
            <p:nvPr/>
          </p:nvSpPr>
          <p:spPr bwMode="auto">
            <a:xfrm>
              <a:off x="3851329" y="-1575555"/>
              <a:ext cx="1123627" cy="540060"/>
            </a:xfrm>
            <a:custGeom>
              <a:avLst/>
              <a:gdLst>
                <a:gd name="connsiteX0" fmla="*/ 0 w 1123627"/>
                <a:gd name="connsiteY0" fmla="*/ 552485 h 552485"/>
                <a:gd name="connsiteX1" fmla="*/ 178230 w 1123627"/>
                <a:gd name="connsiteY1" fmla="*/ 544736 h 552485"/>
                <a:gd name="connsiteX2" fmla="*/ 232474 w 1123627"/>
                <a:gd name="connsiteY2" fmla="*/ 467245 h 552485"/>
                <a:gd name="connsiteX3" fmla="*/ 247973 w 1123627"/>
                <a:gd name="connsiteY3" fmla="*/ 374255 h 552485"/>
                <a:gd name="connsiteX4" fmla="*/ 255722 w 1123627"/>
                <a:gd name="connsiteY4" fmla="*/ 118533 h 552485"/>
                <a:gd name="connsiteX5" fmla="*/ 286718 w 1123627"/>
                <a:gd name="connsiteY5" fmla="*/ 33292 h 552485"/>
                <a:gd name="connsiteX6" fmla="*/ 402956 w 1123627"/>
                <a:gd name="connsiteY6" fmla="*/ 2296 h 552485"/>
                <a:gd name="connsiteX7" fmla="*/ 697424 w 1123627"/>
                <a:gd name="connsiteY7" fmla="*/ 2296 h 552485"/>
                <a:gd name="connsiteX8" fmla="*/ 1123627 w 1123627"/>
                <a:gd name="connsiteY8" fmla="*/ 10045 h 552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23627" h="552485">
                  <a:moveTo>
                    <a:pt x="0" y="552485"/>
                  </a:moveTo>
                  <a:lnTo>
                    <a:pt x="178230" y="544736"/>
                  </a:lnTo>
                  <a:cubicBezTo>
                    <a:pt x="216976" y="530529"/>
                    <a:pt x="220850" y="495658"/>
                    <a:pt x="232474" y="467245"/>
                  </a:cubicBezTo>
                  <a:cubicBezTo>
                    <a:pt x="244098" y="438832"/>
                    <a:pt x="244098" y="432374"/>
                    <a:pt x="247973" y="374255"/>
                  </a:cubicBezTo>
                  <a:cubicBezTo>
                    <a:pt x="251848" y="316136"/>
                    <a:pt x="249265" y="175360"/>
                    <a:pt x="255722" y="118533"/>
                  </a:cubicBezTo>
                  <a:cubicBezTo>
                    <a:pt x="262179" y="61706"/>
                    <a:pt x="262179" y="52665"/>
                    <a:pt x="286718" y="33292"/>
                  </a:cubicBezTo>
                  <a:cubicBezTo>
                    <a:pt x="311257" y="13919"/>
                    <a:pt x="334505" y="7462"/>
                    <a:pt x="402956" y="2296"/>
                  </a:cubicBezTo>
                  <a:cubicBezTo>
                    <a:pt x="471407" y="-2870"/>
                    <a:pt x="697424" y="2296"/>
                    <a:pt x="697424" y="2296"/>
                  </a:cubicBezTo>
                  <a:lnTo>
                    <a:pt x="1123627" y="10045"/>
                  </a:lnTo>
                </a:path>
              </a:pathLst>
            </a:custGeom>
            <a:noFill/>
            <a:ln w="28575" cap="rnd"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156" name="文本框 155">
              <a:extLst>
                <a:ext uri="{FF2B5EF4-FFF2-40B4-BE49-F238E27FC236}">
                  <a16:creationId xmlns:a16="http://schemas.microsoft.com/office/drawing/2014/main" id="{0726CAFC-581C-E7A7-DBD3-CB30C01CC458}"/>
                </a:ext>
              </a:extLst>
            </p:cNvPr>
            <p:cNvSpPr txBox="1"/>
            <p:nvPr/>
          </p:nvSpPr>
          <p:spPr>
            <a:xfrm>
              <a:off x="4935369" y="-1759455"/>
              <a:ext cx="449162" cy="369332"/>
            </a:xfrm>
            <a:prstGeom prst="rect">
              <a:avLst/>
            </a:prstGeom>
            <a:noFill/>
            <a:ln>
              <a:noFill/>
            </a:ln>
          </p:spPr>
          <p:txBody>
            <a:bodyPr wrap="none" rtlCol="0">
              <a:spAutoFit/>
            </a:bodyPr>
            <a:lstStyle/>
            <a:p>
              <a:r>
                <a:rPr kumimoji="1" lang="en-US" altLang="zh-CN" b="1" dirty="0"/>
                <a:t>V</a:t>
              </a:r>
              <a:r>
                <a:rPr kumimoji="1" lang="en-US" altLang="zh-CN" b="1" baseline="-25000" dirty="0"/>
                <a:t>B</a:t>
              </a:r>
              <a:endParaRPr kumimoji="1" lang="zh-CN" altLang="en-US" b="1" baseline="-25000" dirty="0"/>
            </a:p>
          </p:txBody>
        </p:sp>
        <p:cxnSp>
          <p:nvCxnSpPr>
            <p:cNvPr id="157" name="直线连接符 156">
              <a:extLst>
                <a:ext uri="{FF2B5EF4-FFF2-40B4-BE49-F238E27FC236}">
                  <a16:creationId xmlns:a16="http://schemas.microsoft.com/office/drawing/2014/main" id="{806CE50B-FEA5-D1EE-21FD-2C44A10DA928}"/>
                </a:ext>
              </a:extLst>
            </p:cNvPr>
            <p:cNvCxnSpPr>
              <a:cxnSpLocks/>
            </p:cNvCxnSpPr>
            <p:nvPr/>
          </p:nvCxnSpPr>
          <p:spPr bwMode="auto">
            <a:xfrm flipH="1">
              <a:off x="3125014" y="-1056881"/>
              <a:ext cx="928800" cy="0"/>
            </a:xfrm>
            <a:prstGeom prst="line">
              <a:avLst/>
            </a:prstGeom>
            <a:solidFill>
              <a:schemeClr val="accent1"/>
            </a:solidFill>
            <a:ln w="28575" cap="rnd" cmpd="sng" algn="ctr">
              <a:solidFill>
                <a:srgbClr val="3333FF"/>
              </a:solidFill>
              <a:prstDash val="solid"/>
              <a:round/>
              <a:headEnd type="none" w="med" len="med"/>
              <a:tailEnd type="none" w="med" len="med"/>
            </a:ln>
            <a:effectLst/>
          </p:spPr>
        </p:cxnSp>
        <p:cxnSp>
          <p:nvCxnSpPr>
            <p:cNvPr id="159" name="直线连接符 158">
              <a:extLst>
                <a:ext uri="{FF2B5EF4-FFF2-40B4-BE49-F238E27FC236}">
                  <a16:creationId xmlns:a16="http://schemas.microsoft.com/office/drawing/2014/main" id="{E1D8B3EF-A994-20C2-5B34-B3A419D667EE}"/>
                </a:ext>
              </a:extLst>
            </p:cNvPr>
            <p:cNvCxnSpPr>
              <a:cxnSpLocks/>
            </p:cNvCxnSpPr>
            <p:nvPr/>
          </p:nvCxnSpPr>
          <p:spPr bwMode="auto">
            <a:xfrm flipV="1">
              <a:off x="4031940" y="-1719572"/>
              <a:ext cx="3742" cy="646943"/>
            </a:xfrm>
            <a:prstGeom prst="line">
              <a:avLst/>
            </a:prstGeom>
            <a:solidFill>
              <a:schemeClr val="accent1"/>
            </a:solidFill>
            <a:ln w="28575" cap="rnd" cmpd="sng" algn="ctr">
              <a:solidFill>
                <a:srgbClr val="3333FF"/>
              </a:solidFill>
              <a:prstDash val="solid"/>
              <a:round/>
              <a:headEnd type="none" w="med" len="med"/>
              <a:tailEnd type="none" w="med" len="med"/>
            </a:ln>
            <a:effectLst/>
          </p:spPr>
        </p:cxnSp>
        <p:cxnSp>
          <p:nvCxnSpPr>
            <p:cNvPr id="161" name="直线连接符 160">
              <a:extLst>
                <a:ext uri="{FF2B5EF4-FFF2-40B4-BE49-F238E27FC236}">
                  <a16:creationId xmlns:a16="http://schemas.microsoft.com/office/drawing/2014/main" id="{AE04C16C-8146-8606-5C35-AEA0798D181A}"/>
                </a:ext>
              </a:extLst>
            </p:cNvPr>
            <p:cNvCxnSpPr>
              <a:cxnSpLocks/>
            </p:cNvCxnSpPr>
            <p:nvPr/>
          </p:nvCxnSpPr>
          <p:spPr bwMode="auto">
            <a:xfrm flipH="1">
              <a:off x="4051944" y="-1719572"/>
              <a:ext cx="913312" cy="0"/>
            </a:xfrm>
            <a:prstGeom prst="line">
              <a:avLst/>
            </a:prstGeom>
            <a:solidFill>
              <a:schemeClr val="accent1"/>
            </a:solidFill>
            <a:ln w="28575" cap="rnd" cmpd="sng" algn="ctr">
              <a:solidFill>
                <a:srgbClr val="3333FF"/>
              </a:solidFill>
              <a:prstDash val="solid"/>
              <a:round/>
              <a:headEnd type="none" w="med" len="med"/>
              <a:tailEnd type="none" w="med" len="med"/>
            </a:ln>
            <a:effectLst/>
          </p:spPr>
        </p:cxnSp>
        <p:cxnSp>
          <p:nvCxnSpPr>
            <p:cNvPr id="164" name="直线连接符 163">
              <a:extLst>
                <a:ext uri="{FF2B5EF4-FFF2-40B4-BE49-F238E27FC236}">
                  <a16:creationId xmlns:a16="http://schemas.microsoft.com/office/drawing/2014/main" id="{89BF9C0C-FF03-6F06-7228-DB36BD6EC883}"/>
                </a:ext>
              </a:extLst>
            </p:cNvPr>
            <p:cNvCxnSpPr>
              <a:cxnSpLocks/>
            </p:cNvCxnSpPr>
            <p:nvPr/>
          </p:nvCxnSpPr>
          <p:spPr bwMode="auto">
            <a:xfrm flipH="1">
              <a:off x="3095836" y="-1725209"/>
              <a:ext cx="913312" cy="0"/>
            </a:xfrm>
            <a:prstGeom prst="line">
              <a:avLst/>
            </a:prstGeom>
            <a:solidFill>
              <a:schemeClr val="accent1"/>
            </a:solidFill>
            <a:ln w="28575" cap="rnd" cmpd="sng" algn="ctr">
              <a:solidFill>
                <a:srgbClr val="FF0000"/>
              </a:solidFill>
              <a:prstDash val="sysDash"/>
              <a:round/>
              <a:headEnd type="none" w="med" len="med"/>
              <a:tailEnd type="none" w="med" len="med"/>
            </a:ln>
            <a:effectLst/>
          </p:spPr>
        </p:cxnSp>
        <p:cxnSp>
          <p:nvCxnSpPr>
            <p:cNvPr id="165" name="直线连接符 164">
              <a:extLst>
                <a:ext uri="{FF2B5EF4-FFF2-40B4-BE49-F238E27FC236}">
                  <a16:creationId xmlns:a16="http://schemas.microsoft.com/office/drawing/2014/main" id="{18D899B8-BAFF-3B6F-FB5E-AF8C414BB490}"/>
                </a:ext>
              </a:extLst>
            </p:cNvPr>
            <p:cNvCxnSpPr>
              <a:cxnSpLocks/>
            </p:cNvCxnSpPr>
            <p:nvPr/>
          </p:nvCxnSpPr>
          <p:spPr bwMode="auto">
            <a:xfrm flipH="1">
              <a:off x="3148446" y="-1575556"/>
              <a:ext cx="991506" cy="0"/>
            </a:xfrm>
            <a:prstGeom prst="line">
              <a:avLst/>
            </a:prstGeom>
            <a:solidFill>
              <a:schemeClr val="accent1"/>
            </a:solidFill>
            <a:ln w="28575" cap="rnd" cmpd="sng" algn="ctr">
              <a:solidFill>
                <a:schemeClr val="tx1"/>
              </a:solidFill>
              <a:prstDash val="sysDot"/>
              <a:round/>
              <a:headEnd type="none" w="med" len="med"/>
              <a:tailEnd type="none" w="med" len="med"/>
            </a:ln>
            <a:effectLst/>
          </p:spPr>
        </p:cxnSp>
        <p:sp>
          <p:nvSpPr>
            <p:cNvPr id="168" name="文本框 167">
              <a:extLst>
                <a:ext uri="{FF2B5EF4-FFF2-40B4-BE49-F238E27FC236}">
                  <a16:creationId xmlns:a16="http://schemas.microsoft.com/office/drawing/2014/main" id="{DDCCBA49-47F7-99A2-A36E-AD51566763AB}"/>
                </a:ext>
              </a:extLst>
            </p:cNvPr>
            <p:cNvSpPr txBox="1"/>
            <p:nvPr/>
          </p:nvSpPr>
          <p:spPr>
            <a:xfrm>
              <a:off x="2186560" y="-1757350"/>
              <a:ext cx="997389" cy="369332"/>
            </a:xfrm>
            <a:prstGeom prst="rect">
              <a:avLst/>
            </a:prstGeom>
            <a:noFill/>
            <a:ln>
              <a:noFill/>
            </a:ln>
          </p:spPr>
          <p:txBody>
            <a:bodyPr wrap="none" rtlCol="0">
              <a:spAutoFit/>
            </a:bodyPr>
            <a:lstStyle/>
            <a:p>
              <a:r>
                <a:rPr kumimoji="1" lang="en-US" altLang="zh-CN" b="1" dirty="0"/>
                <a:t>VDD-V</a:t>
              </a:r>
              <a:r>
                <a:rPr kumimoji="1" lang="en-US" altLang="zh-CN" b="1" baseline="-25000" dirty="0"/>
                <a:t>T</a:t>
              </a:r>
              <a:endParaRPr kumimoji="1" lang="zh-CN" altLang="en-US" b="1" baseline="-25000" dirty="0"/>
            </a:p>
          </p:txBody>
        </p:sp>
        <p:cxnSp>
          <p:nvCxnSpPr>
            <p:cNvPr id="170" name="直线箭头连接符 169">
              <a:extLst>
                <a:ext uri="{FF2B5EF4-FFF2-40B4-BE49-F238E27FC236}">
                  <a16:creationId xmlns:a16="http://schemas.microsoft.com/office/drawing/2014/main" id="{C97F25F8-7223-8C67-DE5D-BB76ADDD79D0}"/>
                </a:ext>
              </a:extLst>
            </p:cNvPr>
            <p:cNvCxnSpPr>
              <a:cxnSpLocks/>
            </p:cNvCxnSpPr>
            <p:nvPr/>
          </p:nvCxnSpPr>
          <p:spPr bwMode="auto">
            <a:xfrm flipV="1">
              <a:off x="4135224" y="-1368947"/>
              <a:ext cx="68497" cy="295243"/>
            </a:xfrm>
            <a:prstGeom prst="straightConnector1">
              <a:avLst/>
            </a:prstGeom>
            <a:solidFill>
              <a:schemeClr val="accent1"/>
            </a:solidFill>
            <a:ln w="25400" cap="flat" cmpd="sng" algn="ctr">
              <a:solidFill>
                <a:srgbClr val="FF0000"/>
              </a:solidFill>
              <a:prstDash val="solid"/>
              <a:round/>
              <a:headEnd type="none" w="med" len="med"/>
              <a:tailEnd type="triangle"/>
            </a:ln>
            <a:effectLst/>
          </p:spPr>
        </p:cxnSp>
        <p:cxnSp>
          <p:nvCxnSpPr>
            <p:cNvPr id="172" name="直线箭头连接符 171">
              <a:extLst>
                <a:ext uri="{FF2B5EF4-FFF2-40B4-BE49-F238E27FC236}">
                  <a16:creationId xmlns:a16="http://schemas.microsoft.com/office/drawing/2014/main" id="{0CE2349D-CEAB-A542-F4F6-81BCECB70F27}"/>
                </a:ext>
              </a:extLst>
            </p:cNvPr>
            <p:cNvCxnSpPr>
              <a:cxnSpLocks/>
            </p:cNvCxnSpPr>
            <p:nvPr/>
          </p:nvCxnSpPr>
          <p:spPr bwMode="auto">
            <a:xfrm>
              <a:off x="4357092" y="-1474328"/>
              <a:ext cx="340443" cy="0"/>
            </a:xfrm>
            <a:prstGeom prst="straightConnector1">
              <a:avLst/>
            </a:prstGeom>
            <a:solidFill>
              <a:schemeClr val="accent1"/>
            </a:solidFill>
            <a:ln w="25400" cap="flat" cmpd="sng" algn="ctr">
              <a:solidFill>
                <a:srgbClr val="FF0000"/>
              </a:solidFill>
              <a:prstDash val="solid"/>
              <a:round/>
              <a:headEnd type="none" w="med" len="med"/>
              <a:tailEnd type="triangle"/>
            </a:ln>
            <a:effectLst/>
          </p:spPr>
        </p:cxnSp>
        <p:sp>
          <p:nvSpPr>
            <p:cNvPr id="174" name="文本框 173">
              <a:extLst>
                <a:ext uri="{FF2B5EF4-FFF2-40B4-BE49-F238E27FC236}">
                  <a16:creationId xmlns:a16="http://schemas.microsoft.com/office/drawing/2014/main" id="{01AB6B48-D9B1-B0E1-083E-6B81F01631FE}"/>
                </a:ext>
              </a:extLst>
            </p:cNvPr>
            <p:cNvSpPr txBox="1"/>
            <p:nvPr/>
          </p:nvSpPr>
          <p:spPr>
            <a:xfrm>
              <a:off x="4117927" y="-1327780"/>
              <a:ext cx="474810" cy="261610"/>
            </a:xfrm>
            <a:prstGeom prst="rect">
              <a:avLst/>
            </a:prstGeom>
            <a:noFill/>
            <a:ln>
              <a:noFill/>
            </a:ln>
          </p:spPr>
          <p:txBody>
            <a:bodyPr wrap="none" rtlCol="0">
              <a:spAutoFit/>
            </a:bodyPr>
            <a:lstStyle/>
            <a:p>
              <a:r>
                <a:rPr kumimoji="1" lang="en-US" altLang="zh-CN" sz="1100" b="1" dirty="0">
                  <a:solidFill>
                    <a:srgbClr val="FF0000"/>
                  </a:solidFill>
                </a:rPr>
                <a:t>Fast</a:t>
              </a:r>
              <a:endParaRPr kumimoji="1" lang="zh-CN" altLang="en-US" sz="1100" b="1" baseline="-25000" dirty="0">
                <a:solidFill>
                  <a:srgbClr val="FF0000"/>
                </a:solidFill>
              </a:endParaRPr>
            </a:p>
          </p:txBody>
        </p:sp>
        <p:sp>
          <p:nvSpPr>
            <p:cNvPr id="175" name="文本框 174">
              <a:extLst>
                <a:ext uri="{FF2B5EF4-FFF2-40B4-BE49-F238E27FC236}">
                  <a16:creationId xmlns:a16="http://schemas.microsoft.com/office/drawing/2014/main" id="{3DB25A1A-6436-17CF-2900-3ED6886B343F}"/>
                </a:ext>
              </a:extLst>
            </p:cNvPr>
            <p:cNvSpPr txBox="1"/>
            <p:nvPr/>
          </p:nvSpPr>
          <p:spPr>
            <a:xfrm>
              <a:off x="4364177" y="-1516467"/>
              <a:ext cx="513282" cy="261610"/>
            </a:xfrm>
            <a:prstGeom prst="rect">
              <a:avLst/>
            </a:prstGeom>
            <a:noFill/>
            <a:ln>
              <a:noFill/>
            </a:ln>
          </p:spPr>
          <p:txBody>
            <a:bodyPr wrap="none" rtlCol="0">
              <a:spAutoFit/>
            </a:bodyPr>
            <a:lstStyle/>
            <a:p>
              <a:r>
                <a:rPr kumimoji="1" lang="en-US" altLang="zh-CN" sz="1100" b="1" dirty="0">
                  <a:solidFill>
                    <a:srgbClr val="FF0000"/>
                  </a:solidFill>
                </a:rPr>
                <a:t>Slow</a:t>
              </a:r>
              <a:endParaRPr kumimoji="1" lang="zh-CN" altLang="en-US" sz="1100" b="1" baseline="-25000" dirty="0">
                <a:solidFill>
                  <a:srgbClr val="FF0000"/>
                </a:solidFill>
              </a:endParaRPr>
            </a:p>
          </p:txBody>
        </p:sp>
      </p:grpSp>
      <p:sp>
        <p:nvSpPr>
          <p:cNvPr id="3" name="TextBox 11">
            <a:extLst>
              <a:ext uri="{FF2B5EF4-FFF2-40B4-BE49-F238E27FC236}">
                <a16:creationId xmlns:a16="http://schemas.microsoft.com/office/drawing/2014/main" id="{BD6CF370-C064-9F55-3C58-231F5CE8F27B}"/>
              </a:ext>
            </a:extLst>
          </p:cNvPr>
          <p:cNvSpPr txBox="1"/>
          <p:nvPr/>
        </p:nvSpPr>
        <p:spPr>
          <a:xfrm>
            <a:off x="7155413" y="5519237"/>
            <a:ext cx="1378130" cy="646331"/>
          </a:xfrm>
          <a:prstGeom prst="rect">
            <a:avLst/>
          </a:prstGeom>
          <a:noFill/>
        </p:spPr>
        <p:txBody>
          <a:bodyPr wrap="square" rtlCol="0">
            <a:spAutoFit/>
          </a:bodyPr>
          <a:lstStyle/>
          <a:p>
            <a:pPr algn="ctr"/>
            <a:r>
              <a:rPr lang="en-CN" dirty="0">
                <a:latin typeface="Arial" panose="020B0604020202020204" pitchFamily="34" charset="0"/>
                <a:ea typeface="SimHei" panose="02010609060101010101" pitchFamily="49" charset="-122"/>
                <a:cs typeface="Arial" panose="020B0604020202020204" pitchFamily="34" charset="0"/>
              </a:rPr>
              <a:t>Courtesy: 李国林</a:t>
            </a:r>
          </a:p>
        </p:txBody>
      </p:sp>
    </p:spTree>
    <p:extLst>
      <p:ext uri="{BB962C8B-B14F-4D97-AF65-F5344CB8AC3E}">
        <p14:creationId xmlns:p14="http://schemas.microsoft.com/office/powerpoint/2010/main" val="2280895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7" grpId="0"/>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77555" y="136525"/>
            <a:ext cx="8229600" cy="1143000"/>
          </a:xfrm>
        </p:spPr>
        <p:txBody>
          <a:bodyPr/>
          <a:lstStyle/>
          <a:p>
            <a:r>
              <a:rPr lang="zh-CN" altLang="en-US" b="1" dirty="0"/>
              <a:t>三态门</a:t>
            </a:r>
          </a:p>
        </p:txBody>
      </p:sp>
      <p:sp>
        <p:nvSpPr>
          <p:cNvPr id="3" name="内容占位符 2"/>
          <p:cNvSpPr>
            <a:spLocks noGrp="1"/>
          </p:cNvSpPr>
          <p:nvPr>
            <p:ph idx="1"/>
          </p:nvPr>
        </p:nvSpPr>
        <p:spPr>
          <a:xfrm>
            <a:off x="457200" y="1524652"/>
            <a:ext cx="8229600" cy="2956160"/>
          </a:xfrm>
        </p:spPr>
        <p:txBody>
          <a:bodyPr/>
          <a:lstStyle/>
          <a:p>
            <a:r>
              <a:rPr lang="zh-CN" altLang="en-US" sz="2800" dirty="0">
                <a:latin typeface="Arial" panose="020B0604020202020204" pitchFamily="34" charset="0"/>
                <a:cs typeface="Arial" panose="020B0604020202020204" pitchFamily="34" charset="0"/>
              </a:rPr>
              <a:t>两个控制条件</a:t>
            </a:r>
            <a:endParaRPr lang="en-US" altLang="zh-CN" sz="2800" dirty="0">
              <a:latin typeface="Arial" panose="020B0604020202020204" pitchFamily="34" charset="0"/>
              <a:cs typeface="Arial" panose="020B0604020202020204" pitchFamily="34" charset="0"/>
            </a:endParaRPr>
          </a:p>
          <a:p>
            <a:pPr lvl="1"/>
            <a:r>
              <a:rPr lang="en-US" altLang="zh-CN" sz="2400" dirty="0">
                <a:latin typeface="Arial" panose="020B0604020202020204" pitchFamily="34" charset="0"/>
                <a:cs typeface="Arial" panose="020B0604020202020204" pitchFamily="34" charset="0"/>
              </a:rPr>
              <a:t>EN</a:t>
            </a:r>
            <a:r>
              <a:rPr lang="zh-CN" altLang="en-US" sz="2400" dirty="0">
                <a:latin typeface="Arial" panose="020B0604020202020204" pitchFamily="34" charset="0"/>
                <a:cs typeface="Arial" panose="020B0604020202020204" pitchFamily="34" charset="0"/>
              </a:rPr>
              <a:t>为高</a:t>
            </a:r>
            <a:r>
              <a:rPr lang="en-US" altLang="zh-CN" sz="2400" dirty="0">
                <a:latin typeface="Arial" panose="020B0604020202020204" pitchFamily="34" charset="0"/>
                <a:cs typeface="Arial" panose="020B0604020202020204" pitchFamily="34" charset="0"/>
              </a:rPr>
              <a:t>, TG </a:t>
            </a:r>
            <a:r>
              <a:rPr lang="zh-CN" altLang="en-US" sz="2400" dirty="0">
                <a:latin typeface="Arial" panose="020B0604020202020204" pitchFamily="34" charset="0"/>
                <a:cs typeface="Arial" panose="020B0604020202020204" pitchFamily="34" charset="0"/>
              </a:rPr>
              <a:t>打开</a:t>
            </a:r>
            <a:r>
              <a:rPr lang="en-US" altLang="zh-CN" sz="2400" dirty="0">
                <a:latin typeface="Arial" panose="020B0604020202020204" pitchFamily="34" charset="0"/>
                <a:cs typeface="Arial" panose="020B0604020202020204" pitchFamily="34" charset="0"/>
              </a:rPr>
              <a:t>, F=A</a:t>
            </a:r>
            <a:r>
              <a:rPr lang="zh-CN" altLang="en-US" sz="2400" dirty="0">
                <a:latin typeface="Arial" panose="020B0604020202020204" pitchFamily="34" charset="0"/>
                <a:cs typeface="Arial" panose="020B0604020202020204" pitchFamily="34" charset="0"/>
              </a:rPr>
              <a:t>，可传输</a:t>
            </a:r>
            <a:r>
              <a:rPr lang="en-US" altLang="zh-CN" sz="2400" dirty="0">
                <a:latin typeface="Arial" panose="020B0604020202020204" pitchFamily="34" charset="0"/>
                <a:cs typeface="Arial" panose="020B0604020202020204" pitchFamily="34" charset="0"/>
              </a:rPr>
              <a:t>0</a:t>
            </a:r>
            <a:r>
              <a:rPr lang="zh-CN" altLang="en-US" sz="2400" dirty="0">
                <a:latin typeface="Arial" panose="020B0604020202020204" pitchFamily="34" charset="0"/>
                <a:cs typeface="Arial" panose="020B0604020202020204" pitchFamily="34" charset="0"/>
              </a:rPr>
              <a:t>、</a:t>
            </a:r>
            <a:r>
              <a:rPr lang="en-US" altLang="zh-CN" sz="2400" dirty="0">
                <a:latin typeface="Arial" panose="020B0604020202020204" pitchFamily="34" charset="0"/>
                <a:cs typeface="Arial" panose="020B0604020202020204" pitchFamily="34" charset="0"/>
              </a:rPr>
              <a:t>1</a:t>
            </a:r>
            <a:r>
              <a:rPr lang="zh-CN" altLang="en-CN" sz="2400" dirty="0">
                <a:latin typeface="Arial" panose="020B0604020202020204" pitchFamily="34" charset="0"/>
                <a:cs typeface="Arial" panose="020B0604020202020204" pitchFamily="34" charset="0"/>
              </a:rPr>
              <a:t>两态</a:t>
            </a:r>
            <a:endParaRPr lang="en-US" altLang="zh-CN" sz="2400" dirty="0">
              <a:latin typeface="Arial" panose="020B0604020202020204" pitchFamily="34" charset="0"/>
              <a:cs typeface="Arial" panose="020B0604020202020204" pitchFamily="34" charset="0"/>
            </a:endParaRPr>
          </a:p>
          <a:p>
            <a:pPr lvl="1"/>
            <a:r>
              <a:rPr lang="en-US" altLang="zh-CN" sz="2400" dirty="0">
                <a:latin typeface="Arial" panose="020B0604020202020204" pitchFamily="34" charset="0"/>
                <a:cs typeface="Arial" panose="020B0604020202020204" pitchFamily="34" charset="0"/>
              </a:rPr>
              <a:t>EN</a:t>
            </a:r>
            <a:r>
              <a:rPr lang="zh-CN" altLang="en-US" sz="2400" dirty="0">
                <a:latin typeface="Arial" panose="020B0604020202020204" pitchFamily="34" charset="0"/>
                <a:cs typeface="Arial" panose="020B0604020202020204" pitchFamily="34" charset="0"/>
              </a:rPr>
              <a:t>为低</a:t>
            </a:r>
            <a:r>
              <a:rPr lang="en-US" altLang="zh-CN" sz="2400" dirty="0">
                <a:latin typeface="Arial" panose="020B0604020202020204" pitchFamily="34" charset="0"/>
                <a:cs typeface="Arial" panose="020B0604020202020204" pitchFamily="34" charset="0"/>
              </a:rPr>
              <a:t>, TG </a:t>
            </a:r>
            <a:r>
              <a:rPr lang="zh-CN" altLang="en-US" sz="2400" dirty="0">
                <a:latin typeface="Arial" panose="020B0604020202020204" pitchFamily="34" charset="0"/>
                <a:cs typeface="Arial" panose="020B0604020202020204" pitchFamily="34" charset="0"/>
              </a:rPr>
              <a:t>关闭</a:t>
            </a:r>
            <a:r>
              <a:rPr lang="en-US" altLang="zh-CN" sz="2400" dirty="0">
                <a:latin typeface="Arial" panose="020B0604020202020204" pitchFamily="34" charset="0"/>
                <a:cs typeface="Arial" panose="020B0604020202020204" pitchFamily="34" charset="0"/>
              </a:rPr>
              <a:t>, F </a:t>
            </a:r>
            <a:r>
              <a:rPr lang="zh-CN" altLang="en-US" sz="2400" dirty="0">
                <a:latin typeface="Arial" panose="020B0604020202020204" pitchFamily="34" charset="0"/>
                <a:cs typeface="Arial" panose="020B0604020202020204" pitchFamily="34" charset="0"/>
              </a:rPr>
              <a:t>和输入</a:t>
            </a:r>
            <a:r>
              <a:rPr lang="en-US" altLang="zh-CN" sz="2400" dirty="0">
                <a:latin typeface="Arial" panose="020B0604020202020204" pitchFamily="34" charset="0"/>
                <a:cs typeface="Arial" panose="020B0604020202020204" pitchFamily="34" charset="0"/>
              </a:rPr>
              <a:t>A</a:t>
            </a:r>
            <a:r>
              <a:rPr lang="zh-CN" altLang="en-US" sz="2400" dirty="0">
                <a:latin typeface="Arial" panose="020B0604020202020204" pitchFamily="34" charset="0"/>
                <a:cs typeface="Arial" panose="020B0604020202020204" pitchFamily="34" charset="0"/>
              </a:rPr>
              <a:t>隔离，</a:t>
            </a:r>
            <a:r>
              <a:rPr lang="zh-CN" altLang="en-CN" sz="2400" dirty="0">
                <a:latin typeface="Arial" panose="020B0604020202020204" pitchFamily="34" charset="0"/>
                <a:cs typeface="Arial" panose="020B0604020202020204" pitchFamily="34" charset="0"/>
              </a:rPr>
              <a:t>第三态</a:t>
            </a:r>
            <a:endParaRPr lang="en-US" altLang="zh-CN" sz="2400" dirty="0">
              <a:latin typeface="Arial" panose="020B0604020202020204" pitchFamily="34" charset="0"/>
              <a:cs typeface="Arial" panose="020B0604020202020204" pitchFamily="34" charset="0"/>
            </a:endParaRPr>
          </a:p>
          <a:p>
            <a:r>
              <a:rPr lang="zh-CN" altLang="en-US" sz="2800" dirty="0">
                <a:latin typeface="Arial" panose="020B0604020202020204" pitchFamily="34" charset="0"/>
                <a:cs typeface="Arial" panose="020B0604020202020204" pitchFamily="34" charset="0"/>
              </a:rPr>
              <a:t>应用</a:t>
            </a:r>
            <a:endParaRPr lang="en-US" altLang="zh-CN" sz="2800" dirty="0">
              <a:latin typeface="Arial" panose="020B0604020202020204" pitchFamily="34" charset="0"/>
              <a:cs typeface="Arial" panose="020B0604020202020204" pitchFamily="34" charset="0"/>
            </a:endParaRPr>
          </a:p>
          <a:p>
            <a:pPr lvl="1"/>
            <a:r>
              <a:rPr lang="zh-CN" altLang="en-US" sz="2400" dirty="0">
                <a:latin typeface="Arial" panose="020B0604020202020204" pitchFamily="34" charset="0"/>
                <a:cs typeface="Arial" panose="020B0604020202020204" pitchFamily="34" charset="0"/>
              </a:rPr>
              <a:t>示例</a:t>
            </a:r>
            <a:r>
              <a:rPr lang="en-US" altLang="zh-CN" sz="2400" dirty="0">
                <a:latin typeface="Arial" panose="020B0604020202020204" pitchFamily="34" charset="0"/>
                <a:cs typeface="Arial" panose="020B0604020202020204" pitchFamily="34" charset="0"/>
              </a:rPr>
              <a:t>: N-to-1 </a:t>
            </a:r>
            <a:r>
              <a:rPr lang="zh-CN" altLang="en-US" sz="2400" dirty="0">
                <a:latin typeface="Arial" panose="020B0604020202020204" pitchFamily="34" charset="0"/>
                <a:cs typeface="Arial" panose="020B0604020202020204" pitchFamily="34" charset="0"/>
              </a:rPr>
              <a:t>选择器</a:t>
            </a:r>
            <a:endParaRPr lang="en-US" altLang="zh-CN" sz="2400" dirty="0">
              <a:latin typeface="Arial" panose="020B0604020202020204" pitchFamily="34" charset="0"/>
              <a:cs typeface="Arial" panose="020B0604020202020204" pitchFamily="34" charset="0"/>
            </a:endParaRPr>
          </a:p>
          <a:p>
            <a:pPr lvl="1"/>
            <a:endParaRPr lang="en-US" altLang="zh-CN" sz="2400" dirty="0">
              <a:latin typeface="Arial" panose="020B0604020202020204" pitchFamily="34" charset="0"/>
              <a:cs typeface="Arial" panose="020B0604020202020204" pitchFamily="34" charset="0"/>
            </a:endParaRPr>
          </a:p>
        </p:txBody>
      </p:sp>
      <p:sp>
        <p:nvSpPr>
          <p:cNvPr id="9" name="Slide Number Placeholder 8">
            <a:extLst>
              <a:ext uri="{FF2B5EF4-FFF2-40B4-BE49-F238E27FC236}">
                <a16:creationId xmlns:a16="http://schemas.microsoft.com/office/drawing/2014/main" id="{AA04F15C-DB36-F242-9037-523D3E9192C9}"/>
              </a:ext>
            </a:extLst>
          </p:cNvPr>
          <p:cNvSpPr>
            <a:spLocks noGrp="1"/>
          </p:cNvSpPr>
          <p:nvPr>
            <p:ph type="sldNum" sz="quarter" idx="12"/>
          </p:nvPr>
        </p:nvSpPr>
        <p:spPr/>
        <p:txBody>
          <a:bodyPr/>
          <a:lstStyle/>
          <a:p>
            <a:pPr>
              <a:defRPr/>
            </a:pPr>
            <a:fld id="{A88D0608-5506-4AD0-BB9E-DF761E8BFA1F}" type="slidenum">
              <a:rPr lang="zh-CN" altLang="en-US" smtClean="0"/>
              <a:pPr>
                <a:defRPr/>
              </a:pPr>
              <a:t>12</a:t>
            </a:fld>
            <a:endParaRPr lang="en-US" altLang="zh-CN" dirty="0"/>
          </a:p>
        </p:txBody>
      </p:sp>
      <p:grpSp>
        <p:nvGrpSpPr>
          <p:cNvPr id="7" name="Group 6">
            <a:extLst>
              <a:ext uri="{FF2B5EF4-FFF2-40B4-BE49-F238E27FC236}">
                <a16:creationId xmlns:a16="http://schemas.microsoft.com/office/drawing/2014/main" id="{3FDC81A6-9031-0B43-A50A-7F4DAC9C1FA7}"/>
              </a:ext>
            </a:extLst>
          </p:cNvPr>
          <p:cNvGrpSpPr/>
          <p:nvPr/>
        </p:nvGrpSpPr>
        <p:grpSpPr>
          <a:xfrm>
            <a:off x="733502" y="4263665"/>
            <a:ext cx="2043566" cy="1595208"/>
            <a:chOff x="1173106" y="3859308"/>
            <a:chExt cx="2043566" cy="1595208"/>
          </a:xfrm>
        </p:grpSpPr>
        <p:grpSp>
          <p:nvGrpSpPr>
            <p:cNvPr id="16" name="Group 15">
              <a:extLst>
                <a:ext uri="{FF2B5EF4-FFF2-40B4-BE49-F238E27FC236}">
                  <a16:creationId xmlns:a16="http://schemas.microsoft.com/office/drawing/2014/main" id="{1132F7C7-A872-0541-B8E8-1A7BAF33048E}"/>
                </a:ext>
              </a:extLst>
            </p:cNvPr>
            <p:cNvGrpSpPr/>
            <p:nvPr/>
          </p:nvGrpSpPr>
          <p:grpSpPr>
            <a:xfrm>
              <a:off x="1593286" y="4239684"/>
              <a:ext cx="1152128" cy="828092"/>
              <a:chOff x="7488323" y="3176972"/>
              <a:chExt cx="1152128" cy="828092"/>
            </a:xfrm>
          </p:grpSpPr>
          <p:pic>
            <p:nvPicPr>
              <p:cNvPr id="18" name="图片 2">
                <a:extLst>
                  <a:ext uri="{FF2B5EF4-FFF2-40B4-BE49-F238E27FC236}">
                    <a16:creationId xmlns:a16="http://schemas.microsoft.com/office/drawing/2014/main" id="{517067CA-63C1-F344-89B6-C13661A1CBAD}"/>
                  </a:ext>
                </a:extLst>
              </p:cNvPr>
              <p:cNvPicPr>
                <a:picLocks noChangeAspect="1"/>
              </p:cNvPicPr>
              <p:nvPr/>
            </p:nvPicPr>
            <p:blipFill rotWithShape="1">
              <a:blip r:embed="rId3">
                <a:extLst>
                  <a:ext uri="{28A0092B-C50C-407E-A947-70E740481C1C}">
                    <a14:useLocalDpi xmlns:a14="http://schemas.microsoft.com/office/drawing/2010/main"/>
                  </a:ext>
                </a:extLst>
              </a:blip>
              <a:srcRect l="44472" t="7360" r="22653" b="63948"/>
              <a:stretch/>
            </p:blipFill>
            <p:spPr>
              <a:xfrm>
                <a:off x="7488323" y="3176972"/>
                <a:ext cx="1152128" cy="828092"/>
              </a:xfrm>
              <a:prstGeom prst="rect">
                <a:avLst/>
              </a:prstGeom>
            </p:spPr>
          </p:pic>
          <p:sp>
            <p:nvSpPr>
              <p:cNvPr id="19" name="Rectangle 18">
                <a:extLst>
                  <a:ext uri="{FF2B5EF4-FFF2-40B4-BE49-F238E27FC236}">
                    <a16:creationId xmlns:a16="http://schemas.microsoft.com/office/drawing/2014/main" id="{791BDD7E-B7A3-7542-9DEF-72F556AD94C3}"/>
                  </a:ext>
                </a:extLst>
              </p:cNvPr>
              <p:cNvSpPr/>
              <p:nvPr/>
            </p:nvSpPr>
            <p:spPr bwMode="auto">
              <a:xfrm>
                <a:off x="7740352" y="3320988"/>
                <a:ext cx="756084" cy="52901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CN" sz="1800" b="1" i="0" u="none" strike="noStrike" cap="none" normalizeH="0" baseline="0" dirty="0">
                    <a:ln>
                      <a:noFill/>
                    </a:ln>
                    <a:solidFill>
                      <a:schemeClr val="tx1"/>
                    </a:solidFill>
                    <a:effectLst/>
                    <a:latin typeface="Arial" charset="0"/>
                  </a:rPr>
                  <a:t>TG</a:t>
                </a:r>
              </a:p>
            </p:txBody>
          </p:sp>
        </p:grpSp>
        <p:sp>
          <p:nvSpPr>
            <p:cNvPr id="5" name="TextBox 4">
              <a:extLst>
                <a:ext uri="{FF2B5EF4-FFF2-40B4-BE49-F238E27FC236}">
                  <a16:creationId xmlns:a16="http://schemas.microsoft.com/office/drawing/2014/main" id="{8580896D-B20A-AE42-862F-D681DCE85B2A}"/>
                </a:ext>
              </a:extLst>
            </p:cNvPr>
            <p:cNvSpPr txBox="1"/>
            <p:nvPr/>
          </p:nvSpPr>
          <p:spPr>
            <a:xfrm>
              <a:off x="1173106" y="4463824"/>
              <a:ext cx="338554" cy="369332"/>
            </a:xfrm>
            <a:prstGeom prst="rect">
              <a:avLst/>
            </a:prstGeom>
            <a:noFill/>
          </p:spPr>
          <p:txBody>
            <a:bodyPr wrap="none" rtlCol="0">
              <a:spAutoFit/>
            </a:bodyPr>
            <a:lstStyle/>
            <a:p>
              <a:r>
                <a:rPr lang="en-CN" dirty="0"/>
                <a:t>A</a:t>
              </a:r>
            </a:p>
          </p:txBody>
        </p:sp>
        <p:sp>
          <p:nvSpPr>
            <p:cNvPr id="6" name="TextBox 5">
              <a:extLst>
                <a:ext uri="{FF2B5EF4-FFF2-40B4-BE49-F238E27FC236}">
                  <a16:creationId xmlns:a16="http://schemas.microsoft.com/office/drawing/2014/main" id="{12C172FA-3363-4645-A9EA-9C06CF48807C}"/>
                </a:ext>
              </a:extLst>
            </p:cNvPr>
            <p:cNvSpPr txBox="1"/>
            <p:nvPr/>
          </p:nvSpPr>
          <p:spPr>
            <a:xfrm>
              <a:off x="2878118" y="4463824"/>
              <a:ext cx="338554" cy="369332"/>
            </a:xfrm>
            <a:prstGeom prst="rect">
              <a:avLst/>
            </a:prstGeom>
            <a:noFill/>
          </p:spPr>
          <p:txBody>
            <a:bodyPr wrap="none" rtlCol="0">
              <a:spAutoFit/>
            </a:bodyPr>
            <a:lstStyle/>
            <a:p>
              <a:r>
                <a:rPr lang="en-CN" dirty="0"/>
                <a:t>B</a:t>
              </a:r>
            </a:p>
          </p:txBody>
        </p:sp>
        <p:sp>
          <p:nvSpPr>
            <p:cNvPr id="20" name="TextBox 19">
              <a:extLst>
                <a:ext uri="{FF2B5EF4-FFF2-40B4-BE49-F238E27FC236}">
                  <a16:creationId xmlns:a16="http://schemas.microsoft.com/office/drawing/2014/main" id="{25351C7F-69A9-B441-A382-70F55EB7E363}"/>
                </a:ext>
              </a:extLst>
            </p:cNvPr>
            <p:cNvSpPr txBox="1"/>
            <p:nvPr/>
          </p:nvSpPr>
          <p:spPr>
            <a:xfrm>
              <a:off x="1970723" y="3859308"/>
              <a:ext cx="505267" cy="369332"/>
            </a:xfrm>
            <a:prstGeom prst="rect">
              <a:avLst/>
            </a:prstGeom>
            <a:noFill/>
          </p:spPr>
          <p:txBody>
            <a:bodyPr wrap="none" rtlCol="0">
              <a:spAutoFit/>
            </a:bodyPr>
            <a:lstStyle/>
            <a:p>
              <a:r>
                <a:rPr lang="en-CN" dirty="0"/>
                <a:t>EN</a:t>
              </a:r>
            </a:p>
          </p:txBody>
        </p:sp>
        <p:sp>
          <p:nvSpPr>
            <p:cNvPr id="21" name="TextBox 20">
              <a:extLst>
                <a:ext uri="{FF2B5EF4-FFF2-40B4-BE49-F238E27FC236}">
                  <a16:creationId xmlns:a16="http://schemas.microsoft.com/office/drawing/2014/main" id="{54000B4D-D869-C24C-8099-CCA2A57F16FA}"/>
                </a:ext>
              </a:extLst>
            </p:cNvPr>
            <p:cNvSpPr txBox="1"/>
            <p:nvPr/>
          </p:nvSpPr>
          <p:spPr>
            <a:xfrm>
              <a:off x="1970723" y="5085184"/>
              <a:ext cx="556563" cy="369332"/>
            </a:xfrm>
            <a:prstGeom prst="rect">
              <a:avLst/>
            </a:prstGeom>
            <a:noFill/>
          </p:spPr>
          <p:txBody>
            <a:bodyPr wrap="none" rtlCol="0">
              <a:spAutoFit/>
            </a:bodyPr>
            <a:lstStyle/>
            <a:p>
              <a:r>
                <a:rPr lang="en-CN" dirty="0"/>
                <a:t>EN’</a:t>
              </a:r>
            </a:p>
          </p:txBody>
        </p:sp>
      </p:grpSp>
      <p:pic>
        <p:nvPicPr>
          <p:cNvPr id="29" name="图片 2">
            <a:extLst>
              <a:ext uri="{FF2B5EF4-FFF2-40B4-BE49-F238E27FC236}">
                <a16:creationId xmlns:a16="http://schemas.microsoft.com/office/drawing/2014/main" id="{9A91CD36-58C8-2D45-BCCA-4AD8AD1D9681}"/>
              </a:ext>
            </a:extLst>
          </p:cNvPr>
          <p:cNvPicPr>
            <a:picLocks noChangeAspect="1"/>
          </p:cNvPicPr>
          <p:nvPr/>
        </p:nvPicPr>
        <p:blipFill rotWithShape="1">
          <a:blip r:embed="rId3">
            <a:extLst>
              <a:ext uri="{28A0092B-C50C-407E-A947-70E740481C1C}">
                <a14:useLocalDpi xmlns:a14="http://schemas.microsoft.com/office/drawing/2010/main"/>
              </a:ext>
            </a:extLst>
          </a:blip>
          <a:srcRect l="44472" t="7360" r="22653" b="69321"/>
          <a:stretch/>
        </p:blipFill>
        <p:spPr>
          <a:xfrm>
            <a:off x="3519117" y="4660316"/>
            <a:ext cx="1152128" cy="673032"/>
          </a:xfrm>
          <a:prstGeom prst="rect">
            <a:avLst/>
          </a:prstGeom>
        </p:spPr>
      </p:pic>
      <p:sp>
        <p:nvSpPr>
          <p:cNvPr id="30" name="Rectangle 29">
            <a:extLst>
              <a:ext uri="{FF2B5EF4-FFF2-40B4-BE49-F238E27FC236}">
                <a16:creationId xmlns:a16="http://schemas.microsoft.com/office/drawing/2014/main" id="{7DD2FABA-7BA3-C444-9376-B844CF9138B0}"/>
              </a:ext>
            </a:extLst>
          </p:cNvPr>
          <p:cNvSpPr/>
          <p:nvPr/>
        </p:nvSpPr>
        <p:spPr bwMode="auto">
          <a:xfrm>
            <a:off x="3771146" y="4804332"/>
            <a:ext cx="756084" cy="529016"/>
          </a:xfrm>
          <a:prstGeom prst="rect">
            <a:avLst/>
          </a:prstGeom>
          <a:solidFill>
            <a:schemeClr val="bg1"/>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CN" sz="1800" b="1" i="0" u="none" strike="noStrike" cap="none" normalizeH="0" baseline="0" dirty="0">
                <a:ln>
                  <a:noFill/>
                </a:ln>
                <a:solidFill>
                  <a:schemeClr val="tx1"/>
                </a:solidFill>
                <a:effectLst/>
                <a:latin typeface="Arial" charset="0"/>
              </a:rPr>
              <a:t>F</a:t>
            </a:r>
          </a:p>
        </p:txBody>
      </p:sp>
      <p:sp>
        <p:nvSpPr>
          <p:cNvPr id="31" name="TextBox 30">
            <a:extLst>
              <a:ext uri="{FF2B5EF4-FFF2-40B4-BE49-F238E27FC236}">
                <a16:creationId xmlns:a16="http://schemas.microsoft.com/office/drawing/2014/main" id="{7DA49FF4-2FCC-164C-81F9-64536FEACB74}"/>
              </a:ext>
            </a:extLst>
          </p:cNvPr>
          <p:cNvSpPr txBox="1"/>
          <p:nvPr/>
        </p:nvSpPr>
        <p:spPr>
          <a:xfrm>
            <a:off x="3098937" y="4884456"/>
            <a:ext cx="351378" cy="369332"/>
          </a:xfrm>
          <a:prstGeom prst="rect">
            <a:avLst/>
          </a:prstGeom>
          <a:noFill/>
        </p:spPr>
        <p:txBody>
          <a:bodyPr wrap="none" rtlCol="0">
            <a:spAutoFit/>
          </a:bodyPr>
          <a:lstStyle/>
          <a:p>
            <a:r>
              <a:rPr lang="en-CN" b="1" dirty="0"/>
              <a:t>A</a:t>
            </a:r>
          </a:p>
        </p:txBody>
      </p:sp>
      <p:sp>
        <p:nvSpPr>
          <p:cNvPr id="32" name="TextBox 31">
            <a:extLst>
              <a:ext uri="{FF2B5EF4-FFF2-40B4-BE49-F238E27FC236}">
                <a16:creationId xmlns:a16="http://schemas.microsoft.com/office/drawing/2014/main" id="{EB717156-4BB1-084C-AF49-8438A4B01AF7}"/>
              </a:ext>
            </a:extLst>
          </p:cNvPr>
          <p:cNvSpPr txBox="1"/>
          <p:nvPr/>
        </p:nvSpPr>
        <p:spPr>
          <a:xfrm>
            <a:off x="4803949" y="4884456"/>
            <a:ext cx="351378" cy="369332"/>
          </a:xfrm>
          <a:prstGeom prst="rect">
            <a:avLst/>
          </a:prstGeom>
          <a:noFill/>
        </p:spPr>
        <p:txBody>
          <a:bodyPr wrap="none" rtlCol="0">
            <a:spAutoFit/>
          </a:bodyPr>
          <a:lstStyle/>
          <a:p>
            <a:r>
              <a:rPr lang="en-CN" b="1" dirty="0"/>
              <a:t>B</a:t>
            </a:r>
          </a:p>
        </p:txBody>
      </p:sp>
      <p:sp>
        <p:nvSpPr>
          <p:cNvPr id="33" name="TextBox 32">
            <a:extLst>
              <a:ext uri="{FF2B5EF4-FFF2-40B4-BE49-F238E27FC236}">
                <a16:creationId xmlns:a16="http://schemas.microsoft.com/office/drawing/2014/main" id="{D2890108-D839-A446-A97F-EA9DBA95A852}"/>
              </a:ext>
            </a:extLst>
          </p:cNvPr>
          <p:cNvSpPr txBox="1"/>
          <p:nvPr/>
        </p:nvSpPr>
        <p:spPr>
          <a:xfrm>
            <a:off x="3896554" y="4279940"/>
            <a:ext cx="505267" cy="369332"/>
          </a:xfrm>
          <a:prstGeom prst="rect">
            <a:avLst/>
          </a:prstGeom>
          <a:noFill/>
        </p:spPr>
        <p:txBody>
          <a:bodyPr wrap="none" rtlCol="0">
            <a:spAutoFit/>
          </a:bodyPr>
          <a:lstStyle/>
          <a:p>
            <a:r>
              <a:rPr lang="en-CN" b="1" dirty="0"/>
              <a:t>EN</a:t>
            </a:r>
          </a:p>
        </p:txBody>
      </p:sp>
      <p:grpSp>
        <p:nvGrpSpPr>
          <p:cNvPr id="4" name="组合 3">
            <a:extLst>
              <a:ext uri="{FF2B5EF4-FFF2-40B4-BE49-F238E27FC236}">
                <a16:creationId xmlns:a16="http://schemas.microsoft.com/office/drawing/2014/main" id="{8C590BA7-63E8-6187-467B-293E0CDFC2ED}"/>
              </a:ext>
            </a:extLst>
          </p:cNvPr>
          <p:cNvGrpSpPr/>
          <p:nvPr/>
        </p:nvGrpSpPr>
        <p:grpSpPr>
          <a:xfrm>
            <a:off x="6197551" y="3241440"/>
            <a:ext cx="2147945" cy="3148644"/>
            <a:chOff x="6128018" y="2995536"/>
            <a:chExt cx="2147945" cy="3148644"/>
          </a:xfrm>
        </p:grpSpPr>
        <p:sp>
          <p:nvSpPr>
            <p:cNvPr id="10" name="矩形 9">
              <a:extLst>
                <a:ext uri="{FF2B5EF4-FFF2-40B4-BE49-F238E27FC236}">
                  <a16:creationId xmlns:a16="http://schemas.microsoft.com/office/drawing/2014/main" id="{ED75B171-7328-5B10-E2C3-AEE8CBFE908C}"/>
                </a:ext>
              </a:extLst>
            </p:cNvPr>
            <p:cNvSpPr/>
            <p:nvPr/>
          </p:nvSpPr>
          <p:spPr bwMode="auto">
            <a:xfrm>
              <a:off x="6284345" y="3035846"/>
              <a:ext cx="430985" cy="430985"/>
            </a:xfrm>
            <a:prstGeom prst="rect">
              <a:avLst/>
            </a:prstGeom>
            <a:noFill/>
            <a:ln w="28575" cap="flat" cmpd="sng" algn="ctr">
              <a:solidFill>
                <a:srgbClr val="3333FF"/>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charset="0"/>
                </a:rPr>
                <a:t>1</a:t>
              </a:r>
              <a:endParaRPr kumimoji="0" lang="zh-CN" altLang="en-US" sz="1800" b="0" i="0" u="none" strike="noStrike" cap="none" normalizeH="0" baseline="0" dirty="0">
                <a:ln>
                  <a:noFill/>
                </a:ln>
                <a:solidFill>
                  <a:schemeClr val="tx1"/>
                </a:solidFill>
                <a:effectLst/>
                <a:latin typeface="Arial" charset="0"/>
              </a:endParaRPr>
            </a:p>
          </p:txBody>
        </p:sp>
        <p:cxnSp>
          <p:nvCxnSpPr>
            <p:cNvPr id="14" name="直线连接符 13">
              <a:extLst>
                <a:ext uri="{FF2B5EF4-FFF2-40B4-BE49-F238E27FC236}">
                  <a16:creationId xmlns:a16="http://schemas.microsoft.com/office/drawing/2014/main" id="{C728DFE7-94CF-13D1-E0E2-114844A195B0}"/>
                </a:ext>
              </a:extLst>
            </p:cNvPr>
            <p:cNvCxnSpPr>
              <a:cxnSpLocks/>
              <a:endCxn id="10" idx="3"/>
            </p:cNvCxnSpPr>
            <p:nvPr/>
          </p:nvCxnSpPr>
          <p:spPr bwMode="auto">
            <a:xfrm flipH="1">
              <a:off x="6715330" y="3251339"/>
              <a:ext cx="248980" cy="0"/>
            </a:xfrm>
            <a:prstGeom prst="line">
              <a:avLst/>
            </a:prstGeom>
            <a:solidFill>
              <a:schemeClr val="accent1"/>
            </a:solidFill>
            <a:ln w="28575" cap="flat" cmpd="sng" algn="ctr">
              <a:solidFill>
                <a:srgbClr val="3333FF"/>
              </a:solidFill>
              <a:prstDash val="solid"/>
              <a:round/>
              <a:headEnd type="none" w="med" len="med"/>
              <a:tailEnd type="none" w="med" len="med"/>
            </a:ln>
            <a:effectLst/>
          </p:spPr>
        </p:cxnSp>
        <p:cxnSp>
          <p:nvCxnSpPr>
            <p:cNvPr id="15" name="直线连接符 14">
              <a:extLst>
                <a:ext uri="{FF2B5EF4-FFF2-40B4-BE49-F238E27FC236}">
                  <a16:creationId xmlns:a16="http://schemas.microsoft.com/office/drawing/2014/main" id="{5D2DCCE7-3795-13DE-B14C-E31FA701BBA7}"/>
                </a:ext>
              </a:extLst>
            </p:cNvPr>
            <p:cNvCxnSpPr>
              <a:cxnSpLocks/>
            </p:cNvCxnSpPr>
            <p:nvPr/>
          </p:nvCxnSpPr>
          <p:spPr bwMode="auto">
            <a:xfrm flipH="1">
              <a:off x="6954278" y="3104753"/>
              <a:ext cx="200148" cy="142954"/>
            </a:xfrm>
            <a:prstGeom prst="line">
              <a:avLst/>
            </a:prstGeom>
            <a:solidFill>
              <a:schemeClr val="accent1"/>
            </a:solidFill>
            <a:ln w="28575" cap="flat" cmpd="sng" algn="ctr">
              <a:solidFill>
                <a:srgbClr val="3333FF"/>
              </a:solidFill>
              <a:prstDash val="solid"/>
              <a:round/>
              <a:headEnd type="none" w="med" len="med"/>
              <a:tailEnd type="none" w="med" len="med"/>
            </a:ln>
            <a:effectLst/>
          </p:spPr>
        </p:cxnSp>
        <p:cxnSp>
          <p:nvCxnSpPr>
            <p:cNvPr id="22" name="直线连接符 21">
              <a:extLst>
                <a:ext uri="{FF2B5EF4-FFF2-40B4-BE49-F238E27FC236}">
                  <a16:creationId xmlns:a16="http://schemas.microsoft.com/office/drawing/2014/main" id="{4B48BEE0-418B-3B29-FAE4-5469DDE306C1}"/>
                </a:ext>
              </a:extLst>
            </p:cNvPr>
            <p:cNvCxnSpPr>
              <a:cxnSpLocks/>
            </p:cNvCxnSpPr>
            <p:nvPr/>
          </p:nvCxnSpPr>
          <p:spPr bwMode="auto">
            <a:xfrm flipH="1">
              <a:off x="7220449" y="3266260"/>
              <a:ext cx="414046" cy="0"/>
            </a:xfrm>
            <a:prstGeom prst="line">
              <a:avLst/>
            </a:prstGeom>
            <a:solidFill>
              <a:schemeClr val="accent1"/>
            </a:solidFill>
            <a:ln w="28575" cap="flat" cmpd="sng" algn="ctr">
              <a:solidFill>
                <a:srgbClr val="3333FF"/>
              </a:solidFill>
              <a:prstDash val="solid"/>
              <a:round/>
              <a:headEnd type="none" w="med" len="med"/>
              <a:tailEnd type="none" w="med" len="med"/>
            </a:ln>
            <a:effectLst/>
          </p:spPr>
        </p:cxnSp>
        <p:sp>
          <p:nvSpPr>
            <p:cNvPr id="24" name="矩形 23">
              <a:extLst>
                <a:ext uri="{FF2B5EF4-FFF2-40B4-BE49-F238E27FC236}">
                  <a16:creationId xmlns:a16="http://schemas.microsoft.com/office/drawing/2014/main" id="{EF247E46-4C44-060F-7851-0A3B4D89AD5C}"/>
                </a:ext>
              </a:extLst>
            </p:cNvPr>
            <p:cNvSpPr/>
            <p:nvPr/>
          </p:nvSpPr>
          <p:spPr bwMode="auto">
            <a:xfrm>
              <a:off x="6284345" y="3613461"/>
              <a:ext cx="430985" cy="430985"/>
            </a:xfrm>
            <a:prstGeom prst="rect">
              <a:avLst/>
            </a:prstGeom>
            <a:noFill/>
            <a:ln w="28575" cap="flat" cmpd="sng" algn="ctr">
              <a:solidFill>
                <a:srgbClr val="3333FF"/>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charset="0"/>
                </a:rPr>
                <a:t>2</a:t>
              </a:r>
              <a:endParaRPr kumimoji="0" lang="zh-CN" altLang="en-US" sz="1800" b="0" i="0" u="none" strike="noStrike" cap="none" normalizeH="0" baseline="0" dirty="0">
                <a:ln>
                  <a:noFill/>
                </a:ln>
                <a:solidFill>
                  <a:schemeClr val="tx1"/>
                </a:solidFill>
                <a:effectLst/>
                <a:latin typeface="Arial" charset="0"/>
              </a:endParaRPr>
            </a:p>
          </p:txBody>
        </p:sp>
        <p:cxnSp>
          <p:nvCxnSpPr>
            <p:cNvPr id="39" name="直线连接符 38">
              <a:extLst>
                <a:ext uri="{FF2B5EF4-FFF2-40B4-BE49-F238E27FC236}">
                  <a16:creationId xmlns:a16="http://schemas.microsoft.com/office/drawing/2014/main" id="{9A403481-AD5A-87F9-BEED-6275ACA0DAAB}"/>
                </a:ext>
              </a:extLst>
            </p:cNvPr>
            <p:cNvCxnSpPr>
              <a:cxnSpLocks/>
              <a:endCxn id="24" idx="3"/>
            </p:cNvCxnSpPr>
            <p:nvPr/>
          </p:nvCxnSpPr>
          <p:spPr bwMode="auto">
            <a:xfrm flipH="1">
              <a:off x="6715330" y="3828954"/>
              <a:ext cx="248980" cy="0"/>
            </a:xfrm>
            <a:prstGeom prst="line">
              <a:avLst/>
            </a:prstGeom>
            <a:solidFill>
              <a:schemeClr val="accent1"/>
            </a:solidFill>
            <a:ln w="28575" cap="flat" cmpd="sng" algn="ctr">
              <a:solidFill>
                <a:srgbClr val="3333FF"/>
              </a:solidFill>
              <a:prstDash val="solid"/>
              <a:round/>
              <a:headEnd type="none" w="med" len="med"/>
              <a:tailEnd type="none" w="med" len="med"/>
            </a:ln>
            <a:effectLst/>
          </p:spPr>
        </p:cxnSp>
        <p:cxnSp>
          <p:nvCxnSpPr>
            <p:cNvPr id="41" name="直线连接符 40">
              <a:extLst>
                <a:ext uri="{FF2B5EF4-FFF2-40B4-BE49-F238E27FC236}">
                  <a16:creationId xmlns:a16="http://schemas.microsoft.com/office/drawing/2014/main" id="{F556D88D-C86C-E8D6-B7A8-CD4B89784608}"/>
                </a:ext>
              </a:extLst>
            </p:cNvPr>
            <p:cNvCxnSpPr>
              <a:cxnSpLocks/>
            </p:cNvCxnSpPr>
            <p:nvPr/>
          </p:nvCxnSpPr>
          <p:spPr bwMode="auto">
            <a:xfrm flipH="1">
              <a:off x="6954278" y="3682368"/>
              <a:ext cx="200148" cy="142954"/>
            </a:xfrm>
            <a:prstGeom prst="line">
              <a:avLst/>
            </a:prstGeom>
            <a:solidFill>
              <a:schemeClr val="accent1"/>
            </a:solidFill>
            <a:ln w="28575" cap="flat" cmpd="sng" algn="ctr">
              <a:solidFill>
                <a:srgbClr val="3333FF"/>
              </a:solidFill>
              <a:prstDash val="solid"/>
              <a:round/>
              <a:headEnd type="none" w="med" len="med"/>
              <a:tailEnd type="none" w="med" len="med"/>
            </a:ln>
            <a:effectLst/>
          </p:spPr>
        </p:cxnSp>
        <p:cxnSp>
          <p:nvCxnSpPr>
            <p:cNvPr id="42" name="直线连接符 41">
              <a:extLst>
                <a:ext uri="{FF2B5EF4-FFF2-40B4-BE49-F238E27FC236}">
                  <a16:creationId xmlns:a16="http://schemas.microsoft.com/office/drawing/2014/main" id="{6EA9F3B7-7E36-82B9-4EA8-EA38A0F555FA}"/>
                </a:ext>
              </a:extLst>
            </p:cNvPr>
            <p:cNvCxnSpPr>
              <a:cxnSpLocks/>
            </p:cNvCxnSpPr>
            <p:nvPr/>
          </p:nvCxnSpPr>
          <p:spPr bwMode="auto">
            <a:xfrm flipH="1">
              <a:off x="7220449" y="3843875"/>
              <a:ext cx="414046" cy="0"/>
            </a:xfrm>
            <a:prstGeom prst="line">
              <a:avLst/>
            </a:prstGeom>
            <a:solidFill>
              <a:schemeClr val="accent1"/>
            </a:solidFill>
            <a:ln w="28575" cap="flat" cmpd="sng" algn="ctr">
              <a:solidFill>
                <a:srgbClr val="3333FF"/>
              </a:solidFill>
              <a:prstDash val="solid"/>
              <a:round/>
              <a:headEnd type="none" w="med" len="med"/>
              <a:tailEnd type="none" w="med" len="med"/>
            </a:ln>
            <a:effectLst/>
          </p:spPr>
        </p:cxnSp>
        <p:sp>
          <p:nvSpPr>
            <p:cNvPr id="43" name="矩形 42">
              <a:extLst>
                <a:ext uri="{FF2B5EF4-FFF2-40B4-BE49-F238E27FC236}">
                  <a16:creationId xmlns:a16="http://schemas.microsoft.com/office/drawing/2014/main" id="{1A16CB40-CCEC-BEAB-9504-CCE1FF91EF2A}"/>
                </a:ext>
              </a:extLst>
            </p:cNvPr>
            <p:cNvSpPr/>
            <p:nvPr/>
          </p:nvSpPr>
          <p:spPr bwMode="auto">
            <a:xfrm>
              <a:off x="6284345" y="4191076"/>
              <a:ext cx="430985" cy="430985"/>
            </a:xfrm>
            <a:prstGeom prst="rect">
              <a:avLst/>
            </a:prstGeom>
            <a:noFill/>
            <a:ln w="28575" cap="flat" cmpd="sng" algn="ctr">
              <a:solidFill>
                <a:srgbClr val="3333FF"/>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charset="0"/>
                </a:rPr>
                <a:t>3</a:t>
              </a:r>
              <a:endParaRPr kumimoji="0" lang="zh-CN" altLang="en-US" sz="1800" b="0" i="0" u="none" strike="noStrike" cap="none" normalizeH="0" baseline="0" dirty="0">
                <a:ln>
                  <a:noFill/>
                </a:ln>
                <a:solidFill>
                  <a:schemeClr val="tx1"/>
                </a:solidFill>
                <a:effectLst/>
                <a:latin typeface="Arial" charset="0"/>
              </a:endParaRPr>
            </a:p>
          </p:txBody>
        </p:sp>
        <p:cxnSp>
          <p:nvCxnSpPr>
            <p:cNvPr id="44" name="直线连接符 43">
              <a:extLst>
                <a:ext uri="{FF2B5EF4-FFF2-40B4-BE49-F238E27FC236}">
                  <a16:creationId xmlns:a16="http://schemas.microsoft.com/office/drawing/2014/main" id="{75666590-6E38-49E3-E140-F96441DDA48A}"/>
                </a:ext>
              </a:extLst>
            </p:cNvPr>
            <p:cNvCxnSpPr>
              <a:cxnSpLocks/>
              <a:endCxn id="43" idx="3"/>
            </p:cNvCxnSpPr>
            <p:nvPr/>
          </p:nvCxnSpPr>
          <p:spPr bwMode="auto">
            <a:xfrm flipH="1">
              <a:off x="6715330" y="4406569"/>
              <a:ext cx="248980" cy="0"/>
            </a:xfrm>
            <a:prstGeom prst="line">
              <a:avLst/>
            </a:prstGeom>
            <a:solidFill>
              <a:schemeClr val="accent1"/>
            </a:solidFill>
            <a:ln w="28575" cap="flat" cmpd="sng" algn="ctr">
              <a:solidFill>
                <a:srgbClr val="3333FF"/>
              </a:solidFill>
              <a:prstDash val="solid"/>
              <a:round/>
              <a:headEnd type="none" w="med" len="med"/>
              <a:tailEnd type="none" w="med" len="med"/>
            </a:ln>
            <a:effectLst/>
          </p:spPr>
        </p:cxnSp>
        <p:cxnSp>
          <p:nvCxnSpPr>
            <p:cNvPr id="45" name="直线连接符 44">
              <a:extLst>
                <a:ext uri="{FF2B5EF4-FFF2-40B4-BE49-F238E27FC236}">
                  <a16:creationId xmlns:a16="http://schemas.microsoft.com/office/drawing/2014/main" id="{C6421A92-557A-D38C-7324-FAC3FA63AB88}"/>
                </a:ext>
              </a:extLst>
            </p:cNvPr>
            <p:cNvCxnSpPr>
              <a:cxnSpLocks/>
            </p:cNvCxnSpPr>
            <p:nvPr/>
          </p:nvCxnSpPr>
          <p:spPr bwMode="auto">
            <a:xfrm flipH="1">
              <a:off x="6954278" y="4259983"/>
              <a:ext cx="200148" cy="142954"/>
            </a:xfrm>
            <a:prstGeom prst="line">
              <a:avLst/>
            </a:prstGeom>
            <a:solidFill>
              <a:schemeClr val="accent1"/>
            </a:solidFill>
            <a:ln w="28575" cap="flat" cmpd="sng" algn="ctr">
              <a:solidFill>
                <a:srgbClr val="3333FF"/>
              </a:solidFill>
              <a:prstDash val="solid"/>
              <a:round/>
              <a:headEnd type="none" w="med" len="med"/>
              <a:tailEnd type="none" w="med" len="med"/>
            </a:ln>
            <a:effectLst/>
          </p:spPr>
        </p:cxnSp>
        <p:cxnSp>
          <p:nvCxnSpPr>
            <p:cNvPr id="46" name="直线连接符 45">
              <a:extLst>
                <a:ext uri="{FF2B5EF4-FFF2-40B4-BE49-F238E27FC236}">
                  <a16:creationId xmlns:a16="http://schemas.microsoft.com/office/drawing/2014/main" id="{7C4E8C68-2E33-4E99-2932-348B951CF9F3}"/>
                </a:ext>
              </a:extLst>
            </p:cNvPr>
            <p:cNvCxnSpPr>
              <a:cxnSpLocks/>
            </p:cNvCxnSpPr>
            <p:nvPr/>
          </p:nvCxnSpPr>
          <p:spPr bwMode="auto">
            <a:xfrm flipH="1">
              <a:off x="7220449" y="4421490"/>
              <a:ext cx="414046" cy="0"/>
            </a:xfrm>
            <a:prstGeom prst="line">
              <a:avLst/>
            </a:prstGeom>
            <a:solidFill>
              <a:schemeClr val="accent1"/>
            </a:solidFill>
            <a:ln w="28575" cap="flat" cmpd="sng" algn="ctr">
              <a:solidFill>
                <a:srgbClr val="3333FF"/>
              </a:solidFill>
              <a:prstDash val="solid"/>
              <a:round/>
              <a:headEnd type="none" w="med" len="med"/>
              <a:tailEnd type="none" w="med" len="med"/>
            </a:ln>
            <a:effectLst/>
          </p:spPr>
        </p:cxnSp>
        <p:cxnSp>
          <p:nvCxnSpPr>
            <p:cNvPr id="47" name="直线连接符 46">
              <a:extLst>
                <a:ext uri="{FF2B5EF4-FFF2-40B4-BE49-F238E27FC236}">
                  <a16:creationId xmlns:a16="http://schemas.microsoft.com/office/drawing/2014/main" id="{B3EDD5F4-6276-54FF-F58B-BF024F3B4612}"/>
                </a:ext>
              </a:extLst>
            </p:cNvPr>
            <p:cNvCxnSpPr>
              <a:cxnSpLocks/>
            </p:cNvCxnSpPr>
            <p:nvPr/>
          </p:nvCxnSpPr>
          <p:spPr bwMode="auto">
            <a:xfrm flipV="1">
              <a:off x="7076433" y="3002732"/>
              <a:ext cx="0" cy="2528893"/>
            </a:xfrm>
            <a:prstGeom prst="line">
              <a:avLst/>
            </a:prstGeom>
            <a:solidFill>
              <a:schemeClr val="accent1"/>
            </a:solidFill>
            <a:ln w="28575" cap="flat" cmpd="sng" algn="ctr">
              <a:solidFill>
                <a:srgbClr val="3333FF"/>
              </a:solidFill>
              <a:prstDash val="solid"/>
              <a:round/>
              <a:headEnd type="none" w="med" len="med"/>
              <a:tailEnd type="none" w="med" len="med"/>
            </a:ln>
            <a:effectLst/>
          </p:spPr>
        </p:cxnSp>
        <p:sp>
          <p:nvSpPr>
            <p:cNvPr id="48" name="矩形 47">
              <a:extLst>
                <a:ext uri="{FF2B5EF4-FFF2-40B4-BE49-F238E27FC236}">
                  <a16:creationId xmlns:a16="http://schemas.microsoft.com/office/drawing/2014/main" id="{7DAC0C26-F338-1AEA-884B-D41268FE57A4}"/>
                </a:ext>
              </a:extLst>
            </p:cNvPr>
            <p:cNvSpPr/>
            <p:nvPr/>
          </p:nvSpPr>
          <p:spPr bwMode="auto">
            <a:xfrm>
              <a:off x="6128018" y="5531625"/>
              <a:ext cx="1079599" cy="612555"/>
            </a:xfrm>
            <a:prstGeom prst="rect">
              <a:avLst/>
            </a:prstGeom>
            <a:noFill/>
            <a:ln w="28575" cap="flat" cmpd="sng" algn="ctr">
              <a:solidFill>
                <a:srgbClr val="3333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Arial" charset="0"/>
                </a:rPr>
                <a:t>ON/</a:t>
              </a:r>
              <a:r>
                <a:rPr lang="en-US" altLang="zh-CN" sz="1600" dirty="0"/>
                <a:t>OFF </a:t>
              </a:r>
              <a:r>
                <a:rPr kumimoji="0" lang="en-US" altLang="zh-CN" sz="1600" b="0" i="0" u="none" strike="noStrike" cap="none" normalizeH="0" baseline="0" dirty="0">
                  <a:ln>
                    <a:noFill/>
                  </a:ln>
                  <a:solidFill>
                    <a:schemeClr val="tx1"/>
                  </a:solidFill>
                  <a:effectLst/>
                  <a:latin typeface="Arial" charset="0"/>
                </a:rPr>
                <a:t>controller</a:t>
              </a:r>
              <a:endParaRPr kumimoji="0" lang="zh-CN" altLang="en-US" sz="1600" b="0" i="0" u="none" strike="noStrike" cap="none" normalizeH="0" baseline="0" dirty="0">
                <a:ln>
                  <a:noFill/>
                </a:ln>
                <a:solidFill>
                  <a:schemeClr val="tx1"/>
                </a:solidFill>
                <a:effectLst/>
                <a:latin typeface="Arial" charset="0"/>
              </a:endParaRPr>
            </a:p>
          </p:txBody>
        </p:sp>
        <p:cxnSp>
          <p:nvCxnSpPr>
            <p:cNvPr id="49" name="直线连接符 48">
              <a:extLst>
                <a:ext uri="{FF2B5EF4-FFF2-40B4-BE49-F238E27FC236}">
                  <a16:creationId xmlns:a16="http://schemas.microsoft.com/office/drawing/2014/main" id="{4639C7E3-F603-416B-AF48-A1E849CD876E}"/>
                </a:ext>
              </a:extLst>
            </p:cNvPr>
            <p:cNvCxnSpPr>
              <a:cxnSpLocks/>
            </p:cNvCxnSpPr>
            <p:nvPr/>
          </p:nvCxnSpPr>
          <p:spPr bwMode="auto">
            <a:xfrm flipV="1">
              <a:off x="7634495" y="2995536"/>
              <a:ext cx="0" cy="2528893"/>
            </a:xfrm>
            <a:prstGeom prst="line">
              <a:avLst/>
            </a:prstGeom>
            <a:solidFill>
              <a:schemeClr val="accent1"/>
            </a:solidFill>
            <a:ln w="28575" cap="flat" cmpd="sng" algn="ctr">
              <a:solidFill>
                <a:srgbClr val="3333FF"/>
              </a:solidFill>
              <a:prstDash val="solid"/>
              <a:round/>
              <a:headEnd type="none" w="med" len="med"/>
              <a:tailEnd type="none" w="med" len="med"/>
            </a:ln>
            <a:effectLst/>
          </p:spPr>
        </p:cxnSp>
        <p:sp>
          <p:nvSpPr>
            <p:cNvPr id="50" name="文本框 49">
              <a:extLst>
                <a:ext uri="{FF2B5EF4-FFF2-40B4-BE49-F238E27FC236}">
                  <a16:creationId xmlns:a16="http://schemas.microsoft.com/office/drawing/2014/main" id="{3A100C20-5E4A-C5CF-422A-B2FBB6D707F6}"/>
                </a:ext>
              </a:extLst>
            </p:cNvPr>
            <p:cNvSpPr txBox="1"/>
            <p:nvPr/>
          </p:nvSpPr>
          <p:spPr>
            <a:xfrm>
              <a:off x="7616808" y="5032288"/>
              <a:ext cx="659155" cy="369332"/>
            </a:xfrm>
            <a:prstGeom prst="rect">
              <a:avLst/>
            </a:prstGeom>
            <a:noFill/>
          </p:spPr>
          <p:txBody>
            <a:bodyPr wrap="none" rtlCol="0">
              <a:spAutoFit/>
            </a:bodyPr>
            <a:lstStyle/>
            <a:p>
              <a:r>
                <a:rPr kumimoji="1" lang="en-US" altLang="zh-CN" dirty="0"/>
                <a:t>BUS</a:t>
              </a:r>
              <a:endParaRPr kumimoji="1" lang="zh-CN" altLang="en-US" dirty="0"/>
            </a:p>
          </p:txBody>
        </p:sp>
      </p:grpSp>
    </p:spTree>
    <p:extLst>
      <p:ext uri="{BB962C8B-B14F-4D97-AF65-F5344CB8AC3E}">
        <p14:creationId xmlns:p14="http://schemas.microsoft.com/office/powerpoint/2010/main" val="332784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pPr eaLnBrk="1" hangingPunct="1"/>
            <a:r>
              <a:rPr lang="zh-CN" altLang="en-US" b="1" dirty="0"/>
              <a:t>三态门与高阻态</a:t>
            </a:r>
            <a:endParaRPr lang="en-US" altLang="zh-CN" b="1" dirty="0"/>
          </a:p>
        </p:txBody>
      </p:sp>
      <p:sp>
        <p:nvSpPr>
          <p:cNvPr id="55299" name="Rectangle 3"/>
          <p:cNvSpPr>
            <a:spLocks noGrp="1" noChangeArrowheads="1"/>
          </p:cNvSpPr>
          <p:nvPr>
            <p:ph idx="1"/>
          </p:nvPr>
        </p:nvSpPr>
        <p:spPr>
          <a:xfrm>
            <a:off x="464806" y="1531937"/>
            <a:ext cx="8229600" cy="4716463"/>
          </a:xfrm>
        </p:spPr>
        <p:txBody>
          <a:bodyPr/>
          <a:lstStyle/>
          <a:p>
            <a:pPr eaLnBrk="1" hangingPunct="1"/>
            <a:r>
              <a:rPr lang="zh-CN" altLang="en-US" sz="2800" dirty="0"/>
              <a:t>三态与三态门</a:t>
            </a:r>
            <a:endParaRPr lang="en-US" altLang="zh-CN" sz="2800" dirty="0"/>
          </a:p>
          <a:p>
            <a:pPr lvl="1" eaLnBrk="1" hangingPunct="1"/>
            <a:r>
              <a:rPr lang="zh-CN" altLang="en-US" sz="2000" dirty="0"/>
              <a:t>逻辑</a:t>
            </a:r>
            <a:r>
              <a:rPr lang="en-US" altLang="zh-CN" sz="2000" dirty="0"/>
              <a:t>0, </a:t>
            </a:r>
            <a:r>
              <a:rPr lang="zh-CN" altLang="en-US" sz="2000" dirty="0"/>
              <a:t>逻辑</a:t>
            </a:r>
            <a:r>
              <a:rPr lang="en-US" altLang="zh-CN" sz="2000" dirty="0"/>
              <a:t>1, </a:t>
            </a:r>
            <a:r>
              <a:rPr lang="zh-CN" altLang="en-US" sz="2000" dirty="0">
                <a:solidFill>
                  <a:srgbClr val="3333FF"/>
                </a:solidFill>
                <a:cs typeface="+mn-cs"/>
              </a:rPr>
              <a:t>高阻态</a:t>
            </a:r>
            <a:r>
              <a:rPr lang="en-US" altLang="zh-CN" sz="2000" dirty="0">
                <a:solidFill>
                  <a:srgbClr val="3333FF"/>
                </a:solidFill>
                <a:cs typeface="+mn-cs"/>
              </a:rPr>
              <a:t>Z</a:t>
            </a:r>
          </a:p>
          <a:p>
            <a:pPr eaLnBrk="1" hangingPunct="1"/>
            <a:r>
              <a:rPr lang="zh-CN" altLang="en-US" sz="2800" dirty="0"/>
              <a:t>高阻态：在电路中相当于</a:t>
            </a:r>
            <a:r>
              <a:rPr lang="zh-CN" altLang="en-US" sz="2800" dirty="0">
                <a:solidFill>
                  <a:srgbClr val="3333FF"/>
                </a:solidFill>
              </a:rPr>
              <a:t>悬空</a:t>
            </a:r>
            <a:r>
              <a:rPr lang="en-US" altLang="zh-CN" sz="2800" dirty="0">
                <a:solidFill>
                  <a:srgbClr val="3333FF"/>
                </a:solidFill>
              </a:rPr>
              <a:t>(floating)</a:t>
            </a:r>
            <a:endParaRPr lang="en-US" altLang="zh-CN" sz="2800" dirty="0"/>
          </a:p>
          <a:p>
            <a:pPr eaLnBrk="1" hangingPunct="1"/>
            <a:r>
              <a:rPr lang="zh-CN" altLang="en-US" sz="2800" dirty="0"/>
              <a:t>思考：如果用万用表测其</a:t>
            </a:r>
            <a:r>
              <a:rPr lang="zh-CN" altLang="en-CN" sz="2800" dirty="0"/>
              <a:t>到地</a:t>
            </a:r>
            <a:r>
              <a:rPr lang="zh-CN" altLang="en-US" sz="2800" dirty="0"/>
              <a:t>电压可能是什么结果？</a:t>
            </a:r>
            <a:endParaRPr lang="en-CN" sz="2800" dirty="0">
              <a:solidFill>
                <a:srgbClr val="3333FF"/>
              </a:solidFill>
              <a:latin typeface="SimHei" panose="02010609060101010101" pitchFamily="49" charset="-122"/>
              <a:ea typeface="SimHei" panose="02010609060101010101" pitchFamily="49" charset="-122"/>
            </a:endParaRPr>
          </a:p>
          <a:p>
            <a:pPr lvl="1"/>
            <a:endParaRPr lang="zh-CN" altLang="en-US" sz="2400" dirty="0"/>
          </a:p>
        </p:txBody>
      </p:sp>
      <p:sp>
        <p:nvSpPr>
          <p:cNvPr id="55300" name="灯片编号占位符 6"/>
          <p:cNvSpPr>
            <a:spLocks noGrp="1"/>
          </p:cNvSpPr>
          <p:nvPr>
            <p:ph type="sldNum" sz="quarter" idx="12"/>
          </p:nvPr>
        </p:nvSpPr>
        <p:spPr>
          <a:xfrm>
            <a:off x="6553200" y="6272212"/>
            <a:ext cx="21336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eaLnBrk="1" hangingPunct="1"/>
            <a:fld id="{42DFD120-F259-4C74-BFBA-1EF4532C5F9A}" type="slidenum">
              <a:rPr lang="en-US" altLang="zh-CN" sz="1400" smtClean="0">
                <a:solidFill>
                  <a:schemeClr val="tx1"/>
                </a:solidFill>
                <a:latin typeface="+mn-lt"/>
              </a:rPr>
              <a:pPr eaLnBrk="1" hangingPunct="1"/>
              <a:t>13</a:t>
            </a:fld>
            <a:endParaRPr lang="en-US" altLang="zh-CN" sz="1200" dirty="0">
              <a:solidFill>
                <a:schemeClr val="tx1"/>
              </a:solidFill>
              <a:latin typeface="+mn-lt"/>
            </a:endParaRPr>
          </a:p>
        </p:txBody>
      </p:sp>
      <p:grpSp>
        <p:nvGrpSpPr>
          <p:cNvPr id="54" name="组合 53">
            <a:extLst>
              <a:ext uri="{FF2B5EF4-FFF2-40B4-BE49-F238E27FC236}">
                <a16:creationId xmlns:a16="http://schemas.microsoft.com/office/drawing/2014/main" id="{90E76D99-B2C4-498F-A3E2-D436EF840480}"/>
              </a:ext>
            </a:extLst>
          </p:cNvPr>
          <p:cNvGrpSpPr/>
          <p:nvPr/>
        </p:nvGrpSpPr>
        <p:grpSpPr>
          <a:xfrm>
            <a:off x="1821269" y="4163590"/>
            <a:ext cx="5501461" cy="1152128"/>
            <a:chOff x="988556" y="3280338"/>
            <a:chExt cx="4833968" cy="868741"/>
          </a:xfrm>
        </p:grpSpPr>
        <p:cxnSp>
          <p:nvCxnSpPr>
            <p:cNvPr id="7" name="直线连接符 6">
              <a:extLst>
                <a:ext uri="{FF2B5EF4-FFF2-40B4-BE49-F238E27FC236}">
                  <a16:creationId xmlns:a16="http://schemas.microsoft.com/office/drawing/2014/main" id="{7ABE7866-4403-9B6E-D4DB-86731623C56B}"/>
                </a:ext>
              </a:extLst>
            </p:cNvPr>
            <p:cNvCxnSpPr/>
            <p:nvPr/>
          </p:nvCxnSpPr>
          <p:spPr bwMode="auto">
            <a:xfrm>
              <a:off x="1295636" y="3717032"/>
              <a:ext cx="612068" cy="0"/>
            </a:xfrm>
            <a:prstGeom prst="line">
              <a:avLst/>
            </a:prstGeom>
            <a:solidFill>
              <a:schemeClr val="accent1"/>
            </a:solidFill>
            <a:ln w="28575" cap="flat" cmpd="sng" algn="ctr">
              <a:solidFill>
                <a:srgbClr val="3333FF"/>
              </a:solidFill>
              <a:prstDash val="solid"/>
              <a:round/>
              <a:headEnd type="none" w="med" len="med"/>
              <a:tailEnd type="none" w="med" len="med"/>
            </a:ln>
            <a:effectLst/>
          </p:spPr>
        </p:cxnSp>
        <p:sp>
          <p:nvSpPr>
            <p:cNvPr id="9" name="矩形 8">
              <a:extLst>
                <a:ext uri="{FF2B5EF4-FFF2-40B4-BE49-F238E27FC236}">
                  <a16:creationId xmlns:a16="http://schemas.microsoft.com/office/drawing/2014/main" id="{247F3BD5-D626-0E86-928C-F70FEBC3C78F}"/>
                </a:ext>
              </a:extLst>
            </p:cNvPr>
            <p:cNvSpPr/>
            <p:nvPr/>
          </p:nvSpPr>
          <p:spPr bwMode="auto">
            <a:xfrm>
              <a:off x="1911319" y="3663026"/>
              <a:ext cx="360040" cy="108012"/>
            </a:xfrm>
            <a:prstGeom prst="rect">
              <a:avLst/>
            </a:prstGeom>
            <a:noFill/>
            <a:ln w="28575" cap="flat" cmpd="sng" algn="ctr">
              <a:solidFill>
                <a:srgbClr val="3333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cxnSp>
          <p:nvCxnSpPr>
            <p:cNvPr id="10" name="直线连接符 9">
              <a:extLst>
                <a:ext uri="{FF2B5EF4-FFF2-40B4-BE49-F238E27FC236}">
                  <a16:creationId xmlns:a16="http://schemas.microsoft.com/office/drawing/2014/main" id="{43AD4D24-43B4-9974-3B2C-76B4D2F011A9}"/>
                </a:ext>
              </a:extLst>
            </p:cNvPr>
            <p:cNvCxnSpPr>
              <a:cxnSpLocks/>
            </p:cNvCxnSpPr>
            <p:nvPr/>
          </p:nvCxnSpPr>
          <p:spPr bwMode="auto">
            <a:xfrm>
              <a:off x="2271359" y="3717032"/>
              <a:ext cx="851246" cy="0"/>
            </a:xfrm>
            <a:prstGeom prst="line">
              <a:avLst/>
            </a:prstGeom>
            <a:solidFill>
              <a:schemeClr val="accent1"/>
            </a:solidFill>
            <a:ln w="28575" cap="flat" cmpd="sng" algn="ctr">
              <a:solidFill>
                <a:srgbClr val="3333FF"/>
              </a:solidFill>
              <a:prstDash val="solid"/>
              <a:round/>
              <a:headEnd type="none" w="med" len="med"/>
              <a:tailEnd type="none" w="med" len="med"/>
            </a:ln>
            <a:effectLst/>
          </p:spPr>
        </p:cxnSp>
        <p:sp>
          <p:nvSpPr>
            <p:cNvPr id="13" name="文本框 12">
              <a:extLst>
                <a:ext uri="{FF2B5EF4-FFF2-40B4-BE49-F238E27FC236}">
                  <a16:creationId xmlns:a16="http://schemas.microsoft.com/office/drawing/2014/main" id="{80706FF9-1C7C-D213-EC08-4B09DA5CE6AD}"/>
                </a:ext>
              </a:extLst>
            </p:cNvPr>
            <p:cNvSpPr txBox="1"/>
            <p:nvPr/>
          </p:nvSpPr>
          <p:spPr>
            <a:xfrm>
              <a:off x="2475017" y="3364928"/>
              <a:ext cx="364202" cy="369332"/>
            </a:xfrm>
            <a:prstGeom prst="rect">
              <a:avLst/>
            </a:prstGeom>
            <a:noFill/>
            <a:ln>
              <a:noFill/>
            </a:ln>
          </p:spPr>
          <p:txBody>
            <a:bodyPr wrap="none" rtlCol="0">
              <a:spAutoFit/>
            </a:bodyPr>
            <a:lstStyle/>
            <a:p>
              <a:r>
                <a:rPr kumimoji="1" lang="en-US" altLang="zh-CN" b="1" dirty="0">
                  <a:solidFill>
                    <a:srgbClr val="3333FF"/>
                  </a:solidFill>
                </a:rPr>
                <a:t>Q</a:t>
              </a:r>
              <a:endParaRPr kumimoji="1" lang="zh-CN" altLang="en-US" b="1" dirty="0">
                <a:solidFill>
                  <a:srgbClr val="3333FF"/>
                </a:solidFill>
              </a:endParaRPr>
            </a:p>
          </p:txBody>
        </p:sp>
        <p:grpSp>
          <p:nvGrpSpPr>
            <p:cNvPr id="36" name="组合 35">
              <a:extLst>
                <a:ext uri="{FF2B5EF4-FFF2-40B4-BE49-F238E27FC236}">
                  <a16:creationId xmlns:a16="http://schemas.microsoft.com/office/drawing/2014/main" id="{9A62F9F0-872D-2ECA-DD4E-E905B899C1EF}"/>
                </a:ext>
              </a:extLst>
            </p:cNvPr>
            <p:cNvGrpSpPr/>
            <p:nvPr/>
          </p:nvGrpSpPr>
          <p:grpSpPr>
            <a:xfrm>
              <a:off x="2577393" y="3717032"/>
              <a:ext cx="159452" cy="432047"/>
              <a:chOff x="6667876" y="1919775"/>
              <a:chExt cx="159452" cy="432047"/>
            </a:xfrm>
            <a:noFill/>
          </p:grpSpPr>
          <p:cxnSp>
            <p:nvCxnSpPr>
              <p:cNvPr id="31" name="直线连接符 30">
                <a:extLst>
                  <a:ext uri="{FF2B5EF4-FFF2-40B4-BE49-F238E27FC236}">
                    <a16:creationId xmlns:a16="http://schemas.microsoft.com/office/drawing/2014/main" id="{72F8A48A-542D-E2C8-5D1D-7C888CEDE67F}"/>
                  </a:ext>
                </a:extLst>
              </p:cNvPr>
              <p:cNvCxnSpPr>
                <a:cxnSpLocks/>
              </p:cNvCxnSpPr>
              <p:nvPr/>
            </p:nvCxnSpPr>
            <p:spPr bwMode="auto">
              <a:xfrm rot="5400000" flipH="1">
                <a:off x="6693596" y="1973781"/>
                <a:ext cx="108012" cy="0"/>
              </a:xfrm>
              <a:prstGeom prst="line">
                <a:avLst/>
              </a:prstGeom>
              <a:grpFill/>
              <a:ln w="28575" cap="flat" cmpd="sng" algn="ctr">
                <a:solidFill>
                  <a:srgbClr val="3333FF"/>
                </a:solidFill>
                <a:prstDash val="solid"/>
                <a:round/>
                <a:headEnd type="none" w="med" len="med"/>
                <a:tailEnd type="none" w="med" len="med"/>
              </a:ln>
              <a:effectLst/>
            </p:spPr>
          </p:cxnSp>
          <p:cxnSp>
            <p:nvCxnSpPr>
              <p:cNvPr id="32" name="直线连接符 31">
                <a:extLst>
                  <a:ext uri="{FF2B5EF4-FFF2-40B4-BE49-F238E27FC236}">
                    <a16:creationId xmlns:a16="http://schemas.microsoft.com/office/drawing/2014/main" id="{26ADC0D8-5E45-707F-7CD3-4E3A008333D3}"/>
                  </a:ext>
                </a:extLst>
              </p:cNvPr>
              <p:cNvCxnSpPr>
                <a:cxnSpLocks/>
              </p:cNvCxnSpPr>
              <p:nvPr/>
            </p:nvCxnSpPr>
            <p:spPr bwMode="auto">
              <a:xfrm rot="5400000">
                <a:off x="6747602" y="1948062"/>
                <a:ext cx="0" cy="159451"/>
              </a:xfrm>
              <a:prstGeom prst="line">
                <a:avLst/>
              </a:prstGeom>
              <a:grpFill/>
              <a:ln w="28575" cap="flat" cmpd="sng" algn="ctr">
                <a:solidFill>
                  <a:srgbClr val="3333FF"/>
                </a:solidFill>
                <a:prstDash val="solid"/>
                <a:round/>
                <a:headEnd type="none" w="med" len="med"/>
                <a:tailEnd type="none" w="med" len="med"/>
              </a:ln>
              <a:effectLst/>
            </p:spPr>
          </p:cxnSp>
          <p:cxnSp>
            <p:nvCxnSpPr>
              <p:cNvPr id="33" name="直线连接符 32">
                <a:extLst>
                  <a:ext uri="{FF2B5EF4-FFF2-40B4-BE49-F238E27FC236}">
                    <a16:creationId xmlns:a16="http://schemas.microsoft.com/office/drawing/2014/main" id="{4306D6DC-3455-F120-7167-4C220DAD1BBA}"/>
                  </a:ext>
                </a:extLst>
              </p:cNvPr>
              <p:cNvCxnSpPr>
                <a:cxnSpLocks/>
              </p:cNvCxnSpPr>
              <p:nvPr/>
            </p:nvCxnSpPr>
            <p:spPr bwMode="auto">
              <a:xfrm rot="5400000">
                <a:off x="6747603" y="2030380"/>
                <a:ext cx="0" cy="159451"/>
              </a:xfrm>
              <a:prstGeom prst="line">
                <a:avLst/>
              </a:prstGeom>
              <a:grpFill/>
              <a:ln w="28575" cap="flat" cmpd="sng" algn="ctr">
                <a:solidFill>
                  <a:srgbClr val="3333FF"/>
                </a:solidFill>
                <a:prstDash val="solid"/>
                <a:round/>
                <a:headEnd type="none" w="med" len="med"/>
                <a:tailEnd type="none" w="med" len="med"/>
              </a:ln>
              <a:effectLst/>
            </p:spPr>
          </p:cxnSp>
          <p:cxnSp>
            <p:nvCxnSpPr>
              <p:cNvPr id="34" name="直线连接符 33">
                <a:extLst>
                  <a:ext uri="{FF2B5EF4-FFF2-40B4-BE49-F238E27FC236}">
                    <a16:creationId xmlns:a16="http://schemas.microsoft.com/office/drawing/2014/main" id="{DD87BEA1-2E9F-1812-574D-C3451140A8C5}"/>
                  </a:ext>
                </a:extLst>
              </p:cNvPr>
              <p:cNvCxnSpPr>
                <a:cxnSpLocks/>
              </p:cNvCxnSpPr>
              <p:nvPr/>
            </p:nvCxnSpPr>
            <p:spPr bwMode="auto">
              <a:xfrm rot="5400000" flipH="1">
                <a:off x="6693595" y="2176992"/>
                <a:ext cx="108012" cy="0"/>
              </a:xfrm>
              <a:prstGeom prst="line">
                <a:avLst/>
              </a:prstGeom>
              <a:grpFill/>
              <a:ln w="28575" cap="flat" cmpd="sng" algn="ctr">
                <a:solidFill>
                  <a:srgbClr val="3333FF"/>
                </a:solidFill>
                <a:prstDash val="solid"/>
                <a:round/>
                <a:headEnd type="none" w="med" len="med"/>
                <a:tailEnd type="none" w="med" len="med"/>
              </a:ln>
              <a:effectLst/>
            </p:spPr>
          </p:cxnSp>
          <p:sp>
            <p:nvSpPr>
              <p:cNvPr id="35" name="三角形 34">
                <a:extLst>
                  <a:ext uri="{FF2B5EF4-FFF2-40B4-BE49-F238E27FC236}">
                    <a16:creationId xmlns:a16="http://schemas.microsoft.com/office/drawing/2014/main" id="{BFE75D78-EF73-7CDB-C1C4-7A664B40615B}"/>
                  </a:ext>
                </a:extLst>
              </p:cNvPr>
              <p:cNvSpPr/>
              <p:nvPr/>
            </p:nvSpPr>
            <p:spPr bwMode="auto">
              <a:xfrm rot="10800000">
                <a:off x="6668534" y="2214931"/>
                <a:ext cx="158794" cy="136891"/>
              </a:xfrm>
              <a:prstGeom prst="triangle">
                <a:avLst/>
              </a:prstGeom>
              <a:grpFill/>
              <a:ln w="28575" cap="flat" cmpd="sng" algn="ctr">
                <a:solidFill>
                  <a:srgbClr val="3333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rgbClr val="FF0000"/>
                  </a:solidFill>
                  <a:effectLst/>
                  <a:latin typeface="Arial" charset="0"/>
                </a:endParaRPr>
              </a:p>
            </p:txBody>
          </p:sp>
        </p:grpSp>
        <p:sp>
          <p:nvSpPr>
            <p:cNvPr id="37" name="文本框 36">
              <a:extLst>
                <a:ext uri="{FF2B5EF4-FFF2-40B4-BE49-F238E27FC236}">
                  <a16:creationId xmlns:a16="http://schemas.microsoft.com/office/drawing/2014/main" id="{17906C39-19D1-543F-2633-BE1F308460E8}"/>
                </a:ext>
              </a:extLst>
            </p:cNvPr>
            <p:cNvSpPr txBox="1"/>
            <p:nvPr/>
          </p:nvSpPr>
          <p:spPr>
            <a:xfrm>
              <a:off x="1911560" y="3759842"/>
              <a:ext cx="436338" cy="369332"/>
            </a:xfrm>
            <a:prstGeom prst="rect">
              <a:avLst/>
            </a:prstGeom>
            <a:noFill/>
            <a:ln>
              <a:noFill/>
            </a:ln>
          </p:spPr>
          <p:txBody>
            <a:bodyPr wrap="none" rtlCol="0">
              <a:spAutoFit/>
            </a:bodyPr>
            <a:lstStyle/>
            <a:p>
              <a:r>
                <a:rPr kumimoji="1" lang="en-US" altLang="zh-CN" b="1" dirty="0">
                  <a:solidFill>
                    <a:srgbClr val="3333FF"/>
                  </a:solidFill>
                </a:rPr>
                <a:t>R</a:t>
              </a:r>
              <a:r>
                <a:rPr kumimoji="1" lang="en-US" altLang="zh-CN" b="1" baseline="-25000" dirty="0">
                  <a:solidFill>
                    <a:srgbClr val="3333FF"/>
                  </a:solidFill>
                </a:rPr>
                <a:t>1</a:t>
              </a:r>
              <a:endParaRPr kumimoji="1" lang="zh-CN" altLang="en-US" b="1" baseline="-25000" dirty="0">
                <a:solidFill>
                  <a:srgbClr val="3333FF"/>
                </a:solidFill>
              </a:endParaRPr>
            </a:p>
          </p:txBody>
        </p:sp>
        <p:sp>
          <p:nvSpPr>
            <p:cNvPr id="38" name="文本框 37">
              <a:extLst>
                <a:ext uri="{FF2B5EF4-FFF2-40B4-BE49-F238E27FC236}">
                  <a16:creationId xmlns:a16="http://schemas.microsoft.com/office/drawing/2014/main" id="{6C5A3013-99C1-AC2C-B352-A92B73406245}"/>
                </a:ext>
              </a:extLst>
            </p:cNvPr>
            <p:cNvSpPr txBox="1"/>
            <p:nvPr/>
          </p:nvSpPr>
          <p:spPr>
            <a:xfrm>
              <a:off x="2686267" y="3699463"/>
              <a:ext cx="436338" cy="369332"/>
            </a:xfrm>
            <a:prstGeom prst="rect">
              <a:avLst/>
            </a:prstGeom>
            <a:noFill/>
            <a:ln>
              <a:noFill/>
            </a:ln>
          </p:spPr>
          <p:txBody>
            <a:bodyPr wrap="none" rtlCol="0">
              <a:spAutoFit/>
            </a:bodyPr>
            <a:lstStyle/>
            <a:p>
              <a:r>
                <a:rPr kumimoji="1" lang="en-US" altLang="zh-CN" b="1" dirty="0">
                  <a:solidFill>
                    <a:srgbClr val="3333FF"/>
                  </a:solidFill>
                </a:rPr>
                <a:t>C</a:t>
              </a:r>
              <a:r>
                <a:rPr kumimoji="1" lang="en-US" altLang="zh-CN" b="1" baseline="-25000" dirty="0">
                  <a:solidFill>
                    <a:srgbClr val="3333FF"/>
                  </a:solidFill>
                </a:rPr>
                <a:t>1</a:t>
              </a:r>
              <a:endParaRPr kumimoji="1" lang="zh-CN" altLang="en-US" b="1" baseline="-25000" dirty="0">
                <a:solidFill>
                  <a:srgbClr val="3333FF"/>
                </a:solidFill>
              </a:endParaRPr>
            </a:p>
          </p:txBody>
        </p:sp>
        <p:cxnSp>
          <p:nvCxnSpPr>
            <p:cNvPr id="40" name="直线连接符 39">
              <a:extLst>
                <a:ext uri="{FF2B5EF4-FFF2-40B4-BE49-F238E27FC236}">
                  <a16:creationId xmlns:a16="http://schemas.microsoft.com/office/drawing/2014/main" id="{EC37BC58-2486-4478-1132-88D5C2BDAE71}"/>
                </a:ext>
              </a:extLst>
            </p:cNvPr>
            <p:cNvCxnSpPr>
              <a:cxnSpLocks/>
            </p:cNvCxnSpPr>
            <p:nvPr/>
          </p:nvCxnSpPr>
          <p:spPr bwMode="auto">
            <a:xfrm>
              <a:off x="3647444" y="3717032"/>
              <a:ext cx="851246" cy="0"/>
            </a:xfrm>
            <a:prstGeom prst="line">
              <a:avLst/>
            </a:prstGeom>
            <a:solidFill>
              <a:schemeClr val="accent1"/>
            </a:solidFill>
            <a:ln w="28575" cap="flat" cmpd="sng" algn="ctr">
              <a:solidFill>
                <a:srgbClr val="3333FF"/>
              </a:solidFill>
              <a:prstDash val="solid"/>
              <a:round/>
              <a:headEnd type="none" w="med" len="med"/>
              <a:tailEnd type="none" w="med" len="med"/>
            </a:ln>
            <a:effectLst/>
          </p:spPr>
        </p:cxnSp>
        <p:sp>
          <p:nvSpPr>
            <p:cNvPr id="41" name="文本框 40">
              <a:extLst>
                <a:ext uri="{FF2B5EF4-FFF2-40B4-BE49-F238E27FC236}">
                  <a16:creationId xmlns:a16="http://schemas.microsoft.com/office/drawing/2014/main" id="{87AE922E-6505-EF9B-AB71-56868741457D}"/>
                </a:ext>
              </a:extLst>
            </p:cNvPr>
            <p:cNvSpPr txBox="1"/>
            <p:nvPr/>
          </p:nvSpPr>
          <p:spPr>
            <a:xfrm>
              <a:off x="4498690" y="3280338"/>
              <a:ext cx="489236" cy="369332"/>
            </a:xfrm>
            <a:prstGeom prst="rect">
              <a:avLst/>
            </a:prstGeom>
            <a:noFill/>
            <a:ln>
              <a:noFill/>
            </a:ln>
          </p:spPr>
          <p:txBody>
            <a:bodyPr wrap="none" rtlCol="0">
              <a:spAutoFit/>
            </a:bodyPr>
            <a:lstStyle/>
            <a:p>
              <a:r>
                <a:rPr kumimoji="1" lang="en-US" altLang="zh-CN" b="1" dirty="0">
                  <a:solidFill>
                    <a:srgbClr val="3333FF"/>
                  </a:solidFill>
                </a:rPr>
                <a:t>R</a:t>
              </a:r>
              <a:r>
                <a:rPr kumimoji="1" lang="en-US" altLang="zh-CN" b="1" baseline="-25000" dirty="0">
                  <a:solidFill>
                    <a:srgbClr val="3333FF"/>
                  </a:solidFill>
                </a:rPr>
                <a:t>in</a:t>
              </a:r>
              <a:endParaRPr kumimoji="1" lang="zh-CN" altLang="en-US" b="1" baseline="-25000" dirty="0">
                <a:solidFill>
                  <a:srgbClr val="3333FF"/>
                </a:solidFill>
              </a:endParaRPr>
            </a:p>
          </p:txBody>
        </p:sp>
        <p:grpSp>
          <p:nvGrpSpPr>
            <p:cNvPr id="42" name="组合 41">
              <a:extLst>
                <a:ext uri="{FF2B5EF4-FFF2-40B4-BE49-F238E27FC236}">
                  <a16:creationId xmlns:a16="http://schemas.microsoft.com/office/drawing/2014/main" id="{E9F50CE1-653A-2D54-247A-451A33137B46}"/>
                </a:ext>
              </a:extLst>
            </p:cNvPr>
            <p:cNvGrpSpPr/>
            <p:nvPr/>
          </p:nvGrpSpPr>
          <p:grpSpPr>
            <a:xfrm>
              <a:off x="3953478" y="3717032"/>
              <a:ext cx="159452" cy="432047"/>
              <a:chOff x="6667876" y="1919775"/>
              <a:chExt cx="159452" cy="432047"/>
            </a:xfrm>
            <a:noFill/>
          </p:grpSpPr>
          <p:cxnSp>
            <p:nvCxnSpPr>
              <p:cNvPr id="43" name="直线连接符 42">
                <a:extLst>
                  <a:ext uri="{FF2B5EF4-FFF2-40B4-BE49-F238E27FC236}">
                    <a16:creationId xmlns:a16="http://schemas.microsoft.com/office/drawing/2014/main" id="{9FC4433F-BFDD-C602-F690-4673955ABF7D}"/>
                  </a:ext>
                </a:extLst>
              </p:cNvPr>
              <p:cNvCxnSpPr>
                <a:cxnSpLocks/>
              </p:cNvCxnSpPr>
              <p:nvPr/>
            </p:nvCxnSpPr>
            <p:spPr bwMode="auto">
              <a:xfrm rot="5400000" flipH="1">
                <a:off x="6693596" y="1973781"/>
                <a:ext cx="108012" cy="0"/>
              </a:xfrm>
              <a:prstGeom prst="line">
                <a:avLst/>
              </a:prstGeom>
              <a:grpFill/>
              <a:ln w="28575" cap="flat" cmpd="sng" algn="ctr">
                <a:solidFill>
                  <a:srgbClr val="3333FF"/>
                </a:solidFill>
                <a:prstDash val="solid"/>
                <a:round/>
                <a:headEnd type="none" w="med" len="med"/>
                <a:tailEnd type="none" w="med" len="med"/>
              </a:ln>
              <a:effectLst/>
            </p:spPr>
          </p:cxnSp>
          <p:cxnSp>
            <p:nvCxnSpPr>
              <p:cNvPr id="44" name="直线连接符 43">
                <a:extLst>
                  <a:ext uri="{FF2B5EF4-FFF2-40B4-BE49-F238E27FC236}">
                    <a16:creationId xmlns:a16="http://schemas.microsoft.com/office/drawing/2014/main" id="{BAAF7D80-4160-FC6C-25D2-9D242D454094}"/>
                  </a:ext>
                </a:extLst>
              </p:cNvPr>
              <p:cNvCxnSpPr>
                <a:cxnSpLocks/>
              </p:cNvCxnSpPr>
              <p:nvPr/>
            </p:nvCxnSpPr>
            <p:spPr bwMode="auto">
              <a:xfrm rot="5400000">
                <a:off x="6747602" y="1948062"/>
                <a:ext cx="0" cy="159451"/>
              </a:xfrm>
              <a:prstGeom prst="line">
                <a:avLst/>
              </a:prstGeom>
              <a:grpFill/>
              <a:ln w="28575" cap="flat" cmpd="sng" algn="ctr">
                <a:solidFill>
                  <a:srgbClr val="3333FF"/>
                </a:solidFill>
                <a:prstDash val="solid"/>
                <a:round/>
                <a:headEnd type="none" w="med" len="med"/>
                <a:tailEnd type="none" w="med" len="med"/>
              </a:ln>
              <a:effectLst/>
            </p:spPr>
          </p:cxnSp>
          <p:cxnSp>
            <p:nvCxnSpPr>
              <p:cNvPr id="45" name="直线连接符 44">
                <a:extLst>
                  <a:ext uri="{FF2B5EF4-FFF2-40B4-BE49-F238E27FC236}">
                    <a16:creationId xmlns:a16="http://schemas.microsoft.com/office/drawing/2014/main" id="{E6C1B341-8D80-C1AE-7F6E-A37CBF34CD67}"/>
                  </a:ext>
                </a:extLst>
              </p:cNvPr>
              <p:cNvCxnSpPr>
                <a:cxnSpLocks/>
              </p:cNvCxnSpPr>
              <p:nvPr/>
            </p:nvCxnSpPr>
            <p:spPr bwMode="auto">
              <a:xfrm rot="5400000">
                <a:off x="6747603" y="2030380"/>
                <a:ext cx="0" cy="159451"/>
              </a:xfrm>
              <a:prstGeom prst="line">
                <a:avLst/>
              </a:prstGeom>
              <a:grpFill/>
              <a:ln w="28575" cap="flat" cmpd="sng" algn="ctr">
                <a:solidFill>
                  <a:srgbClr val="3333FF"/>
                </a:solidFill>
                <a:prstDash val="solid"/>
                <a:round/>
                <a:headEnd type="none" w="med" len="med"/>
                <a:tailEnd type="none" w="med" len="med"/>
              </a:ln>
              <a:effectLst/>
            </p:spPr>
          </p:cxnSp>
          <p:cxnSp>
            <p:nvCxnSpPr>
              <p:cNvPr id="46" name="直线连接符 45">
                <a:extLst>
                  <a:ext uri="{FF2B5EF4-FFF2-40B4-BE49-F238E27FC236}">
                    <a16:creationId xmlns:a16="http://schemas.microsoft.com/office/drawing/2014/main" id="{0952A00A-774B-C5C0-4F81-AEA6509238A3}"/>
                  </a:ext>
                </a:extLst>
              </p:cNvPr>
              <p:cNvCxnSpPr>
                <a:cxnSpLocks/>
              </p:cNvCxnSpPr>
              <p:nvPr/>
            </p:nvCxnSpPr>
            <p:spPr bwMode="auto">
              <a:xfrm rot="5400000" flipH="1">
                <a:off x="6693595" y="2176992"/>
                <a:ext cx="108012" cy="0"/>
              </a:xfrm>
              <a:prstGeom prst="line">
                <a:avLst/>
              </a:prstGeom>
              <a:grpFill/>
              <a:ln w="28575" cap="flat" cmpd="sng" algn="ctr">
                <a:solidFill>
                  <a:srgbClr val="3333FF"/>
                </a:solidFill>
                <a:prstDash val="solid"/>
                <a:round/>
                <a:headEnd type="none" w="med" len="med"/>
                <a:tailEnd type="none" w="med" len="med"/>
              </a:ln>
              <a:effectLst/>
            </p:spPr>
          </p:cxnSp>
          <p:sp>
            <p:nvSpPr>
              <p:cNvPr id="47" name="三角形 46">
                <a:extLst>
                  <a:ext uri="{FF2B5EF4-FFF2-40B4-BE49-F238E27FC236}">
                    <a16:creationId xmlns:a16="http://schemas.microsoft.com/office/drawing/2014/main" id="{0019B1F4-FE01-08B2-5F10-B06AFAABDA0C}"/>
                  </a:ext>
                </a:extLst>
              </p:cNvPr>
              <p:cNvSpPr/>
              <p:nvPr/>
            </p:nvSpPr>
            <p:spPr bwMode="auto">
              <a:xfrm rot="10800000">
                <a:off x="6668534" y="2214931"/>
                <a:ext cx="158794" cy="136891"/>
              </a:xfrm>
              <a:prstGeom prst="triangle">
                <a:avLst/>
              </a:prstGeom>
              <a:grpFill/>
              <a:ln w="28575" cap="flat" cmpd="sng" algn="ctr">
                <a:solidFill>
                  <a:srgbClr val="3333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rgbClr val="FF0000"/>
                  </a:solidFill>
                  <a:effectLst/>
                  <a:latin typeface="Arial" charset="0"/>
                </a:endParaRPr>
              </a:p>
            </p:txBody>
          </p:sp>
        </p:grpSp>
        <p:sp>
          <p:nvSpPr>
            <p:cNvPr id="48" name="文本框 47">
              <a:extLst>
                <a:ext uri="{FF2B5EF4-FFF2-40B4-BE49-F238E27FC236}">
                  <a16:creationId xmlns:a16="http://schemas.microsoft.com/office/drawing/2014/main" id="{A519ABD8-6F26-737D-C6F9-3AD22A73FDCE}"/>
                </a:ext>
              </a:extLst>
            </p:cNvPr>
            <p:cNvSpPr txBox="1"/>
            <p:nvPr/>
          </p:nvSpPr>
          <p:spPr>
            <a:xfrm>
              <a:off x="4062352" y="3699463"/>
              <a:ext cx="436338" cy="369332"/>
            </a:xfrm>
            <a:prstGeom prst="rect">
              <a:avLst/>
            </a:prstGeom>
            <a:noFill/>
            <a:ln>
              <a:noFill/>
            </a:ln>
          </p:spPr>
          <p:txBody>
            <a:bodyPr wrap="none" rtlCol="0">
              <a:spAutoFit/>
            </a:bodyPr>
            <a:lstStyle/>
            <a:p>
              <a:r>
                <a:rPr kumimoji="1" lang="en-US" altLang="zh-CN" b="1" dirty="0">
                  <a:solidFill>
                    <a:srgbClr val="3333FF"/>
                  </a:solidFill>
                </a:rPr>
                <a:t>C</a:t>
              </a:r>
              <a:r>
                <a:rPr kumimoji="1" lang="en-US" altLang="zh-CN" b="1" baseline="-25000" dirty="0">
                  <a:solidFill>
                    <a:srgbClr val="3333FF"/>
                  </a:solidFill>
                </a:rPr>
                <a:t>2</a:t>
              </a:r>
              <a:endParaRPr kumimoji="1" lang="zh-CN" altLang="en-US" b="1" baseline="-25000" dirty="0">
                <a:solidFill>
                  <a:srgbClr val="3333FF"/>
                </a:solidFill>
              </a:endParaRPr>
            </a:p>
          </p:txBody>
        </p:sp>
        <p:sp>
          <p:nvSpPr>
            <p:cNvPr id="49" name="矩形 48">
              <a:extLst>
                <a:ext uri="{FF2B5EF4-FFF2-40B4-BE49-F238E27FC236}">
                  <a16:creationId xmlns:a16="http://schemas.microsoft.com/office/drawing/2014/main" id="{B312E923-FA5C-F4E4-FDB0-26998FCBBC82}"/>
                </a:ext>
              </a:extLst>
            </p:cNvPr>
            <p:cNvSpPr/>
            <p:nvPr/>
          </p:nvSpPr>
          <p:spPr bwMode="auto">
            <a:xfrm>
              <a:off x="4513808" y="3653517"/>
              <a:ext cx="360040" cy="108012"/>
            </a:xfrm>
            <a:prstGeom prst="rect">
              <a:avLst/>
            </a:prstGeom>
            <a:noFill/>
            <a:ln w="28575" cap="flat" cmpd="sng" algn="ctr">
              <a:solidFill>
                <a:srgbClr val="3333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cxnSp>
          <p:nvCxnSpPr>
            <p:cNvPr id="50" name="直线连接符 49">
              <a:extLst>
                <a:ext uri="{FF2B5EF4-FFF2-40B4-BE49-F238E27FC236}">
                  <a16:creationId xmlns:a16="http://schemas.microsoft.com/office/drawing/2014/main" id="{BC5D3795-43EB-1BBB-38D8-566AEB0E0435}"/>
                </a:ext>
              </a:extLst>
            </p:cNvPr>
            <p:cNvCxnSpPr/>
            <p:nvPr/>
          </p:nvCxnSpPr>
          <p:spPr bwMode="auto">
            <a:xfrm>
              <a:off x="4873848" y="3707523"/>
              <a:ext cx="612068" cy="0"/>
            </a:xfrm>
            <a:prstGeom prst="line">
              <a:avLst/>
            </a:prstGeom>
            <a:solidFill>
              <a:schemeClr val="accent1"/>
            </a:solidFill>
            <a:ln w="28575" cap="flat" cmpd="sng" algn="ctr">
              <a:solidFill>
                <a:srgbClr val="3333FF"/>
              </a:solidFill>
              <a:prstDash val="solid"/>
              <a:round/>
              <a:headEnd type="none" w="med" len="med"/>
              <a:tailEnd type="none" w="med" len="med"/>
            </a:ln>
            <a:effectLst/>
          </p:spPr>
        </p:cxnSp>
        <p:sp>
          <p:nvSpPr>
            <p:cNvPr id="51" name="三角形 50">
              <a:extLst>
                <a:ext uri="{FF2B5EF4-FFF2-40B4-BE49-F238E27FC236}">
                  <a16:creationId xmlns:a16="http://schemas.microsoft.com/office/drawing/2014/main" id="{964AB6B5-DF9D-AD12-7549-C168576AB796}"/>
                </a:ext>
              </a:extLst>
            </p:cNvPr>
            <p:cNvSpPr/>
            <p:nvPr/>
          </p:nvSpPr>
          <p:spPr bwMode="auto">
            <a:xfrm rot="5400000">
              <a:off x="5478662" y="3557836"/>
              <a:ext cx="369333" cy="318391"/>
            </a:xfrm>
            <a:prstGeom prst="triangle">
              <a:avLst/>
            </a:prstGeom>
            <a:noFill/>
            <a:ln w="28575" cap="flat" cmpd="sng" algn="ctr">
              <a:solidFill>
                <a:srgbClr val="3333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zh-CN" altLang="en-US"/>
            </a:p>
          </p:txBody>
        </p:sp>
        <p:sp>
          <p:nvSpPr>
            <p:cNvPr id="52" name="任意形状 51">
              <a:extLst>
                <a:ext uri="{FF2B5EF4-FFF2-40B4-BE49-F238E27FC236}">
                  <a16:creationId xmlns:a16="http://schemas.microsoft.com/office/drawing/2014/main" id="{C5C6F0E6-CAEC-3D6A-8B1A-FF662E52B731}"/>
                </a:ext>
              </a:extLst>
            </p:cNvPr>
            <p:cNvSpPr/>
            <p:nvPr/>
          </p:nvSpPr>
          <p:spPr bwMode="auto">
            <a:xfrm>
              <a:off x="3114044" y="3357486"/>
              <a:ext cx="533400" cy="282659"/>
            </a:xfrm>
            <a:custGeom>
              <a:avLst/>
              <a:gdLst>
                <a:gd name="connsiteX0" fmla="*/ 0 w 533400"/>
                <a:gd name="connsiteY0" fmla="*/ 282659 h 282659"/>
                <a:gd name="connsiteX1" fmla="*/ 123825 w 533400"/>
                <a:gd name="connsiteY1" fmla="*/ 44534 h 282659"/>
                <a:gd name="connsiteX2" fmla="*/ 438150 w 533400"/>
                <a:gd name="connsiteY2" fmla="*/ 15959 h 282659"/>
                <a:gd name="connsiteX3" fmla="*/ 533400 w 533400"/>
                <a:gd name="connsiteY3" fmla="*/ 225509 h 282659"/>
              </a:gdLst>
              <a:ahLst/>
              <a:cxnLst>
                <a:cxn ang="0">
                  <a:pos x="connsiteX0" y="connsiteY0"/>
                </a:cxn>
                <a:cxn ang="0">
                  <a:pos x="connsiteX1" y="connsiteY1"/>
                </a:cxn>
                <a:cxn ang="0">
                  <a:pos x="connsiteX2" y="connsiteY2"/>
                </a:cxn>
                <a:cxn ang="0">
                  <a:pos x="connsiteX3" y="connsiteY3"/>
                </a:cxn>
              </a:cxnLst>
              <a:rect l="l" t="t" r="r" b="b"/>
              <a:pathLst>
                <a:path w="533400" h="282659">
                  <a:moveTo>
                    <a:pt x="0" y="282659"/>
                  </a:moveTo>
                  <a:cubicBezTo>
                    <a:pt x="25400" y="185821"/>
                    <a:pt x="50800" y="88984"/>
                    <a:pt x="123825" y="44534"/>
                  </a:cubicBezTo>
                  <a:cubicBezTo>
                    <a:pt x="196850" y="84"/>
                    <a:pt x="369888" y="-14203"/>
                    <a:pt x="438150" y="15959"/>
                  </a:cubicBezTo>
                  <a:cubicBezTo>
                    <a:pt x="506412" y="46121"/>
                    <a:pt x="519906" y="135815"/>
                    <a:pt x="533400" y="225509"/>
                  </a:cubicBezTo>
                </a:path>
              </a:pathLst>
            </a:cu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zh-CN" altLang="en-US"/>
            </a:p>
          </p:txBody>
        </p:sp>
        <p:sp>
          <p:nvSpPr>
            <p:cNvPr id="53" name="文本框 52">
              <a:extLst>
                <a:ext uri="{FF2B5EF4-FFF2-40B4-BE49-F238E27FC236}">
                  <a16:creationId xmlns:a16="http://schemas.microsoft.com/office/drawing/2014/main" id="{E1E6D97C-1712-F573-A73B-8E14EF2CABEB}"/>
                </a:ext>
              </a:extLst>
            </p:cNvPr>
            <p:cNvSpPr txBox="1"/>
            <p:nvPr/>
          </p:nvSpPr>
          <p:spPr>
            <a:xfrm>
              <a:off x="988556" y="3367645"/>
              <a:ext cx="748923" cy="369332"/>
            </a:xfrm>
            <a:prstGeom prst="rect">
              <a:avLst/>
            </a:prstGeom>
            <a:noFill/>
            <a:ln>
              <a:noFill/>
            </a:ln>
          </p:spPr>
          <p:txBody>
            <a:bodyPr wrap="none" rtlCol="0">
              <a:spAutoFit/>
            </a:bodyPr>
            <a:lstStyle/>
            <a:p>
              <a:r>
                <a:rPr kumimoji="1" lang="en-US" altLang="zh-CN" b="1" dirty="0">
                  <a:solidFill>
                    <a:srgbClr val="3333FF"/>
                  </a:solidFill>
                </a:rPr>
                <a:t>Input</a:t>
              </a:r>
              <a:endParaRPr kumimoji="1" lang="zh-CN" altLang="en-US" b="1" baseline="-25000" dirty="0">
                <a:solidFill>
                  <a:srgbClr val="3333FF"/>
                </a:solidFill>
              </a:endParaRPr>
            </a:p>
          </p:txBody>
        </p:sp>
      </p:grpSp>
    </p:spTree>
    <p:extLst>
      <p:ext uri="{BB962C8B-B14F-4D97-AF65-F5344CB8AC3E}">
        <p14:creationId xmlns:p14="http://schemas.microsoft.com/office/powerpoint/2010/main" val="2795237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529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pPr eaLnBrk="1" hangingPunct="1"/>
            <a:r>
              <a:rPr lang="zh-CN" altLang="en-CN" b="1" dirty="0"/>
              <a:t>带使能</a:t>
            </a:r>
            <a:r>
              <a:rPr lang="zh-CN" altLang="en-US" b="1" dirty="0"/>
              <a:t>的逻辑门</a:t>
            </a:r>
            <a:endParaRPr lang="en-US" altLang="zh-CN" b="1" dirty="0"/>
          </a:p>
        </p:txBody>
      </p:sp>
      <p:sp>
        <p:nvSpPr>
          <p:cNvPr id="6" name="内容占位符 5"/>
          <p:cNvSpPr>
            <a:spLocks noGrp="1"/>
          </p:cNvSpPr>
          <p:nvPr>
            <p:ph idx="1"/>
          </p:nvPr>
        </p:nvSpPr>
        <p:spPr>
          <a:xfrm>
            <a:off x="457200" y="1480853"/>
            <a:ext cx="8077200" cy="1876139"/>
          </a:xfrm>
        </p:spPr>
        <p:txBody>
          <a:bodyPr/>
          <a:lstStyle/>
          <a:p>
            <a:r>
              <a:rPr lang="zh-CN" altLang="en-US" sz="2800" dirty="0">
                <a:latin typeface="黑体" panose="02010609060101010101" pitchFamily="49" charset="-122"/>
              </a:rPr>
              <a:t>反相器、</a:t>
            </a:r>
            <a:r>
              <a:rPr lang="zh-CN" altLang="en-CN" sz="2800" dirty="0">
                <a:latin typeface="黑体" panose="02010609060101010101" pitchFamily="49" charset="-122"/>
              </a:rPr>
              <a:t>传输门</a:t>
            </a:r>
            <a:endParaRPr lang="zh-CN" altLang="en-US" sz="2800" dirty="0">
              <a:latin typeface="黑体" panose="02010609060101010101" pitchFamily="49" charset="-122"/>
            </a:endParaRPr>
          </a:p>
        </p:txBody>
      </p:sp>
      <p:sp>
        <p:nvSpPr>
          <p:cNvPr id="54275" name="灯片编号占位符 6"/>
          <p:cNvSpPr>
            <a:spLocks noGrp="1"/>
          </p:cNvSpPr>
          <p:nvPr>
            <p:ph type="sldNum" sz="quarter" idx="12"/>
          </p:nvPr>
        </p:nvSpPr>
        <p:spPr>
          <a:xfrm>
            <a:off x="6553200" y="6264275"/>
            <a:ext cx="21336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eaLnBrk="1" hangingPunct="1"/>
            <a:fld id="{CCE6D788-BCB5-407E-9DED-68D155892338}" type="slidenum">
              <a:rPr lang="en-US" altLang="zh-CN" sz="1400" smtClean="0">
                <a:solidFill>
                  <a:schemeClr val="tx1"/>
                </a:solidFill>
                <a:latin typeface="+mn-lt"/>
              </a:rPr>
              <a:pPr eaLnBrk="1" hangingPunct="1"/>
              <a:t>14</a:t>
            </a:fld>
            <a:endParaRPr lang="en-US" altLang="zh-CN" sz="1400" dirty="0">
              <a:solidFill>
                <a:schemeClr val="tx1"/>
              </a:solidFill>
              <a:latin typeface="+mn-lt"/>
            </a:endParaRPr>
          </a:p>
        </p:txBody>
      </p:sp>
      <p:grpSp>
        <p:nvGrpSpPr>
          <p:cNvPr id="7" name="Group 6">
            <a:extLst>
              <a:ext uri="{FF2B5EF4-FFF2-40B4-BE49-F238E27FC236}">
                <a16:creationId xmlns:a16="http://schemas.microsoft.com/office/drawing/2014/main" id="{C205723D-E217-854B-8A84-B9DA0DF6C3CD}"/>
              </a:ext>
            </a:extLst>
          </p:cNvPr>
          <p:cNvGrpSpPr/>
          <p:nvPr/>
        </p:nvGrpSpPr>
        <p:grpSpPr>
          <a:xfrm>
            <a:off x="931867" y="2871342"/>
            <a:ext cx="1826526" cy="720080"/>
            <a:chOff x="5629956" y="2672916"/>
            <a:chExt cx="1826526" cy="720080"/>
          </a:xfrm>
        </p:grpSpPr>
        <p:cxnSp>
          <p:nvCxnSpPr>
            <p:cNvPr id="23" name="Straight Connector 22">
              <a:extLst>
                <a:ext uri="{FF2B5EF4-FFF2-40B4-BE49-F238E27FC236}">
                  <a16:creationId xmlns:a16="http://schemas.microsoft.com/office/drawing/2014/main" id="{4222CAF3-5057-B046-A8C7-7EFD0A0005E6}"/>
                </a:ext>
              </a:extLst>
            </p:cNvPr>
            <p:cNvCxnSpPr>
              <a:cxnSpLocks/>
            </p:cNvCxnSpPr>
            <p:nvPr/>
          </p:nvCxnSpPr>
          <p:spPr bwMode="auto">
            <a:xfrm flipV="1">
              <a:off x="6463747" y="2672916"/>
              <a:ext cx="0" cy="720080"/>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24" name="Straight Connector 23">
              <a:extLst>
                <a:ext uri="{FF2B5EF4-FFF2-40B4-BE49-F238E27FC236}">
                  <a16:creationId xmlns:a16="http://schemas.microsoft.com/office/drawing/2014/main" id="{0C849E18-2D8E-3643-9338-1D0FBB40BA79}"/>
                </a:ext>
              </a:extLst>
            </p:cNvPr>
            <p:cNvCxnSpPr>
              <a:cxnSpLocks/>
            </p:cNvCxnSpPr>
            <p:nvPr/>
          </p:nvCxnSpPr>
          <p:spPr bwMode="auto">
            <a:xfrm>
              <a:off x="5985681" y="3104964"/>
              <a:ext cx="1153294"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25" name="Triangle 24">
              <a:extLst>
                <a:ext uri="{FF2B5EF4-FFF2-40B4-BE49-F238E27FC236}">
                  <a16:creationId xmlns:a16="http://schemas.microsoft.com/office/drawing/2014/main" id="{FD182E45-7D14-944D-94BE-DAAFC5F772A9}"/>
                </a:ext>
              </a:extLst>
            </p:cNvPr>
            <p:cNvSpPr/>
            <p:nvPr/>
          </p:nvSpPr>
          <p:spPr bwMode="auto">
            <a:xfrm rot="5400000">
              <a:off x="6201705" y="2811388"/>
              <a:ext cx="576064" cy="587152"/>
            </a:xfrm>
            <a:prstGeom prst="triangle">
              <a:avLst/>
            </a:prstGeom>
            <a:solidFill>
              <a:schemeClr val="bg1"/>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1800" b="0" i="0" u="none" strike="noStrike" cap="none" normalizeH="0" baseline="0">
                <a:ln>
                  <a:noFill/>
                </a:ln>
                <a:solidFill>
                  <a:schemeClr val="tx1"/>
                </a:solidFill>
                <a:effectLst/>
                <a:latin typeface="Arial" charset="0"/>
              </a:endParaRPr>
            </a:p>
          </p:txBody>
        </p:sp>
        <p:sp>
          <p:nvSpPr>
            <p:cNvPr id="26" name="Oval 25">
              <a:extLst>
                <a:ext uri="{FF2B5EF4-FFF2-40B4-BE49-F238E27FC236}">
                  <a16:creationId xmlns:a16="http://schemas.microsoft.com/office/drawing/2014/main" id="{5F92F8D8-9AC1-B343-AA65-8A4335DB03AE}"/>
                </a:ext>
              </a:extLst>
            </p:cNvPr>
            <p:cNvSpPr/>
            <p:nvPr/>
          </p:nvSpPr>
          <p:spPr bwMode="auto">
            <a:xfrm>
              <a:off x="6783313" y="3032956"/>
              <a:ext cx="144016" cy="144016"/>
            </a:xfrm>
            <a:prstGeom prst="ellipse">
              <a:avLst/>
            </a:prstGeom>
            <a:solidFill>
              <a:schemeClr val="bg1"/>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1800" b="0" i="0" u="none" strike="noStrike" cap="none" normalizeH="0" baseline="0">
                <a:ln>
                  <a:noFill/>
                </a:ln>
                <a:solidFill>
                  <a:schemeClr val="tx1"/>
                </a:solidFill>
                <a:effectLst/>
                <a:latin typeface="Arial" charset="0"/>
              </a:endParaRPr>
            </a:p>
          </p:txBody>
        </p:sp>
        <p:sp>
          <p:nvSpPr>
            <p:cNvPr id="27" name="Oval 26">
              <a:extLst>
                <a:ext uri="{FF2B5EF4-FFF2-40B4-BE49-F238E27FC236}">
                  <a16:creationId xmlns:a16="http://schemas.microsoft.com/office/drawing/2014/main" id="{F7CD1910-88B4-4444-90F2-691FF28510D9}"/>
                </a:ext>
              </a:extLst>
            </p:cNvPr>
            <p:cNvSpPr/>
            <p:nvPr/>
          </p:nvSpPr>
          <p:spPr bwMode="auto">
            <a:xfrm>
              <a:off x="6391739" y="2780928"/>
              <a:ext cx="144016" cy="144016"/>
            </a:xfrm>
            <a:prstGeom prst="ellipse">
              <a:avLst/>
            </a:prstGeom>
            <a:solidFill>
              <a:schemeClr val="bg1"/>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1800" b="0" i="0" u="none" strike="noStrike" cap="none" normalizeH="0" baseline="0">
                <a:ln>
                  <a:noFill/>
                </a:ln>
                <a:solidFill>
                  <a:schemeClr val="tx1"/>
                </a:solidFill>
                <a:effectLst/>
                <a:latin typeface="Arial" charset="0"/>
              </a:endParaRPr>
            </a:p>
          </p:txBody>
        </p:sp>
        <p:sp>
          <p:nvSpPr>
            <p:cNvPr id="13" name="Rectangle 12">
              <a:extLst>
                <a:ext uri="{FF2B5EF4-FFF2-40B4-BE49-F238E27FC236}">
                  <a16:creationId xmlns:a16="http://schemas.microsoft.com/office/drawing/2014/main" id="{6C0819F8-C3E2-9744-A655-0807E3E066D7}"/>
                </a:ext>
              </a:extLst>
            </p:cNvPr>
            <p:cNvSpPr/>
            <p:nvPr/>
          </p:nvSpPr>
          <p:spPr>
            <a:xfrm>
              <a:off x="5629956" y="2852936"/>
              <a:ext cx="364202" cy="523220"/>
            </a:xfrm>
            <a:prstGeom prst="rect">
              <a:avLst/>
            </a:prstGeom>
          </p:spPr>
          <p:txBody>
            <a:bodyPr wrap="none">
              <a:spAutoFit/>
            </a:bodyPr>
            <a:lstStyle/>
            <a:p>
              <a:r>
                <a:rPr lang="en-US" altLang="zh-CN" sz="2800" kern="0" dirty="0">
                  <a:solidFill>
                    <a:srgbClr val="080808"/>
                  </a:solidFill>
                  <a:latin typeface="黑体" panose="02010609060101010101" pitchFamily="49" charset="-122"/>
                  <a:ea typeface="黑体" pitchFamily="49" charset="-122"/>
                </a:rPr>
                <a:t>A</a:t>
              </a:r>
              <a:endParaRPr lang="en-CN" dirty="0"/>
            </a:p>
          </p:txBody>
        </p:sp>
        <p:sp>
          <p:nvSpPr>
            <p:cNvPr id="21" name="Rectangle 20">
              <a:extLst>
                <a:ext uri="{FF2B5EF4-FFF2-40B4-BE49-F238E27FC236}">
                  <a16:creationId xmlns:a16="http://schemas.microsoft.com/office/drawing/2014/main" id="{4B887E7B-0882-F945-AAA1-D244F3364626}"/>
                </a:ext>
              </a:extLst>
            </p:cNvPr>
            <p:cNvSpPr/>
            <p:nvPr/>
          </p:nvSpPr>
          <p:spPr>
            <a:xfrm>
              <a:off x="7092280" y="2833772"/>
              <a:ext cx="364202" cy="523220"/>
            </a:xfrm>
            <a:prstGeom prst="rect">
              <a:avLst/>
            </a:prstGeom>
          </p:spPr>
          <p:txBody>
            <a:bodyPr wrap="none">
              <a:spAutoFit/>
            </a:bodyPr>
            <a:lstStyle/>
            <a:p>
              <a:r>
                <a:rPr lang="en-US" altLang="zh-CN" sz="2800" kern="0" dirty="0">
                  <a:solidFill>
                    <a:srgbClr val="080808"/>
                  </a:solidFill>
                  <a:latin typeface="黑体" panose="02010609060101010101" pitchFamily="49" charset="-122"/>
                  <a:ea typeface="黑体" pitchFamily="49" charset="-122"/>
                </a:rPr>
                <a:t>F</a:t>
              </a:r>
              <a:endParaRPr lang="en-CN" dirty="0"/>
            </a:p>
          </p:txBody>
        </p:sp>
      </p:grpSp>
      <p:grpSp>
        <p:nvGrpSpPr>
          <p:cNvPr id="22" name="Group 21">
            <a:extLst>
              <a:ext uri="{FF2B5EF4-FFF2-40B4-BE49-F238E27FC236}">
                <a16:creationId xmlns:a16="http://schemas.microsoft.com/office/drawing/2014/main" id="{C8EEE0CF-B9EA-194A-B5E8-1D5C8657C15A}"/>
              </a:ext>
            </a:extLst>
          </p:cNvPr>
          <p:cNvGrpSpPr/>
          <p:nvPr/>
        </p:nvGrpSpPr>
        <p:grpSpPr>
          <a:xfrm>
            <a:off x="3772756" y="2979354"/>
            <a:ext cx="1826526" cy="595228"/>
            <a:chOff x="5629956" y="2797768"/>
            <a:chExt cx="1826526" cy="595228"/>
          </a:xfrm>
        </p:grpSpPr>
        <p:cxnSp>
          <p:nvCxnSpPr>
            <p:cNvPr id="28" name="Straight Connector 27">
              <a:extLst>
                <a:ext uri="{FF2B5EF4-FFF2-40B4-BE49-F238E27FC236}">
                  <a16:creationId xmlns:a16="http://schemas.microsoft.com/office/drawing/2014/main" id="{CB7985CB-6D07-BF43-B348-67F7565CD2E5}"/>
                </a:ext>
              </a:extLst>
            </p:cNvPr>
            <p:cNvCxnSpPr>
              <a:cxnSpLocks/>
            </p:cNvCxnSpPr>
            <p:nvPr/>
          </p:nvCxnSpPr>
          <p:spPr bwMode="auto">
            <a:xfrm flipV="1">
              <a:off x="6463747" y="2797768"/>
              <a:ext cx="0" cy="333618"/>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29" name="Straight Connector 28">
              <a:extLst>
                <a:ext uri="{FF2B5EF4-FFF2-40B4-BE49-F238E27FC236}">
                  <a16:creationId xmlns:a16="http://schemas.microsoft.com/office/drawing/2014/main" id="{907A4D70-BEF0-7A4B-8BF2-74908DD6AEDB}"/>
                </a:ext>
              </a:extLst>
            </p:cNvPr>
            <p:cNvCxnSpPr>
              <a:cxnSpLocks/>
            </p:cNvCxnSpPr>
            <p:nvPr/>
          </p:nvCxnSpPr>
          <p:spPr bwMode="auto">
            <a:xfrm>
              <a:off x="5985681" y="3104964"/>
              <a:ext cx="1153294"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30" name="Triangle 29">
              <a:extLst>
                <a:ext uri="{FF2B5EF4-FFF2-40B4-BE49-F238E27FC236}">
                  <a16:creationId xmlns:a16="http://schemas.microsoft.com/office/drawing/2014/main" id="{0670D707-F984-6F4F-B68F-5D3327CD9E9F}"/>
                </a:ext>
              </a:extLst>
            </p:cNvPr>
            <p:cNvSpPr/>
            <p:nvPr/>
          </p:nvSpPr>
          <p:spPr bwMode="auto">
            <a:xfrm rot="5400000">
              <a:off x="6201705" y="2811388"/>
              <a:ext cx="576064" cy="587152"/>
            </a:xfrm>
            <a:prstGeom prst="triangle">
              <a:avLst/>
            </a:prstGeom>
            <a:solidFill>
              <a:schemeClr val="bg1"/>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1800" b="0" i="0" u="none" strike="noStrike" cap="none" normalizeH="0" baseline="0">
                <a:ln>
                  <a:noFill/>
                </a:ln>
                <a:solidFill>
                  <a:schemeClr val="tx1"/>
                </a:solidFill>
                <a:effectLst/>
                <a:latin typeface="Arial" charset="0"/>
              </a:endParaRPr>
            </a:p>
          </p:txBody>
        </p:sp>
        <p:sp>
          <p:nvSpPr>
            <p:cNvPr id="31" name="Oval 30">
              <a:extLst>
                <a:ext uri="{FF2B5EF4-FFF2-40B4-BE49-F238E27FC236}">
                  <a16:creationId xmlns:a16="http://schemas.microsoft.com/office/drawing/2014/main" id="{EBB2C1AE-43FA-3440-8258-DC1A2220A463}"/>
                </a:ext>
              </a:extLst>
            </p:cNvPr>
            <p:cNvSpPr/>
            <p:nvPr/>
          </p:nvSpPr>
          <p:spPr bwMode="auto">
            <a:xfrm>
              <a:off x="6783313" y="3032956"/>
              <a:ext cx="144016" cy="144016"/>
            </a:xfrm>
            <a:prstGeom prst="ellipse">
              <a:avLst/>
            </a:prstGeom>
            <a:solidFill>
              <a:schemeClr val="bg1"/>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1800" b="0" i="0" u="none" strike="noStrike" cap="none" normalizeH="0" baseline="0">
                <a:ln>
                  <a:noFill/>
                </a:ln>
                <a:solidFill>
                  <a:schemeClr val="tx1"/>
                </a:solidFill>
                <a:effectLst/>
                <a:latin typeface="Arial" charset="0"/>
              </a:endParaRPr>
            </a:p>
          </p:txBody>
        </p:sp>
        <p:sp>
          <p:nvSpPr>
            <p:cNvPr id="33" name="Rectangle 32">
              <a:extLst>
                <a:ext uri="{FF2B5EF4-FFF2-40B4-BE49-F238E27FC236}">
                  <a16:creationId xmlns:a16="http://schemas.microsoft.com/office/drawing/2014/main" id="{3818CE97-70F3-4045-9363-7794D562739B}"/>
                </a:ext>
              </a:extLst>
            </p:cNvPr>
            <p:cNvSpPr/>
            <p:nvPr/>
          </p:nvSpPr>
          <p:spPr>
            <a:xfrm>
              <a:off x="5629956" y="2852936"/>
              <a:ext cx="364202" cy="523220"/>
            </a:xfrm>
            <a:prstGeom prst="rect">
              <a:avLst/>
            </a:prstGeom>
          </p:spPr>
          <p:txBody>
            <a:bodyPr wrap="none">
              <a:spAutoFit/>
            </a:bodyPr>
            <a:lstStyle/>
            <a:p>
              <a:r>
                <a:rPr lang="en-US" altLang="zh-CN" sz="2800" kern="0" dirty="0">
                  <a:solidFill>
                    <a:srgbClr val="080808"/>
                  </a:solidFill>
                  <a:latin typeface="黑体" panose="02010609060101010101" pitchFamily="49" charset="-122"/>
                  <a:ea typeface="黑体" pitchFamily="49" charset="-122"/>
                </a:rPr>
                <a:t>A</a:t>
              </a:r>
              <a:endParaRPr lang="en-CN" dirty="0"/>
            </a:p>
          </p:txBody>
        </p:sp>
        <p:sp>
          <p:nvSpPr>
            <p:cNvPr id="34" name="Rectangle 33">
              <a:extLst>
                <a:ext uri="{FF2B5EF4-FFF2-40B4-BE49-F238E27FC236}">
                  <a16:creationId xmlns:a16="http://schemas.microsoft.com/office/drawing/2014/main" id="{D6B5DA3D-F1EB-6148-95A4-7E0061500B3E}"/>
                </a:ext>
              </a:extLst>
            </p:cNvPr>
            <p:cNvSpPr/>
            <p:nvPr/>
          </p:nvSpPr>
          <p:spPr>
            <a:xfrm>
              <a:off x="7092280" y="2833772"/>
              <a:ext cx="364202" cy="523220"/>
            </a:xfrm>
            <a:prstGeom prst="rect">
              <a:avLst/>
            </a:prstGeom>
          </p:spPr>
          <p:txBody>
            <a:bodyPr wrap="none">
              <a:spAutoFit/>
            </a:bodyPr>
            <a:lstStyle/>
            <a:p>
              <a:r>
                <a:rPr lang="en-US" altLang="zh-CN" sz="2800" kern="0" dirty="0">
                  <a:solidFill>
                    <a:srgbClr val="080808"/>
                  </a:solidFill>
                  <a:latin typeface="黑体" panose="02010609060101010101" pitchFamily="49" charset="-122"/>
                  <a:ea typeface="黑体" pitchFamily="49" charset="-122"/>
                </a:rPr>
                <a:t>F</a:t>
              </a:r>
              <a:endParaRPr lang="en-CN" dirty="0"/>
            </a:p>
          </p:txBody>
        </p:sp>
      </p:grpSp>
      <p:grpSp>
        <p:nvGrpSpPr>
          <p:cNvPr id="35" name="Group 34">
            <a:extLst>
              <a:ext uri="{FF2B5EF4-FFF2-40B4-BE49-F238E27FC236}">
                <a16:creationId xmlns:a16="http://schemas.microsoft.com/office/drawing/2014/main" id="{F4E3F557-3009-DA4D-8F2B-79369BB1B5D6}"/>
              </a:ext>
            </a:extLst>
          </p:cNvPr>
          <p:cNvGrpSpPr/>
          <p:nvPr/>
        </p:nvGrpSpPr>
        <p:grpSpPr>
          <a:xfrm>
            <a:off x="6722073" y="2871342"/>
            <a:ext cx="1826526" cy="720080"/>
            <a:chOff x="5629956" y="2712315"/>
            <a:chExt cx="1826526" cy="720080"/>
          </a:xfrm>
        </p:grpSpPr>
        <p:cxnSp>
          <p:nvCxnSpPr>
            <p:cNvPr id="36" name="Straight Connector 35">
              <a:extLst>
                <a:ext uri="{FF2B5EF4-FFF2-40B4-BE49-F238E27FC236}">
                  <a16:creationId xmlns:a16="http://schemas.microsoft.com/office/drawing/2014/main" id="{F13DA16C-5B06-A444-9D22-342971C7D11E}"/>
                </a:ext>
              </a:extLst>
            </p:cNvPr>
            <p:cNvCxnSpPr>
              <a:cxnSpLocks/>
            </p:cNvCxnSpPr>
            <p:nvPr/>
          </p:nvCxnSpPr>
          <p:spPr bwMode="auto">
            <a:xfrm flipV="1">
              <a:off x="6541990" y="2712315"/>
              <a:ext cx="0" cy="720080"/>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37" name="Straight Connector 36">
              <a:extLst>
                <a:ext uri="{FF2B5EF4-FFF2-40B4-BE49-F238E27FC236}">
                  <a16:creationId xmlns:a16="http://schemas.microsoft.com/office/drawing/2014/main" id="{54C74A15-17E2-E74E-9802-D8294C71F4BF}"/>
                </a:ext>
              </a:extLst>
            </p:cNvPr>
            <p:cNvCxnSpPr>
              <a:cxnSpLocks/>
            </p:cNvCxnSpPr>
            <p:nvPr/>
          </p:nvCxnSpPr>
          <p:spPr bwMode="auto">
            <a:xfrm>
              <a:off x="5985681" y="3104964"/>
              <a:ext cx="1153294"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38" name="Triangle 37">
              <a:extLst>
                <a:ext uri="{FF2B5EF4-FFF2-40B4-BE49-F238E27FC236}">
                  <a16:creationId xmlns:a16="http://schemas.microsoft.com/office/drawing/2014/main" id="{0EADBBAA-7067-D642-BFFC-0422420E1A2F}"/>
                </a:ext>
              </a:extLst>
            </p:cNvPr>
            <p:cNvSpPr/>
            <p:nvPr/>
          </p:nvSpPr>
          <p:spPr bwMode="auto">
            <a:xfrm rot="5400000">
              <a:off x="6201705" y="2811388"/>
              <a:ext cx="576064" cy="587152"/>
            </a:xfrm>
            <a:prstGeom prst="triangle">
              <a:avLst/>
            </a:prstGeom>
            <a:solidFill>
              <a:schemeClr val="bg1"/>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1800" b="0" i="0" u="none" strike="noStrike" cap="none" normalizeH="0" baseline="0">
                <a:ln>
                  <a:noFill/>
                </a:ln>
                <a:solidFill>
                  <a:schemeClr val="tx1"/>
                </a:solidFill>
                <a:effectLst/>
                <a:latin typeface="Arial" charset="0"/>
              </a:endParaRPr>
            </a:p>
          </p:txBody>
        </p:sp>
        <p:sp>
          <p:nvSpPr>
            <p:cNvPr id="40" name="Oval 39">
              <a:extLst>
                <a:ext uri="{FF2B5EF4-FFF2-40B4-BE49-F238E27FC236}">
                  <a16:creationId xmlns:a16="http://schemas.microsoft.com/office/drawing/2014/main" id="{5CDF7C38-D85A-1F48-A0A4-B313D1366283}"/>
                </a:ext>
              </a:extLst>
            </p:cNvPr>
            <p:cNvSpPr/>
            <p:nvPr/>
          </p:nvSpPr>
          <p:spPr bwMode="auto">
            <a:xfrm>
              <a:off x="6469982" y="2820327"/>
              <a:ext cx="144016" cy="144016"/>
            </a:xfrm>
            <a:prstGeom prst="ellipse">
              <a:avLst/>
            </a:prstGeom>
            <a:solidFill>
              <a:schemeClr val="bg1"/>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1800" b="0" i="0" u="none" strike="noStrike" cap="none" normalizeH="0" baseline="0">
                <a:ln>
                  <a:noFill/>
                </a:ln>
                <a:solidFill>
                  <a:schemeClr val="tx1"/>
                </a:solidFill>
                <a:effectLst/>
                <a:latin typeface="Arial" charset="0"/>
              </a:endParaRPr>
            </a:p>
          </p:txBody>
        </p:sp>
        <p:sp>
          <p:nvSpPr>
            <p:cNvPr id="41" name="Rectangle 40">
              <a:extLst>
                <a:ext uri="{FF2B5EF4-FFF2-40B4-BE49-F238E27FC236}">
                  <a16:creationId xmlns:a16="http://schemas.microsoft.com/office/drawing/2014/main" id="{A50702D7-35B0-F84B-8BD8-B70DC2145C65}"/>
                </a:ext>
              </a:extLst>
            </p:cNvPr>
            <p:cNvSpPr/>
            <p:nvPr/>
          </p:nvSpPr>
          <p:spPr>
            <a:xfrm>
              <a:off x="5629956" y="2852936"/>
              <a:ext cx="364202" cy="523220"/>
            </a:xfrm>
            <a:prstGeom prst="rect">
              <a:avLst/>
            </a:prstGeom>
          </p:spPr>
          <p:txBody>
            <a:bodyPr wrap="none">
              <a:spAutoFit/>
            </a:bodyPr>
            <a:lstStyle/>
            <a:p>
              <a:r>
                <a:rPr lang="en-US" altLang="zh-CN" sz="2800" kern="0" dirty="0">
                  <a:solidFill>
                    <a:srgbClr val="080808"/>
                  </a:solidFill>
                  <a:latin typeface="黑体" panose="02010609060101010101" pitchFamily="49" charset="-122"/>
                  <a:ea typeface="黑体" pitchFamily="49" charset="-122"/>
                </a:rPr>
                <a:t>A</a:t>
              </a:r>
              <a:endParaRPr lang="en-CN" dirty="0"/>
            </a:p>
          </p:txBody>
        </p:sp>
        <p:sp>
          <p:nvSpPr>
            <p:cNvPr id="42" name="Rectangle 41">
              <a:extLst>
                <a:ext uri="{FF2B5EF4-FFF2-40B4-BE49-F238E27FC236}">
                  <a16:creationId xmlns:a16="http://schemas.microsoft.com/office/drawing/2014/main" id="{2D2B9E28-64BE-E744-9272-57475536403D}"/>
                </a:ext>
              </a:extLst>
            </p:cNvPr>
            <p:cNvSpPr/>
            <p:nvPr/>
          </p:nvSpPr>
          <p:spPr>
            <a:xfrm>
              <a:off x="7092280" y="2833772"/>
              <a:ext cx="364202" cy="523220"/>
            </a:xfrm>
            <a:prstGeom prst="rect">
              <a:avLst/>
            </a:prstGeom>
          </p:spPr>
          <p:txBody>
            <a:bodyPr wrap="none">
              <a:spAutoFit/>
            </a:bodyPr>
            <a:lstStyle/>
            <a:p>
              <a:r>
                <a:rPr lang="en-US" altLang="zh-CN" sz="2800" kern="0" dirty="0">
                  <a:solidFill>
                    <a:srgbClr val="080808"/>
                  </a:solidFill>
                  <a:latin typeface="黑体" panose="02010609060101010101" pitchFamily="49" charset="-122"/>
                  <a:ea typeface="黑体" pitchFamily="49" charset="-122"/>
                </a:rPr>
                <a:t>F</a:t>
              </a:r>
              <a:endParaRPr lang="en-CN" dirty="0"/>
            </a:p>
          </p:txBody>
        </p:sp>
        <p:sp>
          <p:nvSpPr>
            <p:cNvPr id="43" name="Triangle 42">
              <a:extLst>
                <a:ext uri="{FF2B5EF4-FFF2-40B4-BE49-F238E27FC236}">
                  <a16:creationId xmlns:a16="http://schemas.microsoft.com/office/drawing/2014/main" id="{D577F35C-AFF2-FF40-8C28-5B1816D4D0C7}"/>
                </a:ext>
              </a:extLst>
            </p:cNvPr>
            <p:cNvSpPr/>
            <p:nvPr/>
          </p:nvSpPr>
          <p:spPr bwMode="auto">
            <a:xfrm rot="16200000">
              <a:off x="6229197" y="2828228"/>
              <a:ext cx="576064" cy="587152"/>
            </a:xfrm>
            <a:prstGeom prst="triangle">
              <a:avLst/>
            </a:prstGeom>
            <a:no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1800" b="0" i="0" u="none" strike="noStrike" cap="none" normalizeH="0" baseline="0">
                <a:ln>
                  <a:noFill/>
                </a:ln>
                <a:solidFill>
                  <a:schemeClr val="tx1"/>
                </a:solidFill>
                <a:effectLst/>
                <a:latin typeface="Arial" charset="0"/>
              </a:endParaRPr>
            </a:p>
          </p:txBody>
        </p:sp>
      </p:grpSp>
      <p:sp>
        <p:nvSpPr>
          <p:cNvPr id="4" name="文本框 3">
            <a:extLst>
              <a:ext uri="{FF2B5EF4-FFF2-40B4-BE49-F238E27FC236}">
                <a16:creationId xmlns:a16="http://schemas.microsoft.com/office/drawing/2014/main" id="{381DD151-E519-0E40-1591-3CD1300C8FFF}"/>
              </a:ext>
            </a:extLst>
          </p:cNvPr>
          <p:cNvSpPr txBox="1"/>
          <p:nvPr/>
        </p:nvSpPr>
        <p:spPr>
          <a:xfrm>
            <a:off x="1569017" y="2475298"/>
            <a:ext cx="697627" cy="461665"/>
          </a:xfrm>
          <a:prstGeom prst="rect">
            <a:avLst/>
          </a:prstGeom>
          <a:noFill/>
          <a:ln>
            <a:noFill/>
          </a:ln>
        </p:spPr>
        <p:txBody>
          <a:bodyPr wrap="none" rtlCol="0">
            <a:spAutoFit/>
          </a:bodyPr>
          <a:lstStyle/>
          <a:p>
            <a:r>
              <a:rPr kumimoji="1" lang="en-US" altLang="zh-CN" sz="2400" b="1" dirty="0">
                <a:solidFill>
                  <a:srgbClr val="FF0000"/>
                </a:solidFill>
              </a:rPr>
              <a:t>EN’</a:t>
            </a:r>
            <a:endParaRPr kumimoji="1" lang="zh-CN" altLang="en-US" sz="2400" b="1" dirty="0">
              <a:solidFill>
                <a:srgbClr val="FF0000"/>
              </a:solidFill>
            </a:endParaRPr>
          </a:p>
        </p:txBody>
      </p:sp>
      <p:sp>
        <p:nvSpPr>
          <p:cNvPr id="5" name="文本框 4">
            <a:extLst>
              <a:ext uri="{FF2B5EF4-FFF2-40B4-BE49-F238E27FC236}">
                <a16:creationId xmlns:a16="http://schemas.microsoft.com/office/drawing/2014/main" id="{C5BC8F98-616D-734E-5858-5ACD74D90DCA}"/>
              </a:ext>
            </a:extLst>
          </p:cNvPr>
          <p:cNvSpPr txBox="1"/>
          <p:nvPr/>
        </p:nvSpPr>
        <p:spPr>
          <a:xfrm>
            <a:off x="1569017" y="3517017"/>
            <a:ext cx="612668" cy="461665"/>
          </a:xfrm>
          <a:prstGeom prst="rect">
            <a:avLst/>
          </a:prstGeom>
          <a:noFill/>
          <a:ln>
            <a:noFill/>
          </a:ln>
        </p:spPr>
        <p:txBody>
          <a:bodyPr wrap="none" rtlCol="0">
            <a:spAutoFit/>
          </a:bodyPr>
          <a:lstStyle/>
          <a:p>
            <a:r>
              <a:rPr kumimoji="1" lang="en-US" altLang="zh-CN" sz="2400" b="1" dirty="0">
                <a:solidFill>
                  <a:srgbClr val="FF0000"/>
                </a:solidFill>
              </a:rPr>
              <a:t>EN</a:t>
            </a:r>
            <a:endParaRPr kumimoji="1" lang="zh-CN" altLang="en-US" sz="2400" b="1" dirty="0">
              <a:solidFill>
                <a:srgbClr val="FF0000"/>
              </a:solidFill>
            </a:endParaRPr>
          </a:p>
        </p:txBody>
      </p:sp>
      <p:sp>
        <p:nvSpPr>
          <p:cNvPr id="8" name="文本框 7">
            <a:extLst>
              <a:ext uri="{FF2B5EF4-FFF2-40B4-BE49-F238E27FC236}">
                <a16:creationId xmlns:a16="http://schemas.microsoft.com/office/drawing/2014/main" id="{6DEF8D12-B3F4-6D3C-2BC9-2D16C693924B}"/>
              </a:ext>
            </a:extLst>
          </p:cNvPr>
          <p:cNvSpPr txBox="1"/>
          <p:nvPr/>
        </p:nvSpPr>
        <p:spPr>
          <a:xfrm>
            <a:off x="4359291" y="2545356"/>
            <a:ext cx="612668" cy="461665"/>
          </a:xfrm>
          <a:prstGeom prst="rect">
            <a:avLst/>
          </a:prstGeom>
          <a:noFill/>
          <a:ln>
            <a:noFill/>
          </a:ln>
        </p:spPr>
        <p:txBody>
          <a:bodyPr wrap="none" rtlCol="0">
            <a:spAutoFit/>
          </a:bodyPr>
          <a:lstStyle/>
          <a:p>
            <a:r>
              <a:rPr kumimoji="1" lang="en-US" altLang="zh-CN" sz="2400" b="1" dirty="0">
                <a:solidFill>
                  <a:srgbClr val="FF0000"/>
                </a:solidFill>
              </a:rPr>
              <a:t>EN</a:t>
            </a:r>
            <a:endParaRPr kumimoji="1" lang="zh-CN" altLang="en-US" sz="2400" b="1" dirty="0">
              <a:solidFill>
                <a:srgbClr val="FF0000"/>
              </a:solidFill>
            </a:endParaRPr>
          </a:p>
        </p:txBody>
      </p:sp>
      <p:grpSp>
        <p:nvGrpSpPr>
          <p:cNvPr id="19" name="组合 18">
            <a:extLst>
              <a:ext uri="{FF2B5EF4-FFF2-40B4-BE49-F238E27FC236}">
                <a16:creationId xmlns:a16="http://schemas.microsoft.com/office/drawing/2014/main" id="{4EB61904-F971-605A-4140-980D22B4C6A9}"/>
              </a:ext>
            </a:extLst>
          </p:cNvPr>
          <p:cNvGrpSpPr/>
          <p:nvPr/>
        </p:nvGrpSpPr>
        <p:grpSpPr>
          <a:xfrm>
            <a:off x="3596250" y="4271013"/>
            <a:ext cx="1944042" cy="1210215"/>
            <a:chOff x="2247188" y="3219879"/>
            <a:chExt cx="1944042" cy="1210215"/>
          </a:xfrm>
        </p:grpSpPr>
        <p:cxnSp>
          <p:nvCxnSpPr>
            <p:cNvPr id="9" name="直线连接符 8">
              <a:extLst>
                <a:ext uri="{FF2B5EF4-FFF2-40B4-BE49-F238E27FC236}">
                  <a16:creationId xmlns:a16="http://schemas.microsoft.com/office/drawing/2014/main" id="{997C6EE4-5912-0AC5-D90E-E86DA8798BCF}"/>
                </a:ext>
              </a:extLst>
            </p:cNvPr>
            <p:cNvCxnSpPr/>
            <p:nvPr/>
          </p:nvCxnSpPr>
          <p:spPr bwMode="auto">
            <a:xfrm>
              <a:off x="2247188" y="4153726"/>
              <a:ext cx="612068" cy="0"/>
            </a:xfrm>
            <a:prstGeom prst="line">
              <a:avLst/>
            </a:prstGeom>
            <a:solidFill>
              <a:schemeClr val="accent1"/>
            </a:solidFill>
            <a:ln w="28575" cap="flat" cmpd="sng" algn="ctr">
              <a:solidFill>
                <a:srgbClr val="3333FF"/>
              </a:solidFill>
              <a:prstDash val="solid"/>
              <a:round/>
              <a:headEnd type="none" w="med" len="med"/>
              <a:tailEnd type="none" w="med" len="med"/>
            </a:ln>
            <a:effectLst/>
          </p:spPr>
        </p:cxnSp>
        <p:sp>
          <p:nvSpPr>
            <p:cNvPr id="10" name="矩形 9">
              <a:extLst>
                <a:ext uri="{FF2B5EF4-FFF2-40B4-BE49-F238E27FC236}">
                  <a16:creationId xmlns:a16="http://schemas.microsoft.com/office/drawing/2014/main" id="{567C9D79-B523-B99B-CA9F-B0FF4938D13D}"/>
                </a:ext>
              </a:extLst>
            </p:cNvPr>
            <p:cNvSpPr/>
            <p:nvPr/>
          </p:nvSpPr>
          <p:spPr bwMode="auto">
            <a:xfrm>
              <a:off x="2878145" y="3858602"/>
              <a:ext cx="701017" cy="571492"/>
            </a:xfrm>
            <a:prstGeom prst="rect">
              <a:avLst/>
            </a:prstGeom>
            <a:noFill/>
            <a:ln w="28575" cap="flat" cmpd="sng" algn="ctr">
              <a:solidFill>
                <a:srgbClr val="3333FF"/>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3333FF"/>
                  </a:solidFill>
                  <a:effectLst/>
                  <a:latin typeface="Arial" charset="0"/>
                </a:rPr>
                <a:t>Add</a:t>
              </a:r>
              <a:endParaRPr kumimoji="0" lang="zh-CN" altLang="en-US" sz="2000" b="1" i="0" u="none" strike="noStrike" cap="none" normalizeH="0" baseline="0" dirty="0">
                <a:ln>
                  <a:noFill/>
                </a:ln>
                <a:solidFill>
                  <a:srgbClr val="3333FF"/>
                </a:solidFill>
                <a:effectLst/>
                <a:latin typeface="Arial" charset="0"/>
              </a:endParaRPr>
            </a:p>
          </p:txBody>
        </p:sp>
        <p:sp>
          <p:nvSpPr>
            <p:cNvPr id="11" name="文本框 10">
              <a:extLst>
                <a:ext uri="{FF2B5EF4-FFF2-40B4-BE49-F238E27FC236}">
                  <a16:creationId xmlns:a16="http://schemas.microsoft.com/office/drawing/2014/main" id="{E33BDE40-CD11-EEDF-E15B-4CAEE85FE7D5}"/>
                </a:ext>
              </a:extLst>
            </p:cNvPr>
            <p:cNvSpPr txBox="1"/>
            <p:nvPr/>
          </p:nvSpPr>
          <p:spPr>
            <a:xfrm>
              <a:off x="2922319" y="3219879"/>
              <a:ext cx="612668" cy="461665"/>
            </a:xfrm>
            <a:prstGeom prst="rect">
              <a:avLst/>
            </a:prstGeom>
            <a:noFill/>
            <a:ln>
              <a:noFill/>
            </a:ln>
          </p:spPr>
          <p:txBody>
            <a:bodyPr wrap="none" rtlCol="0">
              <a:spAutoFit/>
            </a:bodyPr>
            <a:lstStyle/>
            <a:p>
              <a:r>
                <a:rPr kumimoji="1" lang="en-US" altLang="zh-CN" sz="2400" b="1" dirty="0">
                  <a:solidFill>
                    <a:srgbClr val="3333FF"/>
                  </a:solidFill>
                </a:rPr>
                <a:t>EN</a:t>
              </a:r>
              <a:endParaRPr kumimoji="1" lang="zh-CN" altLang="en-US" sz="2400" b="1" baseline="-25000" dirty="0">
                <a:solidFill>
                  <a:srgbClr val="3333FF"/>
                </a:solidFill>
              </a:endParaRPr>
            </a:p>
          </p:txBody>
        </p:sp>
        <p:cxnSp>
          <p:nvCxnSpPr>
            <p:cNvPr id="14" name="直线连接符 13">
              <a:extLst>
                <a:ext uri="{FF2B5EF4-FFF2-40B4-BE49-F238E27FC236}">
                  <a16:creationId xmlns:a16="http://schemas.microsoft.com/office/drawing/2014/main" id="{B6A4261E-D47F-262A-3F11-5766F25F1CE6}"/>
                </a:ext>
              </a:extLst>
            </p:cNvPr>
            <p:cNvCxnSpPr/>
            <p:nvPr/>
          </p:nvCxnSpPr>
          <p:spPr bwMode="auto">
            <a:xfrm>
              <a:off x="3579162" y="4144348"/>
              <a:ext cx="612068" cy="0"/>
            </a:xfrm>
            <a:prstGeom prst="line">
              <a:avLst/>
            </a:prstGeom>
            <a:solidFill>
              <a:schemeClr val="accent1"/>
            </a:solidFill>
            <a:ln w="28575" cap="flat" cmpd="sng" algn="ctr">
              <a:solidFill>
                <a:srgbClr val="3333FF"/>
              </a:solidFill>
              <a:prstDash val="solid"/>
              <a:round/>
              <a:headEnd type="none" w="med" len="med"/>
              <a:tailEnd type="none" w="med" len="med"/>
            </a:ln>
            <a:effectLst/>
          </p:spPr>
        </p:cxnSp>
        <p:cxnSp>
          <p:nvCxnSpPr>
            <p:cNvPr id="15" name="直线连接符 14">
              <a:extLst>
                <a:ext uri="{FF2B5EF4-FFF2-40B4-BE49-F238E27FC236}">
                  <a16:creationId xmlns:a16="http://schemas.microsoft.com/office/drawing/2014/main" id="{00F1DE70-CDA2-5BA0-1E0A-236E7CE0541D}"/>
                </a:ext>
              </a:extLst>
            </p:cNvPr>
            <p:cNvCxnSpPr>
              <a:cxnSpLocks/>
              <a:stCxn id="11" idx="2"/>
              <a:endCxn id="10" idx="0"/>
            </p:cNvCxnSpPr>
            <p:nvPr/>
          </p:nvCxnSpPr>
          <p:spPr bwMode="auto">
            <a:xfrm>
              <a:off x="3228653" y="3681544"/>
              <a:ext cx="1" cy="177058"/>
            </a:xfrm>
            <a:prstGeom prst="line">
              <a:avLst/>
            </a:prstGeom>
            <a:solidFill>
              <a:schemeClr val="accent1"/>
            </a:solidFill>
            <a:ln w="28575" cap="flat" cmpd="sng" algn="ctr">
              <a:solidFill>
                <a:srgbClr val="3333FF"/>
              </a:solidFill>
              <a:prstDash val="solid"/>
              <a:round/>
              <a:headEnd type="none" w="med" len="med"/>
              <a:tailEnd type="none" w="med" len="med"/>
            </a:ln>
            <a:effectLst/>
          </p:spPr>
        </p:cxnSp>
      </p:grpSp>
    </p:spTree>
    <p:extLst>
      <p:ext uri="{BB962C8B-B14F-4D97-AF65-F5344CB8AC3E}">
        <p14:creationId xmlns:p14="http://schemas.microsoft.com/office/powerpoint/2010/main" val="42211754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传输门</a:t>
            </a:r>
            <a:endParaRPr lang="zh-CN" altLang="en-US" sz="3600" dirty="0"/>
          </a:p>
        </p:txBody>
      </p:sp>
      <p:sp>
        <p:nvSpPr>
          <p:cNvPr id="3" name="内容占位符 2"/>
          <p:cNvSpPr>
            <a:spLocks noGrp="1"/>
          </p:cNvSpPr>
          <p:nvPr>
            <p:ph idx="1"/>
          </p:nvPr>
        </p:nvSpPr>
        <p:spPr>
          <a:xfrm>
            <a:off x="473791" y="1528762"/>
            <a:ext cx="3884056" cy="4716463"/>
          </a:xfrm>
        </p:spPr>
        <p:txBody>
          <a:bodyPr/>
          <a:lstStyle/>
          <a:p>
            <a:r>
              <a:rPr lang="en-US" altLang="zh-CN" sz="2800" dirty="0">
                <a:latin typeface="Arial" panose="020B0604020202020204" pitchFamily="34" charset="0"/>
                <a:cs typeface="Arial" panose="020B0604020202020204" pitchFamily="34" charset="0"/>
              </a:rPr>
              <a:t>f(A,B,C)= AB+A’C</a:t>
            </a:r>
          </a:p>
        </p:txBody>
      </p:sp>
      <p:grpSp>
        <p:nvGrpSpPr>
          <p:cNvPr id="30" name="组合 29">
            <a:extLst>
              <a:ext uri="{FF2B5EF4-FFF2-40B4-BE49-F238E27FC236}">
                <a16:creationId xmlns:a16="http://schemas.microsoft.com/office/drawing/2014/main" id="{ED38AD35-089F-D184-A2ED-859B63BD7040}"/>
              </a:ext>
            </a:extLst>
          </p:cNvPr>
          <p:cNvGrpSpPr/>
          <p:nvPr/>
        </p:nvGrpSpPr>
        <p:grpSpPr>
          <a:xfrm>
            <a:off x="440568" y="2249134"/>
            <a:ext cx="3900688" cy="2481543"/>
            <a:chOff x="4946177" y="628536"/>
            <a:chExt cx="3900688" cy="2481543"/>
          </a:xfrm>
        </p:grpSpPr>
        <p:grpSp>
          <p:nvGrpSpPr>
            <p:cNvPr id="4" name="组合 3">
              <a:extLst>
                <a:ext uri="{FF2B5EF4-FFF2-40B4-BE49-F238E27FC236}">
                  <a16:creationId xmlns:a16="http://schemas.microsoft.com/office/drawing/2014/main" id="{C4217FA4-EA71-BD3D-BE22-7E55B333BE94}"/>
                </a:ext>
              </a:extLst>
            </p:cNvPr>
            <p:cNvGrpSpPr/>
            <p:nvPr/>
          </p:nvGrpSpPr>
          <p:grpSpPr>
            <a:xfrm>
              <a:off x="4964646" y="628536"/>
              <a:ext cx="2308087" cy="2195797"/>
              <a:chOff x="1883143" y="3213075"/>
              <a:chExt cx="2308087" cy="2195797"/>
            </a:xfrm>
          </p:grpSpPr>
          <p:cxnSp>
            <p:nvCxnSpPr>
              <p:cNvPr id="9" name="直线连接符 8">
                <a:extLst>
                  <a:ext uri="{FF2B5EF4-FFF2-40B4-BE49-F238E27FC236}">
                    <a16:creationId xmlns:a16="http://schemas.microsoft.com/office/drawing/2014/main" id="{D70A7152-D65E-8D68-2C63-448D5054FBDE}"/>
                  </a:ext>
                </a:extLst>
              </p:cNvPr>
              <p:cNvCxnSpPr/>
              <p:nvPr/>
            </p:nvCxnSpPr>
            <p:spPr bwMode="auto">
              <a:xfrm>
                <a:off x="2247188" y="4153726"/>
                <a:ext cx="612068" cy="0"/>
              </a:xfrm>
              <a:prstGeom prst="line">
                <a:avLst/>
              </a:prstGeom>
              <a:solidFill>
                <a:schemeClr val="accent1"/>
              </a:solidFill>
              <a:ln w="28575" cap="flat" cmpd="sng" algn="ctr">
                <a:solidFill>
                  <a:srgbClr val="3333FF"/>
                </a:solidFill>
                <a:prstDash val="solid"/>
                <a:round/>
                <a:headEnd type="none" w="med" len="med"/>
                <a:tailEnd type="none" w="med" len="med"/>
              </a:ln>
              <a:effectLst/>
            </p:spPr>
          </p:cxnSp>
          <p:sp>
            <p:nvSpPr>
              <p:cNvPr id="10" name="矩形 9">
                <a:extLst>
                  <a:ext uri="{FF2B5EF4-FFF2-40B4-BE49-F238E27FC236}">
                    <a16:creationId xmlns:a16="http://schemas.microsoft.com/office/drawing/2014/main" id="{AB6B973F-4FCF-8B19-7CF3-BBADB648A7FF}"/>
                  </a:ext>
                </a:extLst>
              </p:cNvPr>
              <p:cNvSpPr/>
              <p:nvPr/>
            </p:nvSpPr>
            <p:spPr bwMode="auto">
              <a:xfrm>
                <a:off x="2878145" y="3858602"/>
                <a:ext cx="701017" cy="571492"/>
              </a:xfrm>
              <a:prstGeom prst="rect">
                <a:avLst/>
              </a:prstGeom>
              <a:noFill/>
              <a:ln w="28575" cap="flat" cmpd="sng" algn="ctr">
                <a:solidFill>
                  <a:srgbClr val="3333FF"/>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3333FF"/>
                    </a:solidFill>
                    <a:effectLst/>
                    <a:latin typeface="Arial" charset="0"/>
                  </a:rPr>
                  <a:t>TG</a:t>
                </a:r>
                <a:endParaRPr kumimoji="0" lang="zh-CN" altLang="en-US" sz="2000" b="1" i="0" u="none" strike="noStrike" cap="none" normalizeH="0" baseline="0" dirty="0">
                  <a:ln>
                    <a:noFill/>
                  </a:ln>
                  <a:solidFill>
                    <a:srgbClr val="3333FF"/>
                  </a:solidFill>
                  <a:effectLst/>
                  <a:latin typeface="Arial" charset="0"/>
                </a:endParaRPr>
              </a:p>
            </p:txBody>
          </p:sp>
          <p:sp>
            <p:nvSpPr>
              <p:cNvPr id="11" name="文本框 10">
                <a:extLst>
                  <a:ext uri="{FF2B5EF4-FFF2-40B4-BE49-F238E27FC236}">
                    <a16:creationId xmlns:a16="http://schemas.microsoft.com/office/drawing/2014/main" id="{E6F57C47-3216-4940-44BC-ED00779D61C4}"/>
                  </a:ext>
                </a:extLst>
              </p:cNvPr>
              <p:cNvSpPr txBox="1"/>
              <p:nvPr/>
            </p:nvSpPr>
            <p:spPr>
              <a:xfrm>
                <a:off x="3024911" y="3213075"/>
                <a:ext cx="407484" cy="461665"/>
              </a:xfrm>
              <a:prstGeom prst="rect">
                <a:avLst/>
              </a:prstGeom>
              <a:noFill/>
              <a:ln>
                <a:noFill/>
              </a:ln>
            </p:spPr>
            <p:txBody>
              <a:bodyPr wrap="none" rtlCol="0">
                <a:spAutoFit/>
              </a:bodyPr>
              <a:lstStyle/>
              <a:p>
                <a:r>
                  <a:rPr kumimoji="1" lang="en-US" altLang="zh-CN" sz="2400" b="1" dirty="0">
                    <a:solidFill>
                      <a:srgbClr val="3333FF"/>
                    </a:solidFill>
                  </a:rPr>
                  <a:t>A</a:t>
                </a:r>
                <a:endParaRPr kumimoji="1" lang="zh-CN" altLang="en-US" sz="2400" b="1" baseline="-25000" dirty="0">
                  <a:solidFill>
                    <a:srgbClr val="3333FF"/>
                  </a:solidFill>
                </a:endParaRPr>
              </a:p>
            </p:txBody>
          </p:sp>
          <p:cxnSp>
            <p:nvCxnSpPr>
              <p:cNvPr id="12" name="直线连接符 11">
                <a:extLst>
                  <a:ext uri="{FF2B5EF4-FFF2-40B4-BE49-F238E27FC236}">
                    <a16:creationId xmlns:a16="http://schemas.microsoft.com/office/drawing/2014/main" id="{8F99E6B3-8367-0179-AB42-78989D87E4CB}"/>
                  </a:ext>
                </a:extLst>
              </p:cNvPr>
              <p:cNvCxnSpPr/>
              <p:nvPr/>
            </p:nvCxnSpPr>
            <p:spPr bwMode="auto">
              <a:xfrm>
                <a:off x="3579162" y="4144348"/>
                <a:ext cx="612068" cy="0"/>
              </a:xfrm>
              <a:prstGeom prst="line">
                <a:avLst/>
              </a:prstGeom>
              <a:solidFill>
                <a:schemeClr val="accent1"/>
              </a:solidFill>
              <a:ln w="28575" cap="flat" cmpd="sng" algn="ctr">
                <a:solidFill>
                  <a:srgbClr val="3333FF"/>
                </a:solidFill>
                <a:prstDash val="solid"/>
                <a:round/>
                <a:headEnd type="none" w="med" len="med"/>
                <a:tailEnd type="none" w="med" len="med"/>
              </a:ln>
              <a:effectLst/>
            </p:spPr>
          </p:cxnSp>
          <p:cxnSp>
            <p:nvCxnSpPr>
              <p:cNvPr id="13" name="直线连接符 12">
                <a:extLst>
                  <a:ext uri="{FF2B5EF4-FFF2-40B4-BE49-F238E27FC236}">
                    <a16:creationId xmlns:a16="http://schemas.microsoft.com/office/drawing/2014/main" id="{4F226891-5612-5F15-6A53-DB16D373462D}"/>
                  </a:ext>
                </a:extLst>
              </p:cNvPr>
              <p:cNvCxnSpPr>
                <a:cxnSpLocks/>
              </p:cNvCxnSpPr>
              <p:nvPr/>
            </p:nvCxnSpPr>
            <p:spPr bwMode="auto">
              <a:xfrm>
                <a:off x="3218180" y="3674740"/>
                <a:ext cx="1" cy="183862"/>
              </a:xfrm>
              <a:prstGeom prst="line">
                <a:avLst/>
              </a:prstGeom>
              <a:solidFill>
                <a:schemeClr val="accent1"/>
              </a:solidFill>
              <a:ln w="28575" cap="flat" cmpd="sng" algn="ctr">
                <a:solidFill>
                  <a:srgbClr val="3333FF"/>
                </a:solidFill>
                <a:prstDash val="solid"/>
                <a:round/>
                <a:headEnd type="none" w="med" len="med"/>
                <a:tailEnd type="none" w="med" len="med"/>
              </a:ln>
              <a:effectLst/>
            </p:spPr>
          </p:cxnSp>
          <p:sp>
            <p:nvSpPr>
              <p:cNvPr id="21" name="文本框 20">
                <a:extLst>
                  <a:ext uri="{FF2B5EF4-FFF2-40B4-BE49-F238E27FC236}">
                    <a16:creationId xmlns:a16="http://schemas.microsoft.com/office/drawing/2014/main" id="{8EBDC471-A370-A7CC-675A-2D58C705420F}"/>
                  </a:ext>
                </a:extLst>
              </p:cNvPr>
              <p:cNvSpPr txBox="1"/>
              <p:nvPr/>
            </p:nvSpPr>
            <p:spPr>
              <a:xfrm>
                <a:off x="1883143" y="3913515"/>
                <a:ext cx="407484" cy="461665"/>
              </a:xfrm>
              <a:prstGeom prst="rect">
                <a:avLst/>
              </a:prstGeom>
              <a:noFill/>
              <a:ln>
                <a:noFill/>
              </a:ln>
            </p:spPr>
            <p:txBody>
              <a:bodyPr wrap="none" rtlCol="0">
                <a:spAutoFit/>
              </a:bodyPr>
              <a:lstStyle/>
              <a:p>
                <a:r>
                  <a:rPr kumimoji="1" lang="en-US" altLang="zh-CN" sz="2400" b="1" dirty="0">
                    <a:solidFill>
                      <a:srgbClr val="3333FF"/>
                    </a:solidFill>
                  </a:rPr>
                  <a:t>B</a:t>
                </a:r>
                <a:endParaRPr kumimoji="1" lang="zh-CN" altLang="en-US" sz="2400" b="1" baseline="-25000" dirty="0">
                  <a:solidFill>
                    <a:srgbClr val="3333FF"/>
                  </a:solidFill>
                </a:endParaRPr>
              </a:p>
            </p:txBody>
          </p:sp>
          <p:cxnSp>
            <p:nvCxnSpPr>
              <p:cNvPr id="23" name="直线连接符 22">
                <a:extLst>
                  <a:ext uri="{FF2B5EF4-FFF2-40B4-BE49-F238E27FC236}">
                    <a16:creationId xmlns:a16="http://schemas.microsoft.com/office/drawing/2014/main" id="{235E4853-DB91-E998-694C-5FDDEE278147}"/>
                  </a:ext>
                </a:extLst>
              </p:cNvPr>
              <p:cNvCxnSpPr>
                <a:cxnSpLocks/>
              </p:cNvCxnSpPr>
              <p:nvPr/>
            </p:nvCxnSpPr>
            <p:spPr bwMode="auto">
              <a:xfrm>
                <a:off x="4190201" y="4144347"/>
                <a:ext cx="0" cy="1264525"/>
              </a:xfrm>
              <a:prstGeom prst="line">
                <a:avLst/>
              </a:prstGeom>
              <a:solidFill>
                <a:schemeClr val="accent1"/>
              </a:solidFill>
              <a:ln w="28575" cap="flat" cmpd="sng" algn="ctr">
                <a:solidFill>
                  <a:srgbClr val="3333FF"/>
                </a:solidFill>
                <a:prstDash val="solid"/>
                <a:round/>
                <a:headEnd type="none" w="med" len="med"/>
                <a:tailEnd type="none" w="med" len="med"/>
              </a:ln>
              <a:effectLst/>
            </p:spPr>
          </p:cxnSp>
        </p:grpSp>
        <p:grpSp>
          <p:nvGrpSpPr>
            <p:cNvPr id="15" name="组合 14">
              <a:extLst>
                <a:ext uri="{FF2B5EF4-FFF2-40B4-BE49-F238E27FC236}">
                  <a16:creationId xmlns:a16="http://schemas.microsoft.com/office/drawing/2014/main" id="{E87775F0-7A3E-FC31-C782-CE8B4395FC87}"/>
                </a:ext>
              </a:extLst>
            </p:cNvPr>
            <p:cNvGrpSpPr/>
            <p:nvPr/>
          </p:nvGrpSpPr>
          <p:grpSpPr>
            <a:xfrm>
              <a:off x="4946177" y="1893060"/>
              <a:ext cx="2325527" cy="1217019"/>
              <a:chOff x="1865703" y="3213075"/>
              <a:chExt cx="2325527" cy="1217019"/>
            </a:xfrm>
          </p:grpSpPr>
          <p:cxnSp>
            <p:nvCxnSpPr>
              <p:cNvPr id="16" name="直线连接符 15">
                <a:extLst>
                  <a:ext uri="{FF2B5EF4-FFF2-40B4-BE49-F238E27FC236}">
                    <a16:creationId xmlns:a16="http://schemas.microsoft.com/office/drawing/2014/main" id="{4B09FF26-CD52-DBB8-2D72-946A3A7D254C}"/>
                  </a:ext>
                </a:extLst>
              </p:cNvPr>
              <p:cNvCxnSpPr/>
              <p:nvPr/>
            </p:nvCxnSpPr>
            <p:spPr bwMode="auto">
              <a:xfrm>
                <a:off x="2247188" y="4153726"/>
                <a:ext cx="612068" cy="0"/>
              </a:xfrm>
              <a:prstGeom prst="line">
                <a:avLst/>
              </a:prstGeom>
              <a:solidFill>
                <a:schemeClr val="accent1"/>
              </a:solidFill>
              <a:ln w="28575" cap="flat" cmpd="sng" algn="ctr">
                <a:solidFill>
                  <a:srgbClr val="3333FF"/>
                </a:solidFill>
                <a:prstDash val="solid"/>
                <a:round/>
                <a:headEnd type="none" w="med" len="med"/>
                <a:tailEnd type="none" w="med" len="med"/>
              </a:ln>
              <a:effectLst/>
            </p:spPr>
          </p:cxnSp>
          <p:sp>
            <p:nvSpPr>
              <p:cNvPr id="17" name="矩形 16">
                <a:extLst>
                  <a:ext uri="{FF2B5EF4-FFF2-40B4-BE49-F238E27FC236}">
                    <a16:creationId xmlns:a16="http://schemas.microsoft.com/office/drawing/2014/main" id="{D1305A4B-EFCD-20C1-FDD1-9779C75B7818}"/>
                  </a:ext>
                </a:extLst>
              </p:cNvPr>
              <p:cNvSpPr/>
              <p:nvPr/>
            </p:nvSpPr>
            <p:spPr bwMode="auto">
              <a:xfrm>
                <a:off x="2878145" y="3858602"/>
                <a:ext cx="701017" cy="571492"/>
              </a:xfrm>
              <a:prstGeom prst="rect">
                <a:avLst/>
              </a:prstGeom>
              <a:noFill/>
              <a:ln w="28575" cap="flat" cmpd="sng" algn="ctr">
                <a:solidFill>
                  <a:srgbClr val="3333FF"/>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3333FF"/>
                    </a:solidFill>
                    <a:effectLst/>
                    <a:latin typeface="Arial" charset="0"/>
                  </a:rPr>
                  <a:t>TG</a:t>
                </a:r>
                <a:endParaRPr kumimoji="0" lang="zh-CN" altLang="en-US" sz="2000" b="1" i="0" u="none" strike="noStrike" cap="none" normalizeH="0" baseline="0" dirty="0">
                  <a:ln>
                    <a:noFill/>
                  </a:ln>
                  <a:solidFill>
                    <a:srgbClr val="3333FF"/>
                  </a:solidFill>
                  <a:effectLst/>
                  <a:latin typeface="Arial" charset="0"/>
                </a:endParaRPr>
              </a:p>
            </p:txBody>
          </p:sp>
          <p:sp>
            <p:nvSpPr>
              <p:cNvPr id="18" name="文本框 17">
                <a:extLst>
                  <a:ext uri="{FF2B5EF4-FFF2-40B4-BE49-F238E27FC236}">
                    <a16:creationId xmlns:a16="http://schemas.microsoft.com/office/drawing/2014/main" id="{0661C5BE-E116-B583-10A3-D7F60DF56424}"/>
                  </a:ext>
                </a:extLst>
              </p:cNvPr>
              <p:cNvSpPr txBox="1"/>
              <p:nvPr/>
            </p:nvSpPr>
            <p:spPr>
              <a:xfrm>
                <a:off x="3024911" y="3213075"/>
                <a:ext cx="481222" cy="461665"/>
              </a:xfrm>
              <a:prstGeom prst="rect">
                <a:avLst/>
              </a:prstGeom>
              <a:noFill/>
              <a:ln>
                <a:noFill/>
              </a:ln>
            </p:spPr>
            <p:txBody>
              <a:bodyPr wrap="none" rtlCol="0">
                <a:spAutoFit/>
              </a:bodyPr>
              <a:lstStyle/>
              <a:p>
                <a:r>
                  <a:rPr kumimoji="1" lang="en-US" altLang="zh-CN" sz="2400" b="1" dirty="0">
                    <a:solidFill>
                      <a:srgbClr val="3333FF"/>
                    </a:solidFill>
                  </a:rPr>
                  <a:t>A’</a:t>
                </a:r>
                <a:endParaRPr kumimoji="1" lang="zh-CN" altLang="en-US" sz="2400" b="1" baseline="-25000" dirty="0">
                  <a:solidFill>
                    <a:srgbClr val="3333FF"/>
                  </a:solidFill>
                </a:endParaRPr>
              </a:p>
            </p:txBody>
          </p:sp>
          <p:cxnSp>
            <p:nvCxnSpPr>
              <p:cNvPr id="19" name="直线连接符 18">
                <a:extLst>
                  <a:ext uri="{FF2B5EF4-FFF2-40B4-BE49-F238E27FC236}">
                    <a16:creationId xmlns:a16="http://schemas.microsoft.com/office/drawing/2014/main" id="{9AFBE571-21AC-451B-D297-799127DC05BC}"/>
                  </a:ext>
                </a:extLst>
              </p:cNvPr>
              <p:cNvCxnSpPr/>
              <p:nvPr/>
            </p:nvCxnSpPr>
            <p:spPr bwMode="auto">
              <a:xfrm>
                <a:off x="3579162" y="4144348"/>
                <a:ext cx="612068" cy="0"/>
              </a:xfrm>
              <a:prstGeom prst="line">
                <a:avLst/>
              </a:prstGeom>
              <a:solidFill>
                <a:schemeClr val="accent1"/>
              </a:solidFill>
              <a:ln w="28575" cap="flat" cmpd="sng" algn="ctr">
                <a:solidFill>
                  <a:srgbClr val="3333FF"/>
                </a:solidFill>
                <a:prstDash val="solid"/>
                <a:round/>
                <a:headEnd type="none" w="med" len="med"/>
                <a:tailEnd type="none" w="med" len="med"/>
              </a:ln>
              <a:effectLst/>
            </p:spPr>
          </p:cxnSp>
          <p:cxnSp>
            <p:nvCxnSpPr>
              <p:cNvPr id="20" name="直线连接符 19">
                <a:extLst>
                  <a:ext uri="{FF2B5EF4-FFF2-40B4-BE49-F238E27FC236}">
                    <a16:creationId xmlns:a16="http://schemas.microsoft.com/office/drawing/2014/main" id="{30F82893-7697-F81D-BEBE-EECF7F8BF029}"/>
                  </a:ext>
                </a:extLst>
              </p:cNvPr>
              <p:cNvCxnSpPr>
                <a:cxnSpLocks/>
              </p:cNvCxnSpPr>
              <p:nvPr/>
            </p:nvCxnSpPr>
            <p:spPr bwMode="auto">
              <a:xfrm>
                <a:off x="3218180" y="3674740"/>
                <a:ext cx="1" cy="183862"/>
              </a:xfrm>
              <a:prstGeom prst="line">
                <a:avLst/>
              </a:prstGeom>
              <a:solidFill>
                <a:schemeClr val="accent1"/>
              </a:solidFill>
              <a:ln w="28575" cap="flat" cmpd="sng" algn="ctr">
                <a:solidFill>
                  <a:srgbClr val="3333FF"/>
                </a:solidFill>
                <a:prstDash val="solid"/>
                <a:round/>
                <a:headEnd type="none" w="med" len="med"/>
                <a:tailEnd type="none" w="med" len="med"/>
              </a:ln>
              <a:effectLst/>
            </p:spPr>
          </p:cxnSp>
          <p:sp>
            <p:nvSpPr>
              <p:cNvPr id="22" name="文本框 21">
                <a:extLst>
                  <a:ext uri="{FF2B5EF4-FFF2-40B4-BE49-F238E27FC236}">
                    <a16:creationId xmlns:a16="http://schemas.microsoft.com/office/drawing/2014/main" id="{FC6ABE3E-0356-2D47-D672-1C654C55DA85}"/>
                  </a:ext>
                </a:extLst>
              </p:cNvPr>
              <p:cNvSpPr txBox="1"/>
              <p:nvPr/>
            </p:nvSpPr>
            <p:spPr>
              <a:xfrm>
                <a:off x="1865703" y="3920252"/>
                <a:ext cx="407484" cy="461665"/>
              </a:xfrm>
              <a:prstGeom prst="rect">
                <a:avLst/>
              </a:prstGeom>
              <a:noFill/>
              <a:ln>
                <a:noFill/>
              </a:ln>
            </p:spPr>
            <p:txBody>
              <a:bodyPr wrap="none" rtlCol="0">
                <a:spAutoFit/>
              </a:bodyPr>
              <a:lstStyle/>
              <a:p>
                <a:r>
                  <a:rPr kumimoji="1" lang="en-US" altLang="zh-CN" sz="2400" b="1" dirty="0">
                    <a:solidFill>
                      <a:srgbClr val="3333FF"/>
                    </a:solidFill>
                  </a:rPr>
                  <a:t>C</a:t>
                </a:r>
                <a:endParaRPr kumimoji="1" lang="zh-CN" altLang="en-US" sz="2400" b="1" dirty="0">
                  <a:solidFill>
                    <a:srgbClr val="3333FF"/>
                  </a:solidFill>
                </a:endParaRPr>
              </a:p>
            </p:txBody>
          </p:sp>
        </p:grpSp>
        <p:cxnSp>
          <p:nvCxnSpPr>
            <p:cNvPr id="26" name="直线连接符 25">
              <a:extLst>
                <a:ext uri="{FF2B5EF4-FFF2-40B4-BE49-F238E27FC236}">
                  <a16:creationId xmlns:a16="http://schemas.microsoft.com/office/drawing/2014/main" id="{A594168C-3417-765A-492A-2AD7961E3755}"/>
                </a:ext>
              </a:extLst>
            </p:cNvPr>
            <p:cNvCxnSpPr>
              <a:cxnSpLocks/>
            </p:cNvCxnSpPr>
            <p:nvPr/>
          </p:nvCxnSpPr>
          <p:spPr bwMode="auto">
            <a:xfrm>
              <a:off x="7271704" y="2192070"/>
              <a:ext cx="287952" cy="0"/>
            </a:xfrm>
            <a:prstGeom prst="line">
              <a:avLst/>
            </a:prstGeom>
            <a:solidFill>
              <a:schemeClr val="accent1"/>
            </a:solidFill>
            <a:ln w="28575" cap="flat" cmpd="sng" algn="ctr">
              <a:solidFill>
                <a:srgbClr val="3333FF"/>
              </a:solidFill>
              <a:prstDash val="solid"/>
              <a:round/>
              <a:headEnd type="none" w="med" len="med"/>
              <a:tailEnd type="none" w="med" len="med"/>
            </a:ln>
            <a:effectLst/>
          </p:spPr>
        </p:cxnSp>
        <p:sp>
          <p:nvSpPr>
            <p:cNvPr id="29" name="文本框 28">
              <a:extLst>
                <a:ext uri="{FF2B5EF4-FFF2-40B4-BE49-F238E27FC236}">
                  <a16:creationId xmlns:a16="http://schemas.microsoft.com/office/drawing/2014/main" id="{44349CBB-AEAC-EEB6-6778-5CB86D4543A8}"/>
                </a:ext>
              </a:extLst>
            </p:cNvPr>
            <p:cNvSpPr txBox="1"/>
            <p:nvPr/>
          </p:nvSpPr>
          <p:spPr>
            <a:xfrm>
              <a:off x="7516051" y="1961237"/>
              <a:ext cx="1330814" cy="461665"/>
            </a:xfrm>
            <a:prstGeom prst="rect">
              <a:avLst/>
            </a:prstGeom>
            <a:noFill/>
            <a:ln>
              <a:noFill/>
            </a:ln>
          </p:spPr>
          <p:txBody>
            <a:bodyPr wrap="none" rtlCol="0">
              <a:spAutoFit/>
            </a:bodyPr>
            <a:lstStyle/>
            <a:p>
              <a:r>
                <a:rPr kumimoji="1" lang="en-US" altLang="zh-CN" sz="2400" b="1" dirty="0">
                  <a:solidFill>
                    <a:srgbClr val="3333FF"/>
                  </a:solidFill>
                </a:rPr>
                <a:t>f(A,B,C)</a:t>
              </a:r>
              <a:endParaRPr kumimoji="1" lang="zh-CN" altLang="en-US" sz="2400" b="1" dirty="0">
                <a:solidFill>
                  <a:srgbClr val="3333FF"/>
                </a:solidFill>
              </a:endParaRPr>
            </a:p>
          </p:txBody>
        </p:sp>
      </p:grpSp>
      <p:sp>
        <p:nvSpPr>
          <p:cNvPr id="14" name="内容占位符 2">
            <a:extLst>
              <a:ext uri="{FF2B5EF4-FFF2-40B4-BE49-F238E27FC236}">
                <a16:creationId xmlns:a16="http://schemas.microsoft.com/office/drawing/2014/main" id="{379C34EA-EC90-90CF-7699-CCF39D97F8EC}"/>
              </a:ext>
            </a:extLst>
          </p:cNvPr>
          <p:cNvSpPr txBox="1">
            <a:spLocks/>
          </p:cNvSpPr>
          <p:nvPr/>
        </p:nvSpPr>
        <p:spPr bwMode="gray">
          <a:xfrm>
            <a:off x="4819376" y="1528761"/>
            <a:ext cx="3884056" cy="47164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1" fontAlgn="base" hangingPunct="0">
              <a:lnSpc>
                <a:spcPct val="120000"/>
              </a:lnSpc>
              <a:spcBef>
                <a:spcPct val="20000"/>
              </a:spcBef>
              <a:spcAft>
                <a:spcPct val="0"/>
              </a:spcAft>
              <a:buClr>
                <a:schemeClr val="hlink"/>
              </a:buClr>
              <a:buFont typeface="Wingdings" pitchFamily="2" charset="2"/>
              <a:buChar char="v"/>
              <a:defRPr sz="3600" baseline="0">
                <a:solidFill>
                  <a:srgbClr val="080808"/>
                </a:solidFill>
                <a:latin typeface="+mn-lt"/>
                <a:ea typeface="黑体" pitchFamily="49" charset="-122"/>
                <a:cs typeface="+mn-cs"/>
              </a:defRPr>
            </a:lvl1pPr>
            <a:lvl2pPr marL="742950" indent="-285750" algn="l" rtl="0" eaLnBrk="1" fontAlgn="base" hangingPunct="0">
              <a:lnSpc>
                <a:spcPct val="120000"/>
              </a:lnSpc>
              <a:spcBef>
                <a:spcPct val="20000"/>
              </a:spcBef>
              <a:spcAft>
                <a:spcPct val="0"/>
              </a:spcAft>
              <a:buClr>
                <a:schemeClr val="accent1"/>
              </a:buClr>
              <a:buFont typeface="Wingdings" pitchFamily="2" charset="2"/>
              <a:buChar char="§"/>
              <a:defRPr sz="3600" baseline="0">
                <a:solidFill>
                  <a:srgbClr val="080808"/>
                </a:solidFill>
                <a:latin typeface="+mn-lt"/>
                <a:ea typeface="黑体" pitchFamily="49" charset="-122"/>
              </a:defRPr>
            </a:lvl2pPr>
            <a:lvl3pPr marL="1143000" indent="-228600" algn="l" rtl="0" eaLnBrk="1" fontAlgn="base" hangingPunct="0">
              <a:lnSpc>
                <a:spcPct val="120000"/>
              </a:lnSpc>
              <a:spcBef>
                <a:spcPct val="20000"/>
              </a:spcBef>
              <a:spcAft>
                <a:spcPct val="0"/>
              </a:spcAft>
              <a:buClr>
                <a:schemeClr val="tx1"/>
              </a:buClr>
              <a:buChar char="•"/>
              <a:defRPr sz="3200" baseline="0">
                <a:solidFill>
                  <a:srgbClr val="080808"/>
                </a:solidFill>
                <a:latin typeface="+mn-lt"/>
                <a:ea typeface="黑体" pitchFamily="49" charset="-122"/>
              </a:defRPr>
            </a:lvl3pPr>
            <a:lvl4pPr marL="1600200" indent="-228600" algn="l" rtl="0" eaLnBrk="1" fontAlgn="base" hangingPunct="0">
              <a:lnSpc>
                <a:spcPct val="120000"/>
              </a:lnSpc>
              <a:spcBef>
                <a:spcPct val="20000"/>
              </a:spcBef>
              <a:spcAft>
                <a:spcPct val="0"/>
              </a:spcAft>
              <a:buChar char="–"/>
              <a:defRPr sz="2800" baseline="0">
                <a:solidFill>
                  <a:srgbClr val="080808"/>
                </a:solidFill>
                <a:latin typeface="+mn-lt"/>
                <a:ea typeface="黑体" pitchFamily="49" charset="-122"/>
              </a:defRPr>
            </a:lvl4pPr>
            <a:lvl5pPr marL="2057400" indent="-228600" algn="l" rtl="0" eaLnBrk="1" fontAlgn="base" hangingPunct="0">
              <a:lnSpc>
                <a:spcPct val="120000"/>
              </a:lnSpc>
              <a:spcBef>
                <a:spcPct val="20000"/>
              </a:spcBef>
              <a:spcAft>
                <a:spcPct val="0"/>
              </a:spcAft>
              <a:buChar char="»"/>
              <a:defRPr sz="2800" baseline="0">
                <a:solidFill>
                  <a:srgbClr val="080808"/>
                </a:solidFill>
                <a:latin typeface="+mn-lt"/>
                <a:ea typeface="黑体" pitchFamily="49" charset="-122"/>
              </a:defRPr>
            </a:lvl5pPr>
            <a:lvl6pPr marL="2514600" indent="-228600" algn="l" rtl="0" fontAlgn="base">
              <a:lnSpc>
                <a:spcPct val="120000"/>
              </a:lnSpc>
              <a:spcBef>
                <a:spcPct val="20000"/>
              </a:spcBef>
              <a:spcAft>
                <a:spcPct val="0"/>
              </a:spcAft>
              <a:buChar char="»"/>
              <a:defRPr sz="2800">
                <a:solidFill>
                  <a:srgbClr val="080808"/>
                </a:solidFill>
                <a:latin typeface="+mn-lt"/>
                <a:ea typeface="+mn-ea"/>
              </a:defRPr>
            </a:lvl6pPr>
            <a:lvl7pPr marL="2971800" indent="-228600" algn="l" rtl="0" fontAlgn="base">
              <a:lnSpc>
                <a:spcPct val="120000"/>
              </a:lnSpc>
              <a:spcBef>
                <a:spcPct val="20000"/>
              </a:spcBef>
              <a:spcAft>
                <a:spcPct val="0"/>
              </a:spcAft>
              <a:buChar char="»"/>
              <a:defRPr sz="2800">
                <a:solidFill>
                  <a:srgbClr val="080808"/>
                </a:solidFill>
                <a:latin typeface="+mn-lt"/>
                <a:ea typeface="+mn-ea"/>
              </a:defRPr>
            </a:lvl7pPr>
            <a:lvl8pPr marL="3429000" indent="-228600" algn="l" rtl="0" fontAlgn="base">
              <a:lnSpc>
                <a:spcPct val="120000"/>
              </a:lnSpc>
              <a:spcBef>
                <a:spcPct val="20000"/>
              </a:spcBef>
              <a:spcAft>
                <a:spcPct val="0"/>
              </a:spcAft>
              <a:buChar char="»"/>
              <a:defRPr sz="2800">
                <a:solidFill>
                  <a:srgbClr val="080808"/>
                </a:solidFill>
                <a:latin typeface="+mn-lt"/>
                <a:ea typeface="+mn-ea"/>
              </a:defRPr>
            </a:lvl8pPr>
            <a:lvl9pPr marL="3886200" indent="-228600" algn="l" rtl="0" fontAlgn="base">
              <a:lnSpc>
                <a:spcPct val="120000"/>
              </a:lnSpc>
              <a:spcBef>
                <a:spcPct val="20000"/>
              </a:spcBef>
              <a:spcAft>
                <a:spcPct val="0"/>
              </a:spcAft>
              <a:buChar char="»"/>
              <a:defRPr sz="2800">
                <a:solidFill>
                  <a:srgbClr val="080808"/>
                </a:solidFill>
                <a:latin typeface="+mn-lt"/>
                <a:ea typeface="+mn-ea"/>
              </a:defRPr>
            </a:lvl9pPr>
          </a:lstStyle>
          <a:p>
            <a:pPr>
              <a:buClr>
                <a:srgbClr val="000000"/>
              </a:buClr>
              <a:buFont typeface="Arial" panose="020B0604020202020204" pitchFamily="34" charset="0"/>
              <a:buChar char="•"/>
            </a:pPr>
            <a:r>
              <a:rPr lang="en-US" altLang="zh-CN" sz="2800" b="1" kern="0" dirty="0">
                <a:latin typeface="Arial" panose="020B0604020202020204" pitchFamily="34" charset="0"/>
                <a:cs typeface="Arial" panose="020B0604020202020204" pitchFamily="34" charset="0"/>
              </a:rPr>
              <a:t>f(A,B)=XOR(A,B)= AB’+A’B</a:t>
            </a:r>
          </a:p>
        </p:txBody>
      </p:sp>
      <p:grpSp>
        <p:nvGrpSpPr>
          <p:cNvPr id="24" name="组合 23">
            <a:extLst>
              <a:ext uri="{FF2B5EF4-FFF2-40B4-BE49-F238E27FC236}">
                <a16:creationId xmlns:a16="http://schemas.microsoft.com/office/drawing/2014/main" id="{3D053E4E-04FB-1819-9DC6-FAB61AB35C29}"/>
              </a:ext>
            </a:extLst>
          </p:cNvPr>
          <p:cNvGrpSpPr/>
          <p:nvPr/>
        </p:nvGrpSpPr>
        <p:grpSpPr>
          <a:xfrm>
            <a:off x="4802785" y="2847696"/>
            <a:ext cx="3666061" cy="2481543"/>
            <a:chOff x="4946177" y="628536"/>
            <a:chExt cx="3666061" cy="2481543"/>
          </a:xfrm>
        </p:grpSpPr>
        <p:grpSp>
          <p:nvGrpSpPr>
            <p:cNvPr id="25" name="组合 24">
              <a:extLst>
                <a:ext uri="{FF2B5EF4-FFF2-40B4-BE49-F238E27FC236}">
                  <a16:creationId xmlns:a16="http://schemas.microsoft.com/office/drawing/2014/main" id="{6AE3999C-66E4-37E5-3FDF-049429C1E3FC}"/>
                </a:ext>
              </a:extLst>
            </p:cNvPr>
            <p:cNvGrpSpPr/>
            <p:nvPr/>
          </p:nvGrpSpPr>
          <p:grpSpPr>
            <a:xfrm>
              <a:off x="4964646" y="628536"/>
              <a:ext cx="2308087" cy="2195797"/>
              <a:chOff x="1883143" y="3213075"/>
              <a:chExt cx="2308087" cy="2195797"/>
            </a:xfrm>
          </p:grpSpPr>
          <p:cxnSp>
            <p:nvCxnSpPr>
              <p:cNvPr id="38" name="直线连接符 37">
                <a:extLst>
                  <a:ext uri="{FF2B5EF4-FFF2-40B4-BE49-F238E27FC236}">
                    <a16:creationId xmlns:a16="http://schemas.microsoft.com/office/drawing/2014/main" id="{D46238C4-2C64-DE99-B8F7-F811C1D85632}"/>
                  </a:ext>
                </a:extLst>
              </p:cNvPr>
              <p:cNvCxnSpPr/>
              <p:nvPr/>
            </p:nvCxnSpPr>
            <p:spPr bwMode="auto">
              <a:xfrm>
                <a:off x="2247188" y="4153726"/>
                <a:ext cx="612068" cy="0"/>
              </a:xfrm>
              <a:prstGeom prst="line">
                <a:avLst/>
              </a:prstGeom>
              <a:solidFill>
                <a:schemeClr val="accent1"/>
              </a:solidFill>
              <a:ln w="28575" cap="flat" cmpd="sng" algn="ctr">
                <a:solidFill>
                  <a:srgbClr val="3333FF"/>
                </a:solidFill>
                <a:prstDash val="solid"/>
                <a:round/>
                <a:headEnd type="none" w="med" len="med"/>
                <a:tailEnd type="none" w="med" len="med"/>
              </a:ln>
              <a:effectLst/>
            </p:spPr>
          </p:cxnSp>
          <p:sp>
            <p:nvSpPr>
              <p:cNvPr id="39" name="矩形 38">
                <a:extLst>
                  <a:ext uri="{FF2B5EF4-FFF2-40B4-BE49-F238E27FC236}">
                    <a16:creationId xmlns:a16="http://schemas.microsoft.com/office/drawing/2014/main" id="{8553402E-0233-AD1C-EDE4-A976780D01EA}"/>
                  </a:ext>
                </a:extLst>
              </p:cNvPr>
              <p:cNvSpPr/>
              <p:nvPr/>
            </p:nvSpPr>
            <p:spPr bwMode="auto">
              <a:xfrm>
                <a:off x="2878145" y="3858602"/>
                <a:ext cx="701017" cy="571492"/>
              </a:xfrm>
              <a:prstGeom prst="rect">
                <a:avLst/>
              </a:prstGeom>
              <a:noFill/>
              <a:ln w="28575" cap="flat" cmpd="sng" algn="ctr">
                <a:solidFill>
                  <a:srgbClr val="3333FF"/>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3333FF"/>
                    </a:solidFill>
                    <a:effectLst/>
                    <a:latin typeface="Arial" charset="0"/>
                  </a:rPr>
                  <a:t>TG</a:t>
                </a:r>
                <a:endParaRPr kumimoji="0" lang="zh-CN" altLang="en-US" sz="2000" b="1" i="0" u="none" strike="noStrike" cap="none" normalizeH="0" baseline="0" dirty="0">
                  <a:ln>
                    <a:noFill/>
                  </a:ln>
                  <a:solidFill>
                    <a:srgbClr val="3333FF"/>
                  </a:solidFill>
                  <a:effectLst/>
                  <a:latin typeface="Arial" charset="0"/>
                </a:endParaRPr>
              </a:p>
            </p:txBody>
          </p:sp>
          <p:sp>
            <p:nvSpPr>
              <p:cNvPr id="40" name="文本框 39">
                <a:extLst>
                  <a:ext uri="{FF2B5EF4-FFF2-40B4-BE49-F238E27FC236}">
                    <a16:creationId xmlns:a16="http://schemas.microsoft.com/office/drawing/2014/main" id="{053D8EF0-38CE-8235-B9FF-557C37EDBBF6}"/>
                  </a:ext>
                </a:extLst>
              </p:cNvPr>
              <p:cNvSpPr txBox="1"/>
              <p:nvPr/>
            </p:nvSpPr>
            <p:spPr>
              <a:xfrm>
                <a:off x="3024911" y="3213075"/>
                <a:ext cx="492443" cy="461665"/>
              </a:xfrm>
              <a:prstGeom prst="rect">
                <a:avLst/>
              </a:prstGeom>
              <a:noFill/>
              <a:ln>
                <a:noFill/>
              </a:ln>
            </p:spPr>
            <p:txBody>
              <a:bodyPr wrap="none" rtlCol="0">
                <a:spAutoFit/>
              </a:bodyPr>
              <a:lstStyle/>
              <a:p>
                <a:r>
                  <a:rPr kumimoji="1" lang="en-US" altLang="zh-CN" sz="2400" b="1" dirty="0">
                    <a:solidFill>
                      <a:srgbClr val="3333FF"/>
                    </a:solidFill>
                  </a:rPr>
                  <a:t>B’</a:t>
                </a:r>
                <a:endParaRPr kumimoji="1" lang="zh-CN" altLang="en-US" sz="2400" b="1" baseline="-25000" dirty="0">
                  <a:solidFill>
                    <a:srgbClr val="3333FF"/>
                  </a:solidFill>
                </a:endParaRPr>
              </a:p>
            </p:txBody>
          </p:sp>
          <p:cxnSp>
            <p:nvCxnSpPr>
              <p:cNvPr id="41" name="直线连接符 40">
                <a:extLst>
                  <a:ext uri="{FF2B5EF4-FFF2-40B4-BE49-F238E27FC236}">
                    <a16:creationId xmlns:a16="http://schemas.microsoft.com/office/drawing/2014/main" id="{F5A8C59C-CAC3-24DA-FCB4-C4BDEB23E6DE}"/>
                  </a:ext>
                </a:extLst>
              </p:cNvPr>
              <p:cNvCxnSpPr/>
              <p:nvPr/>
            </p:nvCxnSpPr>
            <p:spPr bwMode="auto">
              <a:xfrm>
                <a:off x="3579162" y="4144348"/>
                <a:ext cx="612068" cy="0"/>
              </a:xfrm>
              <a:prstGeom prst="line">
                <a:avLst/>
              </a:prstGeom>
              <a:solidFill>
                <a:schemeClr val="accent1"/>
              </a:solidFill>
              <a:ln w="28575" cap="flat" cmpd="sng" algn="ctr">
                <a:solidFill>
                  <a:srgbClr val="3333FF"/>
                </a:solidFill>
                <a:prstDash val="solid"/>
                <a:round/>
                <a:headEnd type="none" w="med" len="med"/>
                <a:tailEnd type="none" w="med" len="med"/>
              </a:ln>
              <a:effectLst/>
            </p:spPr>
          </p:cxnSp>
          <p:cxnSp>
            <p:nvCxnSpPr>
              <p:cNvPr id="42" name="直线连接符 41">
                <a:extLst>
                  <a:ext uri="{FF2B5EF4-FFF2-40B4-BE49-F238E27FC236}">
                    <a16:creationId xmlns:a16="http://schemas.microsoft.com/office/drawing/2014/main" id="{CB5AAA8A-8823-0510-4EC7-ECA5695071E3}"/>
                  </a:ext>
                </a:extLst>
              </p:cNvPr>
              <p:cNvCxnSpPr>
                <a:cxnSpLocks/>
              </p:cNvCxnSpPr>
              <p:nvPr/>
            </p:nvCxnSpPr>
            <p:spPr bwMode="auto">
              <a:xfrm>
                <a:off x="3218180" y="3674740"/>
                <a:ext cx="1" cy="183862"/>
              </a:xfrm>
              <a:prstGeom prst="line">
                <a:avLst/>
              </a:prstGeom>
              <a:solidFill>
                <a:schemeClr val="accent1"/>
              </a:solidFill>
              <a:ln w="28575" cap="flat" cmpd="sng" algn="ctr">
                <a:solidFill>
                  <a:srgbClr val="3333FF"/>
                </a:solidFill>
                <a:prstDash val="solid"/>
                <a:round/>
                <a:headEnd type="none" w="med" len="med"/>
                <a:tailEnd type="none" w="med" len="med"/>
              </a:ln>
              <a:effectLst/>
            </p:spPr>
          </p:cxnSp>
          <p:sp>
            <p:nvSpPr>
              <p:cNvPr id="43" name="文本框 42">
                <a:extLst>
                  <a:ext uri="{FF2B5EF4-FFF2-40B4-BE49-F238E27FC236}">
                    <a16:creationId xmlns:a16="http://schemas.microsoft.com/office/drawing/2014/main" id="{2195DC98-5B97-1197-DACD-20525DB8E547}"/>
                  </a:ext>
                </a:extLst>
              </p:cNvPr>
              <p:cNvSpPr txBox="1"/>
              <p:nvPr/>
            </p:nvSpPr>
            <p:spPr>
              <a:xfrm>
                <a:off x="1883143" y="3913515"/>
                <a:ext cx="407484" cy="461665"/>
              </a:xfrm>
              <a:prstGeom prst="rect">
                <a:avLst/>
              </a:prstGeom>
              <a:noFill/>
              <a:ln>
                <a:noFill/>
              </a:ln>
            </p:spPr>
            <p:txBody>
              <a:bodyPr wrap="none" rtlCol="0">
                <a:spAutoFit/>
              </a:bodyPr>
              <a:lstStyle/>
              <a:p>
                <a:r>
                  <a:rPr kumimoji="1" lang="en-US" altLang="zh-CN" sz="2400" b="1" dirty="0">
                    <a:solidFill>
                      <a:srgbClr val="3333FF"/>
                    </a:solidFill>
                  </a:rPr>
                  <a:t>A</a:t>
                </a:r>
                <a:endParaRPr kumimoji="1" lang="zh-CN" altLang="en-US" sz="2400" b="1" baseline="-25000" dirty="0">
                  <a:solidFill>
                    <a:srgbClr val="3333FF"/>
                  </a:solidFill>
                </a:endParaRPr>
              </a:p>
            </p:txBody>
          </p:sp>
          <p:cxnSp>
            <p:nvCxnSpPr>
              <p:cNvPr id="44" name="直线连接符 43">
                <a:extLst>
                  <a:ext uri="{FF2B5EF4-FFF2-40B4-BE49-F238E27FC236}">
                    <a16:creationId xmlns:a16="http://schemas.microsoft.com/office/drawing/2014/main" id="{FE79BA7E-4250-782F-10E5-B62DC4E72308}"/>
                  </a:ext>
                </a:extLst>
              </p:cNvPr>
              <p:cNvCxnSpPr>
                <a:cxnSpLocks/>
              </p:cNvCxnSpPr>
              <p:nvPr/>
            </p:nvCxnSpPr>
            <p:spPr bwMode="auto">
              <a:xfrm>
                <a:off x="4190201" y="4144347"/>
                <a:ext cx="0" cy="1264525"/>
              </a:xfrm>
              <a:prstGeom prst="line">
                <a:avLst/>
              </a:prstGeom>
              <a:solidFill>
                <a:schemeClr val="accent1"/>
              </a:solidFill>
              <a:ln w="28575" cap="flat" cmpd="sng" algn="ctr">
                <a:solidFill>
                  <a:srgbClr val="3333FF"/>
                </a:solidFill>
                <a:prstDash val="solid"/>
                <a:round/>
                <a:headEnd type="none" w="med" len="med"/>
                <a:tailEnd type="none" w="med" len="med"/>
              </a:ln>
              <a:effectLst/>
            </p:spPr>
          </p:cxnSp>
        </p:grpSp>
        <p:grpSp>
          <p:nvGrpSpPr>
            <p:cNvPr id="27" name="组合 26">
              <a:extLst>
                <a:ext uri="{FF2B5EF4-FFF2-40B4-BE49-F238E27FC236}">
                  <a16:creationId xmlns:a16="http://schemas.microsoft.com/office/drawing/2014/main" id="{5EB8FDF0-0E2D-359A-A5FA-A61B0E9C6768}"/>
                </a:ext>
              </a:extLst>
            </p:cNvPr>
            <p:cNvGrpSpPr/>
            <p:nvPr/>
          </p:nvGrpSpPr>
          <p:grpSpPr>
            <a:xfrm>
              <a:off x="4946177" y="1893060"/>
              <a:ext cx="2325527" cy="1217019"/>
              <a:chOff x="1865703" y="3213075"/>
              <a:chExt cx="2325527" cy="1217019"/>
            </a:xfrm>
          </p:grpSpPr>
          <p:cxnSp>
            <p:nvCxnSpPr>
              <p:cNvPr id="32" name="直线连接符 31">
                <a:extLst>
                  <a:ext uri="{FF2B5EF4-FFF2-40B4-BE49-F238E27FC236}">
                    <a16:creationId xmlns:a16="http://schemas.microsoft.com/office/drawing/2014/main" id="{29295B56-0271-CCB3-76D7-82061EB131DB}"/>
                  </a:ext>
                </a:extLst>
              </p:cNvPr>
              <p:cNvCxnSpPr/>
              <p:nvPr/>
            </p:nvCxnSpPr>
            <p:spPr bwMode="auto">
              <a:xfrm>
                <a:off x="2247188" y="4153726"/>
                <a:ext cx="612068" cy="0"/>
              </a:xfrm>
              <a:prstGeom prst="line">
                <a:avLst/>
              </a:prstGeom>
              <a:solidFill>
                <a:schemeClr val="accent1"/>
              </a:solidFill>
              <a:ln w="28575" cap="flat" cmpd="sng" algn="ctr">
                <a:solidFill>
                  <a:srgbClr val="3333FF"/>
                </a:solidFill>
                <a:prstDash val="solid"/>
                <a:round/>
                <a:headEnd type="none" w="med" len="med"/>
                <a:tailEnd type="none" w="med" len="med"/>
              </a:ln>
              <a:effectLst/>
            </p:spPr>
          </p:cxnSp>
          <p:sp>
            <p:nvSpPr>
              <p:cNvPr id="33" name="矩形 32">
                <a:extLst>
                  <a:ext uri="{FF2B5EF4-FFF2-40B4-BE49-F238E27FC236}">
                    <a16:creationId xmlns:a16="http://schemas.microsoft.com/office/drawing/2014/main" id="{A584EE3D-4B91-75A1-EB09-0AD40B190FFC}"/>
                  </a:ext>
                </a:extLst>
              </p:cNvPr>
              <p:cNvSpPr/>
              <p:nvPr/>
            </p:nvSpPr>
            <p:spPr bwMode="auto">
              <a:xfrm>
                <a:off x="2878145" y="3858602"/>
                <a:ext cx="701017" cy="571492"/>
              </a:xfrm>
              <a:prstGeom prst="rect">
                <a:avLst/>
              </a:prstGeom>
              <a:noFill/>
              <a:ln w="28575" cap="flat" cmpd="sng" algn="ctr">
                <a:solidFill>
                  <a:srgbClr val="3333FF"/>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3333FF"/>
                    </a:solidFill>
                    <a:effectLst/>
                    <a:latin typeface="Arial" charset="0"/>
                  </a:rPr>
                  <a:t>TG</a:t>
                </a:r>
                <a:endParaRPr kumimoji="0" lang="zh-CN" altLang="en-US" sz="2000" b="1" i="0" u="none" strike="noStrike" cap="none" normalizeH="0" baseline="0" dirty="0">
                  <a:ln>
                    <a:noFill/>
                  </a:ln>
                  <a:solidFill>
                    <a:srgbClr val="3333FF"/>
                  </a:solidFill>
                  <a:effectLst/>
                  <a:latin typeface="Arial" charset="0"/>
                </a:endParaRPr>
              </a:p>
            </p:txBody>
          </p:sp>
          <p:sp>
            <p:nvSpPr>
              <p:cNvPr id="34" name="文本框 33">
                <a:extLst>
                  <a:ext uri="{FF2B5EF4-FFF2-40B4-BE49-F238E27FC236}">
                    <a16:creationId xmlns:a16="http://schemas.microsoft.com/office/drawing/2014/main" id="{B75890EF-E286-64E4-0089-58C807BA641F}"/>
                  </a:ext>
                </a:extLst>
              </p:cNvPr>
              <p:cNvSpPr txBox="1"/>
              <p:nvPr/>
            </p:nvSpPr>
            <p:spPr>
              <a:xfrm>
                <a:off x="3024911" y="3213075"/>
                <a:ext cx="407484" cy="461665"/>
              </a:xfrm>
              <a:prstGeom prst="rect">
                <a:avLst/>
              </a:prstGeom>
              <a:noFill/>
              <a:ln>
                <a:noFill/>
              </a:ln>
            </p:spPr>
            <p:txBody>
              <a:bodyPr wrap="none" rtlCol="0">
                <a:spAutoFit/>
              </a:bodyPr>
              <a:lstStyle/>
              <a:p>
                <a:r>
                  <a:rPr kumimoji="1" lang="en-US" altLang="zh-CN" sz="2400" b="1" dirty="0">
                    <a:solidFill>
                      <a:srgbClr val="3333FF"/>
                    </a:solidFill>
                  </a:rPr>
                  <a:t>B</a:t>
                </a:r>
                <a:endParaRPr kumimoji="1" lang="zh-CN" altLang="en-US" sz="2400" b="1" dirty="0">
                  <a:solidFill>
                    <a:srgbClr val="3333FF"/>
                  </a:solidFill>
                </a:endParaRPr>
              </a:p>
            </p:txBody>
          </p:sp>
          <p:cxnSp>
            <p:nvCxnSpPr>
              <p:cNvPr id="35" name="直线连接符 34">
                <a:extLst>
                  <a:ext uri="{FF2B5EF4-FFF2-40B4-BE49-F238E27FC236}">
                    <a16:creationId xmlns:a16="http://schemas.microsoft.com/office/drawing/2014/main" id="{C530065A-BCD9-FBDF-F52A-F8A7623A81F8}"/>
                  </a:ext>
                </a:extLst>
              </p:cNvPr>
              <p:cNvCxnSpPr/>
              <p:nvPr/>
            </p:nvCxnSpPr>
            <p:spPr bwMode="auto">
              <a:xfrm>
                <a:off x="3579162" y="4144348"/>
                <a:ext cx="612068" cy="0"/>
              </a:xfrm>
              <a:prstGeom prst="line">
                <a:avLst/>
              </a:prstGeom>
              <a:solidFill>
                <a:schemeClr val="accent1"/>
              </a:solidFill>
              <a:ln w="28575" cap="flat" cmpd="sng" algn="ctr">
                <a:solidFill>
                  <a:srgbClr val="3333FF"/>
                </a:solidFill>
                <a:prstDash val="solid"/>
                <a:round/>
                <a:headEnd type="none" w="med" len="med"/>
                <a:tailEnd type="none" w="med" len="med"/>
              </a:ln>
              <a:effectLst/>
            </p:spPr>
          </p:cxnSp>
          <p:cxnSp>
            <p:nvCxnSpPr>
              <p:cNvPr id="36" name="直线连接符 35">
                <a:extLst>
                  <a:ext uri="{FF2B5EF4-FFF2-40B4-BE49-F238E27FC236}">
                    <a16:creationId xmlns:a16="http://schemas.microsoft.com/office/drawing/2014/main" id="{B48918AF-29BA-8259-4088-D1D531EC5E1D}"/>
                  </a:ext>
                </a:extLst>
              </p:cNvPr>
              <p:cNvCxnSpPr>
                <a:cxnSpLocks/>
              </p:cNvCxnSpPr>
              <p:nvPr/>
            </p:nvCxnSpPr>
            <p:spPr bwMode="auto">
              <a:xfrm>
                <a:off x="3218180" y="3674740"/>
                <a:ext cx="1" cy="183862"/>
              </a:xfrm>
              <a:prstGeom prst="line">
                <a:avLst/>
              </a:prstGeom>
              <a:solidFill>
                <a:schemeClr val="accent1"/>
              </a:solidFill>
              <a:ln w="28575" cap="flat" cmpd="sng" algn="ctr">
                <a:solidFill>
                  <a:srgbClr val="3333FF"/>
                </a:solidFill>
                <a:prstDash val="solid"/>
                <a:round/>
                <a:headEnd type="none" w="med" len="med"/>
                <a:tailEnd type="none" w="med" len="med"/>
              </a:ln>
              <a:effectLst/>
            </p:spPr>
          </p:cxnSp>
          <p:sp>
            <p:nvSpPr>
              <p:cNvPr id="37" name="文本框 36">
                <a:extLst>
                  <a:ext uri="{FF2B5EF4-FFF2-40B4-BE49-F238E27FC236}">
                    <a16:creationId xmlns:a16="http://schemas.microsoft.com/office/drawing/2014/main" id="{D56F33EC-C141-C791-51A6-9EB79D99CDCF}"/>
                  </a:ext>
                </a:extLst>
              </p:cNvPr>
              <p:cNvSpPr txBox="1"/>
              <p:nvPr/>
            </p:nvSpPr>
            <p:spPr>
              <a:xfrm>
                <a:off x="1865703" y="3920252"/>
                <a:ext cx="481222" cy="461665"/>
              </a:xfrm>
              <a:prstGeom prst="rect">
                <a:avLst/>
              </a:prstGeom>
              <a:noFill/>
              <a:ln>
                <a:noFill/>
              </a:ln>
            </p:spPr>
            <p:txBody>
              <a:bodyPr wrap="none" rtlCol="0">
                <a:spAutoFit/>
              </a:bodyPr>
              <a:lstStyle/>
              <a:p>
                <a:r>
                  <a:rPr kumimoji="1" lang="en-US" altLang="zh-CN" sz="2400" b="1" dirty="0">
                    <a:solidFill>
                      <a:srgbClr val="3333FF"/>
                    </a:solidFill>
                  </a:rPr>
                  <a:t>A’</a:t>
                </a:r>
                <a:endParaRPr kumimoji="1" lang="zh-CN" altLang="en-US" sz="2400" b="1" dirty="0">
                  <a:solidFill>
                    <a:srgbClr val="3333FF"/>
                  </a:solidFill>
                </a:endParaRPr>
              </a:p>
            </p:txBody>
          </p:sp>
        </p:grpSp>
        <p:cxnSp>
          <p:nvCxnSpPr>
            <p:cNvPr id="28" name="直线连接符 27">
              <a:extLst>
                <a:ext uri="{FF2B5EF4-FFF2-40B4-BE49-F238E27FC236}">
                  <a16:creationId xmlns:a16="http://schemas.microsoft.com/office/drawing/2014/main" id="{86DD53CA-725C-D652-009F-374A46EA5C13}"/>
                </a:ext>
              </a:extLst>
            </p:cNvPr>
            <p:cNvCxnSpPr>
              <a:cxnSpLocks/>
            </p:cNvCxnSpPr>
            <p:nvPr/>
          </p:nvCxnSpPr>
          <p:spPr bwMode="auto">
            <a:xfrm>
              <a:off x="7271704" y="2192070"/>
              <a:ext cx="287952" cy="0"/>
            </a:xfrm>
            <a:prstGeom prst="line">
              <a:avLst/>
            </a:prstGeom>
            <a:solidFill>
              <a:schemeClr val="accent1"/>
            </a:solidFill>
            <a:ln w="28575" cap="flat" cmpd="sng" algn="ctr">
              <a:solidFill>
                <a:srgbClr val="3333FF"/>
              </a:solidFill>
              <a:prstDash val="solid"/>
              <a:round/>
              <a:headEnd type="none" w="med" len="med"/>
              <a:tailEnd type="none" w="med" len="med"/>
            </a:ln>
            <a:effectLst/>
          </p:spPr>
        </p:cxnSp>
        <p:sp>
          <p:nvSpPr>
            <p:cNvPr id="31" name="文本框 30">
              <a:extLst>
                <a:ext uri="{FF2B5EF4-FFF2-40B4-BE49-F238E27FC236}">
                  <a16:creationId xmlns:a16="http://schemas.microsoft.com/office/drawing/2014/main" id="{91C1A3BA-47CA-1C48-2651-2506A3B5F92C}"/>
                </a:ext>
              </a:extLst>
            </p:cNvPr>
            <p:cNvSpPr txBox="1"/>
            <p:nvPr/>
          </p:nvSpPr>
          <p:spPr>
            <a:xfrm>
              <a:off x="7589201" y="1984991"/>
              <a:ext cx="1023037" cy="461665"/>
            </a:xfrm>
            <a:prstGeom prst="rect">
              <a:avLst/>
            </a:prstGeom>
            <a:noFill/>
            <a:ln>
              <a:noFill/>
            </a:ln>
          </p:spPr>
          <p:txBody>
            <a:bodyPr wrap="none" rtlCol="0">
              <a:spAutoFit/>
            </a:bodyPr>
            <a:lstStyle/>
            <a:p>
              <a:r>
                <a:rPr kumimoji="1" lang="en-US" altLang="zh-CN" sz="2400" b="1" dirty="0">
                  <a:solidFill>
                    <a:srgbClr val="3333FF"/>
                  </a:solidFill>
                </a:rPr>
                <a:t>f(A,B)</a:t>
              </a:r>
              <a:endParaRPr kumimoji="1" lang="zh-CN" altLang="en-US" sz="2400" b="1" dirty="0">
                <a:solidFill>
                  <a:srgbClr val="3333FF"/>
                </a:solidFill>
              </a:endParaRPr>
            </a:p>
          </p:txBody>
        </p:sp>
      </p:grpSp>
      <p:sp>
        <p:nvSpPr>
          <p:cNvPr id="46" name="灯片编号占位符 6">
            <a:extLst>
              <a:ext uri="{FF2B5EF4-FFF2-40B4-BE49-F238E27FC236}">
                <a16:creationId xmlns:a16="http://schemas.microsoft.com/office/drawing/2014/main" id="{271D6277-42B6-794F-91F6-7E743160F180}"/>
              </a:ext>
            </a:extLst>
          </p:cNvPr>
          <p:cNvSpPr txBox="1">
            <a:spLocks/>
          </p:cNvSpPr>
          <p:nvPr/>
        </p:nvSpPr>
        <p:spPr bwMode="auto">
          <a:xfrm>
            <a:off x="6553200" y="6265860"/>
            <a:ext cx="213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4600" b="1" kern="1200">
                <a:solidFill>
                  <a:srgbClr val="FF3300"/>
                </a:solidFill>
                <a:latin typeface="Garamond" pitchFamily="18" charset="0"/>
                <a:ea typeface="宋体" charset="-122"/>
                <a:cs typeface="+mn-cs"/>
              </a:defRPr>
            </a:lvl1pPr>
            <a:lvl2pPr marL="742950" indent="-28575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2pPr>
            <a:lvl3pPr marL="11430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3pPr>
            <a:lvl4pPr marL="16002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4pPr>
            <a:lvl5pPr marL="20574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5pPr>
            <a:lvl6pPr marL="25146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6pPr>
            <a:lvl7pPr marL="29718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7pPr>
            <a:lvl8pPr marL="34290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8pPr>
            <a:lvl9pPr marL="38862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9pPr>
          </a:lstStyle>
          <a:p>
            <a:pPr eaLnBrk="1" hangingPunct="1"/>
            <a:fld id="{CCE6D788-BCB5-407E-9DED-68D155892338}" type="slidenum">
              <a:rPr lang="en-US" altLang="zh-CN" sz="1400" smtClean="0">
                <a:solidFill>
                  <a:schemeClr val="tx1"/>
                </a:solidFill>
                <a:latin typeface="+mn-lt"/>
              </a:rPr>
              <a:pPr eaLnBrk="1" hangingPunct="1"/>
              <a:t>15</a:t>
            </a:fld>
            <a:endParaRPr lang="en-US" altLang="zh-CN" sz="1400" dirty="0">
              <a:solidFill>
                <a:schemeClr val="tx1"/>
              </a:solidFill>
              <a:latin typeface="+mn-lt"/>
            </a:endParaRPr>
          </a:p>
        </p:txBody>
      </p:sp>
      <p:grpSp>
        <p:nvGrpSpPr>
          <p:cNvPr id="7" name="组合 6">
            <a:extLst>
              <a:ext uri="{FF2B5EF4-FFF2-40B4-BE49-F238E27FC236}">
                <a16:creationId xmlns:a16="http://schemas.microsoft.com/office/drawing/2014/main" id="{32A9709F-F2AE-1B56-7131-1FB1ABE0260D}"/>
              </a:ext>
            </a:extLst>
          </p:cNvPr>
          <p:cNvGrpSpPr/>
          <p:nvPr/>
        </p:nvGrpSpPr>
        <p:grpSpPr>
          <a:xfrm>
            <a:off x="327285" y="5111165"/>
            <a:ext cx="4136699" cy="1346449"/>
            <a:chOff x="327285" y="5111165"/>
            <a:chExt cx="4136699" cy="1346449"/>
          </a:xfrm>
        </p:grpSpPr>
        <p:sp>
          <p:nvSpPr>
            <p:cNvPr id="5" name="文本框 4">
              <a:extLst>
                <a:ext uri="{FF2B5EF4-FFF2-40B4-BE49-F238E27FC236}">
                  <a16:creationId xmlns:a16="http://schemas.microsoft.com/office/drawing/2014/main" id="{5D38A7CE-F025-3E9A-A490-2BB54435865B}"/>
                </a:ext>
              </a:extLst>
            </p:cNvPr>
            <p:cNvSpPr txBox="1"/>
            <p:nvPr/>
          </p:nvSpPr>
          <p:spPr>
            <a:xfrm>
              <a:off x="327285" y="5111165"/>
              <a:ext cx="4136699" cy="369332"/>
            </a:xfrm>
            <a:prstGeom prst="rect">
              <a:avLst/>
            </a:prstGeom>
            <a:noFill/>
          </p:spPr>
          <p:txBody>
            <a:bodyPr wrap="square" rtlCol="0">
              <a:spAutoFit/>
            </a:bodyPr>
            <a:lstStyle/>
            <a:p>
              <a:pPr algn="ctr"/>
              <a:r>
                <a:rPr kumimoji="1" lang="en-US" altLang="zh-CN" dirty="0">
                  <a:solidFill>
                    <a:srgbClr val="FF0000"/>
                  </a:solidFill>
                </a:rPr>
                <a:t>Quiz: Can you swap A</a:t>
              </a:r>
              <a:r>
                <a:rPr kumimoji="1" lang="en-US" altLang="zh-CN" dirty="0">
                  <a:solidFill>
                    <a:srgbClr val="FF0000"/>
                  </a:solidFill>
                  <a:sym typeface="Wingdings" pitchFamily="2" charset="2"/>
                </a:rPr>
                <a:t>B, </a:t>
              </a:r>
              <a:r>
                <a:rPr kumimoji="1" lang="en-US" altLang="zh-CN" dirty="0">
                  <a:solidFill>
                    <a:srgbClr val="FF0000"/>
                  </a:solidFill>
                </a:rPr>
                <a:t>A’</a:t>
              </a:r>
              <a:r>
                <a:rPr kumimoji="1" lang="en-US" altLang="zh-CN" dirty="0">
                  <a:solidFill>
                    <a:srgbClr val="FF0000"/>
                  </a:solidFill>
                  <a:sym typeface="Wingdings" pitchFamily="2" charset="2"/>
                </a:rPr>
                <a:t>C?</a:t>
              </a:r>
              <a:endParaRPr kumimoji="1" lang="zh-CN" altLang="en-US" dirty="0">
                <a:solidFill>
                  <a:srgbClr val="FF0000"/>
                </a:solidFill>
              </a:endParaRPr>
            </a:p>
          </p:txBody>
        </p:sp>
        <p:sp>
          <p:nvSpPr>
            <p:cNvPr id="6" name="文本框 5">
              <a:extLst>
                <a:ext uri="{FF2B5EF4-FFF2-40B4-BE49-F238E27FC236}">
                  <a16:creationId xmlns:a16="http://schemas.microsoft.com/office/drawing/2014/main" id="{9FBFC16A-C8E6-0744-CD71-EF0CE55156FC}"/>
                </a:ext>
              </a:extLst>
            </p:cNvPr>
            <p:cNvSpPr txBox="1"/>
            <p:nvPr/>
          </p:nvSpPr>
          <p:spPr>
            <a:xfrm>
              <a:off x="373285" y="5534284"/>
              <a:ext cx="4044697" cy="923330"/>
            </a:xfrm>
            <a:prstGeom prst="rect">
              <a:avLst/>
            </a:prstGeom>
            <a:noFill/>
          </p:spPr>
          <p:txBody>
            <a:bodyPr wrap="none" rtlCol="0">
              <a:spAutoFit/>
            </a:bodyPr>
            <a:lstStyle/>
            <a:p>
              <a:r>
                <a:rPr kumimoji="1" lang="en-US" altLang="zh-CN" dirty="0">
                  <a:solidFill>
                    <a:srgbClr val="FF0000"/>
                  </a:solidFill>
                </a:rPr>
                <a:t>No! Please ensure that</a:t>
              </a:r>
            </a:p>
            <a:p>
              <a:pPr marL="342900" indent="-342900">
                <a:buAutoNum type="arabicParenBoth"/>
              </a:pPr>
              <a:r>
                <a:rPr kumimoji="1" lang="en-US" altLang="zh-CN" dirty="0">
                  <a:solidFill>
                    <a:srgbClr val="FF0000"/>
                  </a:solidFill>
                </a:rPr>
                <a:t>The output is not floating;</a:t>
              </a:r>
            </a:p>
            <a:p>
              <a:pPr marL="342900" indent="-342900">
                <a:buAutoNum type="arabicParenBoth"/>
              </a:pPr>
              <a:r>
                <a:rPr kumimoji="1" lang="en-US" altLang="zh-CN" dirty="0">
                  <a:solidFill>
                    <a:srgbClr val="FF0000"/>
                  </a:solidFill>
                </a:rPr>
                <a:t>The output has no driving conflict;</a:t>
              </a:r>
              <a:endParaRPr kumimoji="1" lang="zh-CN" altLang="en-US" dirty="0">
                <a:solidFill>
                  <a:srgbClr val="FF0000"/>
                </a:solidFill>
              </a:endParaRPr>
            </a:p>
          </p:txBody>
        </p:sp>
      </p:grpSp>
      <mc:AlternateContent xmlns:mc="http://schemas.openxmlformats.org/markup-compatibility/2006" xmlns:p14="http://schemas.microsoft.com/office/powerpoint/2010/main">
        <mc:Choice Requires="p14">
          <p:contentPart p14:bwMode="auto" r:id="rId3">
            <p14:nvContentPartPr>
              <p14:cNvPr id="8" name="墨迹 7">
                <a:extLst>
                  <a:ext uri="{FF2B5EF4-FFF2-40B4-BE49-F238E27FC236}">
                    <a16:creationId xmlns:a16="http://schemas.microsoft.com/office/drawing/2014/main" id="{68A141A3-32E8-4C04-9AAC-4CD090383149}"/>
                  </a:ext>
                </a:extLst>
              </p14:cNvPr>
              <p14:cNvContentPartPr/>
              <p14:nvPr/>
            </p14:nvContentPartPr>
            <p14:xfrm>
              <a:off x="426240" y="2160360"/>
              <a:ext cx="1828440" cy="2579400"/>
            </p14:xfrm>
          </p:contentPart>
        </mc:Choice>
        <mc:Fallback xmlns="">
          <p:pic>
            <p:nvPicPr>
              <p:cNvPr id="8" name="墨迹 7">
                <a:extLst>
                  <a:ext uri="{FF2B5EF4-FFF2-40B4-BE49-F238E27FC236}">
                    <a16:creationId xmlns:a16="http://schemas.microsoft.com/office/drawing/2014/main" id="{68A141A3-32E8-4C04-9AAC-4CD090383149}"/>
                  </a:ext>
                </a:extLst>
              </p:cNvPr>
              <p:cNvPicPr/>
              <p:nvPr/>
            </p:nvPicPr>
            <p:blipFill>
              <a:blip r:embed="rId4"/>
              <a:stretch>
                <a:fillRect/>
              </a:stretch>
            </p:blipFill>
            <p:spPr>
              <a:xfrm>
                <a:off x="416880" y="2151000"/>
                <a:ext cx="1847160" cy="2598120"/>
              </a:xfrm>
              <a:prstGeom prst="rect">
                <a:avLst/>
              </a:prstGeom>
            </p:spPr>
          </p:pic>
        </mc:Fallback>
      </mc:AlternateContent>
    </p:spTree>
    <p:extLst>
      <p:ext uri="{BB962C8B-B14F-4D97-AF65-F5344CB8AC3E}">
        <p14:creationId xmlns:p14="http://schemas.microsoft.com/office/powerpoint/2010/main" val="1813804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dirty="0"/>
              <a:t>Transmission gate</a:t>
            </a:r>
            <a:endParaRPr lang="zh-CN" altLang="en-US" sz="3600" dirty="0"/>
          </a:p>
        </p:txBody>
      </p:sp>
      <p:sp>
        <p:nvSpPr>
          <p:cNvPr id="3" name="内容占位符 2"/>
          <p:cNvSpPr>
            <a:spLocks noGrp="1"/>
          </p:cNvSpPr>
          <p:nvPr>
            <p:ph idx="1"/>
          </p:nvPr>
        </p:nvSpPr>
        <p:spPr>
          <a:xfrm>
            <a:off x="473790" y="1528762"/>
            <a:ext cx="4742641" cy="4716463"/>
          </a:xfrm>
        </p:spPr>
        <p:txBody>
          <a:bodyPr/>
          <a:lstStyle/>
          <a:p>
            <a:r>
              <a:rPr lang="en-US" altLang="zh-CN" sz="2800" dirty="0">
                <a:latin typeface="Arial" panose="020B0604020202020204" pitchFamily="34" charset="0"/>
                <a:cs typeface="Arial" panose="020B0604020202020204" pitchFamily="34" charset="0"/>
              </a:rPr>
              <a:t>f(A,B)= AB</a:t>
            </a:r>
          </a:p>
          <a:p>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Is there a problem?</a:t>
            </a:r>
          </a:p>
        </p:txBody>
      </p:sp>
      <p:sp>
        <p:nvSpPr>
          <p:cNvPr id="46" name="灯片编号占位符 6">
            <a:extLst>
              <a:ext uri="{FF2B5EF4-FFF2-40B4-BE49-F238E27FC236}">
                <a16:creationId xmlns:a16="http://schemas.microsoft.com/office/drawing/2014/main" id="{271D6277-42B6-794F-91F6-7E743160F180}"/>
              </a:ext>
            </a:extLst>
          </p:cNvPr>
          <p:cNvSpPr txBox="1">
            <a:spLocks/>
          </p:cNvSpPr>
          <p:nvPr/>
        </p:nvSpPr>
        <p:spPr bwMode="auto">
          <a:xfrm>
            <a:off x="6553200" y="6265860"/>
            <a:ext cx="213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4600" b="1" kern="1200">
                <a:solidFill>
                  <a:srgbClr val="FF3300"/>
                </a:solidFill>
                <a:latin typeface="Garamond" pitchFamily="18" charset="0"/>
                <a:ea typeface="宋体" charset="-122"/>
                <a:cs typeface="+mn-cs"/>
              </a:defRPr>
            </a:lvl1pPr>
            <a:lvl2pPr marL="742950" indent="-28575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2pPr>
            <a:lvl3pPr marL="11430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3pPr>
            <a:lvl4pPr marL="16002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4pPr>
            <a:lvl5pPr marL="20574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5pPr>
            <a:lvl6pPr marL="25146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6pPr>
            <a:lvl7pPr marL="29718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7pPr>
            <a:lvl8pPr marL="34290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8pPr>
            <a:lvl9pPr marL="38862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9pPr>
          </a:lstStyle>
          <a:p>
            <a:pPr eaLnBrk="1" hangingPunct="1"/>
            <a:fld id="{CCE6D788-BCB5-407E-9DED-68D155892338}" type="slidenum">
              <a:rPr lang="en-US" altLang="zh-CN" sz="1400" smtClean="0">
                <a:solidFill>
                  <a:schemeClr val="tx1"/>
                </a:solidFill>
                <a:latin typeface="+mn-lt"/>
              </a:rPr>
              <a:pPr eaLnBrk="1" hangingPunct="1"/>
              <a:t>16</a:t>
            </a:fld>
            <a:endParaRPr lang="en-US" altLang="zh-CN" sz="1400" dirty="0">
              <a:solidFill>
                <a:schemeClr val="tx1"/>
              </a:solidFill>
              <a:latin typeface="+mn-lt"/>
            </a:endParaRPr>
          </a:p>
        </p:txBody>
      </p:sp>
      <p:grpSp>
        <p:nvGrpSpPr>
          <p:cNvPr id="5" name="组合 4">
            <a:extLst>
              <a:ext uri="{FF2B5EF4-FFF2-40B4-BE49-F238E27FC236}">
                <a16:creationId xmlns:a16="http://schemas.microsoft.com/office/drawing/2014/main" id="{FD39D1D7-0A63-3C05-7078-B408764B5B98}"/>
              </a:ext>
            </a:extLst>
          </p:cNvPr>
          <p:cNvGrpSpPr/>
          <p:nvPr/>
        </p:nvGrpSpPr>
        <p:grpSpPr>
          <a:xfrm>
            <a:off x="750257" y="2555673"/>
            <a:ext cx="3331124" cy="1217019"/>
            <a:chOff x="4964646" y="628536"/>
            <a:chExt cx="3331124" cy="1217019"/>
          </a:xfrm>
        </p:grpSpPr>
        <p:grpSp>
          <p:nvGrpSpPr>
            <p:cNvPr id="6" name="组合 5">
              <a:extLst>
                <a:ext uri="{FF2B5EF4-FFF2-40B4-BE49-F238E27FC236}">
                  <a16:creationId xmlns:a16="http://schemas.microsoft.com/office/drawing/2014/main" id="{8C5DFF0B-9192-F8F4-2392-9F4960ED1009}"/>
                </a:ext>
              </a:extLst>
            </p:cNvPr>
            <p:cNvGrpSpPr/>
            <p:nvPr/>
          </p:nvGrpSpPr>
          <p:grpSpPr>
            <a:xfrm>
              <a:off x="4964646" y="628536"/>
              <a:ext cx="2308087" cy="1217019"/>
              <a:chOff x="1883143" y="3213075"/>
              <a:chExt cx="2308087" cy="1217019"/>
            </a:xfrm>
          </p:grpSpPr>
          <p:cxnSp>
            <p:nvCxnSpPr>
              <p:cNvPr id="8" name="直线连接符 7">
                <a:extLst>
                  <a:ext uri="{FF2B5EF4-FFF2-40B4-BE49-F238E27FC236}">
                    <a16:creationId xmlns:a16="http://schemas.microsoft.com/office/drawing/2014/main" id="{EBD5B339-4DF4-3EEE-3D03-6C2204EA0C38}"/>
                  </a:ext>
                </a:extLst>
              </p:cNvPr>
              <p:cNvCxnSpPr/>
              <p:nvPr/>
            </p:nvCxnSpPr>
            <p:spPr bwMode="auto">
              <a:xfrm>
                <a:off x="2247188" y="4153726"/>
                <a:ext cx="612068" cy="0"/>
              </a:xfrm>
              <a:prstGeom prst="line">
                <a:avLst/>
              </a:prstGeom>
              <a:solidFill>
                <a:schemeClr val="accent1"/>
              </a:solidFill>
              <a:ln w="28575" cap="flat" cmpd="sng" algn="ctr">
                <a:solidFill>
                  <a:srgbClr val="3333FF"/>
                </a:solidFill>
                <a:prstDash val="solid"/>
                <a:round/>
                <a:headEnd type="none" w="med" len="med"/>
                <a:tailEnd type="none" w="med" len="med"/>
              </a:ln>
              <a:effectLst/>
            </p:spPr>
          </p:cxnSp>
          <p:sp>
            <p:nvSpPr>
              <p:cNvPr id="45" name="矩形 44">
                <a:extLst>
                  <a:ext uri="{FF2B5EF4-FFF2-40B4-BE49-F238E27FC236}">
                    <a16:creationId xmlns:a16="http://schemas.microsoft.com/office/drawing/2014/main" id="{F80E7700-4351-A931-CB1B-328EF37C8CA3}"/>
                  </a:ext>
                </a:extLst>
              </p:cNvPr>
              <p:cNvSpPr/>
              <p:nvPr/>
            </p:nvSpPr>
            <p:spPr bwMode="auto">
              <a:xfrm>
                <a:off x="2878145" y="3858602"/>
                <a:ext cx="701017" cy="571492"/>
              </a:xfrm>
              <a:prstGeom prst="rect">
                <a:avLst/>
              </a:prstGeom>
              <a:noFill/>
              <a:ln w="28575" cap="flat" cmpd="sng" algn="ctr">
                <a:solidFill>
                  <a:srgbClr val="3333FF"/>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3333FF"/>
                    </a:solidFill>
                    <a:effectLst/>
                    <a:latin typeface="Arial" charset="0"/>
                  </a:rPr>
                  <a:t>TG</a:t>
                </a:r>
                <a:endParaRPr kumimoji="0" lang="zh-CN" altLang="en-US" sz="2000" b="1" i="0" u="none" strike="noStrike" cap="none" normalizeH="0" baseline="0" dirty="0">
                  <a:ln>
                    <a:noFill/>
                  </a:ln>
                  <a:solidFill>
                    <a:srgbClr val="3333FF"/>
                  </a:solidFill>
                  <a:effectLst/>
                  <a:latin typeface="Arial" charset="0"/>
                </a:endParaRPr>
              </a:p>
            </p:txBody>
          </p:sp>
          <p:sp>
            <p:nvSpPr>
              <p:cNvPr id="47" name="文本框 46">
                <a:extLst>
                  <a:ext uri="{FF2B5EF4-FFF2-40B4-BE49-F238E27FC236}">
                    <a16:creationId xmlns:a16="http://schemas.microsoft.com/office/drawing/2014/main" id="{7FFBC7EA-FF17-79BB-E18F-14C8867E224B}"/>
                  </a:ext>
                </a:extLst>
              </p:cNvPr>
              <p:cNvSpPr txBox="1"/>
              <p:nvPr/>
            </p:nvSpPr>
            <p:spPr>
              <a:xfrm>
                <a:off x="3024911" y="3213075"/>
                <a:ext cx="407484" cy="461665"/>
              </a:xfrm>
              <a:prstGeom prst="rect">
                <a:avLst/>
              </a:prstGeom>
              <a:noFill/>
              <a:ln>
                <a:noFill/>
              </a:ln>
            </p:spPr>
            <p:txBody>
              <a:bodyPr wrap="none" rtlCol="0">
                <a:spAutoFit/>
              </a:bodyPr>
              <a:lstStyle/>
              <a:p>
                <a:r>
                  <a:rPr kumimoji="1" lang="en-US" altLang="zh-CN" sz="2400" b="1" dirty="0">
                    <a:solidFill>
                      <a:srgbClr val="3333FF"/>
                    </a:solidFill>
                  </a:rPr>
                  <a:t>A</a:t>
                </a:r>
                <a:endParaRPr kumimoji="1" lang="zh-CN" altLang="en-US" sz="2400" b="1" baseline="-25000" dirty="0">
                  <a:solidFill>
                    <a:srgbClr val="3333FF"/>
                  </a:solidFill>
                </a:endParaRPr>
              </a:p>
            </p:txBody>
          </p:sp>
          <p:cxnSp>
            <p:nvCxnSpPr>
              <p:cNvPr id="48" name="直线连接符 47">
                <a:extLst>
                  <a:ext uri="{FF2B5EF4-FFF2-40B4-BE49-F238E27FC236}">
                    <a16:creationId xmlns:a16="http://schemas.microsoft.com/office/drawing/2014/main" id="{29C9DB05-1BA6-CF4E-6D43-FE20D8FD7DAF}"/>
                  </a:ext>
                </a:extLst>
              </p:cNvPr>
              <p:cNvCxnSpPr/>
              <p:nvPr/>
            </p:nvCxnSpPr>
            <p:spPr bwMode="auto">
              <a:xfrm>
                <a:off x="3579162" y="4144348"/>
                <a:ext cx="612068" cy="0"/>
              </a:xfrm>
              <a:prstGeom prst="line">
                <a:avLst/>
              </a:prstGeom>
              <a:solidFill>
                <a:schemeClr val="accent1"/>
              </a:solidFill>
              <a:ln w="28575" cap="flat" cmpd="sng" algn="ctr">
                <a:solidFill>
                  <a:srgbClr val="3333FF"/>
                </a:solidFill>
                <a:prstDash val="solid"/>
                <a:round/>
                <a:headEnd type="none" w="med" len="med"/>
                <a:tailEnd type="none" w="med" len="med"/>
              </a:ln>
              <a:effectLst/>
            </p:spPr>
          </p:cxnSp>
          <p:cxnSp>
            <p:nvCxnSpPr>
              <p:cNvPr id="49" name="直线连接符 48">
                <a:extLst>
                  <a:ext uri="{FF2B5EF4-FFF2-40B4-BE49-F238E27FC236}">
                    <a16:creationId xmlns:a16="http://schemas.microsoft.com/office/drawing/2014/main" id="{C2275008-8F12-8DF4-A96A-E4B6D457C611}"/>
                  </a:ext>
                </a:extLst>
              </p:cNvPr>
              <p:cNvCxnSpPr>
                <a:cxnSpLocks/>
              </p:cNvCxnSpPr>
              <p:nvPr/>
            </p:nvCxnSpPr>
            <p:spPr bwMode="auto">
              <a:xfrm>
                <a:off x="3218180" y="3674740"/>
                <a:ext cx="1" cy="183862"/>
              </a:xfrm>
              <a:prstGeom prst="line">
                <a:avLst/>
              </a:prstGeom>
              <a:solidFill>
                <a:schemeClr val="accent1"/>
              </a:solidFill>
              <a:ln w="28575" cap="flat" cmpd="sng" algn="ctr">
                <a:solidFill>
                  <a:srgbClr val="3333FF"/>
                </a:solidFill>
                <a:prstDash val="solid"/>
                <a:round/>
                <a:headEnd type="none" w="med" len="med"/>
                <a:tailEnd type="none" w="med" len="med"/>
              </a:ln>
              <a:effectLst/>
            </p:spPr>
          </p:cxnSp>
          <p:sp>
            <p:nvSpPr>
              <p:cNvPr id="50" name="文本框 49">
                <a:extLst>
                  <a:ext uri="{FF2B5EF4-FFF2-40B4-BE49-F238E27FC236}">
                    <a16:creationId xmlns:a16="http://schemas.microsoft.com/office/drawing/2014/main" id="{DDAABD97-ACF3-2251-04E6-F7D581F7DCE6}"/>
                  </a:ext>
                </a:extLst>
              </p:cNvPr>
              <p:cNvSpPr txBox="1"/>
              <p:nvPr/>
            </p:nvSpPr>
            <p:spPr>
              <a:xfrm>
                <a:off x="1883143" y="3913515"/>
                <a:ext cx="407484" cy="461665"/>
              </a:xfrm>
              <a:prstGeom prst="rect">
                <a:avLst/>
              </a:prstGeom>
              <a:noFill/>
              <a:ln>
                <a:noFill/>
              </a:ln>
            </p:spPr>
            <p:txBody>
              <a:bodyPr wrap="none" rtlCol="0">
                <a:spAutoFit/>
              </a:bodyPr>
              <a:lstStyle/>
              <a:p>
                <a:r>
                  <a:rPr kumimoji="1" lang="en-US" altLang="zh-CN" sz="2400" b="1" dirty="0">
                    <a:solidFill>
                      <a:srgbClr val="3333FF"/>
                    </a:solidFill>
                  </a:rPr>
                  <a:t>B</a:t>
                </a:r>
                <a:endParaRPr kumimoji="1" lang="zh-CN" altLang="en-US" sz="2400" b="1" baseline="-25000" dirty="0">
                  <a:solidFill>
                    <a:srgbClr val="3333FF"/>
                  </a:solidFill>
                </a:endParaRPr>
              </a:p>
            </p:txBody>
          </p:sp>
        </p:grpSp>
        <p:sp>
          <p:nvSpPr>
            <p:cNvPr id="7" name="文本框 6">
              <a:extLst>
                <a:ext uri="{FF2B5EF4-FFF2-40B4-BE49-F238E27FC236}">
                  <a16:creationId xmlns:a16="http://schemas.microsoft.com/office/drawing/2014/main" id="{AD40DE95-D680-B3DE-3338-F39086E675A0}"/>
                </a:ext>
              </a:extLst>
            </p:cNvPr>
            <p:cNvSpPr txBox="1"/>
            <p:nvPr/>
          </p:nvSpPr>
          <p:spPr>
            <a:xfrm>
              <a:off x="7272733" y="1327946"/>
              <a:ext cx="1023037" cy="461665"/>
            </a:xfrm>
            <a:prstGeom prst="rect">
              <a:avLst/>
            </a:prstGeom>
            <a:noFill/>
            <a:ln>
              <a:noFill/>
            </a:ln>
          </p:spPr>
          <p:txBody>
            <a:bodyPr wrap="none" rtlCol="0">
              <a:spAutoFit/>
            </a:bodyPr>
            <a:lstStyle/>
            <a:p>
              <a:r>
                <a:rPr kumimoji="1" lang="en-US" altLang="zh-CN" sz="2400" b="1" dirty="0">
                  <a:solidFill>
                    <a:srgbClr val="3333FF"/>
                  </a:solidFill>
                </a:rPr>
                <a:t>f(A,B)</a:t>
              </a:r>
              <a:endParaRPr kumimoji="1" lang="zh-CN" altLang="en-US" sz="2400" b="1" dirty="0">
                <a:solidFill>
                  <a:srgbClr val="3333FF"/>
                </a:solidFill>
              </a:endParaRPr>
            </a:p>
          </p:txBody>
        </p:sp>
      </p:grpSp>
      <p:sp>
        <p:nvSpPr>
          <p:cNvPr id="4" name="文本框 3">
            <a:extLst>
              <a:ext uri="{FF2B5EF4-FFF2-40B4-BE49-F238E27FC236}">
                <a16:creationId xmlns:a16="http://schemas.microsoft.com/office/drawing/2014/main" id="{470FEF99-6081-AE2C-6688-6CFFB56479BB}"/>
              </a:ext>
            </a:extLst>
          </p:cNvPr>
          <p:cNvSpPr txBox="1"/>
          <p:nvPr/>
        </p:nvSpPr>
        <p:spPr>
          <a:xfrm>
            <a:off x="5216432" y="2786505"/>
            <a:ext cx="2813266" cy="923330"/>
          </a:xfrm>
          <a:prstGeom prst="rect">
            <a:avLst/>
          </a:prstGeom>
          <a:noFill/>
        </p:spPr>
        <p:txBody>
          <a:bodyPr wrap="square" rtlCol="0">
            <a:spAutoFit/>
          </a:bodyPr>
          <a:lstStyle/>
          <a:p>
            <a:r>
              <a:rPr kumimoji="1" lang="en-US" altLang="zh-CN" dirty="0">
                <a:solidFill>
                  <a:srgbClr val="FF0000"/>
                </a:solidFill>
              </a:rPr>
              <a:t>Note:</a:t>
            </a:r>
          </a:p>
          <a:p>
            <a:r>
              <a:rPr kumimoji="1" lang="en-US" altLang="zh-CN" dirty="0">
                <a:solidFill>
                  <a:srgbClr val="FF0000"/>
                </a:solidFill>
              </a:rPr>
              <a:t>Ensure that the output is not floating;</a:t>
            </a:r>
          </a:p>
        </p:txBody>
      </p:sp>
    </p:spTree>
    <p:extLst>
      <p:ext uri="{BB962C8B-B14F-4D97-AF65-F5344CB8AC3E}">
        <p14:creationId xmlns:p14="http://schemas.microsoft.com/office/powerpoint/2010/main" val="1498524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a:extLst>
              <a:ext uri="{FF2B5EF4-FFF2-40B4-BE49-F238E27FC236}">
                <a16:creationId xmlns:a16="http://schemas.microsoft.com/office/drawing/2014/main" id="{08E01595-8306-6CEF-4790-81E8196482B2}"/>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pPr lvl="0"/>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下图所示电路的逻辑表达式为</a:t>
            </a:r>
            <a:r>
              <a:rPr kumimoji="0" lang="en-US" altLang="zh-CN" sz="260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t>
            </a:r>
            <a:endParaRPr kumimoji="0" lang="zh-CN" altLang="en-US" sz="260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1" name="文本框 10">
            <a:extLst>
              <a:ext uri="{FF2B5EF4-FFF2-40B4-BE49-F238E27FC236}">
                <a16:creationId xmlns:a16="http://schemas.microsoft.com/office/drawing/2014/main" id="{81877332-3C06-7B4C-9F66-5195DA9AD99E}"/>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 ANDＢ</a:t>
            </a:r>
            <a:endParaRPr kumimoji="0" lang="zh-CN" altLang="en-US"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2" name="文本框 11">
            <a:extLst>
              <a:ext uri="{FF2B5EF4-FFF2-40B4-BE49-F238E27FC236}">
                <a16:creationId xmlns:a16="http://schemas.microsoft.com/office/drawing/2014/main" id="{E18FA265-4B37-6466-615B-B3465090055C}"/>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Ａ </a:t>
            </a:r>
            <a:r>
              <a:rPr kumimoji="0" lang="en-US" altLang="zh-CN"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OR B</a:t>
            </a:r>
            <a:endParaRPr kumimoji="0" lang="zh-CN" altLang="en-US"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3" name="文本框 12">
            <a:extLst>
              <a:ext uri="{FF2B5EF4-FFF2-40B4-BE49-F238E27FC236}">
                <a16:creationId xmlns:a16="http://schemas.microsoft.com/office/drawing/2014/main" id="{0E7AFD2F-498B-AB32-5195-66E3FE1BF1D7}"/>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 XOR B</a:t>
            </a:r>
            <a:endParaRPr kumimoji="0" lang="zh-CN" altLang="en-US"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4" name="文本框 13">
            <a:extLst>
              <a:ext uri="{FF2B5EF4-FFF2-40B4-BE49-F238E27FC236}">
                <a16:creationId xmlns:a16="http://schemas.microsoft.com/office/drawing/2014/main" id="{76F4A0E3-4793-27D7-143F-FC59F7017AEB}"/>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 NOR B</a:t>
            </a:r>
            <a:endParaRPr kumimoji="0" lang="zh-CN" altLang="en-US"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5" name="椭圆 14">
            <a:extLst>
              <a:ext uri="{FF2B5EF4-FFF2-40B4-BE49-F238E27FC236}">
                <a16:creationId xmlns:a16="http://schemas.microsoft.com/office/drawing/2014/main" id="{B2CDBE54-27E8-1E5F-8A52-C31ADF20ACAD}"/>
              </a:ext>
            </a:extLst>
          </p:cNvPr>
          <p:cNvSpPr>
            <a:spLocks noChangeAspect="1"/>
          </p:cNvSpPr>
          <p:nvPr>
            <p:custDataLst>
              <p:tags r:id="rId7"/>
            </p:custDataLst>
          </p:nvPr>
        </p:nvSpPr>
        <p:spPr bwMode="auto">
          <a:xfrm>
            <a:off x="1114425" y="2850356"/>
            <a:ext cx="514350" cy="514350"/>
          </a:xfrm>
          <a:prstGeom prst="ellipse">
            <a:avLst/>
          </a:prstGeom>
          <a:solidFill>
            <a:srgbClr val="00FF00"/>
          </a:solidFill>
          <a:ln w="254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noAutofit/>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en" altLang="zh-CN" sz="1600" b="0"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A</a:t>
            </a:r>
            <a:endParaRPr kumimoji="0" lang="zh-CN" altLang="en-US" sz="1600" b="0"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6" name="椭圆 15">
            <a:extLst>
              <a:ext uri="{FF2B5EF4-FFF2-40B4-BE49-F238E27FC236}">
                <a16:creationId xmlns:a16="http://schemas.microsoft.com/office/drawing/2014/main" id="{0EDCC2E9-E6F4-1983-7C4D-B3FDD91992F3}"/>
              </a:ext>
            </a:extLst>
          </p:cNvPr>
          <p:cNvSpPr>
            <a:spLocks noChangeAspect="1"/>
          </p:cNvSpPr>
          <p:nvPr>
            <p:custDataLst>
              <p:tags r:id="rId8"/>
            </p:custDataLst>
          </p:nvPr>
        </p:nvSpPr>
        <p:spPr bwMode="auto">
          <a:xfrm>
            <a:off x="1114425" y="3707606"/>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noAutofit/>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en" altLang="zh-CN" sz="1600" b="0"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B</a:t>
            </a:r>
            <a:endParaRPr kumimoji="0" lang="zh-CN" altLang="en-US" sz="1600" b="0"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椭圆 16">
            <a:extLst>
              <a:ext uri="{FF2B5EF4-FFF2-40B4-BE49-F238E27FC236}">
                <a16:creationId xmlns:a16="http://schemas.microsoft.com/office/drawing/2014/main" id="{2C255AD2-D3C8-13CC-9226-AE95DDF7424E}"/>
              </a:ext>
            </a:extLst>
          </p:cNvPr>
          <p:cNvSpPr>
            <a:spLocks noChangeAspect="1"/>
          </p:cNvSpPr>
          <p:nvPr>
            <p:custDataLst>
              <p:tags r:id="rId9"/>
            </p:custDataLst>
          </p:nvPr>
        </p:nvSpPr>
        <p:spPr bwMode="auto">
          <a:xfrm>
            <a:off x="1114425" y="4564856"/>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noAutofit/>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en" altLang="zh-CN" sz="1600" b="0"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C</a:t>
            </a:r>
            <a:endParaRPr kumimoji="0" lang="zh-CN" altLang="en-US" sz="1600" b="0"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8" name="椭圆 17">
            <a:extLst>
              <a:ext uri="{FF2B5EF4-FFF2-40B4-BE49-F238E27FC236}">
                <a16:creationId xmlns:a16="http://schemas.microsoft.com/office/drawing/2014/main" id="{D447EBC7-EDFA-ABA9-55B3-369975DB8F37}"/>
              </a:ext>
            </a:extLst>
          </p:cNvPr>
          <p:cNvSpPr>
            <a:spLocks noChangeAspect="1"/>
          </p:cNvSpPr>
          <p:nvPr>
            <p:custDataLst>
              <p:tags r:id="rId10"/>
            </p:custDataLst>
          </p:nvPr>
        </p:nvSpPr>
        <p:spPr bwMode="auto">
          <a:xfrm>
            <a:off x="1114425" y="5422106"/>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noAutofit/>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en" altLang="zh-CN" sz="1600" b="0"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D</a:t>
            </a:r>
            <a:endParaRPr kumimoji="0" lang="zh-CN" altLang="en-US" sz="1600" b="0"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9" name="圆角矩形 18">
            <a:extLst>
              <a:ext uri="{FF2B5EF4-FFF2-40B4-BE49-F238E27FC236}">
                <a16:creationId xmlns:a16="http://schemas.microsoft.com/office/drawing/2014/main" id="{CBA021C4-DAD4-F0D4-807F-F2D382B2F36D}"/>
              </a:ext>
            </a:extLst>
          </p:cNvPr>
          <p:cNvSpPr/>
          <p:nvPr>
            <p:custDataLst>
              <p:tags r:id="rId11"/>
            </p:custDataLst>
          </p:nvPr>
        </p:nvSpPr>
        <p:spPr bwMode="auto">
          <a:xfrm>
            <a:off x="6172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noAutofit/>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1" name="组合 20">
            <a:extLst>
              <a:ext uri="{FF2B5EF4-FFF2-40B4-BE49-F238E27FC236}">
                <a16:creationId xmlns:a16="http://schemas.microsoft.com/office/drawing/2014/main" id="{CE118E65-1E6F-D85C-1778-06C707E99A70}"/>
              </a:ext>
            </a:extLst>
          </p:cNvPr>
          <p:cNvGrpSpPr/>
          <p:nvPr/>
        </p:nvGrpSpPr>
        <p:grpSpPr>
          <a:xfrm>
            <a:off x="5244817" y="2555045"/>
            <a:ext cx="2786772" cy="3381411"/>
            <a:chOff x="3291931" y="1455604"/>
            <a:chExt cx="3584325" cy="4349145"/>
          </a:xfrm>
        </p:grpSpPr>
        <p:sp>
          <p:nvSpPr>
            <p:cNvPr id="22" name="矩形 21">
              <a:extLst>
                <a:ext uri="{FF2B5EF4-FFF2-40B4-BE49-F238E27FC236}">
                  <a16:creationId xmlns:a16="http://schemas.microsoft.com/office/drawing/2014/main" id="{0C889982-EFF1-467A-5D36-6CFEF296824E}"/>
                </a:ext>
              </a:extLst>
            </p:cNvPr>
            <p:cNvSpPr/>
            <p:nvPr/>
          </p:nvSpPr>
          <p:spPr bwMode="auto">
            <a:xfrm>
              <a:off x="4247964" y="2476281"/>
              <a:ext cx="1224136" cy="828092"/>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Arial" charset="0"/>
                  <a:ea typeface="宋体" pitchFamily="2" charset="-122"/>
                  <a:cs typeface="+mn-cs"/>
                </a:rPr>
                <a:t>TG</a:t>
              </a:r>
              <a:endParaRPr kumimoji="0" lang="zh-CN" altLang="en-US" sz="2800" b="0" i="0" u="none" strike="noStrike" kern="1200" cap="none" spc="0" normalizeH="0" baseline="0" noProof="0" dirty="0">
                <a:ln>
                  <a:noFill/>
                </a:ln>
                <a:solidFill>
                  <a:srgbClr val="000000"/>
                </a:solidFill>
                <a:effectLst/>
                <a:uLnTx/>
                <a:uFillTx/>
                <a:latin typeface="Arial" charset="0"/>
                <a:ea typeface="宋体" pitchFamily="2" charset="-122"/>
                <a:cs typeface="+mn-cs"/>
              </a:endParaRPr>
            </a:p>
          </p:txBody>
        </p:sp>
        <p:cxnSp>
          <p:nvCxnSpPr>
            <p:cNvPr id="23" name="直线连接符 6">
              <a:extLst>
                <a:ext uri="{FF2B5EF4-FFF2-40B4-BE49-F238E27FC236}">
                  <a16:creationId xmlns:a16="http://schemas.microsoft.com/office/drawing/2014/main" id="{8658456E-75EF-C4EC-494A-AE56A58E38E7}"/>
                </a:ext>
              </a:extLst>
            </p:cNvPr>
            <p:cNvCxnSpPr>
              <a:stCxn id="22" idx="1"/>
            </p:cNvCxnSpPr>
            <p:nvPr/>
          </p:nvCxnSpPr>
          <p:spPr bwMode="auto">
            <a:xfrm flipH="1">
              <a:off x="3587140" y="2890327"/>
              <a:ext cx="660824"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4" name="直线连接符 7">
              <a:extLst>
                <a:ext uri="{FF2B5EF4-FFF2-40B4-BE49-F238E27FC236}">
                  <a16:creationId xmlns:a16="http://schemas.microsoft.com/office/drawing/2014/main" id="{198CF1FD-22DC-F046-4813-4C8618D67741}"/>
                </a:ext>
              </a:extLst>
            </p:cNvPr>
            <p:cNvCxnSpPr>
              <a:cxnSpLocks/>
              <a:stCxn id="25" idx="0"/>
            </p:cNvCxnSpPr>
            <p:nvPr/>
          </p:nvCxnSpPr>
          <p:spPr bwMode="auto">
            <a:xfrm flipV="1">
              <a:off x="4860032" y="1917838"/>
              <a:ext cx="0" cy="381489"/>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25" name="椭圆 24">
              <a:extLst>
                <a:ext uri="{FF2B5EF4-FFF2-40B4-BE49-F238E27FC236}">
                  <a16:creationId xmlns:a16="http://schemas.microsoft.com/office/drawing/2014/main" id="{043F1902-4341-C1E6-AAD8-79C270320A2C}"/>
                </a:ext>
              </a:extLst>
            </p:cNvPr>
            <p:cNvSpPr/>
            <p:nvPr/>
          </p:nvSpPr>
          <p:spPr bwMode="auto">
            <a:xfrm>
              <a:off x="4779308" y="2299327"/>
              <a:ext cx="161448" cy="161448"/>
            </a:xfrm>
            <a:prstGeom prst="ellipse">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6" name="矩形 25">
              <a:extLst>
                <a:ext uri="{FF2B5EF4-FFF2-40B4-BE49-F238E27FC236}">
                  <a16:creationId xmlns:a16="http://schemas.microsoft.com/office/drawing/2014/main" id="{491B852B-F0C7-CAC1-3EB0-03ADF25C27B0}"/>
                </a:ext>
              </a:extLst>
            </p:cNvPr>
            <p:cNvSpPr/>
            <p:nvPr/>
          </p:nvSpPr>
          <p:spPr bwMode="auto">
            <a:xfrm>
              <a:off x="4247964" y="4187041"/>
              <a:ext cx="1224136" cy="828092"/>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Arial" charset="0"/>
                  <a:ea typeface="宋体" pitchFamily="2" charset="-122"/>
                  <a:cs typeface="+mn-cs"/>
                </a:rPr>
                <a:t>TG</a:t>
              </a:r>
              <a:endParaRPr kumimoji="0" lang="zh-CN" altLang="en-US" sz="2800" b="0" i="0" u="none" strike="noStrike" kern="1200" cap="none" spc="0" normalizeH="0" baseline="0" noProof="0" dirty="0">
                <a:ln>
                  <a:noFill/>
                </a:ln>
                <a:solidFill>
                  <a:srgbClr val="000000"/>
                </a:solidFill>
                <a:effectLst/>
                <a:uLnTx/>
                <a:uFillTx/>
                <a:latin typeface="Arial" charset="0"/>
                <a:ea typeface="宋体" pitchFamily="2" charset="-122"/>
                <a:cs typeface="+mn-cs"/>
              </a:endParaRPr>
            </a:p>
          </p:txBody>
        </p:sp>
        <p:cxnSp>
          <p:nvCxnSpPr>
            <p:cNvPr id="27" name="直线连接符 12">
              <a:extLst>
                <a:ext uri="{FF2B5EF4-FFF2-40B4-BE49-F238E27FC236}">
                  <a16:creationId xmlns:a16="http://schemas.microsoft.com/office/drawing/2014/main" id="{00A68589-2608-F89C-D86A-9A998CA01370}"/>
                </a:ext>
              </a:extLst>
            </p:cNvPr>
            <p:cNvCxnSpPr>
              <a:stCxn id="26" idx="1"/>
            </p:cNvCxnSpPr>
            <p:nvPr/>
          </p:nvCxnSpPr>
          <p:spPr bwMode="auto">
            <a:xfrm flipH="1">
              <a:off x="3587140" y="4601087"/>
              <a:ext cx="660824"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8" name="直线连接符 13">
              <a:extLst>
                <a:ext uri="{FF2B5EF4-FFF2-40B4-BE49-F238E27FC236}">
                  <a16:creationId xmlns:a16="http://schemas.microsoft.com/office/drawing/2014/main" id="{7B11FEF7-3853-74B7-ABC1-2F2B9CC7FE42}"/>
                </a:ext>
              </a:extLst>
            </p:cNvPr>
            <p:cNvCxnSpPr>
              <a:cxnSpLocks/>
              <a:stCxn id="29" idx="0"/>
              <a:endCxn id="22" idx="2"/>
            </p:cNvCxnSpPr>
            <p:nvPr/>
          </p:nvCxnSpPr>
          <p:spPr bwMode="auto">
            <a:xfrm flipV="1">
              <a:off x="4860032" y="3304373"/>
              <a:ext cx="0" cy="705714"/>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29" name="椭圆 28">
              <a:extLst>
                <a:ext uri="{FF2B5EF4-FFF2-40B4-BE49-F238E27FC236}">
                  <a16:creationId xmlns:a16="http://schemas.microsoft.com/office/drawing/2014/main" id="{07C0C48C-B7A2-20BC-8068-8C6D79982215}"/>
                </a:ext>
              </a:extLst>
            </p:cNvPr>
            <p:cNvSpPr/>
            <p:nvPr/>
          </p:nvSpPr>
          <p:spPr bwMode="auto">
            <a:xfrm>
              <a:off x="4779308" y="4010087"/>
              <a:ext cx="161448" cy="161448"/>
            </a:xfrm>
            <a:prstGeom prst="ellipse">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cxnSp>
          <p:nvCxnSpPr>
            <p:cNvPr id="30" name="肘形连接符 17">
              <a:extLst>
                <a:ext uri="{FF2B5EF4-FFF2-40B4-BE49-F238E27FC236}">
                  <a16:creationId xmlns:a16="http://schemas.microsoft.com/office/drawing/2014/main" id="{CCCABD43-0E67-89AC-DCF8-F17EA95C8AB6}"/>
                </a:ext>
              </a:extLst>
            </p:cNvPr>
            <p:cNvCxnSpPr>
              <a:stCxn id="22" idx="3"/>
              <a:endCxn id="26" idx="3"/>
            </p:cNvCxnSpPr>
            <p:nvPr/>
          </p:nvCxnSpPr>
          <p:spPr bwMode="auto">
            <a:xfrm>
              <a:off x="5472100" y="2890327"/>
              <a:ext cx="12700" cy="1710760"/>
            </a:xfrm>
            <a:prstGeom prst="bentConnector3">
              <a:avLst>
                <a:gd name="adj1" fmla="val 1800000"/>
              </a:avLst>
            </a:prstGeom>
            <a:solidFill>
              <a:schemeClr val="accent1"/>
            </a:solidFill>
            <a:ln w="19050" cap="flat" cmpd="sng" algn="ctr">
              <a:solidFill>
                <a:schemeClr val="tx1"/>
              </a:solidFill>
              <a:prstDash val="solid"/>
              <a:round/>
              <a:headEnd type="none" w="med" len="med"/>
              <a:tailEnd type="none" w="med" len="med"/>
            </a:ln>
            <a:effectLst/>
          </p:spPr>
        </p:cxnSp>
        <p:cxnSp>
          <p:nvCxnSpPr>
            <p:cNvPr id="31" name="直线连接符 18">
              <a:extLst>
                <a:ext uri="{FF2B5EF4-FFF2-40B4-BE49-F238E27FC236}">
                  <a16:creationId xmlns:a16="http://schemas.microsoft.com/office/drawing/2014/main" id="{1D66863F-F105-E979-0888-7BBB4917690E}"/>
                </a:ext>
              </a:extLst>
            </p:cNvPr>
            <p:cNvCxnSpPr>
              <a:cxnSpLocks/>
            </p:cNvCxnSpPr>
            <p:nvPr/>
          </p:nvCxnSpPr>
          <p:spPr bwMode="auto">
            <a:xfrm flipH="1">
              <a:off x="5675000" y="3682985"/>
              <a:ext cx="504056"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2" name="直线连接符 20">
              <a:extLst>
                <a:ext uri="{FF2B5EF4-FFF2-40B4-BE49-F238E27FC236}">
                  <a16:creationId xmlns:a16="http://schemas.microsoft.com/office/drawing/2014/main" id="{982CE9FF-8D9A-DDE2-DCC3-8F62BDB723F7}"/>
                </a:ext>
              </a:extLst>
            </p:cNvPr>
            <p:cNvCxnSpPr>
              <a:cxnSpLocks/>
              <a:endCxn id="26" idx="2"/>
            </p:cNvCxnSpPr>
            <p:nvPr/>
          </p:nvCxnSpPr>
          <p:spPr bwMode="auto">
            <a:xfrm flipV="1">
              <a:off x="4860032" y="5015133"/>
              <a:ext cx="0" cy="43204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3" name="直线连接符 27">
              <a:extLst>
                <a:ext uri="{FF2B5EF4-FFF2-40B4-BE49-F238E27FC236}">
                  <a16:creationId xmlns:a16="http://schemas.microsoft.com/office/drawing/2014/main" id="{F929BD02-2001-077C-B641-51A27268DD20}"/>
                </a:ext>
              </a:extLst>
            </p:cNvPr>
            <p:cNvCxnSpPr>
              <a:cxnSpLocks/>
            </p:cNvCxnSpPr>
            <p:nvPr/>
          </p:nvCxnSpPr>
          <p:spPr bwMode="auto">
            <a:xfrm flipH="1">
              <a:off x="4355976" y="3682985"/>
              <a:ext cx="504056"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4DA172F9-C4FA-4322-FB27-F7E5F8F85704}"/>
                    </a:ext>
                  </a:extLst>
                </p:cNvPr>
                <p:cNvSpPr txBox="1"/>
                <p:nvPr/>
              </p:nvSpPr>
              <p:spPr>
                <a:xfrm>
                  <a:off x="6181835" y="3491716"/>
                  <a:ext cx="694421" cy="369332"/>
                </a:xfrm>
                <a:prstGeom prst="rect">
                  <a:avLst/>
                </a:prstGeom>
                <a:noFill/>
              </p:spPr>
              <p:txBody>
                <a:bodyPr wrap="none" lIns="0" tIns="0" rIns="0" bIns="0"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𝑂𝑈𝑇</m:t>
                        </m:r>
                      </m:oMath>
                    </m:oMathPara>
                  </a14:m>
                  <a:endParaRPr kumimoji="1" lang="zh-CN" altLang="en-US" sz="2400" b="0" i="0" u="none" strike="noStrike" kern="1200" cap="none" spc="0" normalizeH="0" baseline="0" noProof="0" dirty="0">
                    <a:ln>
                      <a:noFill/>
                    </a:ln>
                    <a:solidFill>
                      <a:srgbClr val="000000"/>
                    </a:solidFill>
                    <a:effectLst/>
                    <a:uLnTx/>
                    <a:uFillTx/>
                    <a:latin typeface="Arial" charset="0"/>
                    <a:ea typeface="宋体" pitchFamily="2" charset="-122"/>
                    <a:cs typeface="+mn-cs"/>
                  </a:endParaRPr>
                </a:p>
              </p:txBody>
            </p:sp>
          </mc:Choice>
          <mc:Fallback xmlns="">
            <p:sp>
              <p:nvSpPr>
                <p:cNvPr id="29" name="文本框 28">
                  <a:extLst>
                    <a:ext uri="{FF2B5EF4-FFF2-40B4-BE49-F238E27FC236}">
                      <a16:creationId xmlns:a16="http://schemas.microsoft.com/office/drawing/2014/main" id="{BC798C1C-7A05-9543-9170-5AAD344A23C0}"/>
                    </a:ext>
                  </a:extLst>
                </p:cNvPr>
                <p:cNvSpPr txBox="1">
                  <a:spLocks noRot="1" noChangeAspect="1" noMove="1" noResize="1" noEditPoints="1" noAdjustHandles="1" noChangeArrowheads="1" noChangeShapeType="1" noTextEdit="1"/>
                </p:cNvSpPr>
                <p:nvPr/>
              </p:nvSpPr>
              <p:spPr>
                <a:xfrm>
                  <a:off x="6181835" y="3491716"/>
                  <a:ext cx="694421" cy="369332"/>
                </a:xfrm>
                <a:prstGeom prst="rect">
                  <a:avLst/>
                </a:prstGeom>
                <a:blipFill>
                  <a:blip r:embed="rId21"/>
                  <a:stretch>
                    <a:fillRect l="-9091" r="-7273" b="-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D5B59A6D-DED3-CBBE-146E-F2D4916633E6}"/>
                    </a:ext>
                  </a:extLst>
                </p:cNvPr>
                <p:cNvSpPr txBox="1"/>
                <p:nvPr/>
              </p:nvSpPr>
              <p:spPr>
                <a:xfrm>
                  <a:off x="4716892" y="1455604"/>
                  <a:ext cx="354264" cy="369331"/>
                </a:xfrm>
                <a:prstGeom prst="rect">
                  <a:avLst/>
                </a:prstGeom>
                <a:noFill/>
              </p:spPr>
              <p:txBody>
                <a:bodyPr wrap="none" lIns="0" tIns="0" rIns="0" bIns="0"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𝐵</m:t>
                        </m:r>
                        <m:r>
                          <a:rPr kumimoji="1"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oMath>
                    </m:oMathPara>
                  </a14:m>
                  <a:endParaRPr kumimoji="1" lang="zh-CN" altLang="en-US" sz="2400" b="0" i="0" u="none" strike="noStrike" kern="1200" cap="none" spc="0" normalizeH="0" baseline="0" noProof="0" dirty="0">
                    <a:ln>
                      <a:noFill/>
                    </a:ln>
                    <a:solidFill>
                      <a:srgbClr val="000000"/>
                    </a:solidFill>
                    <a:effectLst/>
                    <a:uLnTx/>
                    <a:uFillTx/>
                    <a:latin typeface="Arial" charset="0"/>
                    <a:ea typeface="宋体" pitchFamily="2" charset="-122"/>
                    <a:cs typeface="+mn-cs"/>
                  </a:endParaRPr>
                </a:p>
              </p:txBody>
            </p:sp>
          </mc:Choice>
          <mc:Fallback xmlns="">
            <p:sp>
              <p:nvSpPr>
                <p:cNvPr id="35" name="文本框 34">
                  <a:extLst>
                    <a:ext uri="{FF2B5EF4-FFF2-40B4-BE49-F238E27FC236}">
                      <a16:creationId xmlns:a16="http://schemas.microsoft.com/office/drawing/2014/main" id="{6BBCA115-56BD-4BD6-BB28-55F3B968CE7C}"/>
                    </a:ext>
                  </a:extLst>
                </p:cNvPr>
                <p:cNvSpPr txBox="1">
                  <a:spLocks noRot="1" noChangeAspect="1" noMove="1" noResize="1" noEditPoints="1" noAdjustHandles="1" noChangeArrowheads="1" noChangeShapeType="1" noTextEdit="1"/>
                </p:cNvSpPr>
                <p:nvPr/>
              </p:nvSpPr>
              <p:spPr>
                <a:xfrm>
                  <a:off x="4716892" y="1455604"/>
                  <a:ext cx="354264" cy="369331"/>
                </a:xfrm>
                <a:prstGeom prst="rect">
                  <a:avLst/>
                </a:prstGeom>
                <a:blipFill>
                  <a:blip r:embed="rId22"/>
                  <a:stretch>
                    <a:fillRect l="-37778" r="-40000" b="-425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72AF0882-6CD1-2F2B-9D01-F274F6FB86D2}"/>
                    </a:ext>
                  </a:extLst>
                </p:cNvPr>
                <p:cNvSpPr txBox="1"/>
                <p:nvPr/>
              </p:nvSpPr>
              <p:spPr>
                <a:xfrm>
                  <a:off x="4052788" y="3466753"/>
                  <a:ext cx="295209" cy="369332"/>
                </a:xfrm>
                <a:prstGeom prst="rect">
                  <a:avLst/>
                </a:prstGeom>
                <a:noFill/>
              </p:spPr>
              <p:txBody>
                <a:bodyPr wrap="none" lIns="0" tIns="0" rIns="0" bIns="0"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𝐵</m:t>
                        </m:r>
                      </m:oMath>
                    </m:oMathPara>
                  </a14:m>
                  <a:endParaRPr kumimoji="1" lang="zh-CN" altLang="en-US" sz="2400" b="0" i="0" u="none" strike="noStrike" kern="1200" cap="none" spc="0" normalizeH="0" baseline="0" noProof="0" dirty="0">
                    <a:ln>
                      <a:noFill/>
                    </a:ln>
                    <a:solidFill>
                      <a:srgbClr val="000000"/>
                    </a:solidFill>
                    <a:effectLst/>
                    <a:uLnTx/>
                    <a:uFillTx/>
                    <a:latin typeface="Arial" charset="0"/>
                    <a:ea typeface="宋体" pitchFamily="2" charset="-122"/>
                    <a:cs typeface="+mn-cs"/>
                  </a:endParaRPr>
                </a:p>
              </p:txBody>
            </p:sp>
          </mc:Choice>
          <mc:Fallback xmlns="">
            <p:sp>
              <p:nvSpPr>
                <p:cNvPr id="31" name="文本框 30">
                  <a:extLst>
                    <a:ext uri="{FF2B5EF4-FFF2-40B4-BE49-F238E27FC236}">
                      <a16:creationId xmlns:a16="http://schemas.microsoft.com/office/drawing/2014/main" id="{1210AE47-881E-A746-910F-B0F7BAE356BD}"/>
                    </a:ext>
                  </a:extLst>
                </p:cNvPr>
                <p:cNvSpPr txBox="1">
                  <a:spLocks noRot="1" noChangeAspect="1" noMove="1" noResize="1" noEditPoints="1" noAdjustHandles="1" noChangeArrowheads="1" noChangeShapeType="1" noTextEdit="1"/>
                </p:cNvSpPr>
                <p:nvPr/>
              </p:nvSpPr>
              <p:spPr>
                <a:xfrm>
                  <a:off x="4052788" y="3466753"/>
                  <a:ext cx="295209" cy="369332"/>
                </a:xfrm>
                <a:prstGeom prst="rect">
                  <a:avLst/>
                </a:prstGeom>
                <a:blipFill>
                  <a:blip r:embed="rId23"/>
                  <a:stretch>
                    <a:fillRect l="-16667" r="-16667" b="-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C9615FB2-0DC2-EC87-27F0-A32318D514A9}"/>
                    </a:ext>
                  </a:extLst>
                </p:cNvPr>
                <p:cNvSpPr txBox="1"/>
                <p:nvPr/>
              </p:nvSpPr>
              <p:spPr>
                <a:xfrm>
                  <a:off x="3291931" y="2703680"/>
                  <a:ext cx="283539" cy="369332"/>
                </a:xfrm>
                <a:prstGeom prst="rect">
                  <a:avLst/>
                </a:prstGeom>
                <a:noFill/>
              </p:spPr>
              <p:txBody>
                <a:bodyPr wrap="none" lIns="0" tIns="0" rIns="0" bIns="0"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𝐴</m:t>
                        </m:r>
                      </m:oMath>
                    </m:oMathPara>
                  </a14:m>
                  <a:endParaRPr kumimoji="1" lang="zh-CN" altLang="en-US" sz="2400" b="0" i="0" u="none" strike="noStrike" kern="1200" cap="none" spc="0" normalizeH="0" baseline="0" noProof="0" dirty="0">
                    <a:ln>
                      <a:noFill/>
                    </a:ln>
                    <a:solidFill>
                      <a:srgbClr val="000000"/>
                    </a:solidFill>
                    <a:effectLst/>
                    <a:uLnTx/>
                    <a:uFillTx/>
                    <a:latin typeface="Arial" charset="0"/>
                    <a:ea typeface="宋体" pitchFamily="2" charset="-122"/>
                    <a:cs typeface="+mn-cs"/>
                  </a:endParaRPr>
                </a:p>
              </p:txBody>
            </p:sp>
          </mc:Choice>
          <mc:Fallback xmlns="">
            <p:sp>
              <p:nvSpPr>
                <p:cNvPr id="32" name="文本框 31">
                  <a:extLst>
                    <a:ext uri="{FF2B5EF4-FFF2-40B4-BE49-F238E27FC236}">
                      <a16:creationId xmlns:a16="http://schemas.microsoft.com/office/drawing/2014/main" id="{AEA40AFA-416B-6B45-804E-083EA5297345}"/>
                    </a:ext>
                  </a:extLst>
                </p:cNvPr>
                <p:cNvSpPr txBox="1">
                  <a:spLocks noRot="1" noChangeAspect="1" noMove="1" noResize="1" noEditPoints="1" noAdjustHandles="1" noChangeArrowheads="1" noChangeShapeType="1" noTextEdit="1"/>
                </p:cNvSpPr>
                <p:nvPr/>
              </p:nvSpPr>
              <p:spPr>
                <a:xfrm>
                  <a:off x="3291931" y="2703680"/>
                  <a:ext cx="283539" cy="369332"/>
                </a:xfrm>
                <a:prstGeom prst="rect">
                  <a:avLst/>
                </a:prstGeom>
                <a:blipFill>
                  <a:blip r:embed="rId24"/>
                  <a:stretch>
                    <a:fillRect l="-16667" r="-16667" b="-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316F9F60-5D1D-75F1-22D5-E228883894C7}"/>
                    </a:ext>
                  </a:extLst>
                </p:cNvPr>
                <p:cNvSpPr txBox="1"/>
                <p:nvPr/>
              </p:nvSpPr>
              <p:spPr>
                <a:xfrm>
                  <a:off x="3303601" y="4390409"/>
                  <a:ext cx="254877" cy="369332"/>
                </a:xfrm>
                <a:prstGeom prst="rect">
                  <a:avLst/>
                </a:prstGeom>
                <a:noFill/>
              </p:spPr>
              <p:txBody>
                <a:bodyPr wrap="none" lIns="0" tIns="0" rIns="0" bIns="0"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0</m:t>
                        </m:r>
                      </m:oMath>
                    </m:oMathPara>
                  </a14:m>
                  <a:endParaRPr kumimoji="1" lang="zh-CN" altLang="en-US" sz="2400" b="0" i="0" u="none" strike="noStrike" kern="1200" cap="none" spc="0" normalizeH="0" baseline="0" noProof="0" dirty="0">
                    <a:ln>
                      <a:noFill/>
                    </a:ln>
                    <a:solidFill>
                      <a:srgbClr val="000000"/>
                    </a:solidFill>
                    <a:effectLst/>
                    <a:uLnTx/>
                    <a:uFillTx/>
                    <a:latin typeface="Arial" charset="0"/>
                    <a:ea typeface="宋体" pitchFamily="2" charset="-122"/>
                    <a:cs typeface="+mn-cs"/>
                  </a:endParaRPr>
                </a:p>
              </p:txBody>
            </p:sp>
          </mc:Choice>
          <mc:Fallback xmlns="">
            <p:sp>
              <p:nvSpPr>
                <p:cNvPr id="33" name="文本框 32">
                  <a:extLst>
                    <a:ext uri="{FF2B5EF4-FFF2-40B4-BE49-F238E27FC236}">
                      <a16:creationId xmlns:a16="http://schemas.microsoft.com/office/drawing/2014/main" id="{508440B2-33E7-AB43-BDC5-A0F1F265BEEF}"/>
                    </a:ext>
                  </a:extLst>
                </p:cNvPr>
                <p:cNvSpPr txBox="1">
                  <a:spLocks noRot="1" noChangeAspect="1" noMove="1" noResize="1" noEditPoints="1" noAdjustHandles="1" noChangeArrowheads="1" noChangeShapeType="1" noTextEdit="1"/>
                </p:cNvSpPr>
                <p:nvPr/>
              </p:nvSpPr>
              <p:spPr>
                <a:xfrm>
                  <a:off x="3303601" y="4390409"/>
                  <a:ext cx="254877" cy="369332"/>
                </a:xfrm>
                <a:prstGeom prst="rect">
                  <a:avLst/>
                </a:prstGeom>
                <a:blipFill>
                  <a:blip r:embed="rId25"/>
                  <a:stretch>
                    <a:fillRect l="-19048" r="-23810" b="-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A96331E7-A80B-CE02-2652-5CEBC602861F}"/>
                    </a:ext>
                  </a:extLst>
                </p:cNvPr>
                <p:cNvSpPr txBox="1"/>
                <p:nvPr/>
              </p:nvSpPr>
              <p:spPr>
                <a:xfrm>
                  <a:off x="4732593" y="5435417"/>
                  <a:ext cx="354264" cy="369332"/>
                </a:xfrm>
                <a:prstGeom prst="rect">
                  <a:avLst/>
                </a:prstGeom>
                <a:noFill/>
              </p:spPr>
              <p:txBody>
                <a:bodyPr wrap="none" lIns="0" tIns="0" rIns="0" bIns="0"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𝐵</m:t>
                        </m:r>
                        <m:r>
                          <a:rPr kumimoji="1"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oMath>
                    </m:oMathPara>
                  </a14:m>
                  <a:endParaRPr kumimoji="1" lang="zh-CN" altLang="en-US" sz="2400" b="0" i="0" u="none" strike="noStrike" kern="1200" cap="none" spc="0" normalizeH="0" baseline="0" noProof="0" dirty="0">
                    <a:ln>
                      <a:noFill/>
                    </a:ln>
                    <a:solidFill>
                      <a:srgbClr val="000000"/>
                    </a:solidFill>
                    <a:effectLst/>
                    <a:uLnTx/>
                    <a:uFillTx/>
                    <a:latin typeface="Arial" charset="0"/>
                    <a:ea typeface="宋体" pitchFamily="2" charset="-122"/>
                    <a:cs typeface="+mn-cs"/>
                  </a:endParaRPr>
                </a:p>
              </p:txBody>
            </p:sp>
          </mc:Choice>
          <mc:Fallback xmlns="">
            <p:sp>
              <p:nvSpPr>
                <p:cNvPr id="34" name="文本框 33">
                  <a:extLst>
                    <a:ext uri="{FF2B5EF4-FFF2-40B4-BE49-F238E27FC236}">
                      <a16:creationId xmlns:a16="http://schemas.microsoft.com/office/drawing/2014/main" id="{C8EB20F8-A650-1042-B06E-F5A95FB4324E}"/>
                    </a:ext>
                  </a:extLst>
                </p:cNvPr>
                <p:cNvSpPr txBox="1">
                  <a:spLocks noRot="1" noChangeAspect="1" noMove="1" noResize="1" noEditPoints="1" noAdjustHandles="1" noChangeArrowheads="1" noChangeShapeType="1" noTextEdit="1"/>
                </p:cNvSpPr>
                <p:nvPr/>
              </p:nvSpPr>
              <p:spPr>
                <a:xfrm>
                  <a:off x="4732593" y="5435417"/>
                  <a:ext cx="354264" cy="369332"/>
                </a:xfrm>
                <a:prstGeom prst="rect">
                  <a:avLst/>
                </a:prstGeom>
                <a:blipFill>
                  <a:blip r:embed="rId26"/>
                  <a:stretch>
                    <a:fillRect l="-17241" r="-13793" b="-6667"/>
                  </a:stretch>
                </a:blipFill>
              </p:spPr>
              <p:txBody>
                <a:bodyPr/>
                <a:lstStyle/>
                <a:p>
                  <a:r>
                    <a:rPr lang="zh-CN" altLang="en-US">
                      <a:noFill/>
                    </a:rPr>
                    <a:t> </a:t>
                  </a:r>
                </a:p>
              </p:txBody>
            </p:sp>
          </mc:Fallback>
        </mc:AlternateContent>
      </p:grpSp>
      <p:sp>
        <p:nvSpPr>
          <p:cNvPr id="40" name="文本框 39">
            <a:extLst>
              <a:ext uri="{FF2B5EF4-FFF2-40B4-BE49-F238E27FC236}">
                <a16:creationId xmlns:a16="http://schemas.microsoft.com/office/drawing/2014/main" id="{F2D6669B-3B23-554E-E79C-17F86AAC7162}"/>
              </a:ext>
            </a:extLst>
          </p:cNvPr>
          <p:cNvSpPr txBox="1"/>
          <p:nvPr/>
        </p:nvSpPr>
        <p:spPr>
          <a:xfrm>
            <a:off x="6522543" y="1114334"/>
            <a:ext cx="1911101" cy="1200329"/>
          </a:xfrm>
          <a:prstGeom prst="rect">
            <a:avLst/>
          </a:prstGeom>
          <a:solidFill>
            <a:schemeClr val="accent6">
              <a:lumMod val="20000"/>
              <a:lumOff val="80000"/>
            </a:schemeClr>
          </a:solid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提示</a:t>
            </a:r>
            <a:r>
              <a:rPr kumimoji="0" lang="en-US" altLang="zh-CN" sz="2400" b="0" i="0" u="none" strike="noStrike" kern="1200" cap="none" spc="0" normalizeH="0" baseline="0" noProof="0" dirty="0">
                <a:ln>
                  <a:noFill/>
                </a:ln>
                <a:solidFill>
                  <a:srgbClr val="000000"/>
                </a:solidFill>
                <a:effectLst/>
                <a:uLnTx/>
                <a:uFillTx/>
                <a:latin typeface="Arial" charset="0"/>
                <a:ea typeface="宋体" pitchFamily="2" charset="-122"/>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Arial" charset="0"/>
                <a:ea typeface="宋体" pitchFamily="2" charset="-122"/>
                <a:cs typeface="+mn-cs"/>
              </a:rPr>
              <a:t>B=0, OUT=?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Arial" charset="0"/>
                <a:ea typeface="宋体" pitchFamily="2" charset="-122"/>
                <a:cs typeface="+mn-cs"/>
              </a:rPr>
              <a:t>B=1, OUT=?</a:t>
            </a:r>
            <a:endParaRPr kumimoji="0" lang="zh-CN" altLang="en-US" sz="2400" b="0" i="0" u="none" strike="noStrike" kern="1200" cap="none" spc="0" normalizeH="0" baseline="0" noProof="0" dirty="0">
              <a:ln>
                <a:noFill/>
              </a:ln>
              <a:solidFill>
                <a:srgbClr val="000000"/>
              </a:solidFill>
              <a:effectLst/>
              <a:uLnTx/>
              <a:uFillTx/>
              <a:latin typeface="Arial" charset="0"/>
              <a:ea typeface="宋体" pitchFamily="2" charset="-122"/>
              <a:cs typeface="+mn-cs"/>
            </a:endParaRPr>
          </a:p>
        </p:txBody>
      </p:sp>
      <p:sp>
        <p:nvSpPr>
          <p:cNvPr id="2" name="灯片编号占位符 6">
            <a:extLst>
              <a:ext uri="{FF2B5EF4-FFF2-40B4-BE49-F238E27FC236}">
                <a16:creationId xmlns:a16="http://schemas.microsoft.com/office/drawing/2014/main" id="{1361A55A-31D6-176E-8545-77BA3C1D2815}"/>
              </a:ext>
            </a:extLst>
          </p:cNvPr>
          <p:cNvSpPr txBox="1">
            <a:spLocks/>
          </p:cNvSpPr>
          <p:nvPr/>
        </p:nvSpPr>
        <p:spPr bwMode="auto">
          <a:xfrm>
            <a:off x="6553200" y="6265860"/>
            <a:ext cx="213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4600" b="1" kern="1200">
                <a:solidFill>
                  <a:srgbClr val="FF3300"/>
                </a:solidFill>
                <a:latin typeface="Garamond" pitchFamily="18" charset="0"/>
                <a:ea typeface="宋体" charset="-122"/>
                <a:cs typeface="+mn-cs"/>
              </a:defRPr>
            </a:lvl1pPr>
            <a:lvl2pPr marL="742950" indent="-28575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2pPr>
            <a:lvl3pPr marL="11430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3pPr>
            <a:lvl4pPr marL="16002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4pPr>
            <a:lvl5pPr marL="20574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5pPr>
            <a:lvl6pPr marL="25146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6pPr>
            <a:lvl7pPr marL="29718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7pPr>
            <a:lvl8pPr marL="34290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8pPr>
            <a:lvl9pPr marL="38862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9pPr>
          </a:lstStyle>
          <a:p>
            <a:pPr eaLnBrk="1" hangingPunct="1"/>
            <a:fld id="{CCE6D788-BCB5-407E-9DED-68D155892338}" type="slidenum">
              <a:rPr lang="en-US" altLang="zh-CN" sz="1400" smtClean="0">
                <a:solidFill>
                  <a:schemeClr val="tx1"/>
                </a:solidFill>
                <a:latin typeface="Arial" panose="020B0604020202020204" pitchFamily="34" charset="0"/>
                <a:cs typeface="Arial" panose="020B0604020202020204" pitchFamily="34" charset="0"/>
              </a:rPr>
              <a:pPr eaLnBrk="1" hangingPunct="1"/>
              <a:t>17</a:t>
            </a:fld>
            <a:endParaRPr lang="en-US" altLang="zh-CN" sz="1400" dirty="0">
              <a:solidFill>
                <a:schemeClr val="tx1"/>
              </a:solidFill>
              <a:latin typeface="Arial" panose="020B0604020202020204" pitchFamily="34" charset="0"/>
              <a:cs typeface="Arial" panose="020B0604020202020204" pitchFamily="34" charset="0"/>
            </a:endParaRPr>
          </a:p>
        </p:txBody>
      </p:sp>
      <mc:AlternateContent xmlns:mc="http://schemas.openxmlformats.org/markup-compatibility/2006" xmlns:p14="http://schemas.microsoft.com/office/powerpoint/2010/main">
        <mc:Choice Requires="p14">
          <p:contentPart p14:bwMode="auto" r:id="rId27">
            <p14:nvContentPartPr>
              <p14:cNvPr id="3" name="墨迹 2">
                <a:extLst>
                  <a:ext uri="{FF2B5EF4-FFF2-40B4-BE49-F238E27FC236}">
                    <a16:creationId xmlns:a16="http://schemas.microsoft.com/office/drawing/2014/main" id="{F5253858-FC1C-4A13-B001-C39FAA70942D}"/>
                  </a:ext>
                </a:extLst>
              </p14:cNvPr>
              <p14:cNvContentPartPr/>
              <p14:nvPr/>
            </p14:nvContentPartPr>
            <p14:xfrm>
              <a:off x="7077240" y="6409080"/>
              <a:ext cx="3600" cy="2160"/>
            </p14:xfrm>
          </p:contentPart>
        </mc:Choice>
        <mc:Fallback xmlns="">
          <p:pic>
            <p:nvPicPr>
              <p:cNvPr id="3" name="墨迹 2">
                <a:extLst>
                  <a:ext uri="{FF2B5EF4-FFF2-40B4-BE49-F238E27FC236}">
                    <a16:creationId xmlns:a16="http://schemas.microsoft.com/office/drawing/2014/main" id="{F5253858-FC1C-4A13-B001-C39FAA70942D}"/>
                  </a:ext>
                </a:extLst>
              </p:cNvPr>
              <p:cNvPicPr/>
              <p:nvPr/>
            </p:nvPicPr>
            <p:blipFill>
              <a:blip r:embed="rId28"/>
              <a:stretch>
                <a:fillRect/>
              </a:stretch>
            </p:blipFill>
            <p:spPr>
              <a:xfrm>
                <a:off x="7067880" y="6399720"/>
                <a:ext cx="22320" cy="20880"/>
              </a:xfrm>
              <a:prstGeom prst="rect">
                <a:avLst/>
              </a:prstGeom>
            </p:spPr>
          </p:pic>
        </mc:Fallback>
      </mc:AlternateContent>
      <p:grpSp>
        <p:nvGrpSpPr>
          <p:cNvPr id="9" name="组合 8">
            <a:extLst>
              <a:ext uri="{FF2B5EF4-FFF2-40B4-BE49-F238E27FC236}">
                <a16:creationId xmlns:a16="http://schemas.microsoft.com/office/drawing/2014/main" id="{589F4D4B-5AEE-7865-FF80-1CE46D8D5C44}"/>
              </a:ext>
            </a:extLst>
          </p:cNvPr>
          <p:cNvGrpSpPr/>
          <p:nvPr>
            <p:custDataLst>
              <p:tags r:id="rId12"/>
            </p:custDataLst>
          </p:nvPr>
        </p:nvGrpSpPr>
        <p:grpSpPr>
          <a:xfrm>
            <a:off x="0" y="0"/>
            <a:ext cx="9144000" cy="635000"/>
            <a:chOff x="0" y="0"/>
            <a:chExt cx="9144000" cy="635000"/>
          </a:xfrm>
        </p:grpSpPr>
        <p:sp>
          <p:nvSpPr>
            <p:cNvPr id="5" name="TitleBackground">
              <a:extLst>
                <a:ext uri="{FF2B5EF4-FFF2-40B4-BE49-F238E27FC236}">
                  <a16:creationId xmlns:a16="http://schemas.microsoft.com/office/drawing/2014/main" id="{86A51AE1-C526-28EC-B7B9-BC8513709F7B}"/>
                </a:ext>
              </a:extLst>
            </p:cNvPr>
            <p:cNvSpPr/>
            <p:nvPr>
              <p:custDataLst>
                <p:tags r:id="rId14"/>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6" name="ColorBlock">
              <a:extLst>
                <a:ext uri="{FF2B5EF4-FFF2-40B4-BE49-F238E27FC236}">
                  <a16:creationId xmlns:a16="http://schemas.microsoft.com/office/drawing/2014/main" id="{F2F1D26A-4B87-4846-EB32-007138150515}"/>
                </a:ext>
              </a:extLst>
            </p:cNvPr>
            <p:cNvSpPr/>
            <p:nvPr>
              <p:custDataLst>
                <p:tags r:id="rId15"/>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7" name="TypeText">
              <a:extLst>
                <a:ext uri="{FF2B5EF4-FFF2-40B4-BE49-F238E27FC236}">
                  <a16:creationId xmlns:a16="http://schemas.microsoft.com/office/drawing/2014/main" id="{7D4CC843-EE0E-AB10-975F-115F7092F428}"/>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kumimoji="1"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8" name="TipText">
              <a:extLst>
                <a:ext uri="{FF2B5EF4-FFF2-40B4-BE49-F238E27FC236}">
                  <a16:creationId xmlns:a16="http://schemas.microsoft.com/office/drawing/2014/main" id="{C07B0CE3-94A3-AED3-4888-9474D33BAD81}"/>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kumimoji="1"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kumimoji="1"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4" name="图片 3">
            <a:extLst>
              <a:ext uri="{FF2B5EF4-FFF2-40B4-BE49-F238E27FC236}">
                <a16:creationId xmlns:a16="http://schemas.microsoft.com/office/drawing/2014/main" id="{2D66A866-6407-E006-FECC-EAA6CA3CC465}"/>
              </a:ext>
            </a:extLst>
          </p:cNvPr>
          <p:cNvPicPr>
            <a:picLocks/>
          </p:cNvPicPr>
          <p:nvPr>
            <p:custDataLst>
              <p:tags r:id="rId13"/>
            </p:custDataLst>
          </p:nvPr>
        </p:nvPicPr>
        <p:blipFill>
          <a:blip r:embed="rId2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8419412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a:extLst>
              <a:ext uri="{FF2B5EF4-FFF2-40B4-BE49-F238E27FC236}">
                <a16:creationId xmlns:a16="http://schemas.microsoft.com/office/drawing/2014/main" id="{1B7BD375-4896-FC41-AC63-C20BF36FA805}"/>
              </a:ext>
            </a:extLst>
          </p:cNvPr>
          <p:cNvGrpSpPr/>
          <p:nvPr/>
        </p:nvGrpSpPr>
        <p:grpSpPr>
          <a:xfrm>
            <a:off x="6124557" y="1702535"/>
            <a:ext cx="2133600" cy="2596497"/>
            <a:chOff x="3291931" y="1330013"/>
            <a:chExt cx="3584325" cy="4378807"/>
          </a:xfrm>
        </p:grpSpPr>
        <p:sp>
          <p:nvSpPr>
            <p:cNvPr id="22" name="矩形 21">
              <a:extLst>
                <a:ext uri="{FF2B5EF4-FFF2-40B4-BE49-F238E27FC236}">
                  <a16:creationId xmlns:a16="http://schemas.microsoft.com/office/drawing/2014/main" id="{2A750823-042A-CD49-8225-8F5DDA41F646}"/>
                </a:ext>
              </a:extLst>
            </p:cNvPr>
            <p:cNvSpPr/>
            <p:nvPr/>
          </p:nvSpPr>
          <p:spPr bwMode="auto">
            <a:xfrm>
              <a:off x="4247964" y="2476281"/>
              <a:ext cx="1224136" cy="828092"/>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rPr>
                <a:t>TG</a:t>
              </a:r>
              <a:endParaRPr kumimoji="0" lang="zh-CN" altLang="en-US" sz="2400" b="0" i="0" u="none" strike="noStrike" cap="none" normalizeH="0" baseline="0" dirty="0">
                <a:ln>
                  <a:noFill/>
                </a:ln>
                <a:solidFill>
                  <a:schemeClr val="tx1"/>
                </a:solidFill>
                <a:effectLst/>
                <a:latin typeface="Arial" charset="0"/>
              </a:endParaRPr>
            </a:p>
          </p:txBody>
        </p:sp>
        <p:cxnSp>
          <p:nvCxnSpPr>
            <p:cNvPr id="23" name="直线连接符 22">
              <a:extLst>
                <a:ext uri="{FF2B5EF4-FFF2-40B4-BE49-F238E27FC236}">
                  <a16:creationId xmlns:a16="http://schemas.microsoft.com/office/drawing/2014/main" id="{DCA73A41-F588-B74B-BA69-010C398B12D5}"/>
                </a:ext>
              </a:extLst>
            </p:cNvPr>
            <p:cNvCxnSpPr>
              <a:stCxn id="22" idx="1"/>
            </p:cNvCxnSpPr>
            <p:nvPr/>
          </p:nvCxnSpPr>
          <p:spPr bwMode="auto">
            <a:xfrm flipH="1">
              <a:off x="3587140" y="2890327"/>
              <a:ext cx="660824"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4" name="直线连接符 23">
              <a:extLst>
                <a:ext uri="{FF2B5EF4-FFF2-40B4-BE49-F238E27FC236}">
                  <a16:creationId xmlns:a16="http://schemas.microsoft.com/office/drawing/2014/main" id="{EA5E6E81-4258-EC4E-A673-4AD34EDAA95A}"/>
                </a:ext>
              </a:extLst>
            </p:cNvPr>
            <p:cNvCxnSpPr>
              <a:cxnSpLocks/>
              <a:stCxn id="25" idx="0"/>
            </p:cNvCxnSpPr>
            <p:nvPr/>
          </p:nvCxnSpPr>
          <p:spPr bwMode="auto">
            <a:xfrm flipV="1">
              <a:off x="4860032" y="1917838"/>
              <a:ext cx="0" cy="381489"/>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25" name="椭圆 24">
              <a:extLst>
                <a:ext uri="{FF2B5EF4-FFF2-40B4-BE49-F238E27FC236}">
                  <a16:creationId xmlns:a16="http://schemas.microsoft.com/office/drawing/2014/main" id="{8F0E1862-8CA0-0541-9965-93A2A2F8A66D}"/>
                </a:ext>
              </a:extLst>
            </p:cNvPr>
            <p:cNvSpPr/>
            <p:nvPr/>
          </p:nvSpPr>
          <p:spPr bwMode="auto">
            <a:xfrm>
              <a:off x="4779308" y="2299327"/>
              <a:ext cx="161448" cy="161448"/>
            </a:xfrm>
            <a:prstGeom prst="ellipse">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26" name="矩形 25">
              <a:extLst>
                <a:ext uri="{FF2B5EF4-FFF2-40B4-BE49-F238E27FC236}">
                  <a16:creationId xmlns:a16="http://schemas.microsoft.com/office/drawing/2014/main" id="{EA702E53-F054-6743-AD3C-214EB5A9F382}"/>
                </a:ext>
              </a:extLst>
            </p:cNvPr>
            <p:cNvSpPr/>
            <p:nvPr/>
          </p:nvSpPr>
          <p:spPr bwMode="auto">
            <a:xfrm>
              <a:off x="4247964" y="4187041"/>
              <a:ext cx="1224136" cy="828092"/>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rPr>
                <a:t>TG</a:t>
              </a:r>
              <a:endParaRPr kumimoji="0" lang="zh-CN" altLang="en-US" sz="2400" b="0" i="0" u="none" strike="noStrike" cap="none" normalizeH="0" baseline="0" dirty="0">
                <a:ln>
                  <a:noFill/>
                </a:ln>
                <a:solidFill>
                  <a:schemeClr val="tx1"/>
                </a:solidFill>
                <a:effectLst/>
                <a:latin typeface="Arial" charset="0"/>
              </a:endParaRPr>
            </a:p>
          </p:txBody>
        </p:sp>
        <p:cxnSp>
          <p:nvCxnSpPr>
            <p:cNvPr id="27" name="直线连接符 26">
              <a:extLst>
                <a:ext uri="{FF2B5EF4-FFF2-40B4-BE49-F238E27FC236}">
                  <a16:creationId xmlns:a16="http://schemas.microsoft.com/office/drawing/2014/main" id="{9DE5CF74-F948-6040-BD39-063371B81AA3}"/>
                </a:ext>
              </a:extLst>
            </p:cNvPr>
            <p:cNvCxnSpPr>
              <a:stCxn id="26" idx="1"/>
            </p:cNvCxnSpPr>
            <p:nvPr/>
          </p:nvCxnSpPr>
          <p:spPr bwMode="auto">
            <a:xfrm flipH="1">
              <a:off x="3587140" y="4601087"/>
              <a:ext cx="660824"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8" name="直线连接符 27">
              <a:extLst>
                <a:ext uri="{FF2B5EF4-FFF2-40B4-BE49-F238E27FC236}">
                  <a16:creationId xmlns:a16="http://schemas.microsoft.com/office/drawing/2014/main" id="{FDD164A1-3C15-4C45-90DF-32E15607FAB3}"/>
                </a:ext>
              </a:extLst>
            </p:cNvPr>
            <p:cNvCxnSpPr>
              <a:cxnSpLocks/>
              <a:stCxn id="29" idx="0"/>
              <a:endCxn id="22" idx="2"/>
            </p:cNvCxnSpPr>
            <p:nvPr/>
          </p:nvCxnSpPr>
          <p:spPr bwMode="auto">
            <a:xfrm flipV="1">
              <a:off x="4860032" y="3304373"/>
              <a:ext cx="0" cy="705714"/>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29" name="椭圆 28">
              <a:extLst>
                <a:ext uri="{FF2B5EF4-FFF2-40B4-BE49-F238E27FC236}">
                  <a16:creationId xmlns:a16="http://schemas.microsoft.com/office/drawing/2014/main" id="{2B95714C-5FEC-104E-A785-2F8300AD9247}"/>
                </a:ext>
              </a:extLst>
            </p:cNvPr>
            <p:cNvSpPr/>
            <p:nvPr/>
          </p:nvSpPr>
          <p:spPr bwMode="auto">
            <a:xfrm>
              <a:off x="4779308" y="4010087"/>
              <a:ext cx="161448" cy="161448"/>
            </a:xfrm>
            <a:prstGeom prst="ellipse">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cxnSp>
          <p:nvCxnSpPr>
            <p:cNvPr id="30" name="肘形连接符 29">
              <a:extLst>
                <a:ext uri="{FF2B5EF4-FFF2-40B4-BE49-F238E27FC236}">
                  <a16:creationId xmlns:a16="http://schemas.microsoft.com/office/drawing/2014/main" id="{0186D6A7-8DA5-8742-9003-6387138C3683}"/>
                </a:ext>
              </a:extLst>
            </p:cNvPr>
            <p:cNvCxnSpPr>
              <a:stCxn id="22" idx="3"/>
              <a:endCxn id="26" idx="3"/>
            </p:cNvCxnSpPr>
            <p:nvPr/>
          </p:nvCxnSpPr>
          <p:spPr bwMode="auto">
            <a:xfrm>
              <a:off x="5472100" y="2890327"/>
              <a:ext cx="12700" cy="1710760"/>
            </a:xfrm>
            <a:prstGeom prst="bentConnector3">
              <a:avLst>
                <a:gd name="adj1" fmla="val 1800000"/>
              </a:avLst>
            </a:prstGeom>
            <a:solidFill>
              <a:schemeClr val="accent1"/>
            </a:solidFill>
            <a:ln w="19050" cap="flat" cmpd="sng" algn="ctr">
              <a:solidFill>
                <a:schemeClr val="tx1"/>
              </a:solidFill>
              <a:prstDash val="solid"/>
              <a:round/>
              <a:headEnd type="none" w="med" len="med"/>
              <a:tailEnd type="none" w="med" len="med"/>
            </a:ln>
            <a:effectLst/>
          </p:spPr>
        </p:cxnSp>
        <p:cxnSp>
          <p:nvCxnSpPr>
            <p:cNvPr id="31" name="直线连接符 30">
              <a:extLst>
                <a:ext uri="{FF2B5EF4-FFF2-40B4-BE49-F238E27FC236}">
                  <a16:creationId xmlns:a16="http://schemas.microsoft.com/office/drawing/2014/main" id="{10389501-AA52-4A4B-9AC1-0143BED74B78}"/>
                </a:ext>
              </a:extLst>
            </p:cNvPr>
            <p:cNvCxnSpPr>
              <a:cxnSpLocks/>
            </p:cNvCxnSpPr>
            <p:nvPr/>
          </p:nvCxnSpPr>
          <p:spPr bwMode="auto">
            <a:xfrm flipH="1">
              <a:off x="5687752" y="3682985"/>
              <a:ext cx="504056"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2" name="直线连接符 31">
              <a:extLst>
                <a:ext uri="{FF2B5EF4-FFF2-40B4-BE49-F238E27FC236}">
                  <a16:creationId xmlns:a16="http://schemas.microsoft.com/office/drawing/2014/main" id="{EC7CE701-CA07-7440-9C0E-4DB7CA6C59D1}"/>
                </a:ext>
              </a:extLst>
            </p:cNvPr>
            <p:cNvCxnSpPr>
              <a:cxnSpLocks/>
              <a:endCxn id="26" idx="2"/>
            </p:cNvCxnSpPr>
            <p:nvPr/>
          </p:nvCxnSpPr>
          <p:spPr bwMode="auto">
            <a:xfrm flipV="1">
              <a:off x="4860032" y="5015133"/>
              <a:ext cx="0" cy="43204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3" name="直线连接符 32">
              <a:extLst>
                <a:ext uri="{FF2B5EF4-FFF2-40B4-BE49-F238E27FC236}">
                  <a16:creationId xmlns:a16="http://schemas.microsoft.com/office/drawing/2014/main" id="{597899CD-6F6B-2948-AB8A-E77D5349A340}"/>
                </a:ext>
              </a:extLst>
            </p:cNvPr>
            <p:cNvCxnSpPr>
              <a:cxnSpLocks/>
            </p:cNvCxnSpPr>
            <p:nvPr/>
          </p:nvCxnSpPr>
          <p:spPr bwMode="auto">
            <a:xfrm flipH="1">
              <a:off x="4355976" y="3682985"/>
              <a:ext cx="504056"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9D93C52A-0713-4B47-AD31-3DA61F7E50E6}"/>
                    </a:ext>
                  </a:extLst>
                </p:cNvPr>
                <p:cNvSpPr txBox="1"/>
                <p:nvPr/>
              </p:nvSpPr>
              <p:spPr>
                <a:xfrm>
                  <a:off x="6181835" y="3395787"/>
                  <a:ext cx="694421" cy="36933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sz="2400" b="0" i="1" smtClean="0">
                            <a:latin typeface="Cambria Math" panose="02040503050406030204" pitchFamily="18" charset="0"/>
                          </a:rPr>
                          <m:t>𝑂𝑈𝑇</m:t>
                        </m:r>
                      </m:oMath>
                    </m:oMathPara>
                  </a14:m>
                  <a:endParaRPr kumimoji="1" lang="zh-CN" altLang="en-US" sz="2400" dirty="0"/>
                </a:p>
              </p:txBody>
            </p:sp>
          </mc:Choice>
          <mc:Fallback xmlns="">
            <p:sp>
              <p:nvSpPr>
                <p:cNvPr id="34" name="文本框 33">
                  <a:extLst>
                    <a:ext uri="{FF2B5EF4-FFF2-40B4-BE49-F238E27FC236}">
                      <a16:creationId xmlns:a16="http://schemas.microsoft.com/office/drawing/2014/main" id="{9D93C52A-0713-4B47-AD31-3DA61F7E50E6}"/>
                    </a:ext>
                  </a:extLst>
                </p:cNvPr>
                <p:cNvSpPr txBox="1">
                  <a:spLocks noRot="1" noChangeAspect="1" noMove="1" noResize="1" noEditPoints="1" noAdjustHandles="1" noChangeArrowheads="1" noChangeShapeType="1" noTextEdit="1"/>
                </p:cNvSpPr>
                <p:nvPr/>
              </p:nvSpPr>
              <p:spPr>
                <a:xfrm>
                  <a:off x="6181835" y="3395787"/>
                  <a:ext cx="694421" cy="369331"/>
                </a:xfrm>
                <a:prstGeom prst="rect">
                  <a:avLst/>
                </a:prstGeom>
                <a:blipFill>
                  <a:blip r:embed="rId2"/>
                  <a:stretch>
                    <a:fillRect l="-23529" r="-64706" b="-777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D9F8E410-26B3-604C-B89B-BDB7C8AC42B9}"/>
                    </a:ext>
                  </a:extLst>
                </p:cNvPr>
                <p:cNvSpPr txBox="1"/>
                <p:nvPr/>
              </p:nvSpPr>
              <p:spPr>
                <a:xfrm>
                  <a:off x="4729693" y="1330013"/>
                  <a:ext cx="354264" cy="36933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sz="2400" b="0" i="1" smtClean="0">
                            <a:latin typeface="Cambria Math" panose="02040503050406030204" pitchFamily="18" charset="0"/>
                          </a:rPr>
                          <m:t>𝐵</m:t>
                        </m:r>
                        <m:r>
                          <a:rPr kumimoji="1" lang="zh-CN" altLang="en-US" sz="2400" b="0" i="1" smtClean="0">
                            <a:latin typeface="Cambria Math" panose="02040503050406030204" pitchFamily="18" charset="0"/>
                          </a:rPr>
                          <m:t>’</m:t>
                        </m:r>
                      </m:oMath>
                    </m:oMathPara>
                  </a14:m>
                  <a:endParaRPr kumimoji="1" lang="zh-CN" altLang="en-US" sz="2400" dirty="0"/>
                </a:p>
              </p:txBody>
            </p:sp>
          </mc:Choice>
          <mc:Fallback xmlns="">
            <p:sp>
              <p:nvSpPr>
                <p:cNvPr id="35" name="文本框 34">
                  <a:extLst>
                    <a:ext uri="{FF2B5EF4-FFF2-40B4-BE49-F238E27FC236}">
                      <a16:creationId xmlns:a16="http://schemas.microsoft.com/office/drawing/2014/main" id="{D9F8E410-26B3-604C-B89B-BDB7C8AC42B9}"/>
                    </a:ext>
                  </a:extLst>
                </p:cNvPr>
                <p:cNvSpPr txBox="1">
                  <a:spLocks noRot="1" noChangeAspect="1" noMove="1" noResize="1" noEditPoints="1" noAdjustHandles="1" noChangeArrowheads="1" noChangeShapeType="1" noTextEdit="1"/>
                </p:cNvSpPr>
                <p:nvPr/>
              </p:nvSpPr>
              <p:spPr>
                <a:xfrm>
                  <a:off x="4729693" y="1330013"/>
                  <a:ext cx="354264" cy="369331"/>
                </a:xfrm>
                <a:prstGeom prst="rect">
                  <a:avLst/>
                </a:prstGeom>
                <a:blipFill>
                  <a:blip r:embed="rId3"/>
                  <a:stretch>
                    <a:fillRect l="-44444" r="-72222" b="-7368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A85D1064-AD44-B24C-BDBB-B1D4DF0583F9}"/>
                    </a:ext>
                  </a:extLst>
                </p:cNvPr>
                <p:cNvSpPr txBox="1"/>
                <p:nvPr/>
              </p:nvSpPr>
              <p:spPr>
                <a:xfrm>
                  <a:off x="4052788" y="3370824"/>
                  <a:ext cx="295209" cy="36933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sz="2400" b="0" i="1" smtClean="0">
                            <a:latin typeface="Cambria Math" panose="02040503050406030204" pitchFamily="18" charset="0"/>
                          </a:rPr>
                          <m:t>𝐵</m:t>
                        </m:r>
                      </m:oMath>
                    </m:oMathPara>
                  </a14:m>
                  <a:endParaRPr kumimoji="1" lang="zh-CN" altLang="en-US" sz="2400" dirty="0"/>
                </a:p>
              </p:txBody>
            </p:sp>
          </mc:Choice>
          <mc:Fallback xmlns="">
            <p:sp>
              <p:nvSpPr>
                <p:cNvPr id="36" name="文本框 35">
                  <a:extLst>
                    <a:ext uri="{FF2B5EF4-FFF2-40B4-BE49-F238E27FC236}">
                      <a16:creationId xmlns:a16="http://schemas.microsoft.com/office/drawing/2014/main" id="{A85D1064-AD44-B24C-BDBB-B1D4DF0583F9}"/>
                    </a:ext>
                  </a:extLst>
                </p:cNvPr>
                <p:cNvSpPr txBox="1">
                  <a:spLocks noRot="1" noChangeAspect="1" noMove="1" noResize="1" noEditPoints="1" noAdjustHandles="1" noChangeArrowheads="1" noChangeShapeType="1" noTextEdit="1"/>
                </p:cNvSpPr>
                <p:nvPr/>
              </p:nvSpPr>
              <p:spPr>
                <a:xfrm>
                  <a:off x="4052788" y="3370824"/>
                  <a:ext cx="295209" cy="369331"/>
                </a:xfrm>
                <a:prstGeom prst="rect">
                  <a:avLst/>
                </a:prstGeom>
                <a:blipFill>
                  <a:blip r:embed="rId4"/>
                  <a:stretch>
                    <a:fillRect l="-53333" r="-66667" b="-777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CF659E3D-4DEE-BE42-B539-71CAEE0C2392}"/>
                    </a:ext>
                  </a:extLst>
                </p:cNvPr>
                <p:cNvSpPr txBox="1"/>
                <p:nvPr/>
              </p:nvSpPr>
              <p:spPr>
                <a:xfrm>
                  <a:off x="3291931" y="2607751"/>
                  <a:ext cx="283539" cy="36933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sz="2400" b="0" i="1" smtClean="0">
                            <a:latin typeface="Cambria Math" panose="02040503050406030204" pitchFamily="18" charset="0"/>
                          </a:rPr>
                          <m:t>𝐴</m:t>
                        </m:r>
                      </m:oMath>
                    </m:oMathPara>
                  </a14:m>
                  <a:endParaRPr kumimoji="1" lang="zh-CN" altLang="en-US" sz="2400" dirty="0"/>
                </a:p>
              </p:txBody>
            </p:sp>
          </mc:Choice>
          <mc:Fallback xmlns="">
            <p:sp>
              <p:nvSpPr>
                <p:cNvPr id="37" name="文本框 36">
                  <a:extLst>
                    <a:ext uri="{FF2B5EF4-FFF2-40B4-BE49-F238E27FC236}">
                      <a16:creationId xmlns:a16="http://schemas.microsoft.com/office/drawing/2014/main" id="{CF659E3D-4DEE-BE42-B539-71CAEE0C2392}"/>
                    </a:ext>
                  </a:extLst>
                </p:cNvPr>
                <p:cNvSpPr txBox="1">
                  <a:spLocks noRot="1" noChangeAspect="1" noMove="1" noResize="1" noEditPoints="1" noAdjustHandles="1" noChangeArrowheads="1" noChangeShapeType="1" noTextEdit="1"/>
                </p:cNvSpPr>
                <p:nvPr/>
              </p:nvSpPr>
              <p:spPr>
                <a:xfrm>
                  <a:off x="3291931" y="2607751"/>
                  <a:ext cx="283539" cy="369331"/>
                </a:xfrm>
                <a:prstGeom prst="rect">
                  <a:avLst/>
                </a:prstGeom>
                <a:blipFill>
                  <a:blip r:embed="rId5"/>
                  <a:stretch>
                    <a:fillRect l="-57143" r="-71429" b="-7368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94F08F61-1F56-124A-91BA-5CFFFA4A79E7}"/>
                    </a:ext>
                  </a:extLst>
                </p:cNvPr>
                <p:cNvSpPr txBox="1"/>
                <p:nvPr/>
              </p:nvSpPr>
              <p:spPr>
                <a:xfrm>
                  <a:off x="3303601" y="4294480"/>
                  <a:ext cx="254876" cy="36933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sz="2400" b="0" i="1" smtClean="0">
                            <a:latin typeface="Cambria Math" panose="02040503050406030204" pitchFamily="18" charset="0"/>
                          </a:rPr>
                          <m:t>0</m:t>
                        </m:r>
                      </m:oMath>
                    </m:oMathPara>
                  </a14:m>
                  <a:endParaRPr kumimoji="1" lang="zh-CN" altLang="en-US" sz="2400" dirty="0"/>
                </a:p>
              </p:txBody>
            </p:sp>
          </mc:Choice>
          <mc:Fallback xmlns="">
            <p:sp>
              <p:nvSpPr>
                <p:cNvPr id="38" name="文本框 37">
                  <a:extLst>
                    <a:ext uri="{FF2B5EF4-FFF2-40B4-BE49-F238E27FC236}">
                      <a16:creationId xmlns:a16="http://schemas.microsoft.com/office/drawing/2014/main" id="{94F08F61-1F56-124A-91BA-5CFFFA4A79E7}"/>
                    </a:ext>
                  </a:extLst>
                </p:cNvPr>
                <p:cNvSpPr txBox="1">
                  <a:spLocks noRot="1" noChangeAspect="1" noMove="1" noResize="1" noEditPoints="1" noAdjustHandles="1" noChangeArrowheads="1" noChangeShapeType="1" noTextEdit="1"/>
                </p:cNvSpPr>
                <p:nvPr/>
              </p:nvSpPr>
              <p:spPr>
                <a:xfrm>
                  <a:off x="3303601" y="4294480"/>
                  <a:ext cx="254876" cy="369331"/>
                </a:xfrm>
                <a:prstGeom prst="rect">
                  <a:avLst/>
                </a:prstGeom>
                <a:blipFill>
                  <a:blip r:embed="rId6"/>
                  <a:stretch>
                    <a:fillRect l="-61538" r="-76923" b="-777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6620CD89-22E8-C44E-9157-ADA9A319D97C}"/>
                    </a:ext>
                  </a:extLst>
                </p:cNvPr>
                <p:cNvSpPr txBox="1"/>
                <p:nvPr/>
              </p:nvSpPr>
              <p:spPr>
                <a:xfrm>
                  <a:off x="4732593" y="5339489"/>
                  <a:ext cx="354264" cy="36933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sz="2400" b="0" i="1" smtClean="0">
                            <a:latin typeface="Cambria Math" panose="02040503050406030204" pitchFamily="18" charset="0"/>
                          </a:rPr>
                          <m:t>𝐵</m:t>
                        </m:r>
                        <m:r>
                          <a:rPr kumimoji="1" lang="zh-CN" altLang="en-US" sz="2400" b="0" i="1" smtClean="0">
                            <a:latin typeface="Cambria Math" panose="02040503050406030204" pitchFamily="18" charset="0"/>
                          </a:rPr>
                          <m:t>’</m:t>
                        </m:r>
                      </m:oMath>
                    </m:oMathPara>
                  </a14:m>
                  <a:endParaRPr kumimoji="1" lang="zh-CN" altLang="en-US" sz="2400" dirty="0"/>
                </a:p>
              </p:txBody>
            </p:sp>
          </mc:Choice>
          <mc:Fallback xmlns="">
            <p:sp>
              <p:nvSpPr>
                <p:cNvPr id="39" name="文本框 38">
                  <a:extLst>
                    <a:ext uri="{FF2B5EF4-FFF2-40B4-BE49-F238E27FC236}">
                      <a16:creationId xmlns:a16="http://schemas.microsoft.com/office/drawing/2014/main" id="{6620CD89-22E8-C44E-9157-ADA9A319D97C}"/>
                    </a:ext>
                  </a:extLst>
                </p:cNvPr>
                <p:cNvSpPr txBox="1">
                  <a:spLocks noRot="1" noChangeAspect="1" noMove="1" noResize="1" noEditPoints="1" noAdjustHandles="1" noChangeArrowheads="1" noChangeShapeType="1" noTextEdit="1"/>
                </p:cNvSpPr>
                <p:nvPr/>
              </p:nvSpPr>
              <p:spPr>
                <a:xfrm>
                  <a:off x="4732593" y="5339489"/>
                  <a:ext cx="354264" cy="369331"/>
                </a:xfrm>
                <a:prstGeom prst="rect">
                  <a:avLst/>
                </a:prstGeom>
                <a:blipFill>
                  <a:blip r:embed="rId7"/>
                  <a:stretch>
                    <a:fillRect l="-44444" r="-72222" b="-77778"/>
                  </a:stretch>
                </a:blipFill>
              </p:spPr>
              <p:txBody>
                <a:bodyPr/>
                <a:lstStyle/>
                <a:p>
                  <a:r>
                    <a:rPr lang="zh-CN" altLang="en-US">
                      <a:noFill/>
                    </a:rPr>
                    <a:t> </a:t>
                  </a:r>
                </a:p>
              </p:txBody>
            </p:sp>
          </mc:Fallback>
        </mc:AlternateContent>
      </p:grpSp>
      <p:graphicFrame>
        <p:nvGraphicFramePr>
          <p:cNvPr id="5" name="表格 4">
            <a:extLst>
              <a:ext uri="{FF2B5EF4-FFF2-40B4-BE49-F238E27FC236}">
                <a16:creationId xmlns:a16="http://schemas.microsoft.com/office/drawing/2014/main" id="{B421BBFB-E239-1841-B265-B3A1C65D3C6C}"/>
              </a:ext>
            </a:extLst>
          </p:cNvPr>
          <p:cNvGraphicFramePr>
            <a:graphicFrameLocks noGrp="1"/>
          </p:cNvGraphicFramePr>
          <p:nvPr>
            <p:extLst>
              <p:ext uri="{D42A27DB-BD31-4B8C-83A1-F6EECF244321}">
                <p14:modId xmlns:p14="http://schemas.microsoft.com/office/powerpoint/2010/main" val="610147596"/>
              </p:ext>
            </p:extLst>
          </p:nvPr>
        </p:nvGraphicFramePr>
        <p:xfrm>
          <a:off x="2728921" y="4468898"/>
          <a:ext cx="3686157" cy="1981200"/>
        </p:xfrm>
        <a:graphic>
          <a:graphicData uri="http://schemas.openxmlformats.org/drawingml/2006/table">
            <a:tbl>
              <a:tblPr firstRow="1" bandRow="1">
                <a:tableStyleId>{5940675A-B579-460E-94D1-54222C63F5DA}</a:tableStyleId>
              </a:tblPr>
              <a:tblGrid>
                <a:gridCol w="1228719">
                  <a:extLst>
                    <a:ext uri="{9D8B030D-6E8A-4147-A177-3AD203B41FA5}">
                      <a16:colId xmlns:a16="http://schemas.microsoft.com/office/drawing/2014/main" val="2656500427"/>
                    </a:ext>
                  </a:extLst>
                </a:gridCol>
                <a:gridCol w="1228719">
                  <a:extLst>
                    <a:ext uri="{9D8B030D-6E8A-4147-A177-3AD203B41FA5}">
                      <a16:colId xmlns:a16="http://schemas.microsoft.com/office/drawing/2014/main" val="3875689784"/>
                    </a:ext>
                  </a:extLst>
                </a:gridCol>
                <a:gridCol w="1228719">
                  <a:extLst>
                    <a:ext uri="{9D8B030D-6E8A-4147-A177-3AD203B41FA5}">
                      <a16:colId xmlns:a16="http://schemas.microsoft.com/office/drawing/2014/main" val="2202028777"/>
                    </a:ext>
                  </a:extLst>
                </a:gridCol>
              </a:tblGrid>
              <a:tr h="370840">
                <a:tc>
                  <a:txBody>
                    <a:bodyPr/>
                    <a:lstStyle/>
                    <a:p>
                      <a:pPr algn="ctr"/>
                      <a:r>
                        <a:rPr lang="en-US" altLang="zh-CN" sz="2000" b="1" dirty="0"/>
                        <a:t>A</a:t>
                      </a:r>
                      <a:endParaRPr lang="zh-CN" altLang="en-US" sz="2000" b="1" dirty="0"/>
                    </a:p>
                  </a:txBody>
                  <a:tcPr>
                    <a:solidFill>
                      <a:schemeClr val="accent2">
                        <a:lumMod val="20000"/>
                        <a:lumOff val="80000"/>
                      </a:schemeClr>
                    </a:solidFill>
                  </a:tcPr>
                </a:tc>
                <a:tc>
                  <a:txBody>
                    <a:bodyPr/>
                    <a:lstStyle/>
                    <a:p>
                      <a:pPr algn="ctr"/>
                      <a:r>
                        <a:rPr lang="en-US" altLang="zh-CN" sz="2000" b="1" dirty="0"/>
                        <a:t>B</a:t>
                      </a:r>
                      <a:endParaRPr lang="zh-CN" altLang="en-US" sz="2000" b="1" dirty="0"/>
                    </a:p>
                  </a:txBody>
                  <a:tcPr>
                    <a:solidFill>
                      <a:schemeClr val="accent2">
                        <a:lumMod val="20000"/>
                        <a:lumOff val="80000"/>
                      </a:schemeClr>
                    </a:solidFill>
                  </a:tcPr>
                </a:tc>
                <a:tc>
                  <a:txBody>
                    <a:bodyPr/>
                    <a:lstStyle/>
                    <a:p>
                      <a:pPr algn="ctr"/>
                      <a:r>
                        <a:rPr lang="en-US" altLang="zh-CN" sz="2000" b="1" dirty="0"/>
                        <a:t>OUT</a:t>
                      </a:r>
                      <a:endParaRPr lang="zh-CN" altLang="en-US" sz="2000" b="1" dirty="0"/>
                    </a:p>
                  </a:txBody>
                  <a:tcPr>
                    <a:solidFill>
                      <a:schemeClr val="accent2">
                        <a:lumMod val="20000"/>
                        <a:lumOff val="80000"/>
                      </a:schemeClr>
                    </a:solidFill>
                  </a:tcPr>
                </a:tc>
                <a:extLst>
                  <a:ext uri="{0D108BD9-81ED-4DB2-BD59-A6C34878D82A}">
                    <a16:rowId xmlns:a16="http://schemas.microsoft.com/office/drawing/2014/main" val="1375400604"/>
                  </a:ext>
                </a:extLst>
              </a:tr>
              <a:tr h="370840">
                <a:tc>
                  <a:txBody>
                    <a:bodyPr/>
                    <a:lstStyle/>
                    <a:p>
                      <a:pPr algn="ctr"/>
                      <a:r>
                        <a:rPr lang="en-US" altLang="zh-CN" sz="2000" dirty="0"/>
                        <a:t>0</a:t>
                      </a:r>
                      <a:endParaRPr lang="zh-CN" altLang="en-US" sz="2000" dirty="0"/>
                    </a:p>
                  </a:txBody>
                  <a:tcPr/>
                </a:tc>
                <a:tc>
                  <a:txBody>
                    <a:bodyPr/>
                    <a:lstStyle/>
                    <a:p>
                      <a:pPr algn="ctr"/>
                      <a:r>
                        <a:rPr lang="en-US" altLang="zh-CN" sz="2000" dirty="0"/>
                        <a:t>0</a:t>
                      </a:r>
                      <a:endParaRPr lang="zh-CN" altLang="en-US" sz="2000" dirty="0"/>
                    </a:p>
                  </a:txBody>
                  <a:tcPr/>
                </a:tc>
                <a:tc>
                  <a:txBody>
                    <a:bodyPr/>
                    <a:lstStyle/>
                    <a:p>
                      <a:pPr algn="ctr"/>
                      <a:r>
                        <a:rPr lang="en-US" altLang="zh-CN" sz="2000" dirty="0"/>
                        <a:t>0</a:t>
                      </a:r>
                      <a:endParaRPr lang="zh-CN" altLang="en-US" sz="2000" dirty="0"/>
                    </a:p>
                  </a:txBody>
                  <a:tcPr/>
                </a:tc>
                <a:extLst>
                  <a:ext uri="{0D108BD9-81ED-4DB2-BD59-A6C34878D82A}">
                    <a16:rowId xmlns:a16="http://schemas.microsoft.com/office/drawing/2014/main" val="4065889548"/>
                  </a:ext>
                </a:extLst>
              </a:tr>
              <a:tr h="370840">
                <a:tc>
                  <a:txBody>
                    <a:bodyPr/>
                    <a:lstStyle/>
                    <a:p>
                      <a:pPr algn="ctr"/>
                      <a:r>
                        <a:rPr lang="en-US" altLang="zh-CN" sz="2000" dirty="0"/>
                        <a:t>0</a:t>
                      </a:r>
                      <a:endParaRPr lang="zh-CN" altLang="en-US" sz="2000" dirty="0"/>
                    </a:p>
                  </a:txBody>
                  <a:tcPr/>
                </a:tc>
                <a:tc>
                  <a:txBody>
                    <a:bodyPr/>
                    <a:lstStyle/>
                    <a:p>
                      <a:pPr algn="ctr"/>
                      <a:r>
                        <a:rPr lang="en-US" altLang="zh-CN" sz="2000" dirty="0"/>
                        <a:t>1</a:t>
                      </a:r>
                      <a:endParaRPr lang="zh-CN" altLang="en-US" sz="2000" dirty="0"/>
                    </a:p>
                  </a:txBody>
                  <a:tcPr/>
                </a:tc>
                <a:tc>
                  <a:txBody>
                    <a:bodyPr/>
                    <a:lstStyle/>
                    <a:p>
                      <a:pPr algn="ctr"/>
                      <a:r>
                        <a:rPr lang="en-US" altLang="zh-CN" sz="2000" dirty="0"/>
                        <a:t>0</a:t>
                      </a:r>
                      <a:endParaRPr lang="zh-CN" altLang="en-US" sz="2000" dirty="0"/>
                    </a:p>
                  </a:txBody>
                  <a:tcPr/>
                </a:tc>
                <a:extLst>
                  <a:ext uri="{0D108BD9-81ED-4DB2-BD59-A6C34878D82A}">
                    <a16:rowId xmlns:a16="http://schemas.microsoft.com/office/drawing/2014/main" val="4116285615"/>
                  </a:ext>
                </a:extLst>
              </a:tr>
              <a:tr h="370840">
                <a:tc>
                  <a:txBody>
                    <a:bodyPr/>
                    <a:lstStyle/>
                    <a:p>
                      <a:pPr algn="ctr"/>
                      <a:r>
                        <a:rPr lang="en-US" altLang="zh-CN" sz="2000" dirty="0"/>
                        <a:t>1</a:t>
                      </a:r>
                      <a:endParaRPr lang="zh-CN" altLang="en-US" sz="2000" dirty="0"/>
                    </a:p>
                  </a:txBody>
                  <a:tcPr/>
                </a:tc>
                <a:tc>
                  <a:txBody>
                    <a:bodyPr/>
                    <a:lstStyle/>
                    <a:p>
                      <a:pPr algn="ctr"/>
                      <a:r>
                        <a:rPr lang="en-US" altLang="zh-CN" sz="2000" dirty="0"/>
                        <a:t>0</a:t>
                      </a:r>
                      <a:endParaRPr lang="zh-CN" altLang="en-US" sz="2000" dirty="0"/>
                    </a:p>
                  </a:txBody>
                  <a:tcPr/>
                </a:tc>
                <a:tc>
                  <a:txBody>
                    <a:bodyPr/>
                    <a:lstStyle/>
                    <a:p>
                      <a:pPr algn="ctr"/>
                      <a:r>
                        <a:rPr lang="en-US" altLang="zh-CN" sz="2000" dirty="0"/>
                        <a:t>0</a:t>
                      </a:r>
                      <a:endParaRPr lang="zh-CN" altLang="en-US" sz="2000" dirty="0"/>
                    </a:p>
                  </a:txBody>
                  <a:tcPr/>
                </a:tc>
                <a:extLst>
                  <a:ext uri="{0D108BD9-81ED-4DB2-BD59-A6C34878D82A}">
                    <a16:rowId xmlns:a16="http://schemas.microsoft.com/office/drawing/2014/main" val="1015672675"/>
                  </a:ext>
                </a:extLst>
              </a:tr>
              <a:tr h="370840">
                <a:tc>
                  <a:txBody>
                    <a:bodyPr/>
                    <a:lstStyle/>
                    <a:p>
                      <a:pPr algn="ctr"/>
                      <a:r>
                        <a:rPr lang="en-US" altLang="zh-CN" sz="2000" dirty="0"/>
                        <a:t>1</a:t>
                      </a:r>
                      <a:endParaRPr lang="zh-CN" altLang="en-US" sz="2000" dirty="0"/>
                    </a:p>
                  </a:txBody>
                  <a:tcPr/>
                </a:tc>
                <a:tc>
                  <a:txBody>
                    <a:bodyPr/>
                    <a:lstStyle/>
                    <a:p>
                      <a:pPr algn="ctr"/>
                      <a:r>
                        <a:rPr lang="en-US" altLang="zh-CN" sz="2000" dirty="0"/>
                        <a:t>1</a:t>
                      </a:r>
                      <a:endParaRPr lang="zh-CN" altLang="en-US" sz="2000" dirty="0"/>
                    </a:p>
                  </a:txBody>
                  <a:tcPr/>
                </a:tc>
                <a:tc>
                  <a:txBody>
                    <a:bodyPr/>
                    <a:lstStyle/>
                    <a:p>
                      <a:pPr algn="ctr"/>
                      <a:r>
                        <a:rPr lang="en-US" altLang="zh-CN" sz="2000" dirty="0"/>
                        <a:t>1</a:t>
                      </a:r>
                      <a:endParaRPr lang="zh-CN" altLang="en-US" sz="2000" dirty="0"/>
                    </a:p>
                  </a:txBody>
                  <a:tcPr/>
                </a:tc>
                <a:extLst>
                  <a:ext uri="{0D108BD9-81ED-4DB2-BD59-A6C34878D82A}">
                    <a16:rowId xmlns:a16="http://schemas.microsoft.com/office/drawing/2014/main" val="732462097"/>
                  </a:ext>
                </a:extLst>
              </a:tr>
            </a:tbl>
          </a:graphicData>
        </a:graphic>
      </p:graphicFrame>
      <p:sp>
        <p:nvSpPr>
          <p:cNvPr id="40" name="灯片编号占位符 6">
            <a:extLst>
              <a:ext uri="{FF2B5EF4-FFF2-40B4-BE49-F238E27FC236}">
                <a16:creationId xmlns:a16="http://schemas.microsoft.com/office/drawing/2014/main" id="{8032159B-3F94-9548-921F-18B0C04D14AD}"/>
              </a:ext>
            </a:extLst>
          </p:cNvPr>
          <p:cNvSpPr txBox="1">
            <a:spLocks/>
          </p:cNvSpPr>
          <p:nvPr/>
        </p:nvSpPr>
        <p:spPr bwMode="auto">
          <a:xfrm>
            <a:off x="6553200" y="6265860"/>
            <a:ext cx="213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4600" b="1" kern="1200">
                <a:solidFill>
                  <a:srgbClr val="FF3300"/>
                </a:solidFill>
                <a:latin typeface="Garamond" pitchFamily="18" charset="0"/>
                <a:ea typeface="宋体" charset="-122"/>
                <a:cs typeface="+mn-cs"/>
              </a:defRPr>
            </a:lvl1pPr>
            <a:lvl2pPr marL="742950" indent="-28575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2pPr>
            <a:lvl3pPr marL="11430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3pPr>
            <a:lvl4pPr marL="16002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4pPr>
            <a:lvl5pPr marL="20574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5pPr>
            <a:lvl6pPr marL="25146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6pPr>
            <a:lvl7pPr marL="29718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7pPr>
            <a:lvl8pPr marL="34290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8pPr>
            <a:lvl9pPr marL="38862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9pPr>
          </a:lstStyle>
          <a:p>
            <a:pPr eaLnBrk="1" hangingPunct="1"/>
            <a:fld id="{CCE6D788-BCB5-407E-9DED-68D155892338}" type="slidenum">
              <a:rPr lang="en-US" altLang="zh-CN" sz="1400" smtClean="0">
                <a:solidFill>
                  <a:schemeClr val="tx1"/>
                </a:solidFill>
                <a:latin typeface="Arial" panose="020B0604020202020204" pitchFamily="34" charset="0"/>
                <a:cs typeface="Arial" panose="020B0604020202020204" pitchFamily="34" charset="0"/>
              </a:rPr>
              <a:pPr eaLnBrk="1" hangingPunct="1"/>
              <a:t>18</a:t>
            </a:fld>
            <a:endParaRPr lang="en-US" altLang="zh-CN" sz="1400" dirty="0">
              <a:solidFill>
                <a:schemeClr val="tx1"/>
              </a:solidFill>
              <a:latin typeface="Arial" panose="020B0604020202020204" pitchFamily="34" charset="0"/>
              <a:cs typeface="Arial" panose="020B0604020202020204" pitchFamily="34" charset="0"/>
            </a:endParaRPr>
          </a:p>
        </p:txBody>
      </p:sp>
      <p:sp>
        <p:nvSpPr>
          <p:cNvPr id="6" name="标题 5">
            <a:extLst>
              <a:ext uri="{FF2B5EF4-FFF2-40B4-BE49-F238E27FC236}">
                <a16:creationId xmlns:a16="http://schemas.microsoft.com/office/drawing/2014/main" id="{77203243-9344-FDBC-864D-B29EA8633B71}"/>
              </a:ext>
            </a:extLst>
          </p:cNvPr>
          <p:cNvSpPr>
            <a:spLocks noGrp="1"/>
          </p:cNvSpPr>
          <p:nvPr>
            <p:ph type="title"/>
          </p:nvPr>
        </p:nvSpPr>
        <p:spPr/>
        <p:txBody>
          <a:bodyPr/>
          <a:lstStyle/>
          <a:p>
            <a:r>
              <a:rPr lang="en-MY" altLang="zh-CN" kern="0" dirty="0" err="1"/>
              <a:t>答案解析</a:t>
            </a:r>
            <a:endParaRPr lang="zh-CN" altLang="en-US" dirty="0"/>
          </a:p>
        </p:txBody>
      </p:sp>
      <p:sp>
        <p:nvSpPr>
          <p:cNvPr id="7" name="内容占位符 6">
            <a:extLst>
              <a:ext uri="{FF2B5EF4-FFF2-40B4-BE49-F238E27FC236}">
                <a16:creationId xmlns:a16="http://schemas.microsoft.com/office/drawing/2014/main" id="{F239F76B-C055-4ACF-9D1C-AE0EDC9F5904}"/>
              </a:ext>
            </a:extLst>
          </p:cNvPr>
          <p:cNvSpPr>
            <a:spLocks noGrp="1"/>
          </p:cNvSpPr>
          <p:nvPr>
            <p:ph idx="1"/>
          </p:nvPr>
        </p:nvSpPr>
        <p:spPr>
          <a:xfrm>
            <a:off x="457200" y="1324756"/>
            <a:ext cx="8229600" cy="4525963"/>
          </a:xfrm>
        </p:spPr>
        <p:txBody>
          <a:bodyPr/>
          <a:lstStyle/>
          <a:p>
            <a:pPr marL="457200" indent="-457200">
              <a:buFont typeface="Arial" panose="020B0604020202020204" pitchFamily="34" charset="0"/>
              <a:buChar char="•"/>
            </a:pPr>
            <a:r>
              <a:rPr kumimoji="1" lang="zh-CN" altLang="en-MY" sz="2800" b="1" dirty="0">
                <a:latin typeface="黑体" panose="02010609060101010101" pitchFamily="49" charset="-122"/>
                <a:ea typeface="黑体" panose="02010609060101010101" pitchFamily="49" charset="-122"/>
              </a:rPr>
              <a:t>下图</a:t>
            </a:r>
            <a:r>
              <a:rPr kumimoji="1" lang="zh-CN" altLang="en-US" sz="2800" b="1" dirty="0">
                <a:latin typeface="黑体" panose="02010609060101010101" pitchFamily="49" charset="-122"/>
                <a:ea typeface="黑体" panose="02010609060101010101" pitchFamily="49" charset="-122"/>
              </a:rPr>
              <a:t>所示电路的逻辑表达式为：</a:t>
            </a:r>
            <a:endParaRPr kumimoji="1" lang="en-US" altLang="zh-CN" sz="2800" b="1" dirty="0">
              <a:latin typeface="黑体" panose="02010609060101010101" pitchFamily="49" charset="-122"/>
              <a:ea typeface="黑体" panose="02010609060101010101" pitchFamily="49" charset="-122"/>
            </a:endParaRPr>
          </a:p>
          <a:p>
            <a:pPr marL="914400" lvl="1" indent="-457200">
              <a:buFont typeface="System Font Regular"/>
              <a:buChar char="-"/>
            </a:pPr>
            <a:r>
              <a:rPr kumimoji="1" lang="en-US" altLang="zh-CN" sz="2800" b="1" dirty="0">
                <a:solidFill>
                  <a:srgbClr val="3333FF"/>
                </a:solidFill>
                <a:latin typeface="Arial" panose="020B0604020202020204" pitchFamily="34" charset="0"/>
                <a:ea typeface="黑体" panose="02010609060101010101" pitchFamily="49" charset="-122"/>
                <a:cs typeface="Arial" panose="020B0604020202020204" pitchFamily="34" charset="0"/>
              </a:rPr>
              <a:t>A.</a:t>
            </a:r>
            <a:r>
              <a:rPr kumimoji="1" lang="zh-CN" altLang="en-US" sz="2800" b="1" dirty="0">
                <a:solidFill>
                  <a:srgbClr val="3333FF"/>
                </a:solidFill>
                <a:latin typeface="Arial" panose="020B0604020202020204" pitchFamily="34" charset="0"/>
                <a:ea typeface="黑体" panose="02010609060101010101" pitchFamily="49" charset="-122"/>
                <a:cs typeface="Arial" panose="020B0604020202020204" pitchFamily="34" charset="0"/>
              </a:rPr>
              <a:t> </a:t>
            </a:r>
            <a:r>
              <a:rPr kumimoji="1" lang="en-US" altLang="zh-CN" sz="2800" b="1" dirty="0">
                <a:solidFill>
                  <a:srgbClr val="3333FF"/>
                </a:solidFill>
                <a:latin typeface="Arial" panose="020B0604020202020204" pitchFamily="34" charset="0"/>
                <a:ea typeface="黑体" panose="02010609060101010101" pitchFamily="49" charset="-122"/>
                <a:cs typeface="Arial" panose="020B0604020202020204" pitchFamily="34" charset="0"/>
              </a:rPr>
              <a:t>A</a:t>
            </a:r>
            <a:r>
              <a:rPr kumimoji="1" lang="zh-CN" altLang="en-US" sz="2800" b="1" dirty="0">
                <a:solidFill>
                  <a:srgbClr val="3333FF"/>
                </a:solidFill>
                <a:latin typeface="Arial" panose="020B0604020202020204" pitchFamily="34" charset="0"/>
                <a:ea typeface="黑体" panose="02010609060101010101" pitchFamily="49" charset="-122"/>
                <a:cs typeface="Arial" panose="020B0604020202020204" pitchFamily="34" charset="0"/>
              </a:rPr>
              <a:t> </a:t>
            </a:r>
            <a:r>
              <a:rPr kumimoji="1" lang="en-US" altLang="zh-CN" sz="2800" b="1" dirty="0">
                <a:solidFill>
                  <a:srgbClr val="3333FF"/>
                </a:solidFill>
                <a:latin typeface="Arial" panose="020B0604020202020204" pitchFamily="34" charset="0"/>
                <a:ea typeface="黑体" panose="02010609060101010101" pitchFamily="49" charset="-122"/>
                <a:cs typeface="Arial" panose="020B0604020202020204" pitchFamily="34" charset="0"/>
              </a:rPr>
              <a:t>AND</a:t>
            </a:r>
            <a:r>
              <a:rPr kumimoji="1" lang="zh-CN" altLang="en-US" sz="2800" b="1" dirty="0">
                <a:solidFill>
                  <a:srgbClr val="3333FF"/>
                </a:solidFill>
                <a:latin typeface="Arial" panose="020B0604020202020204" pitchFamily="34" charset="0"/>
                <a:ea typeface="黑体" panose="02010609060101010101" pitchFamily="49" charset="-122"/>
                <a:cs typeface="Arial" panose="020B0604020202020204" pitchFamily="34" charset="0"/>
              </a:rPr>
              <a:t> </a:t>
            </a:r>
            <a:r>
              <a:rPr kumimoji="1" lang="en-US" altLang="zh-CN" sz="2800" b="1" dirty="0">
                <a:solidFill>
                  <a:srgbClr val="3333FF"/>
                </a:solidFill>
                <a:latin typeface="Arial" panose="020B0604020202020204" pitchFamily="34" charset="0"/>
                <a:ea typeface="黑体" panose="02010609060101010101" pitchFamily="49" charset="-122"/>
                <a:cs typeface="Arial" panose="020B0604020202020204" pitchFamily="34" charset="0"/>
              </a:rPr>
              <a:t>B</a:t>
            </a:r>
          </a:p>
          <a:p>
            <a:pPr marL="914400" lvl="1" indent="-457200">
              <a:buFont typeface="System Font Regular"/>
              <a:buChar char="-"/>
            </a:pPr>
            <a:r>
              <a:rPr kumimoji="1" lang="en-MY" altLang="zh-CN" sz="2800" b="1" dirty="0">
                <a:latin typeface="Arial" panose="020B0604020202020204" pitchFamily="34" charset="0"/>
                <a:ea typeface="黑体" panose="02010609060101010101" pitchFamily="49" charset="-122"/>
                <a:cs typeface="Arial" panose="020B0604020202020204" pitchFamily="34" charset="0"/>
              </a:rPr>
              <a:t>B</a:t>
            </a:r>
            <a:r>
              <a:rPr kumimoji="1" lang="en-US" altLang="zh-CN" sz="2800" b="1" dirty="0">
                <a:latin typeface="Arial" panose="020B0604020202020204" pitchFamily="34" charset="0"/>
                <a:ea typeface="黑体" panose="02010609060101010101" pitchFamily="49" charset="-122"/>
                <a:cs typeface="Arial" panose="020B0604020202020204" pitchFamily="34" charset="0"/>
              </a:rPr>
              <a:t>.</a:t>
            </a:r>
            <a:r>
              <a:rPr kumimoji="1" lang="zh-CN" altLang="en-US" sz="2800" b="1" dirty="0">
                <a:latin typeface="Arial" panose="020B0604020202020204" pitchFamily="34" charset="0"/>
                <a:ea typeface="黑体" panose="02010609060101010101" pitchFamily="49" charset="-122"/>
                <a:cs typeface="Arial" panose="020B0604020202020204" pitchFamily="34" charset="0"/>
              </a:rPr>
              <a:t> </a:t>
            </a:r>
            <a:r>
              <a:rPr kumimoji="1" lang="en-US" altLang="zh-CN" sz="2800" b="1" dirty="0">
                <a:latin typeface="Arial" panose="020B0604020202020204" pitchFamily="34" charset="0"/>
                <a:ea typeface="黑体" panose="02010609060101010101" pitchFamily="49" charset="-122"/>
                <a:cs typeface="Arial" panose="020B0604020202020204" pitchFamily="34" charset="0"/>
              </a:rPr>
              <a:t>A OR B</a:t>
            </a:r>
          </a:p>
          <a:p>
            <a:pPr marL="914400" lvl="1" indent="-457200">
              <a:buFont typeface="System Font Regular"/>
              <a:buChar char="-"/>
            </a:pPr>
            <a:r>
              <a:rPr kumimoji="1" lang="en-US" altLang="zh-CN" sz="2800" b="1" dirty="0">
                <a:latin typeface="Arial" panose="020B0604020202020204" pitchFamily="34" charset="0"/>
                <a:ea typeface="黑体" panose="02010609060101010101" pitchFamily="49" charset="-122"/>
                <a:cs typeface="Arial" panose="020B0604020202020204" pitchFamily="34" charset="0"/>
              </a:rPr>
              <a:t>C. A XOR B</a:t>
            </a:r>
          </a:p>
          <a:p>
            <a:pPr marL="914400" lvl="1" indent="-457200">
              <a:buFont typeface="System Font Regular"/>
              <a:buChar char="-"/>
            </a:pPr>
            <a:r>
              <a:rPr kumimoji="1" lang="en-US" altLang="zh-CN" sz="2800" b="1" dirty="0">
                <a:latin typeface="Arial" panose="020B0604020202020204" pitchFamily="34" charset="0"/>
                <a:ea typeface="黑体" panose="02010609060101010101" pitchFamily="49" charset="-122"/>
                <a:cs typeface="Arial" panose="020B0604020202020204" pitchFamily="34" charset="0"/>
              </a:rPr>
              <a:t>D. A NOR B</a:t>
            </a:r>
            <a:r>
              <a:rPr kumimoji="1" lang="zh-CN" altLang="en-US" sz="2800" b="1" dirty="0">
                <a:latin typeface="Arial" panose="020B0604020202020204" pitchFamily="34" charset="0"/>
                <a:ea typeface="黑体" panose="02010609060101010101" pitchFamily="49" charset="-122"/>
                <a:cs typeface="Arial" panose="020B0604020202020204" pitchFamily="34" charset="0"/>
              </a:rPr>
              <a:t> </a:t>
            </a:r>
            <a:endParaRPr kumimoji="1" lang="en-US" altLang="zh-CN" sz="2800" b="1" dirty="0">
              <a:latin typeface="黑体" panose="02010609060101010101" pitchFamily="49" charset="-122"/>
              <a:ea typeface="黑体" panose="02010609060101010101" pitchFamily="49" charset="-122"/>
            </a:endParaRPr>
          </a:p>
          <a:p>
            <a:pPr marL="457200" indent="-457200">
              <a:buFont typeface="Arial" panose="020B0604020202020204" pitchFamily="34" charset="0"/>
              <a:buChar char="•"/>
            </a:pPr>
            <a:r>
              <a:rPr kumimoji="1" lang="zh-CN" altLang="en-MY" sz="2800" b="1" dirty="0">
                <a:solidFill>
                  <a:srgbClr val="3333FF"/>
                </a:solidFill>
                <a:latin typeface="黑体" panose="02010609060101010101" pitchFamily="49" charset="-122"/>
                <a:ea typeface="黑体" panose="02010609060101010101" pitchFamily="49" charset="-122"/>
              </a:rPr>
              <a:t>解答</a:t>
            </a:r>
            <a:r>
              <a:rPr kumimoji="1" lang="zh-CN" altLang="en-US" sz="2800" b="1" dirty="0">
                <a:solidFill>
                  <a:srgbClr val="3333FF"/>
                </a:solidFill>
                <a:latin typeface="黑体" panose="02010609060101010101" pitchFamily="49" charset="-122"/>
                <a:ea typeface="黑体" panose="02010609060101010101" pitchFamily="49" charset="-122"/>
              </a:rPr>
              <a:t>：</a:t>
            </a:r>
            <a:r>
              <a:rPr kumimoji="1" lang="en-US" altLang="zh-CN" sz="2800" b="1" dirty="0">
                <a:solidFill>
                  <a:srgbClr val="3333FF"/>
                </a:solidFill>
                <a:latin typeface="+mn-lt"/>
                <a:ea typeface="黑体" panose="02010609060101010101" pitchFamily="49" charset="-122"/>
              </a:rPr>
              <a:t>A</a:t>
            </a:r>
            <a:endParaRPr kumimoji="1" lang="en-MY" altLang="zh-CN" sz="2800" b="1" dirty="0">
              <a:latin typeface="黑体" panose="02010609060101010101" pitchFamily="49" charset="-122"/>
              <a:ea typeface="黑体" panose="02010609060101010101" pitchFamily="49" charset="-122"/>
            </a:endParaRPr>
          </a:p>
          <a:p>
            <a:pPr marL="514350" indent="-457200">
              <a:buFont typeface="System Font Regular"/>
              <a:buChar char="-"/>
            </a:pPr>
            <a:endParaRPr kumimoji="1" lang="en-US" altLang="zh-CN" sz="2800" b="1" dirty="0">
              <a:latin typeface="Arial" panose="020B0604020202020204" pitchFamily="34" charset="0"/>
              <a:ea typeface="黑体" panose="02010609060101010101" pitchFamily="49" charset="-122"/>
              <a:cs typeface="Arial" panose="020B0604020202020204" pitchFamily="34" charset="0"/>
            </a:endParaRPr>
          </a:p>
          <a:p>
            <a:pPr marL="457200" indent="-457200">
              <a:buFont typeface="System Font Regular"/>
              <a:buChar char="-"/>
            </a:pPr>
            <a:endParaRPr kumimoji="1" lang="zh-CN" altLang="en-US" sz="2800" b="1" dirty="0">
              <a:latin typeface="Arial" panose="020B0604020202020204" pitchFamily="34" charset="0"/>
              <a:cs typeface="Arial" panose="020B0604020202020204" pitchFamily="34" charset="0"/>
            </a:endParaRPr>
          </a:p>
          <a:p>
            <a:endParaRPr lang="zh-CN" altLang="en-US" dirty="0"/>
          </a:p>
        </p:txBody>
      </p:sp>
    </p:spTree>
    <p:extLst>
      <p:ext uri="{BB962C8B-B14F-4D97-AF65-F5344CB8AC3E}">
        <p14:creationId xmlns:p14="http://schemas.microsoft.com/office/powerpoint/2010/main" val="14267761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600ED-9700-794B-83E4-0A31F1E7B47E}"/>
              </a:ext>
            </a:extLst>
          </p:cNvPr>
          <p:cNvSpPr>
            <a:spLocks noGrp="1"/>
          </p:cNvSpPr>
          <p:nvPr>
            <p:ph type="title"/>
          </p:nvPr>
        </p:nvSpPr>
        <p:spPr/>
        <p:txBody>
          <a:bodyPr/>
          <a:lstStyle/>
          <a:p>
            <a:r>
              <a:rPr lang="en-CN" b="1" dirty="0"/>
              <a:t>CMOS </a:t>
            </a:r>
            <a:r>
              <a:rPr lang="zh-CN" altLang="en-US" b="1" dirty="0"/>
              <a:t>门之外的逻辑</a:t>
            </a:r>
            <a:endParaRPr lang="en-CN" b="1" dirty="0"/>
          </a:p>
        </p:txBody>
      </p:sp>
      <p:sp>
        <p:nvSpPr>
          <p:cNvPr id="3" name="Content Placeholder 2">
            <a:extLst>
              <a:ext uri="{FF2B5EF4-FFF2-40B4-BE49-F238E27FC236}">
                <a16:creationId xmlns:a16="http://schemas.microsoft.com/office/drawing/2014/main" id="{5AD4CFF4-9087-A446-9091-A1FB13550906}"/>
              </a:ext>
            </a:extLst>
          </p:cNvPr>
          <p:cNvSpPr>
            <a:spLocks noGrp="1"/>
          </p:cNvSpPr>
          <p:nvPr>
            <p:ph idx="1"/>
          </p:nvPr>
        </p:nvSpPr>
        <p:spPr>
          <a:xfrm>
            <a:off x="457200" y="1712297"/>
            <a:ext cx="8229600" cy="4525963"/>
          </a:xfrm>
        </p:spPr>
        <p:txBody>
          <a:bodyPr/>
          <a:lstStyle/>
          <a:p>
            <a:r>
              <a:rPr lang="zh-CN" altLang="en-US" sz="2800" dirty="0"/>
              <a:t>传输管逻辑</a:t>
            </a:r>
            <a:r>
              <a:rPr lang="en-CN" sz="2800" dirty="0"/>
              <a:t>(PTL)</a:t>
            </a:r>
          </a:p>
          <a:p>
            <a:r>
              <a:rPr lang="zh-CN" altLang="en-US" sz="2800" dirty="0"/>
              <a:t>伪</a:t>
            </a:r>
            <a:r>
              <a:rPr lang="en-US" sz="2800" dirty="0"/>
              <a:t>N</a:t>
            </a:r>
            <a:r>
              <a:rPr lang="en-CN" sz="2800"/>
              <a:t>MOS</a:t>
            </a:r>
            <a:endParaRPr lang="en-CN" sz="2800" dirty="0"/>
          </a:p>
          <a:p>
            <a:r>
              <a:rPr lang="zh-CN" altLang="en-US" sz="2800" dirty="0"/>
              <a:t>电流模逻辑</a:t>
            </a:r>
            <a:r>
              <a:rPr lang="en-CN" sz="2800" dirty="0"/>
              <a:t> (CML)</a:t>
            </a:r>
          </a:p>
        </p:txBody>
      </p:sp>
      <p:sp>
        <p:nvSpPr>
          <p:cNvPr id="5" name="Slide Number Placeholder 4">
            <a:extLst>
              <a:ext uri="{FF2B5EF4-FFF2-40B4-BE49-F238E27FC236}">
                <a16:creationId xmlns:a16="http://schemas.microsoft.com/office/drawing/2014/main" id="{DB7B281B-1455-3940-BA86-EBBE7D12D9D2}"/>
              </a:ext>
            </a:extLst>
          </p:cNvPr>
          <p:cNvSpPr>
            <a:spLocks noGrp="1"/>
          </p:cNvSpPr>
          <p:nvPr>
            <p:ph type="sldNum" sz="quarter" idx="12"/>
          </p:nvPr>
        </p:nvSpPr>
        <p:spPr/>
        <p:txBody>
          <a:bodyPr/>
          <a:lstStyle/>
          <a:p>
            <a:pPr>
              <a:defRPr/>
            </a:pPr>
            <a:fld id="{A88D0608-5506-4AD0-BB9E-DF761E8BFA1F}" type="slidenum">
              <a:rPr lang="zh-CN" altLang="en-US" smtClean="0"/>
              <a:pPr>
                <a:defRPr/>
              </a:pPr>
              <a:t>19</a:t>
            </a:fld>
            <a:endParaRPr lang="en-US" altLang="zh-CN" dirty="0"/>
          </a:p>
        </p:txBody>
      </p:sp>
    </p:spTree>
    <p:extLst>
      <p:ext uri="{BB962C8B-B14F-4D97-AF65-F5344CB8AC3E}">
        <p14:creationId xmlns:p14="http://schemas.microsoft.com/office/powerpoint/2010/main" val="9651957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a:xfrm>
            <a:off x="457200" y="142283"/>
            <a:ext cx="8229600" cy="1143000"/>
          </a:xfrm>
        </p:spPr>
        <p:txBody>
          <a:bodyPr/>
          <a:lstStyle/>
          <a:p>
            <a:r>
              <a:rPr lang="zh-CN" altLang="en-US" b="1" dirty="0">
                <a:latin typeface="黑体" pitchFamily="49" charset="-122"/>
              </a:rPr>
              <a:t>本节课目录</a:t>
            </a:r>
            <a:endParaRPr lang="zh-CN" altLang="en-US" b="1" dirty="0"/>
          </a:p>
        </p:txBody>
      </p:sp>
      <p:sp>
        <p:nvSpPr>
          <p:cNvPr id="26" name="Content Placeholder 2">
            <a:extLst>
              <a:ext uri="{FF2B5EF4-FFF2-40B4-BE49-F238E27FC236}">
                <a16:creationId xmlns:a16="http://schemas.microsoft.com/office/drawing/2014/main" id="{5DDA24EF-921D-4548-BD5C-B6D1DB0353D5}"/>
              </a:ext>
            </a:extLst>
          </p:cNvPr>
          <p:cNvSpPr txBox="1">
            <a:spLocks/>
          </p:cNvSpPr>
          <p:nvPr/>
        </p:nvSpPr>
        <p:spPr>
          <a:xfrm>
            <a:off x="647564" y="1511686"/>
            <a:ext cx="8229600" cy="4967511"/>
          </a:xfrm>
          <a:prstGeom prst="rect">
            <a:avLst/>
          </a:prstGeom>
        </p:spPr>
        <p:txBody>
          <a:bodyPr/>
          <a:lstStyle>
            <a:lvl1pPr marL="342900" indent="-342900" algn="l" rtl="0" eaLnBrk="1" fontAlgn="base" hangingPunct="1">
              <a:spcBef>
                <a:spcPct val="20000"/>
              </a:spcBef>
              <a:spcAft>
                <a:spcPct val="0"/>
              </a:spcAft>
              <a:buChar char="•"/>
              <a:defRPr sz="3200" b="1">
                <a:solidFill>
                  <a:schemeClr val="tx1"/>
                </a:solidFill>
                <a:latin typeface="+mn-lt"/>
                <a:ea typeface="黑体" panose="02010609060101010101" pitchFamily="49" charset="-122"/>
                <a:cs typeface="+mn-cs"/>
              </a:defRPr>
            </a:lvl1pPr>
            <a:lvl2pPr marL="742950" indent="-285750" algn="l" rtl="0" eaLnBrk="1" fontAlgn="base" hangingPunct="1">
              <a:spcBef>
                <a:spcPct val="20000"/>
              </a:spcBef>
              <a:spcAft>
                <a:spcPct val="0"/>
              </a:spcAft>
              <a:buChar char="–"/>
              <a:defRPr sz="2800" b="1">
                <a:solidFill>
                  <a:schemeClr val="tx1"/>
                </a:solidFill>
                <a:latin typeface="+mn-lt"/>
                <a:ea typeface="黑体" panose="02010609060101010101" pitchFamily="49" charset="-122"/>
              </a:defRPr>
            </a:lvl2pPr>
            <a:lvl3pPr marL="1143000" indent="-228600" algn="l" rtl="0" eaLnBrk="1" fontAlgn="base" hangingPunct="1">
              <a:spcBef>
                <a:spcPct val="20000"/>
              </a:spcBef>
              <a:spcAft>
                <a:spcPct val="0"/>
              </a:spcAft>
              <a:buChar char="•"/>
              <a:defRPr sz="2400" b="1">
                <a:solidFill>
                  <a:schemeClr val="tx1"/>
                </a:solidFill>
                <a:latin typeface="+mn-lt"/>
                <a:ea typeface="黑体" panose="02010609060101010101" pitchFamily="49" charset="-122"/>
              </a:defRPr>
            </a:lvl3pPr>
            <a:lvl4pPr marL="1600200" indent="-228600" algn="l" rtl="0" eaLnBrk="1" fontAlgn="base" hangingPunct="1">
              <a:spcBef>
                <a:spcPct val="20000"/>
              </a:spcBef>
              <a:spcAft>
                <a:spcPct val="0"/>
              </a:spcAft>
              <a:buChar char="–"/>
              <a:defRPr sz="2000" b="1">
                <a:solidFill>
                  <a:schemeClr val="tx1"/>
                </a:solidFill>
                <a:latin typeface="+mn-lt"/>
                <a:ea typeface="黑体" panose="02010609060101010101" pitchFamily="49" charset="-122"/>
              </a:defRPr>
            </a:lvl4pPr>
            <a:lvl5pPr marL="2057400" indent="-228600" algn="l" rtl="0" eaLnBrk="1" fontAlgn="base" hangingPunct="1">
              <a:spcBef>
                <a:spcPct val="20000"/>
              </a:spcBef>
              <a:spcAft>
                <a:spcPct val="0"/>
              </a:spcAft>
              <a:buChar char="»"/>
              <a:defRPr sz="2000" b="1">
                <a:solidFill>
                  <a:schemeClr val="tx1"/>
                </a:solidFill>
                <a:latin typeface="+mn-lt"/>
                <a:ea typeface="黑体" panose="02010609060101010101" pitchFamily="49" charset="-122"/>
              </a:defRPr>
            </a:lvl5pPr>
            <a:lvl6pPr marL="2514600" indent="-228600" algn="l" rtl="0" eaLnBrk="1" fontAlgn="base" hangingPunct="1">
              <a:spcBef>
                <a:spcPct val="20000"/>
              </a:spcBef>
              <a:spcAft>
                <a:spcPct val="0"/>
              </a:spcAft>
              <a:buChar char="»"/>
              <a:defRPr sz="2000" b="1">
                <a:solidFill>
                  <a:schemeClr val="tx1"/>
                </a:solidFill>
                <a:latin typeface="+mn-lt"/>
                <a:ea typeface="+mn-ea"/>
              </a:defRPr>
            </a:lvl6pPr>
            <a:lvl7pPr marL="2971800" indent="-228600" algn="l" rtl="0" eaLnBrk="1" fontAlgn="base" hangingPunct="1">
              <a:spcBef>
                <a:spcPct val="20000"/>
              </a:spcBef>
              <a:spcAft>
                <a:spcPct val="0"/>
              </a:spcAft>
              <a:buChar char="»"/>
              <a:defRPr sz="2000" b="1">
                <a:solidFill>
                  <a:schemeClr val="tx1"/>
                </a:solidFill>
                <a:latin typeface="+mn-lt"/>
                <a:ea typeface="+mn-ea"/>
              </a:defRPr>
            </a:lvl7pPr>
            <a:lvl8pPr marL="3429000" indent="-228600" algn="l" rtl="0" eaLnBrk="1" fontAlgn="base" hangingPunct="1">
              <a:spcBef>
                <a:spcPct val="20000"/>
              </a:spcBef>
              <a:spcAft>
                <a:spcPct val="0"/>
              </a:spcAft>
              <a:buChar char="»"/>
              <a:defRPr sz="2000" b="1">
                <a:solidFill>
                  <a:schemeClr val="tx1"/>
                </a:solidFill>
                <a:latin typeface="+mn-lt"/>
                <a:ea typeface="+mn-ea"/>
              </a:defRPr>
            </a:lvl8pPr>
            <a:lvl9pPr marL="3886200" indent="-228600" algn="l" rtl="0" eaLnBrk="1" fontAlgn="base" hangingPunct="1">
              <a:spcBef>
                <a:spcPct val="20000"/>
              </a:spcBef>
              <a:spcAft>
                <a:spcPct val="0"/>
              </a:spcAft>
              <a:buChar char="»"/>
              <a:defRPr sz="2000" b="1">
                <a:solidFill>
                  <a:schemeClr val="tx1"/>
                </a:solidFill>
                <a:latin typeface="+mn-lt"/>
                <a:ea typeface="+mn-ea"/>
              </a:defRPr>
            </a:lvl9pPr>
          </a:lstStyle>
          <a:p>
            <a:r>
              <a:rPr lang="en-US" kern="0" dirty="0" err="1">
                <a:solidFill>
                  <a:srgbClr val="000000"/>
                </a:solidFill>
              </a:rPr>
              <a:t>从布尔表达式到开关电路</a:t>
            </a:r>
            <a:endParaRPr lang="en-US" kern="0" dirty="0">
              <a:solidFill>
                <a:srgbClr val="000000"/>
              </a:solidFill>
            </a:endParaRPr>
          </a:p>
          <a:p>
            <a:r>
              <a:rPr lang="en-US" kern="0" dirty="0" err="1">
                <a:solidFill>
                  <a:srgbClr val="3333FF"/>
                </a:solidFill>
              </a:rPr>
              <a:t>定义</a:t>
            </a:r>
            <a:r>
              <a:rPr lang="zh-CN" altLang="en-US" kern="0" dirty="0">
                <a:solidFill>
                  <a:srgbClr val="3333FF"/>
                </a:solidFill>
              </a:rPr>
              <a:t>、分析、设计</a:t>
            </a:r>
            <a:endParaRPr lang="en-MY" altLang="zh-CN" kern="0" dirty="0">
              <a:solidFill>
                <a:srgbClr val="3333FF"/>
              </a:solidFill>
            </a:endParaRPr>
          </a:p>
          <a:p>
            <a:r>
              <a:rPr lang="zh-CN" altLang="en-US" kern="0" dirty="0"/>
              <a:t>评价指标和冒险</a:t>
            </a:r>
            <a:endParaRPr lang="en-MY" altLang="zh-CN" kern="0" dirty="0"/>
          </a:p>
          <a:p>
            <a:r>
              <a:rPr lang="zh-CN" altLang="en-US" kern="0" dirty="0"/>
              <a:t>常用组合逻辑模块</a:t>
            </a:r>
            <a:endParaRPr lang="en-CN" kern="0" dirty="0"/>
          </a:p>
        </p:txBody>
      </p:sp>
      <p:sp>
        <p:nvSpPr>
          <p:cNvPr id="27" name="灯片编号占位符 6">
            <a:extLst>
              <a:ext uri="{FF2B5EF4-FFF2-40B4-BE49-F238E27FC236}">
                <a16:creationId xmlns:a16="http://schemas.microsoft.com/office/drawing/2014/main" id="{29995FB6-1C60-4041-B3BF-A1234FEFAD02}"/>
              </a:ext>
            </a:extLst>
          </p:cNvPr>
          <p:cNvSpPr txBox="1">
            <a:spLocks/>
          </p:cNvSpPr>
          <p:nvPr/>
        </p:nvSpPr>
        <p:spPr bwMode="auto">
          <a:xfrm>
            <a:off x="6553200" y="6265860"/>
            <a:ext cx="213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4600" b="1" kern="1200">
                <a:solidFill>
                  <a:srgbClr val="FF3300"/>
                </a:solidFill>
                <a:latin typeface="Garamond" pitchFamily="18" charset="0"/>
                <a:ea typeface="宋体" charset="-122"/>
                <a:cs typeface="+mn-cs"/>
              </a:defRPr>
            </a:lvl1pPr>
            <a:lvl2pPr marL="742950" indent="-28575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2pPr>
            <a:lvl3pPr marL="11430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3pPr>
            <a:lvl4pPr marL="16002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4pPr>
            <a:lvl5pPr marL="20574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5pPr>
            <a:lvl6pPr marL="25146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6pPr>
            <a:lvl7pPr marL="29718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7pPr>
            <a:lvl8pPr marL="34290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8pPr>
            <a:lvl9pPr marL="38862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9pPr>
          </a:lstStyle>
          <a:p>
            <a:pPr eaLnBrk="1" hangingPunct="1"/>
            <a:fld id="{CCE6D788-BCB5-407E-9DED-68D155892338}" type="slidenum">
              <a:rPr lang="en-US" altLang="zh-CN" sz="1400" smtClean="0">
                <a:solidFill>
                  <a:schemeClr val="tx1"/>
                </a:solidFill>
                <a:latin typeface="+mn-lt"/>
              </a:rPr>
              <a:pPr eaLnBrk="1" hangingPunct="1"/>
              <a:t>20</a:t>
            </a:fld>
            <a:endParaRPr lang="en-US" altLang="zh-CN" sz="1400" dirty="0">
              <a:solidFill>
                <a:schemeClr val="tx1"/>
              </a:solidFill>
              <a:latin typeface="+mn-lt"/>
            </a:endParaRPr>
          </a:p>
        </p:txBody>
      </p:sp>
    </p:spTree>
    <p:extLst>
      <p:ext uri="{BB962C8B-B14F-4D97-AF65-F5344CB8AC3E}">
        <p14:creationId xmlns:p14="http://schemas.microsoft.com/office/powerpoint/2010/main" val="37373214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9" name="Rectangle 2"/>
          <p:cNvSpPr>
            <a:spLocks noGrp="1" noChangeArrowheads="1"/>
          </p:cNvSpPr>
          <p:nvPr>
            <p:ph type="title"/>
          </p:nvPr>
        </p:nvSpPr>
        <p:spPr>
          <a:xfrm>
            <a:off x="1315339" y="251949"/>
            <a:ext cx="6406480" cy="936625"/>
          </a:xfrm>
        </p:spPr>
        <p:txBody>
          <a:bodyPr/>
          <a:lstStyle/>
          <a:p>
            <a:pPr eaLnBrk="1" hangingPunct="1"/>
            <a:r>
              <a:rPr lang="zh-CN" altLang="en-US" dirty="0"/>
              <a:t>组合逻辑的定义</a:t>
            </a:r>
            <a:endParaRPr lang="en-US" altLang="zh-CN" dirty="0"/>
          </a:p>
        </p:txBody>
      </p:sp>
      <p:sp>
        <p:nvSpPr>
          <p:cNvPr id="6150" name="Rectangle 3"/>
          <p:cNvSpPr>
            <a:spLocks noGrp="1" noChangeArrowheads="1"/>
          </p:cNvSpPr>
          <p:nvPr>
            <p:ph idx="1"/>
          </p:nvPr>
        </p:nvSpPr>
        <p:spPr>
          <a:xfrm>
            <a:off x="546384" y="1482984"/>
            <a:ext cx="8327268" cy="2036332"/>
          </a:xfrm>
        </p:spPr>
        <p:txBody>
          <a:bodyPr/>
          <a:lstStyle/>
          <a:p>
            <a:pPr hangingPunct="1"/>
            <a:r>
              <a:rPr lang="zh-CN" altLang="en-US" sz="2800" dirty="0">
                <a:latin typeface="Arial" panose="020B0604020202020204" pitchFamily="34" charset="0"/>
                <a:cs typeface="Arial" panose="020B0604020202020204" pitchFamily="34" charset="0"/>
              </a:rPr>
              <a:t>输出是输入逻辑变量的函数</a:t>
            </a:r>
          </a:p>
          <a:p>
            <a:pPr hangingPunct="1"/>
            <a:r>
              <a:rPr lang="zh-CN" altLang="en-US" sz="2800" dirty="0">
                <a:solidFill>
                  <a:schemeClr val="tx1"/>
                </a:solidFill>
                <a:latin typeface="Arial" panose="020B0604020202020204" pitchFamily="34" charset="0"/>
                <a:cs typeface="Arial" panose="020B0604020202020204" pitchFamily="34" charset="0"/>
              </a:rPr>
              <a:t>当前输出仅由</a:t>
            </a:r>
            <a:r>
              <a:rPr lang="zh-CN" altLang="en-US" sz="2800" b="1" dirty="0">
                <a:solidFill>
                  <a:srgbClr val="3333FF"/>
                </a:solidFill>
                <a:latin typeface="Arial" panose="020B0604020202020204" pitchFamily="34" charset="0"/>
                <a:cs typeface="Arial" panose="020B0604020202020204" pitchFamily="34" charset="0"/>
              </a:rPr>
              <a:t>当前</a:t>
            </a:r>
            <a:r>
              <a:rPr lang="zh-CN" altLang="en-US" sz="2800" dirty="0">
                <a:solidFill>
                  <a:schemeClr val="tx1"/>
                </a:solidFill>
                <a:latin typeface="Arial" panose="020B0604020202020204" pitchFamily="34" charset="0"/>
                <a:cs typeface="Arial" panose="020B0604020202020204" pitchFamily="34" charset="0"/>
              </a:rPr>
              <a:t>输入变量及延时决定</a:t>
            </a:r>
          </a:p>
          <a:p>
            <a:pPr lvl="2" hangingPunct="1"/>
            <a:r>
              <a:rPr lang="zh-CN" altLang="en-US" sz="2400" dirty="0">
                <a:latin typeface="Arial" panose="020B0604020202020204" pitchFamily="34" charset="0"/>
                <a:cs typeface="Arial" panose="020B0604020202020204" pitchFamily="34" charset="0"/>
              </a:rPr>
              <a:t>无记忆</a:t>
            </a:r>
            <a:endParaRPr lang="en-US" altLang="zh-CN" sz="2400" dirty="0">
              <a:latin typeface="Arial" panose="020B0604020202020204" pitchFamily="34" charset="0"/>
              <a:cs typeface="Arial" panose="020B0604020202020204" pitchFamily="34" charset="0"/>
            </a:endParaRPr>
          </a:p>
        </p:txBody>
      </p:sp>
      <p:grpSp>
        <p:nvGrpSpPr>
          <p:cNvPr id="3" name="组合 2"/>
          <p:cNvGrpSpPr/>
          <p:nvPr/>
        </p:nvGrpSpPr>
        <p:grpSpPr>
          <a:xfrm>
            <a:off x="927195" y="3032956"/>
            <a:ext cx="7239000" cy="2455863"/>
            <a:chOff x="914400" y="3886200"/>
            <a:chExt cx="7239000" cy="2455863"/>
          </a:xfrm>
        </p:grpSpPr>
        <p:grpSp>
          <p:nvGrpSpPr>
            <p:cNvPr id="2" name="Group 4"/>
            <p:cNvGrpSpPr>
              <a:grpSpLocks/>
            </p:cNvGrpSpPr>
            <p:nvPr/>
          </p:nvGrpSpPr>
          <p:grpSpPr bwMode="auto">
            <a:xfrm>
              <a:off x="914400" y="4019550"/>
              <a:ext cx="3886200" cy="2278063"/>
              <a:chOff x="1997" y="2115"/>
              <a:chExt cx="2030" cy="1416"/>
            </a:xfrm>
          </p:grpSpPr>
          <p:sp>
            <p:nvSpPr>
              <p:cNvPr id="6153" name="Rectangle 5"/>
              <p:cNvSpPr>
                <a:spLocks noChangeArrowheads="1"/>
              </p:cNvSpPr>
              <p:nvPr/>
            </p:nvSpPr>
            <p:spPr bwMode="auto">
              <a:xfrm>
                <a:off x="2440" y="2115"/>
                <a:ext cx="890" cy="1416"/>
              </a:xfrm>
              <a:prstGeom prst="rect">
                <a:avLst/>
              </a:prstGeom>
              <a:solidFill>
                <a:schemeClr val="accent6">
                  <a:lumMod val="20000"/>
                  <a:lumOff val="80000"/>
                </a:schemeClr>
              </a:solidFill>
              <a:ln w="9525">
                <a:solidFill>
                  <a:schemeClr val="tx1"/>
                </a:solid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grpSp>
            <p:nvGrpSpPr>
              <p:cNvPr id="6154" name="Group 6"/>
              <p:cNvGrpSpPr>
                <a:grpSpLocks/>
              </p:cNvGrpSpPr>
              <p:nvPr/>
            </p:nvGrpSpPr>
            <p:grpSpPr bwMode="auto">
              <a:xfrm>
                <a:off x="3330" y="2215"/>
                <a:ext cx="697" cy="1211"/>
                <a:chOff x="3330" y="2215"/>
                <a:chExt cx="697" cy="1211"/>
              </a:xfrm>
            </p:grpSpPr>
            <p:sp>
              <p:nvSpPr>
                <p:cNvPr id="6162" name="Line 7"/>
                <p:cNvSpPr>
                  <a:spLocks noChangeShapeType="1"/>
                </p:cNvSpPr>
                <p:nvPr/>
              </p:nvSpPr>
              <p:spPr bwMode="auto">
                <a:xfrm>
                  <a:off x="3330" y="2351"/>
                  <a:ext cx="32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163" name="Text Box 8"/>
                <p:cNvSpPr txBox="1">
                  <a:spLocks noChangeArrowheads="1"/>
                </p:cNvSpPr>
                <p:nvPr/>
              </p:nvSpPr>
              <p:spPr bwMode="auto">
                <a:xfrm>
                  <a:off x="3773" y="2215"/>
                  <a:ext cx="25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Times New Roman" pitchFamily="18" charset="0"/>
                      <a:ea typeface="宋体" charset="-122"/>
                      <a:cs typeface="+mn-cs"/>
                    </a:rPr>
                    <a:t>z</a:t>
                  </a:r>
                  <a:r>
                    <a:rPr kumimoji="1" lang="en-US" altLang="zh-CN" sz="2400" b="0" i="0" u="none" strike="noStrike" kern="1200" cap="none" spc="0" normalizeH="0" baseline="-25000" noProof="0">
                      <a:ln>
                        <a:noFill/>
                      </a:ln>
                      <a:solidFill>
                        <a:srgbClr val="000000"/>
                      </a:solidFill>
                      <a:effectLst/>
                      <a:uLnTx/>
                      <a:uFillTx/>
                      <a:latin typeface="Times New Roman" pitchFamily="18" charset="0"/>
                      <a:ea typeface="宋体" charset="-122"/>
                      <a:cs typeface="+mn-cs"/>
                    </a:rPr>
                    <a:t>1</a:t>
                  </a:r>
                </a:p>
              </p:txBody>
            </p:sp>
            <p:sp>
              <p:nvSpPr>
                <p:cNvPr id="6164" name="Text Box 9"/>
                <p:cNvSpPr txBox="1">
                  <a:spLocks noChangeArrowheads="1"/>
                </p:cNvSpPr>
                <p:nvPr/>
              </p:nvSpPr>
              <p:spPr bwMode="auto">
                <a:xfrm>
                  <a:off x="3773" y="2597"/>
                  <a:ext cx="25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Times New Roman" pitchFamily="18" charset="0"/>
                      <a:ea typeface="宋体" charset="-122"/>
                      <a:cs typeface="+mn-cs"/>
                    </a:rPr>
                    <a:t>z</a:t>
                  </a:r>
                  <a:r>
                    <a:rPr kumimoji="1" lang="en-US" altLang="zh-CN" sz="2400" b="0" i="0" u="none" strike="noStrike" kern="1200" cap="none" spc="0" normalizeH="0" baseline="-25000" noProof="0">
                      <a:ln>
                        <a:noFill/>
                      </a:ln>
                      <a:solidFill>
                        <a:srgbClr val="000000"/>
                      </a:solidFill>
                      <a:effectLst/>
                      <a:uLnTx/>
                      <a:uFillTx/>
                      <a:latin typeface="Times New Roman" pitchFamily="18" charset="0"/>
                      <a:ea typeface="宋体" charset="-122"/>
                      <a:cs typeface="+mn-cs"/>
                    </a:rPr>
                    <a:t>2</a:t>
                  </a:r>
                </a:p>
              </p:txBody>
            </p:sp>
            <p:sp>
              <p:nvSpPr>
                <p:cNvPr id="6165" name="Text Box 10"/>
                <p:cNvSpPr txBox="1">
                  <a:spLocks noChangeArrowheads="1"/>
                </p:cNvSpPr>
                <p:nvPr/>
              </p:nvSpPr>
              <p:spPr bwMode="auto">
                <a:xfrm>
                  <a:off x="3773" y="3195"/>
                  <a:ext cx="2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Times New Roman" pitchFamily="18" charset="0"/>
                      <a:ea typeface="宋体" charset="-122"/>
                      <a:cs typeface="+mn-cs"/>
                    </a:rPr>
                    <a:t>z</a:t>
                  </a:r>
                  <a:r>
                    <a:rPr kumimoji="1" lang="en-US" altLang="zh-CN" sz="2400" b="0" i="0" u="none" strike="noStrike" kern="1200" cap="none" spc="0" normalizeH="0" baseline="-25000" noProof="0">
                      <a:ln>
                        <a:noFill/>
                      </a:ln>
                      <a:solidFill>
                        <a:srgbClr val="000000"/>
                      </a:solidFill>
                      <a:effectLst/>
                      <a:uLnTx/>
                      <a:uFillTx/>
                      <a:latin typeface="Times New Roman" pitchFamily="18" charset="0"/>
                      <a:ea typeface="宋体" charset="-122"/>
                      <a:cs typeface="+mn-cs"/>
                    </a:rPr>
                    <a:t>m</a:t>
                  </a:r>
                </a:p>
              </p:txBody>
            </p:sp>
            <p:sp>
              <p:nvSpPr>
                <p:cNvPr id="6166" name="Line 11"/>
                <p:cNvSpPr>
                  <a:spLocks noChangeShapeType="1"/>
                </p:cNvSpPr>
                <p:nvPr/>
              </p:nvSpPr>
              <p:spPr bwMode="auto">
                <a:xfrm>
                  <a:off x="3330" y="2714"/>
                  <a:ext cx="32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167" name="Line 12"/>
                <p:cNvSpPr>
                  <a:spLocks noChangeShapeType="1"/>
                </p:cNvSpPr>
                <p:nvPr/>
              </p:nvSpPr>
              <p:spPr bwMode="auto">
                <a:xfrm>
                  <a:off x="3330" y="3296"/>
                  <a:ext cx="32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graphicFrame>
              <p:nvGraphicFramePr>
                <p:cNvPr id="6148" name="Object 13"/>
                <p:cNvGraphicFramePr>
                  <a:graphicFrameLocks noChangeAspect="1"/>
                </p:cNvGraphicFramePr>
                <p:nvPr/>
              </p:nvGraphicFramePr>
              <p:xfrm>
                <a:off x="3473" y="2901"/>
                <a:ext cx="62" cy="180"/>
              </p:xfrm>
              <a:graphic>
                <a:graphicData uri="http://schemas.openxmlformats.org/presentationml/2006/ole">
                  <mc:AlternateContent xmlns:mc="http://schemas.openxmlformats.org/markup-compatibility/2006">
                    <mc:Choice xmlns:v="urn:schemas-microsoft-com:vml" Requires="v">
                      <p:oleObj name="公式" r:id="rId3" imgW="75960" imgH="190440" progId="Equation.3">
                        <p:embed/>
                      </p:oleObj>
                    </mc:Choice>
                    <mc:Fallback>
                      <p:oleObj name="公式" r:id="rId3" imgW="75960" imgH="190440" progId="Equation.3">
                        <p:embed/>
                        <p:pic>
                          <p:nvPicPr>
                            <p:cNvPr id="6148"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73" y="2901"/>
                              <a:ext cx="62" cy="1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155" name="Group 14"/>
              <p:cNvGrpSpPr>
                <a:grpSpLocks/>
              </p:cNvGrpSpPr>
              <p:nvPr/>
            </p:nvGrpSpPr>
            <p:grpSpPr bwMode="auto">
              <a:xfrm>
                <a:off x="1997" y="2207"/>
                <a:ext cx="443" cy="1132"/>
                <a:chOff x="1997" y="2207"/>
                <a:chExt cx="443" cy="1132"/>
              </a:xfrm>
            </p:grpSpPr>
            <p:sp>
              <p:nvSpPr>
                <p:cNvPr id="6156" name="Line 15"/>
                <p:cNvSpPr>
                  <a:spLocks noChangeShapeType="1"/>
                </p:cNvSpPr>
                <p:nvPr/>
              </p:nvSpPr>
              <p:spPr bwMode="auto">
                <a:xfrm>
                  <a:off x="2152" y="2351"/>
                  <a:ext cx="28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157" name="Line 16"/>
                <p:cNvSpPr>
                  <a:spLocks noChangeShapeType="1"/>
                </p:cNvSpPr>
                <p:nvPr/>
              </p:nvSpPr>
              <p:spPr bwMode="auto">
                <a:xfrm>
                  <a:off x="2152" y="2718"/>
                  <a:ext cx="28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158" name="Line 17"/>
                <p:cNvSpPr>
                  <a:spLocks noChangeShapeType="1"/>
                </p:cNvSpPr>
                <p:nvPr/>
              </p:nvSpPr>
              <p:spPr bwMode="auto">
                <a:xfrm>
                  <a:off x="2152" y="3296"/>
                  <a:ext cx="28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159" name="Text Box 18"/>
                <p:cNvSpPr txBox="1">
                  <a:spLocks noChangeArrowheads="1"/>
                </p:cNvSpPr>
                <p:nvPr/>
              </p:nvSpPr>
              <p:spPr bwMode="auto">
                <a:xfrm>
                  <a:off x="1997" y="2207"/>
                  <a:ext cx="156"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Times New Roman" pitchFamily="18" charset="0"/>
                      <a:ea typeface="宋体" charset="-122"/>
                      <a:cs typeface="+mn-cs"/>
                    </a:rPr>
                    <a:t>x</a:t>
                  </a:r>
                  <a:r>
                    <a:rPr kumimoji="1" lang="en-US" altLang="zh-CN" sz="2400" b="0" i="0" u="none" strike="noStrike" kern="1200" cap="none" spc="0" normalizeH="0" baseline="-25000" noProof="0">
                      <a:ln>
                        <a:noFill/>
                      </a:ln>
                      <a:solidFill>
                        <a:srgbClr val="000000"/>
                      </a:solidFill>
                      <a:effectLst/>
                      <a:uLnTx/>
                      <a:uFillTx/>
                      <a:latin typeface="Times New Roman" pitchFamily="18" charset="0"/>
                      <a:ea typeface="宋体" charset="-122"/>
                      <a:cs typeface="+mn-cs"/>
                    </a:rPr>
                    <a:t>1</a:t>
                  </a:r>
                </a:p>
              </p:txBody>
            </p:sp>
            <p:sp>
              <p:nvSpPr>
                <p:cNvPr id="6160" name="Text Box 19"/>
                <p:cNvSpPr txBox="1">
                  <a:spLocks noChangeArrowheads="1"/>
                </p:cNvSpPr>
                <p:nvPr/>
              </p:nvSpPr>
              <p:spPr bwMode="auto">
                <a:xfrm>
                  <a:off x="1997" y="2619"/>
                  <a:ext cx="156"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Times New Roman" pitchFamily="18" charset="0"/>
                      <a:ea typeface="宋体" charset="-122"/>
                      <a:cs typeface="+mn-cs"/>
                    </a:rPr>
                    <a:t>x</a:t>
                  </a:r>
                  <a:r>
                    <a:rPr kumimoji="1" lang="en-US" altLang="zh-CN" sz="2400" b="0" i="0" u="none" strike="noStrike" kern="1200" cap="none" spc="0" normalizeH="0" baseline="-25000" noProof="0">
                      <a:ln>
                        <a:noFill/>
                      </a:ln>
                      <a:solidFill>
                        <a:srgbClr val="000000"/>
                      </a:solidFill>
                      <a:effectLst/>
                      <a:uLnTx/>
                      <a:uFillTx/>
                      <a:latin typeface="Times New Roman" pitchFamily="18" charset="0"/>
                      <a:ea typeface="宋体" charset="-122"/>
                      <a:cs typeface="+mn-cs"/>
                    </a:rPr>
                    <a:t>2</a:t>
                  </a:r>
                </a:p>
              </p:txBody>
            </p:sp>
            <p:sp>
              <p:nvSpPr>
                <p:cNvPr id="6161" name="Text Box 20"/>
                <p:cNvSpPr txBox="1">
                  <a:spLocks noChangeArrowheads="1"/>
                </p:cNvSpPr>
                <p:nvPr/>
              </p:nvSpPr>
              <p:spPr bwMode="auto">
                <a:xfrm>
                  <a:off x="1997" y="3127"/>
                  <a:ext cx="20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Times New Roman" pitchFamily="18" charset="0"/>
                      <a:ea typeface="宋体" charset="-122"/>
                      <a:cs typeface="+mn-cs"/>
                    </a:rPr>
                    <a:t>x</a:t>
                  </a:r>
                  <a:r>
                    <a:rPr kumimoji="1" lang="en-US" altLang="zh-CN" sz="2400" b="0" i="0" u="none" strike="noStrike" kern="1200" cap="none" spc="0" normalizeH="0" baseline="-25000" noProof="0">
                      <a:ln>
                        <a:noFill/>
                      </a:ln>
                      <a:solidFill>
                        <a:srgbClr val="000000"/>
                      </a:solidFill>
                      <a:effectLst/>
                      <a:uLnTx/>
                      <a:uFillTx/>
                      <a:latin typeface="Times New Roman" pitchFamily="18" charset="0"/>
                      <a:ea typeface="宋体" charset="-122"/>
                      <a:cs typeface="+mn-cs"/>
                    </a:rPr>
                    <a:t>n</a:t>
                  </a:r>
                </a:p>
              </p:txBody>
            </p:sp>
            <p:graphicFrame>
              <p:nvGraphicFramePr>
                <p:cNvPr id="6147" name="Object 21"/>
                <p:cNvGraphicFramePr>
                  <a:graphicFrameLocks noChangeAspect="1"/>
                </p:cNvGraphicFramePr>
                <p:nvPr/>
              </p:nvGraphicFramePr>
              <p:xfrm>
                <a:off x="2190" y="2901"/>
                <a:ext cx="63" cy="180"/>
              </p:xfrm>
              <a:graphic>
                <a:graphicData uri="http://schemas.openxmlformats.org/presentationml/2006/ole">
                  <mc:AlternateContent xmlns:mc="http://schemas.openxmlformats.org/markup-compatibility/2006">
                    <mc:Choice xmlns:v="urn:schemas-microsoft-com:vml" Requires="v">
                      <p:oleObj name="公式" r:id="rId5" imgW="75960" imgH="190440" progId="Equation.3">
                        <p:embed/>
                      </p:oleObj>
                    </mc:Choice>
                    <mc:Fallback>
                      <p:oleObj name="公式" r:id="rId5" imgW="75960" imgH="190440" progId="Equation.3">
                        <p:embed/>
                        <p:pic>
                          <p:nvPicPr>
                            <p:cNvPr id="6147" name="Object 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90" y="2901"/>
                              <a:ext cx="63" cy="1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aphicFrame>
          <p:nvGraphicFramePr>
            <p:cNvPr id="588822" name="Object 22"/>
            <p:cNvGraphicFramePr>
              <a:graphicFrameLocks noChangeAspect="1"/>
            </p:cNvGraphicFramePr>
            <p:nvPr/>
          </p:nvGraphicFramePr>
          <p:xfrm>
            <a:off x="5402263" y="3886200"/>
            <a:ext cx="2751137" cy="2455863"/>
          </p:xfrm>
          <a:graphic>
            <a:graphicData uri="http://schemas.openxmlformats.org/presentationml/2006/ole">
              <mc:AlternateContent xmlns:mc="http://schemas.openxmlformats.org/markup-compatibility/2006">
                <mc:Choice xmlns:v="urn:schemas-microsoft-com:vml" Requires="v">
                  <p:oleObj name="Equation" r:id="rId7" imgW="1422360" imgH="1269720" progId="Equation.DSMT4">
                    <p:embed/>
                  </p:oleObj>
                </mc:Choice>
                <mc:Fallback>
                  <p:oleObj name="Equation" r:id="rId7" imgW="1422360" imgH="1269720" progId="Equation.DSMT4">
                    <p:embed/>
                    <p:pic>
                      <p:nvPicPr>
                        <p:cNvPr id="588822" name="Object 2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02263" y="3886200"/>
                          <a:ext cx="2751137" cy="2455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26" name="Rectangle 25">
            <a:extLst>
              <a:ext uri="{FF2B5EF4-FFF2-40B4-BE49-F238E27FC236}">
                <a16:creationId xmlns:a16="http://schemas.microsoft.com/office/drawing/2014/main" id="{16E084F0-F4C0-8141-B452-8C6C008773F9}"/>
              </a:ext>
            </a:extLst>
          </p:cNvPr>
          <p:cNvSpPr/>
          <p:nvPr/>
        </p:nvSpPr>
        <p:spPr>
          <a:xfrm>
            <a:off x="960637" y="5697252"/>
            <a:ext cx="6514492" cy="567912"/>
          </a:xfrm>
          <a:prstGeom prst="rect">
            <a:avLst/>
          </a:prstGeom>
        </p:spPr>
        <p:txBody>
          <a:bodyPr wrap="square">
            <a:spAutoFit/>
          </a:bodyPr>
          <a:lstStyle/>
          <a:p>
            <a:pPr lvl="0" hangingPunct="0">
              <a:lnSpc>
                <a:spcPct val="120000"/>
              </a:lnSpc>
              <a:spcBef>
                <a:spcPct val="20000"/>
              </a:spcBef>
              <a:buClr>
                <a:srgbClr val="000066"/>
              </a:buClr>
            </a:pPr>
            <a:r>
              <a:rPr lang="zh-CN" altLang="en-US" sz="2800" kern="0" dirty="0">
                <a:solidFill>
                  <a:srgbClr val="080808"/>
                </a:solidFill>
                <a:latin typeface="Calibri"/>
                <a:ea typeface="黑体" pitchFamily="49" charset="-122"/>
              </a:rPr>
              <a:t>思考：可以有反馈环路吗？</a:t>
            </a:r>
            <a:r>
              <a:rPr lang="zh-CN" altLang="en-US" sz="2800" kern="0" dirty="0">
                <a:solidFill>
                  <a:srgbClr val="FF0000"/>
                </a:solidFill>
                <a:latin typeface="Calibri"/>
                <a:ea typeface="黑体" pitchFamily="49" charset="-122"/>
              </a:rPr>
              <a:t>不可以！</a:t>
            </a:r>
          </a:p>
        </p:txBody>
      </p:sp>
      <p:sp>
        <p:nvSpPr>
          <p:cNvPr id="27" name="灯片编号占位符 6">
            <a:extLst>
              <a:ext uri="{FF2B5EF4-FFF2-40B4-BE49-F238E27FC236}">
                <a16:creationId xmlns:a16="http://schemas.microsoft.com/office/drawing/2014/main" id="{B523A598-1DC9-F248-838E-929C792CD826}"/>
              </a:ext>
            </a:extLst>
          </p:cNvPr>
          <p:cNvSpPr txBox="1">
            <a:spLocks/>
          </p:cNvSpPr>
          <p:nvPr/>
        </p:nvSpPr>
        <p:spPr bwMode="auto">
          <a:xfrm>
            <a:off x="6553200" y="6265860"/>
            <a:ext cx="213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4600" b="1" kern="1200">
                <a:solidFill>
                  <a:srgbClr val="FF3300"/>
                </a:solidFill>
                <a:latin typeface="Garamond" pitchFamily="18" charset="0"/>
                <a:ea typeface="宋体" charset="-122"/>
                <a:cs typeface="+mn-cs"/>
              </a:defRPr>
            </a:lvl1pPr>
            <a:lvl2pPr marL="742950" indent="-28575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2pPr>
            <a:lvl3pPr marL="11430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3pPr>
            <a:lvl4pPr marL="16002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4pPr>
            <a:lvl5pPr marL="20574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5pPr>
            <a:lvl6pPr marL="25146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6pPr>
            <a:lvl7pPr marL="29718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7pPr>
            <a:lvl8pPr marL="34290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8pPr>
            <a:lvl9pPr marL="38862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9pPr>
          </a:lstStyle>
          <a:p>
            <a:pPr eaLnBrk="1" hangingPunct="1"/>
            <a:fld id="{CCE6D788-BCB5-407E-9DED-68D155892338}" type="slidenum">
              <a:rPr lang="en-US" altLang="zh-CN" sz="1400" smtClean="0">
                <a:solidFill>
                  <a:schemeClr val="tx1"/>
                </a:solidFill>
                <a:latin typeface="+mn-lt"/>
              </a:rPr>
              <a:pPr eaLnBrk="1" hangingPunct="1"/>
              <a:t>21</a:t>
            </a:fld>
            <a:endParaRPr lang="en-US" altLang="zh-CN" sz="1400" dirty="0">
              <a:solidFill>
                <a:schemeClr val="tx1"/>
              </a:solidFill>
              <a:latin typeface="+mn-lt"/>
            </a:endParaRPr>
          </a:p>
        </p:txBody>
      </p:sp>
    </p:spTree>
    <p:extLst>
      <p:ext uri="{BB962C8B-B14F-4D97-AF65-F5344CB8AC3E}">
        <p14:creationId xmlns:p14="http://schemas.microsoft.com/office/powerpoint/2010/main" val="37255833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850438" y="265991"/>
            <a:ext cx="7486600" cy="936625"/>
          </a:xfrm>
        </p:spPr>
        <p:txBody>
          <a:bodyPr/>
          <a:lstStyle/>
          <a:p>
            <a:pPr eaLnBrk="1" hangingPunct="1"/>
            <a:r>
              <a:rPr lang="zh-CN" altLang="en-US" b="1" dirty="0"/>
              <a:t>组合逻辑电路的分析方法</a:t>
            </a:r>
            <a:endParaRPr lang="en-US" altLang="zh-CN" b="1" dirty="0"/>
          </a:p>
        </p:txBody>
      </p:sp>
      <p:sp>
        <p:nvSpPr>
          <p:cNvPr id="466947" name="Rectangle 3"/>
          <p:cNvSpPr>
            <a:spLocks noGrp="1" noChangeArrowheads="1"/>
          </p:cNvSpPr>
          <p:nvPr>
            <p:ph idx="1"/>
          </p:nvPr>
        </p:nvSpPr>
        <p:spPr>
          <a:xfrm>
            <a:off x="457200" y="1496292"/>
            <a:ext cx="8229600" cy="4931507"/>
          </a:xfrm>
        </p:spPr>
        <p:txBody>
          <a:bodyPr/>
          <a:lstStyle/>
          <a:p>
            <a:pPr eaLnBrk="1" hangingPunct="1"/>
            <a:r>
              <a:rPr lang="zh-CN" altLang="en-US" sz="2800" dirty="0"/>
              <a:t>目标</a:t>
            </a:r>
            <a:endParaRPr lang="en-US" altLang="zh-CN" sz="2800" dirty="0"/>
          </a:p>
          <a:p>
            <a:pPr lvl="1" hangingPunct="1"/>
            <a:r>
              <a:rPr lang="zh-CN" altLang="en-US" sz="2400" dirty="0"/>
              <a:t>给定设计的电路（晶体管</a:t>
            </a:r>
            <a:r>
              <a:rPr lang="en-US" altLang="zh-CN" sz="2400" dirty="0"/>
              <a:t>/</a:t>
            </a:r>
            <a:r>
              <a:rPr lang="zh-CN" altLang="en-US" sz="2400" dirty="0"/>
              <a:t>逻辑门）</a:t>
            </a:r>
            <a:endParaRPr lang="en-US" altLang="zh-CN" sz="2400" dirty="0"/>
          </a:p>
          <a:p>
            <a:pPr lvl="1" hangingPunct="1"/>
            <a:r>
              <a:rPr lang="zh-CN" altLang="en-US" sz="2400" dirty="0"/>
              <a:t>在真值表，布尔表达式等形式中表达函数</a:t>
            </a:r>
            <a:endParaRPr lang="en-US" altLang="zh-CN" sz="2400" dirty="0"/>
          </a:p>
          <a:p>
            <a:pPr lvl="1" hangingPunct="1"/>
            <a:r>
              <a:rPr lang="zh-CN" altLang="en-US" sz="2400" dirty="0">
                <a:solidFill>
                  <a:srgbClr val="3333FF"/>
                </a:solidFill>
              </a:rPr>
              <a:t>低层次</a:t>
            </a:r>
            <a:r>
              <a:rPr lang="en-US" altLang="zh-CN" sz="2400" dirty="0">
                <a:solidFill>
                  <a:srgbClr val="3333FF"/>
                </a:solidFill>
              </a:rPr>
              <a:t> </a:t>
            </a:r>
            <a:r>
              <a:rPr lang="zh-CN" altLang="en-US" sz="2400" dirty="0">
                <a:solidFill>
                  <a:srgbClr val="000000"/>
                </a:solidFill>
              </a:rPr>
              <a:t>到</a:t>
            </a:r>
            <a:r>
              <a:rPr lang="en-US" altLang="zh-CN" sz="2400" dirty="0"/>
              <a:t> </a:t>
            </a:r>
            <a:r>
              <a:rPr lang="zh-CN" altLang="en-US" sz="2400" dirty="0">
                <a:solidFill>
                  <a:srgbClr val="3333FF"/>
                </a:solidFill>
              </a:rPr>
              <a:t>高层次 </a:t>
            </a:r>
            <a:r>
              <a:rPr lang="zh-CN" altLang="en-US" sz="2400" dirty="0">
                <a:solidFill>
                  <a:srgbClr val="000000"/>
                </a:solidFill>
              </a:rPr>
              <a:t>分析</a:t>
            </a:r>
            <a:endParaRPr lang="en-US" altLang="zh-CN" sz="2400" dirty="0">
              <a:solidFill>
                <a:srgbClr val="000000"/>
              </a:solidFill>
            </a:endParaRPr>
          </a:p>
        </p:txBody>
      </p:sp>
      <p:sp>
        <p:nvSpPr>
          <p:cNvPr id="6" name="Slide Number Placeholder 5">
            <a:extLst>
              <a:ext uri="{FF2B5EF4-FFF2-40B4-BE49-F238E27FC236}">
                <a16:creationId xmlns:a16="http://schemas.microsoft.com/office/drawing/2014/main" id="{F4104AD8-3FCE-524F-8F80-2C9DA43F1CF8}"/>
              </a:ext>
            </a:extLst>
          </p:cNvPr>
          <p:cNvSpPr>
            <a:spLocks noGrp="1"/>
          </p:cNvSpPr>
          <p:nvPr>
            <p:ph type="sldNum" sz="quarter" idx="12"/>
          </p:nvPr>
        </p:nvSpPr>
        <p:spPr/>
        <p:txBody>
          <a:bodyPr/>
          <a:lstStyle/>
          <a:p>
            <a:pPr>
              <a:defRPr/>
            </a:pPr>
            <a:fld id="{A88D0608-5506-4AD0-BB9E-DF761E8BFA1F}" type="slidenum">
              <a:rPr lang="zh-CN" altLang="en-US" smtClean="0"/>
              <a:pPr>
                <a:defRPr/>
              </a:pPr>
              <a:t>22</a:t>
            </a:fld>
            <a:endParaRPr lang="en-US" altLang="zh-CN" dirty="0"/>
          </a:p>
        </p:txBody>
      </p:sp>
      <p:grpSp>
        <p:nvGrpSpPr>
          <p:cNvPr id="5" name="Group 4">
            <a:extLst>
              <a:ext uri="{FF2B5EF4-FFF2-40B4-BE49-F238E27FC236}">
                <a16:creationId xmlns:a16="http://schemas.microsoft.com/office/drawing/2014/main" id="{4ED4495D-49B9-834F-86B9-A50751E434DA}"/>
              </a:ext>
            </a:extLst>
          </p:cNvPr>
          <p:cNvGrpSpPr/>
          <p:nvPr/>
        </p:nvGrpSpPr>
        <p:grpSpPr>
          <a:xfrm>
            <a:off x="828700" y="3667125"/>
            <a:ext cx="8062457" cy="2578100"/>
            <a:chOff x="686610" y="3604897"/>
            <a:chExt cx="8062457" cy="2578100"/>
          </a:xfrm>
        </p:grpSpPr>
        <p:sp>
          <p:nvSpPr>
            <p:cNvPr id="2" name="Rectangle 1">
              <a:extLst>
                <a:ext uri="{FF2B5EF4-FFF2-40B4-BE49-F238E27FC236}">
                  <a16:creationId xmlns:a16="http://schemas.microsoft.com/office/drawing/2014/main" id="{9B574D01-0AF6-5D43-BC2E-0AA86962F414}"/>
                </a:ext>
              </a:extLst>
            </p:cNvPr>
            <p:cNvSpPr/>
            <p:nvPr/>
          </p:nvSpPr>
          <p:spPr>
            <a:xfrm>
              <a:off x="4417560" y="4842432"/>
              <a:ext cx="4331507" cy="369332"/>
            </a:xfrm>
            <a:prstGeom prst="rect">
              <a:avLst/>
            </a:prstGeom>
          </p:spPr>
          <p:txBody>
            <a:bodyPr wrap="none">
              <a:spAutoFit/>
            </a:bodyPr>
            <a:lstStyle/>
            <a:p>
              <a:pPr eaLnBrk="1" hangingPunct="1"/>
              <a:r>
                <a:rPr lang="en-US" altLang="zh-CN" dirty="0">
                  <a:highlight>
                    <a:srgbClr val="55E727"/>
                  </a:highlight>
                </a:rPr>
                <a:t>d28</a:t>
              </a:r>
              <a:r>
                <a:rPr lang="en-US" altLang="zh-CN" dirty="0"/>
                <a:t> = a</a:t>
              </a:r>
              <a:r>
                <a:rPr lang="en-US" altLang="zh-CN" baseline="-25000" dirty="0"/>
                <a:t>8</a:t>
              </a:r>
              <a:r>
                <a:rPr lang="en-US" altLang="zh-CN" dirty="0"/>
                <a:t>’ </a:t>
              </a:r>
              <a:r>
                <a:rPr lang="en-US" altLang="zh-CN" dirty="0">
                  <a:solidFill>
                    <a:srgbClr val="FF00FF"/>
                  </a:solidFill>
                </a:rPr>
                <a:t>and </a:t>
              </a:r>
              <a:r>
                <a:rPr lang="en-US" altLang="zh-CN" dirty="0"/>
                <a:t>a</a:t>
              </a:r>
              <a:r>
                <a:rPr lang="en-US" altLang="zh-CN" baseline="-25000" dirty="0"/>
                <a:t>4</a:t>
              </a:r>
              <a:r>
                <a:rPr lang="en-US" altLang="zh-CN" dirty="0"/>
                <a:t>’ </a:t>
              </a:r>
              <a:r>
                <a:rPr lang="en-US" altLang="zh-CN" dirty="0">
                  <a:solidFill>
                    <a:srgbClr val="FF00FF"/>
                  </a:solidFill>
                </a:rPr>
                <a:t>and </a:t>
              </a:r>
              <a:r>
                <a:rPr lang="en-US" altLang="zh-CN" dirty="0"/>
                <a:t>a</a:t>
              </a:r>
              <a:r>
                <a:rPr lang="en-US" altLang="zh-CN" baseline="-25000" dirty="0"/>
                <a:t>2 </a:t>
              </a:r>
              <a:r>
                <a:rPr lang="en-US" altLang="zh-CN" dirty="0">
                  <a:solidFill>
                    <a:srgbClr val="FF00FF"/>
                  </a:solidFill>
                </a:rPr>
                <a:t>and </a:t>
              </a:r>
              <a:r>
                <a:rPr lang="en-US" altLang="zh-CN" dirty="0"/>
                <a:t>a</a:t>
              </a:r>
              <a:r>
                <a:rPr lang="en-US" altLang="zh-CN" baseline="-25000" dirty="0"/>
                <a:t>1</a:t>
              </a:r>
              <a:r>
                <a:rPr lang="en-US" altLang="zh-CN" dirty="0"/>
                <a:t>’ </a:t>
              </a:r>
              <a:r>
                <a:rPr lang="en-US" altLang="zh-CN" dirty="0">
                  <a:solidFill>
                    <a:srgbClr val="FF00FF"/>
                  </a:solidFill>
                </a:rPr>
                <a:t>and </a:t>
              </a:r>
              <a:r>
                <a:rPr lang="en-US" altLang="zh-CN" dirty="0"/>
                <a:t>leap’</a:t>
              </a:r>
            </a:p>
          </p:txBody>
        </p:sp>
        <p:grpSp>
          <p:nvGrpSpPr>
            <p:cNvPr id="3" name="Group 2">
              <a:extLst>
                <a:ext uri="{FF2B5EF4-FFF2-40B4-BE49-F238E27FC236}">
                  <a16:creationId xmlns:a16="http://schemas.microsoft.com/office/drawing/2014/main" id="{9E31E653-31E2-5F4B-A92A-8B09D1C4A7CC}"/>
                </a:ext>
              </a:extLst>
            </p:cNvPr>
            <p:cNvGrpSpPr/>
            <p:nvPr/>
          </p:nvGrpSpPr>
          <p:grpSpPr>
            <a:xfrm>
              <a:off x="686610" y="3604897"/>
              <a:ext cx="3668683" cy="2578100"/>
              <a:chOff x="499125" y="4048125"/>
              <a:chExt cx="3668683" cy="2578100"/>
            </a:xfrm>
          </p:grpSpPr>
          <p:graphicFrame>
            <p:nvGraphicFramePr>
              <p:cNvPr id="8" name="Object 8">
                <a:extLst>
                  <a:ext uri="{FF2B5EF4-FFF2-40B4-BE49-F238E27FC236}">
                    <a16:creationId xmlns:a16="http://schemas.microsoft.com/office/drawing/2014/main" id="{42F42674-1294-0B45-B038-F88A952FA8D9}"/>
                  </a:ext>
                </a:extLst>
              </p:cNvPr>
              <p:cNvGraphicFramePr>
                <a:graphicFrameLocks noChangeAspect="1"/>
              </p:cNvGraphicFramePr>
              <p:nvPr/>
            </p:nvGraphicFramePr>
            <p:xfrm>
              <a:off x="1046258" y="4048125"/>
              <a:ext cx="3121550" cy="2578100"/>
            </p:xfrm>
            <a:graphic>
              <a:graphicData uri="http://schemas.openxmlformats.org/presentationml/2006/ole">
                <mc:AlternateContent xmlns:mc="http://schemas.openxmlformats.org/markup-compatibility/2006">
                  <mc:Choice xmlns:v="urn:schemas-microsoft-com:vml" Requires="v">
                    <p:oleObj name="Visio" r:id="rId3" imgW="2142744" imgH="1210970" progId="Visio.Drawing.11">
                      <p:embed/>
                    </p:oleObj>
                  </mc:Choice>
                  <mc:Fallback>
                    <p:oleObj name="Visio" r:id="rId3" imgW="2142744" imgH="1210970" progId="Visio.Drawing.11">
                      <p:embed/>
                      <p:pic>
                        <p:nvPicPr>
                          <p:cNvPr id="8" name="Object 8">
                            <a:extLst>
                              <a:ext uri="{FF2B5EF4-FFF2-40B4-BE49-F238E27FC236}">
                                <a16:creationId xmlns:a16="http://schemas.microsoft.com/office/drawing/2014/main" id="{42F42674-1294-0B45-B038-F88A952FA8D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6258" y="4048125"/>
                            <a:ext cx="3121550" cy="2578100"/>
                          </a:xfrm>
                          <a:prstGeom prst="rect">
                            <a:avLst/>
                          </a:prstGeom>
                          <a:noFill/>
                          <a:ln>
                            <a:noFill/>
                          </a:ln>
                          <a:effectLst/>
                        </p:spPr>
                      </p:pic>
                    </p:oleObj>
                  </mc:Fallback>
                </mc:AlternateContent>
              </a:graphicData>
            </a:graphic>
          </p:graphicFrame>
          <p:sp>
            <p:nvSpPr>
              <p:cNvPr id="9" name="Rectangle 12">
                <a:extLst>
                  <a:ext uri="{FF2B5EF4-FFF2-40B4-BE49-F238E27FC236}">
                    <a16:creationId xmlns:a16="http://schemas.microsoft.com/office/drawing/2014/main" id="{B67BC861-3AD0-B946-9E8F-5A5995B2C722}"/>
                  </a:ext>
                </a:extLst>
              </p:cNvPr>
              <p:cNvSpPr>
                <a:spLocks noChangeArrowheads="1"/>
              </p:cNvSpPr>
              <p:nvPr/>
            </p:nvSpPr>
            <p:spPr bwMode="auto">
              <a:xfrm>
                <a:off x="557833" y="4048125"/>
                <a:ext cx="5405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pPr>
                  <a:spcBef>
                    <a:spcPct val="20000"/>
                  </a:spcBef>
                  <a:buClr>
                    <a:schemeClr val="hlink"/>
                  </a:buClr>
                  <a:buSzPct val="80000"/>
                  <a:buFont typeface="Wingdings" pitchFamily="2" charset="2"/>
                  <a:buNone/>
                </a:pPr>
                <a:r>
                  <a:rPr lang="en-US" altLang="zh-CN" sz="2000" b="0" dirty="0">
                    <a:solidFill>
                      <a:schemeClr val="tx1"/>
                    </a:solidFill>
                  </a:rPr>
                  <a:t>m8</a:t>
                </a:r>
              </a:p>
            </p:txBody>
          </p:sp>
          <p:sp>
            <p:nvSpPr>
              <p:cNvPr id="10" name="Rectangle 13">
                <a:extLst>
                  <a:ext uri="{FF2B5EF4-FFF2-40B4-BE49-F238E27FC236}">
                    <a16:creationId xmlns:a16="http://schemas.microsoft.com/office/drawing/2014/main" id="{10689948-78DC-1845-82CF-8A45A30F5D82}"/>
                  </a:ext>
                </a:extLst>
              </p:cNvPr>
              <p:cNvSpPr>
                <a:spLocks noChangeArrowheads="1"/>
              </p:cNvSpPr>
              <p:nvPr/>
            </p:nvSpPr>
            <p:spPr bwMode="auto">
              <a:xfrm>
                <a:off x="560099" y="4605329"/>
                <a:ext cx="5405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pPr>
                  <a:spcBef>
                    <a:spcPct val="20000"/>
                  </a:spcBef>
                  <a:buClr>
                    <a:schemeClr val="hlink"/>
                  </a:buClr>
                  <a:buSzPct val="80000"/>
                  <a:buFont typeface="Wingdings" pitchFamily="2" charset="2"/>
                  <a:buNone/>
                </a:pPr>
                <a:r>
                  <a:rPr lang="en-US" altLang="zh-CN" sz="2000" b="0" dirty="0">
                    <a:solidFill>
                      <a:schemeClr val="tx1"/>
                    </a:solidFill>
                  </a:rPr>
                  <a:t>m4</a:t>
                </a:r>
              </a:p>
            </p:txBody>
          </p:sp>
          <p:sp>
            <p:nvSpPr>
              <p:cNvPr id="11" name="Rectangle 14">
                <a:extLst>
                  <a:ext uri="{FF2B5EF4-FFF2-40B4-BE49-F238E27FC236}">
                    <a16:creationId xmlns:a16="http://schemas.microsoft.com/office/drawing/2014/main" id="{39B6C54E-A4F7-7546-8105-6DB68043FF71}"/>
                  </a:ext>
                </a:extLst>
              </p:cNvPr>
              <p:cNvSpPr>
                <a:spLocks noChangeArrowheads="1"/>
              </p:cNvSpPr>
              <p:nvPr/>
            </p:nvSpPr>
            <p:spPr bwMode="auto">
              <a:xfrm>
                <a:off x="538341" y="5192072"/>
                <a:ext cx="5405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pPr>
                  <a:spcBef>
                    <a:spcPct val="20000"/>
                  </a:spcBef>
                  <a:buClr>
                    <a:schemeClr val="hlink"/>
                  </a:buClr>
                  <a:buSzPct val="80000"/>
                  <a:buFont typeface="Wingdings" pitchFamily="2" charset="2"/>
                  <a:buNone/>
                </a:pPr>
                <a:r>
                  <a:rPr lang="en-US" altLang="zh-CN" sz="2000" b="0" dirty="0">
                    <a:solidFill>
                      <a:schemeClr val="tx1"/>
                    </a:solidFill>
                  </a:rPr>
                  <a:t>m2</a:t>
                </a:r>
              </a:p>
            </p:txBody>
          </p:sp>
          <p:sp>
            <p:nvSpPr>
              <p:cNvPr id="12" name="Rectangle 15">
                <a:extLst>
                  <a:ext uri="{FF2B5EF4-FFF2-40B4-BE49-F238E27FC236}">
                    <a16:creationId xmlns:a16="http://schemas.microsoft.com/office/drawing/2014/main" id="{8F673FD0-B205-5547-A3B8-AB66DEEAC657}"/>
                  </a:ext>
                </a:extLst>
              </p:cNvPr>
              <p:cNvSpPr>
                <a:spLocks noChangeArrowheads="1"/>
              </p:cNvSpPr>
              <p:nvPr/>
            </p:nvSpPr>
            <p:spPr bwMode="auto">
              <a:xfrm>
                <a:off x="549412" y="5526237"/>
                <a:ext cx="5405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pPr>
                  <a:spcBef>
                    <a:spcPct val="20000"/>
                  </a:spcBef>
                  <a:buClr>
                    <a:schemeClr val="hlink"/>
                  </a:buClr>
                  <a:buSzPct val="80000"/>
                  <a:buFont typeface="Wingdings" pitchFamily="2" charset="2"/>
                  <a:buNone/>
                </a:pPr>
                <a:r>
                  <a:rPr lang="en-US" altLang="zh-CN" sz="2000" b="0" dirty="0">
                    <a:solidFill>
                      <a:schemeClr val="tx1"/>
                    </a:solidFill>
                  </a:rPr>
                  <a:t>m1</a:t>
                </a:r>
              </a:p>
            </p:txBody>
          </p:sp>
          <p:sp>
            <p:nvSpPr>
              <p:cNvPr id="13" name="Rectangle 16">
                <a:extLst>
                  <a:ext uri="{FF2B5EF4-FFF2-40B4-BE49-F238E27FC236}">
                    <a16:creationId xmlns:a16="http://schemas.microsoft.com/office/drawing/2014/main" id="{C4277D84-4A1B-8B4D-B8D1-DFC681B25EFB}"/>
                  </a:ext>
                </a:extLst>
              </p:cNvPr>
              <p:cNvSpPr>
                <a:spLocks noChangeArrowheads="1"/>
              </p:cNvSpPr>
              <p:nvPr/>
            </p:nvSpPr>
            <p:spPr bwMode="auto">
              <a:xfrm>
                <a:off x="499125" y="5999898"/>
                <a:ext cx="67037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pPr>
                  <a:spcBef>
                    <a:spcPct val="20000"/>
                  </a:spcBef>
                  <a:buClr>
                    <a:schemeClr val="hlink"/>
                  </a:buClr>
                  <a:buSzPct val="80000"/>
                  <a:buFont typeface="Wingdings" pitchFamily="2" charset="2"/>
                  <a:buNone/>
                </a:pPr>
                <a:r>
                  <a:rPr lang="en-US" altLang="zh-CN" sz="2000" b="0" dirty="0">
                    <a:solidFill>
                      <a:schemeClr val="tx1"/>
                    </a:solidFill>
                  </a:rPr>
                  <a:t>leap</a:t>
                </a:r>
              </a:p>
            </p:txBody>
          </p:sp>
        </p:grpSp>
        <p:sp>
          <p:nvSpPr>
            <p:cNvPr id="4" name="Rectangle 3">
              <a:extLst>
                <a:ext uri="{FF2B5EF4-FFF2-40B4-BE49-F238E27FC236}">
                  <a16:creationId xmlns:a16="http://schemas.microsoft.com/office/drawing/2014/main" id="{F9A54EAE-F00C-9A4D-A8B6-D7C6BDFEFEFB}"/>
                </a:ext>
              </a:extLst>
            </p:cNvPr>
            <p:cNvSpPr/>
            <p:nvPr/>
          </p:nvSpPr>
          <p:spPr>
            <a:xfrm>
              <a:off x="4342083" y="3962046"/>
              <a:ext cx="914033" cy="400110"/>
            </a:xfrm>
            <a:prstGeom prst="rect">
              <a:avLst/>
            </a:prstGeom>
          </p:spPr>
          <p:txBody>
            <a:bodyPr wrap="none">
              <a:spAutoFit/>
            </a:bodyPr>
            <a:lstStyle/>
            <a:p>
              <a:r>
                <a:rPr lang="zh-CN" altLang="en-US" sz="2000" b="1" kern="0">
                  <a:solidFill>
                    <a:srgbClr val="000000"/>
                  </a:solidFill>
                  <a:latin typeface="Arial" panose="020B0604020202020204" pitchFamily="34" charset="0"/>
                  <a:ea typeface="黑体" pitchFamily="49" charset="-122"/>
                  <a:cs typeface="Arial" panose="020B0604020202020204" pitchFamily="34" charset="0"/>
                </a:rPr>
                <a:t>示例</a:t>
              </a:r>
              <a:r>
                <a:rPr lang="en-US" altLang="zh-CN" sz="2000" b="1" kern="0">
                  <a:solidFill>
                    <a:srgbClr val="000000"/>
                  </a:solidFill>
                  <a:latin typeface="Arial" panose="020B0604020202020204" pitchFamily="34" charset="0"/>
                  <a:ea typeface="黑体" pitchFamily="49" charset="-122"/>
                  <a:cs typeface="Arial" panose="020B0604020202020204" pitchFamily="34" charset="0"/>
                </a:rPr>
                <a:t> </a:t>
              </a:r>
              <a:r>
                <a:rPr lang="en-US" altLang="zh-CN" sz="2000" b="1" kern="0" dirty="0">
                  <a:solidFill>
                    <a:srgbClr val="000000"/>
                  </a:solidFill>
                  <a:latin typeface="Arial" panose="020B0604020202020204" pitchFamily="34" charset="0"/>
                  <a:ea typeface="黑体" pitchFamily="49" charset="-122"/>
                  <a:cs typeface="Arial" panose="020B0604020202020204" pitchFamily="34" charset="0"/>
                </a:rPr>
                <a:t>1</a:t>
              </a:r>
              <a:endParaRPr lang="en-CN" sz="1100" dirty="0"/>
            </a:p>
          </p:txBody>
        </p:sp>
      </p:grpSp>
    </p:spTree>
    <p:extLst>
      <p:ext uri="{BB962C8B-B14F-4D97-AF65-F5344CB8AC3E}">
        <p14:creationId xmlns:p14="http://schemas.microsoft.com/office/powerpoint/2010/main" val="1837056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lIns="0" rIns="0"/>
          <a:lstStyle/>
          <a:p>
            <a:r>
              <a:rPr lang="zh-CN" altLang="en-US" b="1" dirty="0"/>
              <a:t>例</a:t>
            </a:r>
            <a:r>
              <a:rPr lang="en-US" altLang="zh-CN" b="1" dirty="0"/>
              <a:t>2</a:t>
            </a:r>
            <a:endParaRPr lang="zh-CN" altLang="en-US" b="1" dirty="0"/>
          </a:p>
        </p:txBody>
      </p:sp>
      <p:pic>
        <p:nvPicPr>
          <p:cNvPr id="5" name="图片 4"/>
          <p:cNvPicPr>
            <a:picLocks noChangeAspect="1"/>
          </p:cNvPicPr>
          <p:nvPr/>
        </p:nvPicPr>
        <p:blipFill>
          <a:blip r:embed="rId3"/>
          <a:stretch>
            <a:fillRect/>
          </a:stretch>
        </p:blipFill>
        <p:spPr>
          <a:xfrm>
            <a:off x="791580" y="2168860"/>
            <a:ext cx="4236729" cy="3085166"/>
          </a:xfrm>
          <a:prstGeom prst="rect">
            <a:avLst/>
          </a:prstGeom>
        </p:spPr>
      </p:pic>
      <p:sp>
        <p:nvSpPr>
          <p:cNvPr id="6" name="文本框 5"/>
          <p:cNvSpPr txBox="1"/>
          <p:nvPr/>
        </p:nvSpPr>
        <p:spPr>
          <a:xfrm>
            <a:off x="5340255" y="2060848"/>
            <a:ext cx="3733800" cy="1476173"/>
          </a:xfrm>
          <a:prstGeom prst="rect">
            <a:avLst/>
          </a:prstGeom>
          <a:noFill/>
        </p:spPr>
        <p:txBody>
          <a:bodyPr wrap="square" rtlCol="0">
            <a:spAutoFit/>
          </a:bodyPr>
          <a:lstStyle/>
          <a:p>
            <a:pPr>
              <a:lnSpc>
                <a:spcPct val="150000"/>
              </a:lnSpc>
            </a:pPr>
            <a:r>
              <a:rPr lang="zh-CN" altLang="en-US" sz="3200" dirty="0">
                <a:solidFill>
                  <a:schemeClr val="tx1"/>
                </a:solidFill>
                <a:latin typeface="+mn-lt"/>
                <a:ea typeface="黑体" panose="02010609060101010101" pitchFamily="49" charset="-122"/>
              </a:rPr>
              <a:t>输入：</a:t>
            </a:r>
            <a:r>
              <a:rPr lang="en-US" altLang="zh-CN" sz="3200" dirty="0">
                <a:solidFill>
                  <a:schemeClr val="tx1"/>
                </a:solidFill>
                <a:latin typeface="+mn-lt"/>
                <a:ea typeface="黑体" panose="02010609060101010101" pitchFamily="49" charset="-122"/>
              </a:rPr>
              <a:t>{A</a:t>
            </a:r>
            <a:r>
              <a:rPr lang="zh-CN" altLang="en-US" sz="3200" dirty="0">
                <a:solidFill>
                  <a:schemeClr val="tx1"/>
                </a:solidFill>
                <a:latin typeface="+mn-lt"/>
                <a:ea typeface="黑体" panose="02010609060101010101" pitchFamily="49" charset="-122"/>
              </a:rPr>
              <a:t>   </a:t>
            </a:r>
            <a:r>
              <a:rPr lang="en-US" altLang="zh-CN" sz="3200" dirty="0">
                <a:solidFill>
                  <a:schemeClr val="tx1"/>
                </a:solidFill>
                <a:latin typeface="+mn-lt"/>
                <a:ea typeface="黑体" panose="02010609060101010101" pitchFamily="49" charset="-122"/>
              </a:rPr>
              <a:t>B</a:t>
            </a:r>
            <a:r>
              <a:rPr lang="zh-CN" altLang="en-US" sz="3200" dirty="0">
                <a:solidFill>
                  <a:schemeClr val="tx1"/>
                </a:solidFill>
                <a:latin typeface="+mn-lt"/>
                <a:ea typeface="黑体" panose="02010609060101010101" pitchFamily="49" charset="-122"/>
              </a:rPr>
              <a:t>   </a:t>
            </a:r>
            <a:r>
              <a:rPr lang="en-US" altLang="zh-CN" sz="3200" dirty="0">
                <a:solidFill>
                  <a:schemeClr val="tx1"/>
                </a:solidFill>
                <a:latin typeface="+mn-lt"/>
                <a:ea typeface="黑体" panose="02010609060101010101" pitchFamily="49" charset="-122"/>
              </a:rPr>
              <a:t>C}</a:t>
            </a:r>
          </a:p>
          <a:p>
            <a:pPr>
              <a:lnSpc>
                <a:spcPct val="150000"/>
              </a:lnSpc>
            </a:pPr>
            <a:r>
              <a:rPr lang="zh-CN" altLang="en-US" sz="3200" dirty="0">
                <a:solidFill>
                  <a:schemeClr val="tx1"/>
                </a:solidFill>
                <a:latin typeface="+mn-lt"/>
                <a:ea typeface="黑体" panose="02010609060101010101" pitchFamily="49" charset="-122"/>
              </a:rPr>
              <a:t>输出：</a:t>
            </a:r>
            <a:r>
              <a:rPr lang="en-US" altLang="zh-CN" sz="3200" dirty="0">
                <a:solidFill>
                  <a:schemeClr val="tx1"/>
                </a:solidFill>
                <a:latin typeface="+mn-lt"/>
                <a:ea typeface="黑体" panose="02010609060101010101" pitchFamily="49" charset="-122"/>
              </a:rPr>
              <a:t>{F0</a:t>
            </a:r>
            <a:r>
              <a:rPr lang="zh-CN" altLang="en-US" sz="3200" dirty="0">
                <a:solidFill>
                  <a:schemeClr val="tx1"/>
                </a:solidFill>
                <a:latin typeface="+mn-lt"/>
                <a:ea typeface="黑体" panose="02010609060101010101" pitchFamily="49" charset="-122"/>
              </a:rPr>
              <a:t> </a:t>
            </a:r>
            <a:r>
              <a:rPr lang="en-US" altLang="zh-CN" sz="3200" dirty="0">
                <a:solidFill>
                  <a:schemeClr val="tx1"/>
                </a:solidFill>
                <a:latin typeface="+mn-lt"/>
                <a:ea typeface="黑体" panose="02010609060101010101" pitchFamily="49" charset="-122"/>
              </a:rPr>
              <a:t>F1</a:t>
            </a:r>
            <a:r>
              <a:rPr lang="zh-CN" altLang="en-US" sz="3200" dirty="0">
                <a:solidFill>
                  <a:schemeClr val="tx1"/>
                </a:solidFill>
                <a:latin typeface="+mn-lt"/>
                <a:ea typeface="黑体" panose="02010609060101010101" pitchFamily="49" charset="-122"/>
              </a:rPr>
              <a:t> </a:t>
            </a:r>
            <a:r>
              <a:rPr lang="en-US" altLang="zh-CN" sz="3200" dirty="0">
                <a:solidFill>
                  <a:schemeClr val="tx1"/>
                </a:solidFill>
                <a:latin typeface="+mn-lt"/>
                <a:ea typeface="黑体" panose="02010609060101010101" pitchFamily="49" charset="-122"/>
              </a:rPr>
              <a:t>F2</a:t>
            </a:r>
            <a:r>
              <a:rPr lang="en-US" altLang="zh-CN" sz="3200" dirty="0">
                <a:latin typeface="+mn-lt"/>
                <a:ea typeface="黑体" panose="02010609060101010101" pitchFamily="49" charset="-122"/>
              </a:rPr>
              <a:t>}</a:t>
            </a:r>
            <a:endParaRPr lang="zh-CN" altLang="en-US" sz="3200" dirty="0">
              <a:solidFill>
                <a:schemeClr val="tx1"/>
              </a:solidFill>
              <a:latin typeface="+mn-lt"/>
              <a:ea typeface="黑体" panose="02010609060101010101" pitchFamily="49" charset="-122"/>
            </a:endParaRPr>
          </a:p>
        </p:txBody>
      </p:sp>
      <p:sp>
        <p:nvSpPr>
          <p:cNvPr id="7" name="文本框 6"/>
          <p:cNvSpPr txBox="1"/>
          <p:nvPr/>
        </p:nvSpPr>
        <p:spPr>
          <a:xfrm>
            <a:off x="5303529" y="4188343"/>
            <a:ext cx="3422340" cy="737510"/>
          </a:xfrm>
          <a:prstGeom prst="rect">
            <a:avLst/>
          </a:prstGeom>
          <a:noFill/>
        </p:spPr>
        <p:txBody>
          <a:bodyPr wrap="square" rtlCol="0">
            <a:spAutoFit/>
          </a:bodyPr>
          <a:lstStyle/>
          <a:p>
            <a:pPr>
              <a:lnSpc>
                <a:spcPct val="150000"/>
              </a:lnSpc>
            </a:pPr>
            <a:r>
              <a:rPr lang="zh-CN" altLang="en-US" sz="3200" dirty="0">
                <a:solidFill>
                  <a:srgbClr val="3333FF"/>
                </a:solidFill>
                <a:latin typeface="Times New Roman" panose="02020603050405020304" pitchFamily="18" charset="0"/>
                <a:ea typeface="黑体" panose="02010609060101010101" pitchFamily="49" charset="-122"/>
              </a:rPr>
              <a:t>电路功能是什么？</a:t>
            </a:r>
          </a:p>
        </p:txBody>
      </p:sp>
      <p:sp>
        <p:nvSpPr>
          <p:cNvPr id="8" name="灯片编号占位符 6">
            <a:extLst>
              <a:ext uri="{FF2B5EF4-FFF2-40B4-BE49-F238E27FC236}">
                <a16:creationId xmlns:a16="http://schemas.microsoft.com/office/drawing/2014/main" id="{C9816605-1AC7-9141-833D-03E58157CB3C}"/>
              </a:ext>
            </a:extLst>
          </p:cNvPr>
          <p:cNvSpPr txBox="1">
            <a:spLocks/>
          </p:cNvSpPr>
          <p:nvPr/>
        </p:nvSpPr>
        <p:spPr bwMode="auto">
          <a:xfrm>
            <a:off x="6553200" y="6265860"/>
            <a:ext cx="213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4600" b="1" kern="1200">
                <a:solidFill>
                  <a:srgbClr val="FF3300"/>
                </a:solidFill>
                <a:latin typeface="Garamond" pitchFamily="18" charset="0"/>
                <a:ea typeface="宋体" charset="-122"/>
                <a:cs typeface="+mn-cs"/>
              </a:defRPr>
            </a:lvl1pPr>
            <a:lvl2pPr marL="742950" indent="-28575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2pPr>
            <a:lvl3pPr marL="11430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3pPr>
            <a:lvl4pPr marL="16002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4pPr>
            <a:lvl5pPr marL="20574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5pPr>
            <a:lvl6pPr marL="25146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6pPr>
            <a:lvl7pPr marL="29718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7pPr>
            <a:lvl8pPr marL="34290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8pPr>
            <a:lvl9pPr marL="38862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9pPr>
          </a:lstStyle>
          <a:p>
            <a:pPr eaLnBrk="1" hangingPunct="1"/>
            <a:fld id="{CCE6D788-BCB5-407E-9DED-68D155892338}" type="slidenum">
              <a:rPr lang="en-US" altLang="zh-CN" sz="1400" smtClean="0">
                <a:solidFill>
                  <a:schemeClr val="tx1"/>
                </a:solidFill>
                <a:latin typeface="+mn-lt"/>
              </a:rPr>
              <a:pPr eaLnBrk="1" hangingPunct="1"/>
              <a:t>23</a:t>
            </a:fld>
            <a:endParaRPr lang="en-US" altLang="zh-CN" sz="1400" dirty="0">
              <a:solidFill>
                <a:schemeClr val="tx1"/>
              </a:solidFill>
              <a:latin typeface="+mn-lt"/>
            </a:endParaRPr>
          </a:p>
        </p:txBody>
      </p:sp>
    </p:spTree>
    <p:extLst>
      <p:ext uri="{BB962C8B-B14F-4D97-AF65-F5344CB8AC3E}">
        <p14:creationId xmlns:p14="http://schemas.microsoft.com/office/powerpoint/2010/main" val="11433359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lIns="0" rIns="0"/>
          <a:lstStyle/>
          <a:p>
            <a:r>
              <a:rPr lang="zh-CN" altLang="en-US" b="1" dirty="0"/>
              <a:t>例</a:t>
            </a:r>
            <a:r>
              <a:rPr lang="en-US" altLang="zh-CN" b="1" dirty="0"/>
              <a:t>2</a:t>
            </a:r>
            <a:endParaRPr lang="zh-CN" altLang="en-US" b="1" dirty="0"/>
          </a:p>
        </p:txBody>
      </p:sp>
      <p:pic>
        <p:nvPicPr>
          <p:cNvPr id="5" name="图片 4"/>
          <p:cNvPicPr>
            <a:picLocks noChangeAspect="1"/>
          </p:cNvPicPr>
          <p:nvPr/>
        </p:nvPicPr>
        <p:blipFill>
          <a:blip r:embed="rId3"/>
          <a:stretch>
            <a:fillRect/>
          </a:stretch>
        </p:blipFill>
        <p:spPr>
          <a:xfrm>
            <a:off x="467037" y="2165696"/>
            <a:ext cx="3742301" cy="2725126"/>
          </a:xfrm>
          <a:prstGeom prst="rect">
            <a:avLst/>
          </a:prstGeom>
        </p:spPr>
      </p:pic>
      <p:sp>
        <p:nvSpPr>
          <p:cNvPr id="8" name="Rectangle 3">
            <a:extLst>
              <a:ext uri="{FF2B5EF4-FFF2-40B4-BE49-F238E27FC236}">
                <a16:creationId xmlns:a16="http://schemas.microsoft.com/office/drawing/2014/main" id="{C5A69FBF-FFB3-0448-A2BE-BA275AF62249}"/>
              </a:ext>
            </a:extLst>
          </p:cNvPr>
          <p:cNvSpPr txBox="1">
            <a:spLocks noChangeArrowheads="1"/>
          </p:cNvSpPr>
          <p:nvPr/>
        </p:nvSpPr>
        <p:spPr bwMode="gray">
          <a:xfrm>
            <a:off x="454022" y="1320047"/>
            <a:ext cx="8229600" cy="73751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1" fontAlgn="base" hangingPunct="0">
              <a:lnSpc>
                <a:spcPct val="120000"/>
              </a:lnSpc>
              <a:spcBef>
                <a:spcPct val="20000"/>
              </a:spcBef>
              <a:spcAft>
                <a:spcPct val="0"/>
              </a:spcAft>
              <a:buClr>
                <a:schemeClr val="hlink"/>
              </a:buClr>
              <a:buFont typeface="Wingdings" pitchFamily="2" charset="2"/>
              <a:buChar char="v"/>
              <a:defRPr sz="3600" baseline="0">
                <a:solidFill>
                  <a:srgbClr val="080808"/>
                </a:solidFill>
                <a:latin typeface="+mn-lt"/>
                <a:ea typeface="黑体" pitchFamily="49" charset="-122"/>
                <a:cs typeface="+mn-cs"/>
              </a:defRPr>
            </a:lvl1pPr>
            <a:lvl2pPr marL="742950" indent="-285750" algn="l" rtl="0" eaLnBrk="1" fontAlgn="base" hangingPunct="0">
              <a:lnSpc>
                <a:spcPct val="120000"/>
              </a:lnSpc>
              <a:spcBef>
                <a:spcPct val="20000"/>
              </a:spcBef>
              <a:spcAft>
                <a:spcPct val="0"/>
              </a:spcAft>
              <a:buClr>
                <a:schemeClr val="accent1"/>
              </a:buClr>
              <a:buFont typeface="Wingdings" pitchFamily="2" charset="2"/>
              <a:buChar char="§"/>
              <a:defRPr sz="3600" baseline="0">
                <a:solidFill>
                  <a:srgbClr val="080808"/>
                </a:solidFill>
                <a:latin typeface="+mn-lt"/>
                <a:ea typeface="黑体" pitchFamily="49" charset="-122"/>
              </a:defRPr>
            </a:lvl2pPr>
            <a:lvl3pPr marL="1143000" indent="-228600" algn="l" rtl="0" eaLnBrk="1" fontAlgn="base" hangingPunct="0">
              <a:lnSpc>
                <a:spcPct val="120000"/>
              </a:lnSpc>
              <a:spcBef>
                <a:spcPct val="20000"/>
              </a:spcBef>
              <a:spcAft>
                <a:spcPct val="0"/>
              </a:spcAft>
              <a:buClr>
                <a:schemeClr val="tx1"/>
              </a:buClr>
              <a:buChar char="•"/>
              <a:defRPr sz="3200" baseline="0">
                <a:solidFill>
                  <a:srgbClr val="080808"/>
                </a:solidFill>
                <a:latin typeface="+mn-lt"/>
                <a:ea typeface="黑体" pitchFamily="49" charset="-122"/>
              </a:defRPr>
            </a:lvl3pPr>
            <a:lvl4pPr marL="1600200" indent="-228600" algn="l" rtl="0" eaLnBrk="1" fontAlgn="base" hangingPunct="0">
              <a:lnSpc>
                <a:spcPct val="120000"/>
              </a:lnSpc>
              <a:spcBef>
                <a:spcPct val="20000"/>
              </a:spcBef>
              <a:spcAft>
                <a:spcPct val="0"/>
              </a:spcAft>
              <a:buChar char="–"/>
              <a:defRPr sz="2800" baseline="0">
                <a:solidFill>
                  <a:srgbClr val="080808"/>
                </a:solidFill>
                <a:latin typeface="+mn-lt"/>
                <a:ea typeface="黑体" pitchFamily="49" charset="-122"/>
              </a:defRPr>
            </a:lvl4pPr>
            <a:lvl5pPr marL="2057400" indent="-228600" algn="l" rtl="0" eaLnBrk="1" fontAlgn="base" hangingPunct="0">
              <a:lnSpc>
                <a:spcPct val="120000"/>
              </a:lnSpc>
              <a:spcBef>
                <a:spcPct val="20000"/>
              </a:spcBef>
              <a:spcAft>
                <a:spcPct val="0"/>
              </a:spcAft>
              <a:buChar char="»"/>
              <a:defRPr sz="2800" baseline="0">
                <a:solidFill>
                  <a:srgbClr val="080808"/>
                </a:solidFill>
                <a:latin typeface="+mn-lt"/>
                <a:ea typeface="黑体" pitchFamily="49" charset="-122"/>
              </a:defRPr>
            </a:lvl5pPr>
            <a:lvl6pPr marL="2514600" indent="-228600" algn="l" rtl="0" fontAlgn="base">
              <a:lnSpc>
                <a:spcPct val="120000"/>
              </a:lnSpc>
              <a:spcBef>
                <a:spcPct val="20000"/>
              </a:spcBef>
              <a:spcAft>
                <a:spcPct val="0"/>
              </a:spcAft>
              <a:buChar char="»"/>
              <a:defRPr sz="2800">
                <a:solidFill>
                  <a:srgbClr val="080808"/>
                </a:solidFill>
                <a:latin typeface="+mn-lt"/>
                <a:ea typeface="+mn-ea"/>
              </a:defRPr>
            </a:lvl6pPr>
            <a:lvl7pPr marL="2971800" indent="-228600" algn="l" rtl="0" fontAlgn="base">
              <a:lnSpc>
                <a:spcPct val="120000"/>
              </a:lnSpc>
              <a:spcBef>
                <a:spcPct val="20000"/>
              </a:spcBef>
              <a:spcAft>
                <a:spcPct val="0"/>
              </a:spcAft>
              <a:buChar char="»"/>
              <a:defRPr sz="2800">
                <a:solidFill>
                  <a:srgbClr val="080808"/>
                </a:solidFill>
                <a:latin typeface="+mn-lt"/>
                <a:ea typeface="+mn-ea"/>
              </a:defRPr>
            </a:lvl7pPr>
            <a:lvl8pPr marL="3429000" indent="-228600" algn="l" rtl="0" fontAlgn="base">
              <a:lnSpc>
                <a:spcPct val="120000"/>
              </a:lnSpc>
              <a:spcBef>
                <a:spcPct val="20000"/>
              </a:spcBef>
              <a:spcAft>
                <a:spcPct val="0"/>
              </a:spcAft>
              <a:buChar char="»"/>
              <a:defRPr sz="2800">
                <a:solidFill>
                  <a:srgbClr val="080808"/>
                </a:solidFill>
                <a:latin typeface="+mn-lt"/>
                <a:ea typeface="+mn-ea"/>
              </a:defRPr>
            </a:lvl8pPr>
            <a:lvl9pPr marL="3886200" indent="-228600" algn="l" rtl="0" fontAlgn="base">
              <a:lnSpc>
                <a:spcPct val="120000"/>
              </a:lnSpc>
              <a:spcBef>
                <a:spcPct val="20000"/>
              </a:spcBef>
              <a:spcAft>
                <a:spcPct val="0"/>
              </a:spcAft>
              <a:buChar char="»"/>
              <a:defRPr sz="2800">
                <a:solidFill>
                  <a:srgbClr val="080808"/>
                </a:solidFill>
                <a:latin typeface="+mn-lt"/>
                <a:ea typeface="+mn-ea"/>
              </a:defRPr>
            </a:lvl9pPr>
          </a:lstStyle>
          <a:p>
            <a:pPr hangingPunct="1">
              <a:buClr>
                <a:srgbClr val="000000"/>
              </a:buClr>
              <a:buFont typeface="Arial" panose="020B0604020202020204" pitchFamily="34" charset="0"/>
              <a:buChar char="•"/>
            </a:pPr>
            <a:r>
              <a:rPr lang="zh-CN" altLang="en-US" sz="3200" b="1" kern="0" dirty="0"/>
              <a:t>列出布尔表达式与真值表</a:t>
            </a:r>
            <a:endParaRPr lang="en-US" altLang="zh-CN" sz="3200" b="1" kern="0" dirty="0"/>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9EAF61C5-28DC-6D49-A8E7-97870AB28605}"/>
                  </a:ext>
                </a:extLst>
              </p:cNvPr>
              <p:cNvSpPr txBox="1"/>
              <p:nvPr/>
            </p:nvSpPr>
            <p:spPr>
              <a:xfrm>
                <a:off x="969147" y="5085184"/>
                <a:ext cx="190423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400" b="0" i="1" smtClean="0">
                              <a:latin typeface="Cambria Math" panose="02040503050406030204" pitchFamily="18" charset="0"/>
                            </a:rPr>
                          </m:ctrlPr>
                        </m:sSubPr>
                        <m:e>
                          <m:r>
                            <a:rPr kumimoji="1" lang="en-US" altLang="zh-CN" sz="2400" b="0" i="1" smtClean="0">
                              <a:latin typeface="Cambria Math" panose="02040503050406030204" pitchFamily="18" charset="0"/>
                            </a:rPr>
                            <m:t>𝐹</m:t>
                          </m:r>
                        </m:e>
                        <m:sub>
                          <m:r>
                            <a:rPr kumimoji="1" lang="en-US" altLang="zh-CN" sz="2400" b="0" i="1" smtClean="0">
                              <a:latin typeface="Cambria Math" panose="02040503050406030204" pitchFamily="18" charset="0"/>
                            </a:rPr>
                            <m:t>0</m:t>
                          </m:r>
                        </m:sub>
                      </m:sSub>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𝐴</m:t>
                      </m:r>
                      <m:r>
                        <a:rPr kumimoji="1" lang="en-US" altLang="zh-CN" sz="2400" b="0" i="1" smtClean="0">
                          <a:latin typeface="Cambria Math" panose="02040503050406030204" pitchFamily="18" charset="0"/>
                          <a:ea typeface="Cambria Math" panose="02040503050406030204" pitchFamily="18" charset="0"/>
                        </a:rPr>
                        <m:t>⨁(</m:t>
                      </m:r>
                      <m:r>
                        <a:rPr kumimoji="1" lang="en-US" altLang="zh-CN" sz="2400" b="0" i="1" smtClean="0">
                          <a:latin typeface="Cambria Math" panose="02040503050406030204" pitchFamily="18" charset="0"/>
                          <a:ea typeface="Cambria Math" panose="02040503050406030204" pitchFamily="18" charset="0"/>
                        </a:rPr>
                        <m:t>𝐵𝐶</m:t>
                      </m:r>
                      <m:r>
                        <a:rPr kumimoji="1" lang="en-US" altLang="zh-CN" sz="2400" b="0" i="1" smtClean="0">
                          <a:latin typeface="Cambria Math" panose="02040503050406030204" pitchFamily="18" charset="0"/>
                          <a:ea typeface="Cambria Math" panose="02040503050406030204" pitchFamily="18" charset="0"/>
                        </a:rPr>
                        <m:t>)</m:t>
                      </m:r>
                    </m:oMath>
                  </m:oMathPara>
                </a14:m>
                <a:endParaRPr kumimoji="1" lang="en-US" altLang="zh-CN" sz="2400" b="0" dirty="0"/>
              </a:p>
            </p:txBody>
          </p:sp>
        </mc:Choice>
        <mc:Fallback xmlns="">
          <p:sp>
            <p:nvSpPr>
              <p:cNvPr id="9" name="文本框 8">
                <a:extLst>
                  <a:ext uri="{FF2B5EF4-FFF2-40B4-BE49-F238E27FC236}">
                    <a16:creationId xmlns:a16="http://schemas.microsoft.com/office/drawing/2014/main" id="{9EAF61C5-28DC-6D49-A8E7-97870AB28605}"/>
                  </a:ext>
                </a:extLst>
              </p:cNvPr>
              <p:cNvSpPr txBox="1">
                <a:spLocks noRot="1" noChangeAspect="1" noMove="1" noResize="1" noEditPoints="1" noAdjustHandles="1" noChangeArrowheads="1" noChangeShapeType="1" noTextEdit="1"/>
              </p:cNvSpPr>
              <p:nvPr/>
            </p:nvSpPr>
            <p:spPr>
              <a:xfrm>
                <a:off x="969147" y="5085184"/>
                <a:ext cx="1904239" cy="369332"/>
              </a:xfrm>
              <a:prstGeom prst="rect">
                <a:avLst/>
              </a:prstGeom>
              <a:blipFill>
                <a:blip r:embed="rId4"/>
                <a:stretch>
                  <a:fillRect l="-2649" r="-4636" b="-3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6CC6EA6B-D900-3847-81D8-483BBB3B5667}"/>
                  </a:ext>
                </a:extLst>
              </p:cNvPr>
              <p:cNvSpPr txBox="1"/>
              <p:nvPr/>
            </p:nvSpPr>
            <p:spPr>
              <a:xfrm>
                <a:off x="983768" y="5558377"/>
                <a:ext cx="145033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400" b="0" i="1" smtClean="0">
                              <a:latin typeface="Cambria Math" panose="02040503050406030204" pitchFamily="18" charset="0"/>
                            </a:rPr>
                          </m:ctrlPr>
                        </m:sSubPr>
                        <m:e>
                          <m:r>
                            <a:rPr kumimoji="1" lang="en-US" altLang="zh-CN" sz="2400" b="0" i="1" smtClean="0">
                              <a:latin typeface="Cambria Math" panose="02040503050406030204" pitchFamily="18" charset="0"/>
                            </a:rPr>
                            <m:t>𝐹</m:t>
                          </m:r>
                        </m:e>
                        <m:sub>
                          <m:r>
                            <a:rPr kumimoji="1" lang="en-US" altLang="zh-CN" sz="2400" b="0" i="1" smtClean="0">
                              <a:latin typeface="Cambria Math" panose="02040503050406030204" pitchFamily="18" charset="0"/>
                            </a:rPr>
                            <m:t>1</m:t>
                          </m:r>
                        </m:sub>
                      </m:sSub>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𝐵</m:t>
                      </m:r>
                      <m:r>
                        <a:rPr kumimoji="1" lang="en-US" altLang="zh-CN" sz="2400" b="0" i="1" smtClean="0">
                          <a:latin typeface="Cambria Math" panose="02040503050406030204" pitchFamily="18" charset="0"/>
                          <a:ea typeface="Cambria Math" panose="02040503050406030204" pitchFamily="18" charset="0"/>
                        </a:rPr>
                        <m:t>⨁</m:t>
                      </m:r>
                      <m:r>
                        <a:rPr kumimoji="1" lang="en-US" altLang="zh-CN" sz="2400" b="0" i="1" smtClean="0">
                          <a:latin typeface="Cambria Math" panose="02040503050406030204" pitchFamily="18" charset="0"/>
                          <a:ea typeface="Cambria Math" panose="02040503050406030204" pitchFamily="18" charset="0"/>
                        </a:rPr>
                        <m:t>𝐶</m:t>
                      </m:r>
                    </m:oMath>
                  </m:oMathPara>
                </a14:m>
                <a:endParaRPr kumimoji="1" lang="en-US" altLang="zh-CN" sz="2400" b="0" dirty="0"/>
              </a:p>
            </p:txBody>
          </p:sp>
        </mc:Choice>
        <mc:Fallback xmlns="">
          <p:sp>
            <p:nvSpPr>
              <p:cNvPr id="10" name="文本框 9">
                <a:extLst>
                  <a:ext uri="{FF2B5EF4-FFF2-40B4-BE49-F238E27FC236}">
                    <a16:creationId xmlns:a16="http://schemas.microsoft.com/office/drawing/2014/main" id="{6CC6EA6B-D900-3847-81D8-483BBB3B5667}"/>
                  </a:ext>
                </a:extLst>
              </p:cNvPr>
              <p:cNvSpPr txBox="1">
                <a:spLocks noRot="1" noChangeAspect="1" noMove="1" noResize="1" noEditPoints="1" noAdjustHandles="1" noChangeArrowheads="1" noChangeShapeType="1" noTextEdit="1"/>
              </p:cNvSpPr>
              <p:nvPr/>
            </p:nvSpPr>
            <p:spPr>
              <a:xfrm>
                <a:off x="983768" y="5558377"/>
                <a:ext cx="1450333" cy="369332"/>
              </a:xfrm>
              <a:prstGeom prst="rect">
                <a:avLst/>
              </a:prstGeom>
              <a:blipFill>
                <a:blip r:embed="rId5"/>
                <a:stretch>
                  <a:fillRect l="-4348" r="-2609"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B677B1E1-7128-064B-B1CF-9EEC8978260A}"/>
                  </a:ext>
                </a:extLst>
              </p:cNvPr>
              <p:cNvSpPr txBox="1"/>
              <p:nvPr/>
            </p:nvSpPr>
            <p:spPr>
              <a:xfrm>
                <a:off x="969147" y="6031570"/>
                <a:ext cx="104611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400" b="0" i="1" smtClean="0">
                              <a:latin typeface="Cambria Math" panose="02040503050406030204" pitchFamily="18" charset="0"/>
                            </a:rPr>
                          </m:ctrlPr>
                        </m:sSubPr>
                        <m:e>
                          <m:r>
                            <a:rPr kumimoji="1" lang="en-US" altLang="zh-CN" sz="2400" b="0" i="1" smtClean="0">
                              <a:latin typeface="Cambria Math" panose="02040503050406030204" pitchFamily="18" charset="0"/>
                            </a:rPr>
                            <m:t>𝐹</m:t>
                          </m:r>
                        </m:e>
                        <m:sub>
                          <m:r>
                            <a:rPr kumimoji="1" lang="en-US" altLang="zh-CN" sz="2400" b="0" i="1" smtClean="0">
                              <a:latin typeface="Cambria Math" panose="02040503050406030204" pitchFamily="18" charset="0"/>
                            </a:rPr>
                            <m:t>2</m:t>
                          </m:r>
                        </m:sub>
                      </m:sSub>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𝐶</m:t>
                      </m:r>
                      <m:r>
                        <a:rPr kumimoji="1" lang="en-US" altLang="zh-CN" sz="2400" b="0" i="1" smtClean="0">
                          <a:latin typeface="Cambria Math" panose="02040503050406030204" pitchFamily="18" charset="0"/>
                        </a:rPr>
                        <m:t>′</m:t>
                      </m:r>
                    </m:oMath>
                  </m:oMathPara>
                </a14:m>
                <a:endParaRPr kumimoji="1" lang="en-US" altLang="zh-CN" sz="2400" b="0" dirty="0"/>
              </a:p>
            </p:txBody>
          </p:sp>
        </mc:Choice>
        <mc:Fallback xmlns="">
          <p:sp>
            <p:nvSpPr>
              <p:cNvPr id="11" name="文本框 10">
                <a:extLst>
                  <a:ext uri="{FF2B5EF4-FFF2-40B4-BE49-F238E27FC236}">
                    <a16:creationId xmlns:a16="http://schemas.microsoft.com/office/drawing/2014/main" id="{B677B1E1-7128-064B-B1CF-9EEC8978260A}"/>
                  </a:ext>
                </a:extLst>
              </p:cNvPr>
              <p:cNvSpPr txBox="1">
                <a:spLocks noRot="1" noChangeAspect="1" noMove="1" noResize="1" noEditPoints="1" noAdjustHandles="1" noChangeArrowheads="1" noChangeShapeType="1" noTextEdit="1"/>
              </p:cNvSpPr>
              <p:nvPr/>
            </p:nvSpPr>
            <p:spPr>
              <a:xfrm>
                <a:off x="969147" y="6031570"/>
                <a:ext cx="1046119" cy="369332"/>
              </a:xfrm>
              <a:prstGeom prst="rect">
                <a:avLst/>
              </a:prstGeom>
              <a:blipFill>
                <a:blip r:embed="rId6"/>
                <a:stretch>
                  <a:fillRect l="-6024" r="-7229" b="-12903"/>
                </a:stretch>
              </a:blipFill>
            </p:spPr>
            <p:txBody>
              <a:bodyPr/>
              <a:lstStyle/>
              <a:p>
                <a:r>
                  <a:rPr lang="en-US">
                    <a:noFill/>
                  </a:rPr>
                  <a:t> </a:t>
                </a:r>
              </a:p>
            </p:txBody>
          </p:sp>
        </mc:Fallback>
      </mc:AlternateContent>
      <p:graphicFrame>
        <p:nvGraphicFramePr>
          <p:cNvPr id="3" name="表格 2">
            <a:extLst>
              <a:ext uri="{FF2B5EF4-FFF2-40B4-BE49-F238E27FC236}">
                <a16:creationId xmlns:a16="http://schemas.microsoft.com/office/drawing/2014/main" id="{203E81E9-F05F-684E-9E9C-7F60F9E3ECAA}"/>
              </a:ext>
            </a:extLst>
          </p:cNvPr>
          <p:cNvGraphicFramePr>
            <a:graphicFrameLocks noGrp="1"/>
          </p:cNvGraphicFramePr>
          <p:nvPr>
            <p:extLst>
              <p:ext uri="{D42A27DB-BD31-4B8C-83A1-F6EECF244321}">
                <p14:modId xmlns:p14="http://schemas.microsoft.com/office/powerpoint/2010/main" val="3636731614"/>
              </p:ext>
            </p:extLst>
          </p:nvPr>
        </p:nvGraphicFramePr>
        <p:xfrm>
          <a:off x="4434630" y="2003844"/>
          <a:ext cx="4270020" cy="3840480"/>
        </p:xfrm>
        <a:graphic>
          <a:graphicData uri="http://schemas.openxmlformats.org/drawingml/2006/table">
            <a:tbl>
              <a:tblPr firstRow="1" bandRow="1">
                <a:tableStyleId>{5A111915-BE36-4E01-A7E5-04B1672EAD32}</a:tableStyleId>
              </a:tblPr>
              <a:tblGrid>
                <a:gridCol w="711670">
                  <a:extLst>
                    <a:ext uri="{9D8B030D-6E8A-4147-A177-3AD203B41FA5}">
                      <a16:colId xmlns:a16="http://schemas.microsoft.com/office/drawing/2014/main" val="1127314798"/>
                    </a:ext>
                  </a:extLst>
                </a:gridCol>
                <a:gridCol w="711670">
                  <a:extLst>
                    <a:ext uri="{9D8B030D-6E8A-4147-A177-3AD203B41FA5}">
                      <a16:colId xmlns:a16="http://schemas.microsoft.com/office/drawing/2014/main" val="4225066587"/>
                    </a:ext>
                  </a:extLst>
                </a:gridCol>
                <a:gridCol w="711670">
                  <a:extLst>
                    <a:ext uri="{9D8B030D-6E8A-4147-A177-3AD203B41FA5}">
                      <a16:colId xmlns:a16="http://schemas.microsoft.com/office/drawing/2014/main" val="2953144948"/>
                    </a:ext>
                  </a:extLst>
                </a:gridCol>
                <a:gridCol w="711670">
                  <a:extLst>
                    <a:ext uri="{9D8B030D-6E8A-4147-A177-3AD203B41FA5}">
                      <a16:colId xmlns:a16="http://schemas.microsoft.com/office/drawing/2014/main" val="1432017973"/>
                    </a:ext>
                  </a:extLst>
                </a:gridCol>
                <a:gridCol w="711670">
                  <a:extLst>
                    <a:ext uri="{9D8B030D-6E8A-4147-A177-3AD203B41FA5}">
                      <a16:colId xmlns:a16="http://schemas.microsoft.com/office/drawing/2014/main" val="4239000352"/>
                    </a:ext>
                  </a:extLst>
                </a:gridCol>
                <a:gridCol w="711670">
                  <a:extLst>
                    <a:ext uri="{9D8B030D-6E8A-4147-A177-3AD203B41FA5}">
                      <a16:colId xmlns:a16="http://schemas.microsoft.com/office/drawing/2014/main" val="1623587886"/>
                    </a:ext>
                  </a:extLst>
                </a:gridCol>
              </a:tblGrid>
              <a:tr h="412599">
                <a:tc>
                  <a:txBody>
                    <a:bodyPr/>
                    <a:lstStyle/>
                    <a:p>
                      <a:pPr algn="ctr"/>
                      <a:r>
                        <a:rPr lang="en-US" altLang="zh-CN" sz="2800" dirty="0">
                          <a:solidFill>
                            <a:schemeClr val="tx1"/>
                          </a:solidFill>
                        </a:rPr>
                        <a:t>A</a:t>
                      </a:r>
                      <a:endParaRPr lang="zh-CN" altLang="en-US" sz="2800" dirty="0">
                        <a:solidFill>
                          <a:schemeClr val="tx1"/>
                        </a:solidFill>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solidFill>
                            <a:schemeClr val="tx1"/>
                          </a:solidFill>
                        </a:rPr>
                        <a:t>B</a:t>
                      </a:r>
                      <a:endParaRPr lang="zh-CN" altLang="en-US" sz="2800" dirty="0">
                        <a:solidFill>
                          <a:schemeClr val="tx1"/>
                        </a:solidFill>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solidFill>
                            <a:schemeClr val="tx1"/>
                          </a:solidFill>
                        </a:rPr>
                        <a:t>C</a:t>
                      </a:r>
                      <a:endParaRPr lang="zh-CN" altLang="en-US" sz="2800" dirty="0">
                        <a:solidFill>
                          <a:schemeClr val="tx1"/>
                        </a:solidFill>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solidFill>
                            <a:schemeClr val="tx1"/>
                          </a:solidFill>
                        </a:rPr>
                        <a:t>F0</a:t>
                      </a:r>
                      <a:endParaRPr lang="zh-CN" altLang="en-US" sz="2800" dirty="0">
                        <a:solidFill>
                          <a:schemeClr val="tx1"/>
                        </a:solidFill>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solidFill>
                            <a:schemeClr val="tx1"/>
                          </a:solidFill>
                        </a:rPr>
                        <a:t>F1</a:t>
                      </a:r>
                      <a:endParaRPr lang="zh-CN" altLang="en-US" sz="2800" dirty="0">
                        <a:solidFill>
                          <a:schemeClr val="tx1"/>
                        </a:solidFill>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solidFill>
                            <a:schemeClr val="tx1"/>
                          </a:solidFill>
                        </a:rPr>
                        <a:t>F2</a:t>
                      </a:r>
                      <a:endParaRPr lang="zh-CN" altLang="en-US" sz="2800" dirty="0">
                        <a:solidFill>
                          <a:schemeClr val="tx1"/>
                        </a:solidFill>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96916674"/>
                  </a:ext>
                </a:extLst>
              </a:tr>
              <a:tr h="412599">
                <a:tc>
                  <a:txBody>
                    <a:bodyPr/>
                    <a:lstStyle/>
                    <a:p>
                      <a:pPr algn="ctr"/>
                      <a:r>
                        <a:rPr lang="en-US" altLang="zh-CN" sz="2800" dirty="0">
                          <a:solidFill>
                            <a:schemeClr val="tx1"/>
                          </a:solidFill>
                        </a:rPr>
                        <a:t>0</a:t>
                      </a:r>
                      <a:endParaRPr lang="zh-CN" altLang="en-US" sz="2800" dirty="0">
                        <a:solidFill>
                          <a:schemeClr val="tx1"/>
                        </a:solidFill>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solidFill>
                            <a:schemeClr val="tx1"/>
                          </a:solidFill>
                        </a:rPr>
                        <a:t>0</a:t>
                      </a:r>
                      <a:endParaRPr lang="zh-CN" altLang="en-US" sz="2800" dirty="0">
                        <a:solidFill>
                          <a:schemeClr val="tx1"/>
                        </a:solidFill>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solidFill>
                            <a:schemeClr val="tx1"/>
                          </a:solidFill>
                        </a:rPr>
                        <a:t>0</a:t>
                      </a:r>
                      <a:endParaRPr lang="zh-CN" altLang="en-US" sz="2800" dirty="0">
                        <a:solidFill>
                          <a:schemeClr val="tx1"/>
                        </a:solidFill>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solidFill>
                            <a:schemeClr val="tx1"/>
                          </a:solidFill>
                        </a:rPr>
                        <a:t>0</a:t>
                      </a:r>
                      <a:endParaRPr lang="zh-CN" altLang="en-US" sz="2800" dirty="0">
                        <a:solidFill>
                          <a:schemeClr val="tx1"/>
                        </a:solidFill>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95000"/>
                      </a:schemeClr>
                    </a:solidFill>
                  </a:tcPr>
                </a:tc>
                <a:tc>
                  <a:txBody>
                    <a:bodyPr/>
                    <a:lstStyle/>
                    <a:p>
                      <a:pPr algn="ctr"/>
                      <a:r>
                        <a:rPr lang="en-US" altLang="zh-CN" sz="2800" dirty="0">
                          <a:solidFill>
                            <a:schemeClr val="tx1"/>
                          </a:solidFill>
                        </a:rPr>
                        <a:t>0</a:t>
                      </a:r>
                      <a:endParaRPr lang="zh-CN" altLang="en-US" sz="2800" dirty="0">
                        <a:solidFill>
                          <a:schemeClr val="tx1"/>
                        </a:solidFill>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95000"/>
                      </a:schemeClr>
                    </a:solidFill>
                  </a:tcPr>
                </a:tc>
                <a:tc>
                  <a:txBody>
                    <a:bodyPr/>
                    <a:lstStyle/>
                    <a:p>
                      <a:pPr algn="ctr"/>
                      <a:r>
                        <a:rPr lang="en-US" altLang="zh-CN" sz="2800" dirty="0">
                          <a:solidFill>
                            <a:schemeClr val="tx1"/>
                          </a:solidFill>
                        </a:rPr>
                        <a:t>1</a:t>
                      </a:r>
                      <a:endParaRPr lang="zh-CN" altLang="en-US" sz="2800" dirty="0">
                        <a:solidFill>
                          <a:schemeClr val="tx1"/>
                        </a:solidFill>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95000"/>
                      </a:schemeClr>
                    </a:solidFill>
                  </a:tcPr>
                </a:tc>
                <a:extLst>
                  <a:ext uri="{0D108BD9-81ED-4DB2-BD59-A6C34878D82A}">
                    <a16:rowId xmlns:a16="http://schemas.microsoft.com/office/drawing/2014/main" val="2732228912"/>
                  </a:ext>
                </a:extLst>
              </a:tr>
              <a:tr h="412599">
                <a:tc>
                  <a:txBody>
                    <a:bodyPr/>
                    <a:lstStyle/>
                    <a:p>
                      <a:pPr algn="ctr"/>
                      <a:r>
                        <a:rPr lang="en-US" altLang="zh-CN" sz="2800" dirty="0">
                          <a:solidFill>
                            <a:schemeClr val="tx1"/>
                          </a:solidFill>
                        </a:rPr>
                        <a:t>0</a:t>
                      </a:r>
                      <a:endParaRPr lang="zh-CN" altLang="en-US" sz="2800" dirty="0">
                        <a:solidFill>
                          <a:schemeClr val="tx1"/>
                        </a:solidFill>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solidFill>
                            <a:schemeClr val="tx1"/>
                          </a:solidFill>
                        </a:rPr>
                        <a:t>0</a:t>
                      </a:r>
                      <a:endParaRPr lang="zh-CN" altLang="en-US" sz="2800" dirty="0">
                        <a:solidFill>
                          <a:schemeClr val="tx1"/>
                        </a:solidFill>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solidFill>
                            <a:schemeClr val="tx1"/>
                          </a:solidFill>
                        </a:rPr>
                        <a:t>1</a:t>
                      </a:r>
                      <a:endParaRPr lang="zh-CN" altLang="en-US" sz="2800" dirty="0">
                        <a:solidFill>
                          <a:schemeClr val="tx1"/>
                        </a:solidFill>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solidFill>
                            <a:schemeClr val="tx1"/>
                          </a:solidFill>
                        </a:rPr>
                        <a:t>0</a:t>
                      </a:r>
                      <a:endParaRPr lang="zh-CN" altLang="en-US" sz="2800" dirty="0">
                        <a:solidFill>
                          <a:schemeClr val="tx1"/>
                        </a:solidFill>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95000"/>
                      </a:schemeClr>
                    </a:solidFill>
                  </a:tcPr>
                </a:tc>
                <a:tc>
                  <a:txBody>
                    <a:bodyPr/>
                    <a:lstStyle/>
                    <a:p>
                      <a:pPr algn="ctr"/>
                      <a:r>
                        <a:rPr lang="en-US" altLang="zh-CN" sz="2800" dirty="0">
                          <a:solidFill>
                            <a:schemeClr val="tx1"/>
                          </a:solidFill>
                        </a:rPr>
                        <a:t>1</a:t>
                      </a:r>
                      <a:endParaRPr lang="zh-CN" altLang="en-US" sz="2800" dirty="0">
                        <a:solidFill>
                          <a:schemeClr val="tx1"/>
                        </a:solidFill>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95000"/>
                      </a:schemeClr>
                    </a:solidFill>
                  </a:tcPr>
                </a:tc>
                <a:tc>
                  <a:txBody>
                    <a:bodyPr/>
                    <a:lstStyle/>
                    <a:p>
                      <a:pPr algn="ctr"/>
                      <a:r>
                        <a:rPr lang="en-US" altLang="zh-CN" sz="2800" dirty="0">
                          <a:solidFill>
                            <a:schemeClr val="tx1"/>
                          </a:solidFill>
                        </a:rPr>
                        <a:t>0</a:t>
                      </a:r>
                      <a:endParaRPr lang="zh-CN" altLang="en-US" sz="2800" dirty="0">
                        <a:solidFill>
                          <a:schemeClr val="tx1"/>
                        </a:solidFill>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95000"/>
                      </a:schemeClr>
                    </a:solidFill>
                  </a:tcPr>
                </a:tc>
                <a:extLst>
                  <a:ext uri="{0D108BD9-81ED-4DB2-BD59-A6C34878D82A}">
                    <a16:rowId xmlns:a16="http://schemas.microsoft.com/office/drawing/2014/main" val="629548541"/>
                  </a:ext>
                </a:extLst>
              </a:tr>
              <a:tr h="412599">
                <a:tc>
                  <a:txBody>
                    <a:bodyPr/>
                    <a:lstStyle/>
                    <a:p>
                      <a:pPr algn="ctr"/>
                      <a:r>
                        <a:rPr lang="en-US" altLang="zh-CN" sz="2800" dirty="0">
                          <a:solidFill>
                            <a:schemeClr val="tx1"/>
                          </a:solidFill>
                        </a:rPr>
                        <a:t>0</a:t>
                      </a:r>
                      <a:endParaRPr lang="zh-CN" altLang="en-US" sz="2800" dirty="0">
                        <a:solidFill>
                          <a:schemeClr val="tx1"/>
                        </a:solidFill>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solidFill>
                            <a:schemeClr val="tx1"/>
                          </a:solidFill>
                        </a:rPr>
                        <a:t>1</a:t>
                      </a:r>
                      <a:endParaRPr lang="zh-CN" altLang="en-US" sz="2800" dirty="0">
                        <a:solidFill>
                          <a:schemeClr val="tx1"/>
                        </a:solidFill>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solidFill>
                            <a:schemeClr val="tx1"/>
                          </a:solidFill>
                        </a:rPr>
                        <a:t>0</a:t>
                      </a:r>
                      <a:endParaRPr lang="zh-CN" altLang="en-US" sz="2800" dirty="0">
                        <a:solidFill>
                          <a:schemeClr val="tx1"/>
                        </a:solidFill>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solidFill>
                            <a:schemeClr val="tx1"/>
                          </a:solidFill>
                        </a:rPr>
                        <a:t>0</a:t>
                      </a:r>
                      <a:endParaRPr lang="zh-CN" altLang="en-US" sz="2800" dirty="0">
                        <a:solidFill>
                          <a:schemeClr val="tx1"/>
                        </a:solidFill>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95000"/>
                      </a:schemeClr>
                    </a:solidFill>
                  </a:tcPr>
                </a:tc>
                <a:tc>
                  <a:txBody>
                    <a:bodyPr/>
                    <a:lstStyle/>
                    <a:p>
                      <a:pPr algn="ctr"/>
                      <a:r>
                        <a:rPr lang="en-US" altLang="zh-CN" sz="2800" dirty="0">
                          <a:solidFill>
                            <a:schemeClr val="tx1"/>
                          </a:solidFill>
                        </a:rPr>
                        <a:t>1</a:t>
                      </a:r>
                      <a:endParaRPr lang="zh-CN" altLang="en-US" sz="2800" dirty="0">
                        <a:solidFill>
                          <a:schemeClr val="tx1"/>
                        </a:solidFill>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95000"/>
                      </a:schemeClr>
                    </a:solidFill>
                  </a:tcPr>
                </a:tc>
                <a:tc>
                  <a:txBody>
                    <a:bodyPr/>
                    <a:lstStyle/>
                    <a:p>
                      <a:pPr algn="ctr"/>
                      <a:r>
                        <a:rPr lang="en-US" altLang="zh-CN" sz="2800" dirty="0">
                          <a:solidFill>
                            <a:schemeClr val="tx1"/>
                          </a:solidFill>
                        </a:rPr>
                        <a:t>1</a:t>
                      </a:r>
                      <a:endParaRPr lang="zh-CN" altLang="en-US" sz="2800" dirty="0">
                        <a:solidFill>
                          <a:schemeClr val="tx1"/>
                        </a:solidFill>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95000"/>
                      </a:schemeClr>
                    </a:solidFill>
                  </a:tcPr>
                </a:tc>
                <a:extLst>
                  <a:ext uri="{0D108BD9-81ED-4DB2-BD59-A6C34878D82A}">
                    <a16:rowId xmlns:a16="http://schemas.microsoft.com/office/drawing/2014/main" val="3000359156"/>
                  </a:ext>
                </a:extLst>
              </a:tr>
              <a:tr h="412599">
                <a:tc>
                  <a:txBody>
                    <a:bodyPr/>
                    <a:lstStyle/>
                    <a:p>
                      <a:pPr algn="ctr"/>
                      <a:r>
                        <a:rPr lang="en-US" altLang="zh-CN" sz="2800" dirty="0">
                          <a:solidFill>
                            <a:schemeClr val="tx1"/>
                          </a:solidFill>
                        </a:rPr>
                        <a:t>0</a:t>
                      </a:r>
                      <a:endParaRPr lang="zh-CN" altLang="en-US" sz="2800" dirty="0">
                        <a:solidFill>
                          <a:schemeClr val="tx1"/>
                        </a:solidFill>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solidFill>
                            <a:schemeClr val="tx1"/>
                          </a:solidFill>
                        </a:rPr>
                        <a:t>1</a:t>
                      </a:r>
                      <a:endParaRPr lang="zh-CN" altLang="en-US" sz="2800" dirty="0">
                        <a:solidFill>
                          <a:schemeClr val="tx1"/>
                        </a:solidFill>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solidFill>
                            <a:schemeClr val="tx1"/>
                          </a:solidFill>
                        </a:rPr>
                        <a:t>1</a:t>
                      </a:r>
                      <a:endParaRPr lang="zh-CN" altLang="en-US" sz="2800" dirty="0">
                        <a:solidFill>
                          <a:schemeClr val="tx1"/>
                        </a:solidFill>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solidFill>
                            <a:schemeClr val="tx1"/>
                          </a:solidFill>
                        </a:rPr>
                        <a:t>1</a:t>
                      </a:r>
                      <a:endParaRPr lang="zh-CN" altLang="en-US" sz="2800" dirty="0">
                        <a:solidFill>
                          <a:schemeClr val="tx1"/>
                        </a:solidFill>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95000"/>
                      </a:schemeClr>
                    </a:solidFill>
                  </a:tcPr>
                </a:tc>
                <a:tc>
                  <a:txBody>
                    <a:bodyPr/>
                    <a:lstStyle/>
                    <a:p>
                      <a:pPr algn="ctr"/>
                      <a:r>
                        <a:rPr lang="en-US" altLang="zh-CN" sz="2800" dirty="0">
                          <a:solidFill>
                            <a:schemeClr val="tx1"/>
                          </a:solidFill>
                        </a:rPr>
                        <a:t>0</a:t>
                      </a:r>
                      <a:endParaRPr lang="zh-CN" altLang="en-US" sz="2800" dirty="0">
                        <a:solidFill>
                          <a:schemeClr val="tx1"/>
                        </a:solidFill>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95000"/>
                      </a:schemeClr>
                    </a:solidFill>
                  </a:tcPr>
                </a:tc>
                <a:tc>
                  <a:txBody>
                    <a:bodyPr/>
                    <a:lstStyle/>
                    <a:p>
                      <a:pPr algn="ctr"/>
                      <a:r>
                        <a:rPr lang="en-US" altLang="zh-CN" sz="2800" dirty="0">
                          <a:solidFill>
                            <a:schemeClr val="tx1"/>
                          </a:solidFill>
                        </a:rPr>
                        <a:t>0</a:t>
                      </a:r>
                      <a:endParaRPr lang="zh-CN" altLang="en-US" sz="2800" dirty="0">
                        <a:solidFill>
                          <a:schemeClr val="tx1"/>
                        </a:solidFill>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95000"/>
                      </a:schemeClr>
                    </a:solidFill>
                  </a:tcPr>
                </a:tc>
                <a:extLst>
                  <a:ext uri="{0D108BD9-81ED-4DB2-BD59-A6C34878D82A}">
                    <a16:rowId xmlns:a16="http://schemas.microsoft.com/office/drawing/2014/main" val="2115104998"/>
                  </a:ext>
                </a:extLst>
              </a:tr>
              <a:tr h="412599">
                <a:tc>
                  <a:txBody>
                    <a:bodyPr/>
                    <a:lstStyle/>
                    <a:p>
                      <a:pPr algn="ctr"/>
                      <a:r>
                        <a:rPr lang="en-US" altLang="zh-CN" sz="2800" dirty="0">
                          <a:solidFill>
                            <a:schemeClr val="tx1"/>
                          </a:solidFill>
                        </a:rPr>
                        <a:t>1</a:t>
                      </a:r>
                      <a:endParaRPr lang="zh-CN" altLang="en-US" sz="2800" dirty="0">
                        <a:solidFill>
                          <a:schemeClr val="tx1"/>
                        </a:solidFill>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solidFill>
                            <a:schemeClr val="tx1"/>
                          </a:solidFill>
                        </a:rPr>
                        <a:t>0</a:t>
                      </a:r>
                      <a:endParaRPr lang="zh-CN" altLang="en-US" sz="2800" dirty="0">
                        <a:solidFill>
                          <a:schemeClr val="tx1"/>
                        </a:solidFill>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solidFill>
                            <a:schemeClr val="tx1"/>
                          </a:solidFill>
                        </a:rPr>
                        <a:t>0</a:t>
                      </a:r>
                      <a:endParaRPr lang="zh-CN" altLang="en-US" sz="2800" dirty="0">
                        <a:solidFill>
                          <a:schemeClr val="tx1"/>
                        </a:solidFill>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solidFill>
                            <a:schemeClr val="tx1"/>
                          </a:solidFill>
                        </a:rPr>
                        <a:t>1</a:t>
                      </a:r>
                      <a:endParaRPr lang="zh-CN" altLang="en-US" sz="2800" dirty="0">
                        <a:solidFill>
                          <a:schemeClr val="tx1"/>
                        </a:solidFill>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95000"/>
                      </a:schemeClr>
                    </a:solidFill>
                  </a:tcPr>
                </a:tc>
                <a:tc>
                  <a:txBody>
                    <a:bodyPr/>
                    <a:lstStyle/>
                    <a:p>
                      <a:pPr algn="ctr"/>
                      <a:r>
                        <a:rPr lang="en-US" altLang="zh-CN" sz="2800" dirty="0">
                          <a:solidFill>
                            <a:schemeClr val="tx1"/>
                          </a:solidFill>
                        </a:rPr>
                        <a:t>0</a:t>
                      </a:r>
                      <a:endParaRPr lang="zh-CN" altLang="en-US" sz="2800" dirty="0">
                        <a:solidFill>
                          <a:schemeClr val="tx1"/>
                        </a:solidFill>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95000"/>
                      </a:schemeClr>
                    </a:solidFill>
                  </a:tcPr>
                </a:tc>
                <a:tc>
                  <a:txBody>
                    <a:bodyPr/>
                    <a:lstStyle/>
                    <a:p>
                      <a:pPr algn="ctr"/>
                      <a:r>
                        <a:rPr lang="en-US" altLang="zh-CN" sz="2800" dirty="0">
                          <a:solidFill>
                            <a:schemeClr val="tx1"/>
                          </a:solidFill>
                        </a:rPr>
                        <a:t>1</a:t>
                      </a:r>
                      <a:endParaRPr lang="zh-CN" altLang="en-US" sz="2800" dirty="0">
                        <a:solidFill>
                          <a:schemeClr val="tx1"/>
                        </a:solidFill>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95000"/>
                      </a:schemeClr>
                    </a:solidFill>
                  </a:tcPr>
                </a:tc>
                <a:extLst>
                  <a:ext uri="{0D108BD9-81ED-4DB2-BD59-A6C34878D82A}">
                    <a16:rowId xmlns:a16="http://schemas.microsoft.com/office/drawing/2014/main" val="2712309735"/>
                  </a:ext>
                </a:extLst>
              </a:tr>
              <a:tr h="412599">
                <a:tc>
                  <a:txBody>
                    <a:bodyPr/>
                    <a:lstStyle/>
                    <a:p>
                      <a:pPr algn="ctr"/>
                      <a:r>
                        <a:rPr lang="en-US" altLang="zh-CN" sz="2800" dirty="0">
                          <a:solidFill>
                            <a:schemeClr val="tx1"/>
                          </a:solidFill>
                        </a:rPr>
                        <a:t>1</a:t>
                      </a:r>
                      <a:endParaRPr lang="zh-CN" altLang="en-US" sz="2800" dirty="0">
                        <a:solidFill>
                          <a:schemeClr val="tx1"/>
                        </a:solidFill>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solidFill>
                            <a:schemeClr val="tx1"/>
                          </a:solidFill>
                        </a:rPr>
                        <a:t>0</a:t>
                      </a:r>
                      <a:endParaRPr lang="zh-CN" altLang="en-US" sz="2800" dirty="0">
                        <a:solidFill>
                          <a:schemeClr val="tx1"/>
                        </a:solidFill>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solidFill>
                            <a:schemeClr val="tx1"/>
                          </a:solidFill>
                        </a:rPr>
                        <a:t>1</a:t>
                      </a:r>
                      <a:endParaRPr lang="zh-CN" altLang="en-US" sz="2800" dirty="0">
                        <a:solidFill>
                          <a:schemeClr val="tx1"/>
                        </a:solidFill>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solidFill>
                            <a:schemeClr val="tx1"/>
                          </a:solidFill>
                        </a:rPr>
                        <a:t>1</a:t>
                      </a:r>
                      <a:endParaRPr lang="zh-CN" altLang="en-US" sz="2800" dirty="0">
                        <a:solidFill>
                          <a:schemeClr val="tx1"/>
                        </a:solidFill>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95000"/>
                      </a:schemeClr>
                    </a:solidFill>
                  </a:tcPr>
                </a:tc>
                <a:tc>
                  <a:txBody>
                    <a:bodyPr/>
                    <a:lstStyle/>
                    <a:p>
                      <a:pPr algn="ctr"/>
                      <a:r>
                        <a:rPr lang="en-US" altLang="zh-CN" sz="2800" dirty="0">
                          <a:solidFill>
                            <a:schemeClr val="tx1"/>
                          </a:solidFill>
                        </a:rPr>
                        <a:t>1</a:t>
                      </a:r>
                      <a:endParaRPr lang="zh-CN" altLang="en-US" sz="2800" dirty="0">
                        <a:solidFill>
                          <a:schemeClr val="tx1"/>
                        </a:solidFill>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95000"/>
                      </a:schemeClr>
                    </a:solidFill>
                  </a:tcPr>
                </a:tc>
                <a:tc>
                  <a:txBody>
                    <a:bodyPr/>
                    <a:lstStyle/>
                    <a:p>
                      <a:pPr algn="ctr"/>
                      <a:r>
                        <a:rPr lang="en-US" altLang="zh-CN" sz="2800" dirty="0">
                          <a:solidFill>
                            <a:schemeClr val="tx1"/>
                          </a:solidFill>
                        </a:rPr>
                        <a:t>0</a:t>
                      </a:r>
                      <a:endParaRPr lang="zh-CN" altLang="en-US" sz="2800" dirty="0">
                        <a:solidFill>
                          <a:schemeClr val="tx1"/>
                        </a:solidFill>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95000"/>
                      </a:schemeClr>
                    </a:solidFill>
                  </a:tcPr>
                </a:tc>
                <a:extLst>
                  <a:ext uri="{0D108BD9-81ED-4DB2-BD59-A6C34878D82A}">
                    <a16:rowId xmlns:a16="http://schemas.microsoft.com/office/drawing/2014/main" val="2217884843"/>
                  </a:ext>
                </a:extLst>
              </a:tr>
              <a:tr h="412599">
                <a:tc>
                  <a:txBody>
                    <a:bodyPr/>
                    <a:lstStyle/>
                    <a:p>
                      <a:pPr algn="ctr"/>
                      <a:r>
                        <a:rPr lang="en-US" altLang="zh-CN" sz="2800" dirty="0">
                          <a:solidFill>
                            <a:schemeClr val="tx1"/>
                          </a:solidFill>
                        </a:rPr>
                        <a:t>1</a:t>
                      </a:r>
                      <a:endParaRPr lang="zh-CN" altLang="en-US" sz="2800" dirty="0">
                        <a:solidFill>
                          <a:schemeClr val="tx1"/>
                        </a:solidFill>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solidFill>
                            <a:schemeClr val="tx1"/>
                          </a:solidFill>
                        </a:rPr>
                        <a:t>1</a:t>
                      </a:r>
                      <a:endParaRPr lang="zh-CN" altLang="en-US" sz="2800" dirty="0">
                        <a:solidFill>
                          <a:schemeClr val="tx1"/>
                        </a:solidFill>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solidFill>
                            <a:schemeClr val="tx1"/>
                          </a:solidFill>
                        </a:rPr>
                        <a:t>0</a:t>
                      </a:r>
                      <a:endParaRPr lang="zh-CN" altLang="en-US" sz="2800" dirty="0">
                        <a:solidFill>
                          <a:schemeClr val="tx1"/>
                        </a:solidFill>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solidFill>
                            <a:schemeClr val="tx1"/>
                          </a:solidFill>
                        </a:rPr>
                        <a:t>1</a:t>
                      </a:r>
                      <a:endParaRPr lang="zh-CN" altLang="en-US" sz="2800" dirty="0">
                        <a:solidFill>
                          <a:schemeClr val="tx1"/>
                        </a:solidFill>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95000"/>
                      </a:schemeClr>
                    </a:solidFill>
                  </a:tcPr>
                </a:tc>
                <a:tc>
                  <a:txBody>
                    <a:bodyPr/>
                    <a:lstStyle/>
                    <a:p>
                      <a:pPr algn="ctr"/>
                      <a:r>
                        <a:rPr lang="en-US" altLang="zh-CN" sz="2800" dirty="0">
                          <a:solidFill>
                            <a:schemeClr val="tx1"/>
                          </a:solidFill>
                        </a:rPr>
                        <a:t>1</a:t>
                      </a:r>
                      <a:endParaRPr lang="zh-CN" altLang="en-US" sz="2800" dirty="0">
                        <a:solidFill>
                          <a:schemeClr val="tx1"/>
                        </a:solidFill>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95000"/>
                      </a:schemeClr>
                    </a:solidFill>
                  </a:tcPr>
                </a:tc>
                <a:tc>
                  <a:txBody>
                    <a:bodyPr/>
                    <a:lstStyle/>
                    <a:p>
                      <a:pPr algn="ctr"/>
                      <a:r>
                        <a:rPr lang="en-US" altLang="zh-CN" sz="2800" dirty="0">
                          <a:solidFill>
                            <a:schemeClr val="tx1"/>
                          </a:solidFill>
                        </a:rPr>
                        <a:t>1</a:t>
                      </a:r>
                      <a:endParaRPr lang="zh-CN" altLang="en-US" sz="2800" dirty="0">
                        <a:solidFill>
                          <a:schemeClr val="tx1"/>
                        </a:solidFill>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95000"/>
                      </a:schemeClr>
                    </a:solidFill>
                  </a:tcPr>
                </a:tc>
                <a:extLst>
                  <a:ext uri="{0D108BD9-81ED-4DB2-BD59-A6C34878D82A}">
                    <a16:rowId xmlns:a16="http://schemas.microsoft.com/office/drawing/2014/main" val="2084886693"/>
                  </a:ext>
                </a:extLst>
              </a:tr>
              <a:tr h="412599">
                <a:tc>
                  <a:txBody>
                    <a:bodyPr/>
                    <a:lstStyle/>
                    <a:p>
                      <a:pPr algn="ctr"/>
                      <a:r>
                        <a:rPr lang="en-US" altLang="zh-CN" sz="2800" dirty="0">
                          <a:solidFill>
                            <a:schemeClr val="tx1"/>
                          </a:solidFill>
                        </a:rPr>
                        <a:t>1</a:t>
                      </a:r>
                      <a:endParaRPr lang="zh-CN" altLang="en-US" sz="2800" dirty="0">
                        <a:solidFill>
                          <a:schemeClr val="tx1"/>
                        </a:solidFill>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solidFill>
                            <a:schemeClr val="tx1"/>
                          </a:solidFill>
                        </a:rPr>
                        <a:t>1</a:t>
                      </a:r>
                      <a:endParaRPr lang="zh-CN" altLang="en-US" sz="2800" dirty="0">
                        <a:solidFill>
                          <a:schemeClr val="tx1"/>
                        </a:solidFill>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solidFill>
                            <a:schemeClr val="tx1"/>
                          </a:solidFill>
                        </a:rPr>
                        <a:t>1</a:t>
                      </a:r>
                      <a:endParaRPr lang="zh-CN" altLang="en-US" sz="2800" dirty="0">
                        <a:solidFill>
                          <a:schemeClr val="tx1"/>
                        </a:solidFill>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solidFill>
                            <a:schemeClr val="tx1"/>
                          </a:solidFill>
                        </a:rPr>
                        <a:t>0</a:t>
                      </a:r>
                      <a:endParaRPr lang="zh-CN" altLang="en-US" sz="2800" dirty="0">
                        <a:solidFill>
                          <a:schemeClr val="tx1"/>
                        </a:solidFill>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95000"/>
                      </a:schemeClr>
                    </a:solidFill>
                  </a:tcPr>
                </a:tc>
                <a:tc>
                  <a:txBody>
                    <a:bodyPr/>
                    <a:lstStyle/>
                    <a:p>
                      <a:pPr algn="ctr"/>
                      <a:r>
                        <a:rPr lang="en-US" altLang="zh-CN" sz="2800" dirty="0">
                          <a:solidFill>
                            <a:schemeClr val="tx1"/>
                          </a:solidFill>
                        </a:rPr>
                        <a:t>0</a:t>
                      </a:r>
                      <a:endParaRPr lang="zh-CN" altLang="en-US" sz="2800" dirty="0">
                        <a:solidFill>
                          <a:schemeClr val="tx1"/>
                        </a:solidFill>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95000"/>
                      </a:schemeClr>
                    </a:solidFill>
                  </a:tcPr>
                </a:tc>
                <a:tc>
                  <a:txBody>
                    <a:bodyPr/>
                    <a:lstStyle/>
                    <a:p>
                      <a:pPr algn="ctr"/>
                      <a:r>
                        <a:rPr lang="en-US" altLang="zh-CN" sz="2800" dirty="0">
                          <a:solidFill>
                            <a:schemeClr val="tx1"/>
                          </a:solidFill>
                        </a:rPr>
                        <a:t>0</a:t>
                      </a:r>
                      <a:endParaRPr lang="zh-CN" altLang="en-US" sz="2800" dirty="0">
                        <a:solidFill>
                          <a:schemeClr val="tx1"/>
                        </a:solidFill>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95000"/>
                      </a:schemeClr>
                    </a:solidFill>
                  </a:tcPr>
                </a:tc>
                <a:extLst>
                  <a:ext uri="{0D108BD9-81ED-4DB2-BD59-A6C34878D82A}">
                    <a16:rowId xmlns:a16="http://schemas.microsoft.com/office/drawing/2014/main" val="955752938"/>
                  </a:ext>
                </a:extLst>
              </a:tr>
            </a:tbl>
          </a:graphicData>
        </a:graphic>
      </p:graphicFrame>
      <p:sp>
        <p:nvSpPr>
          <p:cNvPr id="12" name="矩形 5">
            <a:extLst>
              <a:ext uri="{FF2B5EF4-FFF2-40B4-BE49-F238E27FC236}">
                <a16:creationId xmlns:a16="http://schemas.microsoft.com/office/drawing/2014/main" id="{091BA9FF-18CC-004E-90F1-69F76B1DD0E6}"/>
              </a:ext>
            </a:extLst>
          </p:cNvPr>
          <p:cNvSpPr/>
          <p:nvPr/>
        </p:nvSpPr>
        <p:spPr>
          <a:xfrm>
            <a:off x="4483800" y="5904565"/>
            <a:ext cx="3945311" cy="584775"/>
          </a:xfrm>
          <a:prstGeom prst="rect">
            <a:avLst/>
          </a:prstGeom>
        </p:spPr>
        <p:txBody>
          <a:bodyPr wrap="none">
            <a:spAutoFit/>
          </a:bodyPr>
          <a:lstStyle/>
          <a:p>
            <a:r>
              <a:rPr lang="en-US" altLang="zh-CN" sz="3200" dirty="0">
                <a:solidFill>
                  <a:srgbClr val="3333FF"/>
                </a:solidFill>
              </a:rPr>
              <a:t>(F</a:t>
            </a:r>
            <a:r>
              <a:rPr lang="en-US" altLang="zh-CN" sz="3200" baseline="-25000" dirty="0">
                <a:solidFill>
                  <a:srgbClr val="3333FF"/>
                </a:solidFill>
              </a:rPr>
              <a:t>0</a:t>
            </a:r>
            <a:r>
              <a:rPr lang="en-US" altLang="zh-CN" sz="3200" dirty="0">
                <a:solidFill>
                  <a:srgbClr val="3333FF"/>
                </a:solidFill>
              </a:rPr>
              <a:t>F</a:t>
            </a:r>
            <a:r>
              <a:rPr lang="en-US" altLang="zh-CN" sz="3200" baseline="-25000" dirty="0">
                <a:solidFill>
                  <a:srgbClr val="3333FF"/>
                </a:solidFill>
              </a:rPr>
              <a:t>1</a:t>
            </a:r>
            <a:r>
              <a:rPr lang="en-US" altLang="zh-CN" sz="3200" dirty="0">
                <a:solidFill>
                  <a:srgbClr val="3333FF"/>
                </a:solidFill>
              </a:rPr>
              <a:t>F</a:t>
            </a:r>
            <a:r>
              <a:rPr lang="en-US" altLang="zh-CN" sz="3200" baseline="-25000" dirty="0">
                <a:solidFill>
                  <a:srgbClr val="3333FF"/>
                </a:solidFill>
              </a:rPr>
              <a:t>2</a:t>
            </a:r>
            <a:r>
              <a:rPr lang="en-US" altLang="zh-CN" sz="3200" dirty="0">
                <a:solidFill>
                  <a:srgbClr val="3333FF"/>
                </a:solidFill>
              </a:rPr>
              <a:t>) = (ABC) + 1</a:t>
            </a:r>
          </a:p>
        </p:txBody>
      </p:sp>
      <p:sp>
        <p:nvSpPr>
          <p:cNvPr id="13" name="灯片编号占位符 6">
            <a:extLst>
              <a:ext uri="{FF2B5EF4-FFF2-40B4-BE49-F238E27FC236}">
                <a16:creationId xmlns:a16="http://schemas.microsoft.com/office/drawing/2014/main" id="{91F1FF96-E464-3B4E-9C91-863FF5DA5A26}"/>
              </a:ext>
            </a:extLst>
          </p:cNvPr>
          <p:cNvSpPr txBox="1">
            <a:spLocks/>
          </p:cNvSpPr>
          <p:nvPr/>
        </p:nvSpPr>
        <p:spPr bwMode="auto">
          <a:xfrm>
            <a:off x="6553200" y="6265860"/>
            <a:ext cx="213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4600" b="1" kern="1200">
                <a:solidFill>
                  <a:srgbClr val="FF3300"/>
                </a:solidFill>
                <a:latin typeface="Garamond" pitchFamily="18" charset="0"/>
                <a:ea typeface="宋体" charset="-122"/>
                <a:cs typeface="+mn-cs"/>
              </a:defRPr>
            </a:lvl1pPr>
            <a:lvl2pPr marL="742950" indent="-28575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2pPr>
            <a:lvl3pPr marL="11430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3pPr>
            <a:lvl4pPr marL="16002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4pPr>
            <a:lvl5pPr marL="20574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5pPr>
            <a:lvl6pPr marL="25146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6pPr>
            <a:lvl7pPr marL="29718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7pPr>
            <a:lvl8pPr marL="34290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8pPr>
            <a:lvl9pPr marL="38862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9pPr>
          </a:lstStyle>
          <a:p>
            <a:pPr eaLnBrk="1" hangingPunct="1"/>
            <a:fld id="{CCE6D788-BCB5-407E-9DED-68D155892338}" type="slidenum">
              <a:rPr lang="en-US" altLang="zh-CN" sz="1400" smtClean="0">
                <a:solidFill>
                  <a:schemeClr val="tx1"/>
                </a:solidFill>
                <a:latin typeface="+mn-lt"/>
              </a:rPr>
              <a:pPr eaLnBrk="1" hangingPunct="1"/>
              <a:t>24</a:t>
            </a:fld>
            <a:endParaRPr lang="en-US" altLang="zh-CN" sz="1400" dirty="0">
              <a:solidFill>
                <a:schemeClr val="tx1"/>
              </a:solidFill>
              <a:latin typeface="+mn-lt"/>
            </a:endParaRPr>
          </a:p>
        </p:txBody>
      </p:sp>
    </p:spTree>
    <p:extLst>
      <p:ext uri="{BB962C8B-B14F-4D97-AF65-F5344CB8AC3E}">
        <p14:creationId xmlns:p14="http://schemas.microsoft.com/office/powerpoint/2010/main" val="32309294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例</a:t>
            </a:r>
            <a:r>
              <a:rPr lang="en-US" altLang="zh-CN" b="1" dirty="0"/>
              <a:t>3</a:t>
            </a:r>
            <a:endParaRPr lang="zh-CN" altLang="en-US" b="1" dirty="0"/>
          </a:p>
        </p:txBody>
      </p:sp>
      <p:pic>
        <p:nvPicPr>
          <p:cNvPr id="3" name="图片 2"/>
          <p:cNvPicPr>
            <a:picLocks noChangeAspect="1"/>
          </p:cNvPicPr>
          <p:nvPr/>
        </p:nvPicPr>
        <p:blipFill>
          <a:blip r:embed="rId3"/>
          <a:stretch>
            <a:fillRect/>
          </a:stretch>
        </p:blipFill>
        <p:spPr>
          <a:xfrm>
            <a:off x="396854" y="2357461"/>
            <a:ext cx="4405543" cy="3686908"/>
          </a:xfrm>
          <a:prstGeom prst="rect">
            <a:avLst/>
          </a:prstGeom>
        </p:spPr>
      </p:pic>
      <p:graphicFrame>
        <p:nvGraphicFramePr>
          <p:cNvPr id="6" name="表格 5"/>
          <p:cNvGraphicFramePr>
            <a:graphicFrameLocks noGrp="1"/>
          </p:cNvGraphicFramePr>
          <p:nvPr>
            <p:extLst>
              <p:ext uri="{D42A27DB-BD31-4B8C-83A1-F6EECF244321}">
                <p14:modId xmlns:p14="http://schemas.microsoft.com/office/powerpoint/2010/main" val="441134857"/>
              </p:ext>
            </p:extLst>
          </p:nvPr>
        </p:nvGraphicFramePr>
        <p:xfrm>
          <a:off x="5095622" y="2168860"/>
          <a:ext cx="3530832" cy="3926205"/>
        </p:xfrm>
        <a:graphic>
          <a:graphicData uri="http://schemas.openxmlformats.org/drawingml/2006/table">
            <a:tbl>
              <a:tblPr/>
              <a:tblGrid>
                <a:gridCol w="748964">
                  <a:extLst>
                    <a:ext uri="{9D8B030D-6E8A-4147-A177-3AD203B41FA5}">
                      <a16:colId xmlns:a16="http://schemas.microsoft.com/office/drawing/2014/main" val="20000"/>
                    </a:ext>
                  </a:extLst>
                </a:gridCol>
                <a:gridCol w="719784">
                  <a:extLst>
                    <a:ext uri="{9D8B030D-6E8A-4147-A177-3AD203B41FA5}">
                      <a16:colId xmlns:a16="http://schemas.microsoft.com/office/drawing/2014/main" val="20001"/>
                    </a:ext>
                  </a:extLst>
                </a:gridCol>
                <a:gridCol w="515521">
                  <a:extLst>
                    <a:ext uri="{9D8B030D-6E8A-4147-A177-3AD203B41FA5}">
                      <a16:colId xmlns:a16="http://schemas.microsoft.com/office/drawing/2014/main" val="20002"/>
                    </a:ext>
                  </a:extLst>
                </a:gridCol>
                <a:gridCol w="515521">
                  <a:extLst>
                    <a:ext uri="{9D8B030D-6E8A-4147-A177-3AD203B41FA5}">
                      <a16:colId xmlns:a16="http://schemas.microsoft.com/office/drawing/2014/main" val="20003"/>
                    </a:ext>
                  </a:extLst>
                </a:gridCol>
                <a:gridCol w="515521">
                  <a:extLst>
                    <a:ext uri="{9D8B030D-6E8A-4147-A177-3AD203B41FA5}">
                      <a16:colId xmlns:a16="http://schemas.microsoft.com/office/drawing/2014/main" val="20004"/>
                    </a:ext>
                  </a:extLst>
                </a:gridCol>
                <a:gridCol w="515521">
                  <a:extLst>
                    <a:ext uri="{9D8B030D-6E8A-4147-A177-3AD203B41FA5}">
                      <a16:colId xmlns:a16="http://schemas.microsoft.com/office/drawing/2014/main" val="20005"/>
                    </a:ext>
                  </a:extLst>
                </a:gridCol>
              </a:tblGrid>
              <a:tr h="279943">
                <a:tc>
                  <a:txBody>
                    <a:bodyPr/>
                    <a:lstStyle/>
                    <a:p>
                      <a:pPr algn="ctr" rtl="0" fontAlgn="ctr"/>
                      <a:r>
                        <a:rPr lang="en-US" sz="2800" b="0" i="0" u="none" strike="noStrike" dirty="0">
                          <a:solidFill>
                            <a:srgbClr val="000000"/>
                          </a:solidFill>
                          <a:effectLst/>
                          <a:latin typeface="+mn-lt"/>
                          <a:ea typeface="宋体" panose="02010600030101010101" pitchFamily="2" charset="-122"/>
                        </a:rPr>
                        <a:t>A</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rtl="0" fontAlgn="ctr"/>
                      <a:r>
                        <a:rPr lang="en-US" sz="2800" b="0" i="0" u="none" strike="noStrike">
                          <a:solidFill>
                            <a:srgbClr val="000000"/>
                          </a:solidFill>
                          <a:effectLst/>
                          <a:latin typeface="+mn-lt"/>
                          <a:ea typeface="宋体" panose="02010600030101010101" pitchFamily="2" charset="-122"/>
                        </a:rPr>
                        <a:t>B</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rtl="0" fontAlgn="ctr"/>
                      <a:r>
                        <a:rPr lang="en-US" sz="2800" b="0" i="0" u="none" strike="noStrike">
                          <a:solidFill>
                            <a:srgbClr val="000000"/>
                          </a:solidFill>
                          <a:effectLst/>
                          <a:latin typeface="+mn-lt"/>
                          <a:ea typeface="宋体" panose="02010600030101010101" pitchFamily="2" charset="-122"/>
                        </a:rPr>
                        <a:t>C</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rtl="0" fontAlgn="ctr"/>
                      <a:r>
                        <a:rPr lang="en-US" sz="2800" b="0" i="0" u="none" strike="noStrike" dirty="0">
                          <a:solidFill>
                            <a:srgbClr val="000000"/>
                          </a:solidFill>
                          <a:effectLst/>
                          <a:latin typeface="+mn-lt"/>
                          <a:ea typeface="宋体" panose="02010600030101010101" pitchFamily="2" charset="-122"/>
                        </a:rPr>
                        <a:t>F0</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rtl="0" fontAlgn="ctr"/>
                      <a:r>
                        <a:rPr lang="en-US" sz="2800" b="0" i="0" u="none" strike="noStrike">
                          <a:solidFill>
                            <a:srgbClr val="000000"/>
                          </a:solidFill>
                          <a:effectLst/>
                          <a:latin typeface="+mn-lt"/>
                          <a:ea typeface="宋体" panose="02010600030101010101" pitchFamily="2" charset="-122"/>
                        </a:rPr>
                        <a:t>F1</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rtl="0" fontAlgn="ctr"/>
                      <a:r>
                        <a:rPr lang="en-US" sz="2800" b="0" i="0" u="none" strike="noStrike" dirty="0">
                          <a:solidFill>
                            <a:srgbClr val="000000"/>
                          </a:solidFill>
                          <a:effectLst/>
                          <a:latin typeface="+mn-lt"/>
                          <a:ea typeface="宋体" panose="02010600030101010101" pitchFamily="2" charset="-122"/>
                        </a:rPr>
                        <a:t>F2</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0"/>
                  </a:ext>
                </a:extLst>
              </a:tr>
              <a:tr h="279943">
                <a:tc>
                  <a:txBody>
                    <a:bodyPr/>
                    <a:lstStyle/>
                    <a:p>
                      <a:pPr algn="ctr" rtl="0" fontAlgn="ctr"/>
                      <a:r>
                        <a:rPr lang="en-US" altLang="zh-CN" sz="2800" b="0" i="0" u="none" strike="noStrike">
                          <a:solidFill>
                            <a:srgbClr val="000000"/>
                          </a:solidFill>
                          <a:effectLst/>
                          <a:latin typeface="+mn-lt"/>
                          <a:ea typeface="宋体" panose="02010600030101010101" pitchFamily="2" charset="-122"/>
                        </a:rPr>
                        <a:t>0</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rtl="0" fontAlgn="ctr"/>
                      <a:r>
                        <a:rPr lang="en-US" altLang="zh-CN" sz="2800" b="0" i="0" u="none" strike="noStrike">
                          <a:solidFill>
                            <a:srgbClr val="000000"/>
                          </a:solidFill>
                          <a:effectLst/>
                          <a:latin typeface="+mn-lt"/>
                          <a:ea typeface="宋体" panose="02010600030101010101" pitchFamily="2" charset="-122"/>
                        </a:rPr>
                        <a:t>0</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rtl="0" fontAlgn="ctr"/>
                      <a:r>
                        <a:rPr lang="en-US" altLang="zh-CN" sz="2800" b="0" i="0" u="none" strike="noStrike">
                          <a:solidFill>
                            <a:srgbClr val="000000"/>
                          </a:solidFill>
                          <a:effectLst/>
                          <a:latin typeface="+mn-lt"/>
                          <a:ea typeface="宋体" panose="02010600030101010101" pitchFamily="2" charset="-122"/>
                        </a:rPr>
                        <a:t>0</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rtl="0" fontAlgn="ctr"/>
                      <a:r>
                        <a:rPr lang="en-US" altLang="zh-CN" sz="2800" b="0" i="0" u="none" strike="noStrike">
                          <a:solidFill>
                            <a:srgbClr val="000000"/>
                          </a:solidFill>
                          <a:effectLst/>
                          <a:latin typeface="+mn-lt"/>
                          <a:ea typeface="宋体" panose="02010600030101010101" pitchFamily="2" charset="-122"/>
                        </a:rPr>
                        <a:t>0</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rtl="0" fontAlgn="ctr"/>
                      <a:r>
                        <a:rPr lang="en-US" altLang="zh-CN" sz="2800" b="0" i="0" u="none" strike="noStrike">
                          <a:solidFill>
                            <a:srgbClr val="000000"/>
                          </a:solidFill>
                          <a:effectLst/>
                          <a:latin typeface="+mn-lt"/>
                          <a:ea typeface="宋体" panose="02010600030101010101" pitchFamily="2" charset="-122"/>
                        </a:rPr>
                        <a:t>0</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rtl="0" fontAlgn="ctr"/>
                      <a:r>
                        <a:rPr lang="en-US" altLang="zh-CN" sz="2800" b="0" i="0" u="none" strike="noStrike">
                          <a:solidFill>
                            <a:srgbClr val="000000"/>
                          </a:solidFill>
                          <a:effectLst/>
                          <a:latin typeface="+mn-lt"/>
                          <a:ea typeface="宋体" panose="02010600030101010101" pitchFamily="2" charset="-122"/>
                        </a:rPr>
                        <a:t>1</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1"/>
                  </a:ext>
                </a:extLst>
              </a:tr>
              <a:tr h="279943">
                <a:tc>
                  <a:txBody>
                    <a:bodyPr/>
                    <a:lstStyle/>
                    <a:p>
                      <a:pPr algn="ctr" rtl="0" fontAlgn="ctr"/>
                      <a:r>
                        <a:rPr lang="en-US" altLang="zh-CN" sz="2800" b="0" i="0" u="none" strike="noStrike">
                          <a:solidFill>
                            <a:srgbClr val="000000"/>
                          </a:solidFill>
                          <a:effectLst/>
                          <a:latin typeface="+mn-lt"/>
                          <a:ea typeface="宋体" panose="02010600030101010101" pitchFamily="2" charset="-122"/>
                        </a:rPr>
                        <a:t>0</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rtl="0" fontAlgn="ctr"/>
                      <a:r>
                        <a:rPr lang="en-US" altLang="zh-CN" sz="2800" b="0" i="0" u="none" strike="noStrike" dirty="0">
                          <a:solidFill>
                            <a:srgbClr val="000000"/>
                          </a:solidFill>
                          <a:effectLst/>
                          <a:latin typeface="+mn-lt"/>
                          <a:ea typeface="宋体" panose="02010600030101010101" pitchFamily="2" charset="-122"/>
                        </a:rPr>
                        <a:t>0</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rtl="0" fontAlgn="ctr"/>
                      <a:r>
                        <a:rPr lang="en-US" altLang="zh-CN" sz="2800" b="0" i="0" u="none" strike="noStrike">
                          <a:solidFill>
                            <a:srgbClr val="000000"/>
                          </a:solidFill>
                          <a:effectLst/>
                          <a:latin typeface="+mn-lt"/>
                          <a:ea typeface="宋体" panose="02010600030101010101" pitchFamily="2" charset="-122"/>
                        </a:rPr>
                        <a:t>1</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rtl="0" fontAlgn="ctr"/>
                      <a:r>
                        <a:rPr lang="en-US" altLang="zh-CN" sz="2800" b="0" i="0" u="none" strike="noStrike" dirty="0">
                          <a:solidFill>
                            <a:srgbClr val="000000"/>
                          </a:solidFill>
                          <a:effectLst/>
                          <a:latin typeface="+mn-lt"/>
                          <a:ea typeface="宋体" panose="02010600030101010101" pitchFamily="2" charset="-122"/>
                        </a:rPr>
                        <a:t>0</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rtl="0" fontAlgn="ctr"/>
                      <a:r>
                        <a:rPr lang="en-US" altLang="zh-CN" sz="2800" b="0" i="0" u="none" strike="noStrike">
                          <a:solidFill>
                            <a:srgbClr val="000000"/>
                          </a:solidFill>
                          <a:effectLst/>
                          <a:latin typeface="+mn-lt"/>
                          <a:ea typeface="宋体" panose="02010600030101010101" pitchFamily="2" charset="-122"/>
                        </a:rPr>
                        <a:t>1</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rtl="0" fontAlgn="ctr"/>
                      <a:r>
                        <a:rPr lang="en-US" altLang="zh-CN" sz="2800" b="0" i="0" u="none" strike="noStrike" dirty="0">
                          <a:solidFill>
                            <a:srgbClr val="000000"/>
                          </a:solidFill>
                          <a:effectLst/>
                          <a:latin typeface="+mn-lt"/>
                          <a:ea typeface="宋体" panose="02010600030101010101" pitchFamily="2" charset="-122"/>
                        </a:rPr>
                        <a:t>1</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2"/>
                  </a:ext>
                </a:extLst>
              </a:tr>
              <a:tr h="279943">
                <a:tc>
                  <a:txBody>
                    <a:bodyPr/>
                    <a:lstStyle/>
                    <a:p>
                      <a:pPr algn="ctr" rtl="0" fontAlgn="ctr"/>
                      <a:r>
                        <a:rPr lang="en-US" altLang="zh-CN" sz="2800" b="0" i="0" u="none" strike="noStrike">
                          <a:solidFill>
                            <a:srgbClr val="000000"/>
                          </a:solidFill>
                          <a:effectLst/>
                          <a:latin typeface="+mn-lt"/>
                          <a:ea typeface="宋体" panose="02010600030101010101" pitchFamily="2" charset="-122"/>
                        </a:rPr>
                        <a:t>0</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rtl="0" fontAlgn="ctr"/>
                      <a:r>
                        <a:rPr lang="en-US" altLang="zh-CN" sz="2800" b="0" i="0" u="none" strike="noStrike" dirty="0">
                          <a:solidFill>
                            <a:srgbClr val="000000"/>
                          </a:solidFill>
                          <a:effectLst/>
                          <a:latin typeface="+mn-lt"/>
                          <a:ea typeface="宋体" panose="02010600030101010101" pitchFamily="2" charset="-122"/>
                        </a:rPr>
                        <a:t>1</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rtl="0" fontAlgn="ctr"/>
                      <a:r>
                        <a:rPr lang="en-US" altLang="zh-CN" sz="2800" b="0" i="0" u="none" strike="noStrike">
                          <a:solidFill>
                            <a:srgbClr val="000000"/>
                          </a:solidFill>
                          <a:effectLst/>
                          <a:latin typeface="+mn-lt"/>
                          <a:ea typeface="宋体" panose="02010600030101010101" pitchFamily="2" charset="-122"/>
                        </a:rPr>
                        <a:t>0</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rtl="0" fontAlgn="ctr"/>
                      <a:r>
                        <a:rPr lang="en-US" altLang="zh-CN" sz="2800" b="0" i="0" u="none" strike="noStrike">
                          <a:solidFill>
                            <a:srgbClr val="000000"/>
                          </a:solidFill>
                          <a:effectLst/>
                          <a:latin typeface="+mn-lt"/>
                          <a:ea typeface="宋体" panose="02010600030101010101" pitchFamily="2" charset="-122"/>
                        </a:rPr>
                        <a:t>1</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rtl="0" fontAlgn="ctr"/>
                      <a:r>
                        <a:rPr lang="en-US" altLang="zh-CN" sz="2800" b="0" i="0" u="none" strike="noStrike">
                          <a:solidFill>
                            <a:srgbClr val="000000"/>
                          </a:solidFill>
                          <a:effectLst/>
                          <a:latin typeface="+mn-lt"/>
                          <a:ea typeface="宋体" panose="02010600030101010101" pitchFamily="2" charset="-122"/>
                        </a:rPr>
                        <a:t>1</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rtl="0" fontAlgn="ctr"/>
                      <a:r>
                        <a:rPr lang="en-US" altLang="zh-CN" sz="2800" b="0" i="0" u="none" strike="noStrike">
                          <a:solidFill>
                            <a:srgbClr val="000000"/>
                          </a:solidFill>
                          <a:effectLst/>
                          <a:latin typeface="+mn-lt"/>
                          <a:ea typeface="宋体" panose="02010600030101010101" pitchFamily="2" charset="-122"/>
                        </a:rPr>
                        <a:t>0</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3"/>
                  </a:ext>
                </a:extLst>
              </a:tr>
              <a:tr h="279943">
                <a:tc>
                  <a:txBody>
                    <a:bodyPr/>
                    <a:lstStyle/>
                    <a:p>
                      <a:pPr algn="ctr" rtl="0" fontAlgn="ctr"/>
                      <a:r>
                        <a:rPr lang="en-US" altLang="zh-CN" sz="2800" b="0" i="0" u="none" strike="noStrike">
                          <a:solidFill>
                            <a:srgbClr val="000000"/>
                          </a:solidFill>
                          <a:effectLst/>
                          <a:latin typeface="+mn-lt"/>
                          <a:ea typeface="宋体" panose="02010600030101010101" pitchFamily="2" charset="-122"/>
                        </a:rPr>
                        <a:t>0</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rtl="0" fontAlgn="ctr"/>
                      <a:r>
                        <a:rPr lang="en-US" altLang="zh-CN" sz="2800" b="0" i="0" u="none" strike="noStrike">
                          <a:solidFill>
                            <a:srgbClr val="000000"/>
                          </a:solidFill>
                          <a:effectLst/>
                          <a:latin typeface="+mn-lt"/>
                          <a:ea typeface="宋体" panose="02010600030101010101" pitchFamily="2" charset="-122"/>
                        </a:rPr>
                        <a:t>1</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rtl="0" fontAlgn="ctr"/>
                      <a:r>
                        <a:rPr lang="en-US" altLang="zh-CN" sz="2800" b="0" i="0" u="none" strike="noStrike">
                          <a:solidFill>
                            <a:srgbClr val="000000"/>
                          </a:solidFill>
                          <a:effectLst/>
                          <a:latin typeface="+mn-lt"/>
                          <a:ea typeface="宋体" panose="02010600030101010101" pitchFamily="2" charset="-122"/>
                        </a:rPr>
                        <a:t>1</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rtl="0" fontAlgn="ctr"/>
                      <a:r>
                        <a:rPr lang="en-US" altLang="zh-CN" sz="2800" b="0" i="0" u="none" strike="noStrike">
                          <a:solidFill>
                            <a:srgbClr val="000000"/>
                          </a:solidFill>
                          <a:effectLst/>
                          <a:latin typeface="+mn-lt"/>
                          <a:ea typeface="宋体" panose="02010600030101010101" pitchFamily="2" charset="-122"/>
                        </a:rPr>
                        <a:t>0</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rtl="0" fontAlgn="ctr"/>
                      <a:r>
                        <a:rPr lang="en-US" altLang="zh-CN" sz="2800" b="0" i="0" u="none" strike="noStrike" dirty="0">
                          <a:solidFill>
                            <a:srgbClr val="000000"/>
                          </a:solidFill>
                          <a:effectLst/>
                          <a:latin typeface="+mn-lt"/>
                          <a:ea typeface="宋体" panose="02010600030101010101" pitchFamily="2" charset="-122"/>
                        </a:rPr>
                        <a:t>1</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rtl="0" fontAlgn="ctr"/>
                      <a:r>
                        <a:rPr lang="en-US" altLang="zh-CN" sz="2800" b="0" i="0" u="none" strike="noStrike">
                          <a:solidFill>
                            <a:srgbClr val="000000"/>
                          </a:solidFill>
                          <a:effectLst/>
                          <a:latin typeface="+mn-lt"/>
                          <a:ea typeface="宋体" panose="02010600030101010101" pitchFamily="2" charset="-122"/>
                        </a:rPr>
                        <a:t>0</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4"/>
                  </a:ext>
                </a:extLst>
              </a:tr>
              <a:tr h="279943">
                <a:tc>
                  <a:txBody>
                    <a:bodyPr/>
                    <a:lstStyle/>
                    <a:p>
                      <a:pPr algn="ctr" rtl="0" fontAlgn="ctr"/>
                      <a:r>
                        <a:rPr lang="en-US" altLang="zh-CN" sz="2800" b="0" i="0" u="none" strike="noStrike">
                          <a:solidFill>
                            <a:srgbClr val="000000"/>
                          </a:solidFill>
                          <a:effectLst/>
                          <a:latin typeface="+mn-lt"/>
                          <a:ea typeface="宋体" panose="02010600030101010101" pitchFamily="2" charset="-122"/>
                        </a:rPr>
                        <a:t>1</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rtl="0" fontAlgn="ctr"/>
                      <a:r>
                        <a:rPr lang="en-US" altLang="zh-CN" sz="2800" b="0" i="0" u="none" strike="noStrike">
                          <a:solidFill>
                            <a:srgbClr val="000000"/>
                          </a:solidFill>
                          <a:effectLst/>
                          <a:latin typeface="+mn-lt"/>
                          <a:ea typeface="宋体" panose="02010600030101010101" pitchFamily="2" charset="-122"/>
                        </a:rPr>
                        <a:t>0</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rtl="0" fontAlgn="ctr"/>
                      <a:r>
                        <a:rPr lang="en-US" altLang="zh-CN" sz="2800" b="0" i="0" u="none" strike="noStrike">
                          <a:solidFill>
                            <a:srgbClr val="000000"/>
                          </a:solidFill>
                          <a:effectLst/>
                          <a:latin typeface="+mn-lt"/>
                          <a:ea typeface="宋体" panose="02010600030101010101" pitchFamily="2" charset="-122"/>
                        </a:rPr>
                        <a:t>0</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rtl="0" fontAlgn="ctr"/>
                      <a:r>
                        <a:rPr lang="en-US" altLang="zh-CN" sz="2800" b="0" i="0" u="none" strike="noStrike">
                          <a:solidFill>
                            <a:srgbClr val="000000"/>
                          </a:solidFill>
                          <a:effectLst/>
                          <a:latin typeface="+mn-lt"/>
                          <a:ea typeface="宋体" panose="02010600030101010101" pitchFamily="2" charset="-122"/>
                        </a:rPr>
                        <a:t>0</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rtl="0" fontAlgn="ctr"/>
                      <a:r>
                        <a:rPr lang="en-US" altLang="zh-CN" sz="2800" b="0" i="0" u="none" strike="noStrike">
                          <a:solidFill>
                            <a:srgbClr val="000000"/>
                          </a:solidFill>
                          <a:effectLst/>
                          <a:latin typeface="+mn-lt"/>
                          <a:ea typeface="宋体" panose="02010600030101010101" pitchFamily="2" charset="-122"/>
                        </a:rPr>
                        <a:t>0</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rtl="0" fontAlgn="ctr"/>
                      <a:r>
                        <a:rPr lang="en-US" altLang="zh-CN" sz="2800" b="0" i="0" u="none" strike="noStrike">
                          <a:solidFill>
                            <a:srgbClr val="000000"/>
                          </a:solidFill>
                          <a:effectLst/>
                          <a:latin typeface="+mn-lt"/>
                          <a:ea typeface="宋体" panose="02010600030101010101" pitchFamily="2" charset="-122"/>
                        </a:rPr>
                        <a:t>0</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5"/>
                  </a:ext>
                </a:extLst>
              </a:tr>
              <a:tr h="279943">
                <a:tc>
                  <a:txBody>
                    <a:bodyPr/>
                    <a:lstStyle/>
                    <a:p>
                      <a:pPr algn="ctr" rtl="0" fontAlgn="ctr"/>
                      <a:r>
                        <a:rPr lang="en-US" altLang="zh-CN" sz="2800" b="0" i="0" u="none" strike="noStrike">
                          <a:solidFill>
                            <a:srgbClr val="000000"/>
                          </a:solidFill>
                          <a:effectLst/>
                          <a:latin typeface="+mn-lt"/>
                          <a:ea typeface="宋体" panose="02010600030101010101" pitchFamily="2" charset="-122"/>
                        </a:rPr>
                        <a:t>1</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rtl="0" fontAlgn="ctr"/>
                      <a:r>
                        <a:rPr lang="en-US" altLang="zh-CN" sz="2800" b="0" i="0" u="none" strike="noStrike">
                          <a:solidFill>
                            <a:srgbClr val="000000"/>
                          </a:solidFill>
                          <a:effectLst/>
                          <a:latin typeface="+mn-lt"/>
                          <a:ea typeface="宋体" panose="02010600030101010101" pitchFamily="2" charset="-122"/>
                        </a:rPr>
                        <a:t>0</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rtl="0" fontAlgn="ctr"/>
                      <a:r>
                        <a:rPr lang="en-US" altLang="zh-CN" sz="2800" b="0" i="0" u="none" strike="noStrike">
                          <a:solidFill>
                            <a:srgbClr val="000000"/>
                          </a:solidFill>
                          <a:effectLst/>
                          <a:latin typeface="+mn-lt"/>
                          <a:ea typeface="宋体" panose="02010600030101010101" pitchFamily="2" charset="-122"/>
                        </a:rPr>
                        <a:t>1</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rtl="0" fontAlgn="ctr"/>
                      <a:r>
                        <a:rPr lang="en-US" altLang="zh-CN" sz="2800" b="0" i="0" u="none" strike="noStrike">
                          <a:solidFill>
                            <a:srgbClr val="000000"/>
                          </a:solidFill>
                          <a:effectLst/>
                          <a:latin typeface="+mn-lt"/>
                          <a:ea typeface="宋体" panose="02010600030101010101" pitchFamily="2" charset="-122"/>
                        </a:rPr>
                        <a:t>1</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rtl="0" fontAlgn="ctr"/>
                      <a:r>
                        <a:rPr lang="en-US" altLang="zh-CN" sz="2800" b="0" i="0" u="none" strike="noStrike" dirty="0">
                          <a:solidFill>
                            <a:srgbClr val="000000"/>
                          </a:solidFill>
                          <a:effectLst/>
                          <a:latin typeface="+mn-lt"/>
                          <a:ea typeface="宋体" panose="02010600030101010101" pitchFamily="2" charset="-122"/>
                        </a:rPr>
                        <a:t>0</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rtl="0" fontAlgn="ctr"/>
                      <a:r>
                        <a:rPr lang="en-US" altLang="zh-CN" sz="2800" b="0" i="0" u="none" strike="noStrike">
                          <a:solidFill>
                            <a:srgbClr val="000000"/>
                          </a:solidFill>
                          <a:effectLst/>
                          <a:latin typeface="+mn-lt"/>
                          <a:ea typeface="宋体" panose="02010600030101010101" pitchFamily="2" charset="-122"/>
                        </a:rPr>
                        <a:t>0</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6"/>
                  </a:ext>
                </a:extLst>
              </a:tr>
              <a:tr h="279943">
                <a:tc>
                  <a:txBody>
                    <a:bodyPr/>
                    <a:lstStyle/>
                    <a:p>
                      <a:pPr algn="ctr" rtl="0" fontAlgn="ctr"/>
                      <a:r>
                        <a:rPr lang="en-US" altLang="zh-CN" sz="2800" b="0" i="0" u="none" strike="noStrike" dirty="0">
                          <a:solidFill>
                            <a:srgbClr val="000000"/>
                          </a:solidFill>
                          <a:effectLst/>
                          <a:latin typeface="+mn-lt"/>
                          <a:ea typeface="宋体" panose="02010600030101010101" pitchFamily="2" charset="-122"/>
                        </a:rPr>
                        <a:t>1</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rtl="0" fontAlgn="ctr"/>
                      <a:r>
                        <a:rPr lang="en-US" altLang="zh-CN" sz="2800" b="0" i="0" u="none" strike="noStrike">
                          <a:solidFill>
                            <a:srgbClr val="000000"/>
                          </a:solidFill>
                          <a:effectLst/>
                          <a:latin typeface="+mn-lt"/>
                          <a:ea typeface="宋体" panose="02010600030101010101" pitchFamily="2" charset="-122"/>
                        </a:rPr>
                        <a:t>1</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rtl="0" fontAlgn="ctr"/>
                      <a:r>
                        <a:rPr lang="en-US" altLang="zh-CN" sz="2800" b="0" i="0" u="none" strike="noStrike">
                          <a:solidFill>
                            <a:srgbClr val="000000"/>
                          </a:solidFill>
                          <a:effectLst/>
                          <a:latin typeface="+mn-lt"/>
                          <a:ea typeface="宋体" panose="02010600030101010101" pitchFamily="2" charset="-122"/>
                        </a:rPr>
                        <a:t>0</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rtl="0" fontAlgn="ctr"/>
                      <a:r>
                        <a:rPr lang="en-US" altLang="zh-CN" sz="2800" b="0" i="0" u="none" strike="noStrike">
                          <a:solidFill>
                            <a:srgbClr val="000000"/>
                          </a:solidFill>
                          <a:effectLst/>
                          <a:latin typeface="+mn-lt"/>
                          <a:ea typeface="宋体" panose="02010600030101010101" pitchFamily="2" charset="-122"/>
                        </a:rPr>
                        <a:t>1</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rtl="0" fontAlgn="ctr"/>
                      <a:r>
                        <a:rPr lang="en-US" altLang="zh-CN" sz="2800" b="0" i="0" u="none" strike="noStrike" dirty="0">
                          <a:solidFill>
                            <a:srgbClr val="000000"/>
                          </a:solidFill>
                          <a:effectLst/>
                          <a:latin typeface="+mn-lt"/>
                          <a:ea typeface="宋体" panose="02010600030101010101" pitchFamily="2" charset="-122"/>
                        </a:rPr>
                        <a:t>1</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rtl="0" fontAlgn="ctr"/>
                      <a:r>
                        <a:rPr lang="en-US" altLang="zh-CN" sz="2800" b="0" i="0" u="none" strike="noStrike">
                          <a:solidFill>
                            <a:srgbClr val="000000"/>
                          </a:solidFill>
                          <a:effectLst/>
                          <a:latin typeface="+mn-lt"/>
                          <a:ea typeface="宋体" panose="02010600030101010101" pitchFamily="2" charset="-122"/>
                        </a:rPr>
                        <a:t>1</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7"/>
                  </a:ext>
                </a:extLst>
              </a:tr>
              <a:tr h="279943">
                <a:tc>
                  <a:txBody>
                    <a:bodyPr/>
                    <a:lstStyle/>
                    <a:p>
                      <a:pPr algn="ctr" rtl="0" fontAlgn="ctr"/>
                      <a:r>
                        <a:rPr lang="en-US" altLang="zh-CN" sz="2800" b="0" i="0" u="none" strike="noStrike">
                          <a:solidFill>
                            <a:srgbClr val="000000"/>
                          </a:solidFill>
                          <a:effectLst/>
                          <a:latin typeface="+mn-lt"/>
                          <a:ea typeface="宋体" panose="02010600030101010101" pitchFamily="2" charset="-122"/>
                        </a:rPr>
                        <a:t>1</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rtl="0" fontAlgn="ctr"/>
                      <a:r>
                        <a:rPr lang="en-US" altLang="zh-CN" sz="2800" b="0" i="0" u="none" strike="noStrike">
                          <a:solidFill>
                            <a:srgbClr val="000000"/>
                          </a:solidFill>
                          <a:effectLst/>
                          <a:latin typeface="+mn-lt"/>
                          <a:ea typeface="宋体" panose="02010600030101010101" pitchFamily="2" charset="-122"/>
                        </a:rPr>
                        <a:t>1</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rtl="0" fontAlgn="ctr"/>
                      <a:r>
                        <a:rPr lang="en-US" altLang="zh-CN" sz="2800" b="0" i="0" u="none" strike="noStrike" dirty="0">
                          <a:solidFill>
                            <a:srgbClr val="000000"/>
                          </a:solidFill>
                          <a:effectLst/>
                          <a:latin typeface="+mn-lt"/>
                          <a:ea typeface="宋体" panose="02010600030101010101" pitchFamily="2" charset="-122"/>
                        </a:rPr>
                        <a:t>1</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rtl="0" fontAlgn="ctr"/>
                      <a:r>
                        <a:rPr lang="en-US" altLang="zh-CN" sz="2800" b="0" i="0" u="none" strike="noStrike">
                          <a:solidFill>
                            <a:srgbClr val="000000"/>
                          </a:solidFill>
                          <a:effectLst/>
                          <a:latin typeface="+mn-lt"/>
                          <a:ea typeface="宋体" panose="02010600030101010101" pitchFamily="2" charset="-122"/>
                        </a:rPr>
                        <a:t>1</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rtl="0" fontAlgn="ctr"/>
                      <a:r>
                        <a:rPr lang="en-US" altLang="zh-CN" sz="2800" b="0" i="0" u="none" strike="noStrike" dirty="0">
                          <a:solidFill>
                            <a:srgbClr val="000000"/>
                          </a:solidFill>
                          <a:effectLst/>
                          <a:latin typeface="+mn-lt"/>
                          <a:ea typeface="宋体" panose="02010600030101010101" pitchFamily="2" charset="-122"/>
                        </a:rPr>
                        <a:t>0</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rtl="0" fontAlgn="ctr"/>
                      <a:r>
                        <a:rPr lang="en-US" altLang="zh-CN" sz="2800" b="0" i="0" u="none" strike="noStrike" dirty="0">
                          <a:solidFill>
                            <a:srgbClr val="000000"/>
                          </a:solidFill>
                          <a:effectLst/>
                          <a:latin typeface="+mn-lt"/>
                          <a:ea typeface="宋体" panose="02010600030101010101" pitchFamily="2" charset="-122"/>
                        </a:rPr>
                        <a:t>1</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8"/>
                  </a:ext>
                </a:extLst>
              </a:tr>
            </a:tbl>
          </a:graphicData>
        </a:graphic>
      </p:graphicFrame>
      <p:sp>
        <p:nvSpPr>
          <p:cNvPr id="10" name="Rectangle 3">
            <a:extLst>
              <a:ext uri="{FF2B5EF4-FFF2-40B4-BE49-F238E27FC236}">
                <a16:creationId xmlns:a16="http://schemas.microsoft.com/office/drawing/2014/main" id="{10E63862-5288-2A44-93D0-8C4366E36D51}"/>
              </a:ext>
            </a:extLst>
          </p:cNvPr>
          <p:cNvSpPr txBox="1">
            <a:spLocks noChangeArrowheads="1"/>
          </p:cNvSpPr>
          <p:nvPr/>
        </p:nvSpPr>
        <p:spPr bwMode="gray">
          <a:xfrm>
            <a:off x="396854" y="1380653"/>
            <a:ext cx="8229600" cy="73751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1" fontAlgn="base" hangingPunct="0">
              <a:lnSpc>
                <a:spcPct val="120000"/>
              </a:lnSpc>
              <a:spcBef>
                <a:spcPct val="20000"/>
              </a:spcBef>
              <a:spcAft>
                <a:spcPct val="0"/>
              </a:spcAft>
              <a:buClr>
                <a:schemeClr val="hlink"/>
              </a:buClr>
              <a:buFont typeface="Wingdings" pitchFamily="2" charset="2"/>
              <a:buChar char="v"/>
              <a:defRPr sz="3600" baseline="0">
                <a:solidFill>
                  <a:srgbClr val="080808"/>
                </a:solidFill>
                <a:latin typeface="+mn-lt"/>
                <a:ea typeface="黑体" pitchFamily="49" charset="-122"/>
                <a:cs typeface="+mn-cs"/>
              </a:defRPr>
            </a:lvl1pPr>
            <a:lvl2pPr marL="742950" indent="-285750" algn="l" rtl="0" eaLnBrk="1" fontAlgn="base" hangingPunct="0">
              <a:lnSpc>
                <a:spcPct val="120000"/>
              </a:lnSpc>
              <a:spcBef>
                <a:spcPct val="20000"/>
              </a:spcBef>
              <a:spcAft>
                <a:spcPct val="0"/>
              </a:spcAft>
              <a:buClr>
                <a:schemeClr val="accent1"/>
              </a:buClr>
              <a:buFont typeface="Wingdings" pitchFamily="2" charset="2"/>
              <a:buChar char="§"/>
              <a:defRPr sz="3600" baseline="0">
                <a:solidFill>
                  <a:srgbClr val="080808"/>
                </a:solidFill>
                <a:latin typeface="+mn-lt"/>
                <a:ea typeface="黑体" pitchFamily="49" charset="-122"/>
              </a:defRPr>
            </a:lvl2pPr>
            <a:lvl3pPr marL="1143000" indent="-228600" algn="l" rtl="0" eaLnBrk="1" fontAlgn="base" hangingPunct="0">
              <a:lnSpc>
                <a:spcPct val="120000"/>
              </a:lnSpc>
              <a:spcBef>
                <a:spcPct val="20000"/>
              </a:spcBef>
              <a:spcAft>
                <a:spcPct val="0"/>
              </a:spcAft>
              <a:buClr>
                <a:schemeClr val="tx1"/>
              </a:buClr>
              <a:buChar char="•"/>
              <a:defRPr sz="3200" baseline="0">
                <a:solidFill>
                  <a:srgbClr val="080808"/>
                </a:solidFill>
                <a:latin typeface="+mn-lt"/>
                <a:ea typeface="黑体" pitchFamily="49" charset="-122"/>
              </a:defRPr>
            </a:lvl3pPr>
            <a:lvl4pPr marL="1600200" indent="-228600" algn="l" rtl="0" eaLnBrk="1" fontAlgn="base" hangingPunct="0">
              <a:lnSpc>
                <a:spcPct val="120000"/>
              </a:lnSpc>
              <a:spcBef>
                <a:spcPct val="20000"/>
              </a:spcBef>
              <a:spcAft>
                <a:spcPct val="0"/>
              </a:spcAft>
              <a:buChar char="–"/>
              <a:defRPr sz="2800" baseline="0">
                <a:solidFill>
                  <a:srgbClr val="080808"/>
                </a:solidFill>
                <a:latin typeface="+mn-lt"/>
                <a:ea typeface="黑体" pitchFamily="49" charset="-122"/>
              </a:defRPr>
            </a:lvl4pPr>
            <a:lvl5pPr marL="2057400" indent="-228600" algn="l" rtl="0" eaLnBrk="1" fontAlgn="base" hangingPunct="0">
              <a:lnSpc>
                <a:spcPct val="120000"/>
              </a:lnSpc>
              <a:spcBef>
                <a:spcPct val="20000"/>
              </a:spcBef>
              <a:spcAft>
                <a:spcPct val="0"/>
              </a:spcAft>
              <a:buChar char="»"/>
              <a:defRPr sz="2800" baseline="0">
                <a:solidFill>
                  <a:srgbClr val="080808"/>
                </a:solidFill>
                <a:latin typeface="+mn-lt"/>
                <a:ea typeface="黑体" pitchFamily="49" charset="-122"/>
              </a:defRPr>
            </a:lvl5pPr>
            <a:lvl6pPr marL="2514600" indent="-228600" algn="l" rtl="0" fontAlgn="base">
              <a:lnSpc>
                <a:spcPct val="120000"/>
              </a:lnSpc>
              <a:spcBef>
                <a:spcPct val="20000"/>
              </a:spcBef>
              <a:spcAft>
                <a:spcPct val="0"/>
              </a:spcAft>
              <a:buChar char="»"/>
              <a:defRPr sz="2800">
                <a:solidFill>
                  <a:srgbClr val="080808"/>
                </a:solidFill>
                <a:latin typeface="+mn-lt"/>
                <a:ea typeface="+mn-ea"/>
              </a:defRPr>
            </a:lvl6pPr>
            <a:lvl7pPr marL="2971800" indent="-228600" algn="l" rtl="0" fontAlgn="base">
              <a:lnSpc>
                <a:spcPct val="120000"/>
              </a:lnSpc>
              <a:spcBef>
                <a:spcPct val="20000"/>
              </a:spcBef>
              <a:spcAft>
                <a:spcPct val="0"/>
              </a:spcAft>
              <a:buChar char="»"/>
              <a:defRPr sz="2800">
                <a:solidFill>
                  <a:srgbClr val="080808"/>
                </a:solidFill>
                <a:latin typeface="+mn-lt"/>
                <a:ea typeface="+mn-ea"/>
              </a:defRPr>
            </a:lvl7pPr>
            <a:lvl8pPr marL="3429000" indent="-228600" algn="l" rtl="0" fontAlgn="base">
              <a:lnSpc>
                <a:spcPct val="120000"/>
              </a:lnSpc>
              <a:spcBef>
                <a:spcPct val="20000"/>
              </a:spcBef>
              <a:spcAft>
                <a:spcPct val="0"/>
              </a:spcAft>
              <a:buChar char="»"/>
              <a:defRPr sz="2800">
                <a:solidFill>
                  <a:srgbClr val="080808"/>
                </a:solidFill>
                <a:latin typeface="+mn-lt"/>
                <a:ea typeface="+mn-ea"/>
              </a:defRPr>
            </a:lvl8pPr>
            <a:lvl9pPr marL="3886200" indent="-228600" algn="l" rtl="0" fontAlgn="base">
              <a:lnSpc>
                <a:spcPct val="120000"/>
              </a:lnSpc>
              <a:spcBef>
                <a:spcPct val="20000"/>
              </a:spcBef>
              <a:spcAft>
                <a:spcPct val="0"/>
              </a:spcAft>
              <a:buChar char="»"/>
              <a:defRPr sz="2800">
                <a:solidFill>
                  <a:srgbClr val="080808"/>
                </a:solidFill>
                <a:latin typeface="+mn-lt"/>
                <a:ea typeface="+mn-ea"/>
              </a:defRPr>
            </a:lvl9pPr>
          </a:lstStyle>
          <a:p>
            <a:pPr hangingPunct="1">
              <a:buClr>
                <a:srgbClr val="000000"/>
              </a:buClr>
              <a:buFont typeface="Arial" panose="020B0604020202020204" pitchFamily="34" charset="0"/>
              <a:buChar char="•"/>
            </a:pPr>
            <a:r>
              <a:rPr lang="zh-CN" altLang="en-US" sz="3200" b="1" kern="0" dirty="0"/>
              <a:t>真值表如右图所示，该电路功能是？</a:t>
            </a:r>
            <a:endParaRPr lang="en-US" altLang="zh-CN" sz="3200" b="1" kern="0" dirty="0"/>
          </a:p>
        </p:txBody>
      </p:sp>
      <p:sp>
        <p:nvSpPr>
          <p:cNvPr id="7" name="灯片编号占位符 6">
            <a:extLst>
              <a:ext uri="{FF2B5EF4-FFF2-40B4-BE49-F238E27FC236}">
                <a16:creationId xmlns:a16="http://schemas.microsoft.com/office/drawing/2014/main" id="{DE81D6F2-910C-6F4F-AA2E-CB2121E9FB93}"/>
              </a:ext>
            </a:extLst>
          </p:cNvPr>
          <p:cNvSpPr txBox="1">
            <a:spLocks/>
          </p:cNvSpPr>
          <p:nvPr/>
        </p:nvSpPr>
        <p:spPr bwMode="auto">
          <a:xfrm>
            <a:off x="6553200" y="6265860"/>
            <a:ext cx="213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4600" b="1" kern="1200">
                <a:solidFill>
                  <a:srgbClr val="FF3300"/>
                </a:solidFill>
                <a:latin typeface="Garamond" pitchFamily="18" charset="0"/>
                <a:ea typeface="宋体" charset="-122"/>
                <a:cs typeface="+mn-cs"/>
              </a:defRPr>
            </a:lvl1pPr>
            <a:lvl2pPr marL="742950" indent="-28575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2pPr>
            <a:lvl3pPr marL="11430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3pPr>
            <a:lvl4pPr marL="16002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4pPr>
            <a:lvl5pPr marL="20574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5pPr>
            <a:lvl6pPr marL="25146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6pPr>
            <a:lvl7pPr marL="29718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7pPr>
            <a:lvl8pPr marL="34290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8pPr>
            <a:lvl9pPr marL="38862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9pPr>
          </a:lstStyle>
          <a:p>
            <a:pPr eaLnBrk="1" hangingPunct="1"/>
            <a:fld id="{CCE6D788-BCB5-407E-9DED-68D155892338}" type="slidenum">
              <a:rPr lang="en-US" altLang="zh-CN" sz="1400" smtClean="0">
                <a:solidFill>
                  <a:schemeClr val="tx1"/>
                </a:solidFill>
                <a:latin typeface="+mn-lt"/>
              </a:rPr>
              <a:pPr eaLnBrk="1" hangingPunct="1"/>
              <a:t>25</a:t>
            </a:fld>
            <a:endParaRPr lang="en-US" altLang="zh-CN" sz="1400" dirty="0">
              <a:solidFill>
                <a:schemeClr val="tx1"/>
              </a:solidFill>
              <a:latin typeface="+mn-lt"/>
            </a:endParaRPr>
          </a:p>
        </p:txBody>
      </p:sp>
    </p:spTree>
    <p:extLst>
      <p:ext uri="{BB962C8B-B14F-4D97-AF65-F5344CB8AC3E}">
        <p14:creationId xmlns:p14="http://schemas.microsoft.com/office/powerpoint/2010/main" val="37000097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例</a:t>
            </a:r>
            <a:r>
              <a:rPr lang="en-US" altLang="zh-CN" b="1" dirty="0"/>
              <a:t>3</a:t>
            </a:r>
            <a:endParaRPr lang="zh-CN" altLang="en-US" b="1" dirty="0"/>
          </a:p>
        </p:txBody>
      </p:sp>
      <p:sp>
        <p:nvSpPr>
          <p:cNvPr id="3" name="Slide Number Placeholder 2">
            <a:extLst>
              <a:ext uri="{FF2B5EF4-FFF2-40B4-BE49-F238E27FC236}">
                <a16:creationId xmlns:a16="http://schemas.microsoft.com/office/drawing/2014/main" id="{53B28326-722F-BB49-9000-32A02E33FCCB}"/>
              </a:ext>
            </a:extLst>
          </p:cNvPr>
          <p:cNvSpPr>
            <a:spLocks noGrp="1"/>
          </p:cNvSpPr>
          <p:nvPr>
            <p:ph type="sldNum" sz="quarter" idx="12"/>
          </p:nvPr>
        </p:nvSpPr>
        <p:spPr/>
        <p:txBody>
          <a:bodyPr/>
          <a:lstStyle/>
          <a:p>
            <a:pPr>
              <a:defRPr/>
            </a:pPr>
            <a:fld id="{A88D0608-5506-4AD0-BB9E-DF761E8BFA1F}" type="slidenum">
              <a:rPr lang="zh-CN" altLang="en-US" smtClean="0"/>
              <a:pPr>
                <a:defRPr/>
              </a:pPr>
              <a:t>26</a:t>
            </a:fld>
            <a:endParaRPr lang="en-US" altLang="zh-CN" dirty="0"/>
          </a:p>
        </p:txBody>
      </p:sp>
      <p:graphicFrame>
        <p:nvGraphicFramePr>
          <p:cNvPr id="13" name="表格 12"/>
          <p:cNvGraphicFramePr>
            <a:graphicFrameLocks noGrp="1"/>
          </p:cNvGraphicFramePr>
          <p:nvPr>
            <p:extLst>
              <p:ext uri="{D42A27DB-BD31-4B8C-83A1-F6EECF244321}">
                <p14:modId xmlns:p14="http://schemas.microsoft.com/office/powerpoint/2010/main" val="425614499"/>
              </p:ext>
            </p:extLst>
          </p:nvPr>
        </p:nvGraphicFramePr>
        <p:xfrm>
          <a:off x="539552" y="2827737"/>
          <a:ext cx="3523914" cy="3348990"/>
        </p:xfrm>
        <a:graphic>
          <a:graphicData uri="http://schemas.openxmlformats.org/drawingml/2006/table">
            <a:tbl>
              <a:tblPr>
                <a:tableStyleId>{5940675A-B579-460E-94D1-54222C63F5DA}</a:tableStyleId>
              </a:tblPr>
              <a:tblGrid>
                <a:gridCol w="587319">
                  <a:extLst>
                    <a:ext uri="{9D8B030D-6E8A-4147-A177-3AD203B41FA5}">
                      <a16:colId xmlns:a16="http://schemas.microsoft.com/office/drawing/2014/main" val="20000"/>
                    </a:ext>
                  </a:extLst>
                </a:gridCol>
                <a:gridCol w="587319">
                  <a:extLst>
                    <a:ext uri="{9D8B030D-6E8A-4147-A177-3AD203B41FA5}">
                      <a16:colId xmlns:a16="http://schemas.microsoft.com/office/drawing/2014/main" val="20001"/>
                    </a:ext>
                  </a:extLst>
                </a:gridCol>
                <a:gridCol w="587319">
                  <a:extLst>
                    <a:ext uri="{9D8B030D-6E8A-4147-A177-3AD203B41FA5}">
                      <a16:colId xmlns:a16="http://schemas.microsoft.com/office/drawing/2014/main" val="20002"/>
                    </a:ext>
                  </a:extLst>
                </a:gridCol>
                <a:gridCol w="587319">
                  <a:extLst>
                    <a:ext uri="{9D8B030D-6E8A-4147-A177-3AD203B41FA5}">
                      <a16:colId xmlns:a16="http://schemas.microsoft.com/office/drawing/2014/main" val="20003"/>
                    </a:ext>
                  </a:extLst>
                </a:gridCol>
                <a:gridCol w="587319">
                  <a:extLst>
                    <a:ext uri="{9D8B030D-6E8A-4147-A177-3AD203B41FA5}">
                      <a16:colId xmlns:a16="http://schemas.microsoft.com/office/drawing/2014/main" val="20004"/>
                    </a:ext>
                  </a:extLst>
                </a:gridCol>
                <a:gridCol w="587319">
                  <a:extLst>
                    <a:ext uri="{9D8B030D-6E8A-4147-A177-3AD203B41FA5}">
                      <a16:colId xmlns:a16="http://schemas.microsoft.com/office/drawing/2014/main" val="20005"/>
                    </a:ext>
                  </a:extLst>
                </a:gridCol>
              </a:tblGrid>
              <a:tr h="304217">
                <a:tc>
                  <a:txBody>
                    <a:bodyPr/>
                    <a:lstStyle/>
                    <a:p>
                      <a:pPr algn="ctr" fontAlgn="ctr"/>
                      <a:r>
                        <a:rPr lang="en-US" sz="2400" b="0" u="none" strike="noStrike" dirty="0">
                          <a:solidFill>
                            <a:srgbClr val="000000"/>
                          </a:solidFill>
                          <a:effectLst/>
                        </a:rPr>
                        <a:t>A</a:t>
                      </a:r>
                      <a:endParaRPr lang="en-US" sz="24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6350" marR="6350" marT="6350" marB="0" anchor="ctr"/>
                </a:tc>
                <a:tc>
                  <a:txBody>
                    <a:bodyPr/>
                    <a:lstStyle/>
                    <a:p>
                      <a:pPr algn="ctr" fontAlgn="ctr"/>
                      <a:r>
                        <a:rPr lang="en-US" sz="2400" b="0" u="none" strike="noStrike" dirty="0">
                          <a:solidFill>
                            <a:srgbClr val="000000"/>
                          </a:solidFill>
                          <a:effectLst/>
                        </a:rPr>
                        <a:t>B</a:t>
                      </a:r>
                      <a:endParaRPr lang="en-US" sz="24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6350" marR="6350" marT="6350" marB="0" anchor="ctr"/>
                </a:tc>
                <a:tc>
                  <a:txBody>
                    <a:bodyPr/>
                    <a:lstStyle/>
                    <a:p>
                      <a:pPr algn="ctr" fontAlgn="ctr"/>
                      <a:r>
                        <a:rPr lang="en-US" sz="2400" b="0" u="none" strike="noStrike" dirty="0">
                          <a:solidFill>
                            <a:srgbClr val="000000"/>
                          </a:solidFill>
                          <a:effectLst/>
                        </a:rPr>
                        <a:t>C</a:t>
                      </a:r>
                      <a:endParaRPr lang="en-US" sz="24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6350" marR="6350" marT="6350" marB="0" anchor="ctr"/>
                </a:tc>
                <a:tc>
                  <a:txBody>
                    <a:bodyPr/>
                    <a:lstStyle/>
                    <a:p>
                      <a:pPr algn="ctr" fontAlgn="ctr"/>
                      <a:r>
                        <a:rPr lang="en-US" sz="2400" b="0" u="none" strike="noStrike" dirty="0">
                          <a:solidFill>
                            <a:srgbClr val="000000"/>
                          </a:solidFill>
                          <a:effectLst/>
                        </a:rPr>
                        <a:t>F0</a:t>
                      </a:r>
                      <a:endParaRPr lang="en-US" sz="24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6350" marR="6350" marT="6350" marB="0" anchor="ctr">
                    <a:solidFill>
                      <a:srgbClr val="CECEEF"/>
                    </a:solidFill>
                  </a:tcPr>
                </a:tc>
                <a:tc>
                  <a:txBody>
                    <a:bodyPr/>
                    <a:lstStyle/>
                    <a:p>
                      <a:pPr algn="ctr" fontAlgn="ctr"/>
                      <a:r>
                        <a:rPr lang="en-US" sz="2400" b="0" u="none" strike="noStrike">
                          <a:solidFill>
                            <a:srgbClr val="000000"/>
                          </a:solidFill>
                          <a:effectLst/>
                        </a:rPr>
                        <a:t>F1</a:t>
                      </a:r>
                      <a:endParaRPr lang="en-US" sz="24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6350" marR="6350" marT="6350" marB="0" anchor="ctr">
                    <a:solidFill>
                      <a:srgbClr val="CECEEF"/>
                    </a:solidFill>
                  </a:tcPr>
                </a:tc>
                <a:tc>
                  <a:txBody>
                    <a:bodyPr/>
                    <a:lstStyle/>
                    <a:p>
                      <a:pPr algn="ctr" fontAlgn="ctr"/>
                      <a:r>
                        <a:rPr lang="en-US" sz="2400" b="0" u="none" strike="noStrike" dirty="0">
                          <a:solidFill>
                            <a:srgbClr val="000000"/>
                          </a:solidFill>
                          <a:effectLst/>
                        </a:rPr>
                        <a:t>F2</a:t>
                      </a:r>
                      <a:endParaRPr lang="en-US" sz="24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6350" marR="6350" marT="6350" marB="0" anchor="ctr">
                    <a:solidFill>
                      <a:srgbClr val="CECEEF"/>
                    </a:solidFill>
                  </a:tcPr>
                </a:tc>
                <a:extLst>
                  <a:ext uri="{0D108BD9-81ED-4DB2-BD59-A6C34878D82A}">
                    <a16:rowId xmlns:a16="http://schemas.microsoft.com/office/drawing/2014/main" val="10000"/>
                  </a:ext>
                </a:extLst>
              </a:tr>
              <a:tr h="304217">
                <a:tc>
                  <a:txBody>
                    <a:bodyPr/>
                    <a:lstStyle/>
                    <a:p>
                      <a:pPr algn="ctr" fontAlgn="ctr"/>
                      <a:r>
                        <a:rPr lang="en-US" altLang="zh-CN" sz="2400" b="0" u="none" strike="noStrike" dirty="0">
                          <a:solidFill>
                            <a:srgbClr val="000000"/>
                          </a:solidFill>
                          <a:effectLst/>
                        </a:rPr>
                        <a:t>0</a:t>
                      </a:r>
                      <a:endParaRPr lang="en-US" altLang="zh-CN" sz="24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6350" marR="6350" marT="6350" marB="0" anchor="ctr"/>
                </a:tc>
                <a:tc>
                  <a:txBody>
                    <a:bodyPr/>
                    <a:lstStyle/>
                    <a:p>
                      <a:pPr algn="ctr" fontAlgn="ctr"/>
                      <a:r>
                        <a:rPr lang="en-US" altLang="zh-CN" sz="2400" b="0" u="none" strike="noStrike">
                          <a:solidFill>
                            <a:srgbClr val="000000"/>
                          </a:solidFill>
                          <a:effectLst/>
                        </a:rPr>
                        <a:t>0</a:t>
                      </a:r>
                      <a:endParaRPr lang="en-US" altLang="zh-CN" sz="24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6350" marR="6350" marT="6350" marB="0" anchor="ctr"/>
                </a:tc>
                <a:tc>
                  <a:txBody>
                    <a:bodyPr/>
                    <a:lstStyle/>
                    <a:p>
                      <a:pPr algn="ctr" fontAlgn="ctr"/>
                      <a:r>
                        <a:rPr lang="en-US" altLang="zh-CN" sz="2400" b="0" u="none" strike="noStrike">
                          <a:solidFill>
                            <a:srgbClr val="000000"/>
                          </a:solidFill>
                          <a:effectLst/>
                        </a:rPr>
                        <a:t>0</a:t>
                      </a:r>
                      <a:endParaRPr lang="en-US" altLang="zh-CN" sz="24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6350" marR="6350" marT="6350" marB="0" anchor="ctr"/>
                </a:tc>
                <a:tc>
                  <a:txBody>
                    <a:bodyPr/>
                    <a:lstStyle/>
                    <a:p>
                      <a:pPr algn="ctr" fontAlgn="ctr"/>
                      <a:r>
                        <a:rPr lang="en-US" altLang="zh-CN" sz="2400" b="0" u="none" strike="noStrike">
                          <a:solidFill>
                            <a:srgbClr val="000000"/>
                          </a:solidFill>
                          <a:effectLst/>
                        </a:rPr>
                        <a:t>0</a:t>
                      </a:r>
                      <a:endParaRPr lang="en-US" altLang="zh-CN" sz="24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6350" marR="6350" marT="6350" marB="0" anchor="ctr">
                    <a:solidFill>
                      <a:srgbClr val="CECEEF"/>
                    </a:solidFill>
                  </a:tcPr>
                </a:tc>
                <a:tc>
                  <a:txBody>
                    <a:bodyPr/>
                    <a:lstStyle/>
                    <a:p>
                      <a:pPr algn="ctr" fontAlgn="ctr"/>
                      <a:r>
                        <a:rPr lang="en-US" altLang="zh-CN" sz="2400" b="0" u="none" strike="noStrike">
                          <a:solidFill>
                            <a:srgbClr val="000000"/>
                          </a:solidFill>
                          <a:effectLst/>
                        </a:rPr>
                        <a:t>0</a:t>
                      </a:r>
                      <a:endParaRPr lang="en-US" altLang="zh-CN" sz="24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6350" marR="6350" marT="6350" marB="0" anchor="ctr">
                    <a:solidFill>
                      <a:srgbClr val="CECEEF"/>
                    </a:solidFill>
                  </a:tcPr>
                </a:tc>
                <a:tc>
                  <a:txBody>
                    <a:bodyPr/>
                    <a:lstStyle/>
                    <a:p>
                      <a:pPr algn="ctr" fontAlgn="ctr"/>
                      <a:r>
                        <a:rPr lang="en-US" altLang="zh-CN" sz="2400" b="0" u="none" strike="noStrike">
                          <a:solidFill>
                            <a:srgbClr val="000000"/>
                          </a:solidFill>
                          <a:effectLst/>
                        </a:rPr>
                        <a:t>1</a:t>
                      </a:r>
                      <a:endParaRPr lang="en-US" altLang="zh-CN" sz="24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6350" marR="6350" marT="6350" marB="0" anchor="ctr">
                    <a:solidFill>
                      <a:srgbClr val="CECEEF"/>
                    </a:solidFill>
                  </a:tcPr>
                </a:tc>
                <a:extLst>
                  <a:ext uri="{0D108BD9-81ED-4DB2-BD59-A6C34878D82A}">
                    <a16:rowId xmlns:a16="http://schemas.microsoft.com/office/drawing/2014/main" val="10001"/>
                  </a:ext>
                </a:extLst>
              </a:tr>
              <a:tr h="293727">
                <a:tc>
                  <a:txBody>
                    <a:bodyPr/>
                    <a:lstStyle/>
                    <a:p>
                      <a:pPr algn="ctr" fontAlgn="ctr"/>
                      <a:r>
                        <a:rPr lang="en-US" altLang="zh-CN" sz="2400" b="0" u="none" strike="noStrike">
                          <a:solidFill>
                            <a:srgbClr val="000000"/>
                          </a:solidFill>
                          <a:effectLst/>
                        </a:rPr>
                        <a:t>0</a:t>
                      </a:r>
                      <a:endParaRPr lang="en-US" altLang="zh-CN" sz="24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6350" marR="6350" marT="6350" marB="0" anchor="ctr"/>
                </a:tc>
                <a:tc>
                  <a:txBody>
                    <a:bodyPr/>
                    <a:lstStyle/>
                    <a:p>
                      <a:pPr algn="ctr" fontAlgn="ctr"/>
                      <a:r>
                        <a:rPr lang="en-US" altLang="zh-CN" sz="2400" b="0" u="none" strike="noStrike" dirty="0">
                          <a:solidFill>
                            <a:srgbClr val="000000"/>
                          </a:solidFill>
                          <a:effectLst/>
                        </a:rPr>
                        <a:t>0</a:t>
                      </a:r>
                      <a:endParaRPr lang="en-US" altLang="zh-CN" sz="24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6350" marR="6350" marT="6350" marB="0" anchor="ctr"/>
                </a:tc>
                <a:tc>
                  <a:txBody>
                    <a:bodyPr/>
                    <a:lstStyle/>
                    <a:p>
                      <a:pPr algn="ctr" fontAlgn="ctr"/>
                      <a:r>
                        <a:rPr lang="en-US" altLang="zh-CN" sz="2400" b="0" u="none" strike="noStrike" dirty="0">
                          <a:solidFill>
                            <a:srgbClr val="000000"/>
                          </a:solidFill>
                          <a:effectLst/>
                        </a:rPr>
                        <a:t>1</a:t>
                      </a:r>
                      <a:endParaRPr lang="en-US" altLang="zh-CN" sz="24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6350" marR="6350" marT="6350" marB="0" anchor="ctr"/>
                </a:tc>
                <a:tc>
                  <a:txBody>
                    <a:bodyPr/>
                    <a:lstStyle/>
                    <a:p>
                      <a:pPr algn="ctr" fontAlgn="ctr"/>
                      <a:r>
                        <a:rPr lang="en-US" altLang="zh-CN" sz="2400" b="0" u="none" strike="noStrike" dirty="0">
                          <a:solidFill>
                            <a:srgbClr val="000000"/>
                          </a:solidFill>
                          <a:effectLst/>
                        </a:rPr>
                        <a:t>0</a:t>
                      </a:r>
                      <a:endParaRPr lang="en-US" altLang="zh-CN" sz="24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6350" marR="6350" marT="6350" marB="0" anchor="ctr">
                    <a:solidFill>
                      <a:srgbClr val="CECEEF"/>
                    </a:solidFill>
                  </a:tcPr>
                </a:tc>
                <a:tc>
                  <a:txBody>
                    <a:bodyPr/>
                    <a:lstStyle/>
                    <a:p>
                      <a:pPr algn="ctr" fontAlgn="ctr"/>
                      <a:r>
                        <a:rPr lang="en-US" altLang="zh-CN" sz="2400" b="0" u="none" strike="noStrike">
                          <a:solidFill>
                            <a:srgbClr val="000000"/>
                          </a:solidFill>
                          <a:effectLst/>
                        </a:rPr>
                        <a:t>1</a:t>
                      </a:r>
                      <a:endParaRPr lang="en-US" altLang="zh-CN" sz="24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6350" marR="6350" marT="6350" marB="0" anchor="ctr">
                    <a:solidFill>
                      <a:srgbClr val="CECEEF"/>
                    </a:solidFill>
                  </a:tcPr>
                </a:tc>
                <a:tc>
                  <a:txBody>
                    <a:bodyPr/>
                    <a:lstStyle/>
                    <a:p>
                      <a:pPr algn="ctr" fontAlgn="ctr"/>
                      <a:r>
                        <a:rPr lang="en-US" altLang="zh-CN" sz="2400" b="0" u="none" strike="noStrike">
                          <a:solidFill>
                            <a:srgbClr val="000000"/>
                          </a:solidFill>
                          <a:effectLst/>
                        </a:rPr>
                        <a:t>1</a:t>
                      </a:r>
                      <a:endParaRPr lang="en-US" altLang="zh-CN" sz="24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6350" marR="6350" marT="6350" marB="0" anchor="ctr">
                    <a:solidFill>
                      <a:srgbClr val="CECEEF"/>
                    </a:solidFill>
                  </a:tcPr>
                </a:tc>
                <a:extLst>
                  <a:ext uri="{0D108BD9-81ED-4DB2-BD59-A6C34878D82A}">
                    <a16:rowId xmlns:a16="http://schemas.microsoft.com/office/drawing/2014/main" val="10002"/>
                  </a:ext>
                </a:extLst>
              </a:tr>
              <a:tr h="293727">
                <a:tc>
                  <a:txBody>
                    <a:bodyPr/>
                    <a:lstStyle/>
                    <a:p>
                      <a:pPr algn="ctr" fontAlgn="ctr"/>
                      <a:r>
                        <a:rPr lang="en-US" altLang="zh-CN" sz="2400" b="0" u="none" strike="noStrike">
                          <a:solidFill>
                            <a:srgbClr val="000000"/>
                          </a:solidFill>
                          <a:effectLst/>
                        </a:rPr>
                        <a:t>0</a:t>
                      </a:r>
                      <a:endParaRPr lang="en-US" altLang="zh-CN" sz="24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6350" marR="6350" marT="6350" marB="0" anchor="ctr"/>
                </a:tc>
                <a:tc>
                  <a:txBody>
                    <a:bodyPr/>
                    <a:lstStyle/>
                    <a:p>
                      <a:pPr algn="ctr" fontAlgn="ctr"/>
                      <a:r>
                        <a:rPr lang="en-US" altLang="zh-CN" sz="2400" b="0" u="none" strike="noStrike" dirty="0">
                          <a:solidFill>
                            <a:srgbClr val="000000"/>
                          </a:solidFill>
                          <a:effectLst/>
                        </a:rPr>
                        <a:t>1</a:t>
                      </a:r>
                      <a:endParaRPr lang="en-US" altLang="zh-CN" sz="24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6350" marR="6350" marT="6350" marB="0" anchor="ctr"/>
                </a:tc>
                <a:tc>
                  <a:txBody>
                    <a:bodyPr/>
                    <a:lstStyle/>
                    <a:p>
                      <a:pPr algn="ctr" fontAlgn="ctr"/>
                      <a:r>
                        <a:rPr lang="en-US" altLang="zh-CN" sz="2400" b="0" u="none" strike="noStrike">
                          <a:solidFill>
                            <a:srgbClr val="000000"/>
                          </a:solidFill>
                          <a:effectLst/>
                        </a:rPr>
                        <a:t>1</a:t>
                      </a:r>
                      <a:endParaRPr lang="en-US" altLang="zh-CN" sz="24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6350" marR="6350" marT="6350" marB="0" anchor="ctr"/>
                </a:tc>
                <a:tc>
                  <a:txBody>
                    <a:bodyPr/>
                    <a:lstStyle/>
                    <a:p>
                      <a:pPr algn="ctr" fontAlgn="ctr"/>
                      <a:r>
                        <a:rPr lang="en-US" altLang="zh-CN" sz="2400" b="0" u="none" strike="noStrike">
                          <a:solidFill>
                            <a:srgbClr val="000000"/>
                          </a:solidFill>
                          <a:effectLst/>
                        </a:rPr>
                        <a:t>0</a:t>
                      </a:r>
                      <a:endParaRPr lang="en-US" altLang="zh-CN" sz="24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6350" marR="6350" marT="6350" marB="0" anchor="ctr">
                    <a:solidFill>
                      <a:srgbClr val="CECEEF"/>
                    </a:solidFill>
                  </a:tcPr>
                </a:tc>
                <a:tc>
                  <a:txBody>
                    <a:bodyPr/>
                    <a:lstStyle/>
                    <a:p>
                      <a:pPr algn="ctr" fontAlgn="ctr"/>
                      <a:r>
                        <a:rPr lang="en-US" altLang="zh-CN" sz="2400" b="0" u="none" strike="noStrike" dirty="0">
                          <a:solidFill>
                            <a:srgbClr val="000000"/>
                          </a:solidFill>
                          <a:effectLst/>
                        </a:rPr>
                        <a:t>1</a:t>
                      </a:r>
                      <a:endParaRPr lang="en-US" altLang="zh-CN" sz="24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6350" marR="6350" marT="6350" marB="0" anchor="ctr">
                    <a:solidFill>
                      <a:srgbClr val="CECEEF"/>
                    </a:solidFill>
                  </a:tcPr>
                </a:tc>
                <a:tc>
                  <a:txBody>
                    <a:bodyPr/>
                    <a:lstStyle/>
                    <a:p>
                      <a:pPr algn="ctr" fontAlgn="ctr"/>
                      <a:r>
                        <a:rPr lang="en-US" altLang="zh-CN" sz="2400" b="0" u="none" strike="noStrike">
                          <a:solidFill>
                            <a:srgbClr val="000000"/>
                          </a:solidFill>
                          <a:effectLst/>
                        </a:rPr>
                        <a:t>0</a:t>
                      </a:r>
                      <a:endParaRPr lang="en-US" altLang="zh-CN" sz="24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6350" marR="6350" marT="6350" marB="0" anchor="ctr">
                    <a:solidFill>
                      <a:srgbClr val="CECEEF"/>
                    </a:solidFill>
                  </a:tcPr>
                </a:tc>
                <a:extLst>
                  <a:ext uri="{0D108BD9-81ED-4DB2-BD59-A6C34878D82A}">
                    <a16:rowId xmlns:a16="http://schemas.microsoft.com/office/drawing/2014/main" val="10003"/>
                  </a:ext>
                </a:extLst>
              </a:tr>
              <a:tr h="293727">
                <a:tc>
                  <a:txBody>
                    <a:bodyPr/>
                    <a:lstStyle/>
                    <a:p>
                      <a:pPr algn="ctr" fontAlgn="ctr"/>
                      <a:r>
                        <a:rPr lang="en-US" altLang="zh-CN" sz="2400" b="0" u="none" strike="noStrike">
                          <a:solidFill>
                            <a:srgbClr val="000000"/>
                          </a:solidFill>
                          <a:effectLst/>
                        </a:rPr>
                        <a:t>0</a:t>
                      </a:r>
                      <a:endParaRPr lang="en-US" altLang="zh-CN" sz="24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6350" marR="6350" marT="6350" marB="0" anchor="ctr"/>
                </a:tc>
                <a:tc>
                  <a:txBody>
                    <a:bodyPr/>
                    <a:lstStyle/>
                    <a:p>
                      <a:pPr algn="ctr" fontAlgn="ctr"/>
                      <a:r>
                        <a:rPr lang="en-US" altLang="zh-CN" sz="2400" b="0" u="none" strike="noStrike">
                          <a:solidFill>
                            <a:srgbClr val="000000"/>
                          </a:solidFill>
                          <a:effectLst/>
                        </a:rPr>
                        <a:t>1</a:t>
                      </a:r>
                      <a:endParaRPr lang="en-US" altLang="zh-CN" sz="24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6350" marR="6350" marT="6350" marB="0" anchor="ctr"/>
                </a:tc>
                <a:tc>
                  <a:txBody>
                    <a:bodyPr/>
                    <a:lstStyle/>
                    <a:p>
                      <a:pPr algn="ctr" fontAlgn="ctr"/>
                      <a:r>
                        <a:rPr lang="en-US" altLang="zh-CN" sz="2400" b="0" u="none" strike="noStrike">
                          <a:solidFill>
                            <a:srgbClr val="000000"/>
                          </a:solidFill>
                          <a:effectLst/>
                        </a:rPr>
                        <a:t>0</a:t>
                      </a:r>
                      <a:endParaRPr lang="en-US" altLang="zh-CN" sz="24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6350" marR="6350" marT="6350" marB="0" anchor="ctr"/>
                </a:tc>
                <a:tc>
                  <a:txBody>
                    <a:bodyPr/>
                    <a:lstStyle/>
                    <a:p>
                      <a:pPr algn="ctr" fontAlgn="ctr"/>
                      <a:r>
                        <a:rPr lang="en-US" altLang="zh-CN" sz="2400" b="0" u="none" strike="noStrike">
                          <a:solidFill>
                            <a:srgbClr val="000000"/>
                          </a:solidFill>
                          <a:effectLst/>
                        </a:rPr>
                        <a:t>1</a:t>
                      </a:r>
                      <a:endParaRPr lang="en-US" altLang="zh-CN" sz="24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6350" marR="6350" marT="6350" marB="0" anchor="ctr">
                    <a:solidFill>
                      <a:srgbClr val="CECEEF"/>
                    </a:solidFill>
                  </a:tcPr>
                </a:tc>
                <a:tc>
                  <a:txBody>
                    <a:bodyPr/>
                    <a:lstStyle/>
                    <a:p>
                      <a:pPr algn="ctr" fontAlgn="ctr"/>
                      <a:r>
                        <a:rPr lang="en-US" altLang="zh-CN" sz="2400" b="0" u="none" strike="noStrike" dirty="0">
                          <a:solidFill>
                            <a:srgbClr val="000000"/>
                          </a:solidFill>
                          <a:effectLst/>
                        </a:rPr>
                        <a:t>1</a:t>
                      </a:r>
                      <a:endParaRPr lang="en-US" altLang="zh-CN" sz="24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6350" marR="6350" marT="6350" marB="0" anchor="ctr">
                    <a:solidFill>
                      <a:srgbClr val="CECEEF"/>
                    </a:solidFill>
                  </a:tcPr>
                </a:tc>
                <a:tc>
                  <a:txBody>
                    <a:bodyPr/>
                    <a:lstStyle/>
                    <a:p>
                      <a:pPr algn="ctr" fontAlgn="ctr"/>
                      <a:r>
                        <a:rPr lang="en-US" altLang="zh-CN" sz="2400" b="0" u="none" strike="noStrike">
                          <a:solidFill>
                            <a:srgbClr val="000000"/>
                          </a:solidFill>
                          <a:effectLst/>
                        </a:rPr>
                        <a:t>0</a:t>
                      </a:r>
                      <a:endParaRPr lang="en-US" altLang="zh-CN" sz="24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6350" marR="6350" marT="6350" marB="0" anchor="ctr">
                    <a:solidFill>
                      <a:srgbClr val="CECEEF"/>
                    </a:solidFill>
                  </a:tcPr>
                </a:tc>
                <a:extLst>
                  <a:ext uri="{0D108BD9-81ED-4DB2-BD59-A6C34878D82A}">
                    <a16:rowId xmlns:a16="http://schemas.microsoft.com/office/drawing/2014/main" val="10004"/>
                  </a:ext>
                </a:extLst>
              </a:tr>
              <a:tr h="293727">
                <a:tc>
                  <a:txBody>
                    <a:bodyPr/>
                    <a:lstStyle/>
                    <a:p>
                      <a:pPr algn="ctr" fontAlgn="ctr"/>
                      <a:r>
                        <a:rPr lang="en-US" altLang="zh-CN" sz="2400" b="0" u="none" strike="noStrike" dirty="0">
                          <a:solidFill>
                            <a:srgbClr val="000000"/>
                          </a:solidFill>
                          <a:effectLst/>
                        </a:rPr>
                        <a:t>1</a:t>
                      </a:r>
                      <a:endParaRPr lang="en-US" altLang="zh-CN" sz="24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6350" marR="6350" marT="6350" marB="0" anchor="ctr"/>
                </a:tc>
                <a:tc>
                  <a:txBody>
                    <a:bodyPr/>
                    <a:lstStyle/>
                    <a:p>
                      <a:pPr algn="ctr" fontAlgn="ctr"/>
                      <a:r>
                        <a:rPr lang="en-US" altLang="zh-CN" sz="2400" b="0" u="none" strike="noStrike">
                          <a:solidFill>
                            <a:srgbClr val="000000"/>
                          </a:solidFill>
                          <a:effectLst/>
                        </a:rPr>
                        <a:t>1</a:t>
                      </a:r>
                      <a:endParaRPr lang="en-US" altLang="zh-CN" sz="24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6350" marR="6350" marT="6350" marB="0" anchor="ctr"/>
                </a:tc>
                <a:tc>
                  <a:txBody>
                    <a:bodyPr/>
                    <a:lstStyle/>
                    <a:p>
                      <a:pPr algn="ctr" fontAlgn="ctr"/>
                      <a:r>
                        <a:rPr lang="en-US" altLang="zh-CN" sz="2400" b="0" u="none" strike="noStrike" dirty="0">
                          <a:solidFill>
                            <a:srgbClr val="000000"/>
                          </a:solidFill>
                          <a:effectLst/>
                        </a:rPr>
                        <a:t>0</a:t>
                      </a:r>
                      <a:endParaRPr lang="en-US" altLang="zh-CN" sz="24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6350" marR="6350" marT="6350" marB="0" anchor="ctr"/>
                </a:tc>
                <a:tc>
                  <a:txBody>
                    <a:bodyPr/>
                    <a:lstStyle/>
                    <a:p>
                      <a:pPr algn="ctr" fontAlgn="ctr"/>
                      <a:r>
                        <a:rPr lang="en-US" altLang="zh-CN" sz="2400" b="0" u="none" strike="noStrike">
                          <a:solidFill>
                            <a:srgbClr val="000000"/>
                          </a:solidFill>
                          <a:effectLst/>
                        </a:rPr>
                        <a:t>1</a:t>
                      </a:r>
                      <a:endParaRPr lang="en-US" altLang="zh-CN" sz="24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6350" marR="6350" marT="6350" marB="0" anchor="ctr">
                    <a:solidFill>
                      <a:srgbClr val="CECEEF"/>
                    </a:solidFill>
                  </a:tcPr>
                </a:tc>
                <a:tc>
                  <a:txBody>
                    <a:bodyPr/>
                    <a:lstStyle/>
                    <a:p>
                      <a:pPr algn="ctr" fontAlgn="ctr"/>
                      <a:r>
                        <a:rPr lang="en-US" altLang="zh-CN" sz="2400" b="0" u="none" strike="noStrike" dirty="0">
                          <a:solidFill>
                            <a:srgbClr val="000000"/>
                          </a:solidFill>
                          <a:effectLst/>
                        </a:rPr>
                        <a:t>1</a:t>
                      </a:r>
                      <a:endParaRPr lang="en-US" altLang="zh-CN" sz="24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6350" marR="6350" marT="6350" marB="0" anchor="ctr">
                    <a:solidFill>
                      <a:srgbClr val="CECEEF"/>
                    </a:solidFill>
                  </a:tcPr>
                </a:tc>
                <a:tc>
                  <a:txBody>
                    <a:bodyPr/>
                    <a:lstStyle/>
                    <a:p>
                      <a:pPr algn="ctr" fontAlgn="ctr"/>
                      <a:r>
                        <a:rPr lang="en-US" altLang="zh-CN" sz="2400" b="0" u="none" strike="noStrike" dirty="0">
                          <a:solidFill>
                            <a:srgbClr val="000000"/>
                          </a:solidFill>
                          <a:effectLst/>
                        </a:rPr>
                        <a:t>1</a:t>
                      </a:r>
                      <a:endParaRPr lang="en-US" altLang="zh-CN" sz="24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6350" marR="6350" marT="6350" marB="0" anchor="ctr">
                    <a:solidFill>
                      <a:srgbClr val="CECEEF"/>
                    </a:solidFill>
                  </a:tcPr>
                </a:tc>
                <a:extLst>
                  <a:ext uri="{0D108BD9-81ED-4DB2-BD59-A6C34878D82A}">
                    <a16:rowId xmlns:a16="http://schemas.microsoft.com/office/drawing/2014/main" val="10005"/>
                  </a:ext>
                </a:extLst>
              </a:tr>
              <a:tr h="293727">
                <a:tc>
                  <a:txBody>
                    <a:bodyPr/>
                    <a:lstStyle/>
                    <a:p>
                      <a:pPr algn="ctr" fontAlgn="ctr"/>
                      <a:r>
                        <a:rPr lang="en-US" altLang="zh-CN" sz="2400" b="0" u="none" strike="noStrike">
                          <a:solidFill>
                            <a:srgbClr val="000000"/>
                          </a:solidFill>
                          <a:effectLst/>
                        </a:rPr>
                        <a:t>1</a:t>
                      </a:r>
                      <a:endParaRPr lang="en-US" altLang="zh-CN" sz="24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6350" marR="6350" marT="6350" marB="0" anchor="ctr"/>
                </a:tc>
                <a:tc>
                  <a:txBody>
                    <a:bodyPr/>
                    <a:lstStyle/>
                    <a:p>
                      <a:pPr algn="ctr" fontAlgn="ctr"/>
                      <a:r>
                        <a:rPr lang="en-US" altLang="zh-CN" sz="2400" b="0" u="none" strike="noStrike">
                          <a:solidFill>
                            <a:srgbClr val="000000"/>
                          </a:solidFill>
                          <a:effectLst/>
                        </a:rPr>
                        <a:t>1</a:t>
                      </a:r>
                      <a:endParaRPr lang="en-US" altLang="zh-CN" sz="24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6350" marR="6350" marT="6350" marB="0" anchor="ctr"/>
                </a:tc>
                <a:tc>
                  <a:txBody>
                    <a:bodyPr/>
                    <a:lstStyle/>
                    <a:p>
                      <a:pPr algn="ctr" fontAlgn="ctr"/>
                      <a:r>
                        <a:rPr lang="en-US" altLang="zh-CN" sz="2400" b="0" u="none" strike="noStrike" dirty="0">
                          <a:solidFill>
                            <a:srgbClr val="000000"/>
                          </a:solidFill>
                          <a:effectLst/>
                        </a:rPr>
                        <a:t>1</a:t>
                      </a:r>
                      <a:endParaRPr lang="en-US" altLang="zh-CN" sz="24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6350" marR="6350" marT="6350" marB="0" anchor="ctr"/>
                </a:tc>
                <a:tc>
                  <a:txBody>
                    <a:bodyPr/>
                    <a:lstStyle/>
                    <a:p>
                      <a:pPr algn="ctr" fontAlgn="ctr"/>
                      <a:r>
                        <a:rPr lang="en-US" altLang="zh-CN" sz="2400" b="0" u="none" strike="noStrike" dirty="0">
                          <a:solidFill>
                            <a:srgbClr val="000000"/>
                          </a:solidFill>
                          <a:effectLst/>
                        </a:rPr>
                        <a:t>1</a:t>
                      </a:r>
                      <a:endParaRPr lang="en-US" altLang="zh-CN" sz="24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6350" marR="6350" marT="6350" marB="0" anchor="ctr">
                    <a:solidFill>
                      <a:srgbClr val="CECEEF"/>
                    </a:solidFill>
                  </a:tcPr>
                </a:tc>
                <a:tc>
                  <a:txBody>
                    <a:bodyPr/>
                    <a:lstStyle/>
                    <a:p>
                      <a:pPr algn="ctr" fontAlgn="ctr"/>
                      <a:r>
                        <a:rPr lang="en-US" altLang="zh-CN" sz="2400" b="0" u="none" strike="noStrike">
                          <a:solidFill>
                            <a:srgbClr val="000000"/>
                          </a:solidFill>
                          <a:effectLst/>
                        </a:rPr>
                        <a:t>0</a:t>
                      </a:r>
                      <a:endParaRPr lang="en-US" altLang="zh-CN" sz="24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6350" marR="6350" marT="6350" marB="0" anchor="ctr">
                    <a:solidFill>
                      <a:srgbClr val="CECEEF"/>
                    </a:solidFill>
                  </a:tcPr>
                </a:tc>
                <a:tc>
                  <a:txBody>
                    <a:bodyPr/>
                    <a:lstStyle/>
                    <a:p>
                      <a:pPr algn="ctr" fontAlgn="ctr"/>
                      <a:r>
                        <a:rPr lang="en-US" altLang="zh-CN" sz="2400" b="0" u="none" strike="noStrike" dirty="0">
                          <a:solidFill>
                            <a:srgbClr val="000000"/>
                          </a:solidFill>
                          <a:effectLst/>
                        </a:rPr>
                        <a:t>1</a:t>
                      </a:r>
                      <a:endParaRPr lang="en-US" altLang="zh-CN" sz="24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6350" marR="6350" marT="6350" marB="0" anchor="ctr">
                    <a:solidFill>
                      <a:srgbClr val="CECEEF"/>
                    </a:solidFill>
                  </a:tcPr>
                </a:tc>
                <a:extLst>
                  <a:ext uri="{0D108BD9-81ED-4DB2-BD59-A6C34878D82A}">
                    <a16:rowId xmlns:a16="http://schemas.microsoft.com/office/drawing/2014/main" val="10006"/>
                  </a:ext>
                </a:extLst>
              </a:tr>
              <a:tr h="293727">
                <a:tc>
                  <a:txBody>
                    <a:bodyPr/>
                    <a:lstStyle/>
                    <a:p>
                      <a:pPr algn="ctr" fontAlgn="ctr"/>
                      <a:r>
                        <a:rPr lang="en-US" altLang="zh-CN" sz="2400" b="0" u="none" strike="noStrike">
                          <a:solidFill>
                            <a:srgbClr val="000000"/>
                          </a:solidFill>
                          <a:effectLst/>
                        </a:rPr>
                        <a:t>1</a:t>
                      </a:r>
                      <a:endParaRPr lang="en-US" altLang="zh-CN" sz="24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6350" marR="6350" marT="6350" marB="0" anchor="ctr"/>
                </a:tc>
                <a:tc>
                  <a:txBody>
                    <a:bodyPr/>
                    <a:lstStyle/>
                    <a:p>
                      <a:pPr algn="ctr" fontAlgn="ctr"/>
                      <a:r>
                        <a:rPr lang="en-US" altLang="zh-CN" sz="2400" b="0" u="none" strike="noStrike">
                          <a:solidFill>
                            <a:srgbClr val="000000"/>
                          </a:solidFill>
                          <a:effectLst/>
                        </a:rPr>
                        <a:t>0</a:t>
                      </a:r>
                      <a:endParaRPr lang="en-US" altLang="zh-CN" sz="24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6350" marR="6350" marT="6350" marB="0" anchor="ctr"/>
                </a:tc>
                <a:tc>
                  <a:txBody>
                    <a:bodyPr/>
                    <a:lstStyle/>
                    <a:p>
                      <a:pPr algn="ctr" fontAlgn="ctr"/>
                      <a:r>
                        <a:rPr lang="en-US" altLang="zh-CN" sz="2400" b="0" u="none" strike="noStrike">
                          <a:solidFill>
                            <a:srgbClr val="000000"/>
                          </a:solidFill>
                          <a:effectLst/>
                        </a:rPr>
                        <a:t>1</a:t>
                      </a:r>
                      <a:endParaRPr lang="en-US" altLang="zh-CN" sz="24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6350" marR="6350" marT="6350" marB="0" anchor="ctr"/>
                </a:tc>
                <a:tc>
                  <a:txBody>
                    <a:bodyPr/>
                    <a:lstStyle/>
                    <a:p>
                      <a:pPr algn="ctr" fontAlgn="ctr"/>
                      <a:r>
                        <a:rPr lang="en-US" altLang="zh-CN" sz="2400" b="0" u="none" strike="noStrike">
                          <a:solidFill>
                            <a:srgbClr val="000000"/>
                          </a:solidFill>
                          <a:effectLst/>
                        </a:rPr>
                        <a:t>1</a:t>
                      </a:r>
                      <a:endParaRPr lang="en-US" altLang="zh-CN" sz="24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6350" marR="6350" marT="6350" marB="0" anchor="ctr">
                    <a:solidFill>
                      <a:srgbClr val="CECEEF"/>
                    </a:solidFill>
                  </a:tcPr>
                </a:tc>
                <a:tc>
                  <a:txBody>
                    <a:bodyPr/>
                    <a:lstStyle/>
                    <a:p>
                      <a:pPr algn="ctr" fontAlgn="ctr"/>
                      <a:r>
                        <a:rPr lang="en-US" altLang="zh-CN" sz="2400" b="0" u="none" strike="noStrike">
                          <a:solidFill>
                            <a:srgbClr val="000000"/>
                          </a:solidFill>
                          <a:effectLst/>
                        </a:rPr>
                        <a:t>0</a:t>
                      </a:r>
                      <a:endParaRPr lang="en-US" altLang="zh-CN" sz="24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6350" marR="6350" marT="6350" marB="0" anchor="ctr">
                    <a:solidFill>
                      <a:srgbClr val="CECEEF"/>
                    </a:solidFill>
                  </a:tcPr>
                </a:tc>
                <a:tc>
                  <a:txBody>
                    <a:bodyPr/>
                    <a:lstStyle/>
                    <a:p>
                      <a:pPr algn="ctr" fontAlgn="ctr"/>
                      <a:r>
                        <a:rPr lang="en-US" altLang="zh-CN" sz="2400" b="0" u="none" strike="noStrike" dirty="0">
                          <a:solidFill>
                            <a:srgbClr val="000000"/>
                          </a:solidFill>
                          <a:effectLst/>
                        </a:rPr>
                        <a:t>0</a:t>
                      </a:r>
                      <a:endParaRPr lang="en-US" altLang="zh-CN" sz="24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6350" marR="6350" marT="6350" marB="0" anchor="ctr">
                    <a:solidFill>
                      <a:srgbClr val="CECEEF"/>
                    </a:solidFill>
                  </a:tcPr>
                </a:tc>
                <a:extLst>
                  <a:ext uri="{0D108BD9-81ED-4DB2-BD59-A6C34878D82A}">
                    <a16:rowId xmlns:a16="http://schemas.microsoft.com/office/drawing/2014/main" val="10007"/>
                  </a:ext>
                </a:extLst>
              </a:tr>
              <a:tr h="293727">
                <a:tc>
                  <a:txBody>
                    <a:bodyPr/>
                    <a:lstStyle/>
                    <a:p>
                      <a:pPr algn="ctr" fontAlgn="ctr"/>
                      <a:r>
                        <a:rPr lang="en-US" altLang="zh-CN" sz="2400" b="0" u="none" strike="noStrike" dirty="0">
                          <a:solidFill>
                            <a:srgbClr val="000000"/>
                          </a:solidFill>
                          <a:effectLst/>
                        </a:rPr>
                        <a:t>1</a:t>
                      </a:r>
                      <a:endParaRPr lang="en-US" altLang="zh-CN" sz="24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6350" marR="6350" marT="6350" marB="0" anchor="ctr"/>
                </a:tc>
                <a:tc>
                  <a:txBody>
                    <a:bodyPr/>
                    <a:lstStyle/>
                    <a:p>
                      <a:pPr algn="ctr" fontAlgn="ctr"/>
                      <a:r>
                        <a:rPr lang="en-US" altLang="zh-CN" sz="2400" b="0" u="none" strike="noStrike" dirty="0">
                          <a:solidFill>
                            <a:srgbClr val="000000"/>
                          </a:solidFill>
                          <a:effectLst/>
                        </a:rPr>
                        <a:t>0</a:t>
                      </a:r>
                      <a:endParaRPr lang="en-US" altLang="zh-CN" sz="24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6350" marR="6350" marT="6350" marB="0" anchor="ctr"/>
                </a:tc>
                <a:tc>
                  <a:txBody>
                    <a:bodyPr/>
                    <a:lstStyle/>
                    <a:p>
                      <a:pPr algn="ctr" fontAlgn="ctr"/>
                      <a:r>
                        <a:rPr lang="en-US" altLang="zh-CN" sz="2400" b="0" u="none" strike="noStrike" dirty="0">
                          <a:solidFill>
                            <a:srgbClr val="000000"/>
                          </a:solidFill>
                          <a:effectLst/>
                        </a:rPr>
                        <a:t>0</a:t>
                      </a:r>
                      <a:endParaRPr lang="en-US" altLang="zh-CN" sz="24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6350" marR="6350" marT="6350" marB="0" anchor="ctr"/>
                </a:tc>
                <a:tc>
                  <a:txBody>
                    <a:bodyPr/>
                    <a:lstStyle/>
                    <a:p>
                      <a:pPr algn="ctr" fontAlgn="ctr"/>
                      <a:r>
                        <a:rPr lang="en-US" altLang="zh-CN" sz="2400" b="0" u="none" strike="noStrike" dirty="0">
                          <a:solidFill>
                            <a:srgbClr val="000000"/>
                          </a:solidFill>
                          <a:effectLst/>
                        </a:rPr>
                        <a:t>0</a:t>
                      </a:r>
                      <a:endParaRPr lang="en-US" altLang="zh-CN" sz="24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6350" marR="6350" marT="6350" marB="0" anchor="ctr">
                    <a:solidFill>
                      <a:srgbClr val="CECEEF"/>
                    </a:solidFill>
                  </a:tcPr>
                </a:tc>
                <a:tc>
                  <a:txBody>
                    <a:bodyPr/>
                    <a:lstStyle/>
                    <a:p>
                      <a:pPr algn="ctr" fontAlgn="ctr"/>
                      <a:r>
                        <a:rPr lang="en-US" altLang="zh-CN" sz="2400" b="0" u="none" strike="noStrike" dirty="0">
                          <a:solidFill>
                            <a:srgbClr val="000000"/>
                          </a:solidFill>
                          <a:effectLst/>
                        </a:rPr>
                        <a:t>0</a:t>
                      </a:r>
                      <a:endParaRPr lang="en-US" altLang="zh-CN" sz="24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6350" marR="6350" marT="6350" marB="0" anchor="ctr">
                    <a:solidFill>
                      <a:srgbClr val="CECEEF"/>
                    </a:solidFill>
                  </a:tcPr>
                </a:tc>
                <a:tc>
                  <a:txBody>
                    <a:bodyPr/>
                    <a:lstStyle/>
                    <a:p>
                      <a:pPr algn="ctr" fontAlgn="ctr"/>
                      <a:r>
                        <a:rPr lang="en-US" altLang="zh-CN" sz="2400" b="0" u="none" strike="noStrike" dirty="0">
                          <a:solidFill>
                            <a:srgbClr val="000000"/>
                          </a:solidFill>
                          <a:effectLst/>
                        </a:rPr>
                        <a:t>0</a:t>
                      </a:r>
                      <a:endParaRPr lang="en-US" altLang="zh-CN" sz="24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6350" marR="6350" marT="6350" marB="0" anchor="ctr">
                    <a:solidFill>
                      <a:srgbClr val="CECEEF"/>
                    </a:solidFill>
                  </a:tcPr>
                </a:tc>
                <a:extLst>
                  <a:ext uri="{0D108BD9-81ED-4DB2-BD59-A6C34878D82A}">
                    <a16:rowId xmlns:a16="http://schemas.microsoft.com/office/drawing/2014/main" val="10008"/>
                  </a:ext>
                </a:extLst>
              </a:tr>
            </a:tbl>
          </a:graphicData>
        </a:graphic>
      </p:graphicFrame>
      <p:sp>
        <p:nvSpPr>
          <p:cNvPr id="10" name="Rectangle 3">
            <a:extLst>
              <a:ext uri="{FF2B5EF4-FFF2-40B4-BE49-F238E27FC236}">
                <a16:creationId xmlns:a16="http://schemas.microsoft.com/office/drawing/2014/main" id="{C7A13017-801E-CD49-8359-5BCC685247A5}"/>
              </a:ext>
            </a:extLst>
          </p:cNvPr>
          <p:cNvSpPr txBox="1">
            <a:spLocks noChangeArrowheads="1"/>
          </p:cNvSpPr>
          <p:nvPr/>
        </p:nvSpPr>
        <p:spPr bwMode="gray">
          <a:xfrm>
            <a:off x="444049" y="1403544"/>
            <a:ext cx="8229600" cy="130017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1" fontAlgn="base" hangingPunct="0">
              <a:lnSpc>
                <a:spcPct val="120000"/>
              </a:lnSpc>
              <a:spcBef>
                <a:spcPct val="20000"/>
              </a:spcBef>
              <a:spcAft>
                <a:spcPct val="0"/>
              </a:spcAft>
              <a:buClr>
                <a:schemeClr val="hlink"/>
              </a:buClr>
              <a:buFont typeface="Wingdings" pitchFamily="2" charset="2"/>
              <a:buChar char="v"/>
              <a:defRPr sz="3600" baseline="0">
                <a:solidFill>
                  <a:srgbClr val="080808"/>
                </a:solidFill>
                <a:latin typeface="+mn-lt"/>
                <a:ea typeface="黑体" pitchFamily="49" charset="-122"/>
                <a:cs typeface="+mn-cs"/>
              </a:defRPr>
            </a:lvl1pPr>
            <a:lvl2pPr marL="742950" indent="-285750" algn="l" rtl="0" eaLnBrk="1" fontAlgn="base" hangingPunct="0">
              <a:lnSpc>
                <a:spcPct val="120000"/>
              </a:lnSpc>
              <a:spcBef>
                <a:spcPct val="20000"/>
              </a:spcBef>
              <a:spcAft>
                <a:spcPct val="0"/>
              </a:spcAft>
              <a:buClr>
                <a:schemeClr val="accent1"/>
              </a:buClr>
              <a:buFont typeface="Wingdings" pitchFamily="2" charset="2"/>
              <a:buChar char="§"/>
              <a:defRPr sz="3600" baseline="0">
                <a:solidFill>
                  <a:srgbClr val="080808"/>
                </a:solidFill>
                <a:latin typeface="+mn-lt"/>
                <a:ea typeface="黑体" pitchFamily="49" charset="-122"/>
              </a:defRPr>
            </a:lvl2pPr>
            <a:lvl3pPr marL="1143000" indent="-228600" algn="l" rtl="0" eaLnBrk="1" fontAlgn="base" hangingPunct="0">
              <a:lnSpc>
                <a:spcPct val="120000"/>
              </a:lnSpc>
              <a:spcBef>
                <a:spcPct val="20000"/>
              </a:spcBef>
              <a:spcAft>
                <a:spcPct val="0"/>
              </a:spcAft>
              <a:buClr>
                <a:schemeClr val="tx1"/>
              </a:buClr>
              <a:buChar char="•"/>
              <a:defRPr sz="3200" baseline="0">
                <a:solidFill>
                  <a:srgbClr val="080808"/>
                </a:solidFill>
                <a:latin typeface="+mn-lt"/>
                <a:ea typeface="黑体" pitchFamily="49" charset="-122"/>
              </a:defRPr>
            </a:lvl3pPr>
            <a:lvl4pPr marL="1600200" indent="-228600" algn="l" rtl="0" eaLnBrk="1" fontAlgn="base" hangingPunct="0">
              <a:lnSpc>
                <a:spcPct val="120000"/>
              </a:lnSpc>
              <a:spcBef>
                <a:spcPct val="20000"/>
              </a:spcBef>
              <a:spcAft>
                <a:spcPct val="0"/>
              </a:spcAft>
              <a:buChar char="–"/>
              <a:defRPr sz="2800" baseline="0">
                <a:solidFill>
                  <a:srgbClr val="080808"/>
                </a:solidFill>
                <a:latin typeface="+mn-lt"/>
                <a:ea typeface="黑体" pitchFamily="49" charset="-122"/>
              </a:defRPr>
            </a:lvl4pPr>
            <a:lvl5pPr marL="2057400" indent="-228600" algn="l" rtl="0" eaLnBrk="1" fontAlgn="base" hangingPunct="0">
              <a:lnSpc>
                <a:spcPct val="120000"/>
              </a:lnSpc>
              <a:spcBef>
                <a:spcPct val="20000"/>
              </a:spcBef>
              <a:spcAft>
                <a:spcPct val="0"/>
              </a:spcAft>
              <a:buChar char="»"/>
              <a:defRPr sz="2800" baseline="0">
                <a:solidFill>
                  <a:srgbClr val="080808"/>
                </a:solidFill>
                <a:latin typeface="+mn-lt"/>
                <a:ea typeface="黑体" pitchFamily="49" charset="-122"/>
              </a:defRPr>
            </a:lvl5pPr>
            <a:lvl6pPr marL="2514600" indent="-228600" algn="l" rtl="0" fontAlgn="base">
              <a:lnSpc>
                <a:spcPct val="120000"/>
              </a:lnSpc>
              <a:spcBef>
                <a:spcPct val="20000"/>
              </a:spcBef>
              <a:spcAft>
                <a:spcPct val="0"/>
              </a:spcAft>
              <a:buChar char="»"/>
              <a:defRPr sz="2800">
                <a:solidFill>
                  <a:srgbClr val="080808"/>
                </a:solidFill>
                <a:latin typeface="+mn-lt"/>
                <a:ea typeface="+mn-ea"/>
              </a:defRPr>
            </a:lvl6pPr>
            <a:lvl7pPr marL="2971800" indent="-228600" algn="l" rtl="0" fontAlgn="base">
              <a:lnSpc>
                <a:spcPct val="120000"/>
              </a:lnSpc>
              <a:spcBef>
                <a:spcPct val="20000"/>
              </a:spcBef>
              <a:spcAft>
                <a:spcPct val="0"/>
              </a:spcAft>
              <a:buChar char="»"/>
              <a:defRPr sz="2800">
                <a:solidFill>
                  <a:srgbClr val="080808"/>
                </a:solidFill>
                <a:latin typeface="+mn-lt"/>
                <a:ea typeface="+mn-ea"/>
              </a:defRPr>
            </a:lvl7pPr>
            <a:lvl8pPr marL="3429000" indent="-228600" algn="l" rtl="0" fontAlgn="base">
              <a:lnSpc>
                <a:spcPct val="120000"/>
              </a:lnSpc>
              <a:spcBef>
                <a:spcPct val="20000"/>
              </a:spcBef>
              <a:spcAft>
                <a:spcPct val="0"/>
              </a:spcAft>
              <a:buChar char="»"/>
              <a:defRPr sz="2800">
                <a:solidFill>
                  <a:srgbClr val="080808"/>
                </a:solidFill>
                <a:latin typeface="+mn-lt"/>
                <a:ea typeface="+mn-ea"/>
              </a:defRPr>
            </a:lvl8pPr>
            <a:lvl9pPr marL="3886200" indent="-228600" algn="l" rtl="0" fontAlgn="base">
              <a:lnSpc>
                <a:spcPct val="120000"/>
              </a:lnSpc>
              <a:spcBef>
                <a:spcPct val="20000"/>
              </a:spcBef>
              <a:spcAft>
                <a:spcPct val="0"/>
              </a:spcAft>
              <a:buChar char="»"/>
              <a:defRPr sz="2800">
                <a:solidFill>
                  <a:srgbClr val="080808"/>
                </a:solidFill>
                <a:latin typeface="+mn-lt"/>
                <a:ea typeface="+mn-ea"/>
              </a:defRPr>
            </a:lvl9pPr>
          </a:lstStyle>
          <a:p>
            <a:pPr hangingPunct="1">
              <a:buClr>
                <a:srgbClr val="000000"/>
              </a:buClr>
              <a:buFont typeface="Arial" panose="020B0604020202020204" pitchFamily="34" charset="0"/>
              <a:buChar char="•"/>
            </a:pPr>
            <a:r>
              <a:rPr lang="en-US" altLang="zh-CN" sz="3200" kern="0" dirty="0">
                <a:latin typeface="Arial" panose="020B0604020202020204" pitchFamily="34" charset="0"/>
                <a:cs typeface="Arial" panose="020B0604020202020204" pitchFamily="34" charset="0"/>
              </a:rPr>
              <a:t> </a:t>
            </a:r>
            <a:r>
              <a:rPr lang="zh-CN" altLang="en-US" sz="3200" b="1" kern="0" dirty="0">
                <a:latin typeface="Arial" panose="020B0604020202020204" pitchFamily="34" charset="0"/>
                <a:cs typeface="Arial" panose="020B0604020202020204" pitchFamily="34" charset="0"/>
              </a:rPr>
              <a:t>真值表重排顺序后</a:t>
            </a:r>
          </a:p>
          <a:p>
            <a:pPr lvl="1" hangingPunct="1">
              <a:buClr>
                <a:srgbClr val="000000"/>
              </a:buClr>
              <a:buFont typeface="System Font Regular"/>
              <a:buChar char="-"/>
            </a:pPr>
            <a:r>
              <a:rPr lang="zh-CN" altLang="en-US" sz="2800" b="1" dirty="0">
                <a:latin typeface="Arial" panose="020B0604020202020204" pitchFamily="34" charset="0"/>
                <a:ea typeface="SimHei" panose="02010609060101010101" pitchFamily="49" charset="-122"/>
                <a:cs typeface="Arial" panose="020B0604020202020204" pitchFamily="34" charset="0"/>
              </a:rPr>
              <a:t>格雷码递增编码器</a:t>
            </a:r>
          </a:p>
        </p:txBody>
      </p:sp>
      <p:graphicFrame>
        <p:nvGraphicFramePr>
          <p:cNvPr id="8" name="图示 7">
            <a:extLst>
              <a:ext uri="{FF2B5EF4-FFF2-40B4-BE49-F238E27FC236}">
                <a16:creationId xmlns:a16="http://schemas.microsoft.com/office/drawing/2014/main" id="{0431722F-652A-AB46-B832-59C0625D6DB3}"/>
              </a:ext>
            </a:extLst>
          </p:cNvPr>
          <p:cNvGraphicFramePr/>
          <p:nvPr>
            <p:extLst>
              <p:ext uri="{D42A27DB-BD31-4B8C-83A1-F6EECF244321}">
                <p14:modId xmlns:p14="http://schemas.microsoft.com/office/powerpoint/2010/main" val="1729495436"/>
              </p:ext>
            </p:extLst>
          </p:nvPr>
        </p:nvGraphicFramePr>
        <p:xfrm>
          <a:off x="3552564" y="2281324"/>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89574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757808" y="296131"/>
            <a:ext cx="7702624" cy="936625"/>
          </a:xfrm>
        </p:spPr>
        <p:txBody>
          <a:bodyPr/>
          <a:lstStyle/>
          <a:p>
            <a:pPr eaLnBrk="1" hangingPunct="1"/>
            <a:r>
              <a:rPr lang="zh-CN" altLang="en-US" b="1" dirty="0"/>
              <a:t>组合逻辑电路的设计</a:t>
            </a:r>
            <a:r>
              <a:rPr lang="en-US" altLang="zh-CN" b="1" dirty="0"/>
              <a:t>/</a:t>
            </a:r>
            <a:r>
              <a:rPr lang="zh-CN" altLang="en-US" b="1" dirty="0"/>
              <a:t>综合过程</a:t>
            </a:r>
            <a:endParaRPr lang="en-US" altLang="zh-CN" b="1" dirty="0"/>
          </a:p>
        </p:txBody>
      </p:sp>
      <p:sp>
        <p:nvSpPr>
          <p:cNvPr id="62467" name="Rectangle 3"/>
          <p:cNvSpPr>
            <a:spLocks noGrp="1" noChangeArrowheads="1"/>
          </p:cNvSpPr>
          <p:nvPr>
            <p:ph idx="1"/>
          </p:nvPr>
        </p:nvSpPr>
        <p:spPr>
          <a:xfrm>
            <a:off x="457200" y="2524472"/>
            <a:ext cx="8077200" cy="3892860"/>
          </a:xfrm>
        </p:spPr>
        <p:txBody>
          <a:bodyPr/>
          <a:lstStyle/>
          <a:p>
            <a:pPr eaLnBrk="1" hangingPunct="1"/>
            <a:r>
              <a:rPr lang="zh-CN" altLang="en-US" sz="2800" dirty="0">
                <a:solidFill>
                  <a:schemeClr val="tx1"/>
                </a:solidFill>
              </a:rPr>
              <a:t>逻辑抽象（算法）</a:t>
            </a:r>
            <a:endParaRPr lang="en-US" altLang="zh-CN" sz="2800" dirty="0">
              <a:solidFill>
                <a:schemeClr val="tx1"/>
              </a:solidFill>
            </a:endParaRPr>
          </a:p>
          <a:p>
            <a:pPr eaLnBrk="1" hangingPunct="1"/>
            <a:r>
              <a:rPr lang="zh-CN" altLang="en-US" sz="2800" dirty="0"/>
              <a:t>真值表 </a:t>
            </a:r>
            <a:r>
              <a:rPr lang="en-US" altLang="zh-CN" sz="2800" dirty="0"/>
              <a:t>-&gt; </a:t>
            </a:r>
            <a:r>
              <a:rPr lang="zh-CN" altLang="en-US" sz="2800" dirty="0"/>
              <a:t>化简的逻辑</a:t>
            </a:r>
            <a:endParaRPr lang="en-US" altLang="zh-CN" sz="2800" dirty="0"/>
          </a:p>
          <a:p>
            <a:pPr hangingPunct="1"/>
            <a:r>
              <a:rPr lang="zh-CN" altLang="en-US" sz="2800" dirty="0"/>
              <a:t>基础器件</a:t>
            </a:r>
            <a:r>
              <a:rPr lang="en-US" altLang="zh-CN" sz="2800" dirty="0"/>
              <a:t> -&gt; </a:t>
            </a:r>
            <a:r>
              <a:rPr lang="zh-CN" altLang="en-US" sz="2800" dirty="0"/>
              <a:t>逻辑电路结构</a:t>
            </a:r>
            <a:endParaRPr lang="en-US" altLang="zh-CN" sz="2800" dirty="0"/>
          </a:p>
        </p:txBody>
      </p:sp>
      <p:sp>
        <p:nvSpPr>
          <p:cNvPr id="5" name="TextBox 4"/>
          <p:cNvSpPr txBox="1"/>
          <p:nvPr/>
        </p:nvSpPr>
        <p:spPr>
          <a:xfrm>
            <a:off x="1498600" y="1358769"/>
            <a:ext cx="61214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eaLnBrk="1" hangingPunct="1">
              <a:defRPr sz="3200" b="1">
                <a:solidFill>
                  <a:srgbClr val="FF3300"/>
                </a:solidFill>
                <a:latin typeface="黑体" pitchFamily="49" charset="-122"/>
                <a:ea typeface="黑体" pitchFamily="49"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ctr"/>
            <a:r>
              <a:rPr lang="zh-CN" altLang="en-US" dirty="0">
                <a:solidFill>
                  <a:srgbClr val="3333FF"/>
                </a:solidFill>
              </a:rPr>
              <a:t>高层次到低层次</a:t>
            </a:r>
            <a:endParaRPr lang="en-US" altLang="zh-CN" dirty="0">
              <a:solidFill>
                <a:srgbClr val="3333FF"/>
              </a:solidFill>
            </a:endParaRPr>
          </a:p>
          <a:p>
            <a:pPr algn="ctr"/>
            <a:r>
              <a:rPr lang="zh-CN" altLang="en-US" sz="2400" dirty="0">
                <a:solidFill>
                  <a:srgbClr val="3333FF"/>
                </a:solidFill>
              </a:rPr>
              <a:t>抽象计算（算法）→电路结构→基础器件</a:t>
            </a:r>
          </a:p>
        </p:txBody>
      </p:sp>
      <p:sp>
        <p:nvSpPr>
          <p:cNvPr id="6" name="灯片编号占位符 6">
            <a:extLst>
              <a:ext uri="{FF2B5EF4-FFF2-40B4-BE49-F238E27FC236}">
                <a16:creationId xmlns:a16="http://schemas.microsoft.com/office/drawing/2014/main" id="{830C8A16-E984-534E-A016-4F2913800E69}"/>
              </a:ext>
            </a:extLst>
          </p:cNvPr>
          <p:cNvSpPr txBox="1">
            <a:spLocks/>
          </p:cNvSpPr>
          <p:nvPr/>
        </p:nvSpPr>
        <p:spPr bwMode="auto">
          <a:xfrm>
            <a:off x="6553200" y="6265860"/>
            <a:ext cx="213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4600" b="1" kern="1200">
                <a:solidFill>
                  <a:srgbClr val="FF3300"/>
                </a:solidFill>
                <a:latin typeface="Garamond" pitchFamily="18" charset="0"/>
                <a:ea typeface="宋体" charset="-122"/>
                <a:cs typeface="+mn-cs"/>
              </a:defRPr>
            </a:lvl1pPr>
            <a:lvl2pPr marL="742950" indent="-28575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2pPr>
            <a:lvl3pPr marL="11430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3pPr>
            <a:lvl4pPr marL="16002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4pPr>
            <a:lvl5pPr marL="20574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5pPr>
            <a:lvl6pPr marL="25146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6pPr>
            <a:lvl7pPr marL="29718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7pPr>
            <a:lvl8pPr marL="34290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8pPr>
            <a:lvl9pPr marL="38862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9pPr>
          </a:lstStyle>
          <a:p>
            <a:pPr eaLnBrk="1" hangingPunct="1"/>
            <a:fld id="{CCE6D788-BCB5-407E-9DED-68D155892338}" type="slidenum">
              <a:rPr lang="en-US" altLang="zh-CN" sz="1400" smtClean="0">
                <a:solidFill>
                  <a:schemeClr val="tx1"/>
                </a:solidFill>
                <a:latin typeface="+mn-lt"/>
              </a:rPr>
              <a:pPr eaLnBrk="1" hangingPunct="1"/>
              <a:t>27</a:t>
            </a:fld>
            <a:endParaRPr lang="en-US" altLang="zh-CN" sz="1400" dirty="0">
              <a:solidFill>
                <a:schemeClr val="tx1"/>
              </a:solidFill>
              <a:latin typeface="+mn-lt"/>
            </a:endParaRPr>
          </a:p>
        </p:txBody>
      </p:sp>
    </p:spTree>
    <p:extLst>
      <p:ext uri="{BB962C8B-B14F-4D97-AF65-F5344CB8AC3E}">
        <p14:creationId xmlns:p14="http://schemas.microsoft.com/office/powerpoint/2010/main" val="699928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246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246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246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pPr eaLnBrk="1" hangingPunct="1"/>
            <a:r>
              <a:rPr lang="zh-CN" altLang="en-US" dirty="0"/>
              <a:t>逻辑抽象</a:t>
            </a:r>
            <a:endParaRPr lang="en-US" altLang="zh-CN" dirty="0"/>
          </a:p>
        </p:txBody>
      </p:sp>
      <p:sp>
        <p:nvSpPr>
          <p:cNvPr id="63491" name="Rectangle 3"/>
          <p:cNvSpPr>
            <a:spLocks noGrp="1" noChangeArrowheads="1"/>
          </p:cNvSpPr>
          <p:nvPr>
            <p:ph idx="1"/>
          </p:nvPr>
        </p:nvSpPr>
        <p:spPr>
          <a:xfrm>
            <a:off x="473021" y="1376908"/>
            <a:ext cx="8229600" cy="5111750"/>
          </a:xfrm>
        </p:spPr>
        <p:txBody>
          <a:bodyPr/>
          <a:lstStyle/>
          <a:p>
            <a:pPr eaLnBrk="1" hangingPunct="1"/>
            <a:r>
              <a:rPr lang="zh-CN" altLang="en-US" sz="2800" dirty="0">
                <a:latin typeface="黑体" panose="02010609060101010101" pitchFamily="49" charset="-122"/>
              </a:rPr>
              <a:t>一个比较器设计</a:t>
            </a:r>
            <a:endParaRPr lang="en-US" altLang="zh-CN" sz="2800" dirty="0">
              <a:latin typeface="黑体" panose="02010609060101010101" pitchFamily="49" charset="-122"/>
            </a:endParaRPr>
          </a:p>
          <a:p>
            <a:pPr lvl="1" hangingPunct="1"/>
            <a:r>
              <a:rPr lang="zh-CN" altLang="en-US" sz="2400" dirty="0">
                <a:latin typeface="黑体" panose="02010609060101010101" pitchFamily="49" charset="-122"/>
              </a:rPr>
              <a:t>功能</a:t>
            </a:r>
            <a:r>
              <a:rPr lang="en-US" altLang="zh-CN" sz="2400" dirty="0">
                <a:latin typeface="黑体" panose="02010609060101010101" pitchFamily="49" charset="-122"/>
              </a:rPr>
              <a:t>:</a:t>
            </a:r>
            <a:r>
              <a:rPr lang="zh-CN" altLang="en-US" sz="2400" dirty="0">
                <a:latin typeface="黑体" panose="02010609060101010101" pitchFamily="49" charset="-122"/>
              </a:rPr>
              <a:t>比较两个</a:t>
            </a:r>
            <a:r>
              <a:rPr lang="en-US" altLang="zh-CN" sz="2400" dirty="0">
                <a:latin typeface="黑体" panose="02010609060101010101" pitchFamily="49" charset="-122"/>
              </a:rPr>
              <a:t>2</a:t>
            </a:r>
            <a:r>
              <a:rPr lang="zh-CN" altLang="en-US" sz="2400" dirty="0">
                <a:latin typeface="黑体" panose="02010609060101010101" pitchFamily="49" charset="-122"/>
              </a:rPr>
              <a:t>比特二进制数的大小</a:t>
            </a:r>
            <a:endParaRPr lang="en-US" altLang="zh-CN" sz="2400" dirty="0">
              <a:latin typeface="黑体" panose="02010609060101010101" pitchFamily="49" charset="-122"/>
            </a:endParaRPr>
          </a:p>
          <a:p>
            <a:pPr lvl="1" hangingPunct="1"/>
            <a:r>
              <a:rPr lang="zh-CN" altLang="en-US" sz="2400" dirty="0">
                <a:latin typeface="黑体" panose="02010609060101010101" pitchFamily="49" charset="-122"/>
              </a:rPr>
              <a:t>输入</a:t>
            </a:r>
            <a:r>
              <a:rPr lang="en-US" altLang="zh-CN" sz="2400" dirty="0">
                <a:latin typeface="黑体" panose="02010609060101010101" pitchFamily="49" charset="-122"/>
              </a:rPr>
              <a:t>: </a:t>
            </a:r>
            <a:r>
              <a:rPr lang="en-US" altLang="zh-CN" sz="2400" dirty="0"/>
              <a:t>A</a:t>
            </a:r>
            <a:r>
              <a:rPr lang="en-US" altLang="zh-CN" sz="2400" baseline="-25000" dirty="0"/>
              <a:t>1</a:t>
            </a:r>
            <a:r>
              <a:rPr lang="en-US" altLang="zh-CN" sz="2400" dirty="0"/>
              <a:t>A</a:t>
            </a:r>
            <a:r>
              <a:rPr lang="en-US" altLang="zh-CN" sz="2400" baseline="-25000" dirty="0"/>
              <a:t>0</a:t>
            </a:r>
            <a:r>
              <a:rPr lang="en-US" altLang="zh-CN" sz="2400" baseline="-25000" dirty="0">
                <a:latin typeface="黑体" panose="02010609060101010101" pitchFamily="49" charset="-122"/>
              </a:rPr>
              <a:t> </a:t>
            </a:r>
            <a:r>
              <a:rPr lang="zh-CN" altLang="en-US" sz="2400" dirty="0">
                <a:latin typeface="黑体" panose="02010609060101010101" pitchFamily="49" charset="-122"/>
              </a:rPr>
              <a:t>和 </a:t>
            </a:r>
            <a:r>
              <a:rPr lang="en-US" altLang="zh-CN" sz="2400" dirty="0"/>
              <a:t>B</a:t>
            </a:r>
            <a:r>
              <a:rPr lang="en-US" altLang="zh-CN" sz="2400" baseline="-25000" dirty="0"/>
              <a:t>1</a:t>
            </a:r>
            <a:r>
              <a:rPr lang="en-US" altLang="zh-CN" sz="2400" dirty="0"/>
              <a:t>B</a:t>
            </a:r>
            <a:r>
              <a:rPr lang="en-US" altLang="zh-CN" sz="2400" baseline="-25000" dirty="0"/>
              <a:t>0</a:t>
            </a:r>
          </a:p>
          <a:p>
            <a:pPr lvl="1" hangingPunct="1"/>
            <a:r>
              <a:rPr lang="zh-CN" altLang="en-US" sz="2400" dirty="0">
                <a:latin typeface="黑体" panose="02010609060101010101" pitchFamily="49" charset="-122"/>
              </a:rPr>
              <a:t>输出</a:t>
            </a:r>
            <a:r>
              <a:rPr lang="en-US" altLang="zh-CN" sz="2400" dirty="0">
                <a:latin typeface="黑体" panose="02010609060101010101" pitchFamily="49" charset="-122"/>
              </a:rPr>
              <a:t>: </a:t>
            </a:r>
            <a:r>
              <a:rPr lang="en-US" altLang="zh-CN" sz="2400" dirty="0"/>
              <a:t>LT(A&lt;B), EQ(A=B), GT(A&gt;B)</a:t>
            </a:r>
          </a:p>
        </p:txBody>
      </p:sp>
      <p:sp>
        <p:nvSpPr>
          <p:cNvPr id="63493" name="Text Box 3"/>
          <p:cNvSpPr txBox="1">
            <a:spLocks noChangeArrowheads="1"/>
          </p:cNvSpPr>
          <p:nvPr/>
        </p:nvSpPr>
        <p:spPr bwMode="auto">
          <a:xfrm>
            <a:off x="2185380" y="4190988"/>
            <a:ext cx="600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mn-lt"/>
                <a:ea typeface="+mn-ea"/>
                <a:cs typeface="Arial" panose="020B0604020202020204" pitchFamily="34" charset="0"/>
              </a:rPr>
              <a:t>A</a:t>
            </a:r>
            <a:endParaRPr kumimoji="1" lang="en-US" altLang="zh-CN" sz="2400" b="0" i="0" u="none" strike="noStrike" kern="1200" cap="none" spc="0" normalizeH="0" baseline="-25000" noProof="0" dirty="0">
              <a:ln>
                <a:noFill/>
              </a:ln>
              <a:solidFill>
                <a:srgbClr val="000000"/>
              </a:solidFill>
              <a:effectLst/>
              <a:uLnTx/>
              <a:uFillTx/>
              <a:latin typeface="+mn-lt"/>
              <a:ea typeface="+mn-ea"/>
              <a:cs typeface="Arial" panose="020B0604020202020204" pitchFamily="34" charset="0"/>
            </a:endParaRPr>
          </a:p>
        </p:txBody>
      </p:sp>
      <p:grpSp>
        <p:nvGrpSpPr>
          <p:cNvPr id="63494" name="Group 4"/>
          <p:cNvGrpSpPr>
            <a:grpSpLocks/>
          </p:cNvGrpSpPr>
          <p:nvPr/>
        </p:nvGrpSpPr>
        <p:grpSpPr bwMode="auto">
          <a:xfrm>
            <a:off x="2591780" y="3975088"/>
            <a:ext cx="3556000" cy="1657350"/>
            <a:chOff x="943" y="1434"/>
            <a:chExt cx="1542" cy="1044"/>
          </a:xfrm>
        </p:grpSpPr>
        <p:sp>
          <p:nvSpPr>
            <p:cNvPr id="63500" name="Rectangle 5"/>
            <p:cNvSpPr>
              <a:spLocks noChangeArrowheads="1"/>
            </p:cNvSpPr>
            <p:nvPr/>
          </p:nvSpPr>
          <p:spPr bwMode="auto">
            <a:xfrm>
              <a:off x="1351" y="1434"/>
              <a:ext cx="726" cy="1044"/>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mn-ea"/>
                <a:cs typeface="Arial" panose="020B0604020202020204" pitchFamily="34" charset="0"/>
              </a:endParaRPr>
            </a:p>
          </p:txBody>
        </p:sp>
        <p:sp>
          <p:nvSpPr>
            <p:cNvPr id="63501" name="Text Box 6"/>
            <p:cNvSpPr txBox="1">
              <a:spLocks noChangeArrowheads="1"/>
            </p:cNvSpPr>
            <p:nvPr/>
          </p:nvSpPr>
          <p:spPr bwMode="auto">
            <a:xfrm>
              <a:off x="1341" y="1434"/>
              <a:ext cx="40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mn-lt"/>
                  <a:ea typeface="+mn-ea"/>
                  <a:cs typeface="Arial" panose="020B0604020202020204" pitchFamily="34" charset="0"/>
                </a:rPr>
                <a:t>A</a:t>
              </a:r>
              <a:r>
                <a:rPr kumimoji="1" lang="en-US" altLang="zh-CN" sz="2400" b="0" i="0" u="none" strike="noStrike" kern="1200" cap="none" spc="0" normalizeH="0" baseline="-25000" noProof="0" dirty="0">
                  <a:ln>
                    <a:noFill/>
                  </a:ln>
                  <a:solidFill>
                    <a:srgbClr val="000000"/>
                  </a:solidFill>
                  <a:effectLst/>
                  <a:uLnTx/>
                  <a:uFillTx/>
                  <a:latin typeface="+mn-lt"/>
                  <a:ea typeface="+mn-ea"/>
                  <a:cs typeface="Arial" panose="020B0604020202020204" pitchFamily="34" charset="0"/>
                </a:rPr>
                <a:t>1</a:t>
              </a:r>
            </a:p>
          </p:txBody>
        </p:sp>
        <p:sp>
          <p:nvSpPr>
            <p:cNvPr id="63502" name="Text Box 7"/>
            <p:cNvSpPr txBox="1">
              <a:spLocks noChangeArrowheads="1"/>
            </p:cNvSpPr>
            <p:nvPr/>
          </p:nvSpPr>
          <p:spPr bwMode="auto">
            <a:xfrm>
              <a:off x="1341" y="1691"/>
              <a:ext cx="40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mn-lt"/>
                  <a:ea typeface="+mn-ea"/>
                  <a:cs typeface="Arial" panose="020B0604020202020204" pitchFamily="34" charset="0"/>
                </a:rPr>
                <a:t>A</a:t>
              </a:r>
              <a:r>
                <a:rPr kumimoji="1" lang="en-US" altLang="zh-CN" sz="2400" b="0" i="0" u="none" strike="noStrike" kern="1200" cap="none" spc="0" normalizeH="0" baseline="-25000" noProof="0" dirty="0">
                  <a:ln>
                    <a:noFill/>
                  </a:ln>
                  <a:solidFill>
                    <a:srgbClr val="000000"/>
                  </a:solidFill>
                  <a:effectLst/>
                  <a:uLnTx/>
                  <a:uFillTx/>
                  <a:latin typeface="+mn-lt"/>
                  <a:ea typeface="+mn-ea"/>
                  <a:cs typeface="Arial" panose="020B0604020202020204" pitchFamily="34" charset="0"/>
                </a:rPr>
                <a:t>0</a:t>
              </a:r>
            </a:p>
          </p:txBody>
        </p:sp>
        <p:sp>
          <p:nvSpPr>
            <p:cNvPr id="63503" name="Text Box 8"/>
            <p:cNvSpPr txBox="1">
              <a:spLocks noChangeArrowheads="1"/>
            </p:cNvSpPr>
            <p:nvPr/>
          </p:nvSpPr>
          <p:spPr bwMode="auto">
            <a:xfrm>
              <a:off x="1341" y="1963"/>
              <a:ext cx="40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mn-lt"/>
                  <a:ea typeface="+mn-ea"/>
                  <a:cs typeface="Arial" panose="020B0604020202020204" pitchFamily="34" charset="0"/>
                </a:rPr>
                <a:t>B</a:t>
              </a:r>
              <a:r>
                <a:rPr kumimoji="1" lang="en-US" altLang="zh-CN" sz="2400" b="0" i="0" u="none" strike="noStrike" kern="1200" cap="none" spc="0" normalizeH="0" baseline="-25000" noProof="0" dirty="0">
                  <a:ln>
                    <a:noFill/>
                  </a:ln>
                  <a:solidFill>
                    <a:srgbClr val="000000"/>
                  </a:solidFill>
                  <a:effectLst/>
                  <a:uLnTx/>
                  <a:uFillTx/>
                  <a:latin typeface="+mn-lt"/>
                  <a:ea typeface="+mn-ea"/>
                  <a:cs typeface="Arial" panose="020B0604020202020204" pitchFamily="34" charset="0"/>
                </a:rPr>
                <a:t>1</a:t>
              </a:r>
            </a:p>
          </p:txBody>
        </p:sp>
        <p:sp>
          <p:nvSpPr>
            <p:cNvPr id="63504" name="Text Box 9"/>
            <p:cNvSpPr txBox="1">
              <a:spLocks noChangeArrowheads="1"/>
            </p:cNvSpPr>
            <p:nvPr/>
          </p:nvSpPr>
          <p:spPr bwMode="auto">
            <a:xfrm>
              <a:off x="1341" y="2190"/>
              <a:ext cx="40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mn-lt"/>
                  <a:ea typeface="+mn-ea"/>
                  <a:cs typeface="Arial" panose="020B0604020202020204" pitchFamily="34" charset="0"/>
                </a:rPr>
                <a:t>B</a:t>
              </a:r>
              <a:r>
                <a:rPr kumimoji="1" lang="en-US" altLang="zh-CN" sz="2400" b="0" i="0" u="none" strike="noStrike" kern="1200" cap="none" spc="0" normalizeH="0" baseline="-25000" noProof="0" dirty="0">
                  <a:ln>
                    <a:noFill/>
                  </a:ln>
                  <a:solidFill>
                    <a:srgbClr val="000000"/>
                  </a:solidFill>
                  <a:effectLst/>
                  <a:uLnTx/>
                  <a:uFillTx/>
                  <a:latin typeface="+mn-lt"/>
                  <a:ea typeface="+mn-ea"/>
                  <a:cs typeface="Arial" panose="020B0604020202020204" pitchFamily="34" charset="0"/>
                </a:rPr>
                <a:t>0</a:t>
              </a:r>
            </a:p>
          </p:txBody>
        </p:sp>
        <p:sp>
          <p:nvSpPr>
            <p:cNvPr id="63505" name="Text Box 10"/>
            <p:cNvSpPr txBox="1">
              <a:spLocks noChangeArrowheads="1"/>
            </p:cNvSpPr>
            <p:nvPr/>
          </p:nvSpPr>
          <p:spPr bwMode="auto">
            <a:xfrm>
              <a:off x="1713" y="1570"/>
              <a:ext cx="40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mn-lt"/>
                  <a:ea typeface="+mn-ea"/>
                  <a:cs typeface="Arial" panose="020B0604020202020204" pitchFamily="34" charset="0"/>
                </a:rPr>
                <a:t>LT</a:t>
              </a:r>
              <a:endParaRPr kumimoji="1" lang="en-US" altLang="zh-CN" sz="2400" b="0" i="0" u="none" strike="noStrike" kern="1200" cap="none" spc="0" normalizeH="0" baseline="-25000" noProof="0" dirty="0">
                <a:ln>
                  <a:noFill/>
                </a:ln>
                <a:solidFill>
                  <a:srgbClr val="000000"/>
                </a:solidFill>
                <a:effectLst/>
                <a:uLnTx/>
                <a:uFillTx/>
                <a:latin typeface="+mn-lt"/>
                <a:ea typeface="+mn-ea"/>
                <a:cs typeface="Arial" panose="020B0604020202020204" pitchFamily="34" charset="0"/>
              </a:endParaRPr>
            </a:p>
          </p:txBody>
        </p:sp>
        <p:sp>
          <p:nvSpPr>
            <p:cNvPr id="63506" name="Text Box 11"/>
            <p:cNvSpPr txBox="1">
              <a:spLocks noChangeArrowheads="1"/>
            </p:cNvSpPr>
            <p:nvPr/>
          </p:nvSpPr>
          <p:spPr bwMode="auto">
            <a:xfrm>
              <a:off x="1713" y="1842"/>
              <a:ext cx="40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mn-lt"/>
                  <a:ea typeface="+mn-ea"/>
                  <a:cs typeface="Arial" panose="020B0604020202020204" pitchFamily="34" charset="0"/>
                </a:rPr>
                <a:t>EQ</a:t>
              </a:r>
              <a:endParaRPr kumimoji="1" lang="en-US" altLang="zh-CN" sz="2400" b="0" i="0" u="none" strike="noStrike" kern="1200" cap="none" spc="0" normalizeH="0" baseline="-25000" noProof="0" dirty="0">
                <a:ln>
                  <a:noFill/>
                </a:ln>
                <a:solidFill>
                  <a:srgbClr val="000000"/>
                </a:solidFill>
                <a:effectLst/>
                <a:uLnTx/>
                <a:uFillTx/>
                <a:latin typeface="+mn-lt"/>
                <a:ea typeface="+mn-ea"/>
                <a:cs typeface="Arial" panose="020B0604020202020204" pitchFamily="34" charset="0"/>
              </a:endParaRPr>
            </a:p>
          </p:txBody>
        </p:sp>
        <p:sp>
          <p:nvSpPr>
            <p:cNvPr id="63507" name="Text Box 12"/>
            <p:cNvSpPr txBox="1">
              <a:spLocks noChangeArrowheads="1"/>
            </p:cNvSpPr>
            <p:nvPr/>
          </p:nvSpPr>
          <p:spPr bwMode="auto">
            <a:xfrm>
              <a:off x="1713" y="2099"/>
              <a:ext cx="40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mn-lt"/>
                  <a:ea typeface="+mn-ea"/>
                  <a:cs typeface="Arial" panose="020B0604020202020204" pitchFamily="34" charset="0"/>
                </a:rPr>
                <a:t>GT</a:t>
              </a:r>
              <a:endParaRPr kumimoji="1" lang="en-US" altLang="zh-CN" sz="2400" b="0" i="0" u="none" strike="noStrike" kern="1200" cap="none" spc="0" normalizeH="0" baseline="-25000" noProof="0" dirty="0">
                <a:ln>
                  <a:noFill/>
                </a:ln>
                <a:solidFill>
                  <a:srgbClr val="000000"/>
                </a:solidFill>
                <a:effectLst/>
                <a:uLnTx/>
                <a:uFillTx/>
                <a:latin typeface="+mn-lt"/>
                <a:ea typeface="+mn-ea"/>
                <a:cs typeface="Arial" panose="020B0604020202020204" pitchFamily="34" charset="0"/>
              </a:endParaRPr>
            </a:p>
          </p:txBody>
        </p:sp>
        <p:sp>
          <p:nvSpPr>
            <p:cNvPr id="63508" name="Line 13"/>
            <p:cNvSpPr>
              <a:spLocks noChangeShapeType="1"/>
            </p:cNvSpPr>
            <p:nvPr/>
          </p:nvSpPr>
          <p:spPr bwMode="auto">
            <a:xfrm>
              <a:off x="2077" y="1706"/>
              <a:ext cx="408" cy="0"/>
            </a:xfrm>
            <a:prstGeom prst="line">
              <a:avLst/>
            </a:prstGeom>
            <a:noFill/>
            <a:ln w="28575" cap="sq">
              <a:solidFill>
                <a:schemeClr val="tx1"/>
              </a:solidFill>
              <a:round/>
              <a:headEnd type="none" w="sm" len="sm"/>
              <a:tailEnd type="triangle" w="lg"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mn-ea"/>
                <a:cs typeface="Arial" panose="020B0604020202020204" pitchFamily="34" charset="0"/>
              </a:endParaRPr>
            </a:p>
          </p:txBody>
        </p:sp>
        <p:sp>
          <p:nvSpPr>
            <p:cNvPr id="63509" name="Line 14"/>
            <p:cNvSpPr>
              <a:spLocks noChangeShapeType="1"/>
            </p:cNvSpPr>
            <p:nvPr/>
          </p:nvSpPr>
          <p:spPr bwMode="auto">
            <a:xfrm>
              <a:off x="2077" y="1979"/>
              <a:ext cx="408" cy="0"/>
            </a:xfrm>
            <a:prstGeom prst="line">
              <a:avLst/>
            </a:prstGeom>
            <a:noFill/>
            <a:ln w="28575" cap="sq">
              <a:solidFill>
                <a:schemeClr val="tx1"/>
              </a:solidFill>
              <a:round/>
              <a:headEnd type="none" w="sm" len="sm"/>
              <a:tailEnd type="triangle" w="lg"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mn-ea"/>
                <a:cs typeface="Arial" panose="020B0604020202020204" pitchFamily="34" charset="0"/>
              </a:endParaRPr>
            </a:p>
          </p:txBody>
        </p:sp>
        <p:sp>
          <p:nvSpPr>
            <p:cNvPr id="63510" name="Line 15"/>
            <p:cNvSpPr>
              <a:spLocks noChangeShapeType="1"/>
            </p:cNvSpPr>
            <p:nvPr/>
          </p:nvSpPr>
          <p:spPr bwMode="auto">
            <a:xfrm>
              <a:off x="2077" y="2251"/>
              <a:ext cx="408" cy="0"/>
            </a:xfrm>
            <a:prstGeom prst="line">
              <a:avLst/>
            </a:prstGeom>
            <a:noFill/>
            <a:ln w="28575" cap="sq">
              <a:solidFill>
                <a:schemeClr val="tx1"/>
              </a:solidFill>
              <a:round/>
              <a:headEnd type="none" w="sm" len="sm"/>
              <a:tailEnd type="triangle" w="lg"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mn-ea"/>
                <a:cs typeface="Arial" panose="020B0604020202020204" pitchFamily="34" charset="0"/>
              </a:endParaRPr>
            </a:p>
          </p:txBody>
        </p:sp>
        <p:sp>
          <p:nvSpPr>
            <p:cNvPr id="63511" name="Line 16"/>
            <p:cNvSpPr>
              <a:spLocks noChangeShapeType="1"/>
            </p:cNvSpPr>
            <p:nvPr/>
          </p:nvSpPr>
          <p:spPr bwMode="auto">
            <a:xfrm>
              <a:off x="943" y="1570"/>
              <a:ext cx="408" cy="0"/>
            </a:xfrm>
            <a:prstGeom prst="line">
              <a:avLst/>
            </a:prstGeom>
            <a:noFill/>
            <a:ln w="28575" cap="sq">
              <a:solidFill>
                <a:schemeClr val="tx1"/>
              </a:solidFill>
              <a:round/>
              <a:headEnd type="none" w="sm" len="sm"/>
              <a:tailEnd type="triangle" w="lg"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mn-ea"/>
                <a:cs typeface="Arial" panose="020B0604020202020204" pitchFamily="34" charset="0"/>
              </a:endParaRPr>
            </a:p>
          </p:txBody>
        </p:sp>
        <p:sp>
          <p:nvSpPr>
            <p:cNvPr id="63512" name="Line 17"/>
            <p:cNvSpPr>
              <a:spLocks noChangeShapeType="1"/>
            </p:cNvSpPr>
            <p:nvPr/>
          </p:nvSpPr>
          <p:spPr bwMode="auto">
            <a:xfrm>
              <a:off x="943" y="1842"/>
              <a:ext cx="408" cy="0"/>
            </a:xfrm>
            <a:prstGeom prst="line">
              <a:avLst/>
            </a:prstGeom>
            <a:noFill/>
            <a:ln w="28575" cap="sq">
              <a:solidFill>
                <a:schemeClr val="tx1"/>
              </a:solidFill>
              <a:round/>
              <a:headEnd type="none" w="sm" len="sm"/>
              <a:tailEnd type="triangle" w="lg"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mn-ea"/>
                <a:cs typeface="Arial" panose="020B0604020202020204" pitchFamily="34" charset="0"/>
              </a:endParaRPr>
            </a:p>
          </p:txBody>
        </p:sp>
        <p:sp>
          <p:nvSpPr>
            <p:cNvPr id="63513" name="Line 18"/>
            <p:cNvSpPr>
              <a:spLocks noChangeShapeType="1"/>
            </p:cNvSpPr>
            <p:nvPr/>
          </p:nvSpPr>
          <p:spPr bwMode="auto">
            <a:xfrm>
              <a:off x="943" y="2115"/>
              <a:ext cx="408" cy="0"/>
            </a:xfrm>
            <a:prstGeom prst="line">
              <a:avLst/>
            </a:prstGeom>
            <a:noFill/>
            <a:ln w="28575" cap="sq">
              <a:solidFill>
                <a:schemeClr val="tx1"/>
              </a:solidFill>
              <a:round/>
              <a:headEnd type="none" w="sm" len="sm"/>
              <a:tailEnd type="triangle" w="lg"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mn-ea"/>
                <a:cs typeface="Arial" panose="020B0604020202020204" pitchFamily="34" charset="0"/>
              </a:endParaRPr>
            </a:p>
          </p:txBody>
        </p:sp>
        <p:sp>
          <p:nvSpPr>
            <p:cNvPr id="63514" name="Line 19"/>
            <p:cNvSpPr>
              <a:spLocks noChangeShapeType="1"/>
            </p:cNvSpPr>
            <p:nvPr/>
          </p:nvSpPr>
          <p:spPr bwMode="auto">
            <a:xfrm>
              <a:off x="943" y="2341"/>
              <a:ext cx="408" cy="0"/>
            </a:xfrm>
            <a:prstGeom prst="line">
              <a:avLst/>
            </a:prstGeom>
            <a:noFill/>
            <a:ln w="28575" cap="sq">
              <a:solidFill>
                <a:schemeClr val="tx1"/>
              </a:solidFill>
              <a:round/>
              <a:headEnd type="none" w="sm" len="sm"/>
              <a:tailEnd type="triangle" w="lg"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mn-ea"/>
                <a:cs typeface="Arial" panose="020B0604020202020204" pitchFamily="34" charset="0"/>
              </a:endParaRPr>
            </a:p>
          </p:txBody>
        </p:sp>
      </p:grpSp>
      <p:sp>
        <p:nvSpPr>
          <p:cNvPr id="63495" name="Text Box 20"/>
          <p:cNvSpPr txBox="1">
            <a:spLocks noChangeArrowheads="1"/>
          </p:cNvSpPr>
          <p:nvPr/>
        </p:nvSpPr>
        <p:spPr bwMode="auto">
          <a:xfrm>
            <a:off x="3772270" y="5709483"/>
            <a:ext cx="213359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mn-lt"/>
                <a:ea typeface="+mn-ea"/>
                <a:cs typeface="Arial" panose="020B0604020202020204" pitchFamily="34" charset="0"/>
              </a:rPr>
              <a:t>比较器</a:t>
            </a:r>
            <a:endParaRPr kumimoji="1" lang="en-US" altLang="zh-CN" sz="2400" b="1" i="0" u="none" strike="noStrike" kern="1200" cap="none" spc="0" normalizeH="0" baseline="0" noProof="0" dirty="0">
              <a:ln>
                <a:noFill/>
              </a:ln>
              <a:solidFill>
                <a:srgbClr val="000000"/>
              </a:solidFill>
              <a:effectLst/>
              <a:uLnTx/>
              <a:uFillTx/>
              <a:latin typeface="+mn-lt"/>
              <a:ea typeface="+mn-ea"/>
              <a:cs typeface="Arial" panose="020B0604020202020204" pitchFamily="34" charset="0"/>
            </a:endParaRPr>
          </a:p>
        </p:txBody>
      </p:sp>
      <p:sp>
        <p:nvSpPr>
          <p:cNvPr id="63496" name="Text Box 21"/>
          <p:cNvSpPr txBox="1">
            <a:spLocks noChangeArrowheads="1"/>
          </p:cNvSpPr>
          <p:nvPr/>
        </p:nvSpPr>
        <p:spPr bwMode="auto">
          <a:xfrm>
            <a:off x="2186968" y="4983151"/>
            <a:ext cx="600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mn-lt"/>
                <a:ea typeface="+mn-ea"/>
                <a:cs typeface="Arial" panose="020B0604020202020204" pitchFamily="34" charset="0"/>
              </a:rPr>
              <a:t>B</a:t>
            </a:r>
            <a:endParaRPr kumimoji="1" lang="en-US" altLang="zh-CN" sz="2400" b="0" i="0" u="none" strike="noStrike" kern="1200" cap="none" spc="0" normalizeH="0" baseline="-25000" noProof="0" dirty="0">
              <a:ln>
                <a:noFill/>
              </a:ln>
              <a:solidFill>
                <a:srgbClr val="000000"/>
              </a:solidFill>
              <a:effectLst/>
              <a:uLnTx/>
              <a:uFillTx/>
              <a:latin typeface="+mn-lt"/>
              <a:ea typeface="+mn-ea"/>
              <a:cs typeface="Arial" panose="020B0604020202020204" pitchFamily="34" charset="0"/>
            </a:endParaRPr>
          </a:p>
        </p:txBody>
      </p:sp>
      <p:sp>
        <p:nvSpPr>
          <p:cNvPr id="63497" name="Text Box 22"/>
          <p:cNvSpPr txBox="1">
            <a:spLocks noChangeArrowheads="1"/>
          </p:cNvSpPr>
          <p:nvPr/>
        </p:nvSpPr>
        <p:spPr bwMode="auto">
          <a:xfrm>
            <a:off x="6071580" y="4095738"/>
            <a:ext cx="9985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mn-lt"/>
                <a:ea typeface="+mn-ea"/>
                <a:cs typeface="Arial" panose="020B0604020202020204" pitchFamily="34" charset="0"/>
              </a:rPr>
              <a:t>A&lt;B</a:t>
            </a:r>
            <a:endParaRPr kumimoji="1" lang="en-US" altLang="zh-CN" sz="2400" b="0" i="0" u="none" strike="noStrike" kern="1200" cap="none" spc="0" normalizeH="0" baseline="-25000" noProof="0" dirty="0">
              <a:ln>
                <a:noFill/>
              </a:ln>
              <a:solidFill>
                <a:srgbClr val="000000"/>
              </a:solidFill>
              <a:effectLst/>
              <a:uLnTx/>
              <a:uFillTx/>
              <a:latin typeface="+mn-lt"/>
              <a:ea typeface="+mn-ea"/>
              <a:cs typeface="Arial" panose="020B0604020202020204" pitchFamily="34" charset="0"/>
            </a:endParaRPr>
          </a:p>
        </p:txBody>
      </p:sp>
      <p:sp>
        <p:nvSpPr>
          <p:cNvPr id="63498" name="Text Box 23"/>
          <p:cNvSpPr txBox="1">
            <a:spLocks noChangeArrowheads="1"/>
          </p:cNvSpPr>
          <p:nvPr/>
        </p:nvSpPr>
        <p:spPr bwMode="auto">
          <a:xfrm>
            <a:off x="6071580" y="4598976"/>
            <a:ext cx="9985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mn-lt"/>
                <a:ea typeface="+mn-ea"/>
                <a:cs typeface="Arial" panose="020B0604020202020204" pitchFamily="34" charset="0"/>
              </a:rPr>
              <a:t>A=B</a:t>
            </a:r>
            <a:endParaRPr kumimoji="1" lang="en-US" altLang="zh-CN" sz="2400" b="0" i="0" u="none" strike="noStrike" kern="1200" cap="none" spc="0" normalizeH="0" baseline="-25000" noProof="0" dirty="0">
              <a:ln>
                <a:noFill/>
              </a:ln>
              <a:solidFill>
                <a:srgbClr val="000000"/>
              </a:solidFill>
              <a:effectLst/>
              <a:uLnTx/>
              <a:uFillTx/>
              <a:latin typeface="+mn-lt"/>
              <a:ea typeface="+mn-ea"/>
              <a:cs typeface="Arial" panose="020B0604020202020204" pitchFamily="34" charset="0"/>
            </a:endParaRPr>
          </a:p>
        </p:txBody>
      </p:sp>
      <p:sp>
        <p:nvSpPr>
          <p:cNvPr id="63499" name="Text Box 24"/>
          <p:cNvSpPr txBox="1">
            <a:spLocks noChangeArrowheads="1"/>
          </p:cNvSpPr>
          <p:nvPr/>
        </p:nvSpPr>
        <p:spPr bwMode="auto">
          <a:xfrm>
            <a:off x="6071580" y="5032363"/>
            <a:ext cx="9985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mn-lt"/>
                <a:ea typeface="+mn-ea"/>
                <a:cs typeface="Arial" panose="020B0604020202020204" pitchFamily="34" charset="0"/>
              </a:rPr>
              <a:t>A&gt;B</a:t>
            </a:r>
            <a:endParaRPr kumimoji="1" lang="en-US" altLang="zh-CN" sz="2400" b="0" i="0" u="none" strike="noStrike" kern="1200" cap="none" spc="0" normalizeH="0" baseline="-25000" noProof="0" dirty="0">
              <a:ln>
                <a:noFill/>
              </a:ln>
              <a:solidFill>
                <a:srgbClr val="000000"/>
              </a:solidFill>
              <a:effectLst/>
              <a:uLnTx/>
              <a:uFillTx/>
              <a:latin typeface="+mn-lt"/>
              <a:ea typeface="+mn-ea"/>
              <a:cs typeface="Arial" panose="020B0604020202020204" pitchFamily="34" charset="0"/>
            </a:endParaRPr>
          </a:p>
        </p:txBody>
      </p:sp>
      <p:sp>
        <p:nvSpPr>
          <p:cNvPr id="27" name="灯片编号占位符 6">
            <a:extLst>
              <a:ext uri="{FF2B5EF4-FFF2-40B4-BE49-F238E27FC236}">
                <a16:creationId xmlns:a16="http://schemas.microsoft.com/office/drawing/2014/main" id="{E41CA207-095E-E049-84E2-3EC6C34C2860}"/>
              </a:ext>
            </a:extLst>
          </p:cNvPr>
          <p:cNvSpPr txBox="1">
            <a:spLocks/>
          </p:cNvSpPr>
          <p:nvPr/>
        </p:nvSpPr>
        <p:spPr bwMode="auto">
          <a:xfrm>
            <a:off x="6553200" y="6265860"/>
            <a:ext cx="213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4600" b="1" kern="1200">
                <a:solidFill>
                  <a:srgbClr val="FF3300"/>
                </a:solidFill>
                <a:latin typeface="Garamond" pitchFamily="18" charset="0"/>
                <a:ea typeface="宋体" charset="-122"/>
                <a:cs typeface="+mn-cs"/>
              </a:defRPr>
            </a:lvl1pPr>
            <a:lvl2pPr marL="742950" indent="-28575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2pPr>
            <a:lvl3pPr marL="11430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3pPr>
            <a:lvl4pPr marL="16002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4pPr>
            <a:lvl5pPr marL="20574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5pPr>
            <a:lvl6pPr marL="25146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6pPr>
            <a:lvl7pPr marL="29718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7pPr>
            <a:lvl8pPr marL="34290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8pPr>
            <a:lvl9pPr marL="38862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9pPr>
          </a:lstStyle>
          <a:p>
            <a:pPr eaLnBrk="1" hangingPunct="1"/>
            <a:fld id="{CCE6D788-BCB5-407E-9DED-68D155892338}" type="slidenum">
              <a:rPr lang="en-US" altLang="zh-CN" sz="1400" smtClean="0">
                <a:solidFill>
                  <a:schemeClr val="tx1"/>
                </a:solidFill>
                <a:latin typeface="+mn-lt"/>
              </a:rPr>
              <a:pPr eaLnBrk="1" hangingPunct="1"/>
              <a:t>28</a:t>
            </a:fld>
            <a:endParaRPr lang="en-US" altLang="zh-CN" sz="1400" dirty="0">
              <a:solidFill>
                <a:schemeClr val="tx1"/>
              </a:solidFill>
              <a:latin typeface="+mn-lt"/>
            </a:endParaRPr>
          </a:p>
        </p:txBody>
      </p:sp>
    </p:spTree>
    <p:extLst>
      <p:ext uri="{BB962C8B-B14F-4D97-AF65-F5344CB8AC3E}">
        <p14:creationId xmlns:p14="http://schemas.microsoft.com/office/powerpoint/2010/main" val="35546886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457200" y="161764"/>
            <a:ext cx="8229600" cy="1143000"/>
          </a:xfrm>
        </p:spPr>
        <p:txBody>
          <a:bodyPr/>
          <a:lstStyle/>
          <a:p>
            <a:pPr eaLnBrk="1" hangingPunct="1"/>
            <a:r>
              <a:rPr lang="zh-CN" altLang="en-US" b="1" dirty="0"/>
              <a:t>列出真值表</a:t>
            </a:r>
            <a:endParaRPr lang="en-US" altLang="zh-CN" b="1" dirty="0"/>
          </a:p>
        </p:txBody>
      </p:sp>
      <p:graphicFrame>
        <p:nvGraphicFramePr>
          <p:cNvPr id="599043" name="Group 3"/>
          <p:cNvGraphicFramePr>
            <a:graphicFrameLocks noGrp="1"/>
          </p:cNvGraphicFramePr>
          <p:nvPr>
            <p:ph idx="1"/>
            <p:extLst>
              <p:ext uri="{D42A27DB-BD31-4B8C-83A1-F6EECF244321}">
                <p14:modId xmlns:p14="http://schemas.microsoft.com/office/powerpoint/2010/main" val="2102022297"/>
              </p:ext>
            </p:extLst>
          </p:nvPr>
        </p:nvGraphicFramePr>
        <p:xfrm>
          <a:off x="590064" y="3376885"/>
          <a:ext cx="8000997" cy="3032253"/>
        </p:xfrm>
        <a:graphic>
          <a:graphicData uri="http://schemas.openxmlformats.org/drawingml/2006/table">
            <a:tbl>
              <a:tblPr/>
              <a:tblGrid>
                <a:gridCol w="1141939">
                  <a:extLst>
                    <a:ext uri="{9D8B030D-6E8A-4147-A177-3AD203B41FA5}">
                      <a16:colId xmlns:a16="http://schemas.microsoft.com/office/drawing/2014/main" val="20000"/>
                    </a:ext>
                  </a:extLst>
                </a:gridCol>
                <a:gridCol w="1144415">
                  <a:extLst>
                    <a:ext uri="{9D8B030D-6E8A-4147-A177-3AD203B41FA5}">
                      <a16:colId xmlns:a16="http://schemas.microsoft.com/office/drawing/2014/main" val="20001"/>
                    </a:ext>
                  </a:extLst>
                </a:gridCol>
                <a:gridCol w="1141937">
                  <a:extLst>
                    <a:ext uri="{9D8B030D-6E8A-4147-A177-3AD203B41FA5}">
                      <a16:colId xmlns:a16="http://schemas.microsoft.com/office/drawing/2014/main" val="20002"/>
                    </a:ext>
                  </a:extLst>
                </a:gridCol>
                <a:gridCol w="1144415">
                  <a:extLst>
                    <a:ext uri="{9D8B030D-6E8A-4147-A177-3AD203B41FA5}">
                      <a16:colId xmlns:a16="http://schemas.microsoft.com/office/drawing/2014/main" val="20003"/>
                    </a:ext>
                  </a:extLst>
                </a:gridCol>
                <a:gridCol w="1141939">
                  <a:extLst>
                    <a:ext uri="{9D8B030D-6E8A-4147-A177-3AD203B41FA5}">
                      <a16:colId xmlns:a16="http://schemas.microsoft.com/office/drawing/2014/main" val="20004"/>
                    </a:ext>
                  </a:extLst>
                </a:gridCol>
                <a:gridCol w="1144415">
                  <a:extLst>
                    <a:ext uri="{9D8B030D-6E8A-4147-A177-3AD203B41FA5}">
                      <a16:colId xmlns:a16="http://schemas.microsoft.com/office/drawing/2014/main" val="20005"/>
                    </a:ext>
                  </a:extLst>
                </a:gridCol>
                <a:gridCol w="1141937">
                  <a:extLst>
                    <a:ext uri="{9D8B030D-6E8A-4147-A177-3AD203B41FA5}">
                      <a16:colId xmlns:a16="http://schemas.microsoft.com/office/drawing/2014/main" val="20006"/>
                    </a:ext>
                  </a:extLst>
                </a:gridCol>
              </a:tblGrid>
              <a:tr h="336917">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Arial" charset="0"/>
                          <a:ea typeface="宋体" charset="-122"/>
                        </a:rPr>
                        <a:t>A</a:t>
                      </a:r>
                      <a:r>
                        <a:rPr kumimoji="0" lang="en-US" altLang="zh-CN" sz="1600" b="1" i="0" u="none" strike="noStrike" cap="none" normalizeH="0" baseline="-25000" dirty="0">
                          <a:ln>
                            <a:noFill/>
                          </a:ln>
                          <a:solidFill>
                            <a:schemeClr val="tx1"/>
                          </a:solidFill>
                          <a:effectLst/>
                          <a:latin typeface="Arial" charset="0"/>
                          <a:ea typeface="宋体" charset="-122"/>
                        </a:rPr>
                        <a:t>1</a:t>
                      </a:r>
                      <a:endParaRPr kumimoji="0" lang="en-US" altLang="zh-CN" sz="1600" b="1" i="0" u="none" strike="noStrike" cap="none" normalizeH="0" baseline="0" dirty="0">
                        <a:ln>
                          <a:noFill/>
                        </a:ln>
                        <a:solidFill>
                          <a:schemeClr val="tx1"/>
                        </a:solidFill>
                        <a:effectLst/>
                        <a:latin typeface="Arial" charset="0"/>
                        <a:ea typeface="宋体" charset="-122"/>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Arial" charset="0"/>
                          <a:ea typeface="宋体" charset="-122"/>
                        </a:rPr>
                        <a:t>A</a:t>
                      </a:r>
                      <a:r>
                        <a:rPr kumimoji="0" lang="en-US" altLang="zh-CN" sz="1600" b="1" i="0" u="none" strike="noStrike" cap="none" normalizeH="0" baseline="-25000" dirty="0">
                          <a:ln>
                            <a:noFill/>
                          </a:ln>
                          <a:solidFill>
                            <a:schemeClr val="tx1"/>
                          </a:solidFill>
                          <a:effectLst/>
                          <a:latin typeface="Arial" charset="0"/>
                          <a:ea typeface="宋体" charset="-122"/>
                        </a:rPr>
                        <a:t>0</a:t>
                      </a:r>
                      <a:endParaRPr kumimoji="0" lang="en-US" altLang="zh-CN" sz="1600" b="1" i="0" u="none" strike="noStrike" cap="none" normalizeH="0" baseline="0" dirty="0">
                        <a:ln>
                          <a:noFill/>
                        </a:ln>
                        <a:solidFill>
                          <a:schemeClr val="tx1"/>
                        </a:solidFill>
                        <a:effectLst/>
                        <a:latin typeface="Arial" charset="0"/>
                        <a:ea typeface="宋体"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Arial" charset="0"/>
                          <a:ea typeface="宋体" charset="-122"/>
                        </a:rPr>
                        <a:t>B</a:t>
                      </a:r>
                      <a:r>
                        <a:rPr kumimoji="0" lang="en-US" altLang="zh-CN" sz="1600" b="1" i="0" u="none" strike="noStrike" cap="none" normalizeH="0" baseline="-25000" dirty="0">
                          <a:ln>
                            <a:noFill/>
                          </a:ln>
                          <a:solidFill>
                            <a:schemeClr val="tx1"/>
                          </a:solidFill>
                          <a:effectLst/>
                          <a:latin typeface="Arial" charset="0"/>
                          <a:ea typeface="宋体" charset="-122"/>
                        </a:rPr>
                        <a:t>1</a:t>
                      </a:r>
                      <a:endParaRPr kumimoji="0" lang="en-US" altLang="zh-CN" sz="1600" b="1" i="0" u="none" strike="noStrike" cap="none" normalizeH="0" baseline="0" dirty="0">
                        <a:ln>
                          <a:noFill/>
                        </a:ln>
                        <a:solidFill>
                          <a:schemeClr val="tx1"/>
                        </a:solidFill>
                        <a:effectLst/>
                        <a:latin typeface="Arial" charset="0"/>
                        <a:ea typeface="宋体"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Arial" charset="0"/>
                          <a:ea typeface="宋体" charset="-122"/>
                        </a:rPr>
                        <a:t>B</a:t>
                      </a:r>
                      <a:r>
                        <a:rPr kumimoji="0" lang="en-US" altLang="zh-CN" sz="1600" b="1" i="0" u="none" strike="noStrike" cap="none" normalizeH="0" baseline="-25000" dirty="0">
                          <a:ln>
                            <a:noFill/>
                          </a:ln>
                          <a:solidFill>
                            <a:schemeClr val="tx1"/>
                          </a:solidFill>
                          <a:effectLst/>
                          <a:latin typeface="Arial" charset="0"/>
                          <a:ea typeface="宋体" charset="-122"/>
                        </a:rPr>
                        <a:t>0</a:t>
                      </a:r>
                      <a:endParaRPr kumimoji="0" lang="en-US" altLang="zh-CN" sz="1600" b="1" i="0" u="none" strike="noStrike" cap="none" normalizeH="0" baseline="0" dirty="0">
                        <a:ln>
                          <a:noFill/>
                        </a:ln>
                        <a:solidFill>
                          <a:schemeClr val="tx1"/>
                        </a:solidFill>
                        <a:effectLst/>
                        <a:latin typeface="Arial" charset="0"/>
                        <a:ea typeface="宋体"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Arial" charset="0"/>
                          <a:ea typeface="宋体" charset="-122"/>
                        </a:rPr>
                        <a:t>LT</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5"/>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Arial" charset="0"/>
                          <a:ea typeface="宋体" charset="-122"/>
                        </a:rPr>
                        <a:t>EQ</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5"/>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Arial" charset="0"/>
                          <a:ea typeface="宋体" charset="-122"/>
                        </a:rPr>
                        <a:t>GT</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5"/>
                    </a:solidFill>
                  </a:tcPr>
                </a:tc>
                <a:extLst>
                  <a:ext uri="{0D108BD9-81ED-4DB2-BD59-A6C34878D82A}">
                    <a16:rowId xmlns:a16="http://schemas.microsoft.com/office/drawing/2014/main" val="10000"/>
                  </a:ext>
                </a:extLst>
              </a:tr>
              <a:tr h="336917">
                <a:tc rowSpan="4">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Arial" charset="0"/>
                          <a:ea typeface="宋体" charset="-122"/>
                        </a:rPr>
                        <a:t>1</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rowSpan="4">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336917">
                <a:tc vMerge="1">
                  <a:txBody>
                    <a:bodyPr/>
                    <a:lstStyle/>
                    <a:p>
                      <a:endParaRPr lang="zh-CN" altLang="en-US"/>
                    </a:p>
                  </a:txBody>
                  <a:tcPr/>
                </a:tc>
                <a:tc vMerge="1">
                  <a:txBody>
                    <a:bodyPr/>
                    <a:lstStyle/>
                    <a:p>
                      <a:endParaRPr lang="zh-CN" altLang="en-US"/>
                    </a:p>
                  </a:txBody>
                  <a:tcPr/>
                </a:tc>
                <a:tc vMerge="1">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336917">
                <a:tc vMerge="1">
                  <a:txBody>
                    <a:bodyPr/>
                    <a:lstStyle/>
                    <a:p>
                      <a:endParaRPr lang="zh-CN" altLang="en-US"/>
                    </a:p>
                  </a:txBody>
                  <a:tcPr/>
                </a:tc>
                <a:tc vMerge="1">
                  <a:txBody>
                    <a:bodyPr/>
                    <a:lstStyle/>
                    <a:p>
                      <a:endParaRPr lang="zh-CN" altLang="en-US"/>
                    </a:p>
                  </a:txBody>
                  <a:tcPr/>
                </a:tc>
                <a:tc rowSpan="2">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336917">
                <a:tc vMerge="1">
                  <a:txBody>
                    <a:bodyPr/>
                    <a:lstStyle/>
                    <a:p>
                      <a:endParaRPr lang="zh-CN" altLang="en-US"/>
                    </a:p>
                  </a:txBody>
                  <a:tcPr/>
                </a:tc>
                <a:tc vMerge="1">
                  <a:txBody>
                    <a:bodyPr/>
                    <a:lstStyle/>
                    <a:p>
                      <a:endParaRPr lang="zh-CN" altLang="en-US"/>
                    </a:p>
                  </a:txBody>
                  <a:tcPr/>
                </a:tc>
                <a:tc vMerge="1">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336917">
                <a:tc rowSpan="4">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Arial" charset="0"/>
                          <a:ea typeface="宋体" charset="-122"/>
                        </a:rPr>
                        <a:t>1</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rowSpan="4">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336917">
                <a:tc vMerge="1">
                  <a:txBody>
                    <a:bodyPr/>
                    <a:lstStyle/>
                    <a:p>
                      <a:endParaRPr lang="zh-CN" altLang="en-US"/>
                    </a:p>
                  </a:txBody>
                  <a:tcPr/>
                </a:tc>
                <a:tc vMerge="1">
                  <a:txBody>
                    <a:bodyPr/>
                    <a:lstStyle/>
                    <a:p>
                      <a:endParaRPr lang="zh-CN" altLang="en-US"/>
                    </a:p>
                  </a:txBody>
                  <a:tcPr/>
                </a:tc>
                <a:tc vMerge="1">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r h="336917">
                <a:tc vMerge="1">
                  <a:txBody>
                    <a:bodyPr/>
                    <a:lstStyle/>
                    <a:p>
                      <a:endParaRPr lang="zh-CN" altLang="en-US"/>
                    </a:p>
                  </a:txBody>
                  <a:tcPr/>
                </a:tc>
                <a:tc vMerge="1">
                  <a:txBody>
                    <a:bodyPr/>
                    <a:lstStyle/>
                    <a:p>
                      <a:endParaRPr lang="zh-CN" altLang="en-US"/>
                    </a:p>
                  </a:txBody>
                  <a:tcPr/>
                </a:tc>
                <a:tc rowSpan="2">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7"/>
                  </a:ext>
                </a:extLst>
              </a:tr>
              <a:tr h="336917">
                <a:tc vMerge="1">
                  <a:txBody>
                    <a:bodyPr/>
                    <a:lstStyle/>
                    <a:p>
                      <a:endParaRPr lang="zh-CN" altLang="en-US"/>
                    </a:p>
                  </a:txBody>
                  <a:tcPr/>
                </a:tc>
                <a:tc vMerge="1">
                  <a:txBody>
                    <a:bodyPr/>
                    <a:lstStyle/>
                    <a:p>
                      <a:endParaRPr lang="zh-CN" altLang="en-US"/>
                    </a:p>
                  </a:txBody>
                  <a:tcPr/>
                </a:tc>
                <a:tc vMerge="1">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8"/>
                  </a:ext>
                </a:extLst>
              </a:tr>
            </a:tbl>
          </a:graphicData>
        </a:graphic>
      </p:graphicFrame>
      <p:sp>
        <p:nvSpPr>
          <p:cNvPr id="2" name="Slide Number Placeholder 1">
            <a:extLst>
              <a:ext uri="{FF2B5EF4-FFF2-40B4-BE49-F238E27FC236}">
                <a16:creationId xmlns:a16="http://schemas.microsoft.com/office/drawing/2014/main" id="{9A060EE3-6277-A842-9E0A-FA6C9C455639}"/>
              </a:ext>
            </a:extLst>
          </p:cNvPr>
          <p:cNvSpPr>
            <a:spLocks noGrp="1"/>
          </p:cNvSpPr>
          <p:nvPr>
            <p:ph type="sldNum" sz="quarter" idx="12"/>
          </p:nvPr>
        </p:nvSpPr>
        <p:spPr>
          <a:xfrm>
            <a:off x="6542856" y="6373130"/>
            <a:ext cx="2133600" cy="476250"/>
          </a:xfrm>
        </p:spPr>
        <p:txBody>
          <a:bodyPr/>
          <a:lstStyle/>
          <a:p>
            <a:pPr>
              <a:defRPr/>
            </a:pPr>
            <a:fld id="{A88D0608-5506-4AD0-BB9E-DF761E8BFA1F}" type="slidenum">
              <a:rPr lang="zh-CN" altLang="en-US" smtClean="0"/>
              <a:pPr>
                <a:defRPr/>
              </a:pPr>
              <a:t>29</a:t>
            </a:fld>
            <a:endParaRPr lang="en-US" altLang="zh-CN" dirty="0"/>
          </a:p>
        </p:txBody>
      </p:sp>
      <p:sp>
        <p:nvSpPr>
          <p:cNvPr id="4" name="圆角矩形 3">
            <a:extLst>
              <a:ext uri="{FF2B5EF4-FFF2-40B4-BE49-F238E27FC236}">
                <a16:creationId xmlns:a16="http://schemas.microsoft.com/office/drawing/2014/main" id="{A0D276CA-99C0-7DEC-1208-3843B5656FE0}"/>
              </a:ext>
            </a:extLst>
          </p:cNvPr>
          <p:cNvSpPr/>
          <p:nvPr/>
        </p:nvSpPr>
        <p:spPr bwMode="auto">
          <a:xfrm>
            <a:off x="486107" y="2929625"/>
            <a:ext cx="4671045" cy="348534"/>
          </a:xfrm>
          <a:prstGeom prst="roundRect">
            <a:avLst>
              <a:gd name="adj" fmla="val 50000"/>
            </a:avLst>
          </a:prstGeom>
          <a:solidFill>
            <a:schemeClr val="accent6">
              <a:lumMod val="20000"/>
              <a:lumOff val="80000"/>
            </a:schemeClr>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Arial" charset="0"/>
              </a:rPr>
              <a:t>Inputs</a:t>
            </a:r>
            <a:endParaRPr kumimoji="0" lang="zh-CN" altLang="en-US" sz="1800" b="1" i="0" u="none" strike="noStrike" cap="none" normalizeH="0" baseline="0" dirty="0">
              <a:ln>
                <a:noFill/>
              </a:ln>
              <a:solidFill>
                <a:schemeClr val="tx1"/>
              </a:solidFill>
              <a:effectLst/>
              <a:latin typeface="Arial" charset="0"/>
            </a:endParaRPr>
          </a:p>
        </p:txBody>
      </p:sp>
      <p:sp>
        <p:nvSpPr>
          <p:cNvPr id="5" name="圆角矩形 4">
            <a:extLst>
              <a:ext uri="{FF2B5EF4-FFF2-40B4-BE49-F238E27FC236}">
                <a16:creationId xmlns:a16="http://schemas.microsoft.com/office/drawing/2014/main" id="{DA42072C-CC74-E7F1-3B04-B6AC2FB8E2C9}"/>
              </a:ext>
            </a:extLst>
          </p:cNvPr>
          <p:cNvSpPr/>
          <p:nvPr/>
        </p:nvSpPr>
        <p:spPr bwMode="auto">
          <a:xfrm>
            <a:off x="5250120" y="2929625"/>
            <a:ext cx="3436106" cy="348534"/>
          </a:xfrm>
          <a:prstGeom prst="roundRect">
            <a:avLst>
              <a:gd name="adj" fmla="val 50000"/>
            </a:avLst>
          </a:prstGeom>
          <a:solidFill>
            <a:schemeClr val="accent5"/>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Arial" charset="0"/>
              </a:rPr>
              <a:t>Outputs</a:t>
            </a:r>
            <a:endParaRPr kumimoji="0" lang="zh-CN" altLang="en-US" sz="1800" b="1" i="0" u="none" strike="noStrike" cap="none" normalizeH="0" baseline="0" dirty="0">
              <a:ln>
                <a:noFill/>
              </a:ln>
              <a:solidFill>
                <a:schemeClr val="tx1"/>
              </a:solidFill>
              <a:effectLst/>
              <a:latin typeface="Arial" charset="0"/>
            </a:endParaRPr>
          </a:p>
        </p:txBody>
      </p:sp>
      <p:pic>
        <p:nvPicPr>
          <p:cNvPr id="3" name="图片 2">
            <a:extLst>
              <a:ext uri="{FF2B5EF4-FFF2-40B4-BE49-F238E27FC236}">
                <a16:creationId xmlns:a16="http://schemas.microsoft.com/office/drawing/2014/main" id="{57D896BA-8835-4D55-1459-BF51AED4667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2775179" y="1304764"/>
            <a:ext cx="3593640" cy="1708352"/>
          </a:xfrm>
          <a:prstGeom prst="rect">
            <a:avLst/>
          </a:prstGeom>
        </p:spPr>
      </p:pic>
    </p:spTree>
    <p:extLst>
      <p:ext uri="{BB962C8B-B14F-4D97-AF65-F5344CB8AC3E}">
        <p14:creationId xmlns:p14="http://schemas.microsoft.com/office/powerpoint/2010/main" val="5592908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1" name="Rectangle 2"/>
          <p:cNvSpPr>
            <a:spLocks noGrp="1" noChangeArrowheads="1"/>
          </p:cNvSpPr>
          <p:nvPr>
            <p:ph type="title"/>
          </p:nvPr>
        </p:nvSpPr>
        <p:spPr>
          <a:xfrm>
            <a:off x="529559" y="152007"/>
            <a:ext cx="8229600" cy="1143000"/>
          </a:xfrm>
        </p:spPr>
        <p:txBody>
          <a:bodyPr/>
          <a:lstStyle/>
          <a:p>
            <a:pPr eaLnBrk="1" hangingPunct="1"/>
            <a:r>
              <a:rPr lang="zh-CN" altLang="en-US" b="1" dirty="0"/>
              <a:t>用卡诺图化简</a:t>
            </a:r>
            <a:endParaRPr lang="en-US" altLang="zh-CN" b="1" dirty="0"/>
          </a:p>
        </p:txBody>
      </p:sp>
      <p:graphicFrame>
        <p:nvGraphicFramePr>
          <p:cNvPr id="600067" name="Object 3"/>
          <p:cNvGraphicFramePr>
            <a:graphicFrameLocks noGrp="1" noChangeAspect="1"/>
          </p:cNvGraphicFramePr>
          <p:nvPr>
            <p:ph idx="1"/>
            <p:extLst>
              <p:ext uri="{D42A27DB-BD31-4B8C-83A1-F6EECF244321}">
                <p14:modId xmlns:p14="http://schemas.microsoft.com/office/powerpoint/2010/main" val="3572604050"/>
              </p:ext>
            </p:extLst>
          </p:nvPr>
        </p:nvGraphicFramePr>
        <p:xfrm>
          <a:off x="4771359" y="1608180"/>
          <a:ext cx="3987800" cy="2105025"/>
        </p:xfrm>
        <a:graphic>
          <a:graphicData uri="http://schemas.openxmlformats.org/presentationml/2006/ole">
            <mc:AlternateContent xmlns:mc="http://schemas.openxmlformats.org/markup-compatibility/2006">
              <mc:Choice xmlns:v="urn:schemas-microsoft-com:vml" Requires="v">
                <p:oleObj name="文档" r:id="rId3" imgW="4377879" imgH="2311118" progId="Word.Document.8">
                  <p:embed/>
                </p:oleObj>
              </mc:Choice>
              <mc:Fallback>
                <p:oleObj name="文档" r:id="rId3" imgW="4377879" imgH="2311118" progId="Word.Document.8">
                  <p:embed/>
                  <p:pic>
                    <p:nvPicPr>
                      <p:cNvPr id="600067"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71359" y="1608180"/>
                        <a:ext cx="3987800" cy="2105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Slide Number Placeholder 1">
            <a:extLst>
              <a:ext uri="{FF2B5EF4-FFF2-40B4-BE49-F238E27FC236}">
                <a16:creationId xmlns:a16="http://schemas.microsoft.com/office/drawing/2014/main" id="{2E1692B6-5B17-1947-8B78-57A806FBFECA}"/>
              </a:ext>
            </a:extLst>
          </p:cNvPr>
          <p:cNvSpPr>
            <a:spLocks noGrp="1"/>
          </p:cNvSpPr>
          <p:nvPr>
            <p:ph type="sldNum" sz="quarter" idx="12"/>
          </p:nvPr>
        </p:nvSpPr>
        <p:spPr/>
        <p:txBody>
          <a:bodyPr/>
          <a:lstStyle/>
          <a:p>
            <a:pPr>
              <a:defRPr/>
            </a:pPr>
            <a:fld id="{A88D0608-5506-4AD0-BB9E-DF761E8BFA1F}" type="slidenum">
              <a:rPr lang="zh-CN" altLang="en-US" smtClean="0"/>
              <a:pPr>
                <a:defRPr/>
              </a:pPr>
              <a:t>30</a:t>
            </a:fld>
            <a:endParaRPr lang="en-US" altLang="zh-CN" dirty="0"/>
          </a:p>
        </p:txBody>
      </p:sp>
      <p:graphicFrame>
        <p:nvGraphicFramePr>
          <p:cNvPr id="14" name="Group 3">
            <a:extLst>
              <a:ext uri="{FF2B5EF4-FFF2-40B4-BE49-F238E27FC236}">
                <a16:creationId xmlns:a16="http://schemas.microsoft.com/office/drawing/2014/main" id="{8DA647D7-D6B7-CE44-8FCC-A737BABBF2F9}"/>
              </a:ext>
            </a:extLst>
          </p:cNvPr>
          <p:cNvGraphicFramePr>
            <a:graphicFrameLocks/>
          </p:cNvGraphicFramePr>
          <p:nvPr>
            <p:extLst>
              <p:ext uri="{D42A27DB-BD31-4B8C-83A1-F6EECF244321}">
                <p14:modId xmlns:p14="http://schemas.microsoft.com/office/powerpoint/2010/main" val="18083957"/>
              </p:ext>
            </p:extLst>
          </p:nvPr>
        </p:nvGraphicFramePr>
        <p:xfrm>
          <a:off x="527785" y="1441493"/>
          <a:ext cx="3921127" cy="2438400"/>
        </p:xfrm>
        <a:graphic>
          <a:graphicData uri="http://schemas.openxmlformats.org/drawingml/2006/table">
            <a:tbl>
              <a:tblPr/>
              <a:tblGrid>
                <a:gridCol w="559641">
                  <a:extLst>
                    <a:ext uri="{9D8B030D-6E8A-4147-A177-3AD203B41FA5}">
                      <a16:colId xmlns:a16="http://schemas.microsoft.com/office/drawing/2014/main" val="20000"/>
                    </a:ext>
                  </a:extLst>
                </a:gridCol>
                <a:gridCol w="560855">
                  <a:extLst>
                    <a:ext uri="{9D8B030D-6E8A-4147-A177-3AD203B41FA5}">
                      <a16:colId xmlns:a16="http://schemas.microsoft.com/office/drawing/2014/main" val="20001"/>
                    </a:ext>
                  </a:extLst>
                </a:gridCol>
                <a:gridCol w="559640">
                  <a:extLst>
                    <a:ext uri="{9D8B030D-6E8A-4147-A177-3AD203B41FA5}">
                      <a16:colId xmlns:a16="http://schemas.microsoft.com/office/drawing/2014/main" val="20002"/>
                    </a:ext>
                  </a:extLst>
                </a:gridCol>
                <a:gridCol w="560855">
                  <a:extLst>
                    <a:ext uri="{9D8B030D-6E8A-4147-A177-3AD203B41FA5}">
                      <a16:colId xmlns:a16="http://schemas.microsoft.com/office/drawing/2014/main" val="20003"/>
                    </a:ext>
                  </a:extLst>
                </a:gridCol>
                <a:gridCol w="559641">
                  <a:extLst>
                    <a:ext uri="{9D8B030D-6E8A-4147-A177-3AD203B41FA5}">
                      <a16:colId xmlns:a16="http://schemas.microsoft.com/office/drawing/2014/main" val="20004"/>
                    </a:ext>
                  </a:extLst>
                </a:gridCol>
                <a:gridCol w="560855">
                  <a:extLst>
                    <a:ext uri="{9D8B030D-6E8A-4147-A177-3AD203B41FA5}">
                      <a16:colId xmlns:a16="http://schemas.microsoft.com/office/drawing/2014/main" val="20005"/>
                    </a:ext>
                  </a:extLst>
                </a:gridCol>
                <a:gridCol w="559640">
                  <a:extLst>
                    <a:ext uri="{9D8B030D-6E8A-4147-A177-3AD203B41FA5}">
                      <a16:colId xmlns:a16="http://schemas.microsoft.com/office/drawing/2014/main" val="20006"/>
                    </a:ext>
                  </a:extLst>
                </a:gridCol>
              </a:tblGrid>
              <a:tr h="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Arial" charset="0"/>
                          <a:ea typeface="宋体" charset="-122"/>
                        </a:rPr>
                        <a:t>A</a:t>
                      </a:r>
                      <a:r>
                        <a:rPr kumimoji="0" lang="en-US" altLang="zh-CN" sz="1600" b="1" i="0" u="none" strike="noStrike" cap="none" normalizeH="0" baseline="-25000" dirty="0">
                          <a:ln>
                            <a:noFill/>
                          </a:ln>
                          <a:solidFill>
                            <a:schemeClr val="tx1"/>
                          </a:solidFill>
                          <a:effectLst/>
                          <a:latin typeface="Arial" charset="0"/>
                          <a:ea typeface="宋体" charset="-122"/>
                        </a:rPr>
                        <a:t>1</a:t>
                      </a:r>
                      <a:endParaRPr kumimoji="0" lang="en-US" altLang="zh-CN" sz="1600" b="1" i="0" u="none" strike="noStrike" cap="none" normalizeH="0" baseline="0" dirty="0">
                        <a:ln>
                          <a:noFill/>
                        </a:ln>
                        <a:solidFill>
                          <a:schemeClr val="tx1"/>
                        </a:solidFill>
                        <a:effectLst/>
                        <a:latin typeface="Arial" charset="0"/>
                        <a:ea typeface="宋体" charset="-122"/>
                      </a:endParaRPr>
                    </a:p>
                  </a:txBody>
                  <a:tcPr marT="0" marB="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Arial" charset="0"/>
                          <a:ea typeface="宋体" charset="-122"/>
                        </a:rPr>
                        <a:t>A</a:t>
                      </a:r>
                      <a:r>
                        <a:rPr kumimoji="0" lang="en-US" altLang="zh-CN" sz="1600" b="1" i="0" u="none" strike="noStrike" cap="none" normalizeH="0" baseline="-25000" dirty="0">
                          <a:ln>
                            <a:noFill/>
                          </a:ln>
                          <a:solidFill>
                            <a:schemeClr val="tx1"/>
                          </a:solidFill>
                          <a:effectLst/>
                          <a:latin typeface="Arial" charset="0"/>
                          <a:ea typeface="宋体" charset="-122"/>
                        </a:rPr>
                        <a:t>0</a:t>
                      </a:r>
                      <a:endParaRPr kumimoji="0" lang="en-US" altLang="zh-CN" sz="1600" b="1" i="0" u="none" strike="noStrike" cap="none" normalizeH="0" baseline="0" dirty="0">
                        <a:ln>
                          <a:noFill/>
                        </a:ln>
                        <a:solidFill>
                          <a:schemeClr val="tx1"/>
                        </a:solidFill>
                        <a:effectLst/>
                        <a:latin typeface="Arial" charset="0"/>
                        <a:ea typeface="宋体" charset="-122"/>
                      </a:endParaRPr>
                    </a:p>
                  </a:txBody>
                  <a:tcPr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Arial" charset="0"/>
                          <a:ea typeface="宋体" charset="-122"/>
                        </a:rPr>
                        <a:t>B</a:t>
                      </a:r>
                      <a:r>
                        <a:rPr kumimoji="0" lang="en-US" altLang="zh-CN" sz="1600" b="1" i="0" u="none" strike="noStrike" cap="none" normalizeH="0" baseline="-25000" dirty="0">
                          <a:ln>
                            <a:noFill/>
                          </a:ln>
                          <a:solidFill>
                            <a:schemeClr val="tx1"/>
                          </a:solidFill>
                          <a:effectLst/>
                          <a:latin typeface="Arial" charset="0"/>
                          <a:ea typeface="宋体" charset="-122"/>
                        </a:rPr>
                        <a:t>1</a:t>
                      </a:r>
                      <a:endParaRPr kumimoji="0" lang="en-US" altLang="zh-CN" sz="1600" b="1" i="0" u="none" strike="noStrike" cap="none" normalizeH="0" baseline="0" dirty="0">
                        <a:ln>
                          <a:noFill/>
                        </a:ln>
                        <a:solidFill>
                          <a:schemeClr val="tx1"/>
                        </a:solidFill>
                        <a:effectLst/>
                        <a:latin typeface="Arial" charset="0"/>
                        <a:ea typeface="宋体" charset="-122"/>
                      </a:endParaRPr>
                    </a:p>
                  </a:txBody>
                  <a:tcPr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Arial" charset="0"/>
                          <a:ea typeface="宋体" charset="-122"/>
                        </a:rPr>
                        <a:t>B</a:t>
                      </a:r>
                      <a:r>
                        <a:rPr kumimoji="0" lang="en-US" altLang="zh-CN" sz="1600" b="1" i="0" u="none" strike="noStrike" cap="none" normalizeH="0" baseline="-25000" dirty="0">
                          <a:ln>
                            <a:noFill/>
                          </a:ln>
                          <a:solidFill>
                            <a:schemeClr val="tx1"/>
                          </a:solidFill>
                          <a:effectLst/>
                          <a:latin typeface="Arial" charset="0"/>
                          <a:ea typeface="宋体" charset="-122"/>
                        </a:rPr>
                        <a:t>0</a:t>
                      </a:r>
                      <a:endParaRPr kumimoji="0" lang="en-US" altLang="zh-CN" sz="1600" b="1" i="0" u="none" strike="noStrike" cap="none" normalizeH="0" baseline="0" dirty="0">
                        <a:ln>
                          <a:noFill/>
                        </a:ln>
                        <a:solidFill>
                          <a:schemeClr val="tx1"/>
                        </a:solidFill>
                        <a:effectLst/>
                        <a:latin typeface="Arial" charset="0"/>
                        <a:ea typeface="宋体" charset="-122"/>
                      </a:endParaRPr>
                    </a:p>
                  </a:txBody>
                  <a:tcPr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Arial" charset="0"/>
                          <a:ea typeface="宋体" charset="-122"/>
                        </a:rPr>
                        <a:t>LT</a:t>
                      </a:r>
                    </a:p>
                  </a:txBody>
                  <a:tcPr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5"/>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Arial" charset="0"/>
                          <a:ea typeface="宋体" charset="-122"/>
                        </a:rPr>
                        <a:t>EQ</a:t>
                      </a:r>
                    </a:p>
                  </a:txBody>
                  <a:tcPr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5"/>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Arial" charset="0"/>
                          <a:ea typeface="宋体" charset="-122"/>
                        </a:rPr>
                        <a:t>GT</a:t>
                      </a:r>
                    </a:p>
                  </a:txBody>
                  <a:tcPr marT="0" marB="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5"/>
                    </a:solidFill>
                  </a:tcPr>
                </a:tc>
                <a:extLst>
                  <a:ext uri="{0D108BD9-81ED-4DB2-BD59-A6C34878D82A}">
                    <a16:rowId xmlns:a16="http://schemas.microsoft.com/office/drawing/2014/main" val="10000"/>
                  </a:ext>
                </a:extLst>
              </a:tr>
              <a:tr h="0">
                <a:tc rowSpan="4">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charset="-122"/>
                        </a:rPr>
                        <a:t>1</a:t>
                      </a:r>
                    </a:p>
                  </a:txBody>
                  <a:tcPr marT="0" marB="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rowSpan="4">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charset="-122"/>
                        </a:rPr>
                        <a:t>0</a:t>
                      </a:r>
                    </a:p>
                  </a:txBody>
                  <a:tcPr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charset="-122"/>
                        </a:rPr>
                        <a:t>0</a:t>
                      </a:r>
                    </a:p>
                  </a:txBody>
                  <a:tcPr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charset="-122"/>
                        </a:rPr>
                        <a:t>0</a:t>
                      </a:r>
                    </a:p>
                  </a:txBody>
                  <a:tcPr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charset="-122"/>
                        </a:rPr>
                        <a:t>0</a:t>
                      </a:r>
                    </a:p>
                  </a:txBody>
                  <a:tcPr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charset="-122"/>
                        </a:rPr>
                        <a:t>0</a:t>
                      </a:r>
                    </a:p>
                  </a:txBody>
                  <a:tcPr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charset="-122"/>
                        </a:rPr>
                        <a:t>1</a:t>
                      </a:r>
                    </a:p>
                  </a:txBody>
                  <a:tcPr marT="0" marB="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0">
                <a:tc vMerge="1">
                  <a:txBody>
                    <a:bodyPr/>
                    <a:lstStyle/>
                    <a:p>
                      <a:endParaRPr lang="zh-CN" altLang="en-US"/>
                    </a:p>
                  </a:txBody>
                  <a:tcPr/>
                </a:tc>
                <a:tc vMerge="1">
                  <a:txBody>
                    <a:bodyPr/>
                    <a:lstStyle/>
                    <a:p>
                      <a:endParaRPr lang="zh-CN" altLang="en-US"/>
                    </a:p>
                  </a:txBody>
                  <a:tcPr/>
                </a:tc>
                <a:tc vMerge="1">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charset="-122"/>
                        </a:rPr>
                        <a:t>1</a:t>
                      </a:r>
                    </a:p>
                  </a:txBody>
                  <a:tcPr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charset="-122"/>
                        </a:rPr>
                        <a:t>0</a:t>
                      </a:r>
                    </a:p>
                  </a:txBody>
                  <a:tcPr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charset="-122"/>
                        </a:rPr>
                        <a:t>0</a:t>
                      </a:r>
                    </a:p>
                  </a:txBody>
                  <a:tcPr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charset="-122"/>
                        </a:rPr>
                        <a:t>1</a:t>
                      </a:r>
                    </a:p>
                  </a:txBody>
                  <a:tcPr marT="0" marB="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0">
                <a:tc vMerge="1">
                  <a:txBody>
                    <a:bodyPr/>
                    <a:lstStyle/>
                    <a:p>
                      <a:endParaRPr lang="zh-CN" altLang="en-US"/>
                    </a:p>
                  </a:txBody>
                  <a:tcPr/>
                </a:tc>
                <a:tc vMerge="1">
                  <a:txBody>
                    <a:bodyPr/>
                    <a:lstStyle/>
                    <a:p>
                      <a:endParaRPr lang="zh-CN" altLang="en-US"/>
                    </a:p>
                  </a:txBody>
                  <a:tcPr/>
                </a:tc>
                <a:tc rowSpan="2">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charset="-122"/>
                        </a:rPr>
                        <a:t>1</a:t>
                      </a:r>
                    </a:p>
                  </a:txBody>
                  <a:tcPr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charset="-122"/>
                        </a:rPr>
                        <a:t>0</a:t>
                      </a:r>
                    </a:p>
                  </a:txBody>
                  <a:tcPr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charset="-122"/>
                        </a:rPr>
                        <a:t>0</a:t>
                      </a:r>
                    </a:p>
                  </a:txBody>
                  <a:tcPr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charset="-122"/>
                        </a:rPr>
                        <a:t>1</a:t>
                      </a:r>
                    </a:p>
                  </a:txBody>
                  <a:tcPr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charset="-122"/>
                        </a:rPr>
                        <a:t>0</a:t>
                      </a:r>
                    </a:p>
                  </a:txBody>
                  <a:tcPr marT="0" marB="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0">
                <a:tc vMerge="1">
                  <a:txBody>
                    <a:bodyPr/>
                    <a:lstStyle/>
                    <a:p>
                      <a:endParaRPr lang="zh-CN" altLang="en-US"/>
                    </a:p>
                  </a:txBody>
                  <a:tcPr/>
                </a:tc>
                <a:tc vMerge="1">
                  <a:txBody>
                    <a:bodyPr/>
                    <a:lstStyle/>
                    <a:p>
                      <a:endParaRPr lang="zh-CN" altLang="en-US"/>
                    </a:p>
                  </a:txBody>
                  <a:tcPr/>
                </a:tc>
                <a:tc vMerge="1">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charset="-122"/>
                        </a:rPr>
                        <a:t>1</a:t>
                      </a:r>
                    </a:p>
                  </a:txBody>
                  <a:tcPr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charset="-122"/>
                        </a:rPr>
                        <a:t>1</a:t>
                      </a:r>
                    </a:p>
                  </a:txBody>
                  <a:tcPr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charset="-122"/>
                        </a:rPr>
                        <a:t>0</a:t>
                      </a:r>
                    </a:p>
                  </a:txBody>
                  <a:tcPr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charset="-122"/>
                        </a:rPr>
                        <a:t>0</a:t>
                      </a:r>
                    </a:p>
                  </a:txBody>
                  <a:tcPr marT="0" marB="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0">
                <a:tc rowSpan="4">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charset="-122"/>
                        </a:rPr>
                        <a:t>1</a:t>
                      </a:r>
                    </a:p>
                  </a:txBody>
                  <a:tcPr marT="0" marB="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rowSpan="4">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charset="-122"/>
                        </a:rPr>
                        <a:t>1</a:t>
                      </a:r>
                    </a:p>
                  </a:txBody>
                  <a:tcPr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charset="-122"/>
                        </a:rPr>
                        <a:t>0</a:t>
                      </a:r>
                    </a:p>
                  </a:txBody>
                  <a:tcPr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charset="-122"/>
                        </a:rPr>
                        <a:t>0</a:t>
                      </a:r>
                    </a:p>
                  </a:txBody>
                  <a:tcPr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charset="-122"/>
                        </a:rPr>
                        <a:t>0</a:t>
                      </a:r>
                    </a:p>
                  </a:txBody>
                  <a:tcPr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charset="-122"/>
                        </a:rPr>
                        <a:t>0</a:t>
                      </a:r>
                    </a:p>
                  </a:txBody>
                  <a:tcPr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charset="-122"/>
                        </a:rPr>
                        <a:t>1</a:t>
                      </a:r>
                    </a:p>
                  </a:txBody>
                  <a:tcPr marT="0" marB="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0">
                <a:tc vMerge="1">
                  <a:txBody>
                    <a:bodyPr/>
                    <a:lstStyle/>
                    <a:p>
                      <a:endParaRPr lang="zh-CN" altLang="en-US"/>
                    </a:p>
                  </a:txBody>
                  <a:tcPr/>
                </a:tc>
                <a:tc vMerge="1">
                  <a:txBody>
                    <a:bodyPr/>
                    <a:lstStyle/>
                    <a:p>
                      <a:endParaRPr lang="zh-CN" altLang="en-US"/>
                    </a:p>
                  </a:txBody>
                  <a:tcPr/>
                </a:tc>
                <a:tc vMerge="1">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charset="-122"/>
                        </a:rPr>
                        <a:t>1</a:t>
                      </a:r>
                    </a:p>
                  </a:txBody>
                  <a:tcPr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charset="-122"/>
                        </a:rPr>
                        <a:t>0</a:t>
                      </a:r>
                    </a:p>
                  </a:txBody>
                  <a:tcPr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charset="-122"/>
                        </a:rPr>
                        <a:t>0</a:t>
                      </a:r>
                    </a:p>
                  </a:txBody>
                  <a:tcPr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charset="-122"/>
                        </a:rPr>
                        <a:t>1</a:t>
                      </a:r>
                    </a:p>
                  </a:txBody>
                  <a:tcPr marT="0" marB="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r h="0">
                <a:tc vMerge="1">
                  <a:txBody>
                    <a:bodyPr/>
                    <a:lstStyle/>
                    <a:p>
                      <a:endParaRPr lang="zh-CN" altLang="en-US"/>
                    </a:p>
                  </a:txBody>
                  <a:tcPr/>
                </a:tc>
                <a:tc vMerge="1">
                  <a:txBody>
                    <a:bodyPr/>
                    <a:lstStyle/>
                    <a:p>
                      <a:endParaRPr lang="zh-CN" altLang="en-US"/>
                    </a:p>
                  </a:txBody>
                  <a:tcPr/>
                </a:tc>
                <a:tc rowSpan="2">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charset="-122"/>
                        </a:rPr>
                        <a:t>1</a:t>
                      </a:r>
                    </a:p>
                  </a:txBody>
                  <a:tcPr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charset="-122"/>
                        </a:rPr>
                        <a:t>0</a:t>
                      </a:r>
                    </a:p>
                  </a:txBody>
                  <a:tcPr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charset="-122"/>
                        </a:rPr>
                        <a:t>0</a:t>
                      </a:r>
                    </a:p>
                  </a:txBody>
                  <a:tcPr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charset="-122"/>
                        </a:rPr>
                        <a:t>0</a:t>
                      </a:r>
                    </a:p>
                  </a:txBody>
                  <a:tcPr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charset="-122"/>
                        </a:rPr>
                        <a:t>1</a:t>
                      </a:r>
                    </a:p>
                  </a:txBody>
                  <a:tcPr marT="0" marB="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7"/>
                  </a:ext>
                </a:extLst>
              </a:tr>
              <a:tr h="0">
                <a:tc vMerge="1">
                  <a:txBody>
                    <a:bodyPr/>
                    <a:lstStyle/>
                    <a:p>
                      <a:endParaRPr lang="zh-CN" altLang="en-US"/>
                    </a:p>
                  </a:txBody>
                  <a:tcPr/>
                </a:tc>
                <a:tc vMerge="1">
                  <a:txBody>
                    <a:bodyPr/>
                    <a:lstStyle/>
                    <a:p>
                      <a:endParaRPr lang="zh-CN" altLang="en-US"/>
                    </a:p>
                  </a:txBody>
                  <a:tcPr/>
                </a:tc>
                <a:tc vMerge="1">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charset="-122"/>
                        </a:rPr>
                        <a:t>1</a:t>
                      </a:r>
                    </a:p>
                  </a:txBody>
                  <a:tcPr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charset="-122"/>
                        </a:rPr>
                        <a:t>0</a:t>
                      </a:r>
                    </a:p>
                  </a:txBody>
                  <a:tcPr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charset="-122"/>
                        </a:rPr>
                        <a:t>1</a:t>
                      </a:r>
                    </a:p>
                  </a:txBody>
                  <a:tcPr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charset="-122"/>
                        </a:rPr>
                        <a:t>0</a:t>
                      </a:r>
                    </a:p>
                  </a:txBody>
                  <a:tcPr marT="0" marB="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8"/>
                  </a:ext>
                </a:extLst>
              </a:tr>
            </a:tbl>
          </a:graphicData>
        </a:graphic>
      </p:graphicFrame>
      <p:graphicFrame>
        <p:nvGraphicFramePr>
          <p:cNvPr id="15" name="Object 4">
            <a:extLst>
              <a:ext uri="{FF2B5EF4-FFF2-40B4-BE49-F238E27FC236}">
                <a16:creationId xmlns:a16="http://schemas.microsoft.com/office/drawing/2014/main" id="{E82F167E-0FC2-D94C-8FB0-0E3B7477535E}"/>
              </a:ext>
            </a:extLst>
          </p:cNvPr>
          <p:cNvGraphicFramePr>
            <a:graphicFrameLocks noChangeAspect="1"/>
          </p:cNvGraphicFramePr>
          <p:nvPr>
            <p:extLst>
              <p:ext uri="{D42A27DB-BD31-4B8C-83A1-F6EECF244321}">
                <p14:modId xmlns:p14="http://schemas.microsoft.com/office/powerpoint/2010/main" val="3594023747"/>
              </p:ext>
            </p:extLst>
          </p:nvPr>
        </p:nvGraphicFramePr>
        <p:xfrm>
          <a:off x="772134" y="4358839"/>
          <a:ext cx="3921125" cy="2063750"/>
        </p:xfrm>
        <a:graphic>
          <a:graphicData uri="http://schemas.openxmlformats.org/presentationml/2006/ole">
            <mc:AlternateContent xmlns:mc="http://schemas.openxmlformats.org/markup-compatibility/2006">
              <mc:Choice xmlns:v="urn:schemas-microsoft-com:vml" Requires="v">
                <p:oleObj name="文档" r:id="rId5" imgW="4378669" imgH="2307215" progId="Word.Document.8">
                  <p:embed/>
                </p:oleObj>
              </mc:Choice>
              <mc:Fallback>
                <p:oleObj name="文档" r:id="rId5" imgW="4378669" imgH="2307215" progId="Word.Document.8">
                  <p:embed/>
                  <p:pic>
                    <p:nvPicPr>
                      <p:cNvPr id="15" name="Object 4">
                        <a:extLst>
                          <a:ext uri="{FF2B5EF4-FFF2-40B4-BE49-F238E27FC236}">
                            <a16:creationId xmlns:a16="http://schemas.microsoft.com/office/drawing/2014/main" id="{E82F167E-0FC2-D94C-8FB0-0E3B7477535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2134" y="4358839"/>
                        <a:ext cx="3921125" cy="2063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 name="Object 11">
            <a:extLst>
              <a:ext uri="{FF2B5EF4-FFF2-40B4-BE49-F238E27FC236}">
                <a16:creationId xmlns:a16="http://schemas.microsoft.com/office/drawing/2014/main" id="{B3EF5C0C-61AF-3045-ACDF-8CDE65CB159E}"/>
              </a:ext>
            </a:extLst>
          </p:cNvPr>
          <p:cNvGraphicFramePr>
            <a:graphicFrameLocks noChangeAspect="1"/>
          </p:cNvGraphicFramePr>
          <p:nvPr>
            <p:extLst>
              <p:ext uri="{D42A27DB-BD31-4B8C-83A1-F6EECF244321}">
                <p14:modId xmlns:p14="http://schemas.microsoft.com/office/powerpoint/2010/main" val="442245588"/>
              </p:ext>
            </p:extLst>
          </p:nvPr>
        </p:nvGraphicFramePr>
        <p:xfrm>
          <a:off x="5357098" y="5138923"/>
          <a:ext cx="2592387" cy="441325"/>
        </p:xfrm>
        <a:graphic>
          <a:graphicData uri="http://schemas.openxmlformats.org/presentationml/2006/ole">
            <mc:AlternateContent xmlns:mc="http://schemas.openxmlformats.org/markup-compatibility/2006">
              <mc:Choice xmlns:v="urn:schemas-microsoft-com:vml" Requires="v">
                <p:oleObj name="Equation" r:id="rId7" imgW="1422360" imgH="241200" progId="Equation.DSMT4">
                  <p:embed/>
                </p:oleObj>
              </mc:Choice>
              <mc:Fallback>
                <p:oleObj name="Equation" r:id="rId7" imgW="1422360" imgH="241200" progId="Equation.DSMT4">
                  <p:embed/>
                  <p:pic>
                    <p:nvPicPr>
                      <p:cNvPr id="16" name="Object 11">
                        <a:extLst>
                          <a:ext uri="{FF2B5EF4-FFF2-40B4-BE49-F238E27FC236}">
                            <a16:creationId xmlns:a16="http://schemas.microsoft.com/office/drawing/2014/main" id="{B3EF5C0C-61AF-3045-ACDF-8CDE65CB159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57098" y="5138923"/>
                        <a:ext cx="2592387" cy="441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 name="Text Box 8">
            <a:extLst>
              <a:ext uri="{FF2B5EF4-FFF2-40B4-BE49-F238E27FC236}">
                <a16:creationId xmlns:a16="http://schemas.microsoft.com/office/drawing/2014/main" id="{17709621-E68B-9749-8EE0-4927F8B051DB}"/>
              </a:ext>
            </a:extLst>
          </p:cNvPr>
          <p:cNvSpPr txBox="1">
            <a:spLocks noChangeArrowheads="1"/>
          </p:cNvSpPr>
          <p:nvPr/>
        </p:nvSpPr>
        <p:spPr bwMode="auto">
          <a:xfrm>
            <a:off x="5226473" y="4484461"/>
            <a:ext cx="182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eaLnBrk="1" hangingPunct="1">
              <a:spcBef>
                <a:spcPct val="50000"/>
              </a:spcBef>
            </a:pPr>
            <a:r>
              <a:rPr kumimoji="1" lang="en-US" altLang="zh-CN" sz="2400" b="0" dirty="0">
                <a:solidFill>
                  <a:schemeClr val="tx1"/>
                </a:solidFill>
                <a:latin typeface="Times New Roman" pitchFamily="18" charset="0"/>
              </a:rPr>
              <a:t>LT=(A&lt;B)=</a:t>
            </a:r>
          </a:p>
        </p:txBody>
      </p:sp>
      <p:sp>
        <p:nvSpPr>
          <p:cNvPr id="18" name="圆角矩形 1">
            <a:extLst>
              <a:ext uri="{FF2B5EF4-FFF2-40B4-BE49-F238E27FC236}">
                <a16:creationId xmlns:a16="http://schemas.microsoft.com/office/drawing/2014/main" id="{211DADE7-8A32-2447-9082-ECC191838075}"/>
              </a:ext>
            </a:extLst>
          </p:cNvPr>
          <p:cNvSpPr/>
          <p:nvPr/>
        </p:nvSpPr>
        <p:spPr bwMode="auto">
          <a:xfrm>
            <a:off x="3368792" y="4893305"/>
            <a:ext cx="1080120" cy="792088"/>
          </a:xfrm>
          <a:prstGeom prst="roundRect">
            <a:avLst/>
          </a:prstGeom>
          <a:no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charset="0"/>
            </a:endParaRPr>
          </a:p>
        </p:txBody>
      </p:sp>
      <p:sp>
        <p:nvSpPr>
          <p:cNvPr id="19" name="圆角矩形 14">
            <a:extLst>
              <a:ext uri="{FF2B5EF4-FFF2-40B4-BE49-F238E27FC236}">
                <a16:creationId xmlns:a16="http://schemas.microsoft.com/office/drawing/2014/main" id="{835E230F-4F16-C244-AD5F-E1ECE6596370}"/>
              </a:ext>
            </a:extLst>
          </p:cNvPr>
          <p:cNvSpPr/>
          <p:nvPr/>
        </p:nvSpPr>
        <p:spPr bwMode="auto">
          <a:xfrm>
            <a:off x="5340397" y="5139715"/>
            <a:ext cx="576629" cy="412865"/>
          </a:xfrm>
          <a:prstGeom prst="roundRect">
            <a:avLst/>
          </a:prstGeom>
          <a:noFill/>
          <a:ln w="381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20" name="圆角矩形 15">
            <a:extLst>
              <a:ext uri="{FF2B5EF4-FFF2-40B4-BE49-F238E27FC236}">
                <a16:creationId xmlns:a16="http://schemas.microsoft.com/office/drawing/2014/main" id="{24D56DA7-B3C1-284B-A8A5-EF374483A32E}"/>
              </a:ext>
            </a:extLst>
          </p:cNvPr>
          <p:cNvSpPr/>
          <p:nvPr/>
        </p:nvSpPr>
        <p:spPr bwMode="auto">
          <a:xfrm>
            <a:off x="2704953" y="5037320"/>
            <a:ext cx="1080120" cy="243861"/>
          </a:xfrm>
          <a:prstGeom prst="roundRect">
            <a:avLst/>
          </a:prstGeom>
          <a:noFill/>
          <a:ln w="19050" cap="flat" cmpd="sng" algn="ctr">
            <a:solidFill>
              <a:schemeClr val="accent3">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21" name="圆角矩形 16">
            <a:extLst>
              <a:ext uri="{FF2B5EF4-FFF2-40B4-BE49-F238E27FC236}">
                <a16:creationId xmlns:a16="http://schemas.microsoft.com/office/drawing/2014/main" id="{CA2DB840-A6AE-BC42-B4AC-80AF9F723BD9}"/>
              </a:ext>
            </a:extLst>
          </p:cNvPr>
          <p:cNvSpPr/>
          <p:nvPr/>
        </p:nvSpPr>
        <p:spPr bwMode="auto">
          <a:xfrm>
            <a:off x="6098541" y="5140133"/>
            <a:ext cx="806828" cy="386933"/>
          </a:xfrm>
          <a:prstGeom prst="roundRect">
            <a:avLst/>
          </a:prstGeom>
          <a:noFill/>
          <a:ln w="38100" cap="flat" cmpd="sng" algn="ctr">
            <a:solidFill>
              <a:schemeClr val="accent3">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pic>
        <p:nvPicPr>
          <p:cNvPr id="22" name="图片 3">
            <a:extLst>
              <a:ext uri="{FF2B5EF4-FFF2-40B4-BE49-F238E27FC236}">
                <a16:creationId xmlns:a16="http://schemas.microsoft.com/office/drawing/2014/main" id="{CB0E138E-099D-AF47-8ED0-14A0EFB3D1FD}"/>
              </a:ext>
            </a:extLst>
          </p:cNvPr>
          <p:cNvPicPr>
            <a:picLocks noChangeAspect="1"/>
          </p:cNvPicPr>
          <p:nvPr/>
        </p:nvPicPr>
        <p:blipFill rotWithShape="1">
          <a:blip r:embed="rId9"/>
          <a:srcRect l="595" t="47917"/>
          <a:stretch/>
        </p:blipFill>
        <p:spPr>
          <a:xfrm>
            <a:off x="3464142" y="4784119"/>
            <a:ext cx="265112" cy="575467"/>
          </a:xfrm>
          <a:prstGeom prst="rect">
            <a:avLst/>
          </a:prstGeom>
        </p:spPr>
      </p:pic>
      <p:pic>
        <p:nvPicPr>
          <p:cNvPr id="23" name="图片 23">
            <a:extLst>
              <a:ext uri="{FF2B5EF4-FFF2-40B4-BE49-F238E27FC236}">
                <a16:creationId xmlns:a16="http://schemas.microsoft.com/office/drawing/2014/main" id="{9A248E21-EE5C-5B40-A268-1799CC4E569C}"/>
              </a:ext>
            </a:extLst>
          </p:cNvPr>
          <p:cNvPicPr>
            <a:picLocks noChangeAspect="1"/>
          </p:cNvPicPr>
          <p:nvPr/>
        </p:nvPicPr>
        <p:blipFill rotWithShape="1">
          <a:blip r:embed="rId9"/>
          <a:srcRect l="595" t="47917"/>
          <a:stretch/>
        </p:blipFill>
        <p:spPr>
          <a:xfrm rot="10800000">
            <a:off x="3464142" y="5920541"/>
            <a:ext cx="265112" cy="300112"/>
          </a:xfrm>
          <a:prstGeom prst="rect">
            <a:avLst/>
          </a:prstGeom>
        </p:spPr>
      </p:pic>
      <p:sp>
        <p:nvSpPr>
          <p:cNvPr id="24" name="圆角矩形 24">
            <a:extLst>
              <a:ext uri="{FF2B5EF4-FFF2-40B4-BE49-F238E27FC236}">
                <a16:creationId xmlns:a16="http://schemas.microsoft.com/office/drawing/2014/main" id="{103C3033-11E6-644C-B450-6131D0D7E6ED}"/>
              </a:ext>
            </a:extLst>
          </p:cNvPr>
          <p:cNvSpPr/>
          <p:nvPr/>
        </p:nvSpPr>
        <p:spPr bwMode="auto">
          <a:xfrm>
            <a:off x="7169126" y="5117169"/>
            <a:ext cx="852367" cy="435411"/>
          </a:xfrm>
          <a:prstGeom prst="roundRect">
            <a:avLst/>
          </a:prstGeom>
          <a:noFill/>
          <a:ln w="38100" cap="flat" cmpd="sng" algn="ctr">
            <a:solidFill>
              <a:srgbClr val="7030A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en-US"/>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19189673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5" name="Rectangle 2"/>
          <p:cNvSpPr>
            <a:spLocks noGrp="1" noChangeArrowheads="1"/>
          </p:cNvSpPr>
          <p:nvPr>
            <p:ph type="title"/>
          </p:nvPr>
        </p:nvSpPr>
        <p:spPr/>
        <p:txBody>
          <a:bodyPr/>
          <a:lstStyle/>
          <a:p>
            <a:pPr eaLnBrk="1" hangingPunct="1"/>
            <a:r>
              <a:rPr lang="zh-CN" altLang="en-US" b="1" dirty="0"/>
              <a:t>布尔表达式</a:t>
            </a:r>
            <a:endParaRPr lang="en-US" altLang="zh-CN" b="1" dirty="0"/>
          </a:p>
        </p:txBody>
      </p:sp>
      <p:graphicFrame>
        <p:nvGraphicFramePr>
          <p:cNvPr id="9218" name="Object 7"/>
          <p:cNvGraphicFramePr>
            <a:graphicFrameLocks noGrp="1" noChangeAspect="1"/>
          </p:cNvGraphicFramePr>
          <p:nvPr>
            <p:ph sz="quarter" idx="4294967295"/>
            <p:extLst>
              <p:ext uri="{D42A27DB-BD31-4B8C-83A1-F6EECF244321}">
                <p14:modId xmlns:p14="http://schemas.microsoft.com/office/powerpoint/2010/main" val="4044301155"/>
              </p:ext>
            </p:extLst>
          </p:nvPr>
        </p:nvGraphicFramePr>
        <p:xfrm>
          <a:off x="2307102" y="1474744"/>
          <a:ext cx="2968625" cy="503238"/>
        </p:xfrm>
        <a:graphic>
          <a:graphicData uri="http://schemas.openxmlformats.org/presentationml/2006/ole">
            <mc:AlternateContent xmlns:mc="http://schemas.openxmlformats.org/markup-compatibility/2006">
              <mc:Choice xmlns:v="urn:schemas-microsoft-com:vml" Requires="v">
                <p:oleObj name="Equation" r:id="rId3" imgW="1422360" imgH="241200" progId="Equation.DSMT4">
                  <p:embed/>
                </p:oleObj>
              </mc:Choice>
              <mc:Fallback>
                <p:oleObj name="Equation" r:id="rId3" imgW="1422360" imgH="241200" progId="Equation.DSMT4">
                  <p:embed/>
                  <p:pic>
                    <p:nvPicPr>
                      <p:cNvPr id="9218"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07102" y="1474744"/>
                        <a:ext cx="2968625" cy="503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26" name="Text Box 4"/>
          <p:cNvSpPr txBox="1">
            <a:spLocks noChangeArrowheads="1"/>
          </p:cNvSpPr>
          <p:nvPr/>
        </p:nvSpPr>
        <p:spPr bwMode="auto">
          <a:xfrm>
            <a:off x="683568" y="1486114"/>
            <a:ext cx="1978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eaLnBrk="1" hangingPunct="1">
              <a:spcBef>
                <a:spcPct val="50000"/>
              </a:spcBef>
            </a:pPr>
            <a:r>
              <a:rPr kumimoji="1" lang="en-US" altLang="zh-CN" sz="2400" b="0" dirty="0">
                <a:solidFill>
                  <a:schemeClr val="tx1"/>
                </a:solidFill>
                <a:latin typeface="Times New Roman" pitchFamily="18" charset="0"/>
              </a:rPr>
              <a:t>LT=(A&lt;B)</a:t>
            </a:r>
            <a:r>
              <a:rPr kumimoji="1" lang="zh-CN" altLang="en-US" sz="2400" b="0" dirty="0">
                <a:solidFill>
                  <a:schemeClr val="tx1"/>
                </a:solidFill>
                <a:latin typeface="Times New Roman" pitchFamily="18" charset="0"/>
              </a:rPr>
              <a:t> </a:t>
            </a:r>
            <a:r>
              <a:rPr kumimoji="1" lang="en-US" altLang="zh-CN" sz="2400" b="0" dirty="0">
                <a:solidFill>
                  <a:schemeClr val="tx1"/>
                </a:solidFill>
                <a:latin typeface="Times New Roman" pitchFamily="18" charset="0"/>
              </a:rPr>
              <a:t>=</a:t>
            </a:r>
          </a:p>
        </p:txBody>
      </p:sp>
      <p:sp>
        <p:nvSpPr>
          <p:cNvPr id="9227" name="Text Box 5"/>
          <p:cNvSpPr txBox="1">
            <a:spLocks noChangeArrowheads="1"/>
          </p:cNvSpPr>
          <p:nvPr/>
        </p:nvSpPr>
        <p:spPr bwMode="auto">
          <a:xfrm>
            <a:off x="683568" y="2237045"/>
            <a:ext cx="19907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eaLnBrk="1" hangingPunct="1">
              <a:spcBef>
                <a:spcPct val="50000"/>
              </a:spcBef>
            </a:pPr>
            <a:r>
              <a:rPr kumimoji="1" lang="en-US" altLang="zh-CN" sz="2400" b="0" dirty="0">
                <a:solidFill>
                  <a:schemeClr val="tx1"/>
                </a:solidFill>
                <a:latin typeface="Times New Roman" pitchFamily="18" charset="0"/>
              </a:rPr>
              <a:t>EQ=(A=B)=</a:t>
            </a:r>
          </a:p>
        </p:txBody>
      </p:sp>
      <p:sp>
        <p:nvSpPr>
          <p:cNvPr id="9228" name="Text Box 6"/>
          <p:cNvSpPr txBox="1">
            <a:spLocks noChangeArrowheads="1"/>
          </p:cNvSpPr>
          <p:nvPr/>
        </p:nvSpPr>
        <p:spPr bwMode="auto">
          <a:xfrm>
            <a:off x="719201" y="4456872"/>
            <a:ext cx="19923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eaLnBrk="1" hangingPunct="1">
              <a:spcBef>
                <a:spcPct val="50000"/>
              </a:spcBef>
            </a:pPr>
            <a:r>
              <a:rPr kumimoji="1" lang="en-US" altLang="zh-CN" sz="2400" b="0" dirty="0">
                <a:solidFill>
                  <a:schemeClr val="tx1"/>
                </a:solidFill>
                <a:latin typeface="Times New Roman" pitchFamily="18" charset="0"/>
              </a:rPr>
              <a:t>GT=(A&gt;B)=</a:t>
            </a:r>
          </a:p>
        </p:txBody>
      </p:sp>
      <p:graphicFrame>
        <p:nvGraphicFramePr>
          <p:cNvPr id="9219" name="Object 8"/>
          <p:cNvGraphicFramePr>
            <a:graphicFrameLocks noChangeAspect="1"/>
          </p:cNvGraphicFramePr>
          <p:nvPr>
            <p:extLst>
              <p:ext uri="{D42A27DB-BD31-4B8C-83A1-F6EECF244321}">
                <p14:modId xmlns:p14="http://schemas.microsoft.com/office/powerpoint/2010/main" val="3543876949"/>
              </p:ext>
            </p:extLst>
          </p:nvPr>
        </p:nvGraphicFramePr>
        <p:xfrm>
          <a:off x="2307102" y="4464331"/>
          <a:ext cx="2971863" cy="504000"/>
        </p:xfrm>
        <a:graphic>
          <a:graphicData uri="http://schemas.openxmlformats.org/presentationml/2006/ole">
            <mc:AlternateContent xmlns:mc="http://schemas.openxmlformats.org/markup-compatibility/2006">
              <mc:Choice xmlns:v="urn:schemas-microsoft-com:vml" Requires="v">
                <p:oleObj name="Equation" r:id="rId5" imgW="1422360" imgH="241200" progId="Equation.DSMT4">
                  <p:embed/>
                </p:oleObj>
              </mc:Choice>
              <mc:Fallback>
                <p:oleObj name="Equation" r:id="rId5" imgW="1422360" imgH="241200" progId="Equation.DSMT4">
                  <p:embed/>
                  <p:pic>
                    <p:nvPicPr>
                      <p:cNvPr id="9219"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07102" y="4464331"/>
                        <a:ext cx="2971863" cy="504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0069" name="Object 5"/>
          <p:cNvGraphicFramePr>
            <a:graphicFrameLocks noChangeAspect="1"/>
          </p:cNvGraphicFramePr>
          <p:nvPr>
            <p:extLst>
              <p:ext uri="{D42A27DB-BD31-4B8C-83A1-F6EECF244321}">
                <p14:modId xmlns:p14="http://schemas.microsoft.com/office/powerpoint/2010/main" val="3493995985"/>
              </p:ext>
            </p:extLst>
          </p:nvPr>
        </p:nvGraphicFramePr>
        <p:xfrm>
          <a:off x="2309082" y="2223388"/>
          <a:ext cx="5142962" cy="504000"/>
        </p:xfrm>
        <a:graphic>
          <a:graphicData uri="http://schemas.openxmlformats.org/presentationml/2006/ole">
            <mc:AlternateContent xmlns:mc="http://schemas.openxmlformats.org/markup-compatibility/2006">
              <mc:Choice xmlns:v="urn:schemas-microsoft-com:vml" Requires="v">
                <p:oleObj name="Equation" r:id="rId7" imgW="2654280" imgH="241200" progId="Equation.DSMT4">
                  <p:embed/>
                </p:oleObj>
              </mc:Choice>
              <mc:Fallback>
                <p:oleObj name="Equation" r:id="rId7" imgW="2654280" imgH="241200" progId="Equation.DSMT4">
                  <p:embed/>
                  <p:pic>
                    <p:nvPicPr>
                      <p:cNvPr id="600069"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09082" y="2223388"/>
                        <a:ext cx="5142962" cy="504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 name="Text Box 74"/>
          <p:cNvSpPr txBox="1">
            <a:spLocks noChangeArrowheads="1"/>
          </p:cNvSpPr>
          <p:nvPr/>
        </p:nvSpPr>
        <p:spPr bwMode="auto">
          <a:xfrm>
            <a:off x="6112125" y="1493011"/>
            <a:ext cx="24384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eaLnBrk="1" hangingPunct="1">
              <a:spcBef>
                <a:spcPct val="50000"/>
              </a:spcBef>
            </a:pPr>
            <a:r>
              <a:rPr lang="en-US" altLang="zh-CN" sz="2800" dirty="0">
                <a:solidFill>
                  <a:srgbClr val="3333FF"/>
                </a:solidFill>
                <a:sym typeface="Symbol" pitchFamily="18" charset="2"/>
              </a:rPr>
              <a:t>2</a:t>
            </a:r>
            <a:r>
              <a:rPr lang="zh-CN" altLang="en-US" sz="2800" dirty="0">
                <a:solidFill>
                  <a:srgbClr val="3333FF"/>
                </a:solidFill>
                <a:sym typeface="Symbol" pitchFamily="18" charset="2"/>
              </a:rPr>
              <a:t>级与或形式</a:t>
            </a:r>
            <a:endParaRPr lang="en-US" altLang="zh-CN" sz="2800" dirty="0">
              <a:solidFill>
                <a:srgbClr val="3333FF"/>
              </a:solidFill>
              <a:sym typeface="Symbol" pitchFamily="18" charset="2"/>
            </a:endParaRPr>
          </a:p>
        </p:txBody>
      </p:sp>
      <p:graphicFrame>
        <p:nvGraphicFramePr>
          <p:cNvPr id="12" name="Object 11"/>
          <p:cNvGraphicFramePr>
            <a:graphicFrameLocks noChangeAspect="1"/>
          </p:cNvGraphicFramePr>
          <p:nvPr>
            <p:extLst>
              <p:ext uri="{D42A27DB-BD31-4B8C-83A1-F6EECF244321}">
                <p14:modId xmlns:p14="http://schemas.microsoft.com/office/powerpoint/2010/main" val="269916528"/>
              </p:ext>
            </p:extLst>
          </p:nvPr>
        </p:nvGraphicFramePr>
        <p:xfrm>
          <a:off x="2117057" y="2698812"/>
          <a:ext cx="5286993" cy="504000"/>
        </p:xfrm>
        <a:graphic>
          <a:graphicData uri="http://schemas.openxmlformats.org/presentationml/2006/ole">
            <mc:AlternateContent xmlns:mc="http://schemas.openxmlformats.org/markup-compatibility/2006">
              <mc:Choice xmlns:v="urn:schemas-microsoft-com:vml" Requires="v">
                <p:oleObj name="公式" r:id="rId9" imgW="2527200" imgH="241200" progId="Equation.3">
                  <p:embed/>
                </p:oleObj>
              </mc:Choice>
              <mc:Fallback>
                <p:oleObj name="公式" r:id="rId9" imgW="2527200" imgH="241200" progId="Equation.3">
                  <p:embed/>
                  <p:pic>
                    <p:nvPicPr>
                      <p:cNvPr id="12"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17057" y="2698812"/>
                        <a:ext cx="5286993" cy="504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 name="Object 11"/>
          <p:cNvGraphicFramePr>
            <a:graphicFrameLocks noChangeAspect="1"/>
          </p:cNvGraphicFramePr>
          <p:nvPr>
            <p:extLst>
              <p:ext uri="{D42A27DB-BD31-4B8C-83A1-F6EECF244321}">
                <p14:modId xmlns:p14="http://schemas.microsoft.com/office/powerpoint/2010/main" val="1119177404"/>
              </p:ext>
            </p:extLst>
          </p:nvPr>
        </p:nvGraphicFramePr>
        <p:xfrm>
          <a:off x="2117057" y="3154150"/>
          <a:ext cx="4000206" cy="504000"/>
        </p:xfrm>
        <a:graphic>
          <a:graphicData uri="http://schemas.openxmlformats.org/presentationml/2006/ole">
            <mc:AlternateContent xmlns:mc="http://schemas.openxmlformats.org/markup-compatibility/2006">
              <mc:Choice xmlns:v="urn:schemas-microsoft-com:vml" Requires="v">
                <p:oleObj name="公式" r:id="rId11" imgW="2006280" imgH="253800" progId="Equation.3">
                  <p:embed/>
                </p:oleObj>
              </mc:Choice>
              <mc:Fallback>
                <p:oleObj name="公式" r:id="rId11" imgW="2006280" imgH="253800" progId="Equation.3">
                  <p:embed/>
                  <p:pic>
                    <p:nvPicPr>
                      <p:cNvPr id="13"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17057" y="3154150"/>
                        <a:ext cx="4000206" cy="504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 name="Object 11"/>
          <p:cNvGraphicFramePr>
            <a:graphicFrameLocks noChangeAspect="1"/>
          </p:cNvGraphicFramePr>
          <p:nvPr>
            <p:extLst>
              <p:ext uri="{D42A27DB-BD31-4B8C-83A1-F6EECF244321}">
                <p14:modId xmlns:p14="http://schemas.microsoft.com/office/powerpoint/2010/main" val="1498389942"/>
              </p:ext>
            </p:extLst>
          </p:nvPr>
        </p:nvGraphicFramePr>
        <p:xfrm>
          <a:off x="2117057" y="3657200"/>
          <a:ext cx="3038306" cy="504000"/>
        </p:xfrm>
        <a:graphic>
          <a:graphicData uri="http://schemas.openxmlformats.org/presentationml/2006/ole">
            <mc:AlternateContent xmlns:mc="http://schemas.openxmlformats.org/markup-compatibility/2006">
              <mc:Choice xmlns:v="urn:schemas-microsoft-com:vml" Requires="v">
                <p:oleObj name="公式" r:id="rId13" imgW="1523880" imgH="253800" progId="Equation.3">
                  <p:embed/>
                </p:oleObj>
              </mc:Choice>
              <mc:Fallback>
                <p:oleObj name="公式" r:id="rId13" imgW="1523880" imgH="253800" progId="Equation.3">
                  <p:embed/>
                  <p:pic>
                    <p:nvPicPr>
                      <p:cNvPr id="14" name="Object 1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117057" y="3657200"/>
                        <a:ext cx="3038306" cy="504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 name="Object 11"/>
          <p:cNvGraphicFramePr>
            <a:graphicFrameLocks noChangeAspect="1"/>
          </p:cNvGraphicFramePr>
          <p:nvPr>
            <p:extLst>
              <p:ext uri="{D42A27DB-BD31-4B8C-83A1-F6EECF244321}">
                <p14:modId xmlns:p14="http://schemas.microsoft.com/office/powerpoint/2010/main" val="1766115042"/>
              </p:ext>
            </p:extLst>
          </p:nvPr>
        </p:nvGraphicFramePr>
        <p:xfrm>
          <a:off x="5206464" y="3668904"/>
          <a:ext cx="2809360" cy="504000"/>
        </p:xfrm>
        <a:graphic>
          <a:graphicData uri="http://schemas.openxmlformats.org/presentationml/2006/ole">
            <mc:AlternateContent xmlns:mc="http://schemas.openxmlformats.org/markup-compatibility/2006">
              <mc:Choice xmlns:v="urn:schemas-microsoft-com:vml" Requires="v">
                <p:oleObj name="公式" r:id="rId15" imgW="1409400" imgH="253800" progId="Equation.3">
                  <p:embed/>
                </p:oleObj>
              </mc:Choice>
              <mc:Fallback>
                <p:oleObj name="公式" r:id="rId15" imgW="1409400" imgH="253800" progId="Equation.3">
                  <p:embed/>
                  <p:pic>
                    <p:nvPicPr>
                      <p:cNvPr id="15" name="Object 1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206464" y="3668904"/>
                        <a:ext cx="2809360" cy="504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 name="灯片编号占位符 6">
            <a:extLst>
              <a:ext uri="{FF2B5EF4-FFF2-40B4-BE49-F238E27FC236}">
                <a16:creationId xmlns:a16="http://schemas.microsoft.com/office/drawing/2014/main" id="{57CA2C10-BCBE-B046-86EF-B164940B3F6B}"/>
              </a:ext>
            </a:extLst>
          </p:cNvPr>
          <p:cNvSpPr txBox="1">
            <a:spLocks/>
          </p:cNvSpPr>
          <p:nvPr/>
        </p:nvSpPr>
        <p:spPr bwMode="auto">
          <a:xfrm>
            <a:off x="6553200" y="6265860"/>
            <a:ext cx="213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4600" b="1" kern="1200">
                <a:solidFill>
                  <a:srgbClr val="FF3300"/>
                </a:solidFill>
                <a:latin typeface="Garamond" pitchFamily="18" charset="0"/>
                <a:ea typeface="宋体" charset="-122"/>
                <a:cs typeface="+mn-cs"/>
              </a:defRPr>
            </a:lvl1pPr>
            <a:lvl2pPr marL="742950" indent="-28575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2pPr>
            <a:lvl3pPr marL="11430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3pPr>
            <a:lvl4pPr marL="16002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4pPr>
            <a:lvl5pPr marL="20574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5pPr>
            <a:lvl6pPr marL="25146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6pPr>
            <a:lvl7pPr marL="29718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7pPr>
            <a:lvl8pPr marL="34290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8pPr>
            <a:lvl9pPr marL="38862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9pPr>
          </a:lstStyle>
          <a:p>
            <a:pPr eaLnBrk="1" hangingPunct="1"/>
            <a:fld id="{CCE6D788-BCB5-407E-9DED-68D155892338}" type="slidenum">
              <a:rPr lang="en-US" altLang="zh-CN" sz="1400" smtClean="0">
                <a:solidFill>
                  <a:schemeClr val="tx1"/>
                </a:solidFill>
                <a:latin typeface="+mn-lt"/>
              </a:rPr>
              <a:pPr eaLnBrk="1" hangingPunct="1"/>
              <a:t>31</a:t>
            </a:fld>
            <a:endParaRPr lang="en-US" altLang="zh-CN" sz="1400" dirty="0">
              <a:solidFill>
                <a:schemeClr val="tx1"/>
              </a:solidFill>
              <a:latin typeface="+mn-lt"/>
            </a:endParaRPr>
          </a:p>
        </p:txBody>
      </p:sp>
    </p:spTree>
    <p:extLst>
      <p:ext uri="{BB962C8B-B14F-4D97-AF65-F5344CB8AC3E}">
        <p14:creationId xmlns:p14="http://schemas.microsoft.com/office/powerpoint/2010/main" val="40765972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Comparator"/>
          <p:cNvPicPr>
            <a:picLocks noGrp="1" noChangeAspect="1" noChangeArrowheads="1"/>
          </p:cNvPicPr>
          <p:nvPr>
            <p:ph sz="half" idx="4294967295"/>
          </p:nvPr>
        </p:nvPicPr>
        <p:blipFill>
          <a:blip r:embed="rId3">
            <a:extLst>
              <a:ext uri="{28A0092B-C50C-407E-A947-70E740481C1C}">
                <a14:useLocalDpi xmlns:a14="http://schemas.microsoft.com/office/drawing/2010/main"/>
              </a:ext>
            </a:extLst>
          </a:blip>
          <a:srcRect/>
          <a:stretch>
            <a:fillRect/>
          </a:stretch>
        </p:blipFill>
        <p:spPr>
          <a:xfrm>
            <a:off x="4225166" y="1376772"/>
            <a:ext cx="4790472" cy="5218113"/>
          </a:xfrm>
          <a:noFill/>
        </p:spPr>
      </p:pic>
      <p:sp>
        <p:nvSpPr>
          <p:cNvPr id="10244" name="Rectangle 2"/>
          <p:cNvSpPr>
            <a:spLocks noGrp="1" noChangeArrowheads="1"/>
          </p:cNvSpPr>
          <p:nvPr>
            <p:ph type="title"/>
          </p:nvPr>
        </p:nvSpPr>
        <p:spPr>
          <a:xfrm>
            <a:off x="473495" y="163863"/>
            <a:ext cx="8229600" cy="1143000"/>
          </a:xfrm>
        </p:spPr>
        <p:txBody>
          <a:bodyPr/>
          <a:lstStyle/>
          <a:p>
            <a:pPr eaLnBrk="1" hangingPunct="1"/>
            <a:r>
              <a:rPr lang="zh-CN" altLang="en-US" b="1" dirty="0"/>
              <a:t>逻辑门</a:t>
            </a:r>
            <a:r>
              <a:rPr lang="en-US" altLang="zh-CN" b="1" dirty="0"/>
              <a:t>/</a:t>
            </a:r>
            <a:r>
              <a:rPr lang="zh-CN" altLang="en-US" b="1" dirty="0"/>
              <a:t>电路</a:t>
            </a:r>
            <a:endParaRPr lang="en-US" altLang="zh-CN" b="1" dirty="0"/>
          </a:p>
        </p:txBody>
      </p:sp>
      <p:sp>
        <p:nvSpPr>
          <p:cNvPr id="10246" name="Text Box 5"/>
          <p:cNvSpPr txBox="1">
            <a:spLocks noChangeArrowheads="1"/>
          </p:cNvSpPr>
          <p:nvPr/>
        </p:nvSpPr>
        <p:spPr bwMode="auto">
          <a:xfrm>
            <a:off x="312358" y="1531170"/>
            <a:ext cx="19907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eaLnBrk="1" hangingPunct="1">
              <a:spcBef>
                <a:spcPct val="50000"/>
              </a:spcBef>
            </a:pPr>
            <a:r>
              <a:rPr kumimoji="1" lang="en-US" altLang="zh-CN" sz="2400" b="0" dirty="0">
                <a:solidFill>
                  <a:schemeClr val="tx1"/>
                </a:solidFill>
                <a:latin typeface="Times New Roman" pitchFamily="18" charset="0"/>
              </a:rPr>
              <a:t>EQ=</a:t>
            </a:r>
          </a:p>
        </p:txBody>
      </p:sp>
      <p:graphicFrame>
        <p:nvGraphicFramePr>
          <p:cNvPr id="600069" name="Object 5"/>
          <p:cNvGraphicFramePr>
            <a:graphicFrameLocks noChangeAspect="1"/>
          </p:cNvGraphicFramePr>
          <p:nvPr>
            <p:extLst>
              <p:ext uri="{D42A27DB-BD31-4B8C-83A1-F6EECF244321}">
                <p14:modId xmlns:p14="http://schemas.microsoft.com/office/powerpoint/2010/main" val="2756592389"/>
              </p:ext>
            </p:extLst>
          </p:nvPr>
        </p:nvGraphicFramePr>
        <p:xfrm>
          <a:off x="381000" y="2099085"/>
          <a:ext cx="3887788" cy="381000"/>
        </p:xfrm>
        <a:graphic>
          <a:graphicData uri="http://schemas.openxmlformats.org/presentationml/2006/ole">
            <mc:AlternateContent xmlns:mc="http://schemas.openxmlformats.org/markup-compatibility/2006">
              <mc:Choice xmlns:v="urn:schemas-microsoft-com:vml" Requires="v">
                <p:oleObj name="Equation" r:id="rId4" imgW="2654280" imgH="241200" progId="Equation.DSMT4">
                  <p:embed/>
                </p:oleObj>
              </mc:Choice>
              <mc:Fallback>
                <p:oleObj name="Equation" r:id="rId4" imgW="2654280" imgH="241200" progId="Equation.DSMT4">
                  <p:embed/>
                  <p:pic>
                    <p:nvPicPr>
                      <p:cNvPr id="600069"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000" y="2099085"/>
                        <a:ext cx="3887788"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 name="Object 11"/>
          <p:cNvGraphicFramePr>
            <a:graphicFrameLocks noChangeAspect="1"/>
          </p:cNvGraphicFramePr>
          <p:nvPr>
            <p:extLst>
              <p:ext uri="{D42A27DB-BD31-4B8C-83A1-F6EECF244321}">
                <p14:modId xmlns:p14="http://schemas.microsoft.com/office/powerpoint/2010/main" val="1106367461"/>
              </p:ext>
            </p:extLst>
          </p:nvPr>
        </p:nvGraphicFramePr>
        <p:xfrm>
          <a:off x="389417" y="2590800"/>
          <a:ext cx="2805113" cy="503238"/>
        </p:xfrm>
        <a:graphic>
          <a:graphicData uri="http://schemas.openxmlformats.org/presentationml/2006/ole">
            <mc:AlternateContent xmlns:mc="http://schemas.openxmlformats.org/markup-compatibility/2006">
              <mc:Choice xmlns:v="urn:schemas-microsoft-com:vml" Requires="v">
                <p:oleObj name="公式" r:id="rId6" imgW="1409400" imgH="253800" progId="Equation.3">
                  <p:embed/>
                </p:oleObj>
              </mc:Choice>
              <mc:Fallback>
                <p:oleObj name="公式" r:id="rId6" imgW="1409400" imgH="253800" progId="Equation.3">
                  <p:embed/>
                  <p:pic>
                    <p:nvPicPr>
                      <p:cNvPr id="3"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9417" y="2590800"/>
                        <a:ext cx="2805113" cy="503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灯片编号占位符 6">
            <a:extLst>
              <a:ext uri="{FF2B5EF4-FFF2-40B4-BE49-F238E27FC236}">
                <a16:creationId xmlns:a16="http://schemas.microsoft.com/office/drawing/2014/main" id="{0B71B601-65A9-DD46-A52B-C04878E6A4B5}"/>
              </a:ext>
            </a:extLst>
          </p:cNvPr>
          <p:cNvSpPr txBox="1">
            <a:spLocks/>
          </p:cNvSpPr>
          <p:nvPr/>
        </p:nvSpPr>
        <p:spPr bwMode="auto">
          <a:xfrm>
            <a:off x="6553200" y="6265860"/>
            <a:ext cx="213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4600" b="1" kern="1200">
                <a:solidFill>
                  <a:srgbClr val="FF3300"/>
                </a:solidFill>
                <a:latin typeface="Garamond" pitchFamily="18" charset="0"/>
                <a:ea typeface="宋体" charset="-122"/>
                <a:cs typeface="+mn-cs"/>
              </a:defRPr>
            </a:lvl1pPr>
            <a:lvl2pPr marL="742950" indent="-28575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2pPr>
            <a:lvl3pPr marL="11430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3pPr>
            <a:lvl4pPr marL="16002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4pPr>
            <a:lvl5pPr marL="20574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5pPr>
            <a:lvl6pPr marL="25146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6pPr>
            <a:lvl7pPr marL="29718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7pPr>
            <a:lvl8pPr marL="34290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8pPr>
            <a:lvl9pPr marL="38862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9pPr>
          </a:lstStyle>
          <a:p>
            <a:pPr eaLnBrk="1" hangingPunct="1"/>
            <a:fld id="{CCE6D788-BCB5-407E-9DED-68D155892338}" type="slidenum">
              <a:rPr lang="en-US" altLang="zh-CN" sz="1400" smtClean="0">
                <a:solidFill>
                  <a:schemeClr val="tx1"/>
                </a:solidFill>
                <a:latin typeface="+mn-lt"/>
              </a:rPr>
              <a:pPr eaLnBrk="1" hangingPunct="1"/>
              <a:t>32</a:t>
            </a:fld>
            <a:endParaRPr lang="en-US" altLang="zh-CN" sz="1400" dirty="0">
              <a:solidFill>
                <a:schemeClr val="tx1"/>
              </a:solidFill>
              <a:latin typeface="+mn-lt"/>
            </a:endParaRPr>
          </a:p>
        </p:txBody>
      </p:sp>
    </p:spTree>
    <p:extLst>
      <p:ext uri="{BB962C8B-B14F-4D97-AF65-F5344CB8AC3E}">
        <p14:creationId xmlns:p14="http://schemas.microsoft.com/office/powerpoint/2010/main" val="5956931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EC521-2EC3-6D47-900E-4F2359F8A8A7}"/>
              </a:ext>
            </a:extLst>
          </p:cNvPr>
          <p:cNvSpPr>
            <a:spLocks noGrp="1"/>
          </p:cNvSpPr>
          <p:nvPr>
            <p:ph type="title"/>
          </p:nvPr>
        </p:nvSpPr>
        <p:spPr>
          <a:xfrm>
            <a:off x="457200" y="188640"/>
            <a:ext cx="8229600" cy="1143000"/>
          </a:xfrm>
        </p:spPr>
        <p:txBody>
          <a:bodyPr/>
          <a:lstStyle/>
          <a:p>
            <a:r>
              <a:rPr lang="zh-CN" altLang="en-US" b="1" dirty="0"/>
              <a:t>看起来很容易</a:t>
            </a:r>
            <a:r>
              <a:rPr lang="en-CN" b="1" dirty="0"/>
              <a:t>?</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25AE0686-4C52-884B-9577-5B1DDCA8C482}"/>
                  </a:ext>
                </a:extLst>
              </p:cNvPr>
              <p:cNvSpPr>
                <a:spLocks noGrp="1"/>
              </p:cNvSpPr>
              <p:nvPr>
                <p:ph idx="1"/>
              </p:nvPr>
            </p:nvSpPr>
            <p:spPr>
              <a:xfrm>
                <a:off x="457200" y="1447800"/>
                <a:ext cx="8229600" cy="4429471"/>
              </a:xfrm>
            </p:spPr>
            <p:txBody>
              <a:bodyPr/>
              <a:lstStyle/>
              <a:p>
                <a:r>
                  <a:rPr lang="zh-CN" altLang="en-US" sz="3200" b="1" dirty="0">
                    <a:latin typeface="Arial" panose="020B0604020202020204" pitchFamily="34" charset="0"/>
                    <a:cs typeface="Arial" panose="020B0604020202020204" pitchFamily="34" charset="0"/>
                  </a:rPr>
                  <a:t>开放式讨论</a:t>
                </a:r>
                <a:endParaRPr lang="en-CN" sz="3200" b="1" dirty="0">
                  <a:latin typeface="Arial" panose="020B0604020202020204" pitchFamily="34" charset="0"/>
                  <a:cs typeface="Arial" panose="020B0604020202020204" pitchFamily="34" charset="0"/>
                </a:endParaRPr>
              </a:p>
              <a:p>
                <a:pPr lvl="1"/>
                <a:r>
                  <a:rPr lang="en-CN" sz="2800" dirty="0">
                    <a:latin typeface="Arial" panose="020B0604020202020204" pitchFamily="34" charset="0"/>
                    <a:cs typeface="Arial" panose="020B0604020202020204" pitchFamily="34" charset="0"/>
                  </a:rPr>
                  <a:t>50</a:t>
                </a:r>
                <a:r>
                  <a:rPr lang="zh-CN" altLang="en-US" sz="2800" dirty="0">
                    <a:latin typeface="Arial" panose="020B0604020202020204" pitchFamily="34" charset="0"/>
                    <a:cs typeface="Arial" panose="020B0604020202020204" pitchFamily="34" charset="0"/>
                  </a:rPr>
                  <a:t>个输入的真值表或卡诺图</a:t>
                </a:r>
                <a:r>
                  <a:rPr lang="en-CN" sz="2800" dirty="0">
                    <a:latin typeface="Arial" panose="020B0604020202020204" pitchFamily="34" charset="0"/>
                    <a:cs typeface="Arial" panose="020B0604020202020204" pitchFamily="34" charset="0"/>
                  </a:rPr>
                  <a:t>?</a:t>
                </a:r>
              </a:p>
              <a:p>
                <a:pPr lvl="1"/>
                <a:r>
                  <a:rPr lang="zh-CN" altLang="en-US" sz="2800" dirty="0">
                    <a:latin typeface="Arial" panose="020B0604020202020204" pitchFamily="34" charset="0"/>
                    <a:cs typeface="Arial" panose="020B0604020202020204" pitchFamily="34" charset="0"/>
                  </a:rPr>
                  <a:t>如何处理复杂逻辑</a:t>
                </a:r>
                <a:r>
                  <a:rPr lang="en-CN" sz="2800" dirty="0">
                    <a:latin typeface="Arial" panose="020B0604020202020204" pitchFamily="34" charset="0"/>
                    <a:cs typeface="Arial" panose="020B0604020202020204" pitchFamily="34" charset="0"/>
                  </a:rPr>
                  <a:t>?</a:t>
                </a:r>
                <a:r>
                  <a:rPr lang="en-US" sz="2800" dirty="0">
                    <a:latin typeface="Arial" panose="020B0604020202020204" pitchFamily="34" charset="0"/>
                    <a:cs typeface="Arial" panose="020B0604020202020204" pitchFamily="34" charset="0"/>
                  </a:rPr>
                  <a:t> </a:t>
                </a:r>
                <a:endParaRPr lang="en-CN" sz="2800" dirty="0">
                  <a:latin typeface="Arial" panose="020B0604020202020204" pitchFamily="34" charset="0"/>
                  <a:cs typeface="Arial" panose="020B0604020202020204" pitchFamily="34" charset="0"/>
                </a:endParaRPr>
              </a:p>
              <a:p>
                <a:pPr lvl="2"/>
                <a:r>
                  <a:rPr lang="zh-CN" altLang="en-US" sz="2400" dirty="0">
                    <a:latin typeface="Arial" panose="020B0604020202020204" pitchFamily="34" charset="0"/>
                    <a:cs typeface="Arial" panose="020B0604020202020204" pitchFamily="34" charset="0"/>
                  </a:rPr>
                  <a:t>从</a:t>
                </a:r>
                <a:r>
                  <a:rPr lang="en-CN" sz="2400" dirty="0">
                    <a:latin typeface="Arial" panose="020B0604020202020204" pitchFamily="34" charset="0"/>
                    <a:cs typeface="Arial" panose="020B0604020202020204" pitchFamily="34" charset="0"/>
                  </a:rPr>
                  <a:t>2</a:t>
                </a:r>
                <a:r>
                  <a:rPr lang="zh-CN" altLang="en-US" sz="2400" dirty="0">
                    <a:latin typeface="Arial" panose="020B0604020202020204" pitchFamily="34" charset="0"/>
                    <a:cs typeface="Arial" panose="020B0604020202020204" pitchFamily="34" charset="0"/>
                  </a:rPr>
                  <a:t>级到多级</a:t>
                </a:r>
                <a:r>
                  <a:rPr lang="en-CN" sz="2400" dirty="0">
                    <a:latin typeface="Arial" panose="020B0604020202020204" pitchFamily="34" charset="0"/>
                    <a:cs typeface="Arial" panose="020B0604020202020204" pitchFamily="34" charset="0"/>
                  </a:rPr>
                  <a:t>(BDD?)</a:t>
                </a:r>
              </a:p>
              <a:p>
                <a:pPr lvl="3"/>
                <a:r>
                  <a:rPr lang="en-US" altLang="zh-CN" sz="2400" dirty="0">
                    <a:latin typeface="Arial" panose="020B0604020202020204" pitchFamily="34" charset="0"/>
                    <a:cs typeface="Arial" panose="020B0604020202020204" pitchFamily="34" charset="0"/>
                  </a:rPr>
                  <a:t>f(A,B,…)=</a:t>
                </a:r>
                <a:r>
                  <a:rPr lang="en-US" altLang="zh-CN" sz="2400" dirty="0" err="1">
                    <a:latin typeface="Arial" panose="020B0604020202020204" pitchFamily="34" charset="0"/>
                    <a:cs typeface="Arial" panose="020B0604020202020204" pitchFamily="34" charset="0"/>
                  </a:rPr>
                  <a:t>A∙g</a:t>
                </a:r>
                <a:r>
                  <a:rPr lang="en-US" altLang="zh-CN" sz="2400" dirty="0">
                    <a:latin typeface="Arial" panose="020B0604020202020204" pitchFamily="34" charset="0"/>
                    <a:cs typeface="Arial" panose="020B0604020202020204" pitchFamily="34" charset="0"/>
                  </a:rPr>
                  <a:t>(B,C,…)+A’ ∙ h(B,C,…)</a:t>
                </a:r>
                <a:endParaRPr lang="en-CN" sz="2400" dirty="0">
                  <a:latin typeface="Arial" panose="020B0604020202020204" pitchFamily="34" charset="0"/>
                  <a:cs typeface="Arial" panose="020B0604020202020204" pitchFamily="34" charset="0"/>
                </a:endParaRPr>
              </a:p>
              <a:p>
                <a:pPr lvl="2"/>
                <a:r>
                  <a:rPr lang="zh-CN" altLang="en-US" sz="2400" dirty="0">
                    <a:latin typeface="Arial" panose="020B0604020202020204" pitchFamily="34" charset="0"/>
                    <a:cs typeface="Arial" panose="020B0604020202020204" pitchFamily="34" charset="0"/>
                  </a:rPr>
                  <a:t>分而治之</a:t>
                </a:r>
                <a:endParaRPr lang="en-US" sz="2400" dirty="0">
                  <a:latin typeface="Arial" panose="020B0604020202020204" pitchFamily="34" charset="0"/>
                  <a:cs typeface="Arial" panose="020B0604020202020204" pitchFamily="34" charset="0"/>
                </a:endParaRPr>
              </a:p>
              <a:p>
                <a:pPr lvl="3"/>
                <a14:m>
                  <m:oMath xmlns:m="http://schemas.openxmlformats.org/officeDocument/2006/math">
                    <m:r>
                      <a:rPr lang="en-US" altLang="zh-CN" sz="2400" dirty="0">
                        <a:latin typeface="Cambria Math" panose="02040503050406030204" pitchFamily="18" charset="0"/>
                      </a:rPr>
                      <m:t>𝑓</m:t>
                    </m:r>
                    <m:r>
                      <a:rPr lang="en-US" altLang="zh-CN" sz="2400" dirty="0">
                        <a:latin typeface="Cambria Math" panose="02040503050406030204" pitchFamily="18" charset="0"/>
                      </a:rPr>
                      <m:t>(</m:t>
                    </m:r>
                    <m:r>
                      <a:rPr lang="en-US" altLang="zh-CN" sz="2400" dirty="0">
                        <a:latin typeface="Cambria Math" panose="02040503050406030204" pitchFamily="18" charset="0"/>
                      </a:rPr>
                      <m:t>𝐴</m:t>
                    </m:r>
                    <m:r>
                      <a:rPr lang="en-US" altLang="zh-CN" sz="2400" dirty="0">
                        <a:latin typeface="Cambria Math" panose="02040503050406030204" pitchFamily="18" charset="0"/>
                      </a:rPr>
                      <m:t>,</m:t>
                    </m:r>
                    <m:r>
                      <a:rPr lang="en-US" altLang="zh-CN" sz="2400" dirty="0">
                        <a:latin typeface="Cambria Math" panose="02040503050406030204" pitchFamily="18" charset="0"/>
                      </a:rPr>
                      <m:t>𝐵</m:t>
                    </m:r>
                    <m:r>
                      <a:rPr lang="en-US" altLang="zh-CN" sz="2400" dirty="0">
                        <a:latin typeface="Cambria Math" panose="02040503050406030204" pitchFamily="18" charset="0"/>
                      </a:rPr>
                      <m:t>,…)=</m:t>
                    </m:r>
                    <m:r>
                      <a:rPr lang="en-US" altLang="zh-CN" sz="2400" dirty="0">
                        <a:latin typeface="Cambria Math" panose="02040503050406030204" pitchFamily="18" charset="0"/>
                      </a:rPr>
                      <m:t>𝑓</m:t>
                    </m:r>
                    <m:r>
                      <a:rPr lang="en-US" altLang="zh-CN" sz="2400" dirty="0">
                        <a:latin typeface="Cambria Math" panose="02040503050406030204" pitchFamily="18" charset="0"/>
                      </a:rPr>
                      <m:t>(</m:t>
                    </m:r>
                    <m:r>
                      <a:rPr lang="en-US" altLang="zh-CN" sz="2400" dirty="0">
                        <a:latin typeface="Cambria Math" panose="02040503050406030204" pitchFamily="18" charset="0"/>
                      </a:rPr>
                      <m:t>𝑔</m:t>
                    </m:r>
                    <m:r>
                      <a:rPr lang="en-US" altLang="zh-CN" sz="2400" dirty="0">
                        <a:latin typeface="Cambria Math" panose="02040503050406030204" pitchFamily="18" charset="0"/>
                      </a:rPr>
                      <m:t>(…),</m:t>
                    </m:r>
                    <m:r>
                      <a:rPr lang="en-US" altLang="zh-CN" sz="2400" dirty="0">
                        <a:latin typeface="Cambria Math" panose="02040503050406030204" pitchFamily="18" charset="0"/>
                      </a:rPr>
                      <m:t>h</m:t>
                    </m:r>
                    <m:r>
                      <a:rPr lang="en-US" altLang="zh-CN" sz="2400" dirty="0">
                        <a:latin typeface="Cambria Math" panose="02040503050406030204" pitchFamily="18" charset="0"/>
                      </a:rPr>
                      <m:t>(…),…)</m:t>
                    </m:r>
                  </m:oMath>
                </a14:m>
                <a:endParaRPr lang="en-CN" sz="2400" dirty="0">
                  <a:latin typeface="Arial" panose="020B0604020202020204" pitchFamily="34" charset="0"/>
                  <a:cs typeface="Arial" panose="020B0604020202020204" pitchFamily="34" charset="0"/>
                </a:endParaRPr>
              </a:p>
              <a:p>
                <a:pPr lvl="2"/>
                <a:r>
                  <a:rPr lang="zh-CN" altLang="en-US" sz="2400" dirty="0">
                    <a:latin typeface="Arial" panose="020B0604020202020204" pitchFamily="34" charset="0"/>
                    <a:cs typeface="Arial" panose="020B0604020202020204" pitchFamily="34" charset="0"/>
                  </a:rPr>
                  <a:t>结构化、复用</a:t>
                </a:r>
                <a:endParaRPr lang="en-CN" sz="2400" dirty="0">
                  <a:latin typeface="Arial" panose="020B0604020202020204" pitchFamily="34" charset="0"/>
                  <a:cs typeface="Arial" panose="020B0604020202020204" pitchFamily="34" charset="0"/>
                </a:endParaRPr>
              </a:p>
            </p:txBody>
          </p:sp>
        </mc:Choice>
        <mc:Fallback xmlns="">
          <p:sp>
            <p:nvSpPr>
              <p:cNvPr id="4" name="Content Placeholder 3">
                <a:extLst>
                  <a:ext uri="{FF2B5EF4-FFF2-40B4-BE49-F238E27FC236}">
                    <a16:creationId xmlns:a16="http://schemas.microsoft.com/office/drawing/2014/main" id="{25AE0686-4C52-884B-9577-5B1DDCA8C482}"/>
                  </a:ext>
                </a:extLst>
              </p:cNvPr>
              <p:cNvSpPr>
                <a:spLocks noGrp="1" noRot="1" noChangeAspect="1" noMove="1" noResize="1" noEditPoints="1" noAdjustHandles="1" noChangeArrowheads="1" noChangeShapeType="1" noTextEdit="1"/>
              </p:cNvSpPr>
              <p:nvPr>
                <p:ph idx="1"/>
              </p:nvPr>
            </p:nvSpPr>
            <p:spPr>
              <a:xfrm>
                <a:off x="457200" y="1447800"/>
                <a:ext cx="8229600" cy="4429471"/>
              </a:xfrm>
              <a:blipFill>
                <a:blip r:embed="rId2"/>
                <a:stretch>
                  <a:fillRect l="-1852" t="-2292"/>
                </a:stretch>
              </a:blipFill>
            </p:spPr>
            <p:txBody>
              <a:bodyPr/>
              <a:lstStyle/>
              <a:p>
                <a:r>
                  <a:rPr lang="en-US">
                    <a:noFill/>
                  </a:rPr>
                  <a:t> </a:t>
                </a:r>
              </a:p>
            </p:txBody>
          </p:sp>
        </mc:Fallback>
      </mc:AlternateContent>
      <p:sp>
        <p:nvSpPr>
          <p:cNvPr id="6" name="Slide Number Placeholder 5">
            <a:extLst>
              <a:ext uri="{FF2B5EF4-FFF2-40B4-BE49-F238E27FC236}">
                <a16:creationId xmlns:a16="http://schemas.microsoft.com/office/drawing/2014/main" id="{D59EE02B-F544-B349-A166-003C625ACE18}"/>
              </a:ext>
            </a:extLst>
          </p:cNvPr>
          <p:cNvSpPr>
            <a:spLocks noGrp="1"/>
          </p:cNvSpPr>
          <p:nvPr>
            <p:ph type="sldNum" sz="quarter" idx="12"/>
          </p:nvPr>
        </p:nvSpPr>
        <p:spPr/>
        <p:txBody>
          <a:bodyPr/>
          <a:lstStyle/>
          <a:p>
            <a:pPr>
              <a:defRPr/>
            </a:pPr>
            <a:fld id="{A88D0608-5506-4AD0-BB9E-DF761E8BFA1F}" type="slidenum">
              <a:rPr lang="zh-CN" altLang="en-US" smtClean="0"/>
              <a:pPr>
                <a:defRPr/>
              </a:pPr>
              <a:t>33</a:t>
            </a:fld>
            <a:endParaRPr lang="en-US" altLang="zh-CN" dirty="0"/>
          </a:p>
        </p:txBody>
      </p:sp>
    </p:spTree>
    <p:extLst>
      <p:ext uri="{BB962C8B-B14F-4D97-AF65-F5344CB8AC3E}">
        <p14:creationId xmlns:p14="http://schemas.microsoft.com/office/powerpoint/2010/main" val="3819806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98730" y="296652"/>
            <a:ext cx="6946540" cy="936625"/>
          </a:xfrm>
        </p:spPr>
        <p:txBody>
          <a:bodyPr/>
          <a:lstStyle/>
          <a:p>
            <a:r>
              <a:rPr lang="zh-CN" altLang="en-US" b="1" dirty="0"/>
              <a:t>处理复杂逻辑</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323528" y="1351040"/>
                <a:ext cx="8686800" cy="4896483"/>
              </a:xfrm>
            </p:spPr>
            <p:txBody>
              <a:bodyPr/>
              <a:lstStyle/>
              <a:p>
                <a:pPr>
                  <a:lnSpc>
                    <a:spcPct val="150000"/>
                  </a:lnSpc>
                </a:pPr>
                <a:r>
                  <a:rPr lang="zh-CN" altLang="en-US" sz="2800" b="1" dirty="0">
                    <a:solidFill>
                      <a:schemeClr val="tx1"/>
                    </a:solidFill>
                    <a:latin typeface="Arial" panose="020B0604020202020204" pitchFamily="34" charset="0"/>
                    <a:cs typeface="Arial" panose="020B0604020202020204" pitchFamily="34" charset="0"/>
                  </a:rPr>
                  <a:t>中间逻辑和共享项</a:t>
                </a:r>
                <a:endParaRPr lang="en-US" altLang="zh-CN" sz="2800" b="1" dirty="0">
                  <a:solidFill>
                    <a:schemeClr val="tx1"/>
                  </a:solidFill>
                  <a:latin typeface="Arial" panose="020B0604020202020204" pitchFamily="34" charset="0"/>
                  <a:cs typeface="Arial" panose="020B0604020202020204" pitchFamily="34" charset="0"/>
                </a:endParaRPr>
              </a:p>
              <a:p>
                <a:pPr lvl="1">
                  <a:lnSpc>
                    <a:spcPct val="150000"/>
                  </a:lnSpc>
                </a:pPr>
                <a:r>
                  <a:rPr lang="zh-CN" altLang="en-US" sz="2400" dirty="0">
                    <a:solidFill>
                      <a:schemeClr val="tx1"/>
                    </a:solidFill>
                    <a:latin typeface="+mn-ea"/>
                    <a:ea typeface="+mn-ea"/>
                    <a:cs typeface="Arial" panose="020B0604020202020204" pitchFamily="34" charset="0"/>
                  </a:rPr>
                  <a:t>例</a:t>
                </a:r>
                <a:r>
                  <a:rPr lang="en-US" altLang="zh-CN" sz="2400" dirty="0">
                    <a:solidFill>
                      <a:schemeClr val="tx1"/>
                    </a:solidFill>
                    <a:latin typeface="+mn-ea"/>
                    <a:ea typeface="+mn-ea"/>
                    <a:cs typeface="Arial" panose="020B0604020202020204" pitchFamily="34" charset="0"/>
                  </a:rPr>
                  <a:t>1</a:t>
                </a:r>
                <a:r>
                  <a:rPr lang="en-US" altLang="zh-CN" sz="2400" dirty="0">
                    <a:solidFill>
                      <a:schemeClr val="tx1"/>
                    </a:solidFill>
                    <a:latin typeface="Arial" panose="020B0604020202020204" pitchFamily="34" charset="0"/>
                    <a:cs typeface="Arial" panose="020B0604020202020204" pitchFamily="34" charset="0"/>
                  </a:rPr>
                  <a:t>: </a:t>
                </a:r>
                <a14:m>
                  <m:oMath xmlns:m="http://schemas.openxmlformats.org/officeDocument/2006/math">
                    <m:r>
                      <a:rPr lang="en-US" altLang="zh-CN" sz="2400" i="1" dirty="0">
                        <a:solidFill>
                          <a:schemeClr val="tx1"/>
                        </a:solidFill>
                        <a:latin typeface="Cambria Math" panose="02040503050406030204" pitchFamily="18" charset="0"/>
                      </a:rPr>
                      <m:t>𝐹</m:t>
                    </m:r>
                    <m:r>
                      <a:rPr lang="en-US" altLang="zh-CN" sz="2400" i="1" dirty="0">
                        <a:solidFill>
                          <a:schemeClr val="tx1"/>
                        </a:solidFill>
                        <a:latin typeface="Cambria Math" panose="02040503050406030204" pitchFamily="18" charset="0"/>
                      </a:rPr>
                      <m:t>=</m:t>
                    </m:r>
                    <m:r>
                      <a:rPr lang="en-US" altLang="zh-CN" sz="2400" i="1" dirty="0">
                        <a:solidFill>
                          <a:schemeClr val="tx1"/>
                        </a:solidFill>
                        <a:latin typeface="Cambria Math" panose="02040503050406030204" pitchFamily="18" charset="0"/>
                      </a:rPr>
                      <m:t>𝑎𝑏𝑐</m:t>
                    </m:r>
                    <m:r>
                      <a:rPr lang="en-US" altLang="zh-CN" sz="2400" i="1" dirty="0">
                        <a:solidFill>
                          <a:schemeClr val="tx1"/>
                        </a:solidFill>
                        <a:latin typeface="Cambria Math" panose="02040503050406030204" pitchFamily="18" charset="0"/>
                      </a:rPr>
                      <m:t>+</m:t>
                    </m:r>
                    <m:r>
                      <a:rPr lang="en-US" altLang="zh-CN" sz="2400" i="1" dirty="0">
                        <a:solidFill>
                          <a:schemeClr val="tx1"/>
                        </a:solidFill>
                        <a:latin typeface="Cambria Math" panose="02040503050406030204" pitchFamily="18" charset="0"/>
                      </a:rPr>
                      <m:t>𝑎𝑏𝑑</m:t>
                    </m:r>
                    <m:r>
                      <a:rPr lang="en-US" altLang="zh-CN" sz="2400" i="1" dirty="0">
                        <a:solidFill>
                          <a:schemeClr val="tx1"/>
                        </a:solidFill>
                        <a:latin typeface="Cambria Math" panose="02040503050406030204" pitchFamily="18" charset="0"/>
                      </a:rPr>
                      <m:t>+</m:t>
                    </m:r>
                    <m:r>
                      <a:rPr lang="en-US" altLang="zh-CN" sz="2400" i="1" dirty="0">
                        <a:solidFill>
                          <a:schemeClr val="tx1"/>
                        </a:solidFill>
                        <a:latin typeface="Cambria Math" panose="02040503050406030204" pitchFamily="18" charset="0"/>
                      </a:rPr>
                      <m:t>𝑎</m:t>
                    </m:r>
                    <m:r>
                      <a:rPr lang="en-US" altLang="zh-CN" sz="2400" i="1" dirty="0">
                        <a:solidFill>
                          <a:schemeClr val="tx1"/>
                        </a:solidFill>
                        <a:latin typeface="Cambria Math" panose="02040503050406030204" pitchFamily="18" charset="0"/>
                      </a:rPr>
                      <m:t>’</m:t>
                    </m:r>
                    <m:r>
                      <a:rPr lang="en-US" altLang="zh-CN" sz="2400" i="1" dirty="0">
                        <a:solidFill>
                          <a:schemeClr val="tx1"/>
                        </a:solidFill>
                        <a:latin typeface="Cambria Math" panose="02040503050406030204" pitchFamily="18" charset="0"/>
                      </a:rPr>
                      <m:t>𝑐</m:t>
                    </m:r>
                    <m:r>
                      <a:rPr lang="en-US" altLang="zh-CN" sz="2400" i="1" dirty="0">
                        <a:solidFill>
                          <a:schemeClr val="tx1"/>
                        </a:solidFill>
                        <a:latin typeface="Cambria Math" panose="02040503050406030204" pitchFamily="18" charset="0"/>
                      </a:rPr>
                      <m:t>’</m:t>
                    </m:r>
                    <m:r>
                      <a:rPr lang="en-US" altLang="zh-CN" sz="2400" i="1" dirty="0">
                        <a:solidFill>
                          <a:schemeClr val="tx1"/>
                        </a:solidFill>
                        <a:latin typeface="Cambria Math" panose="02040503050406030204" pitchFamily="18" charset="0"/>
                      </a:rPr>
                      <m:t>𝑑</m:t>
                    </m:r>
                    <m:r>
                      <a:rPr lang="en-US" altLang="zh-CN" sz="2400" i="1" dirty="0">
                        <a:solidFill>
                          <a:schemeClr val="tx1"/>
                        </a:solidFill>
                        <a:latin typeface="Cambria Math" panose="02040503050406030204" pitchFamily="18" charset="0"/>
                      </a:rPr>
                      <m:t>’+</m:t>
                    </m:r>
                    <m:r>
                      <a:rPr lang="en-US" altLang="zh-CN" sz="2400" i="1" dirty="0" err="1">
                        <a:solidFill>
                          <a:schemeClr val="tx1"/>
                        </a:solidFill>
                        <a:latin typeface="Cambria Math" panose="02040503050406030204" pitchFamily="18" charset="0"/>
                      </a:rPr>
                      <m:t>𝑏</m:t>
                    </m:r>
                    <m:r>
                      <a:rPr lang="en-US" altLang="zh-CN" sz="2400" i="1" dirty="0" err="1">
                        <a:solidFill>
                          <a:schemeClr val="tx1"/>
                        </a:solidFill>
                        <a:latin typeface="Cambria Math" panose="02040503050406030204" pitchFamily="18" charset="0"/>
                      </a:rPr>
                      <m:t>’</m:t>
                    </m:r>
                    <m:r>
                      <a:rPr lang="en-US" altLang="zh-CN" sz="2400" i="1" dirty="0" err="1">
                        <a:solidFill>
                          <a:schemeClr val="tx1"/>
                        </a:solidFill>
                        <a:latin typeface="Cambria Math" panose="02040503050406030204" pitchFamily="18" charset="0"/>
                      </a:rPr>
                      <m:t>𝑐</m:t>
                    </m:r>
                    <m:r>
                      <a:rPr lang="en-US" altLang="zh-CN" sz="2400" i="1" dirty="0" err="1">
                        <a:solidFill>
                          <a:schemeClr val="tx1"/>
                        </a:solidFill>
                        <a:latin typeface="Cambria Math" panose="02040503050406030204" pitchFamily="18" charset="0"/>
                      </a:rPr>
                      <m:t>’</m:t>
                    </m:r>
                    <m:r>
                      <a:rPr lang="en-US" altLang="zh-CN" sz="2400" i="1" dirty="0" err="1">
                        <a:solidFill>
                          <a:schemeClr val="tx1"/>
                        </a:solidFill>
                        <a:latin typeface="Cambria Math" panose="02040503050406030204" pitchFamily="18" charset="0"/>
                      </a:rPr>
                      <m:t>𝑑</m:t>
                    </m:r>
                    <m:r>
                      <a:rPr lang="en-US" altLang="zh-CN" sz="2400" i="1" dirty="0">
                        <a:solidFill>
                          <a:schemeClr val="tx1"/>
                        </a:solidFill>
                        <a:latin typeface="Cambria Math" panose="02040503050406030204" pitchFamily="18" charset="0"/>
                      </a:rPr>
                      <m:t>’</m:t>
                    </m:r>
                  </m:oMath>
                </a14:m>
                <a:endParaRPr lang="en-US" altLang="zh-CN" sz="2400" dirty="0">
                  <a:solidFill>
                    <a:schemeClr val="tx1"/>
                  </a:solidFill>
                  <a:latin typeface="Arial" panose="020B0604020202020204" pitchFamily="34" charset="0"/>
                </a:endParaRPr>
              </a:p>
              <a:p>
                <a:pPr lvl="2">
                  <a:lnSpc>
                    <a:spcPct val="150000"/>
                  </a:lnSpc>
                </a:pPr>
                <a:r>
                  <a:rPr lang="zh-CN" altLang="en-US" dirty="0">
                    <a:solidFill>
                      <a:schemeClr val="tx1"/>
                    </a:solidFill>
                    <a:latin typeface="Arial" panose="020B0604020202020204" pitchFamily="34" charset="0"/>
                    <a:cs typeface="Arial" panose="020B0604020202020204" pitchFamily="34" charset="0"/>
                  </a:rPr>
                  <a:t>使</a:t>
                </a:r>
                <a:r>
                  <a:rPr lang="en-US" altLang="zh-CN" dirty="0">
                    <a:solidFill>
                      <a:schemeClr val="tx1"/>
                    </a:solidFill>
                    <a:latin typeface="Arial" panose="020B0604020202020204" pitchFamily="34" charset="0"/>
                    <a:cs typeface="Arial" panose="020B0604020202020204" pitchFamily="34" charset="0"/>
                  </a:rPr>
                  <a:t> </a:t>
                </a:r>
                <a14:m>
                  <m:oMath xmlns:m="http://schemas.openxmlformats.org/officeDocument/2006/math">
                    <m:r>
                      <a:rPr lang="en-US" altLang="zh-CN" i="1" dirty="0">
                        <a:solidFill>
                          <a:schemeClr val="tx1"/>
                        </a:solidFill>
                        <a:latin typeface="Cambria Math" panose="02040503050406030204" pitchFamily="18" charset="0"/>
                      </a:rPr>
                      <m:t>𝑋</m:t>
                    </m:r>
                    <m:r>
                      <a:rPr lang="en-US" altLang="zh-CN" i="1" dirty="0">
                        <a:solidFill>
                          <a:schemeClr val="tx1"/>
                        </a:solidFill>
                        <a:latin typeface="Cambria Math" panose="02040503050406030204" pitchFamily="18" charset="0"/>
                      </a:rPr>
                      <m:t>=</m:t>
                    </m:r>
                    <m:r>
                      <a:rPr lang="en-US" altLang="zh-CN" i="1" dirty="0">
                        <a:solidFill>
                          <a:schemeClr val="tx1"/>
                        </a:solidFill>
                        <a:latin typeface="Cambria Math" panose="02040503050406030204" pitchFamily="18" charset="0"/>
                      </a:rPr>
                      <m:t>𝑎𝑏</m:t>
                    </m:r>
                    <m:r>
                      <a:rPr lang="en-US" altLang="zh-CN" i="1" dirty="0">
                        <a:solidFill>
                          <a:schemeClr val="tx1"/>
                        </a:solidFill>
                        <a:latin typeface="Cambria Math" panose="02040503050406030204" pitchFamily="18" charset="0"/>
                      </a:rPr>
                      <m:t>, </m:t>
                    </m:r>
                    <m:r>
                      <a:rPr lang="en-US" altLang="zh-CN" i="1" dirty="0">
                        <a:solidFill>
                          <a:schemeClr val="tx1"/>
                        </a:solidFill>
                        <a:latin typeface="Cambria Math" panose="02040503050406030204" pitchFamily="18" charset="0"/>
                      </a:rPr>
                      <m:t>𝑌</m:t>
                    </m:r>
                    <m:r>
                      <a:rPr lang="en-US" altLang="zh-CN" i="1" dirty="0">
                        <a:solidFill>
                          <a:schemeClr val="tx1"/>
                        </a:solidFill>
                        <a:latin typeface="Cambria Math" panose="02040503050406030204" pitchFamily="18" charset="0"/>
                      </a:rPr>
                      <m:t>=</m:t>
                    </m:r>
                    <m:r>
                      <a:rPr lang="en-US" altLang="zh-CN" i="1" dirty="0" err="1">
                        <a:solidFill>
                          <a:schemeClr val="tx1"/>
                        </a:solidFill>
                        <a:latin typeface="Cambria Math" panose="02040503050406030204" pitchFamily="18" charset="0"/>
                      </a:rPr>
                      <m:t>𝑐</m:t>
                    </m:r>
                    <m:r>
                      <a:rPr lang="en-US" altLang="zh-CN" i="1" dirty="0" err="1">
                        <a:solidFill>
                          <a:schemeClr val="tx1"/>
                        </a:solidFill>
                        <a:latin typeface="Cambria Math" panose="02040503050406030204" pitchFamily="18" charset="0"/>
                      </a:rPr>
                      <m:t>+</m:t>
                    </m:r>
                    <m:r>
                      <a:rPr lang="en-US" altLang="zh-CN" i="1" dirty="0" err="1">
                        <a:solidFill>
                          <a:schemeClr val="tx1"/>
                        </a:solidFill>
                        <a:latin typeface="Cambria Math" panose="02040503050406030204" pitchFamily="18" charset="0"/>
                      </a:rPr>
                      <m:t>𝑑</m:t>
                    </m:r>
                  </m:oMath>
                </a14:m>
                <a:r>
                  <a:rPr lang="en-US" altLang="zh-CN" dirty="0">
                    <a:solidFill>
                      <a:schemeClr val="tx1"/>
                    </a:solidFill>
                    <a:latin typeface="Arial" panose="020B0604020202020204" pitchFamily="34" charset="0"/>
                    <a:cs typeface="Arial" panose="020B0604020202020204" pitchFamily="34" charset="0"/>
                  </a:rPr>
                  <a:t>,</a:t>
                </a:r>
                <a:r>
                  <a:rPr lang="zh-CN" altLang="en-US" dirty="0">
                    <a:solidFill>
                      <a:schemeClr val="tx1"/>
                    </a:solidFill>
                    <a:latin typeface="Arial" panose="020B0604020202020204" pitchFamily="34" charset="0"/>
                    <a:cs typeface="Arial" panose="020B0604020202020204" pitchFamily="34" charset="0"/>
                  </a:rPr>
                  <a:t> 则</a:t>
                </a:r>
                <a14:m>
                  <m:oMath xmlns:m="http://schemas.openxmlformats.org/officeDocument/2006/math">
                    <m:r>
                      <a:rPr lang="en-US" altLang="zh-CN" b="0" i="0" dirty="0" smtClean="0">
                        <a:solidFill>
                          <a:schemeClr val="tx1"/>
                        </a:solidFill>
                        <a:latin typeface="Cambria Math" panose="02040503050406030204" pitchFamily="18" charset="0"/>
                      </a:rPr>
                      <m:t> </m:t>
                    </m:r>
                    <m:r>
                      <a:rPr lang="en-US" altLang="zh-CN" i="1" dirty="0">
                        <a:solidFill>
                          <a:schemeClr val="tx1"/>
                        </a:solidFill>
                        <a:latin typeface="Cambria Math" panose="02040503050406030204" pitchFamily="18" charset="0"/>
                      </a:rPr>
                      <m:t>𝐹</m:t>
                    </m:r>
                    <m:r>
                      <a:rPr lang="en-US" altLang="zh-CN" i="1" dirty="0">
                        <a:solidFill>
                          <a:schemeClr val="tx1"/>
                        </a:solidFill>
                        <a:latin typeface="Cambria Math" panose="02040503050406030204" pitchFamily="18" charset="0"/>
                      </a:rPr>
                      <m:t>=</m:t>
                    </m:r>
                    <m:r>
                      <a:rPr lang="en-US" altLang="zh-CN" i="1" dirty="0">
                        <a:solidFill>
                          <a:schemeClr val="tx1"/>
                        </a:solidFill>
                        <a:latin typeface="Cambria Math" panose="02040503050406030204" pitchFamily="18" charset="0"/>
                      </a:rPr>
                      <m:t>𝑋𝑌</m:t>
                    </m:r>
                    <m:r>
                      <a:rPr lang="en-US" altLang="zh-CN" i="1" dirty="0">
                        <a:solidFill>
                          <a:schemeClr val="tx1"/>
                        </a:solidFill>
                        <a:latin typeface="Cambria Math" panose="02040503050406030204" pitchFamily="18" charset="0"/>
                      </a:rPr>
                      <m:t>+</m:t>
                    </m:r>
                    <m:r>
                      <a:rPr lang="en-US" altLang="zh-CN" i="1" dirty="0">
                        <a:solidFill>
                          <a:schemeClr val="tx1"/>
                        </a:solidFill>
                        <a:latin typeface="Cambria Math" panose="02040503050406030204" pitchFamily="18" charset="0"/>
                      </a:rPr>
                      <m:t>𝑋</m:t>
                    </m:r>
                    <m:r>
                      <a:rPr lang="en-US" altLang="zh-CN" i="1" dirty="0">
                        <a:solidFill>
                          <a:schemeClr val="tx1"/>
                        </a:solidFill>
                        <a:latin typeface="Cambria Math" panose="02040503050406030204" pitchFamily="18" charset="0"/>
                      </a:rPr>
                      <m:t>’</m:t>
                    </m:r>
                    <m:r>
                      <a:rPr lang="en-US" altLang="zh-CN" i="1" dirty="0">
                        <a:solidFill>
                          <a:schemeClr val="tx1"/>
                        </a:solidFill>
                        <a:latin typeface="Cambria Math" panose="02040503050406030204" pitchFamily="18" charset="0"/>
                      </a:rPr>
                      <m:t>𝑌</m:t>
                    </m:r>
                    <m:r>
                      <a:rPr lang="en-US" altLang="zh-CN" i="1" dirty="0">
                        <a:solidFill>
                          <a:schemeClr val="tx1"/>
                        </a:solidFill>
                        <a:latin typeface="Cambria Math" panose="02040503050406030204" pitchFamily="18" charset="0"/>
                      </a:rPr>
                      <m:t>’</m:t>
                    </m:r>
                  </m:oMath>
                </a14:m>
                <a:endParaRPr lang="en-US" altLang="zh-CN" i="1" dirty="0">
                  <a:solidFill>
                    <a:schemeClr val="tx1"/>
                  </a:solidFill>
                  <a:latin typeface="Cambria Math" panose="02040503050406030204" pitchFamily="18" charset="0"/>
                </a:endParaRPr>
              </a:p>
              <a:p>
                <a:pPr lvl="1">
                  <a:lnSpc>
                    <a:spcPct val="150000"/>
                  </a:lnSpc>
                </a:pPr>
                <a:r>
                  <a:rPr lang="zh-CN" altLang="en-US" sz="2400" dirty="0">
                    <a:solidFill>
                      <a:schemeClr val="tx1"/>
                    </a:solidFill>
                    <a:latin typeface="+mn-ea"/>
                    <a:ea typeface="+mn-ea"/>
                  </a:rPr>
                  <a:t>例</a:t>
                </a:r>
                <a:r>
                  <a:rPr lang="en-US" altLang="zh-CN" sz="2400" dirty="0">
                    <a:solidFill>
                      <a:schemeClr val="tx1"/>
                    </a:solidFill>
                    <a:latin typeface="+mn-ea"/>
                    <a:ea typeface="+mn-ea"/>
                  </a:rPr>
                  <a:t>2</a:t>
                </a:r>
                <a14:m>
                  <m:oMath xmlns:m="http://schemas.openxmlformats.org/officeDocument/2006/math">
                    <m:r>
                      <a:rPr lang="en-US" altLang="zh-CN" sz="2400" b="1" i="1" dirty="0" smtClean="0">
                        <a:solidFill>
                          <a:schemeClr val="tx1"/>
                        </a:solidFill>
                        <a:latin typeface="Cambria Math" panose="02040503050406030204" pitchFamily="18" charset="0"/>
                        <a:ea typeface="+mn-ea"/>
                      </a:rPr>
                      <m:t>: </m:t>
                    </m:r>
                    <m:r>
                      <a:rPr lang="en-US" altLang="zh-CN" sz="2400" b="0" i="1" dirty="0">
                        <a:solidFill>
                          <a:schemeClr val="tx1"/>
                        </a:solidFill>
                        <a:latin typeface="Cambria Math" panose="02040503050406030204" pitchFamily="18" charset="0"/>
                      </a:rPr>
                      <m:t>𝑋</m:t>
                    </m:r>
                    <m:r>
                      <a:rPr lang="en-US" altLang="zh-CN" sz="2400" b="0" i="1" dirty="0">
                        <a:solidFill>
                          <a:schemeClr val="tx1"/>
                        </a:solidFill>
                        <a:latin typeface="Cambria Math" panose="02040503050406030204" pitchFamily="18" charset="0"/>
                      </a:rPr>
                      <m:t>=</m:t>
                    </m:r>
                    <m:r>
                      <a:rPr lang="en-US" altLang="zh-CN" sz="2400" b="0" i="1" dirty="0">
                        <a:solidFill>
                          <a:schemeClr val="tx1"/>
                        </a:solidFill>
                        <a:latin typeface="Cambria Math" panose="02040503050406030204" pitchFamily="18" charset="0"/>
                      </a:rPr>
                      <m:t>𝑎𝑏</m:t>
                    </m:r>
                    <m:d>
                      <m:dPr>
                        <m:ctrlPr>
                          <a:rPr lang="en-US" altLang="zh-CN" sz="2400" i="1" dirty="0">
                            <a:solidFill>
                              <a:schemeClr val="tx1"/>
                            </a:solidFill>
                            <a:latin typeface="Cambria Math" panose="02040503050406030204" pitchFamily="18" charset="0"/>
                          </a:rPr>
                        </m:ctrlPr>
                      </m:dPr>
                      <m:e>
                        <m:r>
                          <a:rPr lang="en-US" altLang="zh-CN" sz="2400" b="0" i="1" dirty="0">
                            <a:solidFill>
                              <a:schemeClr val="tx1"/>
                            </a:solidFill>
                            <a:latin typeface="Cambria Math" panose="02040503050406030204" pitchFamily="18" charset="0"/>
                          </a:rPr>
                          <m:t>𝑐</m:t>
                        </m:r>
                        <m:d>
                          <m:dPr>
                            <m:ctrlPr>
                              <a:rPr lang="en-US" altLang="zh-CN" sz="2400" i="1" dirty="0">
                                <a:solidFill>
                                  <a:schemeClr val="tx1"/>
                                </a:solidFill>
                                <a:latin typeface="Cambria Math" panose="02040503050406030204" pitchFamily="18" charset="0"/>
                              </a:rPr>
                            </m:ctrlPr>
                          </m:dPr>
                          <m:e>
                            <m:r>
                              <a:rPr lang="en-US" altLang="zh-CN" sz="2400" b="0" i="1" dirty="0" err="1">
                                <a:solidFill>
                                  <a:schemeClr val="tx1"/>
                                </a:solidFill>
                                <a:latin typeface="Cambria Math" panose="02040503050406030204" pitchFamily="18" charset="0"/>
                              </a:rPr>
                              <m:t>𝑑</m:t>
                            </m:r>
                            <m:r>
                              <a:rPr lang="en-US" altLang="zh-CN" sz="2400" b="0" i="1" dirty="0" err="1">
                                <a:solidFill>
                                  <a:schemeClr val="tx1"/>
                                </a:solidFill>
                                <a:latin typeface="Cambria Math" panose="02040503050406030204" pitchFamily="18" charset="0"/>
                              </a:rPr>
                              <m:t>+</m:t>
                            </m:r>
                            <m:r>
                              <a:rPr lang="en-US" altLang="zh-CN" sz="2400" b="0" i="1" dirty="0" err="1">
                                <a:solidFill>
                                  <a:schemeClr val="tx1"/>
                                </a:solidFill>
                                <a:latin typeface="Cambria Math" panose="02040503050406030204" pitchFamily="18" charset="0"/>
                              </a:rPr>
                              <m:t>𝑒</m:t>
                            </m:r>
                          </m:e>
                        </m:d>
                        <m:r>
                          <a:rPr lang="en-US" altLang="zh-CN" sz="2400" b="0" i="1" dirty="0">
                            <a:solidFill>
                              <a:schemeClr val="tx1"/>
                            </a:solidFill>
                            <a:latin typeface="Cambria Math" panose="02040503050406030204" pitchFamily="18" charset="0"/>
                          </a:rPr>
                          <m:t>+</m:t>
                        </m:r>
                        <m:r>
                          <a:rPr lang="en-US" altLang="zh-CN" sz="2400" b="0" i="1" dirty="0" err="1">
                            <a:solidFill>
                              <a:schemeClr val="tx1"/>
                            </a:solidFill>
                            <a:latin typeface="Cambria Math" panose="02040503050406030204" pitchFamily="18" charset="0"/>
                          </a:rPr>
                          <m:t>𝑓</m:t>
                        </m:r>
                        <m:r>
                          <a:rPr lang="en-US" altLang="zh-CN" sz="2400" b="0" i="1" dirty="0" err="1">
                            <a:solidFill>
                              <a:schemeClr val="tx1"/>
                            </a:solidFill>
                            <a:latin typeface="Cambria Math" panose="02040503050406030204" pitchFamily="18" charset="0"/>
                          </a:rPr>
                          <m:t>+</m:t>
                        </m:r>
                        <m:r>
                          <a:rPr lang="en-US" altLang="zh-CN" sz="2400" b="0" i="1" dirty="0" err="1">
                            <a:solidFill>
                              <a:schemeClr val="tx1"/>
                            </a:solidFill>
                            <a:latin typeface="Cambria Math" panose="02040503050406030204" pitchFamily="18" charset="0"/>
                          </a:rPr>
                          <m:t>𝑔</m:t>
                        </m:r>
                      </m:e>
                    </m:d>
                    <m:r>
                      <a:rPr lang="en-US" altLang="zh-CN" sz="2400" b="0" i="1" dirty="0">
                        <a:solidFill>
                          <a:schemeClr val="tx1"/>
                        </a:solidFill>
                        <a:latin typeface="Cambria Math" panose="02040503050406030204" pitchFamily="18" charset="0"/>
                      </a:rPr>
                      <m:t>+</m:t>
                    </m:r>
                    <m:r>
                      <a:rPr lang="en-US" altLang="zh-CN" sz="2400" b="0" i="1" dirty="0">
                        <a:solidFill>
                          <a:schemeClr val="tx1"/>
                        </a:solidFill>
                        <a:latin typeface="Cambria Math" panose="02040503050406030204" pitchFamily="18" charset="0"/>
                      </a:rPr>
                      <m:t>h</m:t>
                    </m:r>
                  </m:oMath>
                </a14:m>
                <a:r>
                  <a:rPr lang="en-US" altLang="zh-CN" sz="2400" i="1" dirty="0">
                    <a:solidFill>
                      <a:schemeClr val="tx1"/>
                    </a:solidFill>
                    <a:latin typeface="Cambria Math" panose="02040503050406030204" pitchFamily="18" charset="0"/>
                  </a:rPr>
                  <a:t>, </a:t>
                </a:r>
                <a14:m>
                  <m:oMath xmlns:m="http://schemas.openxmlformats.org/officeDocument/2006/math">
                    <m:r>
                      <a:rPr lang="en-US" altLang="zh-CN" sz="2400" b="0" i="1" dirty="0">
                        <a:solidFill>
                          <a:schemeClr val="tx1"/>
                        </a:solidFill>
                        <a:latin typeface="Cambria Math" panose="02040503050406030204" pitchFamily="18" charset="0"/>
                      </a:rPr>
                      <m:t>𝑌</m:t>
                    </m:r>
                    <m:r>
                      <a:rPr lang="en-US" altLang="zh-CN" sz="2400" b="0" i="1" dirty="0">
                        <a:solidFill>
                          <a:schemeClr val="tx1"/>
                        </a:solidFill>
                        <a:latin typeface="Cambria Math" panose="02040503050406030204" pitchFamily="18" charset="0"/>
                      </a:rPr>
                      <m:t>=</m:t>
                    </m:r>
                    <m:r>
                      <a:rPr lang="en-US" altLang="zh-CN" sz="2400" b="0" i="1" dirty="0" err="1">
                        <a:solidFill>
                          <a:schemeClr val="tx1"/>
                        </a:solidFill>
                        <a:latin typeface="Cambria Math" panose="02040503050406030204" pitchFamily="18" charset="0"/>
                      </a:rPr>
                      <m:t>𝑎𝑖</m:t>
                    </m:r>
                    <m:r>
                      <a:rPr lang="en-US" altLang="zh-CN" sz="2400" b="0" i="1" dirty="0">
                        <a:solidFill>
                          <a:schemeClr val="tx1"/>
                        </a:solidFill>
                        <a:latin typeface="Cambria Math" panose="02040503050406030204" pitchFamily="18" charset="0"/>
                      </a:rPr>
                      <m:t>(</m:t>
                    </m:r>
                    <m:r>
                      <a:rPr lang="en-US" altLang="zh-CN" sz="2400" b="0" i="1" dirty="0">
                        <a:solidFill>
                          <a:schemeClr val="tx1"/>
                        </a:solidFill>
                        <a:latin typeface="Cambria Math" panose="02040503050406030204" pitchFamily="18" charset="0"/>
                      </a:rPr>
                      <m:t>𝑐</m:t>
                    </m:r>
                    <m:r>
                      <a:rPr lang="en-US" altLang="zh-CN" sz="2400" b="0" i="1" dirty="0">
                        <a:solidFill>
                          <a:schemeClr val="tx1"/>
                        </a:solidFill>
                        <a:latin typeface="Cambria Math" panose="02040503050406030204" pitchFamily="18" charset="0"/>
                      </a:rPr>
                      <m:t>(</m:t>
                    </m:r>
                    <m:r>
                      <a:rPr lang="en-US" altLang="zh-CN" sz="2400" b="0" i="1" dirty="0" err="1">
                        <a:solidFill>
                          <a:schemeClr val="tx1"/>
                        </a:solidFill>
                        <a:latin typeface="Cambria Math" panose="02040503050406030204" pitchFamily="18" charset="0"/>
                      </a:rPr>
                      <m:t>𝑑</m:t>
                    </m:r>
                    <m:r>
                      <a:rPr lang="en-US" altLang="zh-CN" sz="2400" b="0" i="1" dirty="0" err="1">
                        <a:solidFill>
                          <a:schemeClr val="tx1"/>
                        </a:solidFill>
                        <a:latin typeface="Cambria Math" panose="02040503050406030204" pitchFamily="18" charset="0"/>
                      </a:rPr>
                      <m:t>+</m:t>
                    </m:r>
                    <m:r>
                      <a:rPr lang="en-US" altLang="zh-CN" sz="2400" b="0" i="1" dirty="0" err="1">
                        <a:solidFill>
                          <a:schemeClr val="tx1"/>
                        </a:solidFill>
                        <a:latin typeface="Cambria Math" panose="02040503050406030204" pitchFamily="18" charset="0"/>
                      </a:rPr>
                      <m:t>𝑒</m:t>
                    </m:r>
                    <m:r>
                      <a:rPr lang="en-US" altLang="zh-CN" sz="2400" b="0" i="1" dirty="0">
                        <a:solidFill>
                          <a:schemeClr val="tx1"/>
                        </a:solidFill>
                        <a:latin typeface="Cambria Math" panose="02040503050406030204" pitchFamily="18" charset="0"/>
                      </a:rPr>
                      <m:t>)+</m:t>
                    </m:r>
                    <m:r>
                      <a:rPr lang="en-US" altLang="zh-CN" sz="2400" b="0" i="1" dirty="0" err="1">
                        <a:solidFill>
                          <a:schemeClr val="tx1"/>
                        </a:solidFill>
                        <a:latin typeface="Cambria Math" panose="02040503050406030204" pitchFamily="18" charset="0"/>
                      </a:rPr>
                      <m:t>𝑓</m:t>
                    </m:r>
                    <m:r>
                      <a:rPr lang="en-US" altLang="zh-CN" sz="2400" b="0" i="1" dirty="0" err="1">
                        <a:solidFill>
                          <a:schemeClr val="tx1"/>
                        </a:solidFill>
                        <a:latin typeface="Cambria Math" panose="02040503050406030204" pitchFamily="18" charset="0"/>
                      </a:rPr>
                      <m:t>+</m:t>
                    </m:r>
                    <m:r>
                      <a:rPr lang="en-US" altLang="zh-CN" sz="2400" b="0" i="1" dirty="0" err="1">
                        <a:solidFill>
                          <a:schemeClr val="tx1"/>
                        </a:solidFill>
                        <a:latin typeface="Cambria Math" panose="02040503050406030204" pitchFamily="18" charset="0"/>
                      </a:rPr>
                      <m:t>𝑗</m:t>
                    </m:r>
                    <m:r>
                      <a:rPr lang="en-US" altLang="zh-CN" sz="2400" b="0" i="1" dirty="0">
                        <a:solidFill>
                          <a:schemeClr val="tx1"/>
                        </a:solidFill>
                        <a:latin typeface="Cambria Math" panose="02040503050406030204" pitchFamily="18" charset="0"/>
                      </a:rPr>
                      <m:t>)+</m:t>
                    </m:r>
                    <m:r>
                      <a:rPr lang="en-US" altLang="zh-CN" sz="2400" b="0" i="1" dirty="0">
                        <a:solidFill>
                          <a:schemeClr val="tx1"/>
                        </a:solidFill>
                        <a:latin typeface="Cambria Math" panose="02040503050406030204" pitchFamily="18" charset="0"/>
                      </a:rPr>
                      <m:t>𝑘</m:t>
                    </m:r>
                  </m:oMath>
                </a14:m>
                <a:endParaRPr lang="en-US" altLang="zh-CN" sz="2400" dirty="0">
                  <a:solidFill>
                    <a:schemeClr val="tx1"/>
                  </a:solidFill>
                  <a:latin typeface="Arial" panose="020B0604020202020204" pitchFamily="34" charset="0"/>
                  <a:ea typeface="SimHei" charset="-122"/>
                  <a:cs typeface="Arial" panose="020B0604020202020204" pitchFamily="34" charset="0"/>
                </a:endParaRPr>
              </a:p>
              <a:p>
                <a:pPr lvl="2">
                  <a:lnSpc>
                    <a:spcPct val="150000"/>
                  </a:lnSpc>
                </a:pPr>
                <a:r>
                  <a:rPr lang="zh-CN" altLang="en-US" sz="2400" dirty="0">
                    <a:solidFill>
                      <a:schemeClr val="tx1"/>
                    </a:solidFill>
                    <a:latin typeface="Arial" panose="020B0604020202020204" pitchFamily="34" charset="0"/>
                    <a:ea typeface="SimHei" charset="-122"/>
                    <a:cs typeface="Arial" panose="020B0604020202020204" pitchFamily="34" charset="0"/>
                  </a:rPr>
                  <a:t>使</a:t>
                </a:r>
                <a:r>
                  <a:rPr lang="en-US" altLang="zh-CN" sz="2400" dirty="0">
                    <a:solidFill>
                      <a:schemeClr val="tx1"/>
                    </a:solidFill>
                    <a:latin typeface="Arial" panose="020B0604020202020204" pitchFamily="34" charset="0"/>
                    <a:ea typeface="SimHei" charset="-122"/>
                    <a:cs typeface="Arial" panose="020B0604020202020204" pitchFamily="34" charset="0"/>
                  </a:rPr>
                  <a:t> </a:t>
                </a:r>
                <a14:m>
                  <m:oMath xmlns:m="http://schemas.openxmlformats.org/officeDocument/2006/math">
                    <m:r>
                      <a:rPr lang="en-US" altLang="zh-CN" sz="2400" i="1" dirty="0">
                        <a:solidFill>
                          <a:schemeClr val="tx1"/>
                        </a:solidFill>
                        <a:latin typeface="Cambria Math" panose="02040503050406030204" pitchFamily="18" charset="0"/>
                      </a:rPr>
                      <m:t>𝑁</m:t>
                    </m:r>
                    <m:r>
                      <a:rPr lang="en-US" altLang="zh-CN" sz="2400" i="1" dirty="0">
                        <a:solidFill>
                          <a:schemeClr val="tx1"/>
                        </a:solidFill>
                        <a:latin typeface="Cambria Math" panose="02040503050406030204" pitchFamily="18" charset="0"/>
                      </a:rPr>
                      <m:t>=</m:t>
                    </m:r>
                    <m:r>
                      <a:rPr lang="en-US" altLang="zh-CN" sz="2400" i="1" dirty="0">
                        <a:solidFill>
                          <a:schemeClr val="tx1"/>
                        </a:solidFill>
                        <a:latin typeface="Cambria Math" panose="02040503050406030204" pitchFamily="18" charset="0"/>
                      </a:rPr>
                      <m:t>𝑎</m:t>
                    </m:r>
                    <m:r>
                      <a:rPr lang="en-US" altLang="zh-CN" sz="2400" i="1" dirty="0">
                        <a:solidFill>
                          <a:schemeClr val="tx1"/>
                        </a:solidFill>
                        <a:latin typeface="Cambria Math" panose="02040503050406030204" pitchFamily="18" charset="0"/>
                      </a:rPr>
                      <m:t>(</m:t>
                    </m:r>
                    <m:r>
                      <a:rPr lang="en-US" altLang="zh-CN" sz="2400" i="1" dirty="0">
                        <a:solidFill>
                          <a:schemeClr val="tx1"/>
                        </a:solidFill>
                        <a:latin typeface="Cambria Math" panose="02040503050406030204" pitchFamily="18" charset="0"/>
                      </a:rPr>
                      <m:t>𝑐</m:t>
                    </m:r>
                    <m:r>
                      <a:rPr lang="en-US" altLang="zh-CN" sz="2400" i="1" dirty="0">
                        <a:solidFill>
                          <a:schemeClr val="tx1"/>
                        </a:solidFill>
                        <a:latin typeface="Cambria Math" panose="02040503050406030204" pitchFamily="18" charset="0"/>
                      </a:rPr>
                      <m:t>(</m:t>
                    </m:r>
                    <m:r>
                      <a:rPr lang="en-US" altLang="zh-CN" sz="2400" i="1" dirty="0" err="1">
                        <a:solidFill>
                          <a:schemeClr val="tx1"/>
                        </a:solidFill>
                        <a:latin typeface="Cambria Math" panose="02040503050406030204" pitchFamily="18" charset="0"/>
                      </a:rPr>
                      <m:t>𝑑</m:t>
                    </m:r>
                    <m:r>
                      <a:rPr lang="en-US" altLang="zh-CN" sz="2400" i="1" dirty="0" err="1">
                        <a:solidFill>
                          <a:schemeClr val="tx1"/>
                        </a:solidFill>
                        <a:latin typeface="Cambria Math" panose="02040503050406030204" pitchFamily="18" charset="0"/>
                      </a:rPr>
                      <m:t>+</m:t>
                    </m:r>
                    <m:r>
                      <a:rPr lang="en-US" altLang="zh-CN" sz="2400" i="1" dirty="0" err="1">
                        <a:solidFill>
                          <a:schemeClr val="tx1"/>
                        </a:solidFill>
                        <a:latin typeface="Cambria Math" panose="02040503050406030204" pitchFamily="18" charset="0"/>
                      </a:rPr>
                      <m:t>𝑒</m:t>
                    </m:r>
                    <m:r>
                      <a:rPr lang="en-US" altLang="zh-CN" sz="2400" i="1" dirty="0">
                        <a:solidFill>
                          <a:schemeClr val="tx1"/>
                        </a:solidFill>
                        <a:latin typeface="Cambria Math" panose="02040503050406030204" pitchFamily="18" charset="0"/>
                      </a:rPr>
                      <m:t>)+</m:t>
                    </m:r>
                    <m:r>
                      <a:rPr lang="en-US" altLang="zh-CN" sz="2400" i="1" dirty="0">
                        <a:solidFill>
                          <a:schemeClr val="tx1"/>
                        </a:solidFill>
                        <a:latin typeface="Cambria Math" panose="02040503050406030204" pitchFamily="18" charset="0"/>
                      </a:rPr>
                      <m:t>𝑓</m:t>
                    </m:r>
                    <m:r>
                      <a:rPr lang="en-US" altLang="zh-CN" sz="2400" i="1" dirty="0">
                        <a:solidFill>
                          <a:schemeClr val="tx1"/>
                        </a:solidFill>
                        <a:latin typeface="Cambria Math" panose="02040503050406030204" pitchFamily="18" charset="0"/>
                      </a:rPr>
                      <m:t>)</m:t>
                    </m:r>
                  </m:oMath>
                </a14:m>
                <a:r>
                  <a:rPr lang="en-US" altLang="zh-CN" sz="2400" dirty="0">
                    <a:solidFill>
                      <a:schemeClr val="tx1"/>
                    </a:solidFill>
                    <a:latin typeface="Arial" panose="020B0604020202020204" pitchFamily="34" charset="0"/>
                    <a:cs typeface="Arial" panose="020B0604020202020204" pitchFamily="34" charset="0"/>
                  </a:rPr>
                  <a:t>, </a:t>
                </a:r>
                <a:r>
                  <a:rPr lang="zh-CN" altLang="en-US" sz="2400" dirty="0">
                    <a:solidFill>
                      <a:schemeClr val="tx1"/>
                    </a:solidFill>
                    <a:latin typeface="Arial" panose="020B0604020202020204" pitchFamily="34" charset="0"/>
                    <a:cs typeface="Arial" panose="020B0604020202020204" pitchFamily="34" charset="0"/>
                  </a:rPr>
                  <a:t>则</a:t>
                </a:r>
                <a:endParaRPr lang="en-US" altLang="zh-CN" sz="2400" i="1" dirty="0">
                  <a:solidFill>
                    <a:schemeClr val="tx1"/>
                  </a:solidFill>
                  <a:latin typeface="Cambria Math" panose="02040503050406030204" pitchFamily="18" charset="0"/>
                </a:endParaRPr>
              </a:p>
              <a:p>
                <a:pPr marL="457200" lvl="1" indent="0">
                  <a:lnSpc>
                    <a:spcPct val="150000"/>
                  </a:lnSpc>
                  <a:buNone/>
                </a:pPr>
                <a14:m>
                  <m:oMathPara xmlns:m="http://schemas.openxmlformats.org/officeDocument/2006/math">
                    <m:oMathParaPr>
                      <m:jc m:val="left"/>
                    </m:oMathParaPr>
                    <m:oMath xmlns:m="http://schemas.openxmlformats.org/officeDocument/2006/math">
                      <m:r>
                        <a:rPr lang="en-US" altLang="zh-CN" sz="2400" b="0" i="1" dirty="0" smtClean="0">
                          <a:solidFill>
                            <a:schemeClr val="tx1"/>
                          </a:solidFill>
                          <a:latin typeface="Cambria Math" panose="02040503050406030204" pitchFamily="18" charset="0"/>
                        </a:rPr>
                        <m:t>             </m:t>
                      </m:r>
                      <m:r>
                        <a:rPr lang="en-US" altLang="zh-CN" sz="2400" i="1" dirty="0">
                          <a:solidFill>
                            <a:schemeClr val="tx1"/>
                          </a:solidFill>
                          <a:latin typeface="Cambria Math" panose="02040503050406030204" pitchFamily="18" charset="0"/>
                        </a:rPr>
                        <m:t>𝑋</m:t>
                      </m:r>
                      <m:r>
                        <a:rPr lang="en-US" altLang="zh-CN" sz="2400" i="1" dirty="0">
                          <a:solidFill>
                            <a:schemeClr val="tx1"/>
                          </a:solidFill>
                          <a:latin typeface="Cambria Math" panose="02040503050406030204" pitchFamily="18" charset="0"/>
                        </a:rPr>
                        <m:t>=</m:t>
                      </m:r>
                      <m:r>
                        <a:rPr lang="en-US" altLang="zh-CN" sz="2400" i="1" dirty="0">
                          <a:solidFill>
                            <a:schemeClr val="tx1"/>
                          </a:solidFill>
                          <a:latin typeface="Cambria Math" panose="02040503050406030204" pitchFamily="18" charset="0"/>
                        </a:rPr>
                        <m:t>𝑏</m:t>
                      </m:r>
                      <m:d>
                        <m:dPr>
                          <m:ctrlPr>
                            <a:rPr lang="en-US" altLang="zh-CN" sz="2400" i="1" dirty="0">
                              <a:solidFill>
                                <a:schemeClr val="tx1"/>
                              </a:solidFill>
                              <a:latin typeface="Cambria Math" panose="02040503050406030204" pitchFamily="18" charset="0"/>
                            </a:rPr>
                          </m:ctrlPr>
                        </m:dPr>
                        <m:e>
                          <m:r>
                            <a:rPr lang="en-US" altLang="zh-CN" sz="2400" i="1" dirty="0" err="1">
                              <a:solidFill>
                                <a:schemeClr val="tx1"/>
                              </a:solidFill>
                              <a:latin typeface="Cambria Math" panose="02040503050406030204" pitchFamily="18" charset="0"/>
                            </a:rPr>
                            <m:t>𝑁</m:t>
                          </m:r>
                          <m:r>
                            <a:rPr lang="en-US" altLang="zh-CN" sz="2400" i="1" dirty="0" err="1">
                              <a:solidFill>
                                <a:schemeClr val="tx1"/>
                              </a:solidFill>
                              <a:latin typeface="Cambria Math" panose="02040503050406030204" pitchFamily="18" charset="0"/>
                            </a:rPr>
                            <m:t>+</m:t>
                          </m:r>
                          <m:r>
                            <a:rPr lang="en-US" altLang="zh-CN" sz="2400" i="1" dirty="0" err="1">
                              <a:solidFill>
                                <a:schemeClr val="tx1"/>
                              </a:solidFill>
                              <a:latin typeface="Cambria Math" panose="02040503050406030204" pitchFamily="18" charset="0"/>
                            </a:rPr>
                            <m:t>𝑎𝑔</m:t>
                          </m:r>
                        </m:e>
                      </m:d>
                      <m:r>
                        <a:rPr lang="en-US" altLang="zh-CN" sz="2400" i="1" dirty="0">
                          <a:solidFill>
                            <a:schemeClr val="tx1"/>
                          </a:solidFill>
                          <a:latin typeface="Cambria Math" panose="02040503050406030204" pitchFamily="18" charset="0"/>
                        </a:rPr>
                        <m:t>+</m:t>
                      </m:r>
                      <m:r>
                        <a:rPr lang="en-US" altLang="zh-CN" sz="2400" i="1" dirty="0">
                          <a:solidFill>
                            <a:schemeClr val="tx1"/>
                          </a:solidFill>
                          <a:latin typeface="Cambria Math" panose="02040503050406030204" pitchFamily="18" charset="0"/>
                        </a:rPr>
                        <m:t>h</m:t>
                      </m:r>
                      <m:r>
                        <a:rPr lang="en-US" altLang="zh-CN" sz="2400" b="0" i="1" dirty="0" smtClean="0">
                          <a:solidFill>
                            <a:schemeClr val="tx1"/>
                          </a:solidFill>
                          <a:latin typeface="Cambria Math" panose="02040503050406030204" pitchFamily="18" charset="0"/>
                        </a:rPr>
                        <m:t>,</m:t>
                      </m:r>
                      <m:r>
                        <a:rPr lang="en-US" altLang="zh-CN" sz="2400" i="1" dirty="0">
                          <a:solidFill>
                            <a:schemeClr val="tx1"/>
                          </a:solidFill>
                          <a:latin typeface="Cambria Math" panose="02040503050406030204" pitchFamily="18" charset="0"/>
                        </a:rPr>
                        <m:t>𝑌</m:t>
                      </m:r>
                      <m:r>
                        <a:rPr lang="en-US" altLang="zh-CN" sz="2400" i="1" dirty="0">
                          <a:solidFill>
                            <a:schemeClr val="tx1"/>
                          </a:solidFill>
                          <a:latin typeface="Cambria Math" panose="02040503050406030204" pitchFamily="18" charset="0"/>
                        </a:rPr>
                        <m:t>=</m:t>
                      </m:r>
                      <m:r>
                        <a:rPr lang="en-US" altLang="zh-CN" sz="2400" i="1" dirty="0" err="1">
                          <a:solidFill>
                            <a:schemeClr val="tx1"/>
                          </a:solidFill>
                          <a:latin typeface="Cambria Math" panose="02040503050406030204" pitchFamily="18" charset="0"/>
                        </a:rPr>
                        <m:t>𝑖</m:t>
                      </m:r>
                      <m:r>
                        <a:rPr lang="en-US" altLang="zh-CN" sz="2400" i="1" dirty="0">
                          <a:solidFill>
                            <a:schemeClr val="tx1"/>
                          </a:solidFill>
                          <a:latin typeface="Cambria Math" panose="02040503050406030204" pitchFamily="18" charset="0"/>
                        </a:rPr>
                        <m:t>(</m:t>
                      </m:r>
                      <m:r>
                        <a:rPr lang="en-US" altLang="zh-CN" sz="2400" i="1" dirty="0" err="1">
                          <a:solidFill>
                            <a:schemeClr val="tx1"/>
                          </a:solidFill>
                          <a:latin typeface="Cambria Math" panose="02040503050406030204" pitchFamily="18" charset="0"/>
                        </a:rPr>
                        <m:t>𝑁</m:t>
                      </m:r>
                      <m:r>
                        <a:rPr lang="en-US" altLang="zh-CN" sz="2400" i="1" dirty="0" err="1">
                          <a:solidFill>
                            <a:schemeClr val="tx1"/>
                          </a:solidFill>
                          <a:latin typeface="Cambria Math" panose="02040503050406030204" pitchFamily="18" charset="0"/>
                        </a:rPr>
                        <m:t>+</m:t>
                      </m:r>
                      <m:r>
                        <a:rPr lang="en-US" altLang="zh-CN" sz="2400" i="1" dirty="0" err="1">
                          <a:solidFill>
                            <a:schemeClr val="tx1"/>
                          </a:solidFill>
                          <a:latin typeface="Cambria Math" panose="02040503050406030204" pitchFamily="18" charset="0"/>
                        </a:rPr>
                        <m:t>𝑎𝑗</m:t>
                      </m:r>
                      <m:r>
                        <a:rPr lang="en-US" altLang="zh-CN" sz="2400" i="1" dirty="0">
                          <a:solidFill>
                            <a:schemeClr val="tx1"/>
                          </a:solidFill>
                          <a:latin typeface="Cambria Math" panose="02040503050406030204" pitchFamily="18" charset="0"/>
                        </a:rPr>
                        <m:t>)+</m:t>
                      </m:r>
                      <m:r>
                        <a:rPr lang="en-US" altLang="zh-CN" sz="2400" i="1" dirty="0">
                          <a:solidFill>
                            <a:schemeClr val="tx1"/>
                          </a:solidFill>
                          <a:latin typeface="Cambria Math" panose="02040503050406030204" pitchFamily="18" charset="0"/>
                        </a:rPr>
                        <m:t>𝑘</m:t>
                      </m:r>
                    </m:oMath>
                  </m:oMathPara>
                </a14:m>
                <a:endParaRPr lang="en-US" altLang="zh-CN" sz="2400" dirty="0">
                  <a:solidFill>
                    <a:schemeClr val="tx1"/>
                  </a:solidFill>
                  <a:latin typeface="Arial" panose="020B0604020202020204" pitchFamily="34" charset="0"/>
                  <a:cs typeface="Arial" panose="020B0604020202020204" pitchFamily="34" charset="0"/>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323528" y="1351040"/>
                <a:ext cx="8686800" cy="4896483"/>
              </a:xfrm>
              <a:blipFill>
                <a:blip r:embed="rId3"/>
                <a:stretch>
                  <a:fillRect l="-1314"/>
                </a:stretch>
              </a:blipFill>
            </p:spPr>
            <p:txBody>
              <a:bodyPr/>
              <a:lstStyle/>
              <a:p>
                <a:r>
                  <a:rPr lang="zh-CN" altLang="en-US">
                    <a:noFill/>
                  </a:rPr>
                  <a:t> </a:t>
                </a:r>
              </a:p>
            </p:txBody>
          </p:sp>
        </mc:Fallback>
      </mc:AlternateContent>
      <p:sp>
        <p:nvSpPr>
          <p:cNvPr id="5" name="Slide Number Placeholder 4">
            <a:extLst>
              <a:ext uri="{FF2B5EF4-FFF2-40B4-BE49-F238E27FC236}">
                <a16:creationId xmlns:a16="http://schemas.microsoft.com/office/drawing/2014/main" id="{05249AC5-5100-6E45-A6FF-63B3297AE1C9}"/>
              </a:ext>
            </a:extLst>
          </p:cNvPr>
          <p:cNvSpPr>
            <a:spLocks noGrp="1"/>
          </p:cNvSpPr>
          <p:nvPr>
            <p:ph type="sldNum" sz="quarter" idx="12"/>
          </p:nvPr>
        </p:nvSpPr>
        <p:spPr/>
        <p:txBody>
          <a:bodyPr/>
          <a:lstStyle/>
          <a:p>
            <a:pPr>
              <a:defRPr/>
            </a:pPr>
            <a:fld id="{A88D0608-5506-4AD0-BB9E-DF761E8BFA1F}" type="slidenum">
              <a:rPr lang="zh-CN" altLang="en-US" smtClean="0"/>
              <a:pPr>
                <a:defRPr/>
              </a:pPr>
              <a:t>34</a:t>
            </a:fld>
            <a:endParaRPr lang="en-US" altLang="zh-CN" dirty="0"/>
          </a:p>
        </p:txBody>
      </p:sp>
    </p:spTree>
    <p:extLst>
      <p:ext uri="{BB962C8B-B14F-4D97-AF65-F5344CB8AC3E}">
        <p14:creationId xmlns:p14="http://schemas.microsoft.com/office/powerpoint/2010/main" val="2337296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61764"/>
            <a:ext cx="8229600" cy="1143000"/>
          </a:xfrm>
        </p:spPr>
        <p:txBody>
          <a:bodyPr/>
          <a:lstStyle/>
          <a:p>
            <a:r>
              <a:rPr lang="zh-CN" altLang="en-US" b="1" dirty="0"/>
              <a:t>设计优化</a:t>
            </a:r>
          </a:p>
        </p:txBody>
      </p:sp>
      <mc:AlternateContent xmlns:mc="http://schemas.openxmlformats.org/markup-compatibility/2006" xmlns:a14="http://schemas.microsoft.com/office/drawing/2010/main">
        <mc:Choice Requires="a14">
          <p:sp>
            <p:nvSpPr>
              <p:cNvPr id="23" name="内容占位符 2">
                <a:extLst>
                  <a:ext uri="{FF2B5EF4-FFF2-40B4-BE49-F238E27FC236}">
                    <a16:creationId xmlns:a16="http://schemas.microsoft.com/office/drawing/2014/main" id="{07B6BAE2-D356-9A4B-8E83-2DD2E1B01964}"/>
                  </a:ext>
                </a:extLst>
              </p:cNvPr>
              <p:cNvSpPr txBox="1">
                <a:spLocks/>
              </p:cNvSpPr>
              <p:nvPr/>
            </p:nvSpPr>
            <p:spPr bwMode="auto">
              <a:xfrm>
                <a:off x="548540" y="2252852"/>
                <a:ext cx="4311492" cy="47331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spcBef>
                    <a:spcPct val="20000"/>
                  </a:spcBef>
                  <a:spcAft>
                    <a:spcPct val="0"/>
                  </a:spcAft>
                  <a:buClr>
                    <a:schemeClr val="hlink"/>
                  </a:buClr>
                  <a:buSzPct val="80000"/>
                  <a:buFont typeface="Wingdings" pitchFamily="2" charset="2"/>
                  <a:buChar char="l"/>
                  <a:defRPr sz="3200">
                    <a:solidFill>
                      <a:schemeClr val="tx1"/>
                    </a:solidFill>
                    <a:latin typeface="+mn-lt"/>
                    <a:ea typeface="+mn-ea"/>
                    <a:cs typeface="+mn-cs"/>
                  </a:defRPr>
                </a:lvl1pPr>
                <a:lvl2pPr marL="742950" indent="-285750" algn="just" rtl="0" eaLnBrk="0" fontAlgn="base" hangingPunct="0">
                  <a:spcBef>
                    <a:spcPct val="20000"/>
                  </a:spcBef>
                  <a:spcAft>
                    <a:spcPct val="0"/>
                  </a:spcAft>
                  <a:buClr>
                    <a:schemeClr val="accent1"/>
                  </a:buClr>
                  <a:buSzPct val="70000"/>
                  <a:buFont typeface="Wingdings" pitchFamily="2" charset="2"/>
                  <a:buChar char="l"/>
                  <a:defRPr sz="2800">
                    <a:solidFill>
                      <a:schemeClr val="tx1"/>
                    </a:solidFill>
                    <a:latin typeface="+mn-lt"/>
                    <a:ea typeface="+mn-ea"/>
                  </a:defRPr>
                </a:lvl2pPr>
                <a:lvl3pPr marL="1143000" indent="-228600" algn="just" rtl="0" eaLnBrk="0" fontAlgn="base" hangingPunct="0">
                  <a:spcBef>
                    <a:spcPct val="20000"/>
                  </a:spcBef>
                  <a:spcAft>
                    <a:spcPct val="0"/>
                  </a:spcAft>
                  <a:buClr>
                    <a:schemeClr val="bg2"/>
                  </a:buClr>
                  <a:buSzPct val="65000"/>
                  <a:buFont typeface="Wingdings" pitchFamily="2" charset="2"/>
                  <a:buChar char="l"/>
                  <a:defRPr sz="2400">
                    <a:solidFill>
                      <a:schemeClr val="tx1"/>
                    </a:solidFill>
                    <a:latin typeface="+mn-lt"/>
                    <a:ea typeface="+mn-ea"/>
                  </a:defRPr>
                </a:lvl3pPr>
                <a:lvl4pPr marL="1600200" indent="-228600" algn="just" rtl="0" eaLnBrk="0" fontAlgn="base" hangingPunct="0">
                  <a:spcBef>
                    <a:spcPct val="20000"/>
                  </a:spcBef>
                  <a:spcAft>
                    <a:spcPct val="0"/>
                  </a:spcAft>
                  <a:buClr>
                    <a:schemeClr val="hlink"/>
                  </a:buClr>
                  <a:buSzPct val="60000"/>
                  <a:buFont typeface="Wingdings" pitchFamily="2" charset="2"/>
                  <a:buChar char="l"/>
                  <a:defRPr sz="2000">
                    <a:solidFill>
                      <a:schemeClr val="tx1"/>
                    </a:solidFill>
                    <a:latin typeface="+mn-lt"/>
                    <a:ea typeface="+mn-ea"/>
                  </a:defRPr>
                </a:lvl4pPr>
                <a:lvl5pPr marL="2057400" indent="-228600" algn="just" rtl="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mn-lt"/>
                    <a:ea typeface="+mn-ea"/>
                  </a:defRPr>
                </a:lvl5pPr>
                <a:lvl6pPr marL="2514600" indent="-228600" algn="just" rtl="0" fontAlgn="base">
                  <a:spcBef>
                    <a:spcPct val="20000"/>
                  </a:spcBef>
                  <a:spcAft>
                    <a:spcPct val="0"/>
                  </a:spcAft>
                  <a:buClr>
                    <a:schemeClr val="bg2"/>
                  </a:buClr>
                  <a:buSzPct val="40000"/>
                  <a:buFont typeface="Wingdings" pitchFamily="2" charset="2"/>
                  <a:buChar char="l"/>
                  <a:defRPr sz="2000">
                    <a:solidFill>
                      <a:schemeClr val="tx1"/>
                    </a:solidFill>
                    <a:latin typeface="+mn-lt"/>
                    <a:ea typeface="+mn-ea"/>
                  </a:defRPr>
                </a:lvl6pPr>
                <a:lvl7pPr marL="2971800" indent="-228600" algn="just" rtl="0" fontAlgn="base">
                  <a:spcBef>
                    <a:spcPct val="20000"/>
                  </a:spcBef>
                  <a:spcAft>
                    <a:spcPct val="0"/>
                  </a:spcAft>
                  <a:buClr>
                    <a:schemeClr val="bg2"/>
                  </a:buClr>
                  <a:buSzPct val="40000"/>
                  <a:buFont typeface="Wingdings" pitchFamily="2" charset="2"/>
                  <a:buChar char="l"/>
                  <a:defRPr sz="2000">
                    <a:solidFill>
                      <a:schemeClr val="tx1"/>
                    </a:solidFill>
                    <a:latin typeface="+mn-lt"/>
                    <a:ea typeface="+mn-ea"/>
                  </a:defRPr>
                </a:lvl7pPr>
                <a:lvl8pPr marL="3429000" indent="-228600" algn="just" rtl="0" fontAlgn="base">
                  <a:spcBef>
                    <a:spcPct val="20000"/>
                  </a:spcBef>
                  <a:spcAft>
                    <a:spcPct val="0"/>
                  </a:spcAft>
                  <a:buClr>
                    <a:schemeClr val="bg2"/>
                  </a:buClr>
                  <a:buSzPct val="40000"/>
                  <a:buFont typeface="Wingdings" pitchFamily="2" charset="2"/>
                  <a:buChar char="l"/>
                  <a:defRPr sz="2000">
                    <a:solidFill>
                      <a:schemeClr val="tx1"/>
                    </a:solidFill>
                    <a:latin typeface="+mn-lt"/>
                    <a:ea typeface="+mn-ea"/>
                  </a:defRPr>
                </a:lvl8pPr>
                <a:lvl9pPr marL="3886200" indent="-228600" algn="just" rtl="0" fontAlgn="base">
                  <a:spcBef>
                    <a:spcPct val="20000"/>
                  </a:spcBef>
                  <a:spcAft>
                    <a:spcPct val="0"/>
                  </a:spcAft>
                  <a:buClr>
                    <a:schemeClr val="bg2"/>
                  </a:buClr>
                  <a:buSzPct val="40000"/>
                  <a:buFont typeface="Wingdings" pitchFamily="2" charset="2"/>
                  <a:buChar char="l"/>
                  <a:defRPr sz="2000">
                    <a:solidFill>
                      <a:schemeClr val="tx1"/>
                    </a:solidFill>
                    <a:latin typeface="+mn-lt"/>
                    <a:ea typeface="+mn-ea"/>
                  </a:defRPr>
                </a:lvl9pPr>
              </a:lstStyle>
              <a:p>
                <a:pPr marL="0" indent="0">
                  <a:buNone/>
                </a:pPr>
                <a14:m>
                  <m:oMathPara xmlns:m="http://schemas.openxmlformats.org/officeDocument/2006/math">
                    <m:oMathParaPr>
                      <m:jc m:val="centerGroup"/>
                    </m:oMathParaPr>
                    <m:oMath xmlns:m="http://schemas.openxmlformats.org/officeDocument/2006/math">
                      <m:r>
                        <a:rPr lang="en-US" altLang="zh-CN" sz="2400" b="0" i="1" kern="0" dirty="0" smtClean="0">
                          <a:latin typeface="Cambria Math" panose="02040503050406030204" pitchFamily="18" charset="0"/>
                          <a:ea typeface="黑体" panose="02010609060101010101" pitchFamily="49" charset="-122"/>
                        </a:rPr>
                        <m:t>𝐹</m:t>
                      </m:r>
                      <m:r>
                        <a:rPr lang="en-US" altLang="zh-CN" sz="2400" b="0" i="1" kern="0" dirty="0" smtClean="0">
                          <a:latin typeface="Cambria Math" panose="02040503050406030204" pitchFamily="18" charset="0"/>
                          <a:ea typeface="黑体" panose="02010609060101010101" pitchFamily="49" charset="-122"/>
                        </a:rPr>
                        <m:t>=</m:t>
                      </m:r>
                      <m:r>
                        <a:rPr lang="en-US" altLang="zh-CN" sz="2400" b="0" i="1" kern="0" dirty="0" smtClean="0">
                          <a:latin typeface="Cambria Math" panose="02040503050406030204" pitchFamily="18" charset="0"/>
                          <a:ea typeface="黑体" panose="02010609060101010101" pitchFamily="49" charset="-122"/>
                        </a:rPr>
                        <m:t>𝑎𝑏𝑐</m:t>
                      </m:r>
                      <m:r>
                        <a:rPr lang="en-US" altLang="zh-CN" sz="2400" b="0" i="1" kern="0" dirty="0" smtClean="0">
                          <a:latin typeface="Cambria Math" panose="02040503050406030204" pitchFamily="18" charset="0"/>
                          <a:ea typeface="黑体" panose="02010609060101010101" pitchFamily="49" charset="-122"/>
                        </a:rPr>
                        <m:t>+</m:t>
                      </m:r>
                      <m:r>
                        <a:rPr lang="en-US" altLang="zh-CN" sz="2400" b="0" i="1" kern="0" dirty="0" smtClean="0">
                          <a:latin typeface="Cambria Math" panose="02040503050406030204" pitchFamily="18" charset="0"/>
                          <a:ea typeface="黑体" panose="02010609060101010101" pitchFamily="49" charset="-122"/>
                        </a:rPr>
                        <m:t>𝑎𝑏𝑑</m:t>
                      </m:r>
                      <m:r>
                        <a:rPr lang="en-US" altLang="zh-CN" sz="2400" b="0" i="1" kern="0" dirty="0" smtClean="0">
                          <a:latin typeface="Cambria Math" panose="02040503050406030204" pitchFamily="18" charset="0"/>
                          <a:ea typeface="黑体" panose="02010609060101010101" pitchFamily="49" charset="-122"/>
                        </a:rPr>
                        <m:t>+</m:t>
                      </m:r>
                      <m:r>
                        <a:rPr lang="en-US" altLang="zh-CN" sz="2400" b="0" i="1" kern="0" dirty="0" smtClean="0">
                          <a:latin typeface="Cambria Math" panose="02040503050406030204" pitchFamily="18" charset="0"/>
                          <a:ea typeface="黑体" panose="02010609060101010101" pitchFamily="49" charset="-122"/>
                        </a:rPr>
                        <m:t>𝑎</m:t>
                      </m:r>
                      <m:r>
                        <a:rPr lang="en-US" altLang="zh-CN" sz="2400" b="0" i="1" kern="0" dirty="0" smtClean="0">
                          <a:latin typeface="Cambria Math" panose="02040503050406030204" pitchFamily="18" charset="0"/>
                          <a:ea typeface="黑体" panose="02010609060101010101" pitchFamily="49" charset="-122"/>
                        </a:rPr>
                        <m:t>’</m:t>
                      </m:r>
                      <m:r>
                        <a:rPr lang="en-US" altLang="zh-CN" sz="2400" b="0" i="1" kern="0" dirty="0" smtClean="0">
                          <a:latin typeface="Cambria Math" panose="02040503050406030204" pitchFamily="18" charset="0"/>
                          <a:ea typeface="黑体" panose="02010609060101010101" pitchFamily="49" charset="-122"/>
                        </a:rPr>
                        <m:t>𝑐</m:t>
                      </m:r>
                      <m:r>
                        <a:rPr lang="en-US" altLang="zh-CN" sz="2400" b="0" i="1" kern="0" dirty="0" smtClean="0">
                          <a:latin typeface="Cambria Math" panose="02040503050406030204" pitchFamily="18" charset="0"/>
                          <a:ea typeface="黑体" panose="02010609060101010101" pitchFamily="49" charset="-122"/>
                        </a:rPr>
                        <m:t>’</m:t>
                      </m:r>
                      <m:r>
                        <a:rPr lang="en-US" altLang="zh-CN" sz="2400" b="0" i="1" kern="0" dirty="0" smtClean="0">
                          <a:latin typeface="Cambria Math" panose="02040503050406030204" pitchFamily="18" charset="0"/>
                          <a:ea typeface="黑体" panose="02010609060101010101" pitchFamily="49" charset="-122"/>
                        </a:rPr>
                        <m:t>𝑑</m:t>
                      </m:r>
                      <m:r>
                        <a:rPr lang="en-US" altLang="zh-CN" sz="2400" b="0" i="1" kern="0" dirty="0" smtClean="0">
                          <a:latin typeface="Cambria Math" panose="02040503050406030204" pitchFamily="18" charset="0"/>
                          <a:ea typeface="黑体" panose="02010609060101010101" pitchFamily="49" charset="-122"/>
                        </a:rPr>
                        <m:t>’+</m:t>
                      </m:r>
                      <m:r>
                        <a:rPr lang="en-US" altLang="zh-CN" sz="2400" b="0" i="1" kern="0" dirty="0" err="1">
                          <a:latin typeface="Cambria Math" panose="02040503050406030204" pitchFamily="18" charset="0"/>
                          <a:ea typeface="黑体" panose="02010609060101010101" pitchFamily="49" charset="-122"/>
                        </a:rPr>
                        <m:t>𝑏</m:t>
                      </m:r>
                      <m:r>
                        <a:rPr lang="en-US" altLang="zh-CN" sz="2400" b="0" i="1" kern="0" dirty="0" err="1">
                          <a:latin typeface="Cambria Math" panose="02040503050406030204" pitchFamily="18" charset="0"/>
                          <a:ea typeface="黑体" panose="02010609060101010101" pitchFamily="49" charset="-122"/>
                        </a:rPr>
                        <m:t>’</m:t>
                      </m:r>
                      <m:r>
                        <a:rPr lang="en-US" altLang="zh-CN" sz="2400" b="0" i="1" kern="0" dirty="0" err="1">
                          <a:latin typeface="Cambria Math" panose="02040503050406030204" pitchFamily="18" charset="0"/>
                          <a:ea typeface="黑体" panose="02010609060101010101" pitchFamily="49" charset="-122"/>
                        </a:rPr>
                        <m:t>𝑐</m:t>
                      </m:r>
                      <m:r>
                        <a:rPr lang="en-US" altLang="zh-CN" sz="2400" b="0" i="1" kern="0" dirty="0" err="1">
                          <a:latin typeface="Cambria Math" panose="02040503050406030204" pitchFamily="18" charset="0"/>
                          <a:ea typeface="黑体" panose="02010609060101010101" pitchFamily="49" charset="-122"/>
                        </a:rPr>
                        <m:t>’</m:t>
                      </m:r>
                      <m:r>
                        <a:rPr lang="en-US" altLang="zh-CN" sz="2400" b="0" i="1" kern="0" dirty="0" err="1">
                          <a:latin typeface="Cambria Math" panose="02040503050406030204" pitchFamily="18" charset="0"/>
                          <a:ea typeface="黑体" panose="02010609060101010101" pitchFamily="49" charset="-122"/>
                        </a:rPr>
                        <m:t>𝑑</m:t>
                      </m:r>
                      <m:r>
                        <a:rPr lang="en-US" altLang="zh-CN" sz="2400" b="0" i="1" kern="0" dirty="0">
                          <a:latin typeface="Cambria Math" panose="02040503050406030204" pitchFamily="18" charset="0"/>
                          <a:ea typeface="黑体" panose="02010609060101010101" pitchFamily="49" charset="-122"/>
                        </a:rPr>
                        <m:t>’</m:t>
                      </m:r>
                    </m:oMath>
                  </m:oMathPara>
                </a14:m>
                <a:endParaRPr lang="en-US" altLang="zh-CN" sz="2400" b="0" kern="0" dirty="0">
                  <a:latin typeface="黑体" panose="02010609060101010101" pitchFamily="49" charset="-122"/>
                  <a:ea typeface="黑体" panose="02010609060101010101" pitchFamily="49" charset="-122"/>
                </a:endParaRPr>
              </a:p>
              <a:p>
                <a:pPr marL="0" indent="0">
                  <a:buNone/>
                </a:pPr>
                <a:endParaRPr lang="zh-CN" altLang="en-US" sz="2400" b="0" kern="0" dirty="0">
                  <a:latin typeface="黑体" panose="02010609060101010101" pitchFamily="49" charset="-122"/>
                  <a:ea typeface="黑体" panose="02010609060101010101" pitchFamily="49" charset="-122"/>
                </a:endParaRPr>
              </a:p>
            </p:txBody>
          </p:sp>
        </mc:Choice>
        <mc:Fallback xmlns="">
          <p:sp>
            <p:nvSpPr>
              <p:cNvPr id="23" name="内容占位符 2">
                <a:extLst>
                  <a:ext uri="{FF2B5EF4-FFF2-40B4-BE49-F238E27FC236}">
                    <a16:creationId xmlns:a16="http://schemas.microsoft.com/office/drawing/2014/main" id="{07B6BAE2-D356-9A4B-8E83-2DD2E1B01964}"/>
                  </a:ext>
                </a:extLst>
              </p:cNvPr>
              <p:cNvSpPr txBox="1">
                <a:spLocks noRot="1" noChangeAspect="1" noMove="1" noResize="1" noEditPoints="1" noAdjustHandles="1" noChangeArrowheads="1" noChangeShapeType="1" noTextEdit="1"/>
              </p:cNvSpPr>
              <p:nvPr/>
            </p:nvSpPr>
            <p:spPr bwMode="auto">
              <a:xfrm>
                <a:off x="548540" y="2252852"/>
                <a:ext cx="4311492" cy="473318"/>
              </a:xfrm>
              <a:prstGeom prst="rect">
                <a:avLst/>
              </a:prstGeom>
              <a:blipFill>
                <a:blip r:embed="rId3"/>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矩形 19">
                <a:extLst>
                  <a:ext uri="{FF2B5EF4-FFF2-40B4-BE49-F238E27FC236}">
                    <a16:creationId xmlns:a16="http://schemas.microsoft.com/office/drawing/2014/main" id="{D991C281-C821-7348-BC8A-651FAEE29AC2}"/>
                  </a:ext>
                </a:extLst>
              </p:cNvPr>
              <p:cNvSpPr/>
              <p:nvPr/>
            </p:nvSpPr>
            <p:spPr>
              <a:xfrm>
                <a:off x="5184068" y="2240868"/>
                <a:ext cx="3226665" cy="830997"/>
              </a:xfrm>
              <a:prstGeom prst="rect">
                <a:avLst/>
              </a:prstGeom>
            </p:spPr>
            <p:txBody>
              <a:bodyPr wrap="square">
                <a:spAutoFit/>
              </a:bodyPr>
              <a:lstStyle/>
              <a:p>
                <a:pPr algn="ctr"/>
                <a14:m>
                  <m:oMathPara xmlns:m="http://schemas.openxmlformats.org/officeDocument/2006/math">
                    <m:oMathParaPr>
                      <m:jc m:val="centerGroup"/>
                    </m:oMathParaPr>
                    <m:oMath xmlns:m="http://schemas.openxmlformats.org/officeDocument/2006/math">
                      <m:r>
                        <a:rPr lang="en-US" altLang="zh-CN" sz="2400" i="1" kern="0" dirty="0">
                          <a:latin typeface="Cambria Math" panose="02040503050406030204" pitchFamily="18" charset="0"/>
                          <a:ea typeface="黑体" panose="02010609060101010101" pitchFamily="49" charset="-122"/>
                        </a:rPr>
                        <m:t>𝑋</m:t>
                      </m:r>
                      <m:r>
                        <a:rPr lang="en-US" altLang="zh-CN" sz="2400" i="1" kern="0" dirty="0">
                          <a:latin typeface="Cambria Math" panose="02040503050406030204" pitchFamily="18" charset="0"/>
                          <a:ea typeface="黑体" panose="02010609060101010101" pitchFamily="49" charset="-122"/>
                        </a:rPr>
                        <m:t>=</m:t>
                      </m:r>
                      <m:r>
                        <a:rPr lang="en-US" altLang="zh-CN" sz="2400" i="1" kern="0" dirty="0">
                          <a:latin typeface="Cambria Math" panose="02040503050406030204" pitchFamily="18" charset="0"/>
                          <a:ea typeface="黑体" panose="02010609060101010101" pitchFamily="49" charset="-122"/>
                        </a:rPr>
                        <m:t>𝑎𝑏</m:t>
                      </m:r>
                      <m:r>
                        <a:rPr lang="en-US" altLang="zh-CN" sz="2400" i="1" kern="0" dirty="0">
                          <a:latin typeface="Cambria Math" panose="02040503050406030204" pitchFamily="18" charset="0"/>
                          <a:ea typeface="黑体" panose="02010609060101010101" pitchFamily="49" charset="-122"/>
                        </a:rPr>
                        <m:t>, </m:t>
                      </m:r>
                      <m:r>
                        <a:rPr lang="en-US" altLang="zh-CN" sz="2400" i="1" kern="0" dirty="0">
                          <a:latin typeface="Cambria Math" panose="02040503050406030204" pitchFamily="18" charset="0"/>
                          <a:ea typeface="黑体" panose="02010609060101010101" pitchFamily="49" charset="-122"/>
                        </a:rPr>
                        <m:t>𝑌</m:t>
                      </m:r>
                      <m:r>
                        <a:rPr lang="en-US" altLang="zh-CN" sz="2400" i="1" kern="0" dirty="0">
                          <a:latin typeface="Cambria Math" panose="02040503050406030204" pitchFamily="18" charset="0"/>
                          <a:ea typeface="黑体" panose="02010609060101010101" pitchFamily="49" charset="-122"/>
                        </a:rPr>
                        <m:t>=</m:t>
                      </m:r>
                      <m:r>
                        <a:rPr lang="en-US" altLang="zh-CN" sz="2400" i="1" kern="0" dirty="0" err="1">
                          <a:latin typeface="Cambria Math" panose="02040503050406030204" pitchFamily="18" charset="0"/>
                          <a:ea typeface="黑体" panose="02010609060101010101" pitchFamily="49" charset="-122"/>
                        </a:rPr>
                        <m:t>𝑐</m:t>
                      </m:r>
                      <m:r>
                        <a:rPr lang="en-US" altLang="zh-CN" sz="2400" i="1" kern="0" dirty="0" err="1">
                          <a:latin typeface="Cambria Math" panose="02040503050406030204" pitchFamily="18" charset="0"/>
                          <a:ea typeface="黑体" panose="02010609060101010101" pitchFamily="49" charset="-122"/>
                        </a:rPr>
                        <m:t>+</m:t>
                      </m:r>
                      <m:r>
                        <a:rPr lang="en-US" altLang="zh-CN" sz="2400" i="1" kern="0" dirty="0" err="1">
                          <a:latin typeface="Cambria Math" panose="02040503050406030204" pitchFamily="18" charset="0"/>
                          <a:ea typeface="黑体" panose="02010609060101010101" pitchFamily="49" charset="-122"/>
                        </a:rPr>
                        <m:t>𝑑</m:t>
                      </m:r>
                    </m:oMath>
                  </m:oMathPara>
                </a14:m>
                <a:endParaRPr lang="en-US" altLang="zh-CN" sz="2400" i="1" kern="0" dirty="0">
                  <a:latin typeface="Cambria Math" panose="02040503050406030204" pitchFamily="18" charset="0"/>
                  <a:ea typeface="黑体" panose="02010609060101010101" pitchFamily="49" charset="-122"/>
                </a:endParaRPr>
              </a:p>
              <a:p>
                <a:pPr marL="0" indent="0">
                  <a:buNone/>
                </a:pPr>
                <a14:m>
                  <m:oMathPara xmlns:m="http://schemas.openxmlformats.org/officeDocument/2006/math">
                    <m:oMathParaPr>
                      <m:jc m:val="centerGroup"/>
                    </m:oMathParaPr>
                    <m:oMath xmlns:m="http://schemas.openxmlformats.org/officeDocument/2006/math">
                      <m:r>
                        <a:rPr lang="en-US" altLang="zh-CN" sz="2400" i="1" kern="0" dirty="0">
                          <a:latin typeface="Cambria Math" panose="02040503050406030204" pitchFamily="18" charset="0"/>
                          <a:ea typeface="黑体" panose="02010609060101010101" pitchFamily="49" charset="-122"/>
                        </a:rPr>
                        <m:t>𝐹</m:t>
                      </m:r>
                      <m:r>
                        <a:rPr lang="en-US" altLang="zh-CN" sz="2400" i="1" kern="0" dirty="0">
                          <a:latin typeface="Cambria Math" panose="02040503050406030204" pitchFamily="18" charset="0"/>
                          <a:ea typeface="黑体" panose="02010609060101010101" pitchFamily="49" charset="-122"/>
                        </a:rPr>
                        <m:t>=</m:t>
                      </m:r>
                      <m:r>
                        <a:rPr lang="en-US" altLang="zh-CN" sz="2400" i="1" kern="0" dirty="0">
                          <a:latin typeface="Cambria Math" panose="02040503050406030204" pitchFamily="18" charset="0"/>
                          <a:ea typeface="黑体" panose="02010609060101010101" pitchFamily="49" charset="-122"/>
                        </a:rPr>
                        <m:t>𝑋𝑌</m:t>
                      </m:r>
                      <m:r>
                        <a:rPr lang="en-US" altLang="zh-CN" sz="2400" i="1" kern="0" dirty="0">
                          <a:latin typeface="Cambria Math" panose="02040503050406030204" pitchFamily="18" charset="0"/>
                          <a:ea typeface="黑体" panose="02010609060101010101" pitchFamily="49" charset="-122"/>
                        </a:rPr>
                        <m:t>+</m:t>
                      </m:r>
                      <m:r>
                        <a:rPr lang="en-US" altLang="zh-CN" sz="2400" i="1" kern="0" dirty="0">
                          <a:latin typeface="Cambria Math" panose="02040503050406030204" pitchFamily="18" charset="0"/>
                          <a:ea typeface="黑体" panose="02010609060101010101" pitchFamily="49" charset="-122"/>
                        </a:rPr>
                        <m:t>𝑋</m:t>
                      </m:r>
                      <m:r>
                        <a:rPr lang="en-US" altLang="zh-CN" sz="2400" i="1" kern="0" dirty="0">
                          <a:latin typeface="Cambria Math" panose="02040503050406030204" pitchFamily="18" charset="0"/>
                          <a:ea typeface="黑体" panose="02010609060101010101" pitchFamily="49" charset="-122"/>
                        </a:rPr>
                        <m:t>’</m:t>
                      </m:r>
                      <m:r>
                        <a:rPr lang="en-US" altLang="zh-CN" sz="2400" i="1" kern="0" dirty="0">
                          <a:latin typeface="Cambria Math" panose="02040503050406030204" pitchFamily="18" charset="0"/>
                          <a:ea typeface="黑体" panose="02010609060101010101" pitchFamily="49" charset="-122"/>
                        </a:rPr>
                        <m:t>𝑌</m:t>
                      </m:r>
                      <m:r>
                        <a:rPr lang="en-US" altLang="zh-CN" sz="2400" i="1" kern="0" dirty="0">
                          <a:latin typeface="Cambria Math" panose="02040503050406030204" pitchFamily="18" charset="0"/>
                          <a:ea typeface="黑体" panose="02010609060101010101" pitchFamily="49" charset="-122"/>
                        </a:rPr>
                        <m:t>’</m:t>
                      </m:r>
                    </m:oMath>
                  </m:oMathPara>
                </a14:m>
                <a:endParaRPr lang="en-US" altLang="zh-CN" sz="2400" kern="0" dirty="0">
                  <a:ea typeface="黑体" panose="02010609060101010101" pitchFamily="49" charset="-122"/>
                </a:endParaRPr>
              </a:p>
            </p:txBody>
          </p:sp>
        </mc:Choice>
        <mc:Fallback xmlns="">
          <p:sp>
            <p:nvSpPr>
              <p:cNvPr id="20" name="矩形 19">
                <a:extLst>
                  <a:ext uri="{FF2B5EF4-FFF2-40B4-BE49-F238E27FC236}">
                    <a16:creationId xmlns:a16="http://schemas.microsoft.com/office/drawing/2014/main" id="{D991C281-C821-7348-BC8A-651FAEE29AC2}"/>
                  </a:ext>
                </a:extLst>
              </p:cNvPr>
              <p:cNvSpPr>
                <a:spLocks noRot="1" noChangeAspect="1" noMove="1" noResize="1" noEditPoints="1" noAdjustHandles="1" noChangeArrowheads="1" noChangeShapeType="1" noTextEdit="1"/>
              </p:cNvSpPr>
              <p:nvPr/>
            </p:nvSpPr>
            <p:spPr>
              <a:xfrm>
                <a:off x="5184068" y="2240868"/>
                <a:ext cx="3226665" cy="830997"/>
              </a:xfrm>
              <a:prstGeom prst="rect">
                <a:avLst/>
              </a:prstGeom>
              <a:blipFill>
                <a:blip r:embed="rId4"/>
                <a:stretch>
                  <a:fillRect/>
                </a:stretch>
              </a:blipFill>
            </p:spPr>
            <p:txBody>
              <a:bodyPr/>
              <a:lstStyle/>
              <a:p>
                <a:r>
                  <a:rPr lang="en-US">
                    <a:noFill/>
                  </a:rPr>
                  <a:t> </a:t>
                </a:r>
              </a:p>
            </p:txBody>
          </p:sp>
        </mc:Fallback>
      </mc:AlternateContent>
      <p:grpSp>
        <p:nvGrpSpPr>
          <p:cNvPr id="161" name="组合 160">
            <a:extLst>
              <a:ext uri="{FF2B5EF4-FFF2-40B4-BE49-F238E27FC236}">
                <a16:creationId xmlns:a16="http://schemas.microsoft.com/office/drawing/2014/main" id="{18405A0B-2D28-DA4B-BB46-1379E7541138}"/>
              </a:ext>
            </a:extLst>
          </p:cNvPr>
          <p:cNvGrpSpPr/>
          <p:nvPr/>
        </p:nvGrpSpPr>
        <p:grpSpPr>
          <a:xfrm>
            <a:off x="616541" y="3019431"/>
            <a:ext cx="3463717" cy="1957741"/>
            <a:chOff x="610191" y="4690892"/>
            <a:chExt cx="3151707" cy="1781389"/>
          </a:xfrm>
        </p:grpSpPr>
        <p:sp>
          <p:nvSpPr>
            <p:cNvPr id="21" name="延迟 20">
              <a:extLst>
                <a:ext uri="{FF2B5EF4-FFF2-40B4-BE49-F238E27FC236}">
                  <a16:creationId xmlns:a16="http://schemas.microsoft.com/office/drawing/2014/main" id="{9ADE3F83-F87C-D54E-906E-1518D5776C75}"/>
                </a:ext>
              </a:extLst>
            </p:cNvPr>
            <p:cNvSpPr/>
            <p:nvPr/>
          </p:nvSpPr>
          <p:spPr bwMode="auto">
            <a:xfrm>
              <a:off x="2104009" y="5374750"/>
              <a:ext cx="317260" cy="224880"/>
            </a:xfrm>
            <a:prstGeom prst="flowChartDelay">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7" name="文本框 26">
              <a:extLst>
                <a:ext uri="{FF2B5EF4-FFF2-40B4-BE49-F238E27FC236}">
                  <a16:creationId xmlns:a16="http://schemas.microsoft.com/office/drawing/2014/main" id="{BAAA4EDF-643B-6A41-8A74-F3701061B646}"/>
                </a:ext>
              </a:extLst>
            </p:cNvPr>
            <p:cNvSpPr txBox="1"/>
            <p:nvPr/>
          </p:nvSpPr>
          <p:spPr>
            <a:xfrm>
              <a:off x="610191" y="4690892"/>
              <a:ext cx="312906" cy="369332"/>
            </a:xfrm>
            <a:prstGeom prst="rect">
              <a:avLst/>
            </a:prstGeom>
            <a:noFill/>
          </p:spPr>
          <p:txBody>
            <a:bodyPr wrap="none" rtlCol="0">
              <a:spAutoFit/>
            </a:bodyPr>
            <a:lstStyle/>
            <a:p>
              <a:r>
                <a:rPr kumimoji="1" lang="en-US" altLang="zh-CN" i="1" dirty="0"/>
                <a:t>a</a:t>
              </a:r>
              <a:endParaRPr kumimoji="1" lang="zh-CN" altLang="en-US" i="1" dirty="0"/>
            </a:p>
          </p:txBody>
        </p:sp>
        <p:sp>
          <p:nvSpPr>
            <p:cNvPr id="28" name="文本框 27">
              <a:extLst>
                <a:ext uri="{FF2B5EF4-FFF2-40B4-BE49-F238E27FC236}">
                  <a16:creationId xmlns:a16="http://schemas.microsoft.com/office/drawing/2014/main" id="{8817AA0E-A960-C945-94B9-967064D86DD1}"/>
                </a:ext>
              </a:extLst>
            </p:cNvPr>
            <p:cNvSpPr txBox="1"/>
            <p:nvPr/>
          </p:nvSpPr>
          <p:spPr>
            <a:xfrm>
              <a:off x="933414" y="4705316"/>
              <a:ext cx="312906" cy="369332"/>
            </a:xfrm>
            <a:prstGeom prst="rect">
              <a:avLst/>
            </a:prstGeom>
            <a:noFill/>
          </p:spPr>
          <p:txBody>
            <a:bodyPr wrap="none" rtlCol="0">
              <a:spAutoFit/>
            </a:bodyPr>
            <a:lstStyle/>
            <a:p>
              <a:r>
                <a:rPr kumimoji="1" lang="en-US" altLang="zh-CN" i="1" dirty="0"/>
                <a:t>b</a:t>
              </a:r>
              <a:endParaRPr kumimoji="1" lang="zh-CN" altLang="en-US" i="1" dirty="0"/>
            </a:p>
          </p:txBody>
        </p:sp>
        <p:sp>
          <p:nvSpPr>
            <p:cNvPr id="29" name="文本框 28">
              <a:extLst>
                <a:ext uri="{FF2B5EF4-FFF2-40B4-BE49-F238E27FC236}">
                  <a16:creationId xmlns:a16="http://schemas.microsoft.com/office/drawing/2014/main" id="{BBB1F620-0C1D-6043-9647-BB5FF87574A9}"/>
                </a:ext>
              </a:extLst>
            </p:cNvPr>
            <p:cNvSpPr txBox="1"/>
            <p:nvPr/>
          </p:nvSpPr>
          <p:spPr>
            <a:xfrm>
              <a:off x="1237737" y="4702416"/>
              <a:ext cx="300082" cy="369332"/>
            </a:xfrm>
            <a:prstGeom prst="rect">
              <a:avLst/>
            </a:prstGeom>
            <a:noFill/>
          </p:spPr>
          <p:txBody>
            <a:bodyPr wrap="none" rtlCol="0">
              <a:spAutoFit/>
            </a:bodyPr>
            <a:lstStyle/>
            <a:p>
              <a:r>
                <a:rPr kumimoji="1" lang="en-US" altLang="zh-CN" i="1" dirty="0"/>
                <a:t>c</a:t>
              </a:r>
              <a:endParaRPr kumimoji="1" lang="zh-CN" altLang="en-US" i="1" dirty="0"/>
            </a:p>
          </p:txBody>
        </p:sp>
        <p:sp>
          <p:nvSpPr>
            <p:cNvPr id="30" name="文本框 29">
              <a:extLst>
                <a:ext uri="{FF2B5EF4-FFF2-40B4-BE49-F238E27FC236}">
                  <a16:creationId xmlns:a16="http://schemas.microsoft.com/office/drawing/2014/main" id="{55ACC8DC-1CD4-2B4B-9986-3ACA9E6F6AC7}"/>
                </a:ext>
              </a:extLst>
            </p:cNvPr>
            <p:cNvSpPr txBox="1"/>
            <p:nvPr/>
          </p:nvSpPr>
          <p:spPr>
            <a:xfrm>
              <a:off x="1566409" y="4709760"/>
              <a:ext cx="312906" cy="369332"/>
            </a:xfrm>
            <a:prstGeom prst="rect">
              <a:avLst/>
            </a:prstGeom>
            <a:noFill/>
          </p:spPr>
          <p:txBody>
            <a:bodyPr wrap="none" rtlCol="0">
              <a:spAutoFit/>
            </a:bodyPr>
            <a:lstStyle/>
            <a:p>
              <a:r>
                <a:rPr kumimoji="1" lang="en-US" altLang="zh-CN" i="1" dirty="0"/>
                <a:t>d</a:t>
              </a:r>
              <a:endParaRPr kumimoji="1" lang="zh-CN" altLang="en-US" i="1" dirty="0"/>
            </a:p>
          </p:txBody>
        </p:sp>
        <p:cxnSp>
          <p:nvCxnSpPr>
            <p:cNvPr id="33" name="直线连接符 32">
              <a:extLst>
                <a:ext uri="{FF2B5EF4-FFF2-40B4-BE49-F238E27FC236}">
                  <a16:creationId xmlns:a16="http://schemas.microsoft.com/office/drawing/2014/main" id="{D76C0C98-443A-E343-9E95-3F5325651274}"/>
                </a:ext>
              </a:extLst>
            </p:cNvPr>
            <p:cNvCxnSpPr>
              <a:cxnSpLocks/>
              <a:stCxn id="26" idx="1"/>
            </p:cNvCxnSpPr>
            <p:nvPr/>
          </p:nvCxnSpPr>
          <p:spPr bwMode="auto">
            <a:xfrm>
              <a:off x="3516118" y="5951651"/>
              <a:ext cx="24578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8" name="直线连接符 37">
              <a:extLst>
                <a:ext uri="{FF2B5EF4-FFF2-40B4-BE49-F238E27FC236}">
                  <a16:creationId xmlns:a16="http://schemas.microsoft.com/office/drawing/2014/main" id="{E79F81AF-5CA6-F241-98A4-97E67BBEC320}"/>
                </a:ext>
              </a:extLst>
            </p:cNvPr>
            <p:cNvCxnSpPr>
              <a:cxnSpLocks/>
            </p:cNvCxnSpPr>
            <p:nvPr/>
          </p:nvCxnSpPr>
          <p:spPr bwMode="auto">
            <a:xfrm>
              <a:off x="766644" y="5409220"/>
              <a:ext cx="133200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2" name="直线连接符 31">
              <a:extLst>
                <a:ext uri="{FF2B5EF4-FFF2-40B4-BE49-F238E27FC236}">
                  <a16:creationId xmlns:a16="http://schemas.microsoft.com/office/drawing/2014/main" id="{3C0A448A-8023-1340-A545-0161E4E72D3D}"/>
                </a:ext>
              </a:extLst>
            </p:cNvPr>
            <p:cNvCxnSpPr>
              <a:cxnSpLocks/>
            </p:cNvCxnSpPr>
            <p:nvPr/>
          </p:nvCxnSpPr>
          <p:spPr bwMode="auto">
            <a:xfrm>
              <a:off x="772004" y="4941885"/>
              <a:ext cx="0" cy="153039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44" name="直线连接符 43">
              <a:extLst>
                <a:ext uri="{FF2B5EF4-FFF2-40B4-BE49-F238E27FC236}">
                  <a16:creationId xmlns:a16="http://schemas.microsoft.com/office/drawing/2014/main" id="{0D5FEB2E-37FB-6F40-8C04-98194AFB55DF}"/>
                </a:ext>
              </a:extLst>
            </p:cNvPr>
            <p:cNvCxnSpPr>
              <a:cxnSpLocks/>
            </p:cNvCxnSpPr>
            <p:nvPr/>
          </p:nvCxnSpPr>
          <p:spPr bwMode="auto">
            <a:xfrm>
              <a:off x="909437" y="5348137"/>
              <a:ext cx="0" cy="1124144"/>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nvGrpSpPr>
            <p:cNvPr id="48" name="组合 47">
              <a:extLst>
                <a:ext uri="{FF2B5EF4-FFF2-40B4-BE49-F238E27FC236}">
                  <a16:creationId xmlns:a16="http://schemas.microsoft.com/office/drawing/2014/main" id="{1F6B38D6-CDB5-4645-A4B1-117229C0D56C}"/>
                </a:ext>
              </a:extLst>
            </p:cNvPr>
            <p:cNvGrpSpPr/>
            <p:nvPr/>
          </p:nvGrpSpPr>
          <p:grpSpPr>
            <a:xfrm>
              <a:off x="837463" y="5149088"/>
              <a:ext cx="143951" cy="211386"/>
              <a:chOff x="4877569" y="5413857"/>
              <a:chExt cx="143951" cy="211386"/>
            </a:xfrm>
          </p:grpSpPr>
          <p:sp>
            <p:nvSpPr>
              <p:cNvPr id="46" name="三角形 45">
                <a:extLst>
                  <a:ext uri="{FF2B5EF4-FFF2-40B4-BE49-F238E27FC236}">
                    <a16:creationId xmlns:a16="http://schemas.microsoft.com/office/drawing/2014/main" id="{9F3FC2AF-D9A3-4241-9E81-4093A578C7FE}"/>
                  </a:ext>
                </a:extLst>
              </p:cNvPr>
              <p:cNvSpPr/>
              <p:nvPr/>
            </p:nvSpPr>
            <p:spPr bwMode="auto">
              <a:xfrm rot="10800000">
                <a:off x="4877569" y="5413857"/>
                <a:ext cx="143951" cy="159947"/>
              </a:xfrm>
              <a:prstGeom prst="triangl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zh-CN" altLang="en-US"/>
              </a:p>
            </p:txBody>
          </p:sp>
          <p:sp>
            <p:nvSpPr>
              <p:cNvPr id="47" name="椭圆 46">
                <a:extLst>
                  <a:ext uri="{FF2B5EF4-FFF2-40B4-BE49-F238E27FC236}">
                    <a16:creationId xmlns:a16="http://schemas.microsoft.com/office/drawing/2014/main" id="{415ED8C3-1306-5640-A3C2-5E02CD5676DA}"/>
                  </a:ext>
                </a:extLst>
              </p:cNvPr>
              <p:cNvSpPr/>
              <p:nvPr/>
            </p:nvSpPr>
            <p:spPr bwMode="auto">
              <a:xfrm>
                <a:off x="4923824" y="5573804"/>
                <a:ext cx="51439" cy="51439"/>
              </a:xfrm>
              <a:prstGeom prst="ellips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grpSp>
        <p:cxnSp>
          <p:nvCxnSpPr>
            <p:cNvPr id="49" name="直线连接符 48">
              <a:extLst>
                <a:ext uri="{FF2B5EF4-FFF2-40B4-BE49-F238E27FC236}">
                  <a16:creationId xmlns:a16="http://schemas.microsoft.com/office/drawing/2014/main" id="{D0F00F8D-98A8-0642-83D5-82A6F453F913}"/>
                </a:ext>
              </a:extLst>
            </p:cNvPr>
            <p:cNvCxnSpPr>
              <a:cxnSpLocks/>
            </p:cNvCxnSpPr>
            <p:nvPr/>
          </p:nvCxnSpPr>
          <p:spPr bwMode="auto">
            <a:xfrm>
              <a:off x="772004" y="5045251"/>
              <a:ext cx="137433"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51" name="直线连接符 50">
              <a:extLst>
                <a:ext uri="{FF2B5EF4-FFF2-40B4-BE49-F238E27FC236}">
                  <a16:creationId xmlns:a16="http://schemas.microsoft.com/office/drawing/2014/main" id="{D2380FDF-7466-6D4B-983E-34BF2E8EE81D}"/>
                </a:ext>
              </a:extLst>
            </p:cNvPr>
            <p:cNvCxnSpPr>
              <a:cxnSpLocks/>
              <a:endCxn id="46" idx="3"/>
            </p:cNvCxnSpPr>
            <p:nvPr/>
          </p:nvCxnSpPr>
          <p:spPr bwMode="auto">
            <a:xfrm>
              <a:off x="909437" y="5045251"/>
              <a:ext cx="1" cy="10383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63" name="直线连接符 62">
              <a:extLst>
                <a:ext uri="{FF2B5EF4-FFF2-40B4-BE49-F238E27FC236}">
                  <a16:creationId xmlns:a16="http://schemas.microsoft.com/office/drawing/2014/main" id="{381BE7F5-C720-0D49-BB76-C493197414A3}"/>
                </a:ext>
              </a:extLst>
            </p:cNvPr>
            <p:cNvCxnSpPr>
              <a:cxnSpLocks/>
            </p:cNvCxnSpPr>
            <p:nvPr/>
          </p:nvCxnSpPr>
          <p:spPr bwMode="auto">
            <a:xfrm>
              <a:off x="1072589" y="4950039"/>
              <a:ext cx="0" cy="1522242"/>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64" name="直线连接符 63">
              <a:extLst>
                <a:ext uri="{FF2B5EF4-FFF2-40B4-BE49-F238E27FC236}">
                  <a16:creationId xmlns:a16="http://schemas.microsoft.com/office/drawing/2014/main" id="{78E727F1-14AE-5B4D-A993-F297CBCF8096}"/>
                </a:ext>
              </a:extLst>
            </p:cNvPr>
            <p:cNvCxnSpPr>
              <a:cxnSpLocks/>
            </p:cNvCxnSpPr>
            <p:nvPr/>
          </p:nvCxnSpPr>
          <p:spPr bwMode="auto">
            <a:xfrm>
              <a:off x="1210022" y="5348137"/>
              <a:ext cx="0" cy="1124144"/>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nvGrpSpPr>
            <p:cNvPr id="65" name="组合 64">
              <a:extLst>
                <a:ext uri="{FF2B5EF4-FFF2-40B4-BE49-F238E27FC236}">
                  <a16:creationId xmlns:a16="http://schemas.microsoft.com/office/drawing/2014/main" id="{FE20075B-8F99-F943-A88F-3CEDEB735539}"/>
                </a:ext>
              </a:extLst>
            </p:cNvPr>
            <p:cNvGrpSpPr/>
            <p:nvPr/>
          </p:nvGrpSpPr>
          <p:grpSpPr>
            <a:xfrm>
              <a:off x="1138048" y="5149088"/>
              <a:ext cx="143951" cy="211386"/>
              <a:chOff x="4877569" y="5413857"/>
              <a:chExt cx="143951" cy="211386"/>
            </a:xfrm>
          </p:grpSpPr>
          <p:sp>
            <p:nvSpPr>
              <p:cNvPr id="68" name="三角形 67">
                <a:extLst>
                  <a:ext uri="{FF2B5EF4-FFF2-40B4-BE49-F238E27FC236}">
                    <a16:creationId xmlns:a16="http://schemas.microsoft.com/office/drawing/2014/main" id="{067F350F-CF83-FF4C-9916-C9BCB7998680}"/>
                  </a:ext>
                </a:extLst>
              </p:cNvPr>
              <p:cNvSpPr/>
              <p:nvPr/>
            </p:nvSpPr>
            <p:spPr bwMode="auto">
              <a:xfrm rot="10800000">
                <a:off x="4877569" y="5413857"/>
                <a:ext cx="143951" cy="159947"/>
              </a:xfrm>
              <a:prstGeom prst="triangl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zh-CN" altLang="en-US"/>
              </a:p>
            </p:txBody>
          </p:sp>
          <p:sp>
            <p:nvSpPr>
              <p:cNvPr id="69" name="椭圆 68">
                <a:extLst>
                  <a:ext uri="{FF2B5EF4-FFF2-40B4-BE49-F238E27FC236}">
                    <a16:creationId xmlns:a16="http://schemas.microsoft.com/office/drawing/2014/main" id="{10B70823-65FD-CA40-8921-C7AE321C2487}"/>
                  </a:ext>
                </a:extLst>
              </p:cNvPr>
              <p:cNvSpPr/>
              <p:nvPr/>
            </p:nvSpPr>
            <p:spPr bwMode="auto">
              <a:xfrm>
                <a:off x="4923824" y="5573804"/>
                <a:ext cx="51439" cy="51439"/>
              </a:xfrm>
              <a:prstGeom prst="ellips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grpSp>
        <p:cxnSp>
          <p:nvCxnSpPr>
            <p:cNvPr id="66" name="直线连接符 65">
              <a:extLst>
                <a:ext uri="{FF2B5EF4-FFF2-40B4-BE49-F238E27FC236}">
                  <a16:creationId xmlns:a16="http://schemas.microsoft.com/office/drawing/2014/main" id="{F527B2C7-4C08-FC47-92F5-DD174E184125}"/>
                </a:ext>
              </a:extLst>
            </p:cNvPr>
            <p:cNvCxnSpPr>
              <a:cxnSpLocks/>
            </p:cNvCxnSpPr>
            <p:nvPr/>
          </p:nvCxnSpPr>
          <p:spPr bwMode="auto">
            <a:xfrm>
              <a:off x="1072589" y="5045251"/>
              <a:ext cx="137433"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67" name="直线连接符 66">
              <a:extLst>
                <a:ext uri="{FF2B5EF4-FFF2-40B4-BE49-F238E27FC236}">
                  <a16:creationId xmlns:a16="http://schemas.microsoft.com/office/drawing/2014/main" id="{46FB4187-45CE-2A45-A88C-58383DC56958}"/>
                </a:ext>
              </a:extLst>
            </p:cNvPr>
            <p:cNvCxnSpPr>
              <a:cxnSpLocks/>
              <a:endCxn id="68" idx="3"/>
            </p:cNvCxnSpPr>
            <p:nvPr/>
          </p:nvCxnSpPr>
          <p:spPr bwMode="auto">
            <a:xfrm>
              <a:off x="1210022" y="5045251"/>
              <a:ext cx="1" cy="10383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71" name="直线连接符 70">
              <a:extLst>
                <a:ext uri="{FF2B5EF4-FFF2-40B4-BE49-F238E27FC236}">
                  <a16:creationId xmlns:a16="http://schemas.microsoft.com/office/drawing/2014/main" id="{32153DF3-1731-DC45-9EDF-2D396063D71E}"/>
                </a:ext>
              </a:extLst>
            </p:cNvPr>
            <p:cNvCxnSpPr>
              <a:cxnSpLocks/>
            </p:cNvCxnSpPr>
            <p:nvPr/>
          </p:nvCxnSpPr>
          <p:spPr bwMode="auto">
            <a:xfrm>
              <a:off x="1386553" y="4961190"/>
              <a:ext cx="0" cy="1511091"/>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72" name="直线连接符 71">
              <a:extLst>
                <a:ext uri="{FF2B5EF4-FFF2-40B4-BE49-F238E27FC236}">
                  <a16:creationId xmlns:a16="http://schemas.microsoft.com/office/drawing/2014/main" id="{C928BE97-54A5-A443-B520-3798C59E6065}"/>
                </a:ext>
              </a:extLst>
            </p:cNvPr>
            <p:cNvCxnSpPr>
              <a:cxnSpLocks/>
            </p:cNvCxnSpPr>
            <p:nvPr/>
          </p:nvCxnSpPr>
          <p:spPr bwMode="auto">
            <a:xfrm>
              <a:off x="1523986" y="5359288"/>
              <a:ext cx="0" cy="1112993"/>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nvGrpSpPr>
            <p:cNvPr id="73" name="组合 72">
              <a:extLst>
                <a:ext uri="{FF2B5EF4-FFF2-40B4-BE49-F238E27FC236}">
                  <a16:creationId xmlns:a16="http://schemas.microsoft.com/office/drawing/2014/main" id="{EF820860-0B66-3343-A81B-317A197CDBD5}"/>
                </a:ext>
              </a:extLst>
            </p:cNvPr>
            <p:cNvGrpSpPr/>
            <p:nvPr/>
          </p:nvGrpSpPr>
          <p:grpSpPr>
            <a:xfrm>
              <a:off x="1452012" y="5160239"/>
              <a:ext cx="143951" cy="211386"/>
              <a:chOff x="4877569" y="5413857"/>
              <a:chExt cx="143951" cy="211386"/>
            </a:xfrm>
          </p:grpSpPr>
          <p:sp>
            <p:nvSpPr>
              <p:cNvPr id="76" name="三角形 75">
                <a:extLst>
                  <a:ext uri="{FF2B5EF4-FFF2-40B4-BE49-F238E27FC236}">
                    <a16:creationId xmlns:a16="http://schemas.microsoft.com/office/drawing/2014/main" id="{8FEBCFEC-CCE4-DA40-91CF-7EAC6D070B64}"/>
                  </a:ext>
                </a:extLst>
              </p:cNvPr>
              <p:cNvSpPr/>
              <p:nvPr/>
            </p:nvSpPr>
            <p:spPr bwMode="auto">
              <a:xfrm rot="10800000">
                <a:off x="4877569" y="5413857"/>
                <a:ext cx="143951" cy="159947"/>
              </a:xfrm>
              <a:prstGeom prst="triangl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zh-CN" altLang="en-US"/>
              </a:p>
            </p:txBody>
          </p:sp>
          <p:sp>
            <p:nvSpPr>
              <p:cNvPr id="77" name="椭圆 76">
                <a:extLst>
                  <a:ext uri="{FF2B5EF4-FFF2-40B4-BE49-F238E27FC236}">
                    <a16:creationId xmlns:a16="http://schemas.microsoft.com/office/drawing/2014/main" id="{E20C1958-1E29-F145-AA52-40A923D22BCD}"/>
                  </a:ext>
                </a:extLst>
              </p:cNvPr>
              <p:cNvSpPr/>
              <p:nvPr/>
            </p:nvSpPr>
            <p:spPr bwMode="auto">
              <a:xfrm>
                <a:off x="4923824" y="5573804"/>
                <a:ext cx="51439" cy="51439"/>
              </a:xfrm>
              <a:prstGeom prst="ellips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grpSp>
        <p:cxnSp>
          <p:nvCxnSpPr>
            <p:cNvPr id="74" name="直线连接符 73">
              <a:extLst>
                <a:ext uri="{FF2B5EF4-FFF2-40B4-BE49-F238E27FC236}">
                  <a16:creationId xmlns:a16="http://schemas.microsoft.com/office/drawing/2014/main" id="{ABC642A5-9D32-E346-ACB0-E506B7AAB4FD}"/>
                </a:ext>
              </a:extLst>
            </p:cNvPr>
            <p:cNvCxnSpPr>
              <a:cxnSpLocks/>
            </p:cNvCxnSpPr>
            <p:nvPr/>
          </p:nvCxnSpPr>
          <p:spPr bwMode="auto">
            <a:xfrm>
              <a:off x="1386553" y="5056402"/>
              <a:ext cx="137433"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75" name="直线连接符 74">
              <a:extLst>
                <a:ext uri="{FF2B5EF4-FFF2-40B4-BE49-F238E27FC236}">
                  <a16:creationId xmlns:a16="http://schemas.microsoft.com/office/drawing/2014/main" id="{4397627C-241D-2D4F-ACAE-E6541501095B}"/>
                </a:ext>
              </a:extLst>
            </p:cNvPr>
            <p:cNvCxnSpPr>
              <a:cxnSpLocks/>
              <a:endCxn id="76" idx="3"/>
            </p:cNvCxnSpPr>
            <p:nvPr/>
          </p:nvCxnSpPr>
          <p:spPr bwMode="auto">
            <a:xfrm>
              <a:off x="1523986" y="5056402"/>
              <a:ext cx="1" cy="10383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79" name="直线连接符 78">
              <a:extLst>
                <a:ext uri="{FF2B5EF4-FFF2-40B4-BE49-F238E27FC236}">
                  <a16:creationId xmlns:a16="http://schemas.microsoft.com/office/drawing/2014/main" id="{807D6670-8A48-9641-B230-5D253843D65C}"/>
                </a:ext>
              </a:extLst>
            </p:cNvPr>
            <p:cNvCxnSpPr>
              <a:cxnSpLocks/>
            </p:cNvCxnSpPr>
            <p:nvPr/>
          </p:nvCxnSpPr>
          <p:spPr bwMode="auto">
            <a:xfrm>
              <a:off x="1694987" y="4966428"/>
              <a:ext cx="0" cy="1505853"/>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80" name="直线连接符 79">
              <a:extLst>
                <a:ext uri="{FF2B5EF4-FFF2-40B4-BE49-F238E27FC236}">
                  <a16:creationId xmlns:a16="http://schemas.microsoft.com/office/drawing/2014/main" id="{23D69064-E9DC-9A48-B062-9D4E14504A3A}"/>
                </a:ext>
              </a:extLst>
            </p:cNvPr>
            <p:cNvCxnSpPr>
              <a:cxnSpLocks/>
            </p:cNvCxnSpPr>
            <p:nvPr/>
          </p:nvCxnSpPr>
          <p:spPr bwMode="auto">
            <a:xfrm>
              <a:off x="1832420" y="5364526"/>
              <a:ext cx="0" cy="1107755"/>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nvGrpSpPr>
            <p:cNvPr id="81" name="组合 80">
              <a:extLst>
                <a:ext uri="{FF2B5EF4-FFF2-40B4-BE49-F238E27FC236}">
                  <a16:creationId xmlns:a16="http://schemas.microsoft.com/office/drawing/2014/main" id="{0E6879E5-DE13-D342-8856-129B07AC07A3}"/>
                </a:ext>
              </a:extLst>
            </p:cNvPr>
            <p:cNvGrpSpPr/>
            <p:nvPr/>
          </p:nvGrpSpPr>
          <p:grpSpPr>
            <a:xfrm>
              <a:off x="1760446" y="5165477"/>
              <a:ext cx="143951" cy="211386"/>
              <a:chOff x="4877569" y="5413857"/>
              <a:chExt cx="143951" cy="211386"/>
            </a:xfrm>
          </p:grpSpPr>
          <p:sp>
            <p:nvSpPr>
              <p:cNvPr id="84" name="三角形 83">
                <a:extLst>
                  <a:ext uri="{FF2B5EF4-FFF2-40B4-BE49-F238E27FC236}">
                    <a16:creationId xmlns:a16="http://schemas.microsoft.com/office/drawing/2014/main" id="{7711CD6F-3F43-3D4D-BDCE-045DA968C0E2}"/>
                  </a:ext>
                </a:extLst>
              </p:cNvPr>
              <p:cNvSpPr/>
              <p:nvPr/>
            </p:nvSpPr>
            <p:spPr bwMode="auto">
              <a:xfrm rot="10800000">
                <a:off x="4877569" y="5413857"/>
                <a:ext cx="143951" cy="159947"/>
              </a:xfrm>
              <a:prstGeom prst="triangl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zh-CN" altLang="en-US"/>
              </a:p>
            </p:txBody>
          </p:sp>
          <p:sp>
            <p:nvSpPr>
              <p:cNvPr id="85" name="椭圆 84">
                <a:extLst>
                  <a:ext uri="{FF2B5EF4-FFF2-40B4-BE49-F238E27FC236}">
                    <a16:creationId xmlns:a16="http://schemas.microsoft.com/office/drawing/2014/main" id="{A6DA16E4-C7D0-764B-8A53-C7B79E5FB745}"/>
                  </a:ext>
                </a:extLst>
              </p:cNvPr>
              <p:cNvSpPr/>
              <p:nvPr/>
            </p:nvSpPr>
            <p:spPr bwMode="auto">
              <a:xfrm>
                <a:off x="4923824" y="5573804"/>
                <a:ext cx="51439" cy="51439"/>
              </a:xfrm>
              <a:prstGeom prst="ellips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grpSp>
        <p:cxnSp>
          <p:nvCxnSpPr>
            <p:cNvPr id="82" name="直线连接符 81">
              <a:extLst>
                <a:ext uri="{FF2B5EF4-FFF2-40B4-BE49-F238E27FC236}">
                  <a16:creationId xmlns:a16="http://schemas.microsoft.com/office/drawing/2014/main" id="{762D9AA6-609B-C541-B182-7A91E37334BD}"/>
                </a:ext>
              </a:extLst>
            </p:cNvPr>
            <p:cNvCxnSpPr>
              <a:cxnSpLocks/>
            </p:cNvCxnSpPr>
            <p:nvPr/>
          </p:nvCxnSpPr>
          <p:spPr bwMode="auto">
            <a:xfrm>
              <a:off x="1694987" y="5061640"/>
              <a:ext cx="137433"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83" name="直线连接符 82">
              <a:extLst>
                <a:ext uri="{FF2B5EF4-FFF2-40B4-BE49-F238E27FC236}">
                  <a16:creationId xmlns:a16="http://schemas.microsoft.com/office/drawing/2014/main" id="{99DB41BB-FF3B-864F-9D99-8B3C746500F1}"/>
                </a:ext>
              </a:extLst>
            </p:cNvPr>
            <p:cNvCxnSpPr>
              <a:cxnSpLocks/>
              <a:endCxn id="84" idx="3"/>
            </p:cNvCxnSpPr>
            <p:nvPr/>
          </p:nvCxnSpPr>
          <p:spPr bwMode="auto">
            <a:xfrm>
              <a:off x="1832420" y="5061640"/>
              <a:ext cx="1" cy="10383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88" name="直线连接符 87">
              <a:extLst>
                <a:ext uri="{FF2B5EF4-FFF2-40B4-BE49-F238E27FC236}">
                  <a16:creationId xmlns:a16="http://schemas.microsoft.com/office/drawing/2014/main" id="{5C321D57-6A97-BD43-948B-018B957A801C}"/>
                </a:ext>
              </a:extLst>
            </p:cNvPr>
            <p:cNvCxnSpPr>
              <a:cxnSpLocks/>
              <a:endCxn id="21" idx="1"/>
            </p:cNvCxnSpPr>
            <p:nvPr/>
          </p:nvCxnSpPr>
          <p:spPr bwMode="auto">
            <a:xfrm>
              <a:off x="1072589" y="5487190"/>
              <a:ext cx="103142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90" name="直线连接符 89">
              <a:extLst>
                <a:ext uri="{FF2B5EF4-FFF2-40B4-BE49-F238E27FC236}">
                  <a16:creationId xmlns:a16="http://schemas.microsoft.com/office/drawing/2014/main" id="{DFDCA2AB-A929-2F48-AE38-E9476FC1EB5C}"/>
                </a:ext>
              </a:extLst>
            </p:cNvPr>
            <p:cNvCxnSpPr>
              <a:cxnSpLocks/>
            </p:cNvCxnSpPr>
            <p:nvPr/>
          </p:nvCxnSpPr>
          <p:spPr bwMode="auto">
            <a:xfrm>
              <a:off x="1381551" y="5553236"/>
              <a:ext cx="72000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93" name="椭圆 92">
              <a:extLst>
                <a:ext uri="{FF2B5EF4-FFF2-40B4-BE49-F238E27FC236}">
                  <a16:creationId xmlns:a16="http://schemas.microsoft.com/office/drawing/2014/main" id="{88E4AD33-5BB4-B348-8349-03132DED1B95}"/>
                </a:ext>
              </a:extLst>
            </p:cNvPr>
            <p:cNvSpPr/>
            <p:nvPr/>
          </p:nvSpPr>
          <p:spPr bwMode="auto">
            <a:xfrm>
              <a:off x="752005" y="5388022"/>
              <a:ext cx="45719" cy="45719"/>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94" name="椭圆 93">
              <a:extLst>
                <a:ext uri="{FF2B5EF4-FFF2-40B4-BE49-F238E27FC236}">
                  <a16:creationId xmlns:a16="http://schemas.microsoft.com/office/drawing/2014/main" id="{038945A4-4303-C942-B28A-E83C4DD15DEA}"/>
                </a:ext>
              </a:extLst>
            </p:cNvPr>
            <p:cNvSpPr/>
            <p:nvPr/>
          </p:nvSpPr>
          <p:spPr bwMode="auto">
            <a:xfrm>
              <a:off x="1052590" y="5467053"/>
              <a:ext cx="45719" cy="45719"/>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95" name="椭圆 94">
              <a:extLst>
                <a:ext uri="{FF2B5EF4-FFF2-40B4-BE49-F238E27FC236}">
                  <a16:creationId xmlns:a16="http://schemas.microsoft.com/office/drawing/2014/main" id="{46F9437B-FBDC-AE42-B1ED-7ABC914A7A4B}"/>
                </a:ext>
              </a:extLst>
            </p:cNvPr>
            <p:cNvSpPr/>
            <p:nvPr/>
          </p:nvSpPr>
          <p:spPr bwMode="auto">
            <a:xfrm>
              <a:off x="1363851" y="5535037"/>
              <a:ext cx="45719" cy="45719"/>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96" name="延迟 95">
              <a:extLst>
                <a:ext uri="{FF2B5EF4-FFF2-40B4-BE49-F238E27FC236}">
                  <a16:creationId xmlns:a16="http://schemas.microsoft.com/office/drawing/2014/main" id="{7D9E36E1-868A-5340-8AFA-E0FE4B9EB429}"/>
                </a:ext>
              </a:extLst>
            </p:cNvPr>
            <p:cNvSpPr/>
            <p:nvPr/>
          </p:nvSpPr>
          <p:spPr bwMode="auto">
            <a:xfrm>
              <a:off x="2104009" y="5667986"/>
              <a:ext cx="317260" cy="224880"/>
            </a:xfrm>
            <a:prstGeom prst="flowChartDelay">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cxnSp>
          <p:nvCxnSpPr>
            <p:cNvPr id="97" name="直线连接符 96">
              <a:extLst>
                <a:ext uri="{FF2B5EF4-FFF2-40B4-BE49-F238E27FC236}">
                  <a16:creationId xmlns:a16="http://schemas.microsoft.com/office/drawing/2014/main" id="{3F088F45-8E69-0145-8C0E-A4D9AA55BF0E}"/>
                </a:ext>
              </a:extLst>
            </p:cNvPr>
            <p:cNvCxnSpPr>
              <a:cxnSpLocks/>
            </p:cNvCxnSpPr>
            <p:nvPr/>
          </p:nvCxnSpPr>
          <p:spPr bwMode="auto">
            <a:xfrm>
              <a:off x="766644" y="5702456"/>
              <a:ext cx="133200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98" name="直线连接符 97">
              <a:extLst>
                <a:ext uri="{FF2B5EF4-FFF2-40B4-BE49-F238E27FC236}">
                  <a16:creationId xmlns:a16="http://schemas.microsoft.com/office/drawing/2014/main" id="{7256058D-44A5-364D-BB47-A6BB75C546DA}"/>
                </a:ext>
              </a:extLst>
            </p:cNvPr>
            <p:cNvCxnSpPr>
              <a:cxnSpLocks/>
              <a:endCxn id="96" idx="1"/>
            </p:cNvCxnSpPr>
            <p:nvPr/>
          </p:nvCxnSpPr>
          <p:spPr bwMode="auto">
            <a:xfrm>
              <a:off x="1072589" y="5780426"/>
              <a:ext cx="103142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99" name="直线连接符 98">
              <a:extLst>
                <a:ext uri="{FF2B5EF4-FFF2-40B4-BE49-F238E27FC236}">
                  <a16:creationId xmlns:a16="http://schemas.microsoft.com/office/drawing/2014/main" id="{225EAC21-8BF5-A84E-B417-13B375A3E3A5}"/>
                </a:ext>
              </a:extLst>
            </p:cNvPr>
            <p:cNvCxnSpPr>
              <a:cxnSpLocks/>
            </p:cNvCxnSpPr>
            <p:nvPr/>
          </p:nvCxnSpPr>
          <p:spPr bwMode="auto">
            <a:xfrm>
              <a:off x="1694987" y="5846472"/>
              <a:ext cx="406564"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00" name="椭圆 99">
              <a:extLst>
                <a:ext uri="{FF2B5EF4-FFF2-40B4-BE49-F238E27FC236}">
                  <a16:creationId xmlns:a16="http://schemas.microsoft.com/office/drawing/2014/main" id="{E0EA6E97-D6C1-9B46-99D6-9DC5DE1433BE}"/>
                </a:ext>
              </a:extLst>
            </p:cNvPr>
            <p:cNvSpPr/>
            <p:nvPr/>
          </p:nvSpPr>
          <p:spPr bwMode="auto">
            <a:xfrm>
              <a:off x="752005" y="5681258"/>
              <a:ext cx="45719" cy="45719"/>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101" name="椭圆 100">
              <a:extLst>
                <a:ext uri="{FF2B5EF4-FFF2-40B4-BE49-F238E27FC236}">
                  <a16:creationId xmlns:a16="http://schemas.microsoft.com/office/drawing/2014/main" id="{45254064-DD8B-8B45-AB50-C20202556B98}"/>
                </a:ext>
              </a:extLst>
            </p:cNvPr>
            <p:cNvSpPr/>
            <p:nvPr/>
          </p:nvSpPr>
          <p:spPr bwMode="auto">
            <a:xfrm>
              <a:off x="1052590" y="5760289"/>
              <a:ext cx="45719" cy="45719"/>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102" name="椭圆 101">
              <a:extLst>
                <a:ext uri="{FF2B5EF4-FFF2-40B4-BE49-F238E27FC236}">
                  <a16:creationId xmlns:a16="http://schemas.microsoft.com/office/drawing/2014/main" id="{82A839DA-C7FE-3E4D-83A9-E6245477572E}"/>
                </a:ext>
              </a:extLst>
            </p:cNvPr>
            <p:cNvSpPr/>
            <p:nvPr/>
          </p:nvSpPr>
          <p:spPr bwMode="auto">
            <a:xfrm>
              <a:off x="1672126" y="5823612"/>
              <a:ext cx="45719" cy="45719"/>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104" name="延迟 103">
              <a:extLst>
                <a:ext uri="{FF2B5EF4-FFF2-40B4-BE49-F238E27FC236}">
                  <a16:creationId xmlns:a16="http://schemas.microsoft.com/office/drawing/2014/main" id="{4102F475-0C38-1941-A09B-C82A06E7836F}"/>
                </a:ext>
              </a:extLst>
            </p:cNvPr>
            <p:cNvSpPr/>
            <p:nvPr/>
          </p:nvSpPr>
          <p:spPr bwMode="auto">
            <a:xfrm>
              <a:off x="2104009" y="5973483"/>
              <a:ext cx="317260" cy="224880"/>
            </a:xfrm>
            <a:prstGeom prst="flowChartDelay">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cxnSp>
          <p:nvCxnSpPr>
            <p:cNvPr id="105" name="直线连接符 104">
              <a:extLst>
                <a:ext uri="{FF2B5EF4-FFF2-40B4-BE49-F238E27FC236}">
                  <a16:creationId xmlns:a16="http://schemas.microsoft.com/office/drawing/2014/main" id="{C5A3FD4D-84CB-2445-BF4B-FC4971B92807}"/>
                </a:ext>
              </a:extLst>
            </p:cNvPr>
            <p:cNvCxnSpPr>
              <a:cxnSpLocks/>
            </p:cNvCxnSpPr>
            <p:nvPr/>
          </p:nvCxnSpPr>
          <p:spPr bwMode="auto">
            <a:xfrm>
              <a:off x="909437" y="6007953"/>
              <a:ext cx="1189207"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06" name="直线连接符 105">
              <a:extLst>
                <a:ext uri="{FF2B5EF4-FFF2-40B4-BE49-F238E27FC236}">
                  <a16:creationId xmlns:a16="http://schemas.microsoft.com/office/drawing/2014/main" id="{39CEC6F8-D47F-8040-B0C4-0551421A141C}"/>
                </a:ext>
              </a:extLst>
            </p:cNvPr>
            <p:cNvCxnSpPr>
              <a:cxnSpLocks/>
              <a:endCxn id="104" idx="1"/>
            </p:cNvCxnSpPr>
            <p:nvPr/>
          </p:nvCxnSpPr>
          <p:spPr bwMode="auto">
            <a:xfrm>
              <a:off x="1523986" y="6085923"/>
              <a:ext cx="580023"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07" name="直线连接符 106">
              <a:extLst>
                <a:ext uri="{FF2B5EF4-FFF2-40B4-BE49-F238E27FC236}">
                  <a16:creationId xmlns:a16="http://schemas.microsoft.com/office/drawing/2014/main" id="{991E013E-7009-DC41-9E5F-7B5B0DC7E8CF}"/>
                </a:ext>
              </a:extLst>
            </p:cNvPr>
            <p:cNvCxnSpPr>
              <a:cxnSpLocks/>
            </p:cNvCxnSpPr>
            <p:nvPr/>
          </p:nvCxnSpPr>
          <p:spPr bwMode="auto">
            <a:xfrm>
              <a:off x="1813997" y="6151969"/>
              <a:ext cx="287554"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08" name="椭圆 107">
              <a:extLst>
                <a:ext uri="{FF2B5EF4-FFF2-40B4-BE49-F238E27FC236}">
                  <a16:creationId xmlns:a16="http://schemas.microsoft.com/office/drawing/2014/main" id="{845FA595-6D72-4E40-A7BE-1B6A3F4DA7CB}"/>
                </a:ext>
              </a:extLst>
            </p:cNvPr>
            <p:cNvSpPr/>
            <p:nvPr/>
          </p:nvSpPr>
          <p:spPr bwMode="auto">
            <a:xfrm>
              <a:off x="876577" y="5983067"/>
              <a:ext cx="45719" cy="45719"/>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109" name="椭圆 108">
              <a:extLst>
                <a:ext uri="{FF2B5EF4-FFF2-40B4-BE49-F238E27FC236}">
                  <a16:creationId xmlns:a16="http://schemas.microsoft.com/office/drawing/2014/main" id="{552D0A0F-3600-E647-BC05-FF0120EEADD9}"/>
                </a:ext>
              </a:extLst>
            </p:cNvPr>
            <p:cNvSpPr/>
            <p:nvPr/>
          </p:nvSpPr>
          <p:spPr bwMode="auto">
            <a:xfrm>
              <a:off x="1498286" y="6059857"/>
              <a:ext cx="45719" cy="45719"/>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110" name="椭圆 109">
              <a:extLst>
                <a:ext uri="{FF2B5EF4-FFF2-40B4-BE49-F238E27FC236}">
                  <a16:creationId xmlns:a16="http://schemas.microsoft.com/office/drawing/2014/main" id="{31970D8A-F414-4147-95CF-8CB526E0BB7E}"/>
                </a:ext>
              </a:extLst>
            </p:cNvPr>
            <p:cNvSpPr/>
            <p:nvPr/>
          </p:nvSpPr>
          <p:spPr bwMode="auto">
            <a:xfrm>
              <a:off x="1809560" y="6137978"/>
              <a:ext cx="45719" cy="45719"/>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114" name="延迟 113">
              <a:extLst>
                <a:ext uri="{FF2B5EF4-FFF2-40B4-BE49-F238E27FC236}">
                  <a16:creationId xmlns:a16="http://schemas.microsoft.com/office/drawing/2014/main" id="{4F63BD45-3564-E442-A185-3351C7CF29B5}"/>
                </a:ext>
              </a:extLst>
            </p:cNvPr>
            <p:cNvSpPr/>
            <p:nvPr/>
          </p:nvSpPr>
          <p:spPr bwMode="auto">
            <a:xfrm>
              <a:off x="2104009" y="6247401"/>
              <a:ext cx="317260" cy="224880"/>
            </a:xfrm>
            <a:prstGeom prst="flowChartDelay">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cxnSp>
          <p:nvCxnSpPr>
            <p:cNvPr id="115" name="直线连接符 114">
              <a:extLst>
                <a:ext uri="{FF2B5EF4-FFF2-40B4-BE49-F238E27FC236}">
                  <a16:creationId xmlns:a16="http://schemas.microsoft.com/office/drawing/2014/main" id="{6AF59167-F2E3-6C47-BBC6-49965FDECDC5}"/>
                </a:ext>
              </a:extLst>
            </p:cNvPr>
            <p:cNvCxnSpPr>
              <a:cxnSpLocks/>
            </p:cNvCxnSpPr>
            <p:nvPr/>
          </p:nvCxnSpPr>
          <p:spPr bwMode="auto">
            <a:xfrm>
              <a:off x="1210022" y="6281871"/>
              <a:ext cx="888622"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16" name="直线连接符 115">
              <a:extLst>
                <a:ext uri="{FF2B5EF4-FFF2-40B4-BE49-F238E27FC236}">
                  <a16:creationId xmlns:a16="http://schemas.microsoft.com/office/drawing/2014/main" id="{D6E5FD97-BAF9-0D40-A142-F27A6FA2CB73}"/>
                </a:ext>
              </a:extLst>
            </p:cNvPr>
            <p:cNvCxnSpPr>
              <a:cxnSpLocks/>
              <a:endCxn id="114" idx="1"/>
            </p:cNvCxnSpPr>
            <p:nvPr/>
          </p:nvCxnSpPr>
          <p:spPr bwMode="auto">
            <a:xfrm>
              <a:off x="1523986" y="6359841"/>
              <a:ext cx="580023"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17" name="直线连接符 116">
              <a:extLst>
                <a:ext uri="{FF2B5EF4-FFF2-40B4-BE49-F238E27FC236}">
                  <a16:creationId xmlns:a16="http://schemas.microsoft.com/office/drawing/2014/main" id="{5A8EA782-97D7-424E-A851-CFF5F4A2B9CC}"/>
                </a:ext>
              </a:extLst>
            </p:cNvPr>
            <p:cNvCxnSpPr>
              <a:cxnSpLocks/>
            </p:cNvCxnSpPr>
            <p:nvPr/>
          </p:nvCxnSpPr>
          <p:spPr bwMode="auto">
            <a:xfrm>
              <a:off x="1813997" y="6425887"/>
              <a:ext cx="287554"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18" name="椭圆 117">
              <a:extLst>
                <a:ext uri="{FF2B5EF4-FFF2-40B4-BE49-F238E27FC236}">
                  <a16:creationId xmlns:a16="http://schemas.microsoft.com/office/drawing/2014/main" id="{85B9EF33-B22A-D74A-9365-287C91981E4A}"/>
                </a:ext>
              </a:extLst>
            </p:cNvPr>
            <p:cNvSpPr/>
            <p:nvPr/>
          </p:nvSpPr>
          <p:spPr bwMode="auto">
            <a:xfrm>
              <a:off x="1186617" y="6259011"/>
              <a:ext cx="45719" cy="45719"/>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119" name="椭圆 118">
              <a:extLst>
                <a:ext uri="{FF2B5EF4-FFF2-40B4-BE49-F238E27FC236}">
                  <a16:creationId xmlns:a16="http://schemas.microsoft.com/office/drawing/2014/main" id="{287FE721-4AB9-1C48-B635-247317CA92FE}"/>
                </a:ext>
              </a:extLst>
            </p:cNvPr>
            <p:cNvSpPr/>
            <p:nvPr/>
          </p:nvSpPr>
          <p:spPr bwMode="auto">
            <a:xfrm>
              <a:off x="1498286" y="6333775"/>
              <a:ext cx="45719" cy="45719"/>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120" name="椭圆 119">
              <a:extLst>
                <a:ext uri="{FF2B5EF4-FFF2-40B4-BE49-F238E27FC236}">
                  <a16:creationId xmlns:a16="http://schemas.microsoft.com/office/drawing/2014/main" id="{E800D32E-5875-0343-9DFE-ACF322FB628B}"/>
                </a:ext>
              </a:extLst>
            </p:cNvPr>
            <p:cNvSpPr/>
            <p:nvPr/>
          </p:nvSpPr>
          <p:spPr bwMode="auto">
            <a:xfrm>
              <a:off x="1809560" y="6411896"/>
              <a:ext cx="45719" cy="45719"/>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cxnSp>
          <p:nvCxnSpPr>
            <p:cNvPr id="146" name="肘形连接符 145">
              <a:extLst>
                <a:ext uri="{FF2B5EF4-FFF2-40B4-BE49-F238E27FC236}">
                  <a16:creationId xmlns:a16="http://schemas.microsoft.com/office/drawing/2014/main" id="{9E71433B-D97D-5542-A881-0EF5A4B6AD73}"/>
                </a:ext>
              </a:extLst>
            </p:cNvPr>
            <p:cNvCxnSpPr>
              <a:stCxn id="21" idx="3"/>
              <a:endCxn id="26" idx="3"/>
            </p:cNvCxnSpPr>
            <p:nvPr/>
          </p:nvCxnSpPr>
          <p:spPr bwMode="auto">
            <a:xfrm>
              <a:off x="2421268" y="5487190"/>
              <a:ext cx="540000" cy="288000"/>
            </a:xfrm>
            <a:prstGeom prst="bentConnector3">
              <a:avLst/>
            </a:prstGeom>
            <a:solidFill>
              <a:schemeClr val="accent1"/>
            </a:solidFill>
            <a:ln w="9525" cap="flat" cmpd="sng" algn="ctr">
              <a:solidFill>
                <a:schemeClr val="tx1"/>
              </a:solidFill>
              <a:prstDash val="solid"/>
              <a:round/>
              <a:headEnd type="none" w="med" len="med"/>
              <a:tailEnd type="none" w="med" len="med"/>
            </a:ln>
            <a:effectLst/>
          </p:spPr>
        </p:cxnSp>
        <p:cxnSp>
          <p:nvCxnSpPr>
            <p:cNvPr id="147" name="肘形连接符 146">
              <a:extLst>
                <a:ext uri="{FF2B5EF4-FFF2-40B4-BE49-F238E27FC236}">
                  <a16:creationId xmlns:a16="http://schemas.microsoft.com/office/drawing/2014/main" id="{1C5D067C-AD48-DF41-A5E5-8536E5FF5FF6}"/>
                </a:ext>
              </a:extLst>
            </p:cNvPr>
            <p:cNvCxnSpPr>
              <a:cxnSpLocks/>
              <a:stCxn id="96" idx="3"/>
              <a:endCxn id="26" idx="3"/>
            </p:cNvCxnSpPr>
            <p:nvPr/>
          </p:nvCxnSpPr>
          <p:spPr bwMode="auto">
            <a:xfrm>
              <a:off x="2421268" y="5780426"/>
              <a:ext cx="576000" cy="72000"/>
            </a:xfrm>
            <a:prstGeom prst="bentConnector3">
              <a:avLst>
                <a:gd name="adj1" fmla="val 35191"/>
              </a:avLst>
            </a:prstGeom>
            <a:solidFill>
              <a:schemeClr val="accent1"/>
            </a:solidFill>
            <a:ln w="9525" cap="flat" cmpd="sng" algn="ctr">
              <a:solidFill>
                <a:schemeClr val="tx1"/>
              </a:solidFill>
              <a:prstDash val="solid"/>
              <a:round/>
              <a:headEnd type="none" w="med" len="med"/>
              <a:tailEnd type="none" w="med" len="med"/>
            </a:ln>
            <a:effectLst/>
          </p:spPr>
        </p:cxnSp>
        <p:cxnSp>
          <p:nvCxnSpPr>
            <p:cNvPr id="151" name="肘形连接符 150">
              <a:extLst>
                <a:ext uri="{FF2B5EF4-FFF2-40B4-BE49-F238E27FC236}">
                  <a16:creationId xmlns:a16="http://schemas.microsoft.com/office/drawing/2014/main" id="{433A1EA4-C12E-1745-89CE-16B98EE05298}"/>
                </a:ext>
              </a:extLst>
            </p:cNvPr>
            <p:cNvCxnSpPr>
              <a:cxnSpLocks/>
            </p:cNvCxnSpPr>
            <p:nvPr/>
          </p:nvCxnSpPr>
          <p:spPr bwMode="auto">
            <a:xfrm flipV="1">
              <a:off x="2421268" y="5985296"/>
              <a:ext cx="604800" cy="108000"/>
            </a:xfrm>
            <a:prstGeom prst="bentConnector3">
              <a:avLst>
                <a:gd name="adj1" fmla="val 34368"/>
              </a:avLst>
            </a:prstGeom>
            <a:solidFill>
              <a:schemeClr val="accent1"/>
            </a:solidFill>
            <a:ln w="9525" cap="flat" cmpd="sng" algn="ctr">
              <a:solidFill>
                <a:schemeClr val="tx1"/>
              </a:solidFill>
              <a:prstDash val="solid"/>
              <a:round/>
              <a:headEnd type="none" w="med" len="med"/>
              <a:tailEnd type="none" w="med" len="med"/>
            </a:ln>
            <a:effectLst/>
          </p:spPr>
        </p:cxnSp>
        <p:cxnSp>
          <p:nvCxnSpPr>
            <p:cNvPr id="155" name="肘形连接符 154">
              <a:extLst>
                <a:ext uri="{FF2B5EF4-FFF2-40B4-BE49-F238E27FC236}">
                  <a16:creationId xmlns:a16="http://schemas.microsoft.com/office/drawing/2014/main" id="{CF93985C-C742-A941-A308-2CF7FF9C66D2}"/>
                </a:ext>
              </a:extLst>
            </p:cNvPr>
            <p:cNvCxnSpPr>
              <a:cxnSpLocks/>
            </p:cNvCxnSpPr>
            <p:nvPr/>
          </p:nvCxnSpPr>
          <p:spPr bwMode="auto">
            <a:xfrm flipV="1">
              <a:off x="2414671" y="6072299"/>
              <a:ext cx="576000" cy="288000"/>
            </a:xfrm>
            <a:prstGeom prst="bentConnector3">
              <a:avLst/>
            </a:prstGeom>
            <a:solidFill>
              <a:schemeClr val="accent1"/>
            </a:solidFill>
            <a:ln w="9525" cap="flat" cmpd="sng" algn="ctr">
              <a:solidFill>
                <a:schemeClr val="tx1"/>
              </a:solidFill>
              <a:prstDash val="solid"/>
              <a:round/>
              <a:headEnd type="none" w="med" len="med"/>
              <a:tailEnd type="none" w="med" len="med"/>
            </a:ln>
            <a:effectLst/>
          </p:spPr>
        </p:cxnSp>
        <p:sp>
          <p:nvSpPr>
            <p:cNvPr id="26" name="AutoShape 17">
              <a:extLst>
                <a:ext uri="{FF2B5EF4-FFF2-40B4-BE49-F238E27FC236}">
                  <a16:creationId xmlns:a16="http://schemas.microsoft.com/office/drawing/2014/main" id="{24F667E2-7491-A640-8738-90C623514746}"/>
                </a:ext>
              </a:extLst>
            </p:cNvPr>
            <p:cNvSpPr>
              <a:spLocks noChangeArrowheads="1"/>
            </p:cNvSpPr>
            <p:nvPr/>
          </p:nvSpPr>
          <p:spPr bwMode="auto">
            <a:xfrm rot="10800000">
              <a:off x="2780801" y="5655902"/>
              <a:ext cx="735317" cy="591499"/>
            </a:xfrm>
            <a:prstGeom prst="moon">
              <a:avLst>
                <a:gd name="adj" fmla="val 66750"/>
              </a:avLst>
            </a:prstGeom>
            <a:solidFill>
              <a:schemeClr val="bg1"/>
            </a:solidFill>
            <a:ln w="9525">
              <a:solidFill>
                <a:schemeClr val="tx1"/>
              </a:solidFill>
              <a:miter lim="800000"/>
              <a:headEnd/>
              <a:tailEnd/>
            </a:ln>
          </p:spPr>
          <p:txBody>
            <a:bodyPr wrap="none" anchor="ctr"/>
            <a:lstStyle/>
            <a:p>
              <a:endParaRPr lang="zh-CN" altLang="en-US" dirty="0"/>
            </a:p>
          </p:txBody>
        </p:sp>
      </p:grpSp>
      <mc:AlternateContent xmlns:mc="http://schemas.openxmlformats.org/markup-compatibility/2006" xmlns:a14="http://schemas.microsoft.com/office/drawing/2010/main">
        <mc:Choice Requires="a14">
          <p:sp>
            <p:nvSpPr>
              <p:cNvPr id="160" name="矩形 159">
                <a:extLst>
                  <a:ext uri="{FF2B5EF4-FFF2-40B4-BE49-F238E27FC236}">
                    <a16:creationId xmlns:a16="http://schemas.microsoft.com/office/drawing/2014/main" id="{CAE97F24-9AE3-C14D-A36C-DF1806952281}"/>
                  </a:ext>
                </a:extLst>
              </p:cNvPr>
              <p:cNvSpPr/>
              <p:nvPr/>
            </p:nvSpPr>
            <p:spPr>
              <a:xfrm>
                <a:off x="3762118" y="4003260"/>
                <a:ext cx="39889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i="1" kern="0" dirty="0">
                          <a:latin typeface="Cambria Math" panose="02040503050406030204" pitchFamily="18" charset="0"/>
                          <a:ea typeface="黑体" panose="02010609060101010101" pitchFamily="49" charset="-122"/>
                        </a:rPr>
                        <m:t>𝐹</m:t>
                      </m:r>
                    </m:oMath>
                  </m:oMathPara>
                </a14:m>
                <a:endParaRPr lang="zh-CN" altLang="en-US" dirty="0"/>
              </a:p>
            </p:txBody>
          </p:sp>
        </mc:Choice>
        <mc:Fallback xmlns="">
          <p:sp>
            <p:nvSpPr>
              <p:cNvPr id="160" name="矩形 159">
                <a:extLst>
                  <a:ext uri="{FF2B5EF4-FFF2-40B4-BE49-F238E27FC236}">
                    <a16:creationId xmlns:a16="http://schemas.microsoft.com/office/drawing/2014/main" id="{CAE97F24-9AE3-C14D-A36C-DF1806952281}"/>
                  </a:ext>
                </a:extLst>
              </p:cNvPr>
              <p:cNvSpPr>
                <a:spLocks noRot="1" noChangeAspect="1" noMove="1" noResize="1" noEditPoints="1" noAdjustHandles="1" noChangeArrowheads="1" noChangeShapeType="1" noTextEdit="1"/>
              </p:cNvSpPr>
              <p:nvPr/>
            </p:nvSpPr>
            <p:spPr>
              <a:xfrm>
                <a:off x="3762118" y="4003260"/>
                <a:ext cx="398891" cy="369332"/>
              </a:xfrm>
              <a:prstGeom prst="rect">
                <a:avLst/>
              </a:prstGeom>
              <a:blipFill>
                <a:blip r:embed="rId5"/>
                <a:stretch>
                  <a:fillRect/>
                </a:stretch>
              </a:blipFill>
            </p:spPr>
            <p:txBody>
              <a:bodyPr/>
              <a:lstStyle/>
              <a:p>
                <a:r>
                  <a:rPr lang="en-CN">
                    <a:noFill/>
                  </a:rPr>
                  <a:t> </a:t>
                </a:r>
              </a:p>
            </p:txBody>
          </p:sp>
        </mc:Fallback>
      </mc:AlternateContent>
      <p:sp>
        <p:nvSpPr>
          <p:cNvPr id="162" name="文本框 161">
            <a:extLst>
              <a:ext uri="{FF2B5EF4-FFF2-40B4-BE49-F238E27FC236}">
                <a16:creationId xmlns:a16="http://schemas.microsoft.com/office/drawing/2014/main" id="{7904E6D6-C454-4445-AB70-7366F432F2A3}"/>
              </a:ext>
            </a:extLst>
          </p:cNvPr>
          <p:cNvSpPr txBox="1"/>
          <p:nvPr/>
        </p:nvSpPr>
        <p:spPr>
          <a:xfrm>
            <a:off x="5152629" y="3272138"/>
            <a:ext cx="312906" cy="369332"/>
          </a:xfrm>
          <a:prstGeom prst="rect">
            <a:avLst/>
          </a:prstGeom>
          <a:noFill/>
        </p:spPr>
        <p:txBody>
          <a:bodyPr wrap="none" rtlCol="0">
            <a:spAutoFit/>
          </a:bodyPr>
          <a:lstStyle/>
          <a:p>
            <a:r>
              <a:rPr kumimoji="1" lang="en-US" altLang="zh-CN" i="1" dirty="0"/>
              <a:t>a</a:t>
            </a:r>
            <a:endParaRPr kumimoji="1" lang="zh-CN" altLang="en-US" i="1" dirty="0"/>
          </a:p>
        </p:txBody>
      </p:sp>
      <p:sp>
        <p:nvSpPr>
          <p:cNvPr id="163" name="文本框 162">
            <a:extLst>
              <a:ext uri="{FF2B5EF4-FFF2-40B4-BE49-F238E27FC236}">
                <a16:creationId xmlns:a16="http://schemas.microsoft.com/office/drawing/2014/main" id="{1EF1FBF9-8E3C-3849-B2F7-11B8BE20D0C9}"/>
              </a:ext>
            </a:extLst>
          </p:cNvPr>
          <p:cNvSpPr txBox="1"/>
          <p:nvPr/>
        </p:nvSpPr>
        <p:spPr>
          <a:xfrm>
            <a:off x="5121652" y="3660553"/>
            <a:ext cx="343883" cy="405895"/>
          </a:xfrm>
          <a:prstGeom prst="rect">
            <a:avLst/>
          </a:prstGeom>
          <a:noFill/>
        </p:spPr>
        <p:txBody>
          <a:bodyPr wrap="none" rtlCol="0">
            <a:spAutoFit/>
          </a:bodyPr>
          <a:lstStyle/>
          <a:p>
            <a:r>
              <a:rPr kumimoji="1" lang="en-US" altLang="zh-CN" i="1" dirty="0"/>
              <a:t>b</a:t>
            </a:r>
            <a:endParaRPr kumimoji="1" lang="zh-CN" altLang="en-US" i="1" dirty="0"/>
          </a:p>
        </p:txBody>
      </p:sp>
      <p:sp>
        <p:nvSpPr>
          <p:cNvPr id="164" name="文本框 163">
            <a:extLst>
              <a:ext uri="{FF2B5EF4-FFF2-40B4-BE49-F238E27FC236}">
                <a16:creationId xmlns:a16="http://schemas.microsoft.com/office/drawing/2014/main" id="{22E18C32-6289-9D46-AC8C-FE0F75F0C279}"/>
              </a:ext>
            </a:extLst>
          </p:cNvPr>
          <p:cNvSpPr txBox="1"/>
          <p:nvPr/>
        </p:nvSpPr>
        <p:spPr>
          <a:xfrm>
            <a:off x="5135746" y="4085531"/>
            <a:ext cx="329789" cy="405895"/>
          </a:xfrm>
          <a:prstGeom prst="rect">
            <a:avLst/>
          </a:prstGeom>
          <a:noFill/>
        </p:spPr>
        <p:txBody>
          <a:bodyPr wrap="none" rtlCol="0">
            <a:spAutoFit/>
          </a:bodyPr>
          <a:lstStyle/>
          <a:p>
            <a:r>
              <a:rPr kumimoji="1" lang="en-US" altLang="zh-CN" i="1" dirty="0"/>
              <a:t>c</a:t>
            </a:r>
            <a:endParaRPr kumimoji="1" lang="zh-CN" altLang="en-US" i="1" dirty="0"/>
          </a:p>
        </p:txBody>
      </p:sp>
      <p:sp>
        <p:nvSpPr>
          <p:cNvPr id="165" name="文本框 164">
            <a:extLst>
              <a:ext uri="{FF2B5EF4-FFF2-40B4-BE49-F238E27FC236}">
                <a16:creationId xmlns:a16="http://schemas.microsoft.com/office/drawing/2014/main" id="{7C42AFBE-428D-C049-999C-E3A700A1A40F}"/>
              </a:ext>
            </a:extLst>
          </p:cNvPr>
          <p:cNvSpPr txBox="1"/>
          <p:nvPr/>
        </p:nvSpPr>
        <p:spPr>
          <a:xfrm>
            <a:off x="5121652" y="4510508"/>
            <a:ext cx="343883" cy="405895"/>
          </a:xfrm>
          <a:prstGeom prst="rect">
            <a:avLst/>
          </a:prstGeom>
          <a:noFill/>
        </p:spPr>
        <p:txBody>
          <a:bodyPr wrap="none" rtlCol="0">
            <a:spAutoFit/>
          </a:bodyPr>
          <a:lstStyle/>
          <a:p>
            <a:r>
              <a:rPr kumimoji="1" lang="en-US" altLang="zh-CN" i="1" dirty="0"/>
              <a:t>d</a:t>
            </a:r>
            <a:endParaRPr kumimoji="1" lang="zh-CN" altLang="en-US" i="1" dirty="0"/>
          </a:p>
        </p:txBody>
      </p:sp>
      <p:sp>
        <p:nvSpPr>
          <p:cNvPr id="166" name="延迟 165">
            <a:extLst>
              <a:ext uri="{FF2B5EF4-FFF2-40B4-BE49-F238E27FC236}">
                <a16:creationId xmlns:a16="http://schemas.microsoft.com/office/drawing/2014/main" id="{B6047D03-40A2-934D-937A-21765387D7DB}"/>
              </a:ext>
            </a:extLst>
          </p:cNvPr>
          <p:cNvSpPr/>
          <p:nvPr/>
        </p:nvSpPr>
        <p:spPr bwMode="auto">
          <a:xfrm>
            <a:off x="5746020" y="3554072"/>
            <a:ext cx="348668" cy="247142"/>
          </a:xfrm>
          <a:prstGeom prst="flowChartDelay">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67" name="AutoShape 17">
            <a:extLst>
              <a:ext uri="{FF2B5EF4-FFF2-40B4-BE49-F238E27FC236}">
                <a16:creationId xmlns:a16="http://schemas.microsoft.com/office/drawing/2014/main" id="{AA1538E1-C838-E047-A92F-6A026850592D}"/>
              </a:ext>
            </a:extLst>
          </p:cNvPr>
          <p:cNvSpPr>
            <a:spLocks noChangeArrowheads="1"/>
          </p:cNvSpPr>
          <p:nvPr/>
        </p:nvSpPr>
        <p:spPr bwMode="auto">
          <a:xfrm rot="10800000">
            <a:off x="5745184" y="4358272"/>
            <a:ext cx="343882" cy="276624"/>
          </a:xfrm>
          <a:prstGeom prst="moon">
            <a:avLst>
              <a:gd name="adj" fmla="val 66750"/>
            </a:avLst>
          </a:prstGeom>
          <a:solidFill>
            <a:schemeClr val="bg1"/>
          </a:solidFill>
          <a:ln w="9525">
            <a:solidFill>
              <a:schemeClr val="tx1"/>
            </a:solidFill>
            <a:miter lim="800000"/>
            <a:headEnd/>
            <a:tailEnd/>
          </a:ln>
        </p:spPr>
        <p:txBody>
          <a:bodyPr wrap="none" anchor="ctr"/>
          <a:lstStyle/>
          <a:p>
            <a:endParaRPr lang="zh-CN" altLang="en-US" dirty="0"/>
          </a:p>
        </p:txBody>
      </p:sp>
      <p:cxnSp>
        <p:nvCxnSpPr>
          <p:cNvPr id="168" name="肘形连接符 167">
            <a:extLst>
              <a:ext uri="{FF2B5EF4-FFF2-40B4-BE49-F238E27FC236}">
                <a16:creationId xmlns:a16="http://schemas.microsoft.com/office/drawing/2014/main" id="{776313F3-C59E-5D43-82C8-82D54EFB8948}"/>
              </a:ext>
            </a:extLst>
          </p:cNvPr>
          <p:cNvCxnSpPr>
            <a:cxnSpLocks/>
            <a:stCxn id="162" idx="3"/>
          </p:cNvCxnSpPr>
          <p:nvPr/>
        </p:nvCxnSpPr>
        <p:spPr bwMode="auto">
          <a:xfrm>
            <a:off x="5465535" y="3456804"/>
            <a:ext cx="280485" cy="144000"/>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p:spPr>
      </p:cxnSp>
      <p:cxnSp>
        <p:nvCxnSpPr>
          <p:cNvPr id="171" name="肘形连接符 170">
            <a:extLst>
              <a:ext uri="{FF2B5EF4-FFF2-40B4-BE49-F238E27FC236}">
                <a16:creationId xmlns:a16="http://schemas.microsoft.com/office/drawing/2014/main" id="{ED2900C8-F4A7-254F-9DB2-A43054497776}"/>
              </a:ext>
            </a:extLst>
          </p:cNvPr>
          <p:cNvCxnSpPr>
            <a:cxnSpLocks/>
          </p:cNvCxnSpPr>
          <p:nvPr/>
        </p:nvCxnSpPr>
        <p:spPr bwMode="auto">
          <a:xfrm flipV="1">
            <a:off x="5460079" y="3773311"/>
            <a:ext cx="287475" cy="144000"/>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p:spPr>
      </p:cxnSp>
      <p:cxnSp>
        <p:nvCxnSpPr>
          <p:cNvPr id="176" name="肘形连接符 175">
            <a:extLst>
              <a:ext uri="{FF2B5EF4-FFF2-40B4-BE49-F238E27FC236}">
                <a16:creationId xmlns:a16="http://schemas.microsoft.com/office/drawing/2014/main" id="{8E1FFE3F-F948-F642-8995-C8E55FD0D49B}"/>
              </a:ext>
            </a:extLst>
          </p:cNvPr>
          <p:cNvCxnSpPr>
            <a:cxnSpLocks/>
            <a:stCxn id="164" idx="3"/>
            <a:endCxn id="167" idx="3"/>
          </p:cNvCxnSpPr>
          <p:nvPr/>
        </p:nvCxnSpPr>
        <p:spPr bwMode="auto">
          <a:xfrm>
            <a:off x="5465535" y="4288479"/>
            <a:ext cx="393990" cy="144000"/>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p:spPr>
      </p:cxnSp>
      <p:cxnSp>
        <p:nvCxnSpPr>
          <p:cNvPr id="179" name="肘形连接符 178">
            <a:extLst>
              <a:ext uri="{FF2B5EF4-FFF2-40B4-BE49-F238E27FC236}">
                <a16:creationId xmlns:a16="http://schemas.microsoft.com/office/drawing/2014/main" id="{BD0720EA-A2C4-AA42-A5E9-9143073C7E55}"/>
              </a:ext>
            </a:extLst>
          </p:cNvPr>
          <p:cNvCxnSpPr>
            <a:cxnSpLocks/>
          </p:cNvCxnSpPr>
          <p:nvPr/>
        </p:nvCxnSpPr>
        <p:spPr bwMode="auto">
          <a:xfrm flipV="1">
            <a:off x="5456711" y="4557241"/>
            <a:ext cx="393990" cy="144000"/>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p:spPr>
      </p:cxnSp>
      <p:grpSp>
        <p:nvGrpSpPr>
          <p:cNvPr id="182" name="组合 181">
            <a:extLst>
              <a:ext uri="{FF2B5EF4-FFF2-40B4-BE49-F238E27FC236}">
                <a16:creationId xmlns:a16="http://schemas.microsoft.com/office/drawing/2014/main" id="{88CB7825-C6AE-2B4E-B0A0-48BFF06E33E1}"/>
              </a:ext>
            </a:extLst>
          </p:cNvPr>
          <p:cNvGrpSpPr/>
          <p:nvPr/>
        </p:nvGrpSpPr>
        <p:grpSpPr>
          <a:xfrm rot="16200000">
            <a:off x="6308020" y="3861924"/>
            <a:ext cx="158202" cy="232313"/>
            <a:chOff x="2026718" y="5188506"/>
            <a:chExt cx="158202" cy="232313"/>
          </a:xfrm>
        </p:grpSpPr>
        <p:sp>
          <p:nvSpPr>
            <p:cNvPr id="180" name="三角形 179">
              <a:extLst>
                <a:ext uri="{FF2B5EF4-FFF2-40B4-BE49-F238E27FC236}">
                  <a16:creationId xmlns:a16="http://schemas.microsoft.com/office/drawing/2014/main" id="{2EE687F2-AD44-7846-A6AC-516015550D58}"/>
                </a:ext>
              </a:extLst>
            </p:cNvPr>
            <p:cNvSpPr/>
            <p:nvPr/>
          </p:nvSpPr>
          <p:spPr bwMode="auto">
            <a:xfrm rot="10800000">
              <a:off x="2026718" y="5188506"/>
              <a:ext cx="158202" cy="175782"/>
            </a:xfrm>
            <a:prstGeom prst="triangl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zh-CN" altLang="en-US"/>
            </a:p>
          </p:txBody>
        </p:sp>
        <p:sp>
          <p:nvSpPr>
            <p:cNvPr id="181" name="椭圆 180">
              <a:extLst>
                <a:ext uri="{FF2B5EF4-FFF2-40B4-BE49-F238E27FC236}">
                  <a16:creationId xmlns:a16="http://schemas.microsoft.com/office/drawing/2014/main" id="{34AD5DFB-8894-E245-BB16-7E14E3EA4B75}"/>
                </a:ext>
              </a:extLst>
            </p:cNvPr>
            <p:cNvSpPr/>
            <p:nvPr/>
          </p:nvSpPr>
          <p:spPr bwMode="auto">
            <a:xfrm>
              <a:off x="2077552" y="5364288"/>
              <a:ext cx="56531" cy="56531"/>
            </a:xfrm>
            <a:prstGeom prst="ellips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grpSp>
      <p:grpSp>
        <p:nvGrpSpPr>
          <p:cNvPr id="183" name="组合 182">
            <a:extLst>
              <a:ext uri="{FF2B5EF4-FFF2-40B4-BE49-F238E27FC236}">
                <a16:creationId xmlns:a16="http://schemas.microsoft.com/office/drawing/2014/main" id="{275568E8-F9F5-6D4B-AC3B-8EFE2E5B5A59}"/>
              </a:ext>
            </a:extLst>
          </p:cNvPr>
          <p:cNvGrpSpPr/>
          <p:nvPr/>
        </p:nvGrpSpPr>
        <p:grpSpPr>
          <a:xfrm rot="16200000">
            <a:off x="6307594" y="4620091"/>
            <a:ext cx="158202" cy="232313"/>
            <a:chOff x="2026718" y="5188506"/>
            <a:chExt cx="158202" cy="232313"/>
          </a:xfrm>
        </p:grpSpPr>
        <p:sp>
          <p:nvSpPr>
            <p:cNvPr id="184" name="三角形 183">
              <a:extLst>
                <a:ext uri="{FF2B5EF4-FFF2-40B4-BE49-F238E27FC236}">
                  <a16:creationId xmlns:a16="http://schemas.microsoft.com/office/drawing/2014/main" id="{FB38AB08-4524-0C4D-BAAB-B2418D0505D1}"/>
                </a:ext>
              </a:extLst>
            </p:cNvPr>
            <p:cNvSpPr/>
            <p:nvPr/>
          </p:nvSpPr>
          <p:spPr bwMode="auto">
            <a:xfrm rot="10800000">
              <a:off x="2026718" y="5188506"/>
              <a:ext cx="158202" cy="175782"/>
            </a:xfrm>
            <a:prstGeom prst="triangl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zh-CN" altLang="en-US"/>
            </a:p>
          </p:txBody>
        </p:sp>
        <p:sp>
          <p:nvSpPr>
            <p:cNvPr id="185" name="椭圆 184">
              <a:extLst>
                <a:ext uri="{FF2B5EF4-FFF2-40B4-BE49-F238E27FC236}">
                  <a16:creationId xmlns:a16="http://schemas.microsoft.com/office/drawing/2014/main" id="{4FA1B32B-B50F-9C4B-96BA-5FF00894BB9F}"/>
                </a:ext>
              </a:extLst>
            </p:cNvPr>
            <p:cNvSpPr/>
            <p:nvPr/>
          </p:nvSpPr>
          <p:spPr bwMode="auto">
            <a:xfrm>
              <a:off x="2077552" y="5364288"/>
              <a:ext cx="56531" cy="56531"/>
            </a:xfrm>
            <a:prstGeom prst="ellips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grpSp>
      <p:sp>
        <p:nvSpPr>
          <p:cNvPr id="186" name="延迟 185">
            <a:extLst>
              <a:ext uri="{FF2B5EF4-FFF2-40B4-BE49-F238E27FC236}">
                <a16:creationId xmlns:a16="http://schemas.microsoft.com/office/drawing/2014/main" id="{224BAFB2-56ED-2044-B4FF-090E933162BD}"/>
              </a:ext>
            </a:extLst>
          </p:cNvPr>
          <p:cNvSpPr/>
          <p:nvPr/>
        </p:nvSpPr>
        <p:spPr bwMode="auto">
          <a:xfrm>
            <a:off x="7157161" y="3623133"/>
            <a:ext cx="348668" cy="247142"/>
          </a:xfrm>
          <a:prstGeom prst="flowChartDelay">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7" name="延迟 186">
            <a:extLst>
              <a:ext uri="{FF2B5EF4-FFF2-40B4-BE49-F238E27FC236}">
                <a16:creationId xmlns:a16="http://schemas.microsoft.com/office/drawing/2014/main" id="{5ABDF062-1D3F-6F43-A103-2BD51ACD198D}"/>
              </a:ext>
            </a:extLst>
          </p:cNvPr>
          <p:cNvSpPr/>
          <p:nvPr/>
        </p:nvSpPr>
        <p:spPr bwMode="auto">
          <a:xfrm>
            <a:off x="7151382" y="4539494"/>
            <a:ext cx="348668" cy="247142"/>
          </a:xfrm>
          <a:prstGeom prst="flowChartDelay">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cxnSp>
        <p:nvCxnSpPr>
          <p:cNvPr id="189" name="肘形连接符 188">
            <a:extLst>
              <a:ext uri="{FF2B5EF4-FFF2-40B4-BE49-F238E27FC236}">
                <a16:creationId xmlns:a16="http://schemas.microsoft.com/office/drawing/2014/main" id="{8781F5C2-CFC0-344E-864B-89C22ADC9602}"/>
              </a:ext>
            </a:extLst>
          </p:cNvPr>
          <p:cNvCxnSpPr>
            <a:cxnSpLocks/>
            <a:stCxn id="166" idx="3"/>
            <a:endCxn id="186" idx="1"/>
          </p:cNvCxnSpPr>
          <p:nvPr/>
        </p:nvCxnSpPr>
        <p:spPr bwMode="auto">
          <a:xfrm>
            <a:off x="6094688" y="3677643"/>
            <a:ext cx="1062473" cy="0"/>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p:spPr>
      </p:cxnSp>
      <p:cxnSp>
        <p:nvCxnSpPr>
          <p:cNvPr id="192" name="肘形连接符 191">
            <a:extLst>
              <a:ext uri="{FF2B5EF4-FFF2-40B4-BE49-F238E27FC236}">
                <a16:creationId xmlns:a16="http://schemas.microsoft.com/office/drawing/2014/main" id="{9227BB2F-2E70-2A47-BF6E-41E02CD6019E}"/>
              </a:ext>
            </a:extLst>
          </p:cNvPr>
          <p:cNvCxnSpPr>
            <a:cxnSpLocks/>
          </p:cNvCxnSpPr>
          <p:nvPr/>
        </p:nvCxnSpPr>
        <p:spPr bwMode="auto">
          <a:xfrm flipV="1">
            <a:off x="6089066" y="3842176"/>
            <a:ext cx="1068095" cy="648000"/>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p:spPr>
      </p:cxnSp>
      <p:cxnSp>
        <p:nvCxnSpPr>
          <p:cNvPr id="195" name="肘形连接符 194">
            <a:extLst>
              <a:ext uri="{FF2B5EF4-FFF2-40B4-BE49-F238E27FC236}">
                <a16:creationId xmlns:a16="http://schemas.microsoft.com/office/drawing/2014/main" id="{45A2713C-6E8F-D44D-A434-71B25F8E8209}"/>
              </a:ext>
            </a:extLst>
          </p:cNvPr>
          <p:cNvCxnSpPr>
            <a:cxnSpLocks/>
            <a:stCxn id="166" idx="3"/>
            <a:endCxn id="180" idx="3"/>
          </p:cNvCxnSpPr>
          <p:nvPr/>
        </p:nvCxnSpPr>
        <p:spPr bwMode="auto">
          <a:xfrm>
            <a:off x="6094688" y="3677643"/>
            <a:ext cx="176277" cy="300438"/>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p:spPr>
      </p:cxnSp>
      <p:cxnSp>
        <p:nvCxnSpPr>
          <p:cNvPr id="198" name="肘形连接符 197">
            <a:extLst>
              <a:ext uri="{FF2B5EF4-FFF2-40B4-BE49-F238E27FC236}">
                <a16:creationId xmlns:a16="http://schemas.microsoft.com/office/drawing/2014/main" id="{29CF04D3-6F6A-1C40-8448-CE22C94646B9}"/>
              </a:ext>
            </a:extLst>
          </p:cNvPr>
          <p:cNvCxnSpPr>
            <a:cxnSpLocks/>
            <a:stCxn id="167" idx="1"/>
            <a:endCxn id="184" idx="3"/>
          </p:cNvCxnSpPr>
          <p:nvPr/>
        </p:nvCxnSpPr>
        <p:spPr bwMode="auto">
          <a:xfrm>
            <a:off x="6089066" y="4496584"/>
            <a:ext cx="181473" cy="239664"/>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p:spPr>
      </p:cxnSp>
      <p:cxnSp>
        <p:nvCxnSpPr>
          <p:cNvPr id="201" name="肘形连接符 200">
            <a:extLst>
              <a:ext uri="{FF2B5EF4-FFF2-40B4-BE49-F238E27FC236}">
                <a16:creationId xmlns:a16="http://schemas.microsoft.com/office/drawing/2014/main" id="{87567774-3FA9-FD4A-9629-8F57DF9D8570}"/>
              </a:ext>
            </a:extLst>
          </p:cNvPr>
          <p:cNvCxnSpPr>
            <a:cxnSpLocks/>
            <a:stCxn id="181" idx="4"/>
            <a:endCxn id="187" idx="1"/>
          </p:cNvCxnSpPr>
          <p:nvPr/>
        </p:nvCxnSpPr>
        <p:spPr bwMode="auto">
          <a:xfrm>
            <a:off x="6503278" y="3978082"/>
            <a:ext cx="648104" cy="648000"/>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p:spPr>
      </p:cxnSp>
      <p:cxnSp>
        <p:nvCxnSpPr>
          <p:cNvPr id="204" name="肘形连接符 203">
            <a:extLst>
              <a:ext uri="{FF2B5EF4-FFF2-40B4-BE49-F238E27FC236}">
                <a16:creationId xmlns:a16="http://schemas.microsoft.com/office/drawing/2014/main" id="{40376123-3CF1-E24F-B886-530114C6A446}"/>
              </a:ext>
            </a:extLst>
          </p:cNvPr>
          <p:cNvCxnSpPr>
            <a:cxnSpLocks/>
          </p:cNvCxnSpPr>
          <p:nvPr/>
        </p:nvCxnSpPr>
        <p:spPr bwMode="auto">
          <a:xfrm flipV="1">
            <a:off x="6502852" y="4740779"/>
            <a:ext cx="648530" cy="0"/>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p:spPr>
      </p:cxnSp>
      <p:cxnSp>
        <p:nvCxnSpPr>
          <p:cNvPr id="208" name="肘形连接符 207">
            <a:extLst>
              <a:ext uri="{FF2B5EF4-FFF2-40B4-BE49-F238E27FC236}">
                <a16:creationId xmlns:a16="http://schemas.microsoft.com/office/drawing/2014/main" id="{3F765CFE-8098-7841-87BB-48CD55FAE687}"/>
              </a:ext>
            </a:extLst>
          </p:cNvPr>
          <p:cNvCxnSpPr>
            <a:cxnSpLocks/>
            <a:stCxn id="186" idx="3"/>
            <a:endCxn id="188" idx="3"/>
          </p:cNvCxnSpPr>
          <p:nvPr/>
        </p:nvCxnSpPr>
        <p:spPr bwMode="auto">
          <a:xfrm>
            <a:off x="7505829" y="3746704"/>
            <a:ext cx="373356" cy="432000"/>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p:spPr>
      </p:cxnSp>
      <p:cxnSp>
        <p:nvCxnSpPr>
          <p:cNvPr id="211" name="肘形连接符 210">
            <a:extLst>
              <a:ext uri="{FF2B5EF4-FFF2-40B4-BE49-F238E27FC236}">
                <a16:creationId xmlns:a16="http://schemas.microsoft.com/office/drawing/2014/main" id="{CC9925D8-2634-A841-B278-EFF0AF203DE7}"/>
              </a:ext>
            </a:extLst>
          </p:cNvPr>
          <p:cNvCxnSpPr>
            <a:cxnSpLocks/>
          </p:cNvCxnSpPr>
          <p:nvPr/>
        </p:nvCxnSpPr>
        <p:spPr bwMode="auto">
          <a:xfrm flipV="1">
            <a:off x="7488153" y="4310196"/>
            <a:ext cx="373356" cy="360000"/>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p:spPr>
      </p:cxnSp>
      <p:sp>
        <p:nvSpPr>
          <p:cNvPr id="188" name="AutoShape 17">
            <a:extLst>
              <a:ext uri="{FF2B5EF4-FFF2-40B4-BE49-F238E27FC236}">
                <a16:creationId xmlns:a16="http://schemas.microsoft.com/office/drawing/2014/main" id="{D05ED3E1-A601-3644-995F-39D53DB66589}"/>
              </a:ext>
            </a:extLst>
          </p:cNvPr>
          <p:cNvSpPr>
            <a:spLocks noChangeArrowheads="1"/>
          </p:cNvSpPr>
          <p:nvPr/>
        </p:nvSpPr>
        <p:spPr bwMode="auto">
          <a:xfrm rot="10800000">
            <a:off x="7764844" y="4093714"/>
            <a:ext cx="343882" cy="276624"/>
          </a:xfrm>
          <a:prstGeom prst="moon">
            <a:avLst>
              <a:gd name="adj" fmla="val 66750"/>
            </a:avLst>
          </a:prstGeom>
          <a:solidFill>
            <a:schemeClr val="bg1"/>
          </a:solidFill>
          <a:ln w="9525">
            <a:solidFill>
              <a:schemeClr val="tx1"/>
            </a:solidFill>
            <a:miter lim="800000"/>
            <a:headEnd/>
            <a:tailEnd/>
          </a:ln>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213" name="矩形 212">
                <a:extLst>
                  <a:ext uri="{FF2B5EF4-FFF2-40B4-BE49-F238E27FC236}">
                    <a16:creationId xmlns:a16="http://schemas.microsoft.com/office/drawing/2014/main" id="{DA265102-96B7-5C42-B888-218F57A4701D}"/>
                  </a:ext>
                </a:extLst>
              </p:cNvPr>
              <p:cNvSpPr/>
              <p:nvPr/>
            </p:nvSpPr>
            <p:spPr>
              <a:xfrm>
                <a:off x="8011842" y="3895579"/>
                <a:ext cx="39889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i="1" kern="0" dirty="0">
                          <a:latin typeface="Cambria Math" panose="02040503050406030204" pitchFamily="18" charset="0"/>
                          <a:ea typeface="黑体" panose="02010609060101010101" pitchFamily="49" charset="-122"/>
                        </a:rPr>
                        <m:t>𝐹</m:t>
                      </m:r>
                    </m:oMath>
                  </m:oMathPara>
                </a14:m>
                <a:endParaRPr lang="zh-CN" altLang="en-US" dirty="0"/>
              </a:p>
            </p:txBody>
          </p:sp>
        </mc:Choice>
        <mc:Fallback xmlns="">
          <p:sp>
            <p:nvSpPr>
              <p:cNvPr id="213" name="矩形 212">
                <a:extLst>
                  <a:ext uri="{FF2B5EF4-FFF2-40B4-BE49-F238E27FC236}">
                    <a16:creationId xmlns:a16="http://schemas.microsoft.com/office/drawing/2014/main" id="{DA265102-96B7-5C42-B888-218F57A4701D}"/>
                  </a:ext>
                </a:extLst>
              </p:cNvPr>
              <p:cNvSpPr>
                <a:spLocks noRot="1" noChangeAspect="1" noMove="1" noResize="1" noEditPoints="1" noAdjustHandles="1" noChangeArrowheads="1" noChangeShapeType="1" noTextEdit="1"/>
              </p:cNvSpPr>
              <p:nvPr/>
            </p:nvSpPr>
            <p:spPr>
              <a:xfrm>
                <a:off x="8011842" y="3895579"/>
                <a:ext cx="398891" cy="369332"/>
              </a:xfrm>
              <a:prstGeom prst="rect">
                <a:avLst/>
              </a:prstGeom>
              <a:blipFill>
                <a:blip r:embed="rId6"/>
                <a:stretch>
                  <a:fillRect/>
                </a:stretch>
              </a:blipFill>
            </p:spPr>
            <p:txBody>
              <a:bodyPr/>
              <a:lstStyle/>
              <a:p>
                <a:r>
                  <a:rPr lang="en-CN">
                    <a:noFill/>
                  </a:rPr>
                  <a:t> </a:t>
                </a:r>
              </a:p>
            </p:txBody>
          </p:sp>
        </mc:Fallback>
      </mc:AlternateContent>
      <p:cxnSp>
        <p:nvCxnSpPr>
          <p:cNvPr id="214" name="肘形连接符 213">
            <a:extLst>
              <a:ext uri="{FF2B5EF4-FFF2-40B4-BE49-F238E27FC236}">
                <a16:creationId xmlns:a16="http://schemas.microsoft.com/office/drawing/2014/main" id="{4A946775-9C7B-4E49-AA2D-0783D40EC004}"/>
              </a:ext>
            </a:extLst>
          </p:cNvPr>
          <p:cNvCxnSpPr>
            <a:cxnSpLocks/>
          </p:cNvCxnSpPr>
          <p:nvPr/>
        </p:nvCxnSpPr>
        <p:spPr bwMode="auto">
          <a:xfrm>
            <a:off x="8108726" y="4232213"/>
            <a:ext cx="302007" cy="0"/>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p:spPr>
      </p:cxnSp>
      <p:sp>
        <p:nvSpPr>
          <p:cNvPr id="216" name="圆角矩形 215">
            <a:extLst>
              <a:ext uri="{FF2B5EF4-FFF2-40B4-BE49-F238E27FC236}">
                <a16:creationId xmlns:a16="http://schemas.microsoft.com/office/drawing/2014/main" id="{B7467621-56D2-EB48-9CD5-3DB3A3325336}"/>
              </a:ext>
            </a:extLst>
          </p:cNvPr>
          <p:cNvSpPr/>
          <p:nvPr/>
        </p:nvSpPr>
        <p:spPr bwMode="auto">
          <a:xfrm>
            <a:off x="1423909" y="5329138"/>
            <a:ext cx="1746833" cy="543037"/>
          </a:xfrm>
          <a:prstGeom prst="roundRect">
            <a:avLst/>
          </a:prstGeom>
          <a:ln>
            <a:solidFill>
              <a:schemeClr val="accent1">
                <a:lumMod val="50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b="0" i="0" u="none" strike="noStrike" cap="none" normalizeH="0" baseline="0" dirty="0">
                <a:ln>
                  <a:noFill/>
                </a:ln>
                <a:solidFill>
                  <a:schemeClr val="tx1"/>
                </a:solidFill>
                <a:effectLst/>
                <a:latin typeface="SimHei" panose="02010609060101010101" pitchFamily="49" charset="-122"/>
                <a:ea typeface="SimHei" panose="02010609060101010101" pitchFamily="49" charset="-122"/>
              </a:rPr>
              <a:t>4xNOT,4xAND3,1xOR4</a:t>
            </a:r>
            <a:endParaRPr kumimoji="0" lang="zh-CN" altLang="en-US" b="0" i="0" u="none" strike="noStrike" cap="none" normalizeH="0" baseline="0" dirty="0">
              <a:ln>
                <a:noFill/>
              </a:ln>
              <a:solidFill>
                <a:schemeClr val="tx1"/>
              </a:solidFill>
              <a:effectLst/>
              <a:latin typeface="SimHei" panose="02010609060101010101" pitchFamily="49" charset="-122"/>
              <a:ea typeface="SimHei" panose="02010609060101010101" pitchFamily="49" charset="-122"/>
            </a:endParaRPr>
          </a:p>
        </p:txBody>
      </p:sp>
      <p:sp>
        <p:nvSpPr>
          <p:cNvPr id="217" name="圆角矩形 216">
            <a:extLst>
              <a:ext uri="{FF2B5EF4-FFF2-40B4-BE49-F238E27FC236}">
                <a16:creationId xmlns:a16="http://schemas.microsoft.com/office/drawing/2014/main" id="{FA60FB6D-1699-574F-B335-745630E6288A}"/>
              </a:ext>
            </a:extLst>
          </p:cNvPr>
          <p:cNvSpPr/>
          <p:nvPr/>
        </p:nvSpPr>
        <p:spPr bwMode="auto">
          <a:xfrm>
            <a:off x="6114885" y="5329138"/>
            <a:ext cx="1618530" cy="543037"/>
          </a:xfrm>
          <a:prstGeom prst="roundRect">
            <a:avLst/>
          </a:prstGeom>
          <a:ln>
            <a:solidFill>
              <a:schemeClr val="accent1">
                <a:lumMod val="50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CN" dirty="0">
                <a:solidFill>
                  <a:schemeClr val="tx1"/>
                </a:solidFill>
                <a:latin typeface="SimHei" panose="02010609060101010101" pitchFamily="49" charset="-122"/>
                <a:ea typeface="SimHei" panose="02010609060101010101" pitchFamily="49" charset="-122"/>
              </a:rPr>
              <a:t>2</a:t>
            </a:r>
            <a:r>
              <a:rPr kumimoji="0" lang="en-US" altLang="zh-CN" b="0" i="0" u="none" strike="noStrike" cap="none" normalizeH="0" baseline="0" dirty="0">
                <a:ln>
                  <a:noFill/>
                </a:ln>
                <a:solidFill>
                  <a:schemeClr val="tx1"/>
                </a:solidFill>
                <a:effectLst/>
                <a:latin typeface="SimHei" panose="02010609060101010101" pitchFamily="49" charset="-122"/>
                <a:ea typeface="SimHei" panose="02010609060101010101" pitchFamily="49" charset="-122"/>
              </a:rPr>
              <a:t>xNOT,3xAND22xOR2</a:t>
            </a:r>
            <a:endParaRPr kumimoji="0" lang="zh-CN" altLang="en-US" b="0" i="0" u="none" strike="noStrike" cap="none" normalizeH="0" baseline="0" dirty="0">
              <a:ln>
                <a:noFill/>
              </a:ln>
              <a:solidFill>
                <a:schemeClr val="tx1"/>
              </a:solidFill>
              <a:effectLst/>
              <a:latin typeface="SimHei" panose="02010609060101010101" pitchFamily="49" charset="-122"/>
              <a:ea typeface="SimHei" panose="02010609060101010101" pitchFamily="49" charset="-122"/>
            </a:endParaRPr>
          </a:p>
        </p:txBody>
      </p:sp>
      <p:sp>
        <p:nvSpPr>
          <p:cNvPr id="3" name="Rectangle 2">
            <a:extLst>
              <a:ext uri="{FF2B5EF4-FFF2-40B4-BE49-F238E27FC236}">
                <a16:creationId xmlns:a16="http://schemas.microsoft.com/office/drawing/2014/main" id="{1D1A054F-D747-BD4C-9790-39ED64B20F01}"/>
              </a:ext>
            </a:extLst>
          </p:cNvPr>
          <p:cNvSpPr/>
          <p:nvPr/>
        </p:nvSpPr>
        <p:spPr>
          <a:xfrm>
            <a:off x="940081" y="1418033"/>
            <a:ext cx="6647974" cy="523220"/>
          </a:xfrm>
          <a:prstGeom prst="rect">
            <a:avLst/>
          </a:prstGeom>
        </p:spPr>
        <p:txBody>
          <a:bodyPr wrap="none">
            <a:spAutoFit/>
          </a:bodyPr>
          <a:lstStyle/>
          <a:p>
            <a:pPr lvl="0"/>
            <a:r>
              <a:rPr lang="zh-CN" altLang="en-US" sz="2800" b="1" dirty="0">
                <a:solidFill>
                  <a:srgbClr val="000000"/>
                </a:solidFill>
                <a:latin typeface="SimHei" panose="02010609060101010101" pitchFamily="49" charset="-122"/>
                <a:ea typeface="SimHei" panose="02010609060101010101" pitchFamily="49" charset="-122"/>
              </a:rPr>
              <a:t>设计者可能有不同的功耗</a:t>
            </a:r>
            <a:r>
              <a:rPr lang="en-US" altLang="zh-CN" sz="2800" b="1" dirty="0">
                <a:solidFill>
                  <a:srgbClr val="000000"/>
                </a:solidFill>
                <a:latin typeface="SimHei" panose="02010609060101010101" pitchFamily="49" charset="-122"/>
                <a:ea typeface="SimHei" panose="02010609060101010101" pitchFamily="49" charset="-122"/>
              </a:rPr>
              <a:t>/</a:t>
            </a:r>
            <a:r>
              <a:rPr lang="zh-CN" altLang="en-US" sz="2800" b="1" dirty="0">
                <a:solidFill>
                  <a:srgbClr val="000000"/>
                </a:solidFill>
                <a:latin typeface="SimHei" panose="02010609060101010101" pitchFamily="49" charset="-122"/>
                <a:ea typeface="SimHei" panose="02010609060101010101" pitchFamily="49" charset="-122"/>
              </a:rPr>
              <a:t>性能</a:t>
            </a:r>
            <a:r>
              <a:rPr lang="en-US" altLang="zh-CN" sz="2800" b="1" dirty="0">
                <a:solidFill>
                  <a:srgbClr val="000000"/>
                </a:solidFill>
                <a:latin typeface="SimHei" panose="02010609060101010101" pitchFamily="49" charset="-122"/>
                <a:ea typeface="SimHei" panose="02010609060101010101" pitchFamily="49" charset="-122"/>
              </a:rPr>
              <a:t>/</a:t>
            </a:r>
            <a:r>
              <a:rPr lang="zh-CN" altLang="en-US" sz="2800" b="1" dirty="0">
                <a:solidFill>
                  <a:srgbClr val="000000"/>
                </a:solidFill>
                <a:latin typeface="SimHei" panose="02010609060101010101" pitchFamily="49" charset="-122"/>
                <a:ea typeface="SimHei" panose="02010609060101010101" pitchFamily="49" charset="-122"/>
              </a:rPr>
              <a:t>面积要求</a:t>
            </a:r>
            <a:endParaRPr lang="en-US" altLang="zh-CN" sz="2800" b="1" dirty="0">
              <a:solidFill>
                <a:srgbClr val="000000"/>
              </a:solidFill>
              <a:latin typeface="SimHei" panose="02010609060101010101" pitchFamily="49" charset="-122"/>
              <a:ea typeface="SimHei" panose="02010609060101010101" pitchFamily="49" charset="-122"/>
            </a:endParaRPr>
          </a:p>
        </p:txBody>
      </p:sp>
      <p:sp>
        <p:nvSpPr>
          <p:cNvPr id="111" name="灯片编号占位符 6">
            <a:extLst>
              <a:ext uri="{FF2B5EF4-FFF2-40B4-BE49-F238E27FC236}">
                <a16:creationId xmlns:a16="http://schemas.microsoft.com/office/drawing/2014/main" id="{9619362D-3D5F-EC47-BE96-348F61F2A154}"/>
              </a:ext>
            </a:extLst>
          </p:cNvPr>
          <p:cNvSpPr txBox="1">
            <a:spLocks/>
          </p:cNvSpPr>
          <p:nvPr/>
        </p:nvSpPr>
        <p:spPr bwMode="auto">
          <a:xfrm>
            <a:off x="6553200" y="6265860"/>
            <a:ext cx="213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4600" b="1" kern="1200">
                <a:solidFill>
                  <a:srgbClr val="FF3300"/>
                </a:solidFill>
                <a:latin typeface="Garamond" pitchFamily="18" charset="0"/>
                <a:ea typeface="宋体" charset="-122"/>
                <a:cs typeface="+mn-cs"/>
              </a:defRPr>
            </a:lvl1pPr>
            <a:lvl2pPr marL="742950" indent="-28575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2pPr>
            <a:lvl3pPr marL="11430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3pPr>
            <a:lvl4pPr marL="16002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4pPr>
            <a:lvl5pPr marL="20574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5pPr>
            <a:lvl6pPr marL="25146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6pPr>
            <a:lvl7pPr marL="29718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7pPr>
            <a:lvl8pPr marL="34290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8pPr>
            <a:lvl9pPr marL="38862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9pPr>
          </a:lstStyle>
          <a:p>
            <a:pPr eaLnBrk="1" hangingPunct="1"/>
            <a:fld id="{CCE6D788-BCB5-407E-9DED-68D155892338}" type="slidenum">
              <a:rPr lang="en-US" altLang="zh-CN" sz="1400" smtClean="0">
                <a:solidFill>
                  <a:schemeClr val="tx1"/>
                </a:solidFill>
                <a:latin typeface="+mn-lt"/>
              </a:rPr>
              <a:pPr eaLnBrk="1" hangingPunct="1"/>
              <a:t>35</a:t>
            </a:fld>
            <a:endParaRPr lang="en-US" altLang="zh-CN" sz="1400" dirty="0">
              <a:solidFill>
                <a:schemeClr val="tx1"/>
              </a:solidFill>
              <a:latin typeface="+mn-lt"/>
            </a:endParaRPr>
          </a:p>
        </p:txBody>
      </p:sp>
    </p:spTree>
    <p:extLst>
      <p:ext uri="{BB962C8B-B14F-4D97-AF65-F5344CB8AC3E}">
        <p14:creationId xmlns:p14="http://schemas.microsoft.com/office/powerpoint/2010/main" val="16059644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descr="屏幕剪辑">
            <a:extLst>
              <a:ext uri="{FF2B5EF4-FFF2-40B4-BE49-F238E27FC236}">
                <a16:creationId xmlns:a16="http://schemas.microsoft.com/office/drawing/2014/main" id="{B253F7B0-147D-3244-931D-C1D5245337F7}"/>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5369605" y="4516135"/>
            <a:ext cx="3002360" cy="2090461"/>
          </a:xfrm>
          <a:prstGeom prst="rect">
            <a:avLst/>
          </a:prstGeom>
        </p:spPr>
      </p:pic>
      <p:sp>
        <p:nvSpPr>
          <p:cNvPr id="2" name="标题 1"/>
          <p:cNvSpPr>
            <a:spLocks noGrp="1"/>
          </p:cNvSpPr>
          <p:nvPr>
            <p:ph type="title"/>
          </p:nvPr>
        </p:nvSpPr>
        <p:spPr>
          <a:xfrm>
            <a:off x="457200" y="152636"/>
            <a:ext cx="8229600" cy="1143000"/>
          </a:xfrm>
        </p:spPr>
        <p:txBody>
          <a:bodyPr/>
          <a:lstStyle/>
          <a:p>
            <a:r>
              <a:rPr lang="zh-CN" altLang="en-US" b="1" dirty="0"/>
              <a:t>设计优化</a:t>
            </a:r>
          </a:p>
        </p:txBody>
      </p:sp>
      <p:sp>
        <p:nvSpPr>
          <p:cNvPr id="3" name="内容占位符 2"/>
          <p:cNvSpPr>
            <a:spLocks noGrp="1"/>
          </p:cNvSpPr>
          <p:nvPr>
            <p:ph idx="1"/>
          </p:nvPr>
        </p:nvSpPr>
        <p:spPr>
          <a:xfrm>
            <a:off x="457200" y="1339788"/>
            <a:ext cx="8229600" cy="1405136"/>
          </a:xfrm>
        </p:spPr>
        <p:txBody>
          <a:bodyPr/>
          <a:lstStyle/>
          <a:p>
            <a:r>
              <a:rPr lang="zh-CN" altLang="en-US" sz="2800" dirty="0">
                <a:latin typeface="黑体" panose="02010609060101010101" pitchFamily="49" charset="-122"/>
              </a:rPr>
              <a:t>用工艺库基本单元覆盖组合逻辑</a:t>
            </a:r>
            <a:endParaRPr lang="en-US" altLang="zh-CN" sz="2800" dirty="0">
              <a:latin typeface="黑体" panose="02010609060101010101" pitchFamily="49" charset="-122"/>
            </a:endParaRPr>
          </a:p>
          <a:p>
            <a:pPr lvl="1"/>
            <a:r>
              <a:rPr lang="zh-CN" altLang="en-US" sz="2400" dirty="0">
                <a:latin typeface="Arial" panose="020B0604020202020204" pitchFamily="34" charset="0"/>
                <a:cs typeface="Arial" panose="020B0604020202020204" pitchFamily="34" charset="0"/>
              </a:rPr>
              <a:t>典型的</a:t>
            </a:r>
            <a:r>
              <a:rPr lang="en-US" altLang="zh-CN" sz="2400" dirty="0">
                <a:latin typeface="Arial" panose="020B0604020202020204" pitchFamily="34" charset="0"/>
                <a:cs typeface="Arial" panose="020B0604020202020204" pitchFamily="34" charset="0"/>
              </a:rPr>
              <a:t>EDA</a:t>
            </a:r>
            <a:r>
              <a:rPr lang="zh-CN" altLang="en-US" sz="2400" dirty="0">
                <a:latin typeface="Arial" panose="020B0604020202020204" pitchFamily="34" charset="0"/>
                <a:cs typeface="Arial" panose="020B0604020202020204" pitchFamily="34" charset="0"/>
              </a:rPr>
              <a:t>优化问题</a:t>
            </a:r>
            <a:endParaRPr lang="en-US" altLang="zh-CN" sz="2400"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C01AD619-333A-7142-A00E-18CCBC9BFA0C}"/>
              </a:ext>
            </a:extLst>
          </p:cNvPr>
          <p:cNvSpPr>
            <a:spLocks noGrp="1"/>
          </p:cNvSpPr>
          <p:nvPr>
            <p:ph type="sldNum" sz="quarter" idx="12"/>
          </p:nvPr>
        </p:nvSpPr>
        <p:spPr/>
        <p:txBody>
          <a:bodyPr/>
          <a:lstStyle/>
          <a:p>
            <a:pPr>
              <a:defRPr/>
            </a:pPr>
            <a:fld id="{A88D0608-5506-4AD0-BB9E-DF761E8BFA1F}" type="slidenum">
              <a:rPr lang="zh-CN" altLang="en-US" smtClean="0"/>
              <a:pPr>
                <a:defRPr/>
              </a:pPr>
              <a:t>36</a:t>
            </a:fld>
            <a:endParaRPr lang="en-US" altLang="zh-CN" dirty="0"/>
          </a:p>
        </p:txBody>
      </p:sp>
      <p:pic>
        <p:nvPicPr>
          <p:cNvPr id="6" name="图片 5" descr="屏幕剪辑"/>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115616" y="2374932"/>
            <a:ext cx="3250704" cy="2351488"/>
          </a:xfrm>
          <a:prstGeom prst="rect">
            <a:avLst/>
          </a:prstGeom>
        </p:spPr>
      </p:pic>
      <p:pic>
        <p:nvPicPr>
          <p:cNvPr id="7" name="图片 4" descr="屏幕剪辑">
            <a:extLst>
              <a:ext uri="{FF2B5EF4-FFF2-40B4-BE49-F238E27FC236}">
                <a16:creationId xmlns:a16="http://schemas.microsoft.com/office/drawing/2014/main" id="{B4FA78D9-5C0C-9346-8752-BF01FB88553D}"/>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935596" y="4896919"/>
            <a:ext cx="3002360" cy="1575764"/>
          </a:xfrm>
          <a:prstGeom prst="rect">
            <a:avLst/>
          </a:prstGeom>
        </p:spPr>
      </p:pic>
      <p:pic>
        <p:nvPicPr>
          <p:cNvPr id="8" name="图片 7" descr="屏幕剪辑">
            <a:extLst>
              <a:ext uri="{FF2B5EF4-FFF2-40B4-BE49-F238E27FC236}">
                <a16:creationId xmlns:a16="http://schemas.microsoft.com/office/drawing/2014/main" id="{29C6B9D0-88CF-3246-8A4A-E5FCFA885CB0}"/>
              </a:ext>
            </a:extLst>
          </p:cNvPr>
          <p:cNvPicPr>
            <a:picLocks noChangeAspect="1"/>
          </p:cNvPicPr>
          <p:nvPr/>
        </p:nvPicPr>
        <p:blipFill rotWithShape="1">
          <a:blip r:embed="rId6">
            <a:extLst>
              <a:ext uri="{28A0092B-C50C-407E-A947-70E740481C1C}">
                <a14:useLocalDpi xmlns:a14="http://schemas.microsoft.com/office/drawing/2010/main"/>
              </a:ext>
            </a:extLst>
          </a:blip>
          <a:srcRect t="-1" r="1509" b="-1188"/>
          <a:stretch/>
        </p:blipFill>
        <p:spPr>
          <a:xfrm>
            <a:off x="5400092" y="2157404"/>
            <a:ext cx="2941386" cy="2182517"/>
          </a:xfrm>
          <a:prstGeom prst="snip1Rect">
            <a:avLst/>
          </a:prstGeom>
        </p:spPr>
      </p:pic>
      <p:sp>
        <p:nvSpPr>
          <p:cNvPr id="10" name="矩形 4">
            <a:extLst>
              <a:ext uri="{FF2B5EF4-FFF2-40B4-BE49-F238E27FC236}">
                <a16:creationId xmlns:a16="http://schemas.microsoft.com/office/drawing/2014/main" id="{9E4CA657-A381-1241-AFEA-7BC9970ED491}"/>
              </a:ext>
            </a:extLst>
          </p:cNvPr>
          <p:cNvSpPr/>
          <p:nvPr/>
        </p:nvSpPr>
        <p:spPr bwMode="auto">
          <a:xfrm>
            <a:off x="7092280" y="3762805"/>
            <a:ext cx="1276575" cy="558516"/>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lang="zh-CN" altLang="en-US" dirty="0"/>
              <a:t>总面积</a:t>
            </a:r>
            <a:r>
              <a:rPr kumimoji="0" lang="en-US" altLang="zh-CN" b="0" i="0" u="none" strike="noStrike" cap="none" normalizeH="0" baseline="0" dirty="0">
                <a:ln>
                  <a:noFill/>
                </a:ln>
                <a:solidFill>
                  <a:schemeClr val="tx1"/>
                </a:solidFill>
                <a:effectLst/>
                <a:latin typeface="Arial" charset="0"/>
              </a:rPr>
              <a:t>: 17</a:t>
            </a:r>
            <a:endParaRPr kumimoji="0" lang="zh-CN" altLang="en-US" b="0" i="0" u="none" strike="noStrike" cap="none" normalizeH="0" baseline="0" dirty="0">
              <a:ln>
                <a:noFill/>
              </a:ln>
              <a:solidFill>
                <a:schemeClr val="tx1"/>
              </a:solidFill>
              <a:effectLst/>
              <a:latin typeface="Arial" charset="0"/>
            </a:endParaRPr>
          </a:p>
        </p:txBody>
      </p:sp>
      <p:sp>
        <p:nvSpPr>
          <p:cNvPr id="11" name="矩形 9">
            <a:extLst>
              <a:ext uri="{FF2B5EF4-FFF2-40B4-BE49-F238E27FC236}">
                <a16:creationId xmlns:a16="http://schemas.microsoft.com/office/drawing/2014/main" id="{A7318A92-8CED-F147-9C48-0A351D83E07A}"/>
              </a:ext>
            </a:extLst>
          </p:cNvPr>
          <p:cNvSpPr/>
          <p:nvPr/>
        </p:nvSpPr>
        <p:spPr bwMode="auto">
          <a:xfrm>
            <a:off x="7034990" y="6093048"/>
            <a:ext cx="1306488" cy="501285"/>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lang="zh-CN" altLang="en-US" dirty="0"/>
              <a:t>总面积</a:t>
            </a:r>
            <a:r>
              <a:rPr kumimoji="0" lang="en-US" altLang="zh-CN" b="0" i="0" u="none" strike="noStrike" cap="none" normalizeH="0" baseline="0" dirty="0">
                <a:ln>
                  <a:noFill/>
                </a:ln>
                <a:solidFill>
                  <a:schemeClr val="tx1"/>
                </a:solidFill>
                <a:effectLst/>
                <a:latin typeface="Arial" charset="0"/>
              </a:rPr>
              <a:t>: 15</a:t>
            </a:r>
            <a:endParaRPr kumimoji="0" lang="zh-CN" altLang="en-US" b="0" i="0" u="none" strike="noStrike" cap="none" normalizeH="0" baseline="0" dirty="0">
              <a:ln>
                <a:noFill/>
              </a:ln>
              <a:solidFill>
                <a:schemeClr val="tx1"/>
              </a:solidFill>
              <a:effectLst/>
              <a:latin typeface="Arial" charset="0"/>
            </a:endParaRPr>
          </a:p>
        </p:txBody>
      </p:sp>
    </p:spTree>
    <p:extLst>
      <p:ext uri="{BB962C8B-B14F-4D97-AF65-F5344CB8AC3E}">
        <p14:creationId xmlns:p14="http://schemas.microsoft.com/office/powerpoint/2010/main" val="27080122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18710" y="260648"/>
            <a:ext cx="7306580" cy="936625"/>
          </a:xfrm>
        </p:spPr>
        <p:txBody>
          <a:bodyPr/>
          <a:lstStyle/>
          <a:p>
            <a:r>
              <a:rPr lang="zh-CN" altLang="en-US" b="1" dirty="0"/>
              <a:t>组合逻辑和电路</a:t>
            </a:r>
          </a:p>
        </p:txBody>
      </p:sp>
      <p:sp>
        <p:nvSpPr>
          <p:cNvPr id="20" name="Slide Number Placeholder 19">
            <a:extLst>
              <a:ext uri="{FF2B5EF4-FFF2-40B4-BE49-F238E27FC236}">
                <a16:creationId xmlns:a16="http://schemas.microsoft.com/office/drawing/2014/main" id="{22484F6B-446E-C441-AC4D-462CDBF937E4}"/>
              </a:ext>
            </a:extLst>
          </p:cNvPr>
          <p:cNvSpPr>
            <a:spLocks noGrp="1"/>
          </p:cNvSpPr>
          <p:nvPr>
            <p:ph type="sldNum" sz="quarter" idx="12"/>
          </p:nvPr>
        </p:nvSpPr>
        <p:spPr/>
        <p:txBody>
          <a:bodyPr/>
          <a:lstStyle/>
          <a:p>
            <a:pPr>
              <a:defRPr/>
            </a:pPr>
            <a:fld id="{A88D0608-5506-4AD0-BB9E-DF761E8BFA1F}" type="slidenum">
              <a:rPr lang="zh-CN" altLang="en-US" smtClean="0"/>
              <a:pPr>
                <a:defRPr/>
              </a:pPr>
              <a:t>37</a:t>
            </a:fld>
            <a:endParaRPr lang="en-US" altLang="zh-CN" dirty="0"/>
          </a:p>
        </p:txBody>
      </p:sp>
      <p:sp>
        <p:nvSpPr>
          <p:cNvPr id="5" name="圆角矩形 4">
            <a:extLst>
              <a:ext uri="{FF2B5EF4-FFF2-40B4-BE49-F238E27FC236}">
                <a16:creationId xmlns:a16="http://schemas.microsoft.com/office/drawing/2014/main" id="{EF100CC8-7E88-F046-813A-0A81610C1CC7}"/>
              </a:ext>
            </a:extLst>
          </p:cNvPr>
          <p:cNvSpPr/>
          <p:nvPr/>
        </p:nvSpPr>
        <p:spPr bwMode="auto">
          <a:xfrm>
            <a:off x="2170542" y="2288690"/>
            <a:ext cx="2124608" cy="591500"/>
          </a:xfrm>
          <a:prstGeom prst="roundRect">
            <a:avLst/>
          </a:prstGeom>
          <a:ln>
            <a:solidFill>
              <a:schemeClr val="accent1">
                <a:lumMod val="50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chemeClr val="tx1"/>
                </a:solidFill>
                <a:effectLst/>
                <a:latin typeface="Arial" panose="020B0604020202020204" pitchFamily="34" charset="0"/>
                <a:ea typeface="SimHei" panose="02010609060101010101" pitchFamily="49" charset="-122"/>
                <a:cs typeface="Arial" panose="020B0604020202020204" pitchFamily="34" charset="0"/>
              </a:rPr>
              <a:t>组合逻辑函数</a:t>
            </a:r>
            <a:endParaRPr kumimoji="0" lang="zh-CN" altLang="en-US" sz="2000" b="0" i="0" u="none" strike="noStrike" cap="none" normalizeH="0" baseline="0" dirty="0">
              <a:ln>
                <a:noFill/>
              </a:ln>
              <a:solidFill>
                <a:schemeClr val="tx1"/>
              </a:solidFill>
              <a:effectLst/>
              <a:latin typeface="Arial" panose="020B0604020202020204" pitchFamily="34" charset="0"/>
              <a:ea typeface="SimHei" panose="02010609060101010101" pitchFamily="49" charset="-122"/>
              <a:cs typeface="Arial" panose="020B0604020202020204" pitchFamily="34" charset="0"/>
            </a:endParaRPr>
          </a:p>
        </p:txBody>
      </p:sp>
      <p:sp>
        <p:nvSpPr>
          <p:cNvPr id="6" name="圆角矩形 5">
            <a:extLst>
              <a:ext uri="{FF2B5EF4-FFF2-40B4-BE49-F238E27FC236}">
                <a16:creationId xmlns:a16="http://schemas.microsoft.com/office/drawing/2014/main" id="{17B72BFA-D873-C047-B6DF-D935FAB75135}"/>
              </a:ext>
            </a:extLst>
          </p:cNvPr>
          <p:cNvSpPr/>
          <p:nvPr/>
        </p:nvSpPr>
        <p:spPr bwMode="auto">
          <a:xfrm>
            <a:off x="2170542" y="3546420"/>
            <a:ext cx="2124608" cy="591500"/>
          </a:xfrm>
          <a:prstGeom prst="roundRect">
            <a:avLst/>
          </a:prstGeom>
          <a:ln>
            <a:solidFill>
              <a:schemeClr val="accent1">
                <a:lumMod val="50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chemeClr val="tx1"/>
                </a:solidFill>
                <a:effectLst/>
                <a:latin typeface="Arial" panose="020B0604020202020204" pitchFamily="34" charset="0"/>
                <a:ea typeface="SimHei" panose="02010609060101010101" pitchFamily="49" charset="-122"/>
                <a:cs typeface="Arial" panose="020B0604020202020204" pitchFamily="34" charset="0"/>
              </a:rPr>
              <a:t>子模块</a:t>
            </a:r>
            <a:endParaRPr kumimoji="0" lang="zh-CN" altLang="en-US" sz="2000" b="0" i="0" u="none" strike="noStrike" cap="none" normalizeH="0" baseline="0" dirty="0">
              <a:ln>
                <a:noFill/>
              </a:ln>
              <a:solidFill>
                <a:schemeClr val="tx1"/>
              </a:solidFill>
              <a:effectLst/>
              <a:latin typeface="Arial" panose="020B0604020202020204" pitchFamily="34" charset="0"/>
              <a:ea typeface="SimHei" panose="02010609060101010101" pitchFamily="49" charset="-122"/>
              <a:cs typeface="Arial" panose="020B0604020202020204" pitchFamily="34" charset="0"/>
            </a:endParaRPr>
          </a:p>
        </p:txBody>
      </p:sp>
      <p:cxnSp>
        <p:nvCxnSpPr>
          <p:cNvPr id="8" name="直线箭头连接符 7">
            <a:extLst>
              <a:ext uri="{FF2B5EF4-FFF2-40B4-BE49-F238E27FC236}">
                <a16:creationId xmlns:a16="http://schemas.microsoft.com/office/drawing/2014/main" id="{A93CA569-A37F-344E-8ED6-1FBD4317F631}"/>
              </a:ext>
            </a:extLst>
          </p:cNvPr>
          <p:cNvCxnSpPr>
            <a:stCxn id="6" idx="0"/>
            <a:endCxn id="5" idx="2"/>
          </p:cNvCxnSpPr>
          <p:nvPr/>
        </p:nvCxnSpPr>
        <p:spPr bwMode="auto">
          <a:xfrm flipV="1">
            <a:off x="3232846" y="2880190"/>
            <a:ext cx="0" cy="666230"/>
          </a:xfrm>
          <a:prstGeom prst="straightConnector1">
            <a:avLst/>
          </a:prstGeom>
          <a:solidFill>
            <a:schemeClr val="accent1"/>
          </a:solidFill>
          <a:ln w="28575" cap="flat" cmpd="sng" algn="ctr">
            <a:solidFill>
              <a:schemeClr val="tx1"/>
            </a:solidFill>
            <a:prstDash val="solid"/>
            <a:round/>
            <a:headEnd type="triangle" w="med" len="med"/>
            <a:tailEnd type="triangle"/>
          </a:ln>
          <a:effectLst/>
        </p:spPr>
      </p:cxnSp>
      <p:sp>
        <p:nvSpPr>
          <p:cNvPr id="10" name="圆角矩形 9">
            <a:extLst>
              <a:ext uri="{FF2B5EF4-FFF2-40B4-BE49-F238E27FC236}">
                <a16:creationId xmlns:a16="http://schemas.microsoft.com/office/drawing/2014/main" id="{04680597-1CEB-BC4B-87FD-29BDC56AD743}"/>
              </a:ext>
            </a:extLst>
          </p:cNvPr>
          <p:cNvSpPr/>
          <p:nvPr/>
        </p:nvSpPr>
        <p:spPr bwMode="auto">
          <a:xfrm>
            <a:off x="5263945" y="2288690"/>
            <a:ext cx="2426690" cy="591500"/>
          </a:xfrm>
          <a:prstGeom prst="roundRect">
            <a:avLst/>
          </a:prstGeom>
          <a:ln>
            <a:solidFill>
              <a:schemeClr val="accent1">
                <a:lumMod val="50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chemeClr val="tx1"/>
                </a:solidFill>
                <a:effectLst/>
                <a:latin typeface="Arial" panose="020B0604020202020204" pitchFamily="34" charset="0"/>
                <a:ea typeface="SimHei" panose="02010609060101010101" pitchFamily="49" charset="-122"/>
                <a:cs typeface="Arial" panose="020B0604020202020204" pitchFamily="34" charset="0"/>
              </a:rPr>
              <a:t>组合逻辑电路</a:t>
            </a:r>
            <a:endParaRPr kumimoji="0" lang="zh-CN" altLang="en-US" sz="2000" b="0" i="0" u="none" strike="noStrike" cap="none" normalizeH="0" baseline="0" dirty="0">
              <a:ln>
                <a:noFill/>
              </a:ln>
              <a:solidFill>
                <a:schemeClr val="tx1"/>
              </a:solidFill>
              <a:effectLst/>
              <a:latin typeface="Arial" panose="020B0604020202020204" pitchFamily="34" charset="0"/>
              <a:ea typeface="SimHei" panose="02010609060101010101" pitchFamily="49" charset="-122"/>
              <a:cs typeface="Arial" panose="020B0604020202020204" pitchFamily="34" charset="0"/>
            </a:endParaRPr>
          </a:p>
        </p:txBody>
      </p:sp>
      <p:cxnSp>
        <p:nvCxnSpPr>
          <p:cNvPr id="11" name="直线箭头连接符 10">
            <a:extLst>
              <a:ext uri="{FF2B5EF4-FFF2-40B4-BE49-F238E27FC236}">
                <a16:creationId xmlns:a16="http://schemas.microsoft.com/office/drawing/2014/main" id="{6BF2178B-8F78-3C4A-81B7-D4E8B3AB2D8D}"/>
              </a:ext>
            </a:extLst>
          </p:cNvPr>
          <p:cNvCxnSpPr>
            <a:cxnSpLocks/>
            <a:stCxn id="5" idx="3"/>
            <a:endCxn id="10" idx="1"/>
          </p:cNvCxnSpPr>
          <p:nvPr/>
        </p:nvCxnSpPr>
        <p:spPr bwMode="auto">
          <a:xfrm>
            <a:off x="4295150" y="2584440"/>
            <a:ext cx="968795" cy="0"/>
          </a:xfrm>
          <a:prstGeom prst="straightConnector1">
            <a:avLst/>
          </a:prstGeom>
          <a:solidFill>
            <a:schemeClr val="accent1"/>
          </a:solidFill>
          <a:ln w="28575" cap="flat" cmpd="sng" algn="ctr">
            <a:solidFill>
              <a:schemeClr val="tx1"/>
            </a:solidFill>
            <a:prstDash val="solid"/>
            <a:round/>
            <a:headEnd type="triangle" w="med" len="med"/>
            <a:tailEnd type="triangle"/>
          </a:ln>
          <a:effectLst/>
        </p:spPr>
      </p:cxnSp>
      <p:sp>
        <p:nvSpPr>
          <p:cNvPr id="14" name="圆角矩形 13">
            <a:extLst>
              <a:ext uri="{FF2B5EF4-FFF2-40B4-BE49-F238E27FC236}">
                <a16:creationId xmlns:a16="http://schemas.microsoft.com/office/drawing/2014/main" id="{BA4901C6-07B3-CA43-A7A5-465F2F341501}"/>
              </a:ext>
            </a:extLst>
          </p:cNvPr>
          <p:cNvSpPr/>
          <p:nvPr/>
        </p:nvSpPr>
        <p:spPr bwMode="auto">
          <a:xfrm>
            <a:off x="5263944" y="3546420"/>
            <a:ext cx="2426691" cy="591500"/>
          </a:xfrm>
          <a:prstGeom prst="roundRect">
            <a:avLst/>
          </a:prstGeom>
          <a:ln>
            <a:solidFill>
              <a:schemeClr val="accent1">
                <a:lumMod val="50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chemeClr val="tx1"/>
                </a:solidFill>
                <a:effectLst/>
                <a:latin typeface="Arial" panose="020B0604020202020204" pitchFamily="34" charset="0"/>
                <a:ea typeface="SimHei" panose="02010609060101010101" pitchFamily="49" charset="-122"/>
                <a:cs typeface="Arial" panose="020B0604020202020204" pitchFamily="34" charset="0"/>
              </a:rPr>
              <a:t>电路模块</a:t>
            </a:r>
            <a:endParaRPr kumimoji="0" lang="zh-CN" altLang="en-US" sz="2000" b="0" i="0" u="none" strike="noStrike" cap="none" normalizeH="0" baseline="0" dirty="0">
              <a:ln>
                <a:noFill/>
              </a:ln>
              <a:solidFill>
                <a:schemeClr val="tx1"/>
              </a:solidFill>
              <a:effectLst/>
              <a:latin typeface="Arial" panose="020B0604020202020204" pitchFamily="34" charset="0"/>
              <a:ea typeface="SimHei" panose="02010609060101010101" pitchFamily="49" charset="-122"/>
              <a:cs typeface="Arial" panose="020B0604020202020204" pitchFamily="34" charset="0"/>
            </a:endParaRPr>
          </a:p>
        </p:txBody>
      </p:sp>
      <p:cxnSp>
        <p:nvCxnSpPr>
          <p:cNvPr id="15" name="直线箭头连接符 14">
            <a:extLst>
              <a:ext uri="{FF2B5EF4-FFF2-40B4-BE49-F238E27FC236}">
                <a16:creationId xmlns:a16="http://schemas.microsoft.com/office/drawing/2014/main" id="{61BD7C52-F42B-B540-B3AA-D77202E8A0CB}"/>
              </a:ext>
            </a:extLst>
          </p:cNvPr>
          <p:cNvCxnSpPr/>
          <p:nvPr/>
        </p:nvCxnSpPr>
        <p:spPr bwMode="auto">
          <a:xfrm flipV="1">
            <a:off x="6332184" y="2867244"/>
            <a:ext cx="0" cy="666230"/>
          </a:xfrm>
          <a:prstGeom prst="straightConnector1">
            <a:avLst/>
          </a:prstGeom>
          <a:solidFill>
            <a:schemeClr val="accent1"/>
          </a:solidFill>
          <a:ln w="28575" cap="flat" cmpd="sng" algn="ctr">
            <a:solidFill>
              <a:schemeClr val="tx1"/>
            </a:solidFill>
            <a:prstDash val="solid"/>
            <a:round/>
            <a:headEnd type="triangle" w="med" len="med"/>
            <a:tailEnd type="triangle"/>
          </a:ln>
          <a:effectLst/>
        </p:spPr>
      </p:cxnSp>
      <p:sp>
        <p:nvSpPr>
          <p:cNvPr id="17" name="圆角矩形 16">
            <a:extLst>
              <a:ext uri="{FF2B5EF4-FFF2-40B4-BE49-F238E27FC236}">
                <a16:creationId xmlns:a16="http://schemas.microsoft.com/office/drawing/2014/main" id="{3903B87E-334B-EA4E-8B28-74837D5A6406}"/>
              </a:ext>
            </a:extLst>
          </p:cNvPr>
          <p:cNvSpPr/>
          <p:nvPr/>
        </p:nvSpPr>
        <p:spPr bwMode="auto">
          <a:xfrm>
            <a:off x="2170542" y="4709708"/>
            <a:ext cx="2124608" cy="591500"/>
          </a:xfrm>
          <a:prstGeom prst="roundRect">
            <a:avLst/>
          </a:prstGeom>
          <a:ln>
            <a:solidFill>
              <a:schemeClr val="accent1">
                <a:lumMod val="50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chemeClr val="tx1"/>
                </a:solidFill>
                <a:effectLst/>
                <a:latin typeface="Arial" panose="020B0604020202020204" pitchFamily="34" charset="0"/>
                <a:ea typeface="SimHei" panose="02010609060101010101" pitchFamily="49" charset="-122"/>
                <a:cs typeface="Arial" panose="020B0604020202020204" pitchFamily="34" charset="0"/>
              </a:rPr>
              <a:t>布尔</a:t>
            </a:r>
            <a:r>
              <a:rPr lang="zh-CN" altLang="en-US" sz="2000">
                <a:solidFill>
                  <a:schemeClr val="tx1"/>
                </a:solidFill>
                <a:latin typeface="Arial" panose="020B0604020202020204" pitchFamily="34" charset="0"/>
                <a:ea typeface="SimHei" panose="02010609060101010101" pitchFamily="49" charset="-122"/>
                <a:cs typeface="Arial" panose="020B0604020202020204" pitchFamily="34" charset="0"/>
              </a:rPr>
              <a:t>操作</a:t>
            </a:r>
            <a:endParaRPr kumimoji="0" lang="zh-CN" altLang="en-US" sz="2000" b="0" i="0" u="none" strike="noStrike" cap="none" normalizeH="0" baseline="0" dirty="0">
              <a:ln>
                <a:noFill/>
              </a:ln>
              <a:solidFill>
                <a:schemeClr val="tx1"/>
              </a:solidFill>
              <a:effectLst/>
              <a:latin typeface="Arial" panose="020B0604020202020204" pitchFamily="34" charset="0"/>
              <a:ea typeface="SimHei" panose="02010609060101010101" pitchFamily="49" charset="-122"/>
              <a:cs typeface="Arial" panose="020B0604020202020204" pitchFamily="34" charset="0"/>
            </a:endParaRPr>
          </a:p>
        </p:txBody>
      </p:sp>
      <p:cxnSp>
        <p:nvCxnSpPr>
          <p:cNvPr id="18" name="直线箭头连接符 17">
            <a:extLst>
              <a:ext uri="{FF2B5EF4-FFF2-40B4-BE49-F238E27FC236}">
                <a16:creationId xmlns:a16="http://schemas.microsoft.com/office/drawing/2014/main" id="{4146A0A1-6006-FB44-A680-1030E813F252}"/>
              </a:ext>
            </a:extLst>
          </p:cNvPr>
          <p:cNvCxnSpPr>
            <a:cxnSpLocks/>
            <a:stCxn id="6" idx="2"/>
            <a:endCxn id="17" idx="0"/>
          </p:cNvCxnSpPr>
          <p:nvPr/>
        </p:nvCxnSpPr>
        <p:spPr bwMode="auto">
          <a:xfrm>
            <a:off x="3232846" y="4137920"/>
            <a:ext cx="0" cy="571788"/>
          </a:xfrm>
          <a:prstGeom prst="straightConnector1">
            <a:avLst/>
          </a:prstGeom>
          <a:solidFill>
            <a:schemeClr val="accent1"/>
          </a:solidFill>
          <a:ln w="28575" cap="flat" cmpd="sng" algn="ctr">
            <a:solidFill>
              <a:schemeClr val="tx1"/>
            </a:solidFill>
            <a:prstDash val="solid"/>
            <a:round/>
            <a:headEnd type="triangle" w="med" len="med"/>
            <a:tailEnd type="triangle"/>
          </a:ln>
          <a:effectLst/>
        </p:spPr>
      </p:cxnSp>
      <p:sp>
        <p:nvSpPr>
          <p:cNvPr id="22" name="圆角矩形 21">
            <a:extLst>
              <a:ext uri="{FF2B5EF4-FFF2-40B4-BE49-F238E27FC236}">
                <a16:creationId xmlns:a16="http://schemas.microsoft.com/office/drawing/2014/main" id="{442432AB-DC1A-C345-91F8-26DC00BA5F79}"/>
              </a:ext>
            </a:extLst>
          </p:cNvPr>
          <p:cNvSpPr/>
          <p:nvPr/>
        </p:nvSpPr>
        <p:spPr bwMode="auto">
          <a:xfrm>
            <a:off x="5260763" y="4709708"/>
            <a:ext cx="2429885" cy="591500"/>
          </a:xfrm>
          <a:prstGeom prst="roundRect">
            <a:avLst/>
          </a:prstGeom>
          <a:ln>
            <a:solidFill>
              <a:schemeClr val="accent1">
                <a:lumMod val="50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zh-CN" altLang="en-US" sz="2000">
                <a:solidFill>
                  <a:schemeClr val="tx1"/>
                </a:solidFill>
                <a:latin typeface="Arial" panose="020B0604020202020204" pitchFamily="34" charset="0"/>
                <a:ea typeface="SimHei" panose="02010609060101010101" pitchFamily="49" charset="-122"/>
                <a:cs typeface="Arial" panose="020B0604020202020204" pitchFamily="34" charset="0"/>
              </a:rPr>
              <a:t>门电路</a:t>
            </a:r>
            <a:endParaRPr kumimoji="0" lang="zh-CN" altLang="en-US" sz="2000" b="0" i="0" u="none" strike="noStrike" cap="none" normalizeH="0" baseline="0" dirty="0">
              <a:ln>
                <a:noFill/>
              </a:ln>
              <a:solidFill>
                <a:schemeClr val="tx1"/>
              </a:solidFill>
              <a:effectLst/>
              <a:latin typeface="Arial" panose="020B0604020202020204" pitchFamily="34" charset="0"/>
              <a:ea typeface="SimHei" panose="02010609060101010101" pitchFamily="49" charset="-122"/>
              <a:cs typeface="Arial" panose="020B0604020202020204" pitchFamily="34" charset="0"/>
            </a:endParaRPr>
          </a:p>
        </p:txBody>
      </p:sp>
      <p:cxnSp>
        <p:nvCxnSpPr>
          <p:cNvPr id="24" name="直线箭头连接符 23">
            <a:extLst>
              <a:ext uri="{FF2B5EF4-FFF2-40B4-BE49-F238E27FC236}">
                <a16:creationId xmlns:a16="http://schemas.microsoft.com/office/drawing/2014/main" id="{EC8728DD-EC10-9043-BEB9-2ECD6A5FCBB7}"/>
              </a:ext>
            </a:extLst>
          </p:cNvPr>
          <p:cNvCxnSpPr>
            <a:cxnSpLocks/>
          </p:cNvCxnSpPr>
          <p:nvPr/>
        </p:nvCxnSpPr>
        <p:spPr bwMode="auto">
          <a:xfrm>
            <a:off x="6334065" y="4140330"/>
            <a:ext cx="0" cy="571788"/>
          </a:xfrm>
          <a:prstGeom prst="straightConnector1">
            <a:avLst/>
          </a:prstGeom>
          <a:solidFill>
            <a:schemeClr val="accent1"/>
          </a:solidFill>
          <a:ln w="28575" cap="flat" cmpd="sng" algn="ctr">
            <a:solidFill>
              <a:schemeClr val="tx1"/>
            </a:solidFill>
            <a:prstDash val="solid"/>
            <a:round/>
            <a:headEnd type="triangle" w="med" len="med"/>
            <a:tailEnd type="triangle"/>
          </a:ln>
          <a:effectLst/>
        </p:spPr>
      </p:cxnSp>
      <p:sp>
        <p:nvSpPr>
          <p:cNvPr id="13" name="Rectangle 12">
            <a:extLst>
              <a:ext uri="{FF2B5EF4-FFF2-40B4-BE49-F238E27FC236}">
                <a16:creationId xmlns:a16="http://schemas.microsoft.com/office/drawing/2014/main" id="{DFD866B5-8EF5-894D-B9FD-455C46D4123E}"/>
              </a:ext>
            </a:extLst>
          </p:cNvPr>
          <p:cNvSpPr/>
          <p:nvPr/>
        </p:nvSpPr>
        <p:spPr>
          <a:xfrm>
            <a:off x="823361" y="2387410"/>
            <a:ext cx="1069524" cy="369332"/>
          </a:xfrm>
          <a:prstGeom prst="rect">
            <a:avLst/>
          </a:prstGeom>
        </p:spPr>
        <p:txBody>
          <a:bodyPr wrap="none">
            <a:spAutoFit/>
          </a:bodyPr>
          <a:lstStyle/>
          <a:p>
            <a:r>
              <a:rPr lang="en-US" altLang="zh-CN" dirty="0">
                <a:latin typeface="Arial" panose="020B0604020202020204" pitchFamily="34" charset="0"/>
                <a:cs typeface="Arial" panose="020B0604020202020204" pitchFamily="34" charset="0"/>
              </a:rPr>
              <a:t>f(A,B,…)</a:t>
            </a:r>
            <a:endParaRPr lang="en-CN" dirty="0"/>
          </a:p>
        </p:txBody>
      </p:sp>
      <p:sp>
        <p:nvSpPr>
          <p:cNvPr id="21" name="Rectangle 20">
            <a:extLst>
              <a:ext uri="{FF2B5EF4-FFF2-40B4-BE49-F238E27FC236}">
                <a16:creationId xmlns:a16="http://schemas.microsoft.com/office/drawing/2014/main" id="{1020F6FE-4B37-484D-AF5F-CC08450155C1}"/>
              </a:ext>
            </a:extLst>
          </p:cNvPr>
          <p:cNvSpPr/>
          <p:nvPr/>
        </p:nvSpPr>
        <p:spPr>
          <a:xfrm>
            <a:off x="751353" y="3657504"/>
            <a:ext cx="1197764" cy="369332"/>
          </a:xfrm>
          <a:prstGeom prst="rect">
            <a:avLst/>
          </a:prstGeom>
        </p:spPr>
        <p:txBody>
          <a:bodyPr wrap="none">
            <a:spAutoFit/>
          </a:bodyPr>
          <a:lstStyle/>
          <a:p>
            <a:r>
              <a:rPr lang="en-US" dirty="0">
                <a:latin typeface="Arial" panose="020B0604020202020204" pitchFamily="34" charset="0"/>
                <a:cs typeface="Arial" panose="020B0604020202020204" pitchFamily="34" charset="0"/>
              </a:rPr>
              <a:t>ADD(A,B)</a:t>
            </a:r>
            <a:endParaRPr lang="en-CN" dirty="0"/>
          </a:p>
        </p:txBody>
      </p:sp>
      <p:sp>
        <p:nvSpPr>
          <p:cNvPr id="23" name="Rectangle 22">
            <a:extLst>
              <a:ext uri="{FF2B5EF4-FFF2-40B4-BE49-F238E27FC236}">
                <a16:creationId xmlns:a16="http://schemas.microsoft.com/office/drawing/2014/main" id="{D894E252-2F3C-F64D-B2F8-9EE901A8F043}"/>
              </a:ext>
            </a:extLst>
          </p:cNvPr>
          <p:cNvSpPr/>
          <p:nvPr/>
        </p:nvSpPr>
        <p:spPr>
          <a:xfrm>
            <a:off x="705872" y="4804150"/>
            <a:ext cx="1210588" cy="369332"/>
          </a:xfrm>
          <a:prstGeom prst="rect">
            <a:avLst/>
          </a:prstGeom>
        </p:spPr>
        <p:txBody>
          <a:bodyPr wrap="none">
            <a:spAutoFit/>
          </a:bodyPr>
          <a:lstStyle/>
          <a:p>
            <a:r>
              <a:rPr lang="en-US" dirty="0">
                <a:latin typeface="Arial" panose="020B0604020202020204" pitchFamily="34" charset="0"/>
                <a:cs typeface="Arial" panose="020B0604020202020204" pitchFamily="34" charset="0"/>
              </a:rPr>
              <a:t>XOR(A,B)</a:t>
            </a:r>
            <a:endParaRPr lang="en-CN" dirty="0"/>
          </a:p>
        </p:txBody>
      </p:sp>
      <p:sp>
        <p:nvSpPr>
          <p:cNvPr id="19" name="TextBox 18">
            <a:extLst>
              <a:ext uri="{FF2B5EF4-FFF2-40B4-BE49-F238E27FC236}">
                <a16:creationId xmlns:a16="http://schemas.microsoft.com/office/drawing/2014/main" id="{6B97303D-7A24-AF4B-9318-8259B8893178}"/>
              </a:ext>
            </a:extLst>
          </p:cNvPr>
          <p:cNvSpPr txBox="1"/>
          <p:nvPr/>
        </p:nvSpPr>
        <p:spPr>
          <a:xfrm>
            <a:off x="2170542" y="1532606"/>
            <a:ext cx="2348720" cy="523220"/>
          </a:xfrm>
          <a:prstGeom prst="rect">
            <a:avLst/>
          </a:prstGeom>
          <a:noFill/>
        </p:spPr>
        <p:txBody>
          <a:bodyPr wrap="none" rtlCol="0">
            <a:spAutoFit/>
          </a:bodyPr>
          <a:lstStyle/>
          <a:p>
            <a:r>
              <a:rPr lang="zh-CN" altLang="en-US" sz="2800" b="1" dirty="0">
                <a:latin typeface="+mn-ea"/>
                <a:ea typeface="+mn-ea"/>
              </a:rPr>
              <a:t>数学和行为级</a:t>
            </a:r>
            <a:endParaRPr lang="en-CN" sz="2800" b="1" dirty="0">
              <a:latin typeface="+mn-ea"/>
              <a:ea typeface="+mn-ea"/>
            </a:endParaRPr>
          </a:p>
        </p:txBody>
      </p:sp>
      <p:sp>
        <p:nvSpPr>
          <p:cNvPr id="25" name="TextBox 24">
            <a:extLst>
              <a:ext uri="{FF2B5EF4-FFF2-40B4-BE49-F238E27FC236}">
                <a16:creationId xmlns:a16="http://schemas.microsoft.com/office/drawing/2014/main" id="{126A5D01-EDE7-8743-82D6-B45A5A2A8248}"/>
              </a:ext>
            </a:extLst>
          </p:cNvPr>
          <p:cNvSpPr txBox="1"/>
          <p:nvPr/>
        </p:nvSpPr>
        <p:spPr>
          <a:xfrm>
            <a:off x="5297393" y="1532606"/>
            <a:ext cx="2348720" cy="523220"/>
          </a:xfrm>
          <a:prstGeom prst="rect">
            <a:avLst/>
          </a:prstGeom>
          <a:noFill/>
        </p:spPr>
        <p:txBody>
          <a:bodyPr wrap="none" rtlCol="0">
            <a:spAutoFit/>
          </a:bodyPr>
          <a:lstStyle/>
          <a:p>
            <a:r>
              <a:rPr lang="zh-CN" altLang="en-US" sz="2800" b="1" dirty="0">
                <a:latin typeface="+mn-ea"/>
                <a:ea typeface="+mn-ea"/>
              </a:rPr>
              <a:t>物理硬件电路</a:t>
            </a:r>
            <a:endParaRPr lang="en-CN" sz="2800" b="1" dirty="0">
              <a:latin typeface="+mn-ea"/>
              <a:ea typeface="+mn-ea"/>
            </a:endParaRPr>
          </a:p>
        </p:txBody>
      </p:sp>
      <p:cxnSp>
        <p:nvCxnSpPr>
          <p:cNvPr id="26" name="直线箭头连接符 10">
            <a:extLst>
              <a:ext uri="{FF2B5EF4-FFF2-40B4-BE49-F238E27FC236}">
                <a16:creationId xmlns:a16="http://schemas.microsoft.com/office/drawing/2014/main" id="{9E10466C-0A72-B345-BABA-A09F150DE0AE}"/>
              </a:ext>
            </a:extLst>
          </p:cNvPr>
          <p:cNvCxnSpPr>
            <a:cxnSpLocks/>
          </p:cNvCxnSpPr>
          <p:nvPr/>
        </p:nvCxnSpPr>
        <p:spPr bwMode="auto">
          <a:xfrm>
            <a:off x="4295150" y="3861048"/>
            <a:ext cx="968795" cy="0"/>
          </a:xfrm>
          <a:prstGeom prst="straightConnector1">
            <a:avLst/>
          </a:prstGeom>
          <a:solidFill>
            <a:schemeClr val="accent1"/>
          </a:solidFill>
          <a:ln w="28575" cap="flat" cmpd="sng" algn="ctr">
            <a:solidFill>
              <a:schemeClr val="tx1"/>
            </a:solidFill>
            <a:prstDash val="solid"/>
            <a:round/>
            <a:headEnd type="triangle" w="med" len="med"/>
            <a:tailEnd type="triangle"/>
          </a:ln>
          <a:effectLst/>
        </p:spPr>
      </p:cxnSp>
      <p:cxnSp>
        <p:nvCxnSpPr>
          <p:cNvPr id="27" name="直线箭头连接符 10">
            <a:extLst>
              <a:ext uri="{FF2B5EF4-FFF2-40B4-BE49-F238E27FC236}">
                <a16:creationId xmlns:a16="http://schemas.microsoft.com/office/drawing/2014/main" id="{A6078C14-B5C5-7F4C-B8D0-292E29AA4E35}"/>
              </a:ext>
            </a:extLst>
          </p:cNvPr>
          <p:cNvCxnSpPr>
            <a:cxnSpLocks/>
          </p:cNvCxnSpPr>
          <p:nvPr/>
        </p:nvCxnSpPr>
        <p:spPr bwMode="auto">
          <a:xfrm>
            <a:off x="4295150" y="5013176"/>
            <a:ext cx="968795" cy="0"/>
          </a:xfrm>
          <a:prstGeom prst="straightConnector1">
            <a:avLst/>
          </a:prstGeom>
          <a:solidFill>
            <a:schemeClr val="accent1"/>
          </a:solidFill>
          <a:ln w="28575" cap="flat" cmpd="sng" algn="ctr">
            <a:solidFill>
              <a:schemeClr val="tx1"/>
            </a:solidFill>
            <a:prstDash val="solid"/>
            <a:round/>
            <a:headEnd type="triangle" w="med" len="med"/>
            <a:tailEnd type="triangle"/>
          </a:ln>
          <a:effectLst/>
        </p:spPr>
      </p:cxnSp>
    </p:spTree>
    <p:extLst>
      <p:ext uri="{BB962C8B-B14F-4D97-AF65-F5344CB8AC3E}">
        <p14:creationId xmlns:p14="http://schemas.microsoft.com/office/powerpoint/2010/main" val="14689205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a:xfrm>
            <a:off x="457200" y="154484"/>
            <a:ext cx="8229600" cy="1143000"/>
          </a:xfrm>
        </p:spPr>
        <p:txBody>
          <a:bodyPr/>
          <a:lstStyle/>
          <a:p>
            <a:r>
              <a:rPr lang="zh-CN" altLang="en-US" b="1" dirty="0">
                <a:latin typeface="黑体" pitchFamily="49" charset="-122"/>
              </a:rPr>
              <a:t>本节课目录</a:t>
            </a:r>
            <a:endParaRPr lang="zh-CN" altLang="en-US" b="1" dirty="0"/>
          </a:p>
        </p:txBody>
      </p:sp>
      <p:sp>
        <p:nvSpPr>
          <p:cNvPr id="26" name="灯片编号占位符 6">
            <a:extLst>
              <a:ext uri="{FF2B5EF4-FFF2-40B4-BE49-F238E27FC236}">
                <a16:creationId xmlns:a16="http://schemas.microsoft.com/office/drawing/2014/main" id="{43B4A688-2198-D64D-99C0-3FE40F0E22D4}"/>
              </a:ext>
            </a:extLst>
          </p:cNvPr>
          <p:cNvSpPr txBox="1">
            <a:spLocks/>
          </p:cNvSpPr>
          <p:nvPr/>
        </p:nvSpPr>
        <p:spPr bwMode="auto">
          <a:xfrm>
            <a:off x="6553200" y="6265860"/>
            <a:ext cx="213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4600" b="1" kern="1200">
                <a:solidFill>
                  <a:srgbClr val="FF3300"/>
                </a:solidFill>
                <a:latin typeface="Garamond" pitchFamily="18" charset="0"/>
                <a:ea typeface="宋体" charset="-122"/>
                <a:cs typeface="+mn-cs"/>
              </a:defRPr>
            </a:lvl1pPr>
            <a:lvl2pPr marL="742950" indent="-28575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2pPr>
            <a:lvl3pPr marL="11430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3pPr>
            <a:lvl4pPr marL="16002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4pPr>
            <a:lvl5pPr marL="20574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5pPr>
            <a:lvl6pPr marL="25146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6pPr>
            <a:lvl7pPr marL="29718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7pPr>
            <a:lvl8pPr marL="34290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8pPr>
            <a:lvl9pPr marL="38862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9pPr>
          </a:lstStyle>
          <a:p>
            <a:pPr eaLnBrk="1" hangingPunct="1"/>
            <a:fld id="{CCE6D788-BCB5-407E-9DED-68D155892338}" type="slidenum">
              <a:rPr lang="en-US" altLang="zh-CN" sz="1400" smtClean="0">
                <a:solidFill>
                  <a:schemeClr val="tx1"/>
                </a:solidFill>
                <a:latin typeface="+mn-lt"/>
              </a:rPr>
              <a:pPr eaLnBrk="1" hangingPunct="1"/>
              <a:t>38</a:t>
            </a:fld>
            <a:endParaRPr lang="en-US" altLang="zh-CN" sz="1400" dirty="0">
              <a:solidFill>
                <a:schemeClr val="tx1"/>
              </a:solidFill>
              <a:latin typeface="+mn-lt"/>
            </a:endParaRPr>
          </a:p>
        </p:txBody>
      </p:sp>
      <p:sp>
        <p:nvSpPr>
          <p:cNvPr id="27" name="Content Placeholder 2">
            <a:extLst>
              <a:ext uri="{FF2B5EF4-FFF2-40B4-BE49-F238E27FC236}">
                <a16:creationId xmlns:a16="http://schemas.microsoft.com/office/drawing/2014/main" id="{D0936DEB-21AF-F943-BB75-6D873979D613}"/>
              </a:ext>
            </a:extLst>
          </p:cNvPr>
          <p:cNvSpPr txBox="1">
            <a:spLocks/>
          </p:cNvSpPr>
          <p:nvPr/>
        </p:nvSpPr>
        <p:spPr>
          <a:xfrm>
            <a:off x="647564" y="1511686"/>
            <a:ext cx="8229600" cy="4967511"/>
          </a:xfrm>
          <a:prstGeom prst="rect">
            <a:avLst/>
          </a:prstGeom>
        </p:spPr>
        <p:txBody>
          <a:bodyPr/>
          <a:lstStyle>
            <a:lvl1pPr marL="342900" indent="-342900" algn="l" rtl="0" eaLnBrk="1" fontAlgn="base" hangingPunct="1">
              <a:spcBef>
                <a:spcPct val="20000"/>
              </a:spcBef>
              <a:spcAft>
                <a:spcPct val="0"/>
              </a:spcAft>
              <a:buChar char="•"/>
              <a:defRPr sz="3200" b="1">
                <a:solidFill>
                  <a:schemeClr val="tx1"/>
                </a:solidFill>
                <a:latin typeface="+mn-lt"/>
                <a:ea typeface="黑体" panose="02010609060101010101" pitchFamily="49" charset="-122"/>
                <a:cs typeface="+mn-cs"/>
              </a:defRPr>
            </a:lvl1pPr>
            <a:lvl2pPr marL="742950" indent="-285750" algn="l" rtl="0" eaLnBrk="1" fontAlgn="base" hangingPunct="1">
              <a:spcBef>
                <a:spcPct val="20000"/>
              </a:spcBef>
              <a:spcAft>
                <a:spcPct val="0"/>
              </a:spcAft>
              <a:buChar char="–"/>
              <a:defRPr sz="2800" b="1">
                <a:solidFill>
                  <a:schemeClr val="tx1"/>
                </a:solidFill>
                <a:latin typeface="+mn-lt"/>
                <a:ea typeface="黑体" panose="02010609060101010101" pitchFamily="49" charset="-122"/>
              </a:defRPr>
            </a:lvl2pPr>
            <a:lvl3pPr marL="1143000" indent="-228600" algn="l" rtl="0" eaLnBrk="1" fontAlgn="base" hangingPunct="1">
              <a:spcBef>
                <a:spcPct val="20000"/>
              </a:spcBef>
              <a:spcAft>
                <a:spcPct val="0"/>
              </a:spcAft>
              <a:buChar char="•"/>
              <a:defRPr sz="2400" b="1">
                <a:solidFill>
                  <a:schemeClr val="tx1"/>
                </a:solidFill>
                <a:latin typeface="+mn-lt"/>
                <a:ea typeface="黑体" panose="02010609060101010101" pitchFamily="49" charset="-122"/>
              </a:defRPr>
            </a:lvl3pPr>
            <a:lvl4pPr marL="1600200" indent="-228600" algn="l" rtl="0" eaLnBrk="1" fontAlgn="base" hangingPunct="1">
              <a:spcBef>
                <a:spcPct val="20000"/>
              </a:spcBef>
              <a:spcAft>
                <a:spcPct val="0"/>
              </a:spcAft>
              <a:buChar char="–"/>
              <a:defRPr sz="2000" b="1">
                <a:solidFill>
                  <a:schemeClr val="tx1"/>
                </a:solidFill>
                <a:latin typeface="+mn-lt"/>
                <a:ea typeface="黑体" panose="02010609060101010101" pitchFamily="49" charset="-122"/>
              </a:defRPr>
            </a:lvl4pPr>
            <a:lvl5pPr marL="2057400" indent="-228600" algn="l" rtl="0" eaLnBrk="1" fontAlgn="base" hangingPunct="1">
              <a:spcBef>
                <a:spcPct val="20000"/>
              </a:spcBef>
              <a:spcAft>
                <a:spcPct val="0"/>
              </a:spcAft>
              <a:buChar char="»"/>
              <a:defRPr sz="2000" b="1">
                <a:solidFill>
                  <a:schemeClr val="tx1"/>
                </a:solidFill>
                <a:latin typeface="+mn-lt"/>
                <a:ea typeface="黑体" panose="02010609060101010101" pitchFamily="49" charset="-122"/>
              </a:defRPr>
            </a:lvl5pPr>
            <a:lvl6pPr marL="2514600" indent="-228600" algn="l" rtl="0" eaLnBrk="1" fontAlgn="base" hangingPunct="1">
              <a:spcBef>
                <a:spcPct val="20000"/>
              </a:spcBef>
              <a:spcAft>
                <a:spcPct val="0"/>
              </a:spcAft>
              <a:buChar char="»"/>
              <a:defRPr sz="2000" b="1">
                <a:solidFill>
                  <a:schemeClr val="tx1"/>
                </a:solidFill>
                <a:latin typeface="+mn-lt"/>
                <a:ea typeface="+mn-ea"/>
              </a:defRPr>
            </a:lvl6pPr>
            <a:lvl7pPr marL="2971800" indent="-228600" algn="l" rtl="0" eaLnBrk="1" fontAlgn="base" hangingPunct="1">
              <a:spcBef>
                <a:spcPct val="20000"/>
              </a:spcBef>
              <a:spcAft>
                <a:spcPct val="0"/>
              </a:spcAft>
              <a:buChar char="»"/>
              <a:defRPr sz="2000" b="1">
                <a:solidFill>
                  <a:schemeClr val="tx1"/>
                </a:solidFill>
                <a:latin typeface="+mn-lt"/>
                <a:ea typeface="+mn-ea"/>
              </a:defRPr>
            </a:lvl7pPr>
            <a:lvl8pPr marL="3429000" indent="-228600" algn="l" rtl="0" eaLnBrk="1" fontAlgn="base" hangingPunct="1">
              <a:spcBef>
                <a:spcPct val="20000"/>
              </a:spcBef>
              <a:spcAft>
                <a:spcPct val="0"/>
              </a:spcAft>
              <a:buChar char="»"/>
              <a:defRPr sz="2000" b="1">
                <a:solidFill>
                  <a:schemeClr val="tx1"/>
                </a:solidFill>
                <a:latin typeface="+mn-lt"/>
                <a:ea typeface="+mn-ea"/>
              </a:defRPr>
            </a:lvl8pPr>
            <a:lvl9pPr marL="3886200" indent="-228600" algn="l" rtl="0" eaLnBrk="1" fontAlgn="base" hangingPunct="1">
              <a:spcBef>
                <a:spcPct val="20000"/>
              </a:spcBef>
              <a:spcAft>
                <a:spcPct val="0"/>
              </a:spcAft>
              <a:buChar char="»"/>
              <a:defRPr sz="2000" b="1">
                <a:solidFill>
                  <a:schemeClr val="tx1"/>
                </a:solidFill>
                <a:latin typeface="+mn-lt"/>
                <a:ea typeface="+mn-ea"/>
              </a:defRPr>
            </a:lvl9pPr>
          </a:lstStyle>
          <a:p>
            <a:r>
              <a:rPr lang="en-US" kern="0" dirty="0" err="1">
                <a:solidFill>
                  <a:srgbClr val="000000"/>
                </a:solidFill>
              </a:rPr>
              <a:t>从布尔表达式到开关电路</a:t>
            </a:r>
            <a:endParaRPr lang="en-US" kern="0" dirty="0">
              <a:solidFill>
                <a:srgbClr val="000000"/>
              </a:solidFill>
            </a:endParaRPr>
          </a:p>
          <a:p>
            <a:r>
              <a:rPr lang="en-US" kern="0" dirty="0" err="1">
                <a:solidFill>
                  <a:srgbClr val="000000"/>
                </a:solidFill>
              </a:rPr>
              <a:t>定义</a:t>
            </a:r>
            <a:r>
              <a:rPr lang="zh-CN" altLang="en-US" kern="0" dirty="0">
                <a:solidFill>
                  <a:srgbClr val="000000"/>
                </a:solidFill>
              </a:rPr>
              <a:t>、分析、设计</a:t>
            </a:r>
            <a:endParaRPr lang="en-MY" altLang="zh-CN" kern="0" dirty="0">
              <a:solidFill>
                <a:srgbClr val="000000"/>
              </a:solidFill>
            </a:endParaRPr>
          </a:p>
          <a:p>
            <a:r>
              <a:rPr lang="zh-CN" altLang="en-US" kern="0" dirty="0">
                <a:solidFill>
                  <a:srgbClr val="3333FF"/>
                </a:solidFill>
              </a:rPr>
              <a:t>评价指标和冒险</a:t>
            </a:r>
            <a:endParaRPr lang="en-MY" altLang="zh-CN" kern="0" dirty="0">
              <a:solidFill>
                <a:srgbClr val="3333FF"/>
              </a:solidFill>
            </a:endParaRPr>
          </a:p>
          <a:p>
            <a:r>
              <a:rPr lang="zh-CN" altLang="en-US" kern="0" dirty="0"/>
              <a:t>常用组合逻辑模块</a:t>
            </a:r>
            <a:endParaRPr lang="en-CN" kern="0" dirty="0"/>
          </a:p>
        </p:txBody>
      </p:sp>
    </p:spTree>
    <p:extLst>
      <p:ext uri="{BB962C8B-B14F-4D97-AF65-F5344CB8AC3E}">
        <p14:creationId xmlns:p14="http://schemas.microsoft.com/office/powerpoint/2010/main" val="26838826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pPr eaLnBrk="1" hangingPunct="1"/>
            <a:r>
              <a:rPr lang="zh-CN" altLang="en-US" b="1" dirty="0"/>
              <a:t>评价逻辑电路的主要指标</a:t>
            </a:r>
            <a:endParaRPr lang="en-US" altLang="zh-CN" b="1" dirty="0"/>
          </a:p>
        </p:txBody>
      </p:sp>
      <p:sp>
        <p:nvSpPr>
          <p:cNvPr id="72707" name="Rectangle 3"/>
          <p:cNvSpPr>
            <a:spLocks noGrp="1" noChangeArrowheads="1"/>
          </p:cNvSpPr>
          <p:nvPr>
            <p:ph idx="1"/>
          </p:nvPr>
        </p:nvSpPr>
        <p:spPr>
          <a:xfrm>
            <a:off x="457200" y="1405731"/>
            <a:ext cx="8229600" cy="4716463"/>
          </a:xfrm>
        </p:spPr>
        <p:txBody>
          <a:bodyPr/>
          <a:lstStyle/>
          <a:p>
            <a:pPr eaLnBrk="1" hangingPunct="1"/>
            <a:r>
              <a:rPr lang="zh-CN" altLang="en-US" sz="2800" dirty="0">
                <a:latin typeface="Arial" panose="020B0604020202020204" pitchFamily="34" charset="0"/>
                <a:cs typeface="Arial" panose="020B0604020202020204" pitchFamily="34" charset="0"/>
              </a:rPr>
              <a:t>稳态因素</a:t>
            </a:r>
            <a:endParaRPr lang="en-US" altLang="zh-CN" sz="2800" dirty="0">
              <a:latin typeface="Arial" panose="020B0604020202020204" pitchFamily="34" charset="0"/>
              <a:cs typeface="Arial" panose="020B0604020202020204" pitchFamily="34" charset="0"/>
            </a:endParaRPr>
          </a:p>
          <a:p>
            <a:pPr lvl="1" eaLnBrk="1" hangingPunct="1"/>
            <a:r>
              <a:rPr lang="en-US" altLang="zh-CN" sz="2800" dirty="0">
                <a:latin typeface="Arial" panose="020B0604020202020204" pitchFamily="34" charset="0"/>
                <a:cs typeface="Arial" panose="020B0604020202020204" pitchFamily="34" charset="0"/>
              </a:rPr>
              <a:t>Logic voltage levels </a:t>
            </a:r>
            <a:r>
              <a:rPr lang="zh-CN" altLang="en-US" sz="2800" dirty="0">
                <a:latin typeface="Arial" panose="020B0604020202020204" pitchFamily="34" charset="0"/>
                <a:cs typeface="Arial" panose="020B0604020202020204" pitchFamily="34" charset="0"/>
              </a:rPr>
              <a:t>逻辑电平</a:t>
            </a:r>
            <a:endParaRPr lang="en-US" altLang="zh-CN" sz="2800" dirty="0">
              <a:latin typeface="Arial" panose="020B0604020202020204" pitchFamily="34" charset="0"/>
              <a:cs typeface="Arial" panose="020B0604020202020204" pitchFamily="34" charset="0"/>
            </a:endParaRPr>
          </a:p>
          <a:p>
            <a:pPr lvl="1" eaLnBrk="1" hangingPunct="1"/>
            <a:r>
              <a:rPr lang="en-US" altLang="zh-CN" sz="2800" dirty="0">
                <a:latin typeface="Arial" panose="020B0604020202020204" pitchFamily="34" charset="0"/>
                <a:cs typeface="Arial" panose="020B0604020202020204" pitchFamily="34" charset="0"/>
              </a:rPr>
              <a:t>DC noise margins</a:t>
            </a:r>
            <a:r>
              <a:rPr lang="zh-CN" altLang="en-US" sz="2800" dirty="0">
                <a:latin typeface="Arial" panose="020B0604020202020204" pitchFamily="34" charset="0"/>
                <a:cs typeface="Arial" panose="020B0604020202020204" pitchFamily="34" charset="0"/>
              </a:rPr>
              <a:t> 噪声容限</a:t>
            </a:r>
            <a:endParaRPr lang="en-US" altLang="zh-CN" sz="2800" dirty="0">
              <a:latin typeface="Arial" panose="020B0604020202020204" pitchFamily="34" charset="0"/>
              <a:cs typeface="Arial" panose="020B0604020202020204" pitchFamily="34" charset="0"/>
            </a:endParaRPr>
          </a:p>
          <a:p>
            <a:pPr lvl="1" eaLnBrk="1" hangingPunct="1"/>
            <a:r>
              <a:rPr lang="en-US" altLang="zh-CN" sz="2800" dirty="0">
                <a:latin typeface="Arial" panose="020B0604020202020204" pitchFamily="34" charset="0"/>
                <a:cs typeface="Arial" panose="020B0604020202020204" pitchFamily="34" charset="0"/>
              </a:rPr>
              <a:t>Area</a:t>
            </a:r>
            <a:r>
              <a:rPr lang="zh-CN" altLang="en-US" sz="2800" dirty="0">
                <a:latin typeface="Arial" panose="020B0604020202020204" pitchFamily="34" charset="0"/>
                <a:cs typeface="Arial" panose="020B0604020202020204" pitchFamily="34" charset="0"/>
              </a:rPr>
              <a:t> 面积（前面介绍过）</a:t>
            </a:r>
            <a:endParaRPr lang="en-US" altLang="zh-CN" sz="2800" dirty="0">
              <a:latin typeface="Arial" panose="020B0604020202020204" pitchFamily="34" charset="0"/>
              <a:cs typeface="Arial" panose="020B0604020202020204" pitchFamily="34" charset="0"/>
            </a:endParaRPr>
          </a:p>
          <a:p>
            <a:pPr lvl="1" hangingPunct="1"/>
            <a:r>
              <a:rPr lang="en-US" altLang="zh-CN" sz="2800" dirty="0">
                <a:latin typeface="Arial" panose="020B0604020202020204" pitchFamily="34" charset="0"/>
                <a:cs typeface="Arial" panose="020B0604020202020204" pitchFamily="34" charset="0"/>
              </a:rPr>
              <a:t>Fan-out</a:t>
            </a:r>
            <a:r>
              <a:rPr lang="zh-CN" altLang="en-US" sz="2800" dirty="0">
                <a:latin typeface="Arial" panose="020B0604020202020204" pitchFamily="34" charset="0"/>
                <a:cs typeface="Arial" panose="020B0604020202020204" pitchFamily="34" charset="0"/>
              </a:rPr>
              <a:t> 扇出系数</a:t>
            </a:r>
            <a:r>
              <a:rPr lang="en-US" altLang="zh-CN" sz="2800" dirty="0">
                <a:latin typeface="Arial" panose="020B0604020202020204" pitchFamily="34" charset="0"/>
                <a:cs typeface="Arial" panose="020B0604020202020204" pitchFamily="34" charset="0"/>
              </a:rPr>
              <a:t>/</a:t>
            </a:r>
            <a:r>
              <a:rPr lang="zh-CN" altLang="en-US" sz="2800" dirty="0">
                <a:latin typeface="Arial" panose="020B0604020202020204" pitchFamily="34" charset="0"/>
                <a:cs typeface="Arial" panose="020B0604020202020204" pitchFamily="34" charset="0"/>
              </a:rPr>
              <a:t>驱动负载能力</a:t>
            </a:r>
            <a:endParaRPr lang="en-US" altLang="zh-CN" sz="2800" dirty="0">
              <a:latin typeface="Arial" panose="020B0604020202020204" pitchFamily="34" charset="0"/>
              <a:cs typeface="Arial" panose="020B0604020202020204" pitchFamily="34" charset="0"/>
            </a:endParaRPr>
          </a:p>
          <a:p>
            <a:pPr eaLnBrk="1" hangingPunct="1"/>
            <a:r>
              <a:rPr lang="zh-CN" altLang="en-US" sz="2800" dirty="0">
                <a:latin typeface="Arial" panose="020B0604020202020204" pitchFamily="34" charset="0"/>
                <a:cs typeface="Arial" panose="020B0604020202020204" pitchFamily="34" charset="0"/>
              </a:rPr>
              <a:t>动态因素</a:t>
            </a:r>
            <a:endParaRPr lang="en-US" altLang="zh-CN" sz="2800" dirty="0">
              <a:latin typeface="Arial" panose="020B0604020202020204" pitchFamily="34" charset="0"/>
              <a:cs typeface="Arial" panose="020B0604020202020204" pitchFamily="34" charset="0"/>
            </a:endParaRPr>
          </a:p>
          <a:p>
            <a:pPr lvl="1" eaLnBrk="1" hangingPunct="1"/>
            <a:r>
              <a:rPr lang="en-US" altLang="zh-CN" sz="2800" dirty="0">
                <a:latin typeface="Arial" panose="020B0604020202020204" pitchFamily="34" charset="0"/>
                <a:cs typeface="Arial" panose="020B0604020202020204" pitchFamily="34" charset="0"/>
              </a:rPr>
              <a:t>Speed/Delay</a:t>
            </a:r>
            <a:r>
              <a:rPr lang="zh-CN" altLang="en-US" sz="2800" dirty="0">
                <a:latin typeface="Arial" panose="020B0604020202020204" pitchFamily="34" charset="0"/>
                <a:cs typeface="Arial" panose="020B0604020202020204" pitchFamily="34" charset="0"/>
              </a:rPr>
              <a:t> 速度</a:t>
            </a:r>
            <a:r>
              <a:rPr lang="en-US" altLang="zh-CN" sz="2800" dirty="0">
                <a:latin typeface="Arial" panose="020B0604020202020204" pitchFamily="34" charset="0"/>
                <a:cs typeface="Arial" panose="020B0604020202020204" pitchFamily="34" charset="0"/>
              </a:rPr>
              <a:t>/</a:t>
            </a:r>
            <a:r>
              <a:rPr lang="zh-CN" altLang="en-US" sz="2800" dirty="0">
                <a:latin typeface="Arial" panose="020B0604020202020204" pitchFamily="34" charset="0"/>
                <a:cs typeface="Arial" panose="020B0604020202020204" pitchFamily="34" charset="0"/>
              </a:rPr>
              <a:t>延时</a:t>
            </a:r>
            <a:endParaRPr lang="en-US" altLang="zh-CN" sz="2800" dirty="0">
              <a:latin typeface="Arial" panose="020B0604020202020204" pitchFamily="34" charset="0"/>
              <a:cs typeface="Arial" panose="020B0604020202020204" pitchFamily="34" charset="0"/>
            </a:endParaRPr>
          </a:p>
          <a:p>
            <a:pPr lvl="1" eaLnBrk="1" hangingPunct="1"/>
            <a:r>
              <a:rPr lang="en-US" altLang="zh-CN" sz="2800" dirty="0">
                <a:latin typeface="Arial" panose="020B0604020202020204" pitchFamily="34" charset="0"/>
                <a:cs typeface="Arial" panose="020B0604020202020204" pitchFamily="34" charset="0"/>
              </a:rPr>
              <a:t>Power Dissipation</a:t>
            </a:r>
            <a:r>
              <a:rPr lang="zh-CN" altLang="en-US" sz="2800" dirty="0">
                <a:latin typeface="Arial" panose="020B0604020202020204" pitchFamily="34" charset="0"/>
                <a:cs typeface="Arial" panose="020B0604020202020204" pitchFamily="34" charset="0"/>
              </a:rPr>
              <a:t> 功耗</a:t>
            </a:r>
            <a:endParaRPr lang="en-US" altLang="zh-CN" sz="2800" dirty="0">
              <a:latin typeface="Arial" panose="020B0604020202020204" pitchFamily="34" charset="0"/>
              <a:cs typeface="Arial" panose="020B0604020202020204" pitchFamily="34" charset="0"/>
            </a:endParaRPr>
          </a:p>
          <a:p>
            <a:pPr lvl="1" eaLnBrk="1" hangingPunct="1"/>
            <a:r>
              <a:rPr lang="en-US" altLang="zh-CN" sz="2800" dirty="0">
                <a:solidFill>
                  <a:srgbClr val="3333FF"/>
                </a:solidFill>
                <a:latin typeface="Arial" panose="020B0604020202020204" pitchFamily="34" charset="0"/>
                <a:cs typeface="Arial" panose="020B0604020202020204" pitchFamily="34" charset="0"/>
              </a:rPr>
              <a:t>Noise</a:t>
            </a:r>
            <a:r>
              <a:rPr lang="zh-CN" altLang="en-US" sz="2800" dirty="0">
                <a:solidFill>
                  <a:srgbClr val="3333FF"/>
                </a:solidFill>
                <a:latin typeface="Arial" panose="020B0604020202020204" pitchFamily="34" charset="0"/>
                <a:cs typeface="Arial" panose="020B0604020202020204" pitchFamily="34" charset="0"/>
              </a:rPr>
              <a:t> 噪声</a:t>
            </a:r>
            <a:r>
              <a:rPr lang="en-US" altLang="zh-CN" sz="2800" dirty="0">
                <a:solidFill>
                  <a:srgbClr val="3333FF"/>
                </a:solidFill>
                <a:latin typeface="Arial" panose="020B0604020202020204" pitchFamily="34" charset="0"/>
                <a:cs typeface="Arial" panose="020B0604020202020204" pitchFamily="34" charset="0"/>
              </a:rPr>
              <a:t>(</a:t>
            </a:r>
            <a:r>
              <a:rPr lang="zh-CN" altLang="en-US" sz="2800" dirty="0">
                <a:solidFill>
                  <a:srgbClr val="3333FF"/>
                </a:solidFill>
                <a:latin typeface="Arial" panose="020B0604020202020204" pitchFamily="34" charset="0"/>
                <a:cs typeface="Arial" panose="020B0604020202020204" pitchFamily="34" charset="0"/>
              </a:rPr>
              <a:t>不讲</a:t>
            </a:r>
            <a:r>
              <a:rPr lang="en-US" altLang="zh-CN" sz="2800" dirty="0">
                <a:solidFill>
                  <a:srgbClr val="3333FF"/>
                </a:solidFill>
                <a:latin typeface="Arial" panose="020B0604020202020204" pitchFamily="34" charset="0"/>
                <a:cs typeface="Arial" panose="020B0604020202020204" pitchFamily="34" charset="0"/>
              </a:rPr>
              <a:t>)</a:t>
            </a:r>
          </a:p>
        </p:txBody>
      </p:sp>
      <p:sp>
        <p:nvSpPr>
          <p:cNvPr id="6" name="灯片编号占位符 6">
            <a:extLst>
              <a:ext uri="{FF2B5EF4-FFF2-40B4-BE49-F238E27FC236}">
                <a16:creationId xmlns:a16="http://schemas.microsoft.com/office/drawing/2014/main" id="{CECA5CB7-0CC8-1F48-A487-818277B0645F}"/>
              </a:ext>
            </a:extLst>
          </p:cNvPr>
          <p:cNvSpPr txBox="1">
            <a:spLocks/>
          </p:cNvSpPr>
          <p:nvPr/>
        </p:nvSpPr>
        <p:spPr bwMode="auto">
          <a:xfrm>
            <a:off x="6553200" y="6265860"/>
            <a:ext cx="213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4600" b="1" kern="1200">
                <a:solidFill>
                  <a:srgbClr val="FF3300"/>
                </a:solidFill>
                <a:latin typeface="Garamond" pitchFamily="18" charset="0"/>
                <a:ea typeface="宋体" charset="-122"/>
                <a:cs typeface="+mn-cs"/>
              </a:defRPr>
            </a:lvl1pPr>
            <a:lvl2pPr marL="742950" indent="-28575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2pPr>
            <a:lvl3pPr marL="11430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3pPr>
            <a:lvl4pPr marL="16002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4pPr>
            <a:lvl5pPr marL="20574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5pPr>
            <a:lvl6pPr marL="25146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6pPr>
            <a:lvl7pPr marL="29718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7pPr>
            <a:lvl8pPr marL="34290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8pPr>
            <a:lvl9pPr marL="38862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9pPr>
          </a:lstStyle>
          <a:p>
            <a:pPr eaLnBrk="1" hangingPunct="1"/>
            <a:fld id="{CCE6D788-BCB5-407E-9DED-68D155892338}" type="slidenum">
              <a:rPr lang="en-US" altLang="zh-CN" sz="1400" smtClean="0">
                <a:solidFill>
                  <a:schemeClr val="tx1"/>
                </a:solidFill>
                <a:latin typeface="+mn-lt"/>
              </a:rPr>
              <a:pPr eaLnBrk="1" hangingPunct="1"/>
              <a:t>39</a:t>
            </a:fld>
            <a:endParaRPr lang="en-US" altLang="zh-CN" sz="1400" dirty="0">
              <a:solidFill>
                <a:schemeClr val="tx1"/>
              </a:solidFill>
              <a:latin typeface="+mn-lt"/>
            </a:endParaRPr>
          </a:p>
        </p:txBody>
      </p:sp>
    </p:spTree>
    <p:extLst>
      <p:ext uri="{BB962C8B-B14F-4D97-AF65-F5344CB8AC3E}">
        <p14:creationId xmlns:p14="http://schemas.microsoft.com/office/powerpoint/2010/main" val="37201575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逻辑电平“家族”</a:t>
            </a:r>
          </a:p>
        </p:txBody>
      </p:sp>
      <p:pic>
        <p:nvPicPr>
          <p:cNvPr id="5" name="图片 4"/>
          <p:cNvPicPr>
            <a:picLocks noChangeAspect="1"/>
          </p:cNvPicPr>
          <p:nvPr/>
        </p:nvPicPr>
        <p:blipFill>
          <a:blip r:embed="rId3"/>
          <a:stretch>
            <a:fillRect/>
          </a:stretch>
        </p:blipFill>
        <p:spPr>
          <a:xfrm>
            <a:off x="466344" y="2057400"/>
            <a:ext cx="8211311" cy="3276600"/>
          </a:xfrm>
          <a:prstGeom prst="rect">
            <a:avLst/>
          </a:prstGeom>
        </p:spPr>
      </p:pic>
      <p:sp>
        <p:nvSpPr>
          <p:cNvPr id="3" name="TextBox 2">
            <a:extLst>
              <a:ext uri="{FF2B5EF4-FFF2-40B4-BE49-F238E27FC236}">
                <a16:creationId xmlns:a16="http://schemas.microsoft.com/office/drawing/2014/main" id="{E95FE60C-DB68-9E44-B536-40F8FBAA350A}"/>
              </a:ext>
            </a:extLst>
          </p:cNvPr>
          <p:cNvSpPr txBox="1"/>
          <p:nvPr/>
        </p:nvSpPr>
        <p:spPr>
          <a:xfrm>
            <a:off x="4357092" y="2060005"/>
            <a:ext cx="2611612" cy="461665"/>
          </a:xfrm>
          <a:prstGeom prst="rect">
            <a:avLst/>
          </a:prstGeom>
          <a:noFill/>
        </p:spPr>
        <p:txBody>
          <a:bodyPr wrap="none" rtlCol="0">
            <a:spAutoFit/>
          </a:bodyPr>
          <a:lstStyle/>
          <a:p>
            <a:r>
              <a:rPr lang="en-CN" sz="2400" b="1" dirty="0"/>
              <a:t>Dennard Scaling</a:t>
            </a:r>
          </a:p>
        </p:txBody>
      </p:sp>
      <p:sp>
        <p:nvSpPr>
          <p:cNvPr id="7" name="弧 6">
            <a:extLst>
              <a:ext uri="{FF2B5EF4-FFF2-40B4-BE49-F238E27FC236}">
                <a16:creationId xmlns:a16="http://schemas.microsoft.com/office/drawing/2014/main" id="{5EF0B5CA-6EDC-058F-345D-0523E300F1A4}"/>
              </a:ext>
            </a:extLst>
          </p:cNvPr>
          <p:cNvSpPr/>
          <p:nvPr/>
        </p:nvSpPr>
        <p:spPr bwMode="auto">
          <a:xfrm rot="16200000" flipH="1">
            <a:off x="3635896" y="-1827584"/>
            <a:ext cx="5256584" cy="5256584"/>
          </a:xfrm>
          <a:prstGeom prst="arc">
            <a:avLst>
              <a:gd name="adj1" fmla="val 18104537"/>
              <a:gd name="adj2" fmla="val 0"/>
            </a:avLst>
          </a:prstGeom>
          <a:noFill/>
          <a:ln w="76200" cap="flat" cmpd="sng" algn="ctr">
            <a:solidFill>
              <a:srgbClr val="3333FF"/>
            </a:solidFill>
            <a:prstDash val="solid"/>
            <a:round/>
            <a:headEnd type="none" w="med" len="med"/>
            <a:tailEnd type="triangle" w="lg" len="lg"/>
          </a:ln>
          <a:effectLst/>
        </p:spPr>
        <p:txBody>
          <a:bodyPr vert="horz" wrap="square" lIns="91440" tIns="45720" rIns="91440" bIns="45720" numCol="1" rtlCol="0" anchor="t" anchorCtr="0" compatLnSpc="1">
            <a:prstTxWarp prst="textNoShape">
              <a:avLst/>
            </a:prstTxWarp>
          </a:bodyPr>
          <a:lstStyle/>
          <a:p>
            <a:pPr algn="r"/>
            <a:endParaRPr lang="zh-CN" altLang="en-US"/>
          </a:p>
        </p:txBody>
      </p:sp>
      <p:sp>
        <p:nvSpPr>
          <p:cNvPr id="6" name="TextBox 3">
            <a:extLst>
              <a:ext uri="{FF2B5EF4-FFF2-40B4-BE49-F238E27FC236}">
                <a16:creationId xmlns:a16="http://schemas.microsoft.com/office/drawing/2014/main" id="{6098F466-8ACB-9672-2E3F-8CDBA93FE60F}"/>
              </a:ext>
            </a:extLst>
          </p:cNvPr>
          <p:cNvSpPr txBox="1"/>
          <p:nvPr/>
        </p:nvSpPr>
        <p:spPr>
          <a:xfrm>
            <a:off x="895185" y="5615068"/>
            <a:ext cx="3461907" cy="400110"/>
          </a:xfrm>
          <a:prstGeom prst="rect">
            <a:avLst/>
          </a:prstGeom>
          <a:noFill/>
        </p:spPr>
        <p:txBody>
          <a:bodyPr wrap="square" rtlCol="0">
            <a:spAutoFit/>
          </a:bodyPr>
          <a:lstStyle/>
          <a:p>
            <a:pPr algn="ctr"/>
            <a:r>
              <a:rPr lang="en-CN" sz="2000" b="1" dirty="0">
                <a:solidFill>
                  <a:srgbClr val="FF0000"/>
                </a:solidFill>
              </a:rPr>
              <a:t>I/</a:t>
            </a:r>
            <a:r>
              <a:rPr lang="en-CN" sz="2000" b="1">
                <a:solidFill>
                  <a:srgbClr val="FF0000"/>
                </a:solidFill>
              </a:rPr>
              <a:t>O  </a:t>
            </a:r>
            <a:r>
              <a:rPr lang="en-CN" sz="2000" b="1" dirty="0">
                <a:solidFill>
                  <a:srgbClr val="FF0000"/>
                </a:solidFill>
              </a:rPr>
              <a:t>does not scale much</a:t>
            </a:r>
          </a:p>
        </p:txBody>
      </p:sp>
      <p:sp>
        <p:nvSpPr>
          <p:cNvPr id="8" name="灯片编号占位符 6">
            <a:extLst>
              <a:ext uri="{FF2B5EF4-FFF2-40B4-BE49-F238E27FC236}">
                <a16:creationId xmlns:a16="http://schemas.microsoft.com/office/drawing/2014/main" id="{FBA1AE54-DF37-BB48-B15A-0F9B8325235C}"/>
              </a:ext>
            </a:extLst>
          </p:cNvPr>
          <p:cNvSpPr txBox="1">
            <a:spLocks/>
          </p:cNvSpPr>
          <p:nvPr/>
        </p:nvSpPr>
        <p:spPr bwMode="auto">
          <a:xfrm>
            <a:off x="6553200" y="6265860"/>
            <a:ext cx="213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4600" b="1" kern="1200">
                <a:solidFill>
                  <a:srgbClr val="FF3300"/>
                </a:solidFill>
                <a:latin typeface="Garamond" pitchFamily="18" charset="0"/>
                <a:ea typeface="宋体" charset="-122"/>
                <a:cs typeface="+mn-cs"/>
              </a:defRPr>
            </a:lvl1pPr>
            <a:lvl2pPr marL="742950" indent="-28575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2pPr>
            <a:lvl3pPr marL="11430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3pPr>
            <a:lvl4pPr marL="16002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4pPr>
            <a:lvl5pPr marL="20574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5pPr>
            <a:lvl6pPr marL="25146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6pPr>
            <a:lvl7pPr marL="29718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7pPr>
            <a:lvl8pPr marL="34290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8pPr>
            <a:lvl9pPr marL="38862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9pPr>
          </a:lstStyle>
          <a:p>
            <a:pPr eaLnBrk="1" hangingPunct="1"/>
            <a:fld id="{CCE6D788-BCB5-407E-9DED-68D155892338}" type="slidenum">
              <a:rPr lang="en-US" altLang="zh-CN" sz="1400" smtClean="0">
                <a:solidFill>
                  <a:schemeClr val="tx1"/>
                </a:solidFill>
                <a:latin typeface="+mn-lt"/>
              </a:rPr>
              <a:pPr eaLnBrk="1" hangingPunct="1"/>
              <a:t>40</a:t>
            </a:fld>
            <a:endParaRPr lang="en-US" altLang="zh-CN" sz="1400" dirty="0">
              <a:solidFill>
                <a:schemeClr val="tx1"/>
              </a:solidFill>
              <a:latin typeface="+mn-lt"/>
            </a:endParaRPr>
          </a:p>
        </p:txBody>
      </p:sp>
    </p:spTree>
    <p:extLst>
      <p:ext uri="{BB962C8B-B14F-4D97-AF65-F5344CB8AC3E}">
        <p14:creationId xmlns:p14="http://schemas.microsoft.com/office/powerpoint/2010/main" val="35490736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标题 1">
            <a:extLst>
              <a:ext uri="{FF2B5EF4-FFF2-40B4-BE49-F238E27FC236}">
                <a16:creationId xmlns:a16="http://schemas.microsoft.com/office/drawing/2014/main" id="{43DCC6EF-4DD7-B64F-8A60-E00B1543284E}"/>
              </a:ext>
            </a:extLst>
          </p:cNvPr>
          <p:cNvSpPr>
            <a:spLocks noGrp="1"/>
          </p:cNvSpPr>
          <p:nvPr>
            <p:ph type="title"/>
          </p:nvPr>
        </p:nvSpPr>
        <p:spPr/>
        <p:txBody>
          <a:bodyPr/>
          <a:lstStyle/>
          <a:p>
            <a:r>
              <a:rPr lang="zh-CN" altLang="en-US" b="1" dirty="0"/>
              <a:t>数字电路：噪声容限</a:t>
            </a:r>
          </a:p>
        </p:txBody>
      </p:sp>
      <p:sp>
        <p:nvSpPr>
          <p:cNvPr id="3" name="灯片编号占位符 2">
            <a:extLst>
              <a:ext uri="{FF2B5EF4-FFF2-40B4-BE49-F238E27FC236}">
                <a16:creationId xmlns:a16="http://schemas.microsoft.com/office/drawing/2014/main" id="{EAF5E522-EC95-BF4B-81B7-A48F97CC4156}"/>
              </a:ext>
            </a:extLst>
          </p:cNvPr>
          <p:cNvSpPr>
            <a:spLocks noGrp="1"/>
          </p:cNvSpPr>
          <p:nvPr>
            <p:ph type="sldNum" sz="quarter" idx="12"/>
          </p:nvPr>
        </p:nvSpPr>
        <p:spPr/>
        <p:txBody>
          <a:bodyPr/>
          <a:lstStyle/>
          <a:p>
            <a:pPr>
              <a:defRPr/>
            </a:pPr>
            <a:fld id="{F8B2A855-7301-4036-B977-4E13EC7544E9}" type="slidenum">
              <a:rPr lang="zh-CN" altLang="en-US" smtClean="0"/>
              <a:pPr>
                <a:defRPr/>
              </a:pPr>
              <a:t>41</a:t>
            </a:fld>
            <a:endParaRPr lang="en-US" altLang="zh-CN"/>
          </a:p>
        </p:txBody>
      </p:sp>
      <p:sp>
        <p:nvSpPr>
          <p:cNvPr id="13" name="Line 19">
            <a:extLst>
              <a:ext uri="{FF2B5EF4-FFF2-40B4-BE49-F238E27FC236}">
                <a16:creationId xmlns:a16="http://schemas.microsoft.com/office/drawing/2014/main" id="{DBF73609-C219-C446-B576-D7FD4677DFD7}"/>
              </a:ext>
            </a:extLst>
          </p:cNvPr>
          <p:cNvSpPr>
            <a:spLocks noChangeShapeType="1"/>
          </p:cNvSpPr>
          <p:nvPr/>
        </p:nvSpPr>
        <p:spPr bwMode="auto">
          <a:xfrm>
            <a:off x="2071198" y="5904364"/>
            <a:ext cx="214282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Arial" panose="020B0604020202020204" pitchFamily="34" charset="0"/>
              <a:cs typeface="Arial" panose="020B0604020202020204" pitchFamily="34" charset="0"/>
            </a:endParaRPr>
          </a:p>
        </p:txBody>
      </p:sp>
      <p:sp>
        <p:nvSpPr>
          <p:cNvPr id="14" name="Line 20">
            <a:extLst>
              <a:ext uri="{FF2B5EF4-FFF2-40B4-BE49-F238E27FC236}">
                <a16:creationId xmlns:a16="http://schemas.microsoft.com/office/drawing/2014/main" id="{321965E1-DC4F-964B-923C-EFD4C304240D}"/>
              </a:ext>
            </a:extLst>
          </p:cNvPr>
          <p:cNvSpPr>
            <a:spLocks noChangeShapeType="1"/>
          </p:cNvSpPr>
          <p:nvPr/>
        </p:nvSpPr>
        <p:spPr bwMode="auto">
          <a:xfrm>
            <a:off x="851998" y="5904364"/>
            <a:ext cx="4508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Arial" panose="020B0604020202020204" pitchFamily="34" charset="0"/>
              <a:cs typeface="Arial" panose="020B0604020202020204" pitchFamily="34" charset="0"/>
            </a:endParaRPr>
          </a:p>
        </p:txBody>
      </p:sp>
      <p:sp>
        <p:nvSpPr>
          <p:cNvPr id="15" name="Oval 21">
            <a:extLst>
              <a:ext uri="{FF2B5EF4-FFF2-40B4-BE49-F238E27FC236}">
                <a16:creationId xmlns:a16="http://schemas.microsoft.com/office/drawing/2014/main" id="{0441AA81-2EBE-EA47-9087-0DA452F396B5}"/>
              </a:ext>
            </a:extLst>
          </p:cNvPr>
          <p:cNvSpPr>
            <a:spLocks noChangeArrowheads="1"/>
          </p:cNvSpPr>
          <p:nvPr/>
        </p:nvSpPr>
        <p:spPr bwMode="auto">
          <a:xfrm>
            <a:off x="1918798" y="5844039"/>
            <a:ext cx="120650" cy="123825"/>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Arial" panose="020B0604020202020204" pitchFamily="34" charset="0"/>
              <a:cs typeface="Arial" panose="020B0604020202020204" pitchFamily="34" charset="0"/>
            </a:endParaRPr>
          </a:p>
        </p:txBody>
      </p:sp>
      <p:sp>
        <p:nvSpPr>
          <p:cNvPr id="16" name="AutoShape 22">
            <a:extLst>
              <a:ext uri="{FF2B5EF4-FFF2-40B4-BE49-F238E27FC236}">
                <a16:creationId xmlns:a16="http://schemas.microsoft.com/office/drawing/2014/main" id="{7E31605C-A4F6-9F4C-8B38-99C9A78AA987}"/>
              </a:ext>
            </a:extLst>
          </p:cNvPr>
          <p:cNvSpPr>
            <a:spLocks noChangeArrowheads="1"/>
          </p:cNvSpPr>
          <p:nvPr/>
        </p:nvSpPr>
        <p:spPr bwMode="auto">
          <a:xfrm rot="5400000">
            <a:off x="1345711" y="5597976"/>
            <a:ext cx="528638" cy="615950"/>
          </a:xfrm>
          <a:prstGeom prst="triangle">
            <a:avLst>
              <a:gd name="adj" fmla="val 50000"/>
            </a:avLst>
          </a:prstGeom>
          <a:gradFill>
            <a:gsLst>
              <a:gs pos="0">
                <a:schemeClr val="accent2"/>
              </a:gs>
              <a:gs pos="58000">
                <a:schemeClr val="bg1"/>
              </a:gs>
              <a:gs pos="73000">
                <a:schemeClr val="bg1"/>
              </a:gs>
              <a:gs pos="100000">
                <a:srgbClr val="FFC000"/>
              </a:gs>
            </a:gsLst>
            <a:lin ang="5400000" scaled="1"/>
          </a:gradFill>
          <a:ln w="9525">
            <a:solidFill>
              <a:schemeClr val="tx1"/>
            </a:solidFill>
            <a:miter lim="800000"/>
            <a:headEnd/>
            <a:tailEnd/>
          </a:ln>
        </p:spPr>
        <p:txBody>
          <a:bodyPr wrap="none" anchor="ctr"/>
          <a:lstStyle/>
          <a:p>
            <a:endParaRPr lang="zh-CN" altLang="en-US">
              <a:latin typeface="Arial" panose="020B0604020202020204" pitchFamily="34" charset="0"/>
              <a:cs typeface="Arial" panose="020B0604020202020204" pitchFamily="34" charset="0"/>
            </a:endParaRPr>
          </a:p>
        </p:txBody>
      </p:sp>
      <p:sp>
        <p:nvSpPr>
          <p:cNvPr id="17" name="Line 23">
            <a:extLst>
              <a:ext uri="{FF2B5EF4-FFF2-40B4-BE49-F238E27FC236}">
                <a16:creationId xmlns:a16="http://schemas.microsoft.com/office/drawing/2014/main" id="{660FD288-F1F3-C046-8311-938B7DFEDAD2}"/>
              </a:ext>
            </a:extLst>
          </p:cNvPr>
          <p:cNvSpPr>
            <a:spLocks noChangeShapeType="1"/>
          </p:cNvSpPr>
          <p:nvPr/>
        </p:nvSpPr>
        <p:spPr bwMode="auto">
          <a:xfrm>
            <a:off x="4896684" y="5904364"/>
            <a:ext cx="404813"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Arial" panose="020B0604020202020204" pitchFamily="34" charset="0"/>
              <a:cs typeface="Arial" panose="020B0604020202020204" pitchFamily="34" charset="0"/>
            </a:endParaRPr>
          </a:p>
        </p:txBody>
      </p:sp>
      <p:sp>
        <p:nvSpPr>
          <p:cNvPr id="18" name="Oval 24">
            <a:extLst>
              <a:ext uri="{FF2B5EF4-FFF2-40B4-BE49-F238E27FC236}">
                <a16:creationId xmlns:a16="http://schemas.microsoft.com/office/drawing/2014/main" id="{7590D610-B3F3-4542-81DD-60C5091F90D1}"/>
              </a:ext>
            </a:extLst>
          </p:cNvPr>
          <p:cNvSpPr>
            <a:spLocks noChangeArrowheads="1"/>
          </p:cNvSpPr>
          <p:nvPr/>
        </p:nvSpPr>
        <p:spPr bwMode="auto">
          <a:xfrm>
            <a:off x="4768096" y="5844039"/>
            <a:ext cx="120650" cy="123825"/>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Arial" panose="020B0604020202020204" pitchFamily="34" charset="0"/>
              <a:cs typeface="Arial" panose="020B0604020202020204" pitchFamily="34" charset="0"/>
            </a:endParaRPr>
          </a:p>
        </p:txBody>
      </p:sp>
      <p:sp>
        <p:nvSpPr>
          <p:cNvPr id="19" name="AutoShape 25">
            <a:extLst>
              <a:ext uri="{FF2B5EF4-FFF2-40B4-BE49-F238E27FC236}">
                <a16:creationId xmlns:a16="http://schemas.microsoft.com/office/drawing/2014/main" id="{52F0145E-24E1-3F49-AF42-4138D43BF916}"/>
              </a:ext>
            </a:extLst>
          </p:cNvPr>
          <p:cNvSpPr>
            <a:spLocks noChangeArrowheads="1"/>
          </p:cNvSpPr>
          <p:nvPr/>
        </p:nvSpPr>
        <p:spPr bwMode="auto">
          <a:xfrm rot="5400000">
            <a:off x="4195009" y="5597976"/>
            <a:ext cx="528638" cy="615950"/>
          </a:xfrm>
          <a:prstGeom prst="triangle">
            <a:avLst>
              <a:gd name="adj" fmla="val 50000"/>
            </a:avLst>
          </a:prstGeom>
          <a:gradFill>
            <a:gsLst>
              <a:gs pos="0">
                <a:schemeClr val="accent2"/>
              </a:gs>
              <a:gs pos="58000">
                <a:schemeClr val="bg1"/>
              </a:gs>
              <a:gs pos="73000">
                <a:schemeClr val="bg1"/>
              </a:gs>
              <a:gs pos="100000">
                <a:srgbClr val="FFC000"/>
              </a:gs>
            </a:gsLst>
            <a:lin ang="5400000" scaled="1"/>
          </a:gradFill>
          <a:ln w="9525">
            <a:solidFill>
              <a:schemeClr val="tx1"/>
            </a:solidFill>
            <a:miter lim="800000"/>
            <a:headEnd/>
            <a:tailEnd/>
          </a:ln>
        </p:spPr>
        <p:txBody>
          <a:bodyPr wrap="none" anchor="ctr"/>
          <a:lstStyle/>
          <a:p>
            <a:endParaRPr lang="zh-CN" altLang="en-US">
              <a:latin typeface="Arial" panose="020B0604020202020204" pitchFamily="34" charset="0"/>
              <a:cs typeface="Arial" panose="020B0604020202020204" pitchFamily="34" charset="0"/>
            </a:endParaRPr>
          </a:p>
        </p:txBody>
      </p:sp>
      <p:sp>
        <p:nvSpPr>
          <p:cNvPr id="31" name="Rectangle 37">
            <a:extLst>
              <a:ext uri="{FF2B5EF4-FFF2-40B4-BE49-F238E27FC236}">
                <a16:creationId xmlns:a16="http://schemas.microsoft.com/office/drawing/2014/main" id="{A12AB976-9938-C442-A45E-E8C3D36B21E7}"/>
              </a:ext>
            </a:extLst>
          </p:cNvPr>
          <p:cNvSpPr>
            <a:spLocks noChangeArrowheads="1"/>
          </p:cNvSpPr>
          <p:nvPr/>
        </p:nvSpPr>
        <p:spPr bwMode="auto">
          <a:xfrm>
            <a:off x="3625096" y="5878964"/>
            <a:ext cx="558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nchor="ctr">
            <a:spAutoFit/>
          </a:bodyPr>
          <a:lstStyle/>
          <a:p>
            <a:r>
              <a:rPr lang="en-US" altLang="zh-CN" sz="2400" b="1" dirty="0">
                <a:solidFill>
                  <a:srgbClr val="FFC000"/>
                </a:solidFill>
                <a:effectLst>
                  <a:outerShdw blurRad="50800" dist="38100" dir="2700000" algn="tl" rotWithShape="0">
                    <a:prstClr val="black">
                      <a:alpha val="40000"/>
                    </a:prstClr>
                  </a:outerShdw>
                </a:effectLst>
                <a:latin typeface="Arial" panose="020B0604020202020204" pitchFamily="34" charset="0"/>
                <a:cs typeface="Arial" panose="020B0604020202020204" pitchFamily="34" charset="0"/>
              </a:rPr>
              <a:t>V</a:t>
            </a:r>
            <a:r>
              <a:rPr lang="en-US" altLang="zh-CN" sz="2400" b="1" baseline="-25000" dirty="0">
                <a:solidFill>
                  <a:srgbClr val="FFC000"/>
                </a:solidFill>
                <a:effectLst>
                  <a:outerShdw blurRad="50800" dist="38100" dir="2700000" algn="tl" rotWithShape="0">
                    <a:prstClr val="black">
                      <a:alpha val="40000"/>
                    </a:prstClr>
                  </a:outerShdw>
                </a:effectLst>
                <a:latin typeface="Arial" panose="020B0604020202020204" pitchFamily="34" charset="0"/>
                <a:cs typeface="Arial" panose="020B0604020202020204" pitchFamily="34" charset="0"/>
              </a:rPr>
              <a:t>IN</a:t>
            </a:r>
            <a:endParaRPr lang="en-US" altLang="zh-CN" sz="2400" b="1" dirty="0">
              <a:solidFill>
                <a:srgbClr val="FFC000"/>
              </a:solidFill>
              <a:effectLst>
                <a:outerShdw blurRad="50800" dist="38100" dir="2700000" algn="tl" rotWithShape="0">
                  <a:prstClr val="black">
                    <a:alpha val="40000"/>
                  </a:prstClr>
                </a:outerShdw>
              </a:effectLst>
              <a:latin typeface="Arial" panose="020B0604020202020204" pitchFamily="34" charset="0"/>
              <a:cs typeface="Arial" panose="020B0604020202020204" pitchFamily="34" charset="0"/>
            </a:endParaRPr>
          </a:p>
        </p:txBody>
      </p:sp>
      <p:sp>
        <p:nvSpPr>
          <p:cNvPr id="32" name="Rectangle 38">
            <a:extLst>
              <a:ext uri="{FF2B5EF4-FFF2-40B4-BE49-F238E27FC236}">
                <a16:creationId xmlns:a16="http://schemas.microsoft.com/office/drawing/2014/main" id="{C66841C9-8493-D749-9838-0BAA90168C5E}"/>
              </a:ext>
            </a:extLst>
          </p:cNvPr>
          <p:cNvSpPr>
            <a:spLocks noChangeArrowheads="1"/>
          </p:cNvSpPr>
          <p:nvPr/>
        </p:nvSpPr>
        <p:spPr bwMode="auto">
          <a:xfrm>
            <a:off x="2071197" y="5939567"/>
            <a:ext cx="65484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nchor="ctr">
            <a:spAutoFit/>
          </a:bodyPr>
          <a:lstStyle/>
          <a:p>
            <a:r>
              <a:rPr lang="en-US" altLang="zh-CN" sz="2400" b="1" dirty="0">
                <a:solidFill>
                  <a:schemeClr val="accent6">
                    <a:lumMod val="75000"/>
                  </a:schemeClr>
                </a:solidFill>
                <a:latin typeface="Arial" panose="020B0604020202020204" pitchFamily="34" charset="0"/>
                <a:cs typeface="Arial" panose="020B0604020202020204" pitchFamily="34" charset="0"/>
              </a:rPr>
              <a:t>V</a:t>
            </a:r>
            <a:r>
              <a:rPr lang="en-US" altLang="zh-CN" sz="2400" b="1" baseline="-25000" dirty="0">
                <a:solidFill>
                  <a:schemeClr val="accent6">
                    <a:lumMod val="75000"/>
                  </a:schemeClr>
                </a:solidFill>
                <a:latin typeface="Arial" panose="020B0604020202020204" pitchFamily="34" charset="0"/>
                <a:cs typeface="Arial" panose="020B0604020202020204" pitchFamily="34" charset="0"/>
              </a:rPr>
              <a:t>OUT</a:t>
            </a:r>
            <a:endParaRPr lang="en-US" altLang="zh-CN" sz="2400" b="1" dirty="0">
              <a:solidFill>
                <a:schemeClr val="accent6">
                  <a:lumMod val="75000"/>
                </a:schemeClr>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48" name="文本框 47">
                <a:extLst>
                  <a:ext uri="{FF2B5EF4-FFF2-40B4-BE49-F238E27FC236}">
                    <a16:creationId xmlns:a16="http://schemas.microsoft.com/office/drawing/2014/main" id="{22147BA6-7904-E945-B305-1259C418697B}"/>
                  </a:ext>
                </a:extLst>
              </p:cNvPr>
              <p:cNvSpPr txBox="1"/>
              <p:nvPr/>
            </p:nvSpPr>
            <p:spPr>
              <a:xfrm>
                <a:off x="6088295" y="1679320"/>
                <a:ext cx="2876193" cy="1569660"/>
              </a:xfrm>
              <a:prstGeom prst="rect">
                <a:avLst/>
              </a:prstGeom>
              <a:noFill/>
            </p:spPr>
            <p:txBody>
              <a:bodyPr wrap="square" rtlCol="0">
                <a:spAutoFit/>
              </a:bodyPr>
              <a:lstStyle/>
              <a:p>
                <a:pPr>
                  <a:lnSpc>
                    <a:spcPct val="150000"/>
                  </a:lnSpc>
                </a:pPr>
                <a:r>
                  <a:rPr lang="zh-CN" altLang="en-US" sz="2400" b="1" dirty="0">
                    <a:latin typeface="黑体" panose="02010609060101010101" pitchFamily="49" charset="-122"/>
                    <a:ea typeface="黑体" panose="02010609060101010101" pitchFamily="49" charset="-122"/>
                  </a:rPr>
                  <a:t>噪声容限</a:t>
                </a:r>
                <a:r>
                  <a:rPr lang="en-US" altLang="zh-CN" sz="2400" b="1" dirty="0">
                    <a:latin typeface="黑体" panose="02010609060101010101" pitchFamily="49" charset="-122"/>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 </a:t>
                </a:r>
                <a:endParaRPr kumimoji="1" lang="en-US" altLang="zh-CN" sz="2400" b="1" dirty="0">
                  <a:latin typeface="黑体" panose="02010609060101010101" pitchFamily="49" charset="-122"/>
                  <a:ea typeface="黑体" panose="02010609060101010101" pitchFamily="49" charset="-122"/>
                </a:endParaRPr>
              </a:p>
              <a:p>
                <a:pPr algn="ctr">
                  <a:lnSpc>
                    <a:spcPct val="150000"/>
                  </a:lnSpc>
                </a:pPr>
                <a14:m>
                  <m:oMathPara xmlns:m="http://schemas.openxmlformats.org/officeDocument/2006/math">
                    <m:oMathParaPr>
                      <m:jc m:val="left"/>
                    </m:oMathParaPr>
                    <m:oMath xmlns:m="http://schemas.openxmlformats.org/officeDocument/2006/math">
                      <m:sSub>
                        <m:sSubPr>
                          <m:ctrlPr>
                            <a:rPr kumimoji="1" lang="en-US" altLang="zh-CN" sz="2000" b="0" i="1" smtClean="0">
                              <a:latin typeface="Cambria Math" panose="02040503050406030204" pitchFamily="18" charset="0"/>
                            </a:rPr>
                          </m:ctrlPr>
                        </m:sSubPr>
                        <m:e>
                          <m:r>
                            <m:rPr>
                              <m:sty m:val="p"/>
                            </m:rPr>
                            <a:rPr kumimoji="1" lang="en-US" altLang="zh-CN" sz="2000" b="0" i="0" smtClean="0">
                              <a:latin typeface="Cambria Math" panose="02040503050406030204" pitchFamily="18" charset="0"/>
                            </a:rPr>
                            <m:t>V</m:t>
                          </m:r>
                        </m:e>
                        <m:sub>
                          <m:r>
                            <m:rPr>
                              <m:sty m:val="p"/>
                            </m:rPr>
                            <a:rPr kumimoji="1" lang="en-US" altLang="zh-CN" sz="2000" b="0" i="0" smtClean="0">
                              <a:latin typeface="Cambria Math" panose="02040503050406030204" pitchFamily="18" charset="0"/>
                            </a:rPr>
                            <m:t>NH</m:t>
                          </m:r>
                        </m:sub>
                      </m:sSub>
                      <m:r>
                        <a:rPr kumimoji="1" lang="en-US" altLang="zh-CN" sz="2000" b="0" i="0" smtClean="0">
                          <a:latin typeface="Cambria Math" panose="02040503050406030204" pitchFamily="18" charset="0"/>
                        </a:rPr>
                        <m:t>=</m:t>
                      </m:r>
                      <m:sSub>
                        <m:sSubPr>
                          <m:ctrlPr>
                            <a:rPr kumimoji="1" lang="en-US" altLang="zh-CN" sz="2000" b="0" i="1" smtClean="0">
                              <a:latin typeface="Cambria Math" panose="02040503050406030204" pitchFamily="18" charset="0"/>
                            </a:rPr>
                          </m:ctrlPr>
                        </m:sSubPr>
                        <m:e>
                          <m:r>
                            <m:rPr>
                              <m:sty m:val="p"/>
                            </m:rPr>
                            <a:rPr kumimoji="1" lang="en-US" altLang="zh-CN" sz="2000" b="0" i="0" smtClean="0">
                              <a:latin typeface="Cambria Math" panose="02040503050406030204" pitchFamily="18" charset="0"/>
                            </a:rPr>
                            <m:t>V</m:t>
                          </m:r>
                        </m:e>
                        <m:sub>
                          <m:r>
                            <m:rPr>
                              <m:sty m:val="p"/>
                            </m:rPr>
                            <a:rPr kumimoji="1" lang="en-US" altLang="zh-CN" sz="2000" b="0" i="0" smtClean="0">
                              <a:latin typeface="Cambria Math" panose="02040503050406030204" pitchFamily="18" charset="0"/>
                            </a:rPr>
                            <m:t>OH</m:t>
                          </m:r>
                          <m:r>
                            <m:rPr>
                              <m:sty m:val="p"/>
                            </m:rPr>
                            <a:rPr kumimoji="1" lang="en-US" altLang="zh-CN" sz="2000" i="0">
                              <a:latin typeface="Cambria Math" panose="02040503050406030204" pitchFamily="18" charset="0"/>
                            </a:rPr>
                            <m:t>m</m:t>
                          </m:r>
                          <m:r>
                            <m:rPr>
                              <m:sty m:val="p"/>
                            </m:rPr>
                            <a:rPr kumimoji="1" lang="en-US" altLang="zh-CN" sz="2000" b="0" i="0" smtClean="0">
                              <a:latin typeface="Cambria Math" panose="02040503050406030204" pitchFamily="18" charset="0"/>
                            </a:rPr>
                            <m:t>in</m:t>
                          </m:r>
                        </m:sub>
                      </m:sSub>
                      <m:r>
                        <a:rPr kumimoji="1" lang="en-US" altLang="zh-CN" sz="2000" b="0" i="0" smtClean="0">
                          <a:latin typeface="Cambria Math" panose="02040503050406030204" pitchFamily="18" charset="0"/>
                        </a:rPr>
                        <m:t>−</m:t>
                      </m:r>
                      <m:sSub>
                        <m:sSubPr>
                          <m:ctrlPr>
                            <a:rPr kumimoji="1" lang="en-US" altLang="zh-CN" sz="2000" b="0" i="1" smtClean="0">
                              <a:latin typeface="Cambria Math" panose="02040503050406030204" pitchFamily="18" charset="0"/>
                            </a:rPr>
                          </m:ctrlPr>
                        </m:sSubPr>
                        <m:e>
                          <m:r>
                            <m:rPr>
                              <m:sty m:val="p"/>
                            </m:rPr>
                            <a:rPr kumimoji="1" lang="en-US" altLang="zh-CN" sz="2000" b="0" i="0" smtClean="0">
                              <a:latin typeface="Cambria Math" panose="02040503050406030204" pitchFamily="18" charset="0"/>
                            </a:rPr>
                            <m:t>V</m:t>
                          </m:r>
                        </m:e>
                        <m:sub>
                          <m:r>
                            <m:rPr>
                              <m:sty m:val="p"/>
                            </m:rPr>
                            <a:rPr kumimoji="1" lang="en-US" altLang="zh-CN" sz="2000" b="0" i="0" smtClean="0">
                              <a:latin typeface="Cambria Math" panose="02040503050406030204" pitchFamily="18" charset="0"/>
                            </a:rPr>
                            <m:t>I</m:t>
                          </m:r>
                          <m:r>
                            <m:rPr>
                              <m:sty m:val="p"/>
                            </m:rPr>
                            <a:rPr kumimoji="1" lang="en-US" altLang="zh-CN" sz="2000" b="0" i="1" smtClean="0">
                              <a:latin typeface="Cambria Math" panose="02040503050406030204" pitchFamily="18" charset="0"/>
                            </a:rPr>
                            <m:t>h</m:t>
                          </m:r>
                          <m:r>
                            <m:rPr>
                              <m:sty m:val="p"/>
                            </m:rPr>
                            <a:rPr kumimoji="1" lang="en-US" altLang="zh-CN" sz="2000" b="0" i="0" smtClean="0">
                              <a:latin typeface="Cambria Math" panose="02040503050406030204" pitchFamily="18" charset="0"/>
                            </a:rPr>
                            <m:t>min</m:t>
                          </m:r>
                        </m:sub>
                      </m:sSub>
                    </m:oMath>
                  </m:oMathPara>
                </a14:m>
                <a:endParaRPr kumimoji="1" lang="en-US" altLang="zh-CN" sz="2000" b="0" dirty="0"/>
              </a:p>
              <a:p>
                <a:pPr algn="ctr">
                  <a:lnSpc>
                    <a:spcPct val="150000"/>
                  </a:lnSpc>
                </a:pPr>
                <a14:m>
                  <m:oMathPara xmlns:m="http://schemas.openxmlformats.org/officeDocument/2006/math">
                    <m:oMathParaPr>
                      <m:jc m:val="left"/>
                    </m:oMathParaPr>
                    <m:oMath xmlns:m="http://schemas.openxmlformats.org/officeDocument/2006/math">
                      <m:sSub>
                        <m:sSubPr>
                          <m:ctrlPr>
                            <a:rPr kumimoji="1" lang="en-US" altLang="zh-CN" sz="2000" i="1">
                              <a:latin typeface="Cambria Math" panose="02040503050406030204" pitchFamily="18" charset="0"/>
                            </a:rPr>
                          </m:ctrlPr>
                        </m:sSubPr>
                        <m:e>
                          <m:r>
                            <m:rPr>
                              <m:sty m:val="p"/>
                            </m:rPr>
                            <a:rPr kumimoji="1" lang="en-US" altLang="zh-CN" sz="2000" i="0">
                              <a:latin typeface="Cambria Math" panose="02040503050406030204" pitchFamily="18" charset="0"/>
                            </a:rPr>
                            <m:t>V</m:t>
                          </m:r>
                        </m:e>
                        <m:sub>
                          <m:r>
                            <m:rPr>
                              <m:sty m:val="p"/>
                            </m:rPr>
                            <a:rPr kumimoji="1" lang="en-US" altLang="zh-CN" sz="2000" i="0">
                              <a:latin typeface="Cambria Math" panose="02040503050406030204" pitchFamily="18" charset="0"/>
                            </a:rPr>
                            <m:t>N</m:t>
                          </m:r>
                          <m:r>
                            <m:rPr>
                              <m:sty m:val="p"/>
                            </m:rPr>
                            <a:rPr kumimoji="1" lang="en-US" altLang="zh-CN" sz="2000" b="0" i="0" smtClean="0">
                              <a:latin typeface="Cambria Math" panose="02040503050406030204" pitchFamily="18" charset="0"/>
                            </a:rPr>
                            <m:t>L</m:t>
                          </m:r>
                        </m:sub>
                      </m:sSub>
                      <m:r>
                        <a:rPr kumimoji="1" lang="en-US" altLang="zh-CN" sz="2000" i="0">
                          <a:latin typeface="Cambria Math" panose="02040503050406030204" pitchFamily="18" charset="0"/>
                        </a:rPr>
                        <m:t>=</m:t>
                      </m:r>
                      <m:sSub>
                        <m:sSubPr>
                          <m:ctrlPr>
                            <a:rPr kumimoji="1" lang="en-US" altLang="zh-CN" sz="2000" i="1">
                              <a:latin typeface="Cambria Math" panose="02040503050406030204" pitchFamily="18" charset="0"/>
                            </a:rPr>
                          </m:ctrlPr>
                        </m:sSubPr>
                        <m:e>
                          <m:r>
                            <m:rPr>
                              <m:sty m:val="p"/>
                            </m:rPr>
                            <a:rPr kumimoji="1" lang="en-US" altLang="zh-CN" sz="2000" i="0">
                              <a:latin typeface="Cambria Math" panose="02040503050406030204" pitchFamily="18" charset="0"/>
                            </a:rPr>
                            <m:t>V</m:t>
                          </m:r>
                        </m:e>
                        <m:sub>
                          <m:r>
                            <m:rPr>
                              <m:sty m:val="p"/>
                            </m:rPr>
                            <a:rPr kumimoji="1" lang="en-US" altLang="zh-CN" sz="2000" b="0" i="0" smtClean="0">
                              <a:latin typeface="Cambria Math" panose="02040503050406030204" pitchFamily="18" charset="0"/>
                            </a:rPr>
                            <m:t>ILmax</m:t>
                          </m:r>
                        </m:sub>
                      </m:sSub>
                      <m:r>
                        <a:rPr kumimoji="1" lang="en-US" altLang="zh-CN" sz="2000" i="0">
                          <a:latin typeface="Cambria Math" panose="02040503050406030204" pitchFamily="18" charset="0"/>
                        </a:rPr>
                        <m:t>−</m:t>
                      </m:r>
                      <m:sSub>
                        <m:sSubPr>
                          <m:ctrlPr>
                            <a:rPr kumimoji="1" lang="en-US" altLang="zh-CN" sz="2000" i="1">
                              <a:latin typeface="Cambria Math" panose="02040503050406030204" pitchFamily="18" charset="0"/>
                            </a:rPr>
                          </m:ctrlPr>
                        </m:sSubPr>
                        <m:e>
                          <m:r>
                            <m:rPr>
                              <m:sty m:val="p"/>
                            </m:rPr>
                            <a:rPr kumimoji="1" lang="en-US" altLang="zh-CN" sz="2000" i="0">
                              <a:latin typeface="Cambria Math" panose="02040503050406030204" pitchFamily="18" charset="0"/>
                            </a:rPr>
                            <m:t>V</m:t>
                          </m:r>
                        </m:e>
                        <m:sub>
                          <m:r>
                            <m:rPr>
                              <m:sty m:val="p"/>
                            </m:rPr>
                            <a:rPr kumimoji="1" lang="en-US" altLang="zh-CN" sz="2000" b="0" i="0" smtClean="0">
                              <a:latin typeface="Cambria Math" panose="02040503050406030204" pitchFamily="18" charset="0"/>
                            </a:rPr>
                            <m:t>OLmax</m:t>
                          </m:r>
                        </m:sub>
                      </m:sSub>
                    </m:oMath>
                  </m:oMathPara>
                </a14:m>
                <a:endParaRPr kumimoji="1" lang="en-US" altLang="zh-CN" sz="2000" dirty="0"/>
              </a:p>
            </p:txBody>
          </p:sp>
        </mc:Choice>
        <mc:Fallback xmlns="">
          <p:sp>
            <p:nvSpPr>
              <p:cNvPr id="48" name="文本框 47">
                <a:extLst>
                  <a:ext uri="{FF2B5EF4-FFF2-40B4-BE49-F238E27FC236}">
                    <a16:creationId xmlns:a16="http://schemas.microsoft.com/office/drawing/2014/main" id="{22147BA6-7904-E945-B305-1259C418697B}"/>
                  </a:ext>
                </a:extLst>
              </p:cNvPr>
              <p:cNvSpPr txBox="1">
                <a:spLocks noRot="1" noChangeAspect="1" noMove="1" noResize="1" noEditPoints="1" noAdjustHandles="1" noChangeArrowheads="1" noChangeShapeType="1" noTextEdit="1"/>
              </p:cNvSpPr>
              <p:nvPr/>
            </p:nvSpPr>
            <p:spPr>
              <a:xfrm>
                <a:off x="6088295" y="1679320"/>
                <a:ext cx="2876193" cy="1569660"/>
              </a:xfrm>
              <a:prstGeom prst="rect">
                <a:avLst/>
              </a:prstGeom>
              <a:blipFill>
                <a:blip r:embed="rId3"/>
                <a:stretch>
                  <a:fillRect l="-3509"/>
                </a:stretch>
              </a:blipFill>
            </p:spPr>
            <p:txBody>
              <a:bodyPr/>
              <a:lstStyle/>
              <a:p>
                <a:r>
                  <a:rPr lang="en-US">
                    <a:noFill/>
                  </a:rPr>
                  <a:t> </a:t>
                </a:r>
              </a:p>
            </p:txBody>
          </p:sp>
        </mc:Fallback>
      </mc:AlternateContent>
      <p:sp>
        <p:nvSpPr>
          <p:cNvPr id="9" name="Rectangle 9">
            <a:extLst>
              <a:ext uri="{FF2B5EF4-FFF2-40B4-BE49-F238E27FC236}">
                <a16:creationId xmlns:a16="http://schemas.microsoft.com/office/drawing/2014/main" id="{0E1B1A9F-253E-364F-9A30-9059F5462F38}"/>
              </a:ext>
            </a:extLst>
          </p:cNvPr>
          <p:cNvSpPr>
            <a:spLocks noChangeArrowheads="1"/>
          </p:cNvSpPr>
          <p:nvPr/>
        </p:nvSpPr>
        <p:spPr bwMode="auto">
          <a:xfrm>
            <a:off x="2485242" y="1894644"/>
            <a:ext cx="10795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nchor="ctr">
            <a:spAutoFit/>
          </a:bodyPr>
          <a:lstStyle/>
          <a:p>
            <a:r>
              <a:rPr lang="en-US" altLang="zh-CN" sz="2400" b="0" dirty="0" err="1">
                <a:latin typeface="Arial" panose="020B0604020202020204" pitchFamily="34" charset="0"/>
                <a:cs typeface="Arial" panose="020B0604020202020204" pitchFamily="34" charset="0"/>
              </a:rPr>
              <a:t>V</a:t>
            </a:r>
            <a:r>
              <a:rPr lang="en-US" altLang="zh-CN" sz="2400" b="0" baseline="-25000" dirty="0" err="1">
                <a:latin typeface="Arial" panose="020B0604020202020204" pitchFamily="34" charset="0"/>
                <a:cs typeface="Arial" panose="020B0604020202020204" pitchFamily="34" charset="0"/>
              </a:rPr>
              <a:t>OHmin</a:t>
            </a:r>
            <a:endParaRPr lang="en-US" altLang="zh-CN" sz="2400" b="0" dirty="0">
              <a:latin typeface="Arial" panose="020B0604020202020204" pitchFamily="34" charset="0"/>
              <a:cs typeface="Arial" panose="020B0604020202020204" pitchFamily="34" charset="0"/>
            </a:endParaRPr>
          </a:p>
        </p:txBody>
      </p:sp>
      <p:sp>
        <p:nvSpPr>
          <p:cNvPr id="10" name="Rectangle 10">
            <a:extLst>
              <a:ext uri="{FF2B5EF4-FFF2-40B4-BE49-F238E27FC236}">
                <a16:creationId xmlns:a16="http://schemas.microsoft.com/office/drawing/2014/main" id="{A152F6A2-0AA8-794D-88D8-BA6BFE3145EB}"/>
              </a:ext>
            </a:extLst>
          </p:cNvPr>
          <p:cNvSpPr>
            <a:spLocks noChangeArrowheads="1"/>
          </p:cNvSpPr>
          <p:nvPr/>
        </p:nvSpPr>
        <p:spPr bwMode="auto">
          <a:xfrm>
            <a:off x="2485118" y="4926769"/>
            <a:ext cx="863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nchor="ctr">
            <a:spAutoFit/>
          </a:bodyPr>
          <a:lstStyle/>
          <a:p>
            <a:r>
              <a:rPr lang="en-US" altLang="zh-CN" sz="2400" b="0" dirty="0" err="1">
                <a:latin typeface="Arial" panose="020B0604020202020204" pitchFamily="34" charset="0"/>
                <a:cs typeface="Arial" panose="020B0604020202020204" pitchFamily="34" charset="0"/>
              </a:rPr>
              <a:t>V</a:t>
            </a:r>
            <a:r>
              <a:rPr lang="en-US" altLang="zh-CN" sz="2400" b="0" baseline="-25000" dirty="0" err="1">
                <a:latin typeface="Arial" panose="020B0604020202020204" pitchFamily="34" charset="0"/>
                <a:cs typeface="Arial" panose="020B0604020202020204" pitchFamily="34" charset="0"/>
              </a:rPr>
              <a:t>OLmax</a:t>
            </a:r>
            <a:endParaRPr lang="en-US" altLang="zh-CN" sz="2400" b="0" dirty="0">
              <a:latin typeface="Arial" panose="020B0604020202020204" pitchFamily="34" charset="0"/>
              <a:cs typeface="Arial" panose="020B0604020202020204" pitchFamily="34" charset="0"/>
            </a:endParaRPr>
          </a:p>
        </p:txBody>
      </p:sp>
      <p:grpSp>
        <p:nvGrpSpPr>
          <p:cNvPr id="12" name="Group 15">
            <a:extLst>
              <a:ext uri="{FF2B5EF4-FFF2-40B4-BE49-F238E27FC236}">
                <a16:creationId xmlns:a16="http://schemas.microsoft.com/office/drawing/2014/main" id="{160346D5-33B0-E24E-94A6-8A0AAB053861}"/>
              </a:ext>
            </a:extLst>
          </p:cNvPr>
          <p:cNvGrpSpPr>
            <a:grpSpLocks/>
          </p:cNvGrpSpPr>
          <p:nvPr/>
        </p:nvGrpSpPr>
        <p:grpSpPr bwMode="auto">
          <a:xfrm>
            <a:off x="988899" y="1925323"/>
            <a:ext cx="1198563" cy="3470276"/>
            <a:chOff x="4621" y="1530"/>
            <a:chExt cx="755" cy="2186"/>
          </a:xfrm>
        </p:grpSpPr>
        <p:sp>
          <p:nvSpPr>
            <p:cNvPr id="34" name="Rectangle 16">
              <a:extLst>
                <a:ext uri="{FF2B5EF4-FFF2-40B4-BE49-F238E27FC236}">
                  <a16:creationId xmlns:a16="http://schemas.microsoft.com/office/drawing/2014/main" id="{7CECACD3-104D-0F4D-9316-E96FC701DFC2}"/>
                </a:ext>
              </a:extLst>
            </p:cNvPr>
            <p:cNvSpPr>
              <a:spLocks noChangeArrowheads="1"/>
            </p:cNvSpPr>
            <p:nvPr/>
          </p:nvSpPr>
          <p:spPr bwMode="auto">
            <a:xfrm>
              <a:off x="4621" y="1530"/>
              <a:ext cx="755" cy="294"/>
            </a:xfrm>
            <a:prstGeom prst="rect">
              <a:avLst/>
            </a:prstGeom>
            <a:solidFill>
              <a:schemeClr val="accent2"/>
            </a:solidFill>
            <a:ln w="9525" algn="ctr">
              <a:solidFill>
                <a:schemeClr val="tx1"/>
              </a:solidFill>
              <a:miter lim="800000"/>
              <a:headEnd/>
              <a:tailEnd/>
            </a:ln>
          </p:spPr>
          <p:txBody>
            <a:bodyPr anchor="ctr">
              <a:spAutoFit/>
            </a:bodyPr>
            <a:lstStyle/>
            <a:p>
              <a:pPr algn="ctr"/>
              <a:r>
                <a:rPr lang="en-US" altLang="zh-CN" sz="2400" b="0" dirty="0">
                  <a:solidFill>
                    <a:schemeClr val="tx1"/>
                  </a:solidFill>
                  <a:latin typeface="STHeiti" panose="02010600040101010101" pitchFamily="2" charset="-122"/>
                  <a:ea typeface="STHeiti" panose="02010600040101010101" pitchFamily="2" charset="-122"/>
                  <a:cs typeface="Arial" panose="020B0604020202020204" pitchFamily="34" charset="0"/>
                </a:rPr>
                <a:t>1</a:t>
              </a:r>
            </a:p>
          </p:txBody>
        </p:sp>
        <p:sp>
          <p:nvSpPr>
            <p:cNvPr id="35" name="Rectangle 17">
              <a:extLst>
                <a:ext uri="{FF2B5EF4-FFF2-40B4-BE49-F238E27FC236}">
                  <a16:creationId xmlns:a16="http://schemas.microsoft.com/office/drawing/2014/main" id="{3BA7762F-3745-F24C-B726-8BF95D88F850}"/>
                </a:ext>
              </a:extLst>
            </p:cNvPr>
            <p:cNvSpPr>
              <a:spLocks noChangeArrowheads="1"/>
            </p:cNvSpPr>
            <p:nvPr/>
          </p:nvSpPr>
          <p:spPr bwMode="auto">
            <a:xfrm>
              <a:off x="4621" y="1824"/>
              <a:ext cx="755" cy="1597"/>
            </a:xfrm>
            <a:prstGeom prst="rect">
              <a:avLst/>
            </a:prstGeom>
            <a:solidFill>
              <a:schemeClr val="tx1">
                <a:lumMod val="50000"/>
                <a:lumOff val="50000"/>
              </a:schemeClr>
            </a:solidFill>
            <a:ln w="9525" algn="ctr">
              <a:solidFill>
                <a:schemeClr val="tx1"/>
              </a:solidFill>
              <a:miter lim="800000"/>
              <a:headEnd/>
              <a:tailEnd/>
            </a:ln>
          </p:spPr>
          <p:txBody>
            <a:bodyPr anchor="ctr">
              <a:noAutofit/>
            </a:bodyPr>
            <a:lstStyle/>
            <a:p>
              <a:pPr algn="ctr"/>
              <a:endParaRPr lang="en-US" altLang="zh-CN" sz="2400" b="1" dirty="0">
                <a:solidFill>
                  <a:schemeClr val="tx1"/>
                </a:solidFill>
                <a:latin typeface="STHeiti" panose="02010600040101010101" pitchFamily="2" charset="-122"/>
                <a:ea typeface="STHeiti" panose="02010600040101010101" pitchFamily="2" charset="-122"/>
                <a:cs typeface="Arial" panose="020B0604020202020204" pitchFamily="34" charset="0"/>
              </a:endParaRPr>
            </a:p>
            <a:p>
              <a:pPr algn="ctr"/>
              <a:endParaRPr lang="en-US" altLang="zh-CN" sz="2400" b="1" dirty="0">
                <a:solidFill>
                  <a:schemeClr val="tx1"/>
                </a:solidFill>
                <a:latin typeface="STHeiti" panose="02010600040101010101" pitchFamily="2" charset="-122"/>
                <a:ea typeface="STHeiti" panose="02010600040101010101" pitchFamily="2" charset="-122"/>
                <a:cs typeface="Arial" panose="020B0604020202020204" pitchFamily="34" charset="0"/>
              </a:endParaRPr>
            </a:p>
            <a:p>
              <a:pPr algn="ctr"/>
              <a:endParaRPr lang="en-US" altLang="zh-CN" sz="2400" b="1" dirty="0">
                <a:solidFill>
                  <a:schemeClr val="tx1"/>
                </a:solidFill>
                <a:latin typeface="STHeiti" panose="02010600040101010101" pitchFamily="2" charset="-122"/>
                <a:ea typeface="STHeiti" panose="02010600040101010101" pitchFamily="2" charset="-122"/>
                <a:cs typeface="Arial" panose="020B0604020202020204" pitchFamily="34" charset="0"/>
              </a:endParaRPr>
            </a:p>
            <a:p>
              <a:pPr algn="ctr"/>
              <a:r>
                <a:rPr lang="zh-CN" altLang="en-US" sz="2000" b="1" dirty="0">
                  <a:latin typeface="STHeiti" panose="02010600040101010101" pitchFamily="2" charset="-122"/>
                  <a:ea typeface="STHeiti" panose="02010600040101010101" pitchFamily="2" charset="-122"/>
                  <a:cs typeface="Arial" panose="020B0604020202020204" pitchFamily="34" charset="0"/>
                </a:rPr>
                <a:t>禁止</a:t>
              </a:r>
              <a:endParaRPr lang="en-US" altLang="zh-CN" sz="2400" b="1" dirty="0">
                <a:solidFill>
                  <a:schemeClr val="tx1"/>
                </a:solidFill>
                <a:latin typeface="STHeiti" panose="02010600040101010101" pitchFamily="2" charset="-122"/>
                <a:ea typeface="STHeiti" panose="02010600040101010101" pitchFamily="2" charset="-122"/>
                <a:cs typeface="Arial" panose="020B0604020202020204" pitchFamily="34" charset="0"/>
              </a:endParaRPr>
            </a:p>
            <a:p>
              <a:pPr algn="ctr"/>
              <a:endParaRPr lang="en-US" altLang="zh-CN" sz="2400" b="1" dirty="0">
                <a:latin typeface="STHeiti" panose="02010600040101010101" pitchFamily="2" charset="-122"/>
                <a:ea typeface="STHeiti" panose="02010600040101010101" pitchFamily="2" charset="-122"/>
                <a:cs typeface="Arial" panose="020B0604020202020204" pitchFamily="34" charset="0"/>
              </a:endParaRPr>
            </a:p>
            <a:p>
              <a:pPr algn="ctr"/>
              <a:endParaRPr lang="en-US" altLang="zh-CN" sz="2400" b="1" dirty="0">
                <a:solidFill>
                  <a:schemeClr val="tx1"/>
                </a:solidFill>
                <a:latin typeface="STHeiti" panose="02010600040101010101" pitchFamily="2" charset="-122"/>
                <a:ea typeface="STHeiti" panose="02010600040101010101" pitchFamily="2" charset="-122"/>
                <a:cs typeface="Arial" panose="020B0604020202020204" pitchFamily="34" charset="0"/>
              </a:endParaRPr>
            </a:p>
            <a:p>
              <a:pPr algn="ctr"/>
              <a:endParaRPr lang="en-US" altLang="zh-CN" sz="2400" b="1" dirty="0">
                <a:solidFill>
                  <a:schemeClr val="tx1"/>
                </a:solidFill>
                <a:latin typeface="STHeiti" panose="02010600040101010101" pitchFamily="2" charset="-122"/>
                <a:ea typeface="STHeiti" panose="02010600040101010101" pitchFamily="2" charset="-122"/>
                <a:cs typeface="Arial" panose="020B0604020202020204" pitchFamily="34" charset="0"/>
              </a:endParaRPr>
            </a:p>
          </p:txBody>
        </p:sp>
        <p:sp>
          <p:nvSpPr>
            <p:cNvPr id="36" name="Rectangle 18">
              <a:extLst>
                <a:ext uri="{FF2B5EF4-FFF2-40B4-BE49-F238E27FC236}">
                  <a16:creationId xmlns:a16="http://schemas.microsoft.com/office/drawing/2014/main" id="{3ECCF2EE-B6F8-B947-86DF-29C05DB346A2}"/>
                </a:ext>
              </a:extLst>
            </p:cNvPr>
            <p:cNvSpPr>
              <a:spLocks noChangeArrowheads="1"/>
            </p:cNvSpPr>
            <p:nvPr/>
          </p:nvSpPr>
          <p:spPr bwMode="auto">
            <a:xfrm>
              <a:off x="4621" y="3422"/>
              <a:ext cx="755" cy="294"/>
            </a:xfrm>
            <a:prstGeom prst="rect">
              <a:avLst/>
            </a:prstGeom>
            <a:solidFill>
              <a:schemeClr val="accent2"/>
            </a:solidFill>
            <a:ln w="9525" algn="ctr">
              <a:solidFill>
                <a:schemeClr val="tx1"/>
              </a:solidFill>
              <a:miter lim="800000"/>
              <a:headEnd/>
              <a:tailEnd/>
            </a:ln>
          </p:spPr>
          <p:txBody>
            <a:bodyPr anchor="ctr">
              <a:spAutoFit/>
            </a:bodyPr>
            <a:lstStyle/>
            <a:p>
              <a:pPr algn="ctr"/>
              <a:r>
                <a:rPr lang="en-US" altLang="zh-CN" sz="2400" b="0">
                  <a:solidFill>
                    <a:schemeClr val="tx1"/>
                  </a:solidFill>
                  <a:latin typeface="STHeiti" panose="02010600040101010101" pitchFamily="2" charset="-122"/>
                  <a:ea typeface="STHeiti" panose="02010600040101010101" pitchFamily="2" charset="-122"/>
                  <a:cs typeface="Arial" panose="020B0604020202020204" pitchFamily="34" charset="0"/>
                </a:rPr>
                <a:t>0</a:t>
              </a:r>
            </a:p>
          </p:txBody>
        </p:sp>
      </p:grpSp>
      <p:sp>
        <p:nvSpPr>
          <p:cNvPr id="20" name="Line 26">
            <a:extLst>
              <a:ext uri="{FF2B5EF4-FFF2-40B4-BE49-F238E27FC236}">
                <a16:creationId xmlns:a16="http://schemas.microsoft.com/office/drawing/2014/main" id="{50C351C7-3DA2-A64E-A169-36787ED15DEC}"/>
              </a:ext>
            </a:extLst>
          </p:cNvPr>
          <p:cNvSpPr>
            <a:spLocks noChangeShapeType="1"/>
          </p:cNvSpPr>
          <p:nvPr/>
        </p:nvSpPr>
        <p:spPr bwMode="auto">
          <a:xfrm>
            <a:off x="2241722" y="2372997"/>
            <a:ext cx="1143000"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23" name="Line 29">
            <a:extLst>
              <a:ext uri="{FF2B5EF4-FFF2-40B4-BE49-F238E27FC236}">
                <a16:creationId xmlns:a16="http://schemas.microsoft.com/office/drawing/2014/main" id="{0AD32331-F503-2248-9B09-F8C4CC14E74F}"/>
              </a:ext>
            </a:extLst>
          </p:cNvPr>
          <p:cNvSpPr>
            <a:spLocks noChangeShapeType="1"/>
          </p:cNvSpPr>
          <p:nvPr/>
        </p:nvSpPr>
        <p:spPr bwMode="auto">
          <a:xfrm>
            <a:off x="2205718" y="4968560"/>
            <a:ext cx="1143000"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43" name="矩形 39">
            <a:extLst>
              <a:ext uri="{FF2B5EF4-FFF2-40B4-BE49-F238E27FC236}">
                <a16:creationId xmlns:a16="http://schemas.microsoft.com/office/drawing/2014/main" id="{76A3BB20-770D-8F45-9E3E-A23CEF2E53B5}"/>
              </a:ext>
            </a:extLst>
          </p:cNvPr>
          <p:cNvSpPr/>
          <p:nvPr/>
        </p:nvSpPr>
        <p:spPr>
          <a:xfrm>
            <a:off x="897632" y="1278578"/>
            <a:ext cx="1422184" cy="574581"/>
          </a:xfrm>
          <a:prstGeom prst="rect">
            <a:avLst/>
          </a:prstGeom>
        </p:spPr>
        <p:txBody>
          <a:bodyPr wrap="none">
            <a:spAutoFit/>
          </a:bodyPr>
          <a:lstStyle/>
          <a:p>
            <a:pPr lvl="0" algn="ctr">
              <a:lnSpc>
                <a:spcPct val="150000"/>
              </a:lnSpc>
            </a:pPr>
            <a:r>
              <a:rPr lang="zh-CN" altLang="en-US" sz="2400" b="1" dirty="0">
                <a:solidFill>
                  <a:schemeClr val="accent6">
                    <a:lumMod val="75000"/>
                  </a:schemeClr>
                </a:solidFill>
                <a:latin typeface="Arial" panose="020B0604020202020204" pitchFamily="34" charset="0"/>
                <a:ea typeface="黑体" pitchFamily="2" charset="-122"/>
                <a:cs typeface="Arial" panose="020B0604020202020204" pitchFamily="34" charset="0"/>
              </a:rPr>
              <a:t>输出信号</a:t>
            </a:r>
            <a:endParaRPr lang="en-US" altLang="zh-CN" sz="2400" b="1" dirty="0">
              <a:solidFill>
                <a:schemeClr val="accent6">
                  <a:lumMod val="75000"/>
                </a:schemeClr>
              </a:solidFill>
              <a:latin typeface="Arial" panose="020B0604020202020204" pitchFamily="34" charset="0"/>
              <a:ea typeface="黑体" pitchFamily="2" charset="-122"/>
              <a:cs typeface="Arial" panose="020B0604020202020204" pitchFamily="34" charset="0"/>
            </a:endParaRPr>
          </a:p>
        </p:txBody>
      </p:sp>
      <p:sp>
        <p:nvSpPr>
          <p:cNvPr id="7" name="Rectangle 7">
            <a:extLst>
              <a:ext uri="{FF2B5EF4-FFF2-40B4-BE49-F238E27FC236}">
                <a16:creationId xmlns:a16="http://schemas.microsoft.com/office/drawing/2014/main" id="{5DAA6722-4C08-9E44-A661-A315606DEEC2}"/>
              </a:ext>
            </a:extLst>
          </p:cNvPr>
          <p:cNvSpPr>
            <a:spLocks noChangeArrowheads="1"/>
          </p:cNvSpPr>
          <p:nvPr/>
        </p:nvSpPr>
        <p:spPr bwMode="auto">
          <a:xfrm>
            <a:off x="3472279" y="3104371"/>
            <a:ext cx="863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nchor="ctr">
            <a:spAutoFit/>
          </a:bodyPr>
          <a:lstStyle/>
          <a:p>
            <a:r>
              <a:rPr lang="en-US" altLang="zh-CN" sz="2400" b="0" dirty="0" err="1">
                <a:solidFill>
                  <a:schemeClr val="folHlink"/>
                </a:solidFill>
                <a:latin typeface="Arial" panose="020B0604020202020204" pitchFamily="34" charset="0"/>
                <a:cs typeface="Arial" panose="020B0604020202020204" pitchFamily="34" charset="0"/>
              </a:rPr>
              <a:t>V</a:t>
            </a:r>
            <a:r>
              <a:rPr lang="en-US" altLang="zh-CN" sz="2400" b="0" baseline="-25000" dirty="0" err="1">
                <a:solidFill>
                  <a:schemeClr val="folHlink"/>
                </a:solidFill>
                <a:latin typeface="Arial" panose="020B0604020202020204" pitchFamily="34" charset="0"/>
                <a:cs typeface="Arial" panose="020B0604020202020204" pitchFamily="34" charset="0"/>
              </a:rPr>
              <a:t>IHmin</a:t>
            </a:r>
            <a:endParaRPr lang="en-US" altLang="zh-CN" sz="2400" b="0" dirty="0">
              <a:solidFill>
                <a:schemeClr val="folHlink"/>
              </a:solidFill>
              <a:latin typeface="Arial" panose="020B0604020202020204" pitchFamily="34" charset="0"/>
              <a:cs typeface="Arial" panose="020B0604020202020204" pitchFamily="34" charset="0"/>
            </a:endParaRPr>
          </a:p>
        </p:txBody>
      </p:sp>
      <p:sp>
        <p:nvSpPr>
          <p:cNvPr id="8" name="Rectangle 8">
            <a:extLst>
              <a:ext uri="{FF2B5EF4-FFF2-40B4-BE49-F238E27FC236}">
                <a16:creationId xmlns:a16="http://schemas.microsoft.com/office/drawing/2014/main" id="{D7A9ED55-248D-B644-9168-A38109156BF0}"/>
              </a:ext>
            </a:extLst>
          </p:cNvPr>
          <p:cNvSpPr>
            <a:spLocks noChangeArrowheads="1"/>
          </p:cNvSpPr>
          <p:nvPr/>
        </p:nvSpPr>
        <p:spPr bwMode="auto">
          <a:xfrm>
            <a:off x="3472279" y="3774296"/>
            <a:ext cx="863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nchor="ctr">
            <a:spAutoFit/>
          </a:bodyPr>
          <a:lstStyle/>
          <a:p>
            <a:r>
              <a:rPr lang="en-US" altLang="zh-CN" sz="2400" b="0">
                <a:solidFill>
                  <a:schemeClr val="folHlink"/>
                </a:solidFill>
                <a:latin typeface="Arial" panose="020B0604020202020204" pitchFamily="34" charset="0"/>
                <a:cs typeface="Arial" panose="020B0604020202020204" pitchFamily="34" charset="0"/>
              </a:rPr>
              <a:t>V</a:t>
            </a:r>
            <a:r>
              <a:rPr lang="en-US" altLang="zh-CN" sz="2400" b="0" baseline="-25000">
                <a:solidFill>
                  <a:schemeClr val="folHlink"/>
                </a:solidFill>
                <a:latin typeface="Arial" panose="020B0604020202020204" pitchFamily="34" charset="0"/>
                <a:cs typeface="Arial" panose="020B0604020202020204" pitchFamily="34" charset="0"/>
              </a:rPr>
              <a:t>ILmax</a:t>
            </a:r>
            <a:endParaRPr lang="en-US" altLang="zh-CN" sz="2400" b="0">
              <a:solidFill>
                <a:schemeClr val="folHlink"/>
              </a:solidFill>
              <a:latin typeface="Arial" panose="020B0604020202020204" pitchFamily="34" charset="0"/>
              <a:cs typeface="Arial" panose="020B0604020202020204" pitchFamily="34" charset="0"/>
            </a:endParaRPr>
          </a:p>
        </p:txBody>
      </p:sp>
      <p:sp>
        <p:nvSpPr>
          <p:cNvPr id="21" name="Line 27">
            <a:extLst>
              <a:ext uri="{FF2B5EF4-FFF2-40B4-BE49-F238E27FC236}">
                <a16:creationId xmlns:a16="http://schemas.microsoft.com/office/drawing/2014/main" id="{F09D7970-D518-4148-AC2D-B0DD44BAD796}"/>
              </a:ext>
            </a:extLst>
          </p:cNvPr>
          <p:cNvSpPr>
            <a:spLocks noChangeShapeType="1"/>
          </p:cNvSpPr>
          <p:nvPr/>
        </p:nvSpPr>
        <p:spPr bwMode="auto">
          <a:xfrm>
            <a:off x="2869854" y="3090599"/>
            <a:ext cx="1745425" cy="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22" name="Line 28">
            <a:extLst>
              <a:ext uri="{FF2B5EF4-FFF2-40B4-BE49-F238E27FC236}">
                <a16:creationId xmlns:a16="http://schemas.microsoft.com/office/drawing/2014/main" id="{5B1CC26F-7849-A04F-A5E6-6582811FC5FC}"/>
              </a:ext>
            </a:extLst>
          </p:cNvPr>
          <p:cNvSpPr>
            <a:spLocks noChangeShapeType="1"/>
          </p:cNvSpPr>
          <p:nvPr/>
        </p:nvSpPr>
        <p:spPr bwMode="auto">
          <a:xfrm>
            <a:off x="2869853" y="4233599"/>
            <a:ext cx="1709421" cy="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42" name="矩形 39">
            <a:extLst>
              <a:ext uri="{FF2B5EF4-FFF2-40B4-BE49-F238E27FC236}">
                <a16:creationId xmlns:a16="http://schemas.microsoft.com/office/drawing/2014/main" id="{63021508-B31A-824A-B739-DA1963D32592}"/>
              </a:ext>
            </a:extLst>
          </p:cNvPr>
          <p:cNvSpPr/>
          <p:nvPr/>
        </p:nvSpPr>
        <p:spPr>
          <a:xfrm>
            <a:off x="4499992" y="1278578"/>
            <a:ext cx="1422184" cy="574581"/>
          </a:xfrm>
          <a:prstGeom prst="rect">
            <a:avLst/>
          </a:prstGeom>
        </p:spPr>
        <p:txBody>
          <a:bodyPr wrap="none">
            <a:spAutoFit/>
          </a:bodyPr>
          <a:lstStyle/>
          <a:p>
            <a:pPr lvl="0">
              <a:lnSpc>
                <a:spcPct val="150000"/>
              </a:lnSpc>
            </a:pPr>
            <a:r>
              <a:rPr lang="zh-CN" altLang="en-US" sz="2400" b="1" dirty="0">
                <a:solidFill>
                  <a:srgbClr val="FFC000"/>
                </a:solidFill>
                <a:effectLst>
                  <a:outerShdw blurRad="50800" dist="38100" dir="2700000" algn="tl" rotWithShape="0">
                    <a:prstClr val="black">
                      <a:alpha val="40000"/>
                    </a:prstClr>
                  </a:outerShdw>
                </a:effectLst>
                <a:latin typeface="Arial" panose="020B0604020202020204" pitchFamily="34" charset="0"/>
                <a:ea typeface="黑体" pitchFamily="2" charset="-122"/>
                <a:cs typeface="Arial" panose="020B0604020202020204" pitchFamily="34" charset="0"/>
              </a:rPr>
              <a:t>输入信号</a:t>
            </a:r>
            <a:endParaRPr lang="en-US" altLang="zh-CN" sz="2400" b="1" dirty="0">
              <a:solidFill>
                <a:srgbClr val="FFC000"/>
              </a:solidFill>
              <a:effectLst>
                <a:outerShdw blurRad="50800" dist="38100" dir="2700000" algn="tl" rotWithShape="0">
                  <a:prstClr val="black">
                    <a:alpha val="40000"/>
                  </a:prstClr>
                </a:outerShdw>
              </a:effectLst>
              <a:latin typeface="Arial" panose="020B0604020202020204" pitchFamily="34" charset="0"/>
              <a:ea typeface="黑体" pitchFamily="2" charset="-122"/>
              <a:cs typeface="Arial" panose="020B0604020202020204" pitchFamily="34" charset="0"/>
            </a:endParaRPr>
          </a:p>
        </p:txBody>
      </p:sp>
      <p:grpSp>
        <p:nvGrpSpPr>
          <p:cNvPr id="44" name="Group 11">
            <a:extLst>
              <a:ext uri="{FF2B5EF4-FFF2-40B4-BE49-F238E27FC236}">
                <a16:creationId xmlns:a16="http://schemas.microsoft.com/office/drawing/2014/main" id="{C5604BF6-583B-0C4E-9A2E-944F7E71C0A0}"/>
              </a:ext>
            </a:extLst>
          </p:cNvPr>
          <p:cNvGrpSpPr>
            <a:grpSpLocks/>
          </p:cNvGrpSpPr>
          <p:nvPr/>
        </p:nvGrpSpPr>
        <p:grpSpPr bwMode="auto">
          <a:xfrm>
            <a:off x="4604848" y="1867207"/>
            <a:ext cx="1198563" cy="3559175"/>
            <a:chOff x="3312" y="1646"/>
            <a:chExt cx="755" cy="2242"/>
          </a:xfrm>
        </p:grpSpPr>
        <p:sp>
          <p:nvSpPr>
            <p:cNvPr id="45" name="Rectangle 12">
              <a:extLst>
                <a:ext uri="{FF2B5EF4-FFF2-40B4-BE49-F238E27FC236}">
                  <a16:creationId xmlns:a16="http://schemas.microsoft.com/office/drawing/2014/main" id="{3DBB421F-B390-FE4D-A4C0-FED1E92CFBE8}"/>
                </a:ext>
              </a:extLst>
            </p:cNvPr>
            <p:cNvSpPr>
              <a:spLocks noChangeArrowheads="1"/>
            </p:cNvSpPr>
            <p:nvPr/>
          </p:nvSpPr>
          <p:spPr bwMode="auto">
            <a:xfrm>
              <a:off x="3312" y="1646"/>
              <a:ext cx="755" cy="754"/>
            </a:xfrm>
            <a:prstGeom prst="rect">
              <a:avLst/>
            </a:prstGeom>
            <a:solidFill>
              <a:srgbClr val="FFC000"/>
            </a:solidFill>
            <a:ln w="9525" algn="ctr">
              <a:solidFill>
                <a:schemeClr val="tx1"/>
              </a:solidFill>
              <a:miter lim="800000"/>
              <a:headEnd/>
              <a:tailEnd/>
            </a:ln>
          </p:spPr>
          <p:txBody>
            <a:bodyPr anchor="ctr">
              <a:spAutoFit/>
            </a:bodyPr>
            <a:lstStyle/>
            <a:p>
              <a:pPr algn="ctr"/>
              <a:endParaRPr lang="en-US" altLang="zh-CN" sz="2400" b="0">
                <a:solidFill>
                  <a:schemeClr val="tx1"/>
                </a:solidFill>
                <a:latin typeface="STHeiti" panose="02010600040101010101" pitchFamily="2" charset="-122"/>
                <a:ea typeface="STHeiti" panose="02010600040101010101" pitchFamily="2" charset="-122"/>
                <a:cs typeface="Arial" panose="020B0604020202020204" pitchFamily="34" charset="0"/>
              </a:endParaRPr>
            </a:p>
            <a:p>
              <a:pPr algn="ctr"/>
              <a:r>
                <a:rPr lang="en-US" altLang="zh-CN" sz="2400" b="0">
                  <a:solidFill>
                    <a:schemeClr val="tx1"/>
                  </a:solidFill>
                  <a:latin typeface="STHeiti" panose="02010600040101010101" pitchFamily="2" charset="-122"/>
                  <a:ea typeface="STHeiti" panose="02010600040101010101" pitchFamily="2" charset="-122"/>
                  <a:cs typeface="Arial" panose="020B0604020202020204" pitchFamily="34" charset="0"/>
                </a:rPr>
                <a:t>1</a:t>
              </a:r>
            </a:p>
            <a:p>
              <a:pPr algn="ctr"/>
              <a:endParaRPr lang="en-US" altLang="zh-CN" sz="2400" b="0">
                <a:solidFill>
                  <a:schemeClr val="tx1"/>
                </a:solidFill>
                <a:latin typeface="STHeiti" panose="02010600040101010101" pitchFamily="2" charset="-122"/>
                <a:ea typeface="STHeiti" panose="02010600040101010101" pitchFamily="2" charset="-122"/>
                <a:cs typeface="Arial" panose="020B0604020202020204" pitchFamily="34" charset="0"/>
              </a:endParaRPr>
            </a:p>
          </p:txBody>
        </p:sp>
        <p:sp>
          <p:nvSpPr>
            <p:cNvPr id="46" name="Rectangle 13">
              <a:extLst>
                <a:ext uri="{FF2B5EF4-FFF2-40B4-BE49-F238E27FC236}">
                  <a16:creationId xmlns:a16="http://schemas.microsoft.com/office/drawing/2014/main" id="{1692B355-7FDE-4C43-B496-9733D848B8A5}"/>
                </a:ext>
              </a:extLst>
            </p:cNvPr>
            <p:cNvSpPr>
              <a:spLocks noChangeArrowheads="1"/>
            </p:cNvSpPr>
            <p:nvPr/>
          </p:nvSpPr>
          <p:spPr bwMode="auto">
            <a:xfrm>
              <a:off x="3312" y="2400"/>
              <a:ext cx="755" cy="733"/>
            </a:xfrm>
            <a:prstGeom prst="rect">
              <a:avLst/>
            </a:prstGeom>
            <a:solidFill>
              <a:schemeClr val="tx1">
                <a:lumMod val="50000"/>
                <a:lumOff val="50000"/>
              </a:schemeClr>
            </a:solidFill>
            <a:ln w="9525" algn="ctr">
              <a:solidFill>
                <a:schemeClr val="tx1"/>
              </a:solidFill>
              <a:miter lim="800000"/>
              <a:headEnd/>
              <a:tailEnd/>
            </a:ln>
          </p:spPr>
          <p:txBody>
            <a:bodyPr anchor="ctr">
              <a:noAutofit/>
            </a:bodyPr>
            <a:lstStyle/>
            <a:p>
              <a:pPr algn="ctr"/>
              <a:r>
                <a:rPr lang="zh-CN" altLang="en-US" b="1" dirty="0">
                  <a:solidFill>
                    <a:schemeClr val="tx1"/>
                  </a:solidFill>
                  <a:latin typeface="STHeiti" panose="02010600040101010101" pitchFamily="2" charset="-122"/>
                  <a:ea typeface="STHeiti" panose="02010600040101010101" pitchFamily="2" charset="-122"/>
                  <a:cs typeface="Arial" panose="020B0604020202020204" pitchFamily="34" charset="0"/>
                </a:rPr>
                <a:t>禁止</a:t>
              </a:r>
              <a:endParaRPr lang="en-US" altLang="zh-CN" sz="2400" b="1" dirty="0">
                <a:solidFill>
                  <a:schemeClr val="tx1"/>
                </a:solidFill>
                <a:latin typeface="STHeiti" panose="02010600040101010101" pitchFamily="2" charset="-122"/>
                <a:ea typeface="STHeiti" panose="02010600040101010101" pitchFamily="2" charset="-122"/>
                <a:cs typeface="Arial" panose="020B0604020202020204" pitchFamily="34" charset="0"/>
              </a:endParaRPr>
            </a:p>
          </p:txBody>
        </p:sp>
        <p:sp>
          <p:nvSpPr>
            <p:cNvPr id="47" name="Rectangle 14">
              <a:extLst>
                <a:ext uri="{FF2B5EF4-FFF2-40B4-BE49-F238E27FC236}">
                  <a16:creationId xmlns:a16="http://schemas.microsoft.com/office/drawing/2014/main" id="{C4AE6F7F-93BF-D44B-B9F1-FED372457D1B}"/>
                </a:ext>
              </a:extLst>
            </p:cNvPr>
            <p:cNvSpPr>
              <a:spLocks noChangeArrowheads="1"/>
            </p:cNvSpPr>
            <p:nvPr/>
          </p:nvSpPr>
          <p:spPr bwMode="auto">
            <a:xfrm>
              <a:off x="3312" y="3134"/>
              <a:ext cx="755" cy="754"/>
            </a:xfrm>
            <a:prstGeom prst="rect">
              <a:avLst/>
            </a:prstGeom>
            <a:solidFill>
              <a:srgbClr val="FFC000"/>
            </a:solidFill>
            <a:ln w="9525" algn="ctr">
              <a:solidFill>
                <a:schemeClr val="tx1"/>
              </a:solidFill>
              <a:miter lim="800000"/>
              <a:headEnd/>
              <a:tailEnd/>
            </a:ln>
          </p:spPr>
          <p:txBody>
            <a:bodyPr anchor="ctr">
              <a:spAutoFit/>
            </a:bodyPr>
            <a:lstStyle/>
            <a:p>
              <a:pPr algn="ctr"/>
              <a:endParaRPr lang="en-US" altLang="zh-CN" sz="2400" b="0">
                <a:solidFill>
                  <a:schemeClr val="tx1"/>
                </a:solidFill>
                <a:latin typeface="STHeiti" panose="02010600040101010101" pitchFamily="2" charset="-122"/>
                <a:ea typeface="STHeiti" panose="02010600040101010101" pitchFamily="2" charset="-122"/>
                <a:cs typeface="Arial" panose="020B0604020202020204" pitchFamily="34" charset="0"/>
              </a:endParaRPr>
            </a:p>
            <a:p>
              <a:pPr algn="ctr"/>
              <a:r>
                <a:rPr lang="en-US" altLang="zh-CN" sz="2400" b="0">
                  <a:solidFill>
                    <a:schemeClr val="tx1"/>
                  </a:solidFill>
                  <a:latin typeface="STHeiti" panose="02010600040101010101" pitchFamily="2" charset="-122"/>
                  <a:ea typeface="STHeiti" panose="02010600040101010101" pitchFamily="2" charset="-122"/>
                  <a:cs typeface="Arial" panose="020B0604020202020204" pitchFamily="34" charset="0"/>
                </a:rPr>
                <a:t>0</a:t>
              </a:r>
            </a:p>
            <a:p>
              <a:pPr algn="ctr"/>
              <a:endParaRPr lang="en-US" altLang="zh-CN" sz="2400" b="0">
                <a:solidFill>
                  <a:schemeClr val="tx1"/>
                </a:solidFill>
                <a:latin typeface="STHeiti" panose="02010600040101010101" pitchFamily="2" charset="-122"/>
                <a:ea typeface="STHeiti" panose="02010600040101010101" pitchFamily="2" charset="-122"/>
                <a:cs typeface="Arial" panose="020B0604020202020204" pitchFamily="34" charset="0"/>
              </a:endParaRPr>
            </a:p>
          </p:txBody>
        </p:sp>
      </p:grpSp>
      <p:grpSp>
        <p:nvGrpSpPr>
          <p:cNvPr id="52" name="Group 51">
            <a:extLst>
              <a:ext uri="{FF2B5EF4-FFF2-40B4-BE49-F238E27FC236}">
                <a16:creationId xmlns:a16="http://schemas.microsoft.com/office/drawing/2014/main" id="{712F635F-D870-194A-B693-94712FDC3625}"/>
              </a:ext>
            </a:extLst>
          </p:cNvPr>
          <p:cNvGrpSpPr/>
          <p:nvPr/>
        </p:nvGrpSpPr>
        <p:grpSpPr>
          <a:xfrm>
            <a:off x="3823191" y="1862078"/>
            <a:ext cx="905279" cy="3576950"/>
            <a:chOff x="251520" y="1911703"/>
            <a:chExt cx="905279" cy="3576950"/>
          </a:xfrm>
        </p:grpSpPr>
        <p:sp>
          <p:nvSpPr>
            <p:cNvPr id="5" name="Rectangle 5">
              <a:extLst>
                <a:ext uri="{FF2B5EF4-FFF2-40B4-BE49-F238E27FC236}">
                  <a16:creationId xmlns:a16="http://schemas.microsoft.com/office/drawing/2014/main" id="{9F351F4C-37A5-EB41-90BE-DD6DCC1B267C}"/>
                </a:ext>
              </a:extLst>
            </p:cNvPr>
            <p:cNvSpPr>
              <a:spLocks noChangeArrowheads="1"/>
            </p:cNvSpPr>
            <p:nvPr/>
          </p:nvSpPr>
          <p:spPr bwMode="auto">
            <a:xfrm>
              <a:off x="329979" y="1911703"/>
              <a:ext cx="647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nchor="ctr">
              <a:spAutoFit/>
            </a:bodyPr>
            <a:lstStyle/>
            <a:p>
              <a:r>
                <a:rPr lang="en-US" altLang="zh-CN" sz="2400" b="0" dirty="0">
                  <a:solidFill>
                    <a:schemeClr val="tx1"/>
                  </a:solidFill>
                  <a:latin typeface="Arial" panose="020B0604020202020204" pitchFamily="34" charset="0"/>
                  <a:cs typeface="Arial" panose="020B0604020202020204" pitchFamily="34" charset="0"/>
                </a:rPr>
                <a:t>V</a:t>
              </a:r>
              <a:r>
                <a:rPr lang="en-US" altLang="zh-CN" sz="2400" b="0" baseline="-25000" dirty="0">
                  <a:solidFill>
                    <a:schemeClr val="tx1"/>
                  </a:solidFill>
                  <a:latin typeface="Arial" panose="020B0604020202020204" pitchFamily="34" charset="0"/>
                  <a:cs typeface="Arial" panose="020B0604020202020204" pitchFamily="34" charset="0"/>
                </a:rPr>
                <a:t>DD</a:t>
              </a:r>
              <a:endParaRPr lang="en-US" altLang="zh-CN" sz="2400" b="0" dirty="0">
                <a:solidFill>
                  <a:schemeClr val="tx1"/>
                </a:solidFill>
                <a:latin typeface="Arial" panose="020B0604020202020204" pitchFamily="34" charset="0"/>
                <a:cs typeface="Arial" panose="020B0604020202020204" pitchFamily="34" charset="0"/>
              </a:endParaRPr>
            </a:p>
          </p:txBody>
        </p:sp>
        <p:sp>
          <p:nvSpPr>
            <p:cNvPr id="6" name="Rectangle 6">
              <a:extLst>
                <a:ext uri="{FF2B5EF4-FFF2-40B4-BE49-F238E27FC236}">
                  <a16:creationId xmlns:a16="http://schemas.microsoft.com/office/drawing/2014/main" id="{EAD830C4-0732-FF4B-A80C-03CCF8904756}"/>
                </a:ext>
              </a:extLst>
            </p:cNvPr>
            <p:cNvSpPr>
              <a:spLocks noChangeArrowheads="1"/>
            </p:cNvSpPr>
            <p:nvPr/>
          </p:nvSpPr>
          <p:spPr bwMode="auto">
            <a:xfrm>
              <a:off x="287524" y="5119321"/>
              <a:ext cx="8692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nchor="ctr">
              <a:spAutoFit/>
            </a:bodyPr>
            <a:lstStyle/>
            <a:p>
              <a:r>
                <a:rPr lang="en-US" altLang="zh-CN" sz="2400" b="0" dirty="0">
                  <a:solidFill>
                    <a:schemeClr val="tx1"/>
                  </a:solidFill>
                  <a:latin typeface="Arial" panose="020B0604020202020204" pitchFamily="34" charset="0"/>
                  <a:cs typeface="Arial" panose="020B0604020202020204" pitchFamily="34" charset="0"/>
                </a:rPr>
                <a:t>GND</a:t>
              </a:r>
            </a:p>
          </p:txBody>
        </p:sp>
        <p:cxnSp>
          <p:nvCxnSpPr>
            <p:cNvPr id="50" name="Straight Connector 49">
              <a:extLst>
                <a:ext uri="{FF2B5EF4-FFF2-40B4-BE49-F238E27FC236}">
                  <a16:creationId xmlns:a16="http://schemas.microsoft.com/office/drawing/2014/main" id="{9119B72F-8A1A-2D4A-A1EA-D5AD6F752021}"/>
                </a:ext>
              </a:extLst>
            </p:cNvPr>
            <p:cNvCxnSpPr/>
            <p:nvPr/>
          </p:nvCxnSpPr>
          <p:spPr bwMode="auto">
            <a:xfrm flipH="1">
              <a:off x="251520" y="1916832"/>
              <a:ext cx="781657"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51" name="Straight Connector 50">
              <a:extLst>
                <a:ext uri="{FF2B5EF4-FFF2-40B4-BE49-F238E27FC236}">
                  <a16:creationId xmlns:a16="http://schemas.microsoft.com/office/drawing/2014/main" id="{382F30EF-1D25-824B-89FE-AB97B242BA89}"/>
                </a:ext>
              </a:extLst>
            </p:cNvPr>
            <p:cNvCxnSpPr/>
            <p:nvPr/>
          </p:nvCxnSpPr>
          <p:spPr bwMode="auto">
            <a:xfrm flipH="1">
              <a:off x="287524" y="5477599"/>
              <a:ext cx="781657"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grpSp>
        <p:nvGrpSpPr>
          <p:cNvPr id="59" name="Group 58">
            <a:extLst>
              <a:ext uri="{FF2B5EF4-FFF2-40B4-BE49-F238E27FC236}">
                <a16:creationId xmlns:a16="http://schemas.microsoft.com/office/drawing/2014/main" id="{6A1EDE3F-BF56-AB4E-B6AE-E3B5B8A3E47F}"/>
              </a:ext>
            </a:extLst>
          </p:cNvPr>
          <p:cNvGrpSpPr/>
          <p:nvPr/>
        </p:nvGrpSpPr>
        <p:grpSpPr>
          <a:xfrm>
            <a:off x="2377106" y="2392047"/>
            <a:ext cx="863600" cy="2555904"/>
            <a:chOff x="2736292" y="2432199"/>
            <a:chExt cx="863600" cy="2555904"/>
          </a:xfrm>
        </p:grpSpPr>
        <p:sp>
          <p:nvSpPr>
            <p:cNvPr id="28" name="Rectangle 34">
              <a:extLst>
                <a:ext uri="{FF2B5EF4-FFF2-40B4-BE49-F238E27FC236}">
                  <a16:creationId xmlns:a16="http://schemas.microsoft.com/office/drawing/2014/main" id="{493073C1-76EC-4548-88FC-08EE541146F8}"/>
                </a:ext>
              </a:extLst>
            </p:cNvPr>
            <p:cNvSpPr>
              <a:spLocks noChangeArrowheads="1"/>
            </p:cNvSpPr>
            <p:nvPr/>
          </p:nvSpPr>
          <p:spPr bwMode="auto">
            <a:xfrm>
              <a:off x="2736292" y="2528521"/>
              <a:ext cx="863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nchor="ctr">
              <a:spAutoFit/>
            </a:bodyPr>
            <a:lstStyle/>
            <a:p>
              <a:r>
                <a:rPr lang="en-US" altLang="zh-CN" sz="2400" b="0" dirty="0">
                  <a:solidFill>
                    <a:schemeClr val="tx1"/>
                  </a:solidFill>
                  <a:latin typeface="Arial" panose="020B0604020202020204" pitchFamily="34" charset="0"/>
                  <a:cs typeface="Arial" panose="020B0604020202020204" pitchFamily="34" charset="0"/>
                </a:rPr>
                <a:t>V</a:t>
              </a:r>
              <a:r>
                <a:rPr lang="en-US" altLang="zh-CN" sz="2400" b="0" baseline="-25000" dirty="0">
                  <a:solidFill>
                    <a:schemeClr val="tx1"/>
                  </a:solidFill>
                  <a:latin typeface="Arial" panose="020B0604020202020204" pitchFamily="34" charset="0"/>
                  <a:cs typeface="Arial" panose="020B0604020202020204" pitchFamily="34" charset="0"/>
                </a:rPr>
                <a:t>NH</a:t>
              </a:r>
              <a:endParaRPr lang="en-US" altLang="zh-CN" sz="2400" b="0" dirty="0">
                <a:solidFill>
                  <a:schemeClr val="tx1"/>
                </a:solidFill>
                <a:latin typeface="Arial" panose="020B0604020202020204" pitchFamily="34" charset="0"/>
                <a:cs typeface="Arial" panose="020B0604020202020204" pitchFamily="34" charset="0"/>
              </a:endParaRPr>
            </a:p>
          </p:txBody>
        </p:sp>
        <p:sp>
          <p:nvSpPr>
            <p:cNvPr id="29" name="Rectangle 35">
              <a:extLst>
                <a:ext uri="{FF2B5EF4-FFF2-40B4-BE49-F238E27FC236}">
                  <a16:creationId xmlns:a16="http://schemas.microsoft.com/office/drawing/2014/main" id="{E0E4AA08-3D2C-0F4A-BD10-DDC01CED89A3}"/>
                </a:ext>
              </a:extLst>
            </p:cNvPr>
            <p:cNvSpPr>
              <a:spLocks noChangeArrowheads="1"/>
            </p:cNvSpPr>
            <p:nvPr/>
          </p:nvSpPr>
          <p:spPr bwMode="auto">
            <a:xfrm>
              <a:off x="2814464" y="4399005"/>
              <a:ext cx="533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nchor="ctr">
              <a:spAutoFit/>
            </a:bodyPr>
            <a:lstStyle/>
            <a:p>
              <a:r>
                <a:rPr lang="en-US" altLang="zh-CN" sz="2400" b="0" dirty="0">
                  <a:solidFill>
                    <a:schemeClr val="tx1"/>
                  </a:solidFill>
                  <a:latin typeface="Arial" panose="020B0604020202020204" pitchFamily="34" charset="0"/>
                  <a:cs typeface="Arial" panose="020B0604020202020204" pitchFamily="34" charset="0"/>
                </a:rPr>
                <a:t>V</a:t>
              </a:r>
              <a:r>
                <a:rPr lang="en-US" altLang="zh-CN" sz="2400" b="0" baseline="-25000" dirty="0">
                  <a:solidFill>
                    <a:schemeClr val="tx1"/>
                  </a:solidFill>
                  <a:latin typeface="Arial" panose="020B0604020202020204" pitchFamily="34" charset="0"/>
                  <a:cs typeface="Arial" panose="020B0604020202020204" pitchFamily="34" charset="0"/>
                </a:rPr>
                <a:t>NL</a:t>
              </a:r>
              <a:endParaRPr lang="en-US" altLang="zh-CN" sz="2400" b="0" dirty="0">
                <a:solidFill>
                  <a:schemeClr val="tx1"/>
                </a:solidFill>
                <a:latin typeface="Arial" panose="020B0604020202020204" pitchFamily="34" charset="0"/>
                <a:cs typeface="Arial" panose="020B0604020202020204" pitchFamily="34" charset="0"/>
              </a:endParaRPr>
            </a:p>
          </p:txBody>
        </p:sp>
        <p:sp>
          <p:nvSpPr>
            <p:cNvPr id="57" name="Up-Down Arrow 56">
              <a:extLst>
                <a:ext uri="{FF2B5EF4-FFF2-40B4-BE49-F238E27FC236}">
                  <a16:creationId xmlns:a16="http://schemas.microsoft.com/office/drawing/2014/main" id="{5DAB5F46-7577-8E43-B971-0464A15A583E}"/>
                </a:ext>
              </a:extLst>
            </p:cNvPr>
            <p:cNvSpPr/>
            <p:nvPr/>
          </p:nvSpPr>
          <p:spPr bwMode="auto">
            <a:xfrm>
              <a:off x="3290398" y="2432199"/>
              <a:ext cx="309494" cy="681607"/>
            </a:xfrm>
            <a:prstGeom prst="up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58" name="Up-Down Arrow 57">
              <a:extLst>
                <a:ext uri="{FF2B5EF4-FFF2-40B4-BE49-F238E27FC236}">
                  <a16:creationId xmlns:a16="http://schemas.microsoft.com/office/drawing/2014/main" id="{527C46DD-6C04-C849-BA6D-7FAB2AA652E8}"/>
                </a:ext>
              </a:extLst>
            </p:cNvPr>
            <p:cNvSpPr/>
            <p:nvPr/>
          </p:nvSpPr>
          <p:spPr bwMode="auto">
            <a:xfrm>
              <a:off x="3229040" y="4306496"/>
              <a:ext cx="309494" cy="681607"/>
            </a:xfrm>
            <a:prstGeom prst="up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grpSp>
      <p:sp>
        <p:nvSpPr>
          <p:cNvPr id="2" name="Rectangle 1">
            <a:extLst>
              <a:ext uri="{FF2B5EF4-FFF2-40B4-BE49-F238E27FC236}">
                <a16:creationId xmlns:a16="http://schemas.microsoft.com/office/drawing/2014/main" id="{BDB51BD1-3A5C-3F41-8CE7-E5C2E1AA84CF}"/>
              </a:ext>
            </a:extLst>
          </p:cNvPr>
          <p:cNvSpPr/>
          <p:nvPr/>
        </p:nvSpPr>
        <p:spPr>
          <a:xfrm>
            <a:off x="6045790" y="3964987"/>
            <a:ext cx="2951538" cy="1497526"/>
          </a:xfrm>
          <a:prstGeom prst="rect">
            <a:avLst/>
          </a:prstGeom>
        </p:spPr>
        <p:txBody>
          <a:bodyPr wrap="square">
            <a:spAutoFit/>
          </a:bodyPr>
          <a:lstStyle/>
          <a:p>
            <a:pPr lvl="0">
              <a:lnSpc>
                <a:spcPct val="150000"/>
              </a:lnSpc>
            </a:pPr>
            <a:r>
              <a:rPr kumimoji="1" lang="zh-CN" altLang="en-US" sz="2400" b="1" dirty="0">
                <a:solidFill>
                  <a:srgbClr val="3333FF"/>
                </a:solidFill>
                <a:latin typeface="黑体" panose="02010609060101010101" pitchFamily="49" charset="-122"/>
                <a:ea typeface="黑体" panose="02010609060101010101" pitchFamily="49" charset="-122"/>
              </a:rPr>
              <a:t>亮点：</a:t>
            </a:r>
            <a:endParaRPr kumimoji="1" lang="en" altLang="zh-CN" sz="2400" b="1" dirty="0">
              <a:solidFill>
                <a:srgbClr val="3333FF"/>
              </a:solidFill>
              <a:latin typeface="黑体" panose="02010609060101010101" pitchFamily="49" charset="-122"/>
              <a:ea typeface="黑体" panose="02010609060101010101" pitchFamily="49" charset="-122"/>
            </a:endParaRPr>
          </a:p>
          <a:p>
            <a:pPr lvl="0">
              <a:lnSpc>
                <a:spcPct val="150000"/>
              </a:lnSpc>
            </a:pPr>
            <a:r>
              <a:rPr kumimoji="1" lang="zh-CN" altLang="en-US" sz="2000" b="1" dirty="0">
                <a:solidFill>
                  <a:srgbClr val="000000"/>
                </a:solidFill>
                <a:latin typeface="黑体" panose="02010609060101010101" pitchFamily="49" charset="-122"/>
                <a:ea typeface="黑体" panose="02010609060101010101" pitchFamily="49" charset="-122"/>
              </a:rPr>
              <a:t>只要输入信号不超过边界，就没有误判行为</a:t>
            </a:r>
            <a:r>
              <a:rPr kumimoji="1" lang="en" altLang="zh-CN" sz="2000" b="1" dirty="0">
                <a:solidFill>
                  <a:srgbClr val="000000"/>
                </a:solidFill>
                <a:latin typeface="黑体" panose="02010609060101010101" pitchFamily="49" charset="-122"/>
                <a:ea typeface="黑体" panose="02010609060101010101" pitchFamily="49" charset="-122"/>
              </a:rPr>
              <a:t>!</a:t>
            </a:r>
            <a:endParaRPr lang="en" altLang="zh-CN" sz="2000" b="1" dirty="0">
              <a:solidFill>
                <a:srgbClr val="000000"/>
              </a:solidFill>
              <a:latin typeface="黑体" panose="02010609060101010101" pitchFamily="49" charset="-122"/>
              <a:ea typeface="黑体" panose="02010609060101010101" pitchFamily="49" charset="-122"/>
            </a:endParaRPr>
          </a:p>
        </p:txBody>
      </p:sp>
      <p:sp>
        <p:nvSpPr>
          <p:cNvPr id="54" name="Rectangle 37">
            <a:extLst>
              <a:ext uri="{FF2B5EF4-FFF2-40B4-BE49-F238E27FC236}">
                <a16:creationId xmlns:a16="http://schemas.microsoft.com/office/drawing/2014/main" id="{C712272D-F50F-A845-B726-F4CC7B284E06}"/>
              </a:ext>
            </a:extLst>
          </p:cNvPr>
          <p:cNvSpPr>
            <a:spLocks noChangeArrowheads="1"/>
          </p:cNvSpPr>
          <p:nvPr/>
        </p:nvSpPr>
        <p:spPr bwMode="auto">
          <a:xfrm>
            <a:off x="786770" y="5932094"/>
            <a:ext cx="558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nchor="ctr">
            <a:spAutoFit/>
          </a:bodyPr>
          <a:lstStyle/>
          <a:p>
            <a:r>
              <a:rPr lang="en-US" altLang="zh-CN" sz="2400" b="1" dirty="0">
                <a:solidFill>
                  <a:srgbClr val="FFC000"/>
                </a:solidFill>
                <a:effectLst>
                  <a:outerShdw blurRad="50800" dist="38100" dir="2700000" algn="tl" rotWithShape="0">
                    <a:prstClr val="black">
                      <a:alpha val="40000"/>
                    </a:prstClr>
                  </a:outerShdw>
                </a:effectLst>
                <a:latin typeface="Arial" panose="020B0604020202020204" pitchFamily="34" charset="0"/>
                <a:cs typeface="Arial" panose="020B0604020202020204" pitchFamily="34" charset="0"/>
              </a:rPr>
              <a:t>V</a:t>
            </a:r>
            <a:r>
              <a:rPr lang="en-US" altLang="zh-CN" sz="2400" b="1" baseline="-25000" dirty="0">
                <a:solidFill>
                  <a:srgbClr val="FFC000"/>
                </a:solidFill>
                <a:effectLst>
                  <a:outerShdw blurRad="50800" dist="38100" dir="2700000" algn="tl" rotWithShape="0">
                    <a:prstClr val="black">
                      <a:alpha val="40000"/>
                    </a:prstClr>
                  </a:outerShdw>
                </a:effectLst>
                <a:latin typeface="Arial" panose="020B0604020202020204" pitchFamily="34" charset="0"/>
                <a:cs typeface="Arial" panose="020B0604020202020204" pitchFamily="34" charset="0"/>
              </a:rPr>
              <a:t>IN</a:t>
            </a:r>
            <a:endParaRPr lang="en-US" altLang="zh-CN" sz="2400" b="1" dirty="0">
              <a:solidFill>
                <a:srgbClr val="FFC000"/>
              </a:solidFill>
              <a:effectLst>
                <a:outerShdw blurRad="50800" dist="38100" dir="2700000" algn="tl" rotWithShape="0">
                  <a:prstClr val="black">
                    <a:alpha val="40000"/>
                  </a:prstClr>
                </a:outerShdw>
              </a:effectLst>
              <a:latin typeface="Arial" panose="020B0604020202020204" pitchFamily="34" charset="0"/>
              <a:cs typeface="Arial" panose="020B0604020202020204" pitchFamily="34" charset="0"/>
            </a:endParaRPr>
          </a:p>
        </p:txBody>
      </p:sp>
      <p:sp>
        <p:nvSpPr>
          <p:cNvPr id="55" name="Rectangle 38">
            <a:extLst>
              <a:ext uri="{FF2B5EF4-FFF2-40B4-BE49-F238E27FC236}">
                <a16:creationId xmlns:a16="http://schemas.microsoft.com/office/drawing/2014/main" id="{127FCF6F-71D4-4B4E-87DB-924A1F7939CF}"/>
              </a:ext>
            </a:extLst>
          </p:cNvPr>
          <p:cNvSpPr>
            <a:spLocks noChangeArrowheads="1"/>
          </p:cNvSpPr>
          <p:nvPr/>
        </p:nvSpPr>
        <p:spPr bwMode="auto">
          <a:xfrm>
            <a:off x="4925269" y="5939988"/>
            <a:ext cx="65484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nchor="ctr">
            <a:spAutoFit/>
          </a:bodyPr>
          <a:lstStyle/>
          <a:p>
            <a:r>
              <a:rPr lang="en-US" altLang="zh-CN" sz="2400" b="1" dirty="0">
                <a:solidFill>
                  <a:schemeClr val="accent6">
                    <a:lumMod val="75000"/>
                  </a:schemeClr>
                </a:solidFill>
                <a:latin typeface="Arial" panose="020B0604020202020204" pitchFamily="34" charset="0"/>
                <a:cs typeface="Arial" panose="020B0604020202020204" pitchFamily="34" charset="0"/>
              </a:rPr>
              <a:t>V</a:t>
            </a:r>
            <a:r>
              <a:rPr lang="en-US" altLang="zh-CN" sz="2400" b="1" baseline="-25000" dirty="0">
                <a:solidFill>
                  <a:schemeClr val="accent6">
                    <a:lumMod val="75000"/>
                  </a:schemeClr>
                </a:solidFill>
                <a:latin typeface="Arial" panose="020B0604020202020204" pitchFamily="34" charset="0"/>
                <a:cs typeface="Arial" panose="020B0604020202020204" pitchFamily="34" charset="0"/>
              </a:rPr>
              <a:t>OUT</a:t>
            </a:r>
            <a:endParaRPr lang="en-US" altLang="zh-CN" sz="2400" b="1" dirty="0">
              <a:solidFill>
                <a:schemeClr val="accent6">
                  <a:lumMod val="75000"/>
                </a:schemeClr>
              </a:solidFill>
              <a:latin typeface="Arial" panose="020B0604020202020204" pitchFamily="34" charset="0"/>
              <a:cs typeface="Arial" panose="020B0604020202020204" pitchFamily="34" charset="0"/>
            </a:endParaRPr>
          </a:p>
        </p:txBody>
      </p:sp>
      <p:grpSp>
        <p:nvGrpSpPr>
          <p:cNvPr id="60" name="Group 59">
            <a:extLst>
              <a:ext uri="{FF2B5EF4-FFF2-40B4-BE49-F238E27FC236}">
                <a16:creationId xmlns:a16="http://schemas.microsoft.com/office/drawing/2014/main" id="{4DED546B-BEB8-D641-9966-5D9F92861096}"/>
              </a:ext>
            </a:extLst>
          </p:cNvPr>
          <p:cNvGrpSpPr/>
          <p:nvPr/>
        </p:nvGrpSpPr>
        <p:grpSpPr>
          <a:xfrm>
            <a:off x="282345" y="1902276"/>
            <a:ext cx="905279" cy="3482744"/>
            <a:chOff x="251520" y="1911703"/>
            <a:chExt cx="905279" cy="3482744"/>
          </a:xfrm>
        </p:grpSpPr>
        <p:sp>
          <p:nvSpPr>
            <p:cNvPr id="61" name="Rectangle 5">
              <a:extLst>
                <a:ext uri="{FF2B5EF4-FFF2-40B4-BE49-F238E27FC236}">
                  <a16:creationId xmlns:a16="http://schemas.microsoft.com/office/drawing/2014/main" id="{3C46F744-5096-B94E-A99A-0B247026C30B}"/>
                </a:ext>
              </a:extLst>
            </p:cNvPr>
            <p:cNvSpPr>
              <a:spLocks noChangeArrowheads="1"/>
            </p:cNvSpPr>
            <p:nvPr/>
          </p:nvSpPr>
          <p:spPr bwMode="auto">
            <a:xfrm>
              <a:off x="329979" y="1911703"/>
              <a:ext cx="647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nchor="ctr">
              <a:spAutoFit/>
            </a:bodyPr>
            <a:lstStyle/>
            <a:p>
              <a:r>
                <a:rPr lang="en-US" altLang="zh-CN" sz="2400" b="0" dirty="0">
                  <a:solidFill>
                    <a:schemeClr val="tx1"/>
                  </a:solidFill>
                  <a:latin typeface="Arial" panose="020B0604020202020204" pitchFamily="34" charset="0"/>
                  <a:cs typeface="Arial" panose="020B0604020202020204" pitchFamily="34" charset="0"/>
                </a:rPr>
                <a:t>V</a:t>
              </a:r>
              <a:r>
                <a:rPr lang="en-US" altLang="zh-CN" sz="2400" b="0" baseline="-25000" dirty="0">
                  <a:solidFill>
                    <a:schemeClr val="tx1"/>
                  </a:solidFill>
                  <a:latin typeface="Arial" panose="020B0604020202020204" pitchFamily="34" charset="0"/>
                  <a:cs typeface="Arial" panose="020B0604020202020204" pitchFamily="34" charset="0"/>
                </a:rPr>
                <a:t>DD</a:t>
              </a:r>
              <a:endParaRPr lang="en-US" altLang="zh-CN" sz="2400" b="0" dirty="0">
                <a:solidFill>
                  <a:schemeClr val="tx1"/>
                </a:solidFill>
                <a:latin typeface="Arial" panose="020B0604020202020204" pitchFamily="34" charset="0"/>
                <a:cs typeface="Arial" panose="020B0604020202020204" pitchFamily="34" charset="0"/>
              </a:endParaRPr>
            </a:p>
          </p:txBody>
        </p:sp>
        <p:sp>
          <p:nvSpPr>
            <p:cNvPr id="62" name="Rectangle 6">
              <a:extLst>
                <a:ext uri="{FF2B5EF4-FFF2-40B4-BE49-F238E27FC236}">
                  <a16:creationId xmlns:a16="http://schemas.microsoft.com/office/drawing/2014/main" id="{1B79BB04-3EC0-BE42-A66C-476883C4DFA9}"/>
                </a:ext>
              </a:extLst>
            </p:cNvPr>
            <p:cNvSpPr>
              <a:spLocks noChangeArrowheads="1"/>
            </p:cNvSpPr>
            <p:nvPr/>
          </p:nvSpPr>
          <p:spPr bwMode="auto">
            <a:xfrm>
              <a:off x="287524" y="4998403"/>
              <a:ext cx="8692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nchor="ctr">
              <a:spAutoFit/>
            </a:bodyPr>
            <a:lstStyle/>
            <a:p>
              <a:r>
                <a:rPr lang="en-US" altLang="zh-CN" sz="2400" b="0" dirty="0">
                  <a:solidFill>
                    <a:schemeClr val="tx1"/>
                  </a:solidFill>
                  <a:latin typeface="Arial" panose="020B0604020202020204" pitchFamily="34" charset="0"/>
                  <a:cs typeface="Arial" panose="020B0604020202020204" pitchFamily="34" charset="0"/>
                </a:rPr>
                <a:t>GND</a:t>
              </a:r>
            </a:p>
          </p:txBody>
        </p:sp>
        <p:cxnSp>
          <p:nvCxnSpPr>
            <p:cNvPr id="63" name="Straight Connector 62">
              <a:extLst>
                <a:ext uri="{FF2B5EF4-FFF2-40B4-BE49-F238E27FC236}">
                  <a16:creationId xmlns:a16="http://schemas.microsoft.com/office/drawing/2014/main" id="{A04E5AE4-E8B7-184C-9CE8-10BE852F7A58}"/>
                </a:ext>
              </a:extLst>
            </p:cNvPr>
            <p:cNvCxnSpPr/>
            <p:nvPr/>
          </p:nvCxnSpPr>
          <p:spPr bwMode="auto">
            <a:xfrm flipH="1">
              <a:off x="251520" y="1916832"/>
              <a:ext cx="781657"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64" name="Straight Connector 63">
              <a:extLst>
                <a:ext uri="{FF2B5EF4-FFF2-40B4-BE49-F238E27FC236}">
                  <a16:creationId xmlns:a16="http://schemas.microsoft.com/office/drawing/2014/main" id="{ED26FE47-776A-8346-91D6-A52EDE18F4DA}"/>
                </a:ext>
              </a:extLst>
            </p:cNvPr>
            <p:cNvCxnSpPr/>
            <p:nvPr/>
          </p:nvCxnSpPr>
          <p:spPr bwMode="auto">
            <a:xfrm flipH="1">
              <a:off x="287524" y="5394447"/>
              <a:ext cx="781657"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spTree>
    <p:extLst>
      <p:ext uri="{BB962C8B-B14F-4D97-AF65-F5344CB8AC3E}">
        <p14:creationId xmlns:p14="http://schemas.microsoft.com/office/powerpoint/2010/main" val="17703471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pPr eaLnBrk="1" hangingPunct="1"/>
            <a:r>
              <a:rPr lang="zh-CN" altLang="en-US" b="1" dirty="0"/>
              <a:t>速度：转换时间</a:t>
            </a:r>
            <a:endParaRPr lang="en-US" altLang="zh-CN" b="1" dirty="0"/>
          </a:p>
        </p:txBody>
      </p:sp>
      <p:sp>
        <p:nvSpPr>
          <p:cNvPr id="78851" name="Rectangle 3"/>
          <p:cNvSpPr>
            <a:spLocks noGrp="1" noChangeArrowheads="1"/>
          </p:cNvSpPr>
          <p:nvPr>
            <p:ph idx="1"/>
          </p:nvPr>
        </p:nvSpPr>
        <p:spPr>
          <a:xfrm>
            <a:off x="457200" y="1399010"/>
            <a:ext cx="8229600" cy="2642058"/>
          </a:xfrm>
        </p:spPr>
        <p:txBody>
          <a:bodyPr/>
          <a:lstStyle/>
          <a:p>
            <a:pPr eaLnBrk="1" hangingPunct="1"/>
            <a:r>
              <a:rPr lang="zh-CN" altLang="en-US" sz="2800" dirty="0">
                <a:latin typeface="Arial" panose="020B0604020202020204" pitchFamily="34" charset="0"/>
                <a:cs typeface="Arial" panose="020B0604020202020204" pitchFamily="34" charset="0"/>
              </a:rPr>
              <a:t> 输出信号</a:t>
            </a:r>
            <a:endParaRPr lang="en-US" altLang="zh-CN" sz="2800" dirty="0">
              <a:latin typeface="Arial" panose="020B0604020202020204" pitchFamily="34" charset="0"/>
              <a:cs typeface="Arial" panose="020B0604020202020204" pitchFamily="34" charset="0"/>
            </a:endParaRPr>
          </a:p>
          <a:p>
            <a:pPr lvl="1" hangingPunct="1"/>
            <a:r>
              <a:rPr lang="zh-CN" altLang="en-US" sz="2400" dirty="0">
                <a:latin typeface="Arial" panose="020B0604020202020204" pitchFamily="34" charset="0"/>
                <a:cs typeface="Arial" panose="020B0604020202020204" pitchFamily="34" charset="0"/>
              </a:rPr>
              <a:t>上升时间</a:t>
            </a:r>
            <a:r>
              <a:rPr lang="en-US" altLang="zh-CN" sz="2400" dirty="0">
                <a:latin typeface="Arial" panose="020B0604020202020204" pitchFamily="34" charset="0"/>
                <a:cs typeface="Arial" panose="020B0604020202020204" pitchFamily="34" charset="0"/>
              </a:rPr>
              <a:t> </a:t>
            </a:r>
            <a:r>
              <a:rPr lang="en-US" altLang="zh-CN" sz="2400" i="1" dirty="0">
                <a:latin typeface="Arial" panose="020B0604020202020204" pitchFamily="34" charset="0"/>
                <a:cs typeface="Arial" panose="020B0604020202020204" pitchFamily="34" charset="0"/>
              </a:rPr>
              <a:t>t</a:t>
            </a:r>
            <a:r>
              <a:rPr lang="en-US" altLang="zh-CN" sz="2400" i="1" baseline="-25000" dirty="0">
                <a:latin typeface="Arial" panose="020B0604020202020204" pitchFamily="34" charset="0"/>
                <a:cs typeface="Arial" panose="020B0604020202020204" pitchFamily="34" charset="0"/>
              </a:rPr>
              <a:t>r  </a:t>
            </a:r>
            <a:r>
              <a:rPr lang="zh-CN" altLang="en-US" sz="2400" dirty="0">
                <a:latin typeface="Arial" panose="020B0604020202020204" pitchFamily="34" charset="0"/>
                <a:cs typeface="Arial" panose="020B0604020202020204" pitchFamily="34" charset="0"/>
              </a:rPr>
              <a:t>和下降时间</a:t>
            </a:r>
            <a:r>
              <a:rPr lang="en-US" altLang="zh-CN" sz="2400" dirty="0">
                <a:latin typeface="Arial" panose="020B0604020202020204" pitchFamily="34" charset="0"/>
                <a:cs typeface="Arial" panose="020B0604020202020204" pitchFamily="34" charset="0"/>
              </a:rPr>
              <a:t> </a:t>
            </a:r>
            <a:r>
              <a:rPr lang="en-US" altLang="zh-CN" sz="2400" i="1" dirty="0" err="1">
                <a:latin typeface="Arial" panose="020B0604020202020204" pitchFamily="34" charset="0"/>
                <a:cs typeface="Arial" panose="020B0604020202020204" pitchFamily="34" charset="0"/>
              </a:rPr>
              <a:t>t</a:t>
            </a:r>
            <a:r>
              <a:rPr lang="en-US" altLang="zh-CN" sz="2400" i="1" baseline="-25000" dirty="0" err="1">
                <a:latin typeface="Arial" panose="020B0604020202020204" pitchFamily="34" charset="0"/>
                <a:cs typeface="Arial" panose="020B0604020202020204" pitchFamily="34" charset="0"/>
              </a:rPr>
              <a:t>f</a:t>
            </a:r>
            <a:endParaRPr lang="en-US" altLang="zh-CN" sz="2400" i="1" baseline="-25000" dirty="0">
              <a:latin typeface="Arial" panose="020B0604020202020204" pitchFamily="34" charset="0"/>
              <a:cs typeface="Arial" panose="020B0604020202020204" pitchFamily="34" charset="0"/>
            </a:endParaRPr>
          </a:p>
          <a:p>
            <a:pPr lvl="1" hangingPunct="1"/>
            <a:r>
              <a:rPr lang="zh-CN" altLang="en-US" sz="2400" dirty="0"/>
              <a:t>实际使用中</a:t>
            </a:r>
            <a:r>
              <a:rPr lang="en-CN" sz="2400" dirty="0"/>
              <a:t> </a:t>
            </a:r>
          </a:p>
          <a:p>
            <a:pPr lvl="2" hangingPunct="1"/>
            <a:r>
              <a:rPr lang="en-CN" sz="2400" dirty="0"/>
              <a:t>10%-90% </a:t>
            </a:r>
            <a:r>
              <a:rPr lang="zh-CN" altLang="en-US" sz="2400" dirty="0"/>
              <a:t>或</a:t>
            </a:r>
            <a:r>
              <a:rPr lang="en-CN" sz="2400" dirty="0"/>
              <a:t> 20%-80% VDD</a:t>
            </a:r>
          </a:p>
        </p:txBody>
      </p:sp>
      <p:sp>
        <p:nvSpPr>
          <p:cNvPr id="2" name="Slide Number Placeholder 1">
            <a:extLst>
              <a:ext uri="{FF2B5EF4-FFF2-40B4-BE49-F238E27FC236}">
                <a16:creationId xmlns:a16="http://schemas.microsoft.com/office/drawing/2014/main" id="{E66C1597-82D6-6447-8A4B-8D55017C6AAD}"/>
              </a:ext>
            </a:extLst>
          </p:cNvPr>
          <p:cNvSpPr>
            <a:spLocks noGrp="1"/>
          </p:cNvSpPr>
          <p:nvPr>
            <p:ph type="sldNum" sz="quarter" idx="12"/>
          </p:nvPr>
        </p:nvSpPr>
        <p:spPr/>
        <p:txBody>
          <a:bodyPr/>
          <a:lstStyle/>
          <a:p>
            <a:pPr>
              <a:defRPr/>
            </a:pPr>
            <a:fld id="{A88D0608-5506-4AD0-BB9E-DF761E8BFA1F}" type="slidenum">
              <a:rPr lang="zh-CN" altLang="en-US" smtClean="0"/>
              <a:pPr>
                <a:defRPr/>
              </a:pPr>
              <a:t>42</a:t>
            </a:fld>
            <a:endParaRPr lang="en-US" altLang="zh-CN" dirty="0"/>
          </a:p>
        </p:txBody>
      </p:sp>
      <p:grpSp>
        <p:nvGrpSpPr>
          <p:cNvPr id="78876" name="Group 78875">
            <a:extLst>
              <a:ext uri="{FF2B5EF4-FFF2-40B4-BE49-F238E27FC236}">
                <a16:creationId xmlns:a16="http://schemas.microsoft.com/office/drawing/2014/main" id="{FC8458AF-C055-1D4B-9E24-B6D999F7C4CD}"/>
              </a:ext>
            </a:extLst>
          </p:cNvPr>
          <p:cNvGrpSpPr/>
          <p:nvPr/>
        </p:nvGrpSpPr>
        <p:grpSpPr>
          <a:xfrm>
            <a:off x="554702" y="3755141"/>
            <a:ext cx="2937178" cy="2734199"/>
            <a:chOff x="554702" y="3645835"/>
            <a:chExt cx="2937178" cy="2734199"/>
          </a:xfrm>
        </p:grpSpPr>
        <p:cxnSp>
          <p:nvCxnSpPr>
            <p:cNvPr id="6" name="直线连接符 75">
              <a:extLst>
                <a:ext uri="{FF2B5EF4-FFF2-40B4-BE49-F238E27FC236}">
                  <a16:creationId xmlns:a16="http://schemas.microsoft.com/office/drawing/2014/main" id="{65B18F78-6154-4E4B-890B-A7D29A707198}"/>
                </a:ext>
              </a:extLst>
            </p:cNvPr>
            <p:cNvCxnSpPr>
              <a:cxnSpLocks/>
            </p:cNvCxnSpPr>
            <p:nvPr/>
          </p:nvCxnSpPr>
          <p:spPr bwMode="auto">
            <a:xfrm>
              <a:off x="2316339" y="3645835"/>
              <a:ext cx="0" cy="408235"/>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7" name="直线连接符 76">
              <a:extLst>
                <a:ext uri="{FF2B5EF4-FFF2-40B4-BE49-F238E27FC236}">
                  <a16:creationId xmlns:a16="http://schemas.microsoft.com/office/drawing/2014/main" id="{3A1CB5E8-03F8-8640-9D13-5487D1D9A425}"/>
                </a:ext>
              </a:extLst>
            </p:cNvPr>
            <p:cNvCxnSpPr/>
            <p:nvPr/>
          </p:nvCxnSpPr>
          <p:spPr bwMode="auto">
            <a:xfrm flipH="1">
              <a:off x="2136319" y="4054070"/>
              <a:ext cx="180020" cy="0"/>
            </a:xfrm>
            <a:prstGeom prst="line">
              <a:avLst/>
            </a:prstGeom>
            <a:solidFill>
              <a:schemeClr val="accent1"/>
            </a:solidFill>
            <a:ln w="28575" cap="rnd" cmpd="sng" algn="ctr">
              <a:solidFill>
                <a:schemeClr val="tx1"/>
              </a:solidFill>
              <a:prstDash val="solid"/>
              <a:round/>
              <a:headEnd type="none" w="med" len="med"/>
              <a:tailEnd type="triangle" w="med" len="med"/>
            </a:ln>
            <a:effectLst/>
          </p:spPr>
        </p:cxnSp>
        <p:cxnSp>
          <p:nvCxnSpPr>
            <p:cNvPr id="8" name="直线连接符 77">
              <a:extLst>
                <a:ext uri="{FF2B5EF4-FFF2-40B4-BE49-F238E27FC236}">
                  <a16:creationId xmlns:a16="http://schemas.microsoft.com/office/drawing/2014/main" id="{4FF4D870-EAD5-0C4E-A49B-BAB13B11A679}"/>
                </a:ext>
              </a:extLst>
            </p:cNvPr>
            <p:cNvCxnSpPr>
              <a:cxnSpLocks/>
            </p:cNvCxnSpPr>
            <p:nvPr/>
          </p:nvCxnSpPr>
          <p:spPr bwMode="auto">
            <a:xfrm>
              <a:off x="2136319" y="4054070"/>
              <a:ext cx="0" cy="504056"/>
            </a:xfrm>
            <a:prstGeom prst="line">
              <a:avLst/>
            </a:prstGeom>
            <a:solidFill>
              <a:schemeClr val="accent1"/>
            </a:solidFill>
            <a:ln w="28575" cap="sq" cmpd="sng" algn="ctr">
              <a:solidFill>
                <a:schemeClr val="tx1"/>
              </a:solidFill>
              <a:prstDash val="solid"/>
              <a:round/>
              <a:headEnd type="none" w="med" len="med"/>
              <a:tailEnd type="none" w="med" len="med"/>
            </a:ln>
            <a:effectLst/>
          </p:spPr>
        </p:cxnSp>
        <p:cxnSp>
          <p:nvCxnSpPr>
            <p:cNvPr id="9" name="直线连接符 78">
              <a:extLst>
                <a:ext uri="{FF2B5EF4-FFF2-40B4-BE49-F238E27FC236}">
                  <a16:creationId xmlns:a16="http://schemas.microsoft.com/office/drawing/2014/main" id="{C76291A7-779E-1D46-B78F-5AE6B9BCE50D}"/>
                </a:ext>
              </a:extLst>
            </p:cNvPr>
            <p:cNvCxnSpPr>
              <a:cxnSpLocks/>
            </p:cNvCxnSpPr>
            <p:nvPr/>
          </p:nvCxnSpPr>
          <p:spPr bwMode="auto">
            <a:xfrm>
              <a:off x="2136319" y="4558126"/>
              <a:ext cx="208244"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10" name="直线连接符 79">
              <a:extLst>
                <a:ext uri="{FF2B5EF4-FFF2-40B4-BE49-F238E27FC236}">
                  <a16:creationId xmlns:a16="http://schemas.microsoft.com/office/drawing/2014/main" id="{E1780678-E86E-CC49-B916-2535E9B33F3D}"/>
                </a:ext>
              </a:extLst>
            </p:cNvPr>
            <p:cNvCxnSpPr>
              <a:cxnSpLocks/>
            </p:cNvCxnSpPr>
            <p:nvPr/>
          </p:nvCxnSpPr>
          <p:spPr bwMode="auto">
            <a:xfrm>
              <a:off x="1992303" y="4054070"/>
              <a:ext cx="0" cy="504056"/>
            </a:xfrm>
            <a:prstGeom prst="line">
              <a:avLst/>
            </a:prstGeom>
            <a:solidFill>
              <a:schemeClr val="accent1"/>
            </a:solidFill>
            <a:ln w="28575" cap="sq" cmpd="sng" algn="ctr">
              <a:solidFill>
                <a:schemeClr val="tx1"/>
              </a:solidFill>
              <a:prstDash val="solid"/>
              <a:round/>
              <a:headEnd type="none" w="med" len="med"/>
              <a:tailEnd type="none" w="med" len="med"/>
            </a:ln>
            <a:effectLst/>
          </p:spPr>
        </p:cxnSp>
        <p:cxnSp>
          <p:nvCxnSpPr>
            <p:cNvPr id="11" name="直线连接符 80">
              <a:extLst>
                <a:ext uri="{FF2B5EF4-FFF2-40B4-BE49-F238E27FC236}">
                  <a16:creationId xmlns:a16="http://schemas.microsoft.com/office/drawing/2014/main" id="{1946791C-70EA-1749-90D2-A21927D92F35}"/>
                </a:ext>
              </a:extLst>
            </p:cNvPr>
            <p:cNvCxnSpPr>
              <a:cxnSpLocks/>
            </p:cNvCxnSpPr>
            <p:nvPr/>
          </p:nvCxnSpPr>
          <p:spPr bwMode="auto">
            <a:xfrm>
              <a:off x="1488303" y="4306098"/>
              <a:ext cx="396000" cy="0"/>
            </a:xfrm>
            <a:prstGeom prst="line">
              <a:avLst/>
            </a:prstGeom>
            <a:solidFill>
              <a:schemeClr val="accent1"/>
            </a:solidFill>
            <a:ln w="28575" cap="sq" cmpd="sng" algn="ctr">
              <a:solidFill>
                <a:schemeClr val="tx1"/>
              </a:solidFill>
              <a:prstDash val="solid"/>
              <a:round/>
              <a:headEnd type="none" w="med" len="med"/>
              <a:tailEnd type="none" w="med" len="med"/>
            </a:ln>
            <a:effectLst/>
          </p:spPr>
        </p:cxnSp>
        <p:cxnSp>
          <p:nvCxnSpPr>
            <p:cNvPr id="12" name="直线连接符 81">
              <a:extLst>
                <a:ext uri="{FF2B5EF4-FFF2-40B4-BE49-F238E27FC236}">
                  <a16:creationId xmlns:a16="http://schemas.microsoft.com/office/drawing/2014/main" id="{EDC2CC34-8DA9-3947-8D4E-62DB4A1365B8}"/>
                </a:ext>
              </a:extLst>
            </p:cNvPr>
            <p:cNvCxnSpPr>
              <a:cxnSpLocks/>
            </p:cNvCxnSpPr>
            <p:nvPr/>
          </p:nvCxnSpPr>
          <p:spPr bwMode="auto">
            <a:xfrm>
              <a:off x="2212217" y="3645835"/>
              <a:ext cx="208244"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13" name="直线连接符 82">
              <a:extLst>
                <a:ext uri="{FF2B5EF4-FFF2-40B4-BE49-F238E27FC236}">
                  <a16:creationId xmlns:a16="http://schemas.microsoft.com/office/drawing/2014/main" id="{949EE4CD-FB14-5245-AEC4-9717D9C72DD0}"/>
                </a:ext>
              </a:extLst>
            </p:cNvPr>
            <p:cNvCxnSpPr>
              <a:cxnSpLocks/>
            </p:cNvCxnSpPr>
            <p:nvPr/>
          </p:nvCxnSpPr>
          <p:spPr bwMode="auto">
            <a:xfrm>
              <a:off x="2352343" y="4558126"/>
              <a:ext cx="0" cy="432000"/>
            </a:xfrm>
            <a:prstGeom prst="line">
              <a:avLst/>
            </a:prstGeom>
            <a:solidFill>
              <a:schemeClr val="accent1"/>
            </a:solidFill>
            <a:ln w="28575" cap="sq" cmpd="sng" algn="ctr">
              <a:solidFill>
                <a:schemeClr val="tx1"/>
              </a:solidFill>
              <a:prstDash val="solid"/>
              <a:round/>
              <a:headEnd type="none" w="med" len="med"/>
              <a:tailEnd type="none" w="med" len="med"/>
            </a:ln>
            <a:effectLst/>
          </p:spPr>
        </p:cxnSp>
        <p:cxnSp>
          <p:nvCxnSpPr>
            <p:cNvPr id="14" name="直线连接符 83">
              <a:extLst>
                <a:ext uri="{FF2B5EF4-FFF2-40B4-BE49-F238E27FC236}">
                  <a16:creationId xmlns:a16="http://schemas.microsoft.com/office/drawing/2014/main" id="{88B372C6-07CD-3342-96A3-1F89D0A5F3D1}"/>
                </a:ext>
              </a:extLst>
            </p:cNvPr>
            <p:cNvCxnSpPr>
              <a:cxnSpLocks/>
            </p:cNvCxnSpPr>
            <p:nvPr/>
          </p:nvCxnSpPr>
          <p:spPr bwMode="auto">
            <a:xfrm>
              <a:off x="2352343" y="4954170"/>
              <a:ext cx="0" cy="43200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15" name="直线连接符 84">
              <a:extLst>
                <a:ext uri="{FF2B5EF4-FFF2-40B4-BE49-F238E27FC236}">
                  <a16:creationId xmlns:a16="http://schemas.microsoft.com/office/drawing/2014/main" id="{533969F3-7371-964A-BAE7-2EBC7EB8BCDE}"/>
                </a:ext>
              </a:extLst>
            </p:cNvPr>
            <p:cNvCxnSpPr>
              <a:cxnSpLocks/>
            </p:cNvCxnSpPr>
            <p:nvPr/>
          </p:nvCxnSpPr>
          <p:spPr bwMode="auto">
            <a:xfrm>
              <a:off x="2136319" y="5386218"/>
              <a:ext cx="0" cy="504056"/>
            </a:xfrm>
            <a:prstGeom prst="line">
              <a:avLst/>
            </a:prstGeom>
            <a:solidFill>
              <a:schemeClr val="accent1"/>
            </a:solidFill>
            <a:ln w="28575" cap="sq" cmpd="sng" algn="ctr">
              <a:solidFill>
                <a:schemeClr val="tx1"/>
              </a:solidFill>
              <a:prstDash val="solid"/>
              <a:round/>
              <a:headEnd type="none" w="med" len="med"/>
              <a:tailEnd type="none" w="med" len="med"/>
            </a:ln>
            <a:effectLst/>
          </p:spPr>
        </p:cxnSp>
        <p:cxnSp>
          <p:nvCxnSpPr>
            <p:cNvPr id="16" name="直线连接符 85">
              <a:extLst>
                <a:ext uri="{FF2B5EF4-FFF2-40B4-BE49-F238E27FC236}">
                  <a16:creationId xmlns:a16="http://schemas.microsoft.com/office/drawing/2014/main" id="{DCCF54A1-FA2D-F547-A9D4-3628A542D0CE}"/>
                </a:ext>
              </a:extLst>
            </p:cNvPr>
            <p:cNvCxnSpPr>
              <a:cxnSpLocks/>
            </p:cNvCxnSpPr>
            <p:nvPr/>
          </p:nvCxnSpPr>
          <p:spPr bwMode="auto">
            <a:xfrm>
              <a:off x="1992303" y="5386218"/>
              <a:ext cx="0" cy="504056"/>
            </a:xfrm>
            <a:prstGeom prst="line">
              <a:avLst/>
            </a:prstGeom>
            <a:solidFill>
              <a:schemeClr val="accent1"/>
            </a:solidFill>
            <a:ln w="28575" cap="sq" cmpd="sng" algn="ctr">
              <a:solidFill>
                <a:schemeClr val="tx1"/>
              </a:solidFill>
              <a:prstDash val="solid"/>
              <a:round/>
              <a:headEnd type="none" w="med" len="med"/>
              <a:tailEnd type="none" w="med" len="med"/>
            </a:ln>
            <a:effectLst/>
          </p:spPr>
        </p:cxnSp>
        <p:cxnSp>
          <p:nvCxnSpPr>
            <p:cNvPr id="17" name="直线连接符 86">
              <a:extLst>
                <a:ext uri="{FF2B5EF4-FFF2-40B4-BE49-F238E27FC236}">
                  <a16:creationId xmlns:a16="http://schemas.microsoft.com/office/drawing/2014/main" id="{F9D065EF-D311-AF4E-BEF2-CA85B1964355}"/>
                </a:ext>
              </a:extLst>
            </p:cNvPr>
            <p:cNvCxnSpPr>
              <a:cxnSpLocks/>
            </p:cNvCxnSpPr>
            <p:nvPr/>
          </p:nvCxnSpPr>
          <p:spPr bwMode="auto">
            <a:xfrm>
              <a:off x="1488247" y="5626055"/>
              <a:ext cx="504000" cy="0"/>
            </a:xfrm>
            <a:prstGeom prst="line">
              <a:avLst/>
            </a:prstGeom>
            <a:solidFill>
              <a:schemeClr val="accent1"/>
            </a:solidFill>
            <a:ln w="28575" cap="sq" cmpd="sng" algn="ctr">
              <a:solidFill>
                <a:schemeClr val="tx1"/>
              </a:solidFill>
              <a:prstDash val="solid"/>
              <a:round/>
              <a:headEnd type="none" w="med" len="med"/>
              <a:tailEnd type="none" w="med" len="med"/>
            </a:ln>
            <a:effectLst/>
          </p:spPr>
        </p:cxnSp>
        <p:cxnSp>
          <p:nvCxnSpPr>
            <p:cNvPr id="18" name="直线连接符 87">
              <a:extLst>
                <a:ext uri="{FF2B5EF4-FFF2-40B4-BE49-F238E27FC236}">
                  <a16:creationId xmlns:a16="http://schemas.microsoft.com/office/drawing/2014/main" id="{AC1FF5C6-E90E-3545-924A-666FA5559313}"/>
                </a:ext>
              </a:extLst>
            </p:cNvPr>
            <p:cNvCxnSpPr>
              <a:cxnSpLocks/>
            </p:cNvCxnSpPr>
            <p:nvPr/>
          </p:nvCxnSpPr>
          <p:spPr bwMode="auto">
            <a:xfrm rot="5400000">
              <a:off x="2247943" y="5281818"/>
              <a:ext cx="0" cy="20880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19" name="直线连接符 88">
              <a:extLst>
                <a:ext uri="{FF2B5EF4-FFF2-40B4-BE49-F238E27FC236}">
                  <a16:creationId xmlns:a16="http://schemas.microsoft.com/office/drawing/2014/main" id="{F1099237-6987-E948-B32E-4D12BFBE8C31}"/>
                </a:ext>
              </a:extLst>
            </p:cNvPr>
            <p:cNvCxnSpPr>
              <a:cxnSpLocks/>
            </p:cNvCxnSpPr>
            <p:nvPr/>
          </p:nvCxnSpPr>
          <p:spPr bwMode="auto">
            <a:xfrm rot="10800000" flipH="1">
              <a:off x="2136319" y="5890274"/>
              <a:ext cx="180020" cy="0"/>
            </a:xfrm>
            <a:prstGeom prst="line">
              <a:avLst/>
            </a:prstGeom>
            <a:solidFill>
              <a:schemeClr val="accent1"/>
            </a:solidFill>
            <a:ln w="28575" cap="rnd" cmpd="sng" algn="ctr">
              <a:solidFill>
                <a:schemeClr val="tx1"/>
              </a:solidFill>
              <a:prstDash val="solid"/>
              <a:round/>
              <a:headEnd type="none" w="med" len="med"/>
              <a:tailEnd type="triangle" w="med" len="med"/>
            </a:ln>
            <a:effectLst/>
          </p:spPr>
        </p:cxnSp>
        <p:cxnSp>
          <p:nvCxnSpPr>
            <p:cNvPr id="20" name="直线连接符 89">
              <a:extLst>
                <a:ext uri="{FF2B5EF4-FFF2-40B4-BE49-F238E27FC236}">
                  <a16:creationId xmlns:a16="http://schemas.microsoft.com/office/drawing/2014/main" id="{B53F057E-0355-D84D-959C-60254B5C5F10}"/>
                </a:ext>
              </a:extLst>
            </p:cNvPr>
            <p:cNvCxnSpPr>
              <a:cxnSpLocks/>
            </p:cNvCxnSpPr>
            <p:nvPr/>
          </p:nvCxnSpPr>
          <p:spPr bwMode="auto">
            <a:xfrm>
              <a:off x="2316339" y="5890274"/>
              <a:ext cx="0" cy="333396"/>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21" name="直线连接符 90">
              <a:extLst>
                <a:ext uri="{FF2B5EF4-FFF2-40B4-BE49-F238E27FC236}">
                  <a16:creationId xmlns:a16="http://schemas.microsoft.com/office/drawing/2014/main" id="{A10DEADC-B59B-454F-BAD3-E7B85AC159B3}"/>
                </a:ext>
              </a:extLst>
            </p:cNvPr>
            <p:cNvCxnSpPr>
              <a:cxnSpLocks/>
            </p:cNvCxnSpPr>
            <p:nvPr/>
          </p:nvCxnSpPr>
          <p:spPr bwMode="auto">
            <a:xfrm>
              <a:off x="1480835" y="4306098"/>
              <a:ext cx="0" cy="1332148"/>
            </a:xfrm>
            <a:prstGeom prst="line">
              <a:avLst/>
            </a:prstGeom>
            <a:solidFill>
              <a:schemeClr val="accent1"/>
            </a:solidFill>
            <a:ln w="28575" cap="sq" cmpd="sng" algn="ctr">
              <a:solidFill>
                <a:schemeClr val="tx1"/>
              </a:solidFill>
              <a:prstDash val="solid"/>
              <a:round/>
              <a:headEnd type="none" w="med" len="med"/>
              <a:tailEnd type="none" w="med" len="med"/>
            </a:ln>
            <a:effectLst/>
          </p:spPr>
        </p:cxnSp>
        <p:cxnSp>
          <p:nvCxnSpPr>
            <p:cNvPr id="22" name="直线连接符 94">
              <a:extLst>
                <a:ext uri="{FF2B5EF4-FFF2-40B4-BE49-F238E27FC236}">
                  <a16:creationId xmlns:a16="http://schemas.microsoft.com/office/drawing/2014/main" id="{D31A75F3-68AE-984F-9D28-0422B175859E}"/>
                </a:ext>
              </a:extLst>
            </p:cNvPr>
            <p:cNvCxnSpPr>
              <a:cxnSpLocks/>
            </p:cNvCxnSpPr>
            <p:nvPr/>
          </p:nvCxnSpPr>
          <p:spPr bwMode="auto">
            <a:xfrm>
              <a:off x="2360123" y="4954170"/>
              <a:ext cx="915733"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23" name="直线连接符 95">
              <a:extLst>
                <a:ext uri="{FF2B5EF4-FFF2-40B4-BE49-F238E27FC236}">
                  <a16:creationId xmlns:a16="http://schemas.microsoft.com/office/drawing/2014/main" id="{6F1ECA20-45C8-044A-96C0-D3E0A89C13C3}"/>
                </a:ext>
              </a:extLst>
            </p:cNvPr>
            <p:cNvCxnSpPr>
              <a:cxnSpLocks/>
            </p:cNvCxnSpPr>
            <p:nvPr/>
          </p:nvCxnSpPr>
          <p:spPr bwMode="auto">
            <a:xfrm>
              <a:off x="554702" y="4918166"/>
              <a:ext cx="933501"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sp>
          <p:nvSpPr>
            <p:cNvPr id="27" name="文本框 99">
              <a:extLst>
                <a:ext uri="{FF2B5EF4-FFF2-40B4-BE49-F238E27FC236}">
                  <a16:creationId xmlns:a16="http://schemas.microsoft.com/office/drawing/2014/main" id="{6AC1BE14-1989-9C43-8C62-6AAD339897C1}"/>
                </a:ext>
              </a:extLst>
            </p:cNvPr>
            <p:cNvSpPr txBox="1"/>
            <p:nvPr/>
          </p:nvSpPr>
          <p:spPr>
            <a:xfrm>
              <a:off x="2461816" y="4477276"/>
              <a:ext cx="712345" cy="461665"/>
            </a:xfrm>
            <a:prstGeom prst="rect">
              <a:avLst/>
            </a:prstGeom>
            <a:noFill/>
          </p:spPr>
          <p:txBody>
            <a:bodyPr wrap="square" rtlCol="0">
              <a:spAutoFit/>
            </a:bodyPr>
            <a:lstStyle/>
            <a:p>
              <a:r>
                <a:rPr kumimoji="1" lang="en-US" altLang="zh-CN" sz="2400" dirty="0"/>
                <a:t>V</a:t>
              </a:r>
              <a:r>
                <a:rPr kumimoji="1" lang="en-US" altLang="zh-CN" sz="2400" baseline="-25000" dirty="0"/>
                <a:t>out</a:t>
              </a:r>
              <a:endParaRPr kumimoji="1" lang="zh-CN" altLang="en-US" sz="2400" baseline="-25000" dirty="0"/>
            </a:p>
          </p:txBody>
        </p:sp>
        <p:sp>
          <p:nvSpPr>
            <p:cNvPr id="28" name="椭圆 45">
              <a:extLst>
                <a:ext uri="{FF2B5EF4-FFF2-40B4-BE49-F238E27FC236}">
                  <a16:creationId xmlns:a16="http://schemas.microsoft.com/office/drawing/2014/main" id="{94F5C897-00D4-6C4F-9795-2EEC205AFA89}"/>
                </a:ext>
              </a:extLst>
            </p:cNvPr>
            <p:cNvSpPr/>
            <p:nvPr/>
          </p:nvSpPr>
          <p:spPr bwMode="auto">
            <a:xfrm>
              <a:off x="1884303" y="4270094"/>
              <a:ext cx="107944" cy="108012"/>
            </a:xfrm>
            <a:prstGeom prst="ellipse">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zh-CN" altLang="en-US"/>
            </a:p>
          </p:txBody>
        </p:sp>
        <p:sp>
          <p:nvSpPr>
            <p:cNvPr id="29" name="文本框 103">
              <a:extLst>
                <a:ext uri="{FF2B5EF4-FFF2-40B4-BE49-F238E27FC236}">
                  <a16:creationId xmlns:a16="http://schemas.microsoft.com/office/drawing/2014/main" id="{A3D6731D-24EB-684B-AE90-F2113047E9B3}"/>
                </a:ext>
              </a:extLst>
            </p:cNvPr>
            <p:cNvSpPr txBox="1"/>
            <p:nvPr/>
          </p:nvSpPr>
          <p:spPr>
            <a:xfrm>
              <a:off x="554702" y="4391384"/>
              <a:ext cx="712345" cy="461665"/>
            </a:xfrm>
            <a:prstGeom prst="rect">
              <a:avLst/>
            </a:prstGeom>
            <a:noFill/>
          </p:spPr>
          <p:txBody>
            <a:bodyPr wrap="square" rtlCol="0">
              <a:spAutoFit/>
            </a:bodyPr>
            <a:lstStyle/>
            <a:p>
              <a:r>
                <a:rPr kumimoji="1" lang="en-US" altLang="zh-CN" sz="2400" dirty="0"/>
                <a:t>V</a:t>
              </a:r>
              <a:r>
                <a:rPr kumimoji="1" lang="en-US" altLang="zh-CN" sz="2400" baseline="-25000" dirty="0"/>
                <a:t>in</a:t>
              </a:r>
              <a:endParaRPr kumimoji="1" lang="zh-CN" altLang="en-US" sz="2400" baseline="-25000" dirty="0"/>
            </a:p>
          </p:txBody>
        </p:sp>
        <p:cxnSp>
          <p:nvCxnSpPr>
            <p:cNvPr id="30" name="直线连接符 105">
              <a:extLst>
                <a:ext uri="{FF2B5EF4-FFF2-40B4-BE49-F238E27FC236}">
                  <a16:creationId xmlns:a16="http://schemas.microsoft.com/office/drawing/2014/main" id="{628F844C-3872-B344-90F4-2D065974C3A3}"/>
                </a:ext>
              </a:extLst>
            </p:cNvPr>
            <p:cNvCxnSpPr>
              <a:cxnSpLocks/>
            </p:cNvCxnSpPr>
            <p:nvPr/>
          </p:nvCxnSpPr>
          <p:spPr bwMode="auto">
            <a:xfrm>
              <a:off x="3275856" y="4971450"/>
              <a:ext cx="0" cy="402577"/>
            </a:xfrm>
            <a:prstGeom prst="line">
              <a:avLst/>
            </a:prstGeom>
            <a:solidFill>
              <a:schemeClr val="accent1"/>
            </a:solidFill>
            <a:ln w="28575" cap="sq" cmpd="sng" algn="ctr">
              <a:solidFill>
                <a:schemeClr val="tx1"/>
              </a:solidFill>
              <a:prstDash val="solid"/>
              <a:round/>
              <a:headEnd type="none" w="med" len="med"/>
              <a:tailEnd type="none" w="med" len="med"/>
            </a:ln>
            <a:effectLst/>
          </p:spPr>
        </p:cxnSp>
        <p:cxnSp>
          <p:nvCxnSpPr>
            <p:cNvPr id="31" name="直线连接符 109">
              <a:extLst>
                <a:ext uri="{FF2B5EF4-FFF2-40B4-BE49-F238E27FC236}">
                  <a16:creationId xmlns:a16="http://schemas.microsoft.com/office/drawing/2014/main" id="{2ADF0E8C-11C8-514B-8B29-B8100E0B8AE3}"/>
                </a:ext>
              </a:extLst>
            </p:cNvPr>
            <p:cNvCxnSpPr>
              <a:cxnSpLocks/>
            </p:cNvCxnSpPr>
            <p:nvPr/>
          </p:nvCxnSpPr>
          <p:spPr bwMode="auto">
            <a:xfrm>
              <a:off x="3085086" y="5374027"/>
              <a:ext cx="401419"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32" name="直线连接符 110">
              <a:extLst>
                <a:ext uri="{FF2B5EF4-FFF2-40B4-BE49-F238E27FC236}">
                  <a16:creationId xmlns:a16="http://schemas.microsoft.com/office/drawing/2014/main" id="{56249321-7878-E94B-B4E1-D66F3A21DECD}"/>
                </a:ext>
              </a:extLst>
            </p:cNvPr>
            <p:cNvCxnSpPr>
              <a:cxnSpLocks/>
            </p:cNvCxnSpPr>
            <p:nvPr/>
          </p:nvCxnSpPr>
          <p:spPr bwMode="auto">
            <a:xfrm>
              <a:off x="3090461" y="5494230"/>
              <a:ext cx="401419"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33" name="直线连接符 127">
              <a:extLst>
                <a:ext uri="{FF2B5EF4-FFF2-40B4-BE49-F238E27FC236}">
                  <a16:creationId xmlns:a16="http://schemas.microsoft.com/office/drawing/2014/main" id="{D62276F9-D64C-8F4A-AF93-3BBE75E1D525}"/>
                </a:ext>
              </a:extLst>
            </p:cNvPr>
            <p:cNvCxnSpPr>
              <a:cxnSpLocks/>
            </p:cNvCxnSpPr>
            <p:nvPr/>
          </p:nvCxnSpPr>
          <p:spPr bwMode="auto">
            <a:xfrm>
              <a:off x="3275856" y="5511510"/>
              <a:ext cx="0" cy="306756"/>
            </a:xfrm>
            <a:prstGeom prst="line">
              <a:avLst/>
            </a:prstGeom>
            <a:solidFill>
              <a:schemeClr val="accent1"/>
            </a:solidFill>
            <a:ln w="28575" cap="sq" cmpd="sng" algn="ctr">
              <a:solidFill>
                <a:schemeClr val="tx1"/>
              </a:solidFill>
              <a:prstDash val="solid"/>
              <a:round/>
              <a:headEnd type="none" w="med" len="med"/>
              <a:tailEnd type="none" w="med" len="med"/>
            </a:ln>
            <a:effectLst/>
          </p:spPr>
        </p:cxnSp>
        <p:sp>
          <p:nvSpPr>
            <p:cNvPr id="34" name="三角形 10">
              <a:extLst>
                <a:ext uri="{FF2B5EF4-FFF2-40B4-BE49-F238E27FC236}">
                  <a16:creationId xmlns:a16="http://schemas.microsoft.com/office/drawing/2014/main" id="{4AD3949F-B522-9A45-A242-063D33679F50}"/>
                </a:ext>
              </a:extLst>
            </p:cNvPr>
            <p:cNvSpPr/>
            <p:nvPr/>
          </p:nvSpPr>
          <p:spPr bwMode="auto">
            <a:xfrm rot="10800000">
              <a:off x="3139683" y="5835544"/>
              <a:ext cx="252024" cy="162731"/>
            </a:xfrm>
            <a:prstGeom prst="triangle">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zh-CN" altLang="en-US"/>
            </a:p>
          </p:txBody>
        </p:sp>
        <p:sp>
          <p:nvSpPr>
            <p:cNvPr id="35" name="三角形 130">
              <a:extLst>
                <a:ext uri="{FF2B5EF4-FFF2-40B4-BE49-F238E27FC236}">
                  <a16:creationId xmlns:a16="http://schemas.microsoft.com/office/drawing/2014/main" id="{C39552ED-BA12-694D-8BD9-19404FA0DAD8}"/>
                </a:ext>
              </a:extLst>
            </p:cNvPr>
            <p:cNvSpPr/>
            <p:nvPr/>
          </p:nvSpPr>
          <p:spPr bwMode="auto">
            <a:xfrm rot="10800000">
              <a:off x="2190327" y="6217303"/>
              <a:ext cx="252024" cy="162731"/>
            </a:xfrm>
            <a:prstGeom prst="triangle">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zh-CN" altLang="en-US"/>
            </a:p>
          </p:txBody>
        </p:sp>
        <p:sp>
          <p:nvSpPr>
            <p:cNvPr id="51" name="文本框 143">
              <a:extLst>
                <a:ext uri="{FF2B5EF4-FFF2-40B4-BE49-F238E27FC236}">
                  <a16:creationId xmlns:a16="http://schemas.microsoft.com/office/drawing/2014/main" id="{80AD7646-7841-1B40-95A9-6ABB7BD419DA}"/>
                </a:ext>
              </a:extLst>
            </p:cNvPr>
            <p:cNvSpPr txBox="1"/>
            <p:nvPr/>
          </p:nvSpPr>
          <p:spPr>
            <a:xfrm>
              <a:off x="2605812" y="5156143"/>
              <a:ext cx="712345" cy="461665"/>
            </a:xfrm>
            <a:prstGeom prst="rect">
              <a:avLst/>
            </a:prstGeom>
            <a:noFill/>
          </p:spPr>
          <p:txBody>
            <a:bodyPr wrap="square" rtlCol="0">
              <a:spAutoFit/>
            </a:bodyPr>
            <a:lstStyle/>
            <a:p>
              <a:r>
                <a:rPr kumimoji="1" lang="en-US" altLang="zh-CN" sz="2400" dirty="0"/>
                <a:t>C</a:t>
              </a:r>
              <a:r>
                <a:rPr kumimoji="1" lang="en-US" altLang="zh-CN" sz="2400" baseline="-25000" dirty="0"/>
                <a:t>L</a:t>
              </a:r>
              <a:endParaRPr kumimoji="1" lang="zh-CN" altLang="en-US" sz="2400" baseline="-25000" dirty="0"/>
            </a:p>
          </p:txBody>
        </p:sp>
        <p:sp>
          <p:nvSpPr>
            <p:cNvPr id="3" name="Freeform 2">
              <a:extLst>
                <a:ext uri="{FF2B5EF4-FFF2-40B4-BE49-F238E27FC236}">
                  <a16:creationId xmlns:a16="http://schemas.microsoft.com/office/drawing/2014/main" id="{BF42E2F7-3781-624F-82AE-25D697FB6AA6}"/>
                </a:ext>
              </a:extLst>
            </p:cNvPr>
            <p:cNvSpPr/>
            <p:nvPr/>
          </p:nvSpPr>
          <p:spPr bwMode="auto">
            <a:xfrm flipV="1">
              <a:off x="620017" y="5024744"/>
              <a:ext cx="511628" cy="461665"/>
            </a:xfrm>
            <a:custGeom>
              <a:avLst/>
              <a:gdLst>
                <a:gd name="connsiteX0" fmla="*/ 0 w 511628"/>
                <a:gd name="connsiteY0" fmla="*/ 0 h 446315"/>
                <a:gd name="connsiteX1" fmla="*/ 261257 w 511628"/>
                <a:gd name="connsiteY1" fmla="*/ 0 h 446315"/>
                <a:gd name="connsiteX2" fmla="*/ 261257 w 511628"/>
                <a:gd name="connsiteY2" fmla="*/ 446315 h 446315"/>
                <a:gd name="connsiteX3" fmla="*/ 511628 w 511628"/>
                <a:gd name="connsiteY3" fmla="*/ 446315 h 446315"/>
              </a:gdLst>
              <a:ahLst/>
              <a:cxnLst>
                <a:cxn ang="0">
                  <a:pos x="connsiteX0" y="connsiteY0"/>
                </a:cxn>
                <a:cxn ang="0">
                  <a:pos x="connsiteX1" y="connsiteY1"/>
                </a:cxn>
                <a:cxn ang="0">
                  <a:pos x="connsiteX2" y="connsiteY2"/>
                </a:cxn>
                <a:cxn ang="0">
                  <a:pos x="connsiteX3" y="connsiteY3"/>
                </a:cxn>
              </a:cxnLst>
              <a:rect l="l" t="t" r="r" b="b"/>
              <a:pathLst>
                <a:path w="511628" h="446315">
                  <a:moveTo>
                    <a:pt x="0" y="0"/>
                  </a:moveTo>
                  <a:lnTo>
                    <a:pt x="261257" y="0"/>
                  </a:lnTo>
                  <a:lnTo>
                    <a:pt x="261257" y="446315"/>
                  </a:lnTo>
                  <a:lnTo>
                    <a:pt x="511628" y="446315"/>
                  </a:lnTo>
                </a:path>
              </a:pathLst>
            </a:custGeom>
            <a:noFill/>
            <a:ln w="38100" cap="flat" cmpd="sng" algn="ctr">
              <a:solidFill>
                <a:srgbClr val="7030A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1800" b="0" i="0" u="none" strike="noStrike" cap="none" normalizeH="0" baseline="0">
                <a:ln>
                  <a:noFill/>
                </a:ln>
                <a:solidFill>
                  <a:schemeClr val="tx1"/>
                </a:solidFill>
                <a:effectLst/>
                <a:latin typeface="Arial" charset="0"/>
              </a:endParaRPr>
            </a:p>
          </p:txBody>
        </p:sp>
        <p:cxnSp>
          <p:nvCxnSpPr>
            <p:cNvPr id="60" name="Straight Arrow Connector 59">
              <a:extLst>
                <a:ext uri="{FF2B5EF4-FFF2-40B4-BE49-F238E27FC236}">
                  <a16:creationId xmlns:a16="http://schemas.microsoft.com/office/drawing/2014/main" id="{465FC53B-B575-1744-8763-06B9829EBAE0}"/>
                </a:ext>
              </a:extLst>
            </p:cNvPr>
            <p:cNvCxnSpPr>
              <a:cxnSpLocks/>
            </p:cNvCxnSpPr>
            <p:nvPr/>
          </p:nvCxnSpPr>
          <p:spPr bwMode="auto">
            <a:xfrm flipV="1">
              <a:off x="884396" y="5105573"/>
              <a:ext cx="0" cy="288043"/>
            </a:xfrm>
            <a:prstGeom prst="straightConnector1">
              <a:avLst/>
            </a:prstGeom>
            <a:solidFill>
              <a:schemeClr val="accent1"/>
            </a:solidFill>
            <a:ln w="38100" cap="flat" cmpd="sng" algn="ctr">
              <a:solidFill>
                <a:srgbClr val="7030A0"/>
              </a:solidFill>
              <a:prstDash val="solid"/>
              <a:round/>
              <a:headEnd type="none" w="med" len="med"/>
              <a:tailEnd type="triangle"/>
            </a:ln>
            <a:effectLst/>
          </p:spPr>
        </p:cxnSp>
      </p:grpSp>
      <p:grpSp>
        <p:nvGrpSpPr>
          <p:cNvPr id="78878" name="Group 78877">
            <a:extLst>
              <a:ext uri="{FF2B5EF4-FFF2-40B4-BE49-F238E27FC236}">
                <a16:creationId xmlns:a16="http://schemas.microsoft.com/office/drawing/2014/main" id="{45638AC1-A512-8B48-BE67-A6B9193D7CED}"/>
              </a:ext>
            </a:extLst>
          </p:cNvPr>
          <p:cNvGrpSpPr/>
          <p:nvPr/>
        </p:nvGrpSpPr>
        <p:grpSpPr>
          <a:xfrm>
            <a:off x="3858823" y="4039635"/>
            <a:ext cx="3683353" cy="2341693"/>
            <a:chOff x="3293191" y="3963348"/>
            <a:chExt cx="3683353" cy="2341693"/>
          </a:xfrm>
        </p:grpSpPr>
        <p:sp>
          <p:nvSpPr>
            <p:cNvPr id="36" name="右箭头 11">
              <a:extLst>
                <a:ext uri="{FF2B5EF4-FFF2-40B4-BE49-F238E27FC236}">
                  <a16:creationId xmlns:a16="http://schemas.microsoft.com/office/drawing/2014/main" id="{20CC4AD3-EE6A-AB42-B41C-ED64FDD33980}"/>
                </a:ext>
              </a:extLst>
            </p:cNvPr>
            <p:cNvSpPr/>
            <p:nvPr/>
          </p:nvSpPr>
          <p:spPr bwMode="auto">
            <a:xfrm>
              <a:off x="3293191" y="4864881"/>
              <a:ext cx="504059" cy="288032"/>
            </a:xfrm>
            <a:prstGeom prst="rightArrow">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zh-CN" altLang="en-US"/>
            </a:p>
          </p:txBody>
        </p:sp>
        <p:grpSp>
          <p:nvGrpSpPr>
            <p:cNvPr id="78877" name="Group 78876">
              <a:extLst>
                <a:ext uri="{FF2B5EF4-FFF2-40B4-BE49-F238E27FC236}">
                  <a16:creationId xmlns:a16="http://schemas.microsoft.com/office/drawing/2014/main" id="{7FEA05FC-9C4F-8640-897A-C13DE0692C0A}"/>
                </a:ext>
              </a:extLst>
            </p:cNvPr>
            <p:cNvGrpSpPr/>
            <p:nvPr/>
          </p:nvGrpSpPr>
          <p:grpSpPr>
            <a:xfrm>
              <a:off x="4027991" y="3963348"/>
              <a:ext cx="2948553" cy="2341693"/>
              <a:chOff x="4027991" y="3963348"/>
              <a:chExt cx="2948553" cy="2341693"/>
            </a:xfrm>
          </p:grpSpPr>
          <p:cxnSp>
            <p:nvCxnSpPr>
              <p:cNvPr id="37" name="直线连接符 131">
                <a:extLst>
                  <a:ext uri="{FF2B5EF4-FFF2-40B4-BE49-F238E27FC236}">
                    <a16:creationId xmlns:a16="http://schemas.microsoft.com/office/drawing/2014/main" id="{71283E5E-8785-F042-B620-5AB87A228D91}"/>
                  </a:ext>
                </a:extLst>
              </p:cNvPr>
              <p:cNvCxnSpPr>
                <a:cxnSpLocks/>
              </p:cNvCxnSpPr>
              <p:nvPr/>
            </p:nvCxnSpPr>
            <p:spPr bwMode="auto">
              <a:xfrm>
                <a:off x="4687792" y="3963348"/>
                <a:ext cx="208244"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38" name="直线连接符 132">
                <a:extLst>
                  <a:ext uri="{FF2B5EF4-FFF2-40B4-BE49-F238E27FC236}">
                    <a16:creationId xmlns:a16="http://schemas.microsoft.com/office/drawing/2014/main" id="{A562179C-0D54-8347-A2D1-83CE22258E67}"/>
                  </a:ext>
                </a:extLst>
              </p:cNvPr>
              <p:cNvCxnSpPr>
                <a:cxnSpLocks/>
              </p:cNvCxnSpPr>
              <p:nvPr/>
            </p:nvCxnSpPr>
            <p:spPr bwMode="auto">
              <a:xfrm>
                <a:off x="4788024" y="3963348"/>
                <a:ext cx="0" cy="513928"/>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39" name="直线连接符 133">
                <a:extLst>
                  <a:ext uri="{FF2B5EF4-FFF2-40B4-BE49-F238E27FC236}">
                    <a16:creationId xmlns:a16="http://schemas.microsoft.com/office/drawing/2014/main" id="{CAA5B474-338D-2444-BBAC-8E8C720B06E9}"/>
                  </a:ext>
                </a:extLst>
              </p:cNvPr>
              <p:cNvCxnSpPr>
                <a:cxnSpLocks/>
              </p:cNvCxnSpPr>
              <p:nvPr/>
            </p:nvCxnSpPr>
            <p:spPr bwMode="auto">
              <a:xfrm>
                <a:off x="4788024" y="4745564"/>
                <a:ext cx="0" cy="513928"/>
              </a:xfrm>
              <a:prstGeom prst="line">
                <a:avLst/>
              </a:prstGeom>
              <a:solidFill>
                <a:schemeClr val="accent1"/>
              </a:solidFill>
              <a:ln w="28575" cap="rnd" cmpd="sng" algn="ctr">
                <a:solidFill>
                  <a:schemeClr val="tx1"/>
                </a:solidFill>
                <a:prstDash val="solid"/>
                <a:round/>
                <a:headEnd type="none" w="med" len="med"/>
                <a:tailEnd type="none" w="med" len="med"/>
              </a:ln>
              <a:effectLst/>
            </p:spPr>
          </p:cxnSp>
          <p:sp>
            <p:nvSpPr>
              <p:cNvPr id="40" name="椭圆 13">
                <a:extLst>
                  <a:ext uri="{FF2B5EF4-FFF2-40B4-BE49-F238E27FC236}">
                    <a16:creationId xmlns:a16="http://schemas.microsoft.com/office/drawing/2014/main" id="{3F6BB4EF-EF2C-394A-BB8A-89994D417760}"/>
                  </a:ext>
                </a:extLst>
              </p:cNvPr>
              <p:cNvSpPr/>
              <p:nvPr/>
            </p:nvSpPr>
            <p:spPr bwMode="auto">
              <a:xfrm>
                <a:off x="4723796" y="4683428"/>
                <a:ext cx="136236" cy="116142"/>
              </a:xfrm>
              <a:prstGeom prst="ellipse">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cxnSp>
            <p:nvCxnSpPr>
              <p:cNvPr id="41" name="直线连接符 134">
                <a:extLst>
                  <a:ext uri="{FF2B5EF4-FFF2-40B4-BE49-F238E27FC236}">
                    <a16:creationId xmlns:a16="http://schemas.microsoft.com/office/drawing/2014/main" id="{EC54FB30-597F-514E-AF58-BB73DD037E17}"/>
                  </a:ext>
                </a:extLst>
              </p:cNvPr>
              <p:cNvCxnSpPr>
                <a:cxnSpLocks/>
                <a:endCxn id="40" idx="1"/>
              </p:cNvCxnSpPr>
              <p:nvPr/>
            </p:nvCxnSpPr>
            <p:spPr bwMode="auto">
              <a:xfrm>
                <a:off x="4507773" y="4409831"/>
                <a:ext cx="235974" cy="290606"/>
              </a:xfrm>
              <a:prstGeom prst="line">
                <a:avLst/>
              </a:prstGeom>
              <a:solidFill>
                <a:schemeClr val="accent1"/>
              </a:solidFill>
              <a:ln w="28575" cap="rnd" cmpd="sng" algn="ctr">
                <a:solidFill>
                  <a:schemeClr val="tx1"/>
                </a:solidFill>
                <a:prstDash val="solid"/>
                <a:round/>
                <a:headEnd type="none" w="med" len="med"/>
                <a:tailEnd type="none" w="med" len="med"/>
              </a:ln>
              <a:effectLst/>
            </p:spPr>
          </p:cxnSp>
          <p:sp>
            <p:nvSpPr>
              <p:cNvPr id="42" name="矩形 17">
                <a:extLst>
                  <a:ext uri="{FF2B5EF4-FFF2-40B4-BE49-F238E27FC236}">
                    <a16:creationId xmlns:a16="http://schemas.microsoft.com/office/drawing/2014/main" id="{AAEBC265-C262-5845-AF06-A521DC87CBCB}"/>
                  </a:ext>
                </a:extLst>
              </p:cNvPr>
              <p:cNvSpPr/>
              <p:nvPr/>
            </p:nvSpPr>
            <p:spPr bwMode="auto">
              <a:xfrm>
                <a:off x="4723796" y="5249595"/>
                <a:ext cx="136236" cy="549957"/>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zh-CN" altLang="en-US"/>
              </a:p>
            </p:txBody>
          </p:sp>
          <p:cxnSp>
            <p:nvCxnSpPr>
              <p:cNvPr id="43" name="直线连接符 135">
                <a:extLst>
                  <a:ext uri="{FF2B5EF4-FFF2-40B4-BE49-F238E27FC236}">
                    <a16:creationId xmlns:a16="http://schemas.microsoft.com/office/drawing/2014/main" id="{79BDB61D-2FC4-6940-8BC5-575D976DEF7C}"/>
                  </a:ext>
                </a:extLst>
              </p:cNvPr>
              <p:cNvCxnSpPr>
                <a:cxnSpLocks/>
              </p:cNvCxnSpPr>
              <p:nvPr/>
            </p:nvCxnSpPr>
            <p:spPr bwMode="auto">
              <a:xfrm>
                <a:off x="4788027" y="5799552"/>
                <a:ext cx="0" cy="306756"/>
              </a:xfrm>
              <a:prstGeom prst="line">
                <a:avLst/>
              </a:prstGeom>
              <a:solidFill>
                <a:schemeClr val="accent1"/>
              </a:solidFill>
              <a:ln w="28575" cap="sq" cmpd="sng" algn="ctr">
                <a:solidFill>
                  <a:schemeClr val="tx1"/>
                </a:solidFill>
                <a:prstDash val="solid"/>
                <a:round/>
                <a:headEnd type="none" w="med" len="med"/>
                <a:tailEnd type="none" w="med" len="med"/>
              </a:ln>
              <a:effectLst/>
            </p:spPr>
          </p:cxnSp>
          <p:sp>
            <p:nvSpPr>
              <p:cNvPr id="44" name="三角形 136">
                <a:extLst>
                  <a:ext uri="{FF2B5EF4-FFF2-40B4-BE49-F238E27FC236}">
                    <a16:creationId xmlns:a16="http://schemas.microsoft.com/office/drawing/2014/main" id="{3845B818-1EAE-BA4D-8677-DEBBD3FA8C78}"/>
                  </a:ext>
                </a:extLst>
              </p:cNvPr>
              <p:cNvSpPr/>
              <p:nvPr/>
            </p:nvSpPr>
            <p:spPr bwMode="auto">
              <a:xfrm rot="10800000">
                <a:off x="4654441" y="6123586"/>
                <a:ext cx="252024" cy="162731"/>
              </a:xfrm>
              <a:prstGeom prst="triangle">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zh-CN" altLang="en-US"/>
              </a:p>
            </p:txBody>
          </p:sp>
          <p:cxnSp>
            <p:nvCxnSpPr>
              <p:cNvPr id="45" name="直线连接符 137">
                <a:extLst>
                  <a:ext uri="{FF2B5EF4-FFF2-40B4-BE49-F238E27FC236}">
                    <a16:creationId xmlns:a16="http://schemas.microsoft.com/office/drawing/2014/main" id="{399EC527-E7F3-DF40-A3D2-91EA83B1990E}"/>
                  </a:ext>
                </a:extLst>
              </p:cNvPr>
              <p:cNvCxnSpPr>
                <a:cxnSpLocks/>
              </p:cNvCxnSpPr>
              <p:nvPr/>
            </p:nvCxnSpPr>
            <p:spPr bwMode="auto">
              <a:xfrm>
                <a:off x="4798456" y="5007464"/>
                <a:ext cx="1296144"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46" name="直线连接符 138">
                <a:extLst>
                  <a:ext uri="{FF2B5EF4-FFF2-40B4-BE49-F238E27FC236}">
                    <a16:creationId xmlns:a16="http://schemas.microsoft.com/office/drawing/2014/main" id="{33F68E02-365F-F54D-ADAC-A3431435DB09}"/>
                  </a:ext>
                </a:extLst>
              </p:cNvPr>
              <p:cNvCxnSpPr>
                <a:cxnSpLocks/>
              </p:cNvCxnSpPr>
              <p:nvPr/>
            </p:nvCxnSpPr>
            <p:spPr bwMode="auto">
              <a:xfrm>
                <a:off x="5739761" y="5024744"/>
                <a:ext cx="0" cy="385287"/>
              </a:xfrm>
              <a:prstGeom prst="line">
                <a:avLst/>
              </a:prstGeom>
              <a:solidFill>
                <a:schemeClr val="accent1"/>
              </a:solidFill>
              <a:ln w="28575" cap="sq" cmpd="sng" algn="ctr">
                <a:solidFill>
                  <a:schemeClr val="tx1"/>
                </a:solidFill>
                <a:prstDash val="solid"/>
                <a:round/>
                <a:headEnd type="none" w="med" len="med"/>
                <a:tailEnd type="none" w="med" len="med"/>
              </a:ln>
              <a:effectLst/>
            </p:spPr>
          </p:cxnSp>
          <p:cxnSp>
            <p:nvCxnSpPr>
              <p:cNvPr id="47" name="直线连接符 139">
                <a:extLst>
                  <a:ext uri="{FF2B5EF4-FFF2-40B4-BE49-F238E27FC236}">
                    <a16:creationId xmlns:a16="http://schemas.microsoft.com/office/drawing/2014/main" id="{E05A3A67-243B-7145-8A29-3643EB062A27}"/>
                  </a:ext>
                </a:extLst>
              </p:cNvPr>
              <p:cNvCxnSpPr>
                <a:cxnSpLocks/>
              </p:cNvCxnSpPr>
              <p:nvPr/>
            </p:nvCxnSpPr>
            <p:spPr bwMode="auto">
              <a:xfrm>
                <a:off x="5548991" y="5410031"/>
                <a:ext cx="401419"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48" name="直线连接符 140">
                <a:extLst>
                  <a:ext uri="{FF2B5EF4-FFF2-40B4-BE49-F238E27FC236}">
                    <a16:creationId xmlns:a16="http://schemas.microsoft.com/office/drawing/2014/main" id="{DF1CC605-3F58-0D44-BB61-85E916F190EA}"/>
                  </a:ext>
                </a:extLst>
              </p:cNvPr>
              <p:cNvCxnSpPr>
                <a:cxnSpLocks/>
              </p:cNvCxnSpPr>
              <p:nvPr/>
            </p:nvCxnSpPr>
            <p:spPr bwMode="auto">
              <a:xfrm>
                <a:off x="5554366" y="5547524"/>
                <a:ext cx="401419"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49" name="直线连接符 141">
                <a:extLst>
                  <a:ext uri="{FF2B5EF4-FFF2-40B4-BE49-F238E27FC236}">
                    <a16:creationId xmlns:a16="http://schemas.microsoft.com/office/drawing/2014/main" id="{498BFF84-5FC0-8340-AEFF-1B785DB29B5B}"/>
                  </a:ext>
                </a:extLst>
              </p:cNvPr>
              <p:cNvCxnSpPr>
                <a:cxnSpLocks/>
              </p:cNvCxnSpPr>
              <p:nvPr/>
            </p:nvCxnSpPr>
            <p:spPr bwMode="auto">
              <a:xfrm>
                <a:off x="5739761" y="5547524"/>
                <a:ext cx="0" cy="577498"/>
              </a:xfrm>
              <a:prstGeom prst="line">
                <a:avLst/>
              </a:prstGeom>
              <a:solidFill>
                <a:schemeClr val="accent1"/>
              </a:solidFill>
              <a:ln w="28575" cap="sq" cmpd="sng" algn="ctr">
                <a:solidFill>
                  <a:schemeClr val="tx1"/>
                </a:solidFill>
                <a:prstDash val="solid"/>
                <a:round/>
                <a:headEnd type="none" w="med" len="med"/>
                <a:tailEnd type="none" w="med" len="med"/>
              </a:ln>
              <a:effectLst/>
            </p:spPr>
          </p:cxnSp>
          <p:sp>
            <p:nvSpPr>
              <p:cNvPr id="50" name="三角形 142">
                <a:extLst>
                  <a:ext uri="{FF2B5EF4-FFF2-40B4-BE49-F238E27FC236}">
                    <a16:creationId xmlns:a16="http://schemas.microsoft.com/office/drawing/2014/main" id="{F780E7A3-EEE3-4E4A-8184-CCC85A2593D1}"/>
                  </a:ext>
                </a:extLst>
              </p:cNvPr>
              <p:cNvSpPr/>
              <p:nvPr/>
            </p:nvSpPr>
            <p:spPr bwMode="auto">
              <a:xfrm rot="10800000">
                <a:off x="5606175" y="6142299"/>
                <a:ext cx="252024" cy="162742"/>
              </a:xfrm>
              <a:prstGeom prst="triangle">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zh-CN" altLang="en-US"/>
              </a:p>
            </p:txBody>
          </p:sp>
          <p:sp>
            <p:nvSpPr>
              <p:cNvPr id="55" name="任意形状 157">
                <a:extLst>
                  <a:ext uri="{FF2B5EF4-FFF2-40B4-BE49-F238E27FC236}">
                    <a16:creationId xmlns:a16="http://schemas.microsoft.com/office/drawing/2014/main" id="{214F8390-A977-1747-8A4F-A04AF94E3A8C}"/>
                  </a:ext>
                </a:extLst>
              </p:cNvPr>
              <p:cNvSpPr/>
              <p:nvPr/>
            </p:nvSpPr>
            <p:spPr bwMode="auto">
              <a:xfrm rot="4868654">
                <a:off x="4368219" y="4406665"/>
                <a:ext cx="372618" cy="349568"/>
              </a:xfrm>
              <a:custGeom>
                <a:avLst/>
                <a:gdLst>
                  <a:gd name="connsiteX0" fmla="*/ 0 w 701336"/>
                  <a:gd name="connsiteY0" fmla="*/ 0 h 719092"/>
                  <a:gd name="connsiteX1" fmla="*/ 284086 w 701336"/>
                  <a:gd name="connsiteY1" fmla="*/ 523783 h 719092"/>
                  <a:gd name="connsiteX2" fmla="*/ 701336 w 701336"/>
                  <a:gd name="connsiteY2" fmla="*/ 719092 h 719092"/>
                </a:gdLst>
                <a:ahLst/>
                <a:cxnLst>
                  <a:cxn ang="0">
                    <a:pos x="connsiteX0" y="connsiteY0"/>
                  </a:cxn>
                  <a:cxn ang="0">
                    <a:pos x="connsiteX1" y="connsiteY1"/>
                  </a:cxn>
                  <a:cxn ang="0">
                    <a:pos x="connsiteX2" y="connsiteY2"/>
                  </a:cxn>
                </a:cxnLst>
                <a:rect l="l" t="t" r="r" b="b"/>
                <a:pathLst>
                  <a:path w="701336" h="719092">
                    <a:moveTo>
                      <a:pt x="0" y="0"/>
                    </a:moveTo>
                    <a:cubicBezTo>
                      <a:pt x="83598" y="201967"/>
                      <a:pt x="167197" y="403934"/>
                      <a:pt x="284086" y="523783"/>
                    </a:cubicBezTo>
                    <a:cubicBezTo>
                      <a:pt x="400975" y="643632"/>
                      <a:pt x="551155" y="681362"/>
                      <a:pt x="701336" y="719092"/>
                    </a:cubicBezTo>
                  </a:path>
                </a:pathLst>
              </a:custGeom>
              <a:noFill/>
              <a:ln w="15875" cap="flat" cmpd="sng" algn="ctr">
                <a:solidFill>
                  <a:schemeClr val="tx1"/>
                </a:solidFill>
                <a:prstDash val="sysDash"/>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57" name="文本框 159">
                <a:extLst>
                  <a:ext uri="{FF2B5EF4-FFF2-40B4-BE49-F238E27FC236}">
                    <a16:creationId xmlns:a16="http://schemas.microsoft.com/office/drawing/2014/main" id="{0AFBC989-634E-B247-A780-BBA803D9A370}"/>
                  </a:ext>
                </a:extLst>
              </p:cNvPr>
              <p:cNvSpPr txBox="1"/>
              <p:nvPr/>
            </p:nvSpPr>
            <p:spPr>
              <a:xfrm>
                <a:off x="4027991" y="5187732"/>
                <a:ext cx="712345" cy="461665"/>
              </a:xfrm>
              <a:prstGeom prst="rect">
                <a:avLst/>
              </a:prstGeom>
              <a:noFill/>
            </p:spPr>
            <p:txBody>
              <a:bodyPr wrap="square" rtlCol="0">
                <a:spAutoFit/>
              </a:bodyPr>
              <a:lstStyle/>
              <a:p>
                <a:r>
                  <a:rPr kumimoji="1" lang="en-US" altLang="zh-CN" sz="2400"/>
                  <a:t>R</a:t>
                </a:r>
                <a:r>
                  <a:rPr kumimoji="1" lang="en-US" altLang="zh-CN" sz="2400" baseline="-25000"/>
                  <a:t>on</a:t>
                </a:r>
                <a:endParaRPr kumimoji="1" lang="zh-CN" altLang="en-US" sz="2400" baseline="-25000" dirty="0"/>
              </a:p>
            </p:txBody>
          </p:sp>
          <mc:AlternateContent xmlns:mc="http://schemas.openxmlformats.org/markup-compatibility/2006" xmlns:a14="http://schemas.microsoft.com/office/drawing/2010/main">
            <mc:Choice Requires="a14">
              <p:sp>
                <p:nvSpPr>
                  <p:cNvPr id="58" name="文本框 156">
                    <a:extLst>
                      <a:ext uri="{FF2B5EF4-FFF2-40B4-BE49-F238E27FC236}">
                        <a16:creationId xmlns:a16="http://schemas.microsoft.com/office/drawing/2014/main" id="{B5F61E1D-B6EF-0B46-B2BA-F1BA7556FEB6}"/>
                      </a:ext>
                    </a:extLst>
                  </p:cNvPr>
                  <p:cNvSpPr txBox="1"/>
                  <p:nvPr/>
                </p:nvSpPr>
                <p:spPr>
                  <a:xfrm>
                    <a:off x="5670289" y="4508935"/>
                    <a:ext cx="1306255" cy="369332"/>
                  </a:xfrm>
                  <a:prstGeom prst="rect">
                    <a:avLst/>
                  </a:prstGeom>
                  <a:noFill/>
                </p:spPr>
                <p:txBody>
                  <a:bodyPr wrap="none" lIns="0" tIns="0" rIns="0" bIns="0" rtlCol="0">
                    <a:spAutoFit/>
                  </a:bodyPr>
                  <a:lstStyle/>
                  <a:p>
                    <a:r>
                      <a:rPr kumimoji="1" lang="en-US" altLang="zh-CN" sz="2400" i="1" dirty="0"/>
                      <a:t>t</a:t>
                    </a:r>
                    <a:r>
                      <a:rPr kumimoji="1" lang="en" altLang="zh-CN" sz="2400" i="1" baseline="-25000" dirty="0"/>
                      <a:t>f</a:t>
                    </a:r>
                    <a14:m>
                      <m:oMath xmlns:m="http://schemas.openxmlformats.org/officeDocument/2006/math">
                        <m:r>
                          <a:rPr kumimoji="1" lang="en-US" altLang="zh-CN" sz="2400" b="0" i="1" smtClean="0">
                            <a:latin typeface="Cambria Math" panose="02040503050406030204" pitchFamily="18" charset="0"/>
                          </a:rPr>
                          <m:t> ∝</m:t>
                        </m:r>
                        <m:sSub>
                          <m:sSubPr>
                            <m:ctrlPr>
                              <a:rPr kumimoji="1" lang="en-US" altLang="zh-CN" sz="2400" b="0" i="1" smtClean="0">
                                <a:latin typeface="Cambria Math" panose="02040503050406030204" pitchFamily="18" charset="0"/>
                              </a:rPr>
                            </m:ctrlPr>
                          </m:sSubPr>
                          <m:e>
                            <m:r>
                              <a:rPr kumimoji="1" lang="en-US" altLang="zh-CN" sz="2400" b="0" i="1" smtClean="0">
                                <a:latin typeface="Cambria Math" panose="02040503050406030204" pitchFamily="18" charset="0"/>
                              </a:rPr>
                              <m:t>𝑅</m:t>
                            </m:r>
                          </m:e>
                          <m:sub>
                            <m:r>
                              <a:rPr kumimoji="1" lang="en-US" altLang="zh-CN" sz="2400" b="0" i="1" smtClean="0">
                                <a:latin typeface="Cambria Math" panose="02040503050406030204" pitchFamily="18" charset="0"/>
                              </a:rPr>
                              <m:t>𝑜𝑛</m:t>
                            </m:r>
                          </m:sub>
                        </m:sSub>
                        <m:sSub>
                          <m:sSubPr>
                            <m:ctrlPr>
                              <a:rPr kumimoji="1" lang="en-US" altLang="zh-CN" sz="2400" b="0" i="1" smtClean="0">
                                <a:latin typeface="Cambria Math" panose="02040503050406030204" pitchFamily="18" charset="0"/>
                              </a:rPr>
                            </m:ctrlPr>
                          </m:sSubPr>
                          <m:e>
                            <m:r>
                              <a:rPr kumimoji="1" lang="en-US" altLang="zh-CN" sz="2400" b="0" i="1" smtClean="0">
                                <a:latin typeface="Cambria Math" panose="02040503050406030204" pitchFamily="18" charset="0"/>
                              </a:rPr>
                              <m:t>𝐶</m:t>
                            </m:r>
                          </m:e>
                          <m:sub>
                            <m:r>
                              <a:rPr kumimoji="1" lang="en-US" altLang="zh-CN" sz="2400" b="0" i="1" smtClean="0">
                                <a:latin typeface="Cambria Math" panose="02040503050406030204" pitchFamily="18" charset="0"/>
                              </a:rPr>
                              <m:t>𝐿</m:t>
                            </m:r>
                          </m:sub>
                        </m:sSub>
                      </m:oMath>
                    </a14:m>
                    <a:endParaRPr kumimoji="1" lang="zh-CN" altLang="en-US" sz="2400" baseline="-25000" dirty="0"/>
                  </a:p>
                </p:txBody>
              </p:sp>
            </mc:Choice>
            <mc:Fallback xmlns="">
              <p:sp>
                <p:nvSpPr>
                  <p:cNvPr id="58" name="文本框 156">
                    <a:extLst>
                      <a:ext uri="{FF2B5EF4-FFF2-40B4-BE49-F238E27FC236}">
                        <a16:creationId xmlns:a16="http://schemas.microsoft.com/office/drawing/2014/main" id="{B5F61E1D-B6EF-0B46-B2BA-F1BA7556FEB6}"/>
                      </a:ext>
                    </a:extLst>
                  </p:cNvPr>
                  <p:cNvSpPr txBox="1">
                    <a:spLocks noRot="1" noChangeAspect="1" noMove="1" noResize="1" noEditPoints="1" noAdjustHandles="1" noChangeArrowheads="1" noChangeShapeType="1" noTextEdit="1"/>
                  </p:cNvSpPr>
                  <p:nvPr/>
                </p:nvSpPr>
                <p:spPr>
                  <a:xfrm>
                    <a:off x="5670289" y="4508935"/>
                    <a:ext cx="1306255" cy="369332"/>
                  </a:xfrm>
                  <a:prstGeom prst="rect">
                    <a:avLst/>
                  </a:prstGeom>
                  <a:blipFill>
                    <a:blip r:embed="rId3"/>
                    <a:stretch>
                      <a:fillRect l="-14563" t="-22581" r="-3883" b="-41935"/>
                    </a:stretch>
                  </a:blipFill>
                </p:spPr>
                <p:txBody>
                  <a:bodyPr/>
                  <a:lstStyle/>
                  <a:p>
                    <a:r>
                      <a:rPr lang="zh-CN" altLang="en-US">
                        <a:noFill/>
                      </a:rPr>
                      <a:t> </a:t>
                    </a:r>
                  </a:p>
                </p:txBody>
              </p:sp>
            </mc:Fallback>
          </mc:AlternateContent>
          <p:sp>
            <p:nvSpPr>
              <p:cNvPr id="67" name="文本框 143">
                <a:extLst>
                  <a:ext uri="{FF2B5EF4-FFF2-40B4-BE49-F238E27FC236}">
                    <a16:creationId xmlns:a16="http://schemas.microsoft.com/office/drawing/2014/main" id="{BBC94926-F48F-3B40-B712-177CCD2B6C24}"/>
                  </a:ext>
                </a:extLst>
              </p:cNvPr>
              <p:cNvSpPr txBox="1"/>
              <p:nvPr/>
            </p:nvSpPr>
            <p:spPr>
              <a:xfrm>
                <a:off x="5986933" y="5255576"/>
                <a:ext cx="712345" cy="461665"/>
              </a:xfrm>
              <a:prstGeom prst="rect">
                <a:avLst/>
              </a:prstGeom>
              <a:noFill/>
            </p:spPr>
            <p:txBody>
              <a:bodyPr wrap="square" rtlCol="0">
                <a:spAutoFit/>
              </a:bodyPr>
              <a:lstStyle/>
              <a:p>
                <a:r>
                  <a:rPr kumimoji="1" lang="en-US" altLang="zh-CN" sz="2400"/>
                  <a:t>C</a:t>
                </a:r>
                <a:r>
                  <a:rPr kumimoji="1" lang="en-US" altLang="zh-CN" sz="2400" baseline="-25000"/>
                  <a:t>L</a:t>
                </a:r>
                <a:endParaRPr kumimoji="1" lang="zh-CN" altLang="en-US" sz="2400" baseline="-25000" dirty="0"/>
              </a:p>
            </p:txBody>
          </p:sp>
        </p:grpSp>
      </p:grpSp>
      <p:sp>
        <p:nvSpPr>
          <p:cNvPr id="78854" name="Freeform 78853">
            <a:extLst>
              <a:ext uri="{FF2B5EF4-FFF2-40B4-BE49-F238E27FC236}">
                <a16:creationId xmlns:a16="http://schemas.microsoft.com/office/drawing/2014/main" id="{CA20273E-2B2D-654D-9A05-81ACE40F4F97}"/>
              </a:ext>
            </a:extLst>
          </p:cNvPr>
          <p:cNvSpPr/>
          <p:nvPr/>
        </p:nvSpPr>
        <p:spPr bwMode="auto">
          <a:xfrm>
            <a:off x="6876256" y="1446511"/>
            <a:ext cx="1728192" cy="515007"/>
          </a:xfrm>
          <a:custGeom>
            <a:avLst/>
            <a:gdLst>
              <a:gd name="connsiteX0" fmla="*/ 0 w 1387366"/>
              <a:gd name="connsiteY0" fmla="*/ 504497 h 515007"/>
              <a:gd name="connsiteX1" fmla="*/ 388883 w 1387366"/>
              <a:gd name="connsiteY1" fmla="*/ 504497 h 515007"/>
              <a:gd name="connsiteX2" fmla="*/ 388883 w 1387366"/>
              <a:gd name="connsiteY2" fmla="*/ 0 h 515007"/>
              <a:gd name="connsiteX3" fmla="*/ 1030014 w 1387366"/>
              <a:gd name="connsiteY3" fmla="*/ 0 h 515007"/>
              <a:gd name="connsiteX4" fmla="*/ 1030014 w 1387366"/>
              <a:gd name="connsiteY4" fmla="*/ 515007 h 515007"/>
              <a:gd name="connsiteX5" fmla="*/ 1387366 w 1387366"/>
              <a:gd name="connsiteY5" fmla="*/ 515007 h 515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7366" h="515007">
                <a:moveTo>
                  <a:pt x="0" y="504497"/>
                </a:moveTo>
                <a:lnTo>
                  <a:pt x="388883" y="504497"/>
                </a:lnTo>
                <a:lnTo>
                  <a:pt x="388883" y="0"/>
                </a:lnTo>
                <a:lnTo>
                  <a:pt x="1030014" y="0"/>
                </a:lnTo>
                <a:lnTo>
                  <a:pt x="1030014" y="515007"/>
                </a:lnTo>
                <a:lnTo>
                  <a:pt x="1387366" y="515007"/>
                </a:lnTo>
              </a:path>
            </a:pathLst>
          </a:custGeom>
          <a:no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1800" b="0" i="0" u="none" strike="noStrike" cap="none" normalizeH="0" baseline="0">
              <a:ln>
                <a:noFill/>
              </a:ln>
              <a:solidFill>
                <a:schemeClr val="tx1"/>
              </a:solidFill>
              <a:effectLst/>
              <a:latin typeface="Arial" charset="0"/>
            </a:endParaRPr>
          </a:p>
        </p:txBody>
      </p:sp>
      <p:sp>
        <p:nvSpPr>
          <p:cNvPr id="78855" name="TextBox 78854">
            <a:extLst>
              <a:ext uri="{FF2B5EF4-FFF2-40B4-BE49-F238E27FC236}">
                <a16:creationId xmlns:a16="http://schemas.microsoft.com/office/drawing/2014/main" id="{82C7DEE7-1BE4-E847-9679-C7857CC2B7D1}"/>
              </a:ext>
            </a:extLst>
          </p:cNvPr>
          <p:cNvSpPr txBox="1"/>
          <p:nvPr/>
        </p:nvSpPr>
        <p:spPr>
          <a:xfrm>
            <a:off x="5993940" y="1519185"/>
            <a:ext cx="813043" cy="461665"/>
          </a:xfrm>
          <a:prstGeom prst="rect">
            <a:avLst/>
          </a:prstGeom>
          <a:noFill/>
        </p:spPr>
        <p:txBody>
          <a:bodyPr wrap="none" rtlCol="0">
            <a:spAutoFit/>
          </a:bodyPr>
          <a:lstStyle/>
          <a:p>
            <a:r>
              <a:rPr lang="zh-CN" altLang="en-US" sz="2400" b="1" dirty="0">
                <a:latin typeface="+mn-ea"/>
                <a:ea typeface="+mn-ea"/>
              </a:rPr>
              <a:t>理想</a:t>
            </a:r>
            <a:endParaRPr lang="en-CN" sz="2400" b="1" dirty="0">
              <a:latin typeface="+mn-ea"/>
              <a:ea typeface="+mn-ea"/>
            </a:endParaRPr>
          </a:p>
        </p:txBody>
      </p:sp>
      <p:sp>
        <p:nvSpPr>
          <p:cNvPr id="78" name="TextBox 77">
            <a:extLst>
              <a:ext uri="{FF2B5EF4-FFF2-40B4-BE49-F238E27FC236}">
                <a16:creationId xmlns:a16="http://schemas.microsoft.com/office/drawing/2014/main" id="{766B89C3-C9A5-0647-98D9-ABFC2FF6C76D}"/>
              </a:ext>
            </a:extLst>
          </p:cNvPr>
          <p:cNvSpPr txBox="1"/>
          <p:nvPr/>
        </p:nvSpPr>
        <p:spPr>
          <a:xfrm>
            <a:off x="6035816" y="2433252"/>
            <a:ext cx="813043" cy="461665"/>
          </a:xfrm>
          <a:prstGeom prst="rect">
            <a:avLst/>
          </a:prstGeom>
          <a:noFill/>
        </p:spPr>
        <p:txBody>
          <a:bodyPr wrap="none" rtlCol="0">
            <a:spAutoFit/>
          </a:bodyPr>
          <a:lstStyle/>
          <a:p>
            <a:r>
              <a:rPr lang="zh-CN" altLang="en-US" sz="2400" b="1">
                <a:latin typeface="+mn-ea"/>
                <a:ea typeface="+mn-ea"/>
              </a:rPr>
              <a:t>实际</a:t>
            </a:r>
            <a:endParaRPr lang="en-CN" sz="2400" b="1" dirty="0">
              <a:latin typeface="+mn-ea"/>
              <a:ea typeface="+mn-ea"/>
            </a:endParaRPr>
          </a:p>
        </p:txBody>
      </p:sp>
      <p:cxnSp>
        <p:nvCxnSpPr>
          <p:cNvPr id="78861" name="Straight Connector 78860">
            <a:extLst>
              <a:ext uri="{FF2B5EF4-FFF2-40B4-BE49-F238E27FC236}">
                <a16:creationId xmlns:a16="http://schemas.microsoft.com/office/drawing/2014/main" id="{70A421BD-F9F5-4C45-9732-01BEE574F5A3}"/>
              </a:ext>
            </a:extLst>
          </p:cNvPr>
          <p:cNvCxnSpPr>
            <a:cxnSpLocks/>
            <a:stCxn id="78854" idx="1"/>
          </p:cNvCxnSpPr>
          <p:nvPr/>
        </p:nvCxnSpPr>
        <p:spPr bwMode="auto">
          <a:xfrm>
            <a:off x="7360674" y="1951008"/>
            <a:ext cx="0" cy="1079437"/>
          </a:xfrm>
          <a:prstGeom prst="line">
            <a:avLst/>
          </a:prstGeom>
          <a:solidFill>
            <a:schemeClr val="accent1"/>
          </a:solidFill>
          <a:ln w="9525" cap="flat" cmpd="sng" algn="ctr">
            <a:solidFill>
              <a:srgbClr val="3333FF"/>
            </a:solidFill>
            <a:prstDash val="solid"/>
            <a:round/>
            <a:headEnd type="none" w="med" len="med"/>
            <a:tailEnd type="none" w="med" len="med"/>
          </a:ln>
          <a:effectLst/>
        </p:spPr>
      </p:cxnSp>
      <p:cxnSp>
        <p:nvCxnSpPr>
          <p:cNvPr id="82" name="Straight Connector 81">
            <a:extLst>
              <a:ext uri="{FF2B5EF4-FFF2-40B4-BE49-F238E27FC236}">
                <a16:creationId xmlns:a16="http://schemas.microsoft.com/office/drawing/2014/main" id="{BA63B7DB-8FFF-3141-B5D5-AD3A4FA6B2D2}"/>
              </a:ext>
            </a:extLst>
          </p:cNvPr>
          <p:cNvCxnSpPr>
            <a:cxnSpLocks/>
          </p:cNvCxnSpPr>
          <p:nvPr/>
        </p:nvCxnSpPr>
        <p:spPr bwMode="auto">
          <a:xfrm>
            <a:off x="7596336" y="2298034"/>
            <a:ext cx="0" cy="732411"/>
          </a:xfrm>
          <a:prstGeom prst="line">
            <a:avLst/>
          </a:prstGeom>
          <a:solidFill>
            <a:schemeClr val="accent1"/>
          </a:solidFill>
          <a:ln w="9525" cap="flat" cmpd="sng" algn="ctr">
            <a:solidFill>
              <a:srgbClr val="3333FF"/>
            </a:solidFill>
            <a:prstDash val="solid"/>
            <a:round/>
            <a:headEnd type="none" w="med" len="med"/>
            <a:tailEnd type="none" w="med" len="med"/>
          </a:ln>
          <a:effectLst/>
        </p:spPr>
      </p:cxnSp>
      <p:cxnSp>
        <p:nvCxnSpPr>
          <p:cNvPr id="87" name="Straight Connector 86">
            <a:extLst>
              <a:ext uri="{FF2B5EF4-FFF2-40B4-BE49-F238E27FC236}">
                <a16:creationId xmlns:a16="http://schemas.microsoft.com/office/drawing/2014/main" id="{C9F7A86F-7F5D-4740-A166-281D27F4F6FD}"/>
              </a:ext>
            </a:extLst>
          </p:cNvPr>
          <p:cNvCxnSpPr>
            <a:cxnSpLocks/>
          </p:cNvCxnSpPr>
          <p:nvPr/>
        </p:nvCxnSpPr>
        <p:spPr bwMode="auto">
          <a:xfrm>
            <a:off x="8172400" y="1951007"/>
            <a:ext cx="0" cy="1079437"/>
          </a:xfrm>
          <a:prstGeom prst="line">
            <a:avLst/>
          </a:prstGeom>
          <a:solidFill>
            <a:schemeClr val="accent1"/>
          </a:solidFill>
          <a:ln w="9525" cap="flat" cmpd="sng" algn="ctr">
            <a:solidFill>
              <a:srgbClr val="7030A0"/>
            </a:solidFill>
            <a:prstDash val="solid"/>
            <a:round/>
            <a:headEnd type="none" w="med" len="med"/>
            <a:tailEnd type="none" w="med" len="med"/>
          </a:ln>
          <a:effectLst/>
        </p:spPr>
      </p:cxnSp>
      <p:cxnSp>
        <p:nvCxnSpPr>
          <p:cNvPr id="88" name="Straight Connector 87">
            <a:extLst>
              <a:ext uri="{FF2B5EF4-FFF2-40B4-BE49-F238E27FC236}">
                <a16:creationId xmlns:a16="http://schemas.microsoft.com/office/drawing/2014/main" id="{F9507B5A-DEE2-CD43-82FC-397F7336DD01}"/>
              </a:ext>
            </a:extLst>
          </p:cNvPr>
          <p:cNvCxnSpPr>
            <a:cxnSpLocks/>
          </p:cNvCxnSpPr>
          <p:nvPr/>
        </p:nvCxnSpPr>
        <p:spPr bwMode="auto">
          <a:xfrm>
            <a:off x="8424428" y="2298033"/>
            <a:ext cx="0" cy="732411"/>
          </a:xfrm>
          <a:prstGeom prst="line">
            <a:avLst/>
          </a:prstGeom>
          <a:solidFill>
            <a:schemeClr val="accent1"/>
          </a:solidFill>
          <a:ln w="9525" cap="flat" cmpd="sng" algn="ctr">
            <a:solidFill>
              <a:srgbClr val="7030A0"/>
            </a:solidFill>
            <a:prstDash val="solid"/>
            <a:round/>
            <a:headEnd type="none" w="med" len="med"/>
            <a:tailEnd type="none" w="med" len="med"/>
          </a:ln>
          <a:effectLst/>
        </p:spPr>
      </p:cxnSp>
      <p:cxnSp>
        <p:nvCxnSpPr>
          <p:cNvPr id="78868" name="Straight Arrow Connector 78867">
            <a:extLst>
              <a:ext uri="{FF2B5EF4-FFF2-40B4-BE49-F238E27FC236}">
                <a16:creationId xmlns:a16="http://schemas.microsoft.com/office/drawing/2014/main" id="{B2BA4A23-3E60-8E43-B981-0C88505B779A}"/>
              </a:ext>
            </a:extLst>
          </p:cNvPr>
          <p:cNvCxnSpPr>
            <a:cxnSpLocks/>
          </p:cNvCxnSpPr>
          <p:nvPr/>
        </p:nvCxnSpPr>
        <p:spPr bwMode="auto">
          <a:xfrm>
            <a:off x="7128284" y="3030444"/>
            <a:ext cx="232390" cy="0"/>
          </a:xfrm>
          <a:prstGeom prst="straightConnector1">
            <a:avLst/>
          </a:prstGeom>
          <a:solidFill>
            <a:schemeClr val="accent1"/>
          </a:solidFill>
          <a:ln w="9525" cap="flat" cmpd="sng" algn="ctr">
            <a:solidFill>
              <a:srgbClr val="3333FF"/>
            </a:solidFill>
            <a:prstDash val="solid"/>
            <a:round/>
            <a:headEnd type="none" w="med" len="med"/>
            <a:tailEnd type="triangle"/>
          </a:ln>
          <a:effectLst/>
        </p:spPr>
      </p:cxnSp>
      <p:cxnSp>
        <p:nvCxnSpPr>
          <p:cNvPr id="91" name="Straight Arrow Connector 90">
            <a:extLst>
              <a:ext uri="{FF2B5EF4-FFF2-40B4-BE49-F238E27FC236}">
                <a16:creationId xmlns:a16="http://schemas.microsoft.com/office/drawing/2014/main" id="{D1B0D876-6F53-DF4B-804D-CEA4E027FC5B}"/>
              </a:ext>
            </a:extLst>
          </p:cNvPr>
          <p:cNvCxnSpPr>
            <a:cxnSpLocks/>
          </p:cNvCxnSpPr>
          <p:nvPr/>
        </p:nvCxnSpPr>
        <p:spPr bwMode="auto">
          <a:xfrm>
            <a:off x="7956376" y="3030444"/>
            <a:ext cx="216024" cy="0"/>
          </a:xfrm>
          <a:prstGeom prst="straightConnector1">
            <a:avLst/>
          </a:prstGeom>
          <a:solidFill>
            <a:schemeClr val="accent1"/>
          </a:solidFill>
          <a:ln w="9525" cap="flat" cmpd="sng" algn="ctr">
            <a:solidFill>
              <a:srgbClr val="7030A0"/>
            </a:solidFill>
            <a:prstDash val="solid"/>
            <a:round/>
            <a:headEnd type="none" w="med" len="med"/>
            <a:tailEnd type="triangle"/>
          </a:ln>
          <a:effectLst/>
        </p:spPr>
      </p:cxnSp>
      <p:cxnSp>
        <p:nvCxnSpPr>
          <p:cNvPr id="92" name="Straight Arrow Connector 91">
            <a:extLst>
              <a:ext uri="{FF2B5EF4-FFF2-40B4-BE49-F238E27FC236}">
                <a16:creationId xmlns:a16="http://schemas.microsoft.com/office/drawing/2014/main" id="{BB75C7B7-2648-1947-95D3-612D7ED8CDBE}"/>
              </a:ext>
            </a:extLst>
          </p:cNvPr>
          <p:cNvCxnSpPr>
            <a:cxnSpLocks/>
          </p:cNvCxnSpPr>
          <p:nvPr/>
        </p:nvCxnSpPr>
        <p:spPr bwMode="auto">
          <a:xfrm flipH="1">
            <a:off x="7596336" y="3030444"/>
            <a:ext cx="229626" cy="0"/>
          </a:xfrm>
          <a:prstGeom prst="straightConnector1">
            <a:avLst/>
          </a:prstGeom>
          <a:solidFill>
            <a:schemeClr val="accent1"/>
          </a:solidFill>
          <a:ln w="9525" cap="flat" cmpd="sng" algn="ctr">
            <a:solidFill>
              <a:srgbClr val="3333FF"/>
            </a:solidFill>
            <a:prstDash val="solid"/>
            <a:round/>
            <a:headEnd type="none" w="med" len="med"/>
            <a:tailEnd type="triangle"/>
          </a:ln>
          <a:effectLst/>
        </p:spPr>
      </p:cxnSp>
      <p:cxnSp>
        <p:nvCxnSpPr>
          <p:cNvPr id="93" name="Straight Arrow Connector 92">
            <a:extLst>
              <a:ext uri="{FF2B5EF4-FFF2-40B4-BE49-F238E27FC236}">
                <a16:creationId xmlns:a16="http://schemas.microsoft.com/office/drawing/2014/main" id="{FF349794-8688-6344-A4C3-DAF14021356D}"/>
              </a:ext>
            </a:extLst>
          </p:cNvPr>
          <p:cNvCxnSpPr>
            <a:cxnSpLocks/>
          </p:cNvCxnSpPr>
          <p:nvPr/>
        </p:nvCxnSpPr>
        <p:spPr bwMode="auto">
          <a:xfrm flipH="1">
            <a:off x="8424428" y="3030444"/>
            <a:ext cx="195789" cy="0"/>
          </a:xfrm>
          <a:prstGeom prst="straightConnector1">
            <a:avLst/>
          </a:prstGeom>
          <a:solidFill>
            <a:schemeClr val="accent1"/>
          </a:solidFill>
          <a:ln w="9525" cap="flat" cmpd="sng" algn="ctr">
            <a:solidFill>
              <a:srgbClr val="7030A0"/>
            </a:solidFill>
            <a:prstDash val="solid"/>
            <a:round/>
            <a:headEnd type="none" w="med" len="med"/>
            <a:tailEnd type="triangle"/>
          </a:ln>
          <a:effectLst/>
        </p:spPr>
      </p:cxnSp>
      <p:sp>
        <p:nvSpPr>
          <p:cNvPr id="98" name="Freeform 97">
            <a:extLst>
              <a:ext uri="{FF2B5EF4-FFF2-40B4-BE49-F238E27FC236}">
                <a16:creationId xmlns:a16="http://schemas.microsoft.com/office/drawing/2014/main" id="{EC8DDF6C-0BDB-254F-AEE1-675C09A6ED76}"/>
              </a:ext>
            </a:extLst>
          </p:cNvPr>
          <p:cNvSpPr/>
          <p:nvPr/>
        </p:nvSpPr>
        <p:spPr bwMode="auto">
          <a:xfrm>
            <a:off x="6897950" y="2298034"/>
            <a:ext cx="1722267" cy="514905"/>
          </a:xfrm>
          <a:custGeom>
            <a:avLst/>
            <a:gdLst>
              <a:gd name="connsiteX0" fmla="*/ 0 w 1722267"/>
              <a:gd name="connsiteY0" fmla="*/ 506027 h 514905"/>
              <a:gd name="connsiteX1" fmla="*/ 470516 w 1722267"/>
              <a:gd name="connsiteY1" fmla="*/ 506027 h 514905"/>
              <a:gd name="connsiteX2" fmla="*/ 692458 w 1722267"/>
              <a:gd name="connsiteY2" fmla="*/ 0 h 514905"/>
              <a:gd name="connsiteX3" fmla="*/ 1260629 w 1722267"/>
              <a:gd name="connsiteY3" fmla="*/ 0 h 514905"/>
              <a:gd name="connsiteX4" fmla="*/ 1535836 w 1722267"/>
              <a:gd name="connsiteY4" fmla="*/ 514905 h 514905"/>
              <a:gd name="connsiteX5" fmla="*/ 1722267 w 1722267"/>
              <a:gd name="connsiteY5" fmla="*/ 514905 h 514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22267" h="514905">
                <a:moveTo>
                  <a:pt x="0" y="506027"/>
                </a:moveTo>
                <a:lnTo>
                  <a:pt x="470516" y="506027"/>
                </a:lnTo>
                <a:lnTo>
                  <a:pt x="692458" y="0"/>
                </a:lnTo>
                <a:lnTo>
                  <a:pt x="1260629" y="0"/>
                </a:lnTo>
                <a:lnTo>
                  <a:pt x="1535836" y="514905"/>
                </a:lnTo>
                <a:lnTo>
                  <a:pt x="1722267" y="514905"/>
                </a:lnTo>
              </a:path>
            </a:pathLst>
          </a:custGeom>
          <a:no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1800" b="0" i="0" u="none" strike="noStrike" cap="none" normalizeH="0" baseline="0">
              <a:ln>
                <a:noFill/>
              </a:ln>
              <a:solidFill>
                <a:schemeClr val="tx1"/>
              </a:solidFill>
              <a:effectLst/>
              <a:latin typeface="Arial" charset="0"/>
            </a:endParaRPr>
          </a:p>
        </p:txBody>
      </p:sp>
      <p:sp>
        <p:nvSpPr>
          <p:cNvPr id="78873" name="Rectangle 78872">
            <a:extLst>
              <a:ext uri="{FF2B5EF4-FFF2-40B4-BE49-F238E27FC236}">
                <a16:creationId xmlns:a16="http://schemas.microsoft.com/office/drawing/2014/main" id="{B013A87E-89DB-4A4E-87FB-9C049A49595D}"/>
              </a:ext>
            </a:extLst>
          </p:cNvPr>
          <p:cNvSpPr/>
          <p:nvPr/>
        </p:nvSpPr>
        <p:spPr>
          <a:xfrm>
            <a:off x="7329790" y="2778659"/>
            <a:ext cx="336952" cy="400110"/>
          </a:xfrm>
          <a:prstGeom prst="rect">
            <a:avLst/>
          </a:prstGeom>
        </p:spPr>
        <p:txBody>
          <a:bodyPr wrap="none">
            <a:spAutoFit/>
          </a:bodyPr>
          <a:lstStyle/>
          <a:p>
            <a:r>
              <a:rPr lang="en-US" altLang="zh-CN" sz="2000" b="1" i="1" dirty="0">
                <a:solidFill>
                  <a:srgbClr val="3333FF"/>
                </a:solidFill>
                <a:latin typeface="Arial" panose="020B0604020202020204" pitchFamily="34" charset="0"/>
                <a:cs typeface="Arial" panose="020B0604020202020204" pitchFamily="34" charset="0"/>
              </a:rPr>
              <a:t>t</a:t>
            </a:r>
            <a:r>
              <a:rPr lang="en-US" altLang="zh-CN" sz="2000" b="1" i="1" baseline="-25000" dirty="0">
                <a:solidFill>
                  <a:srgbClr val="3333FF"/>
                </a:solidFill>
                <a:latin typeface="Arial" panose="020B0604020202020204" pitchFamily="34" charset="0"/>
                <a:cs typeface="Arial" panose="020B0604020202020204" pitchFamily="34" charset="0"/>
              </a:rPr>
              <a:t>r</a:t>
            </a:r>
            <a:endParaRPr lang="en-CN" sz="2000" b="1" i="1" dirty="0">
              <a:solidFill>
                <a:srgbClr val="3333FF"/>
              </a:solidFill>
            </a:endParaRPr>
          </a:p>
        </p:txBody>
      </p:sp>
      <p:sp>
        <p:nvSpPr>
          <p:cNvPr id="100" name="Rectangle 99">
            <a:extLst>
              <a:ext uri="{FF2B5EF4-FFF2-40B4-BE49-F238E27FC236}">
                <a16:creationId xmlns:a16="http://schemas.microsoft.com/office/drawing/2014/main" id="{1F4491C3-71E3-D547-8947-AEEDA4E5A395}"/>
              </a:ext>
            </a:extLst>
          </p:cNvPr>
          <p:cNvSpPr/>
          <p:nvPr/>
        </p:nvSpPr>
        <p:spPr>
          <a:xfrm>
            <a:off x="8127163" y="2772682"/>
            <a:ext cx="336952" cy="400110"/>
          </a:xfrm>
          <a:prstGeom prst="rect">
            <a:avLst/>
          </a:prstGeom>
        </p:spPr>
        <p:txBody>
          <a:bodyPr wrap="none">
            <a:spAutoFit/>
          </a:bodyPr>
          <a:lstStyle/>
          <a:p>
            <a:r>
              <a:rPr lang="en-US" altLang="zh-CN" sz="2000" b="1" i="1" dirty="0" err="1">
                <a:solidFill>
                  <a:srgbClr val="7030A0"/>
                </a:solidFill>
                <a:latin typeface="Arial" panose="020B0604020202020204" pitchFamily="34" charset="0"/>
                <a:cs typeface="Arial" panose="020B0604020202020204" pitchFamily="34" charset="0"/>
              </a:rPr>
              <a:t>t</a:t>
            </a:r>
            <a:r>
              <a:rPr lang="en-US" altLang="zh-CN" sz="2000" b="1" i="1" baseline="-25000" dirty="0" err="1">
                <a:solidFill>
                  <a:srgbClr val="7030A0"/>
                </a:solidFill>
                <a:latin typeface="Arial" panose="020B0604020202020204" pitchFamily="34" charset="0"/>
                <a:cs typeface="Arial" panose="020B0604020202020204" pitchFamily="34" charset="0"/>
              </a:rPr>
              <a:t>f</a:t>
            </a:r>
            <a:endParaRPr lang="en-CN" sz="2000" b="1" i="1" dirty="0">
              <a:solidFill>
                <a:srgbClr val="7030A0"/>
              </a:solidFill>
            </a:endParaRPr>
          </a:p>
        </p:txBody>
      </p:sp>
      <p:sp>
        <p:nvSpPr>
          <p:cNvPr id="5" name="任意形状 4">
            <a:extLst>
              <a:ext uri="{FF2B5EF4-FFF2-40B4-BE49-F238E27FC236}">
                <a16:creationId xmlns:a16="http://schemas.microsoft.com/office/drawing/2014/main" id="{9A0A97EA-ECBC-A2A2-5AFD-F023609399FD}"/>
              </a:ext>
            </a:extLst>
          </p:cNvPr>
          <p:cNvSpPr/>
          <p:nvPr/>
        </p:nvSpPr>
        <p:spPr bwMode="auto">
          <a:xfrm>
            <a:off x="6181725" y="3401656"/>
            <a:ext cx="2628900" cy="843014"/>
          </a:xfrm>
          <a:custGeom>
            <a:avLst/>
            <a:gdLst>
              <a:gd name="connsiteX0" fmla="*/ 0 w 2628900"/>
              <a:gd name="connsiteY0" fmla="*/ 840033 h 843014"/>
              <a:gd name="connsiteX1" fmla="*/ 504825 w 2628900"/>
              <a:gd name="connsiteY1" fmla="*/ 840033 h 843014"/>
              <a:gd name="connsiteX2" fmla="*/ 885825 w 2628900"/>
              <a:gd name="connsiteY2" fmla="*/ 811458 h 843014"/>
              <a:gd name="connsiteX3" fmla="*/ 1152525 w 2628900"/>
              <a:gd name="connsiteY3" fmla="*/ 535233 h 843014"/>
              <a:gd name="connsiteX4" fmla="*/ 1362075 w 2628900"/>
              <a:gd name="connsiteY4" fmla="*/ 192333 h 843014"/>
              <a:gd name="connsiteX5" fmla="*/ 1695450 w 2628900"/>
              <a:gd name="connsiteY5" fmla="*/ 20883 h 843014"/>
              <a:gd name="connsiteX6" fmla="*/ 2038350 w 2628900"/>
              <a:gd name="connsiteY6" fmla="*/ 1833 h 843014"/>
              <a:gd name="connsiteX7" fmla="*/ 2628900 w 2628900"/>
              <a:gd name="connsiteY7" fmla="*/ 1833 h 843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8900" h="843014">
                <a:moveTo>
                  <a:pt x="0" y="840033"/>
                </a:moveTo>
                <a:cubicBezTo>
                  <a:pt x="178594" y="842414"/>
                  <a:pt x="357188" y="844795"/>
                  <a:pt x="504825" y="840033"/>
                </a:cubicBezTo>
                <a:cubicBezTo>
                  <a:pt x="652462" y="835271"/>
                  <a:pt x="777875" y="862258"/>
                  <a:pt x="885825" y="811458"/>
                </a:cubicBezTo>
                <a:cubicBezTo>
                  <a:pt x="993775" y="760658"/>
                  <a:pt x="1073150" y="638420"/>
                  <a:pt x="1152525" y="535233"/>
                </a:cubicBezTo>
                <a:cubicBezTo>
                  <a:pt x="1231900" y="432046"/>
                  <a:pt x="1271588" y="278058"/>
                  <a:pt x="1362075" y="192333"/>
                </a:cubicBezTo>
                <a:cubicBezTo>
                  <a:pt x="1452563" y="106608"/>
                  <a:pt x="1582738" y="52633"/>
                  <a:pt x="1695450" y="20883"/>
                </a:cubicBezTo>
                <a:cubicBezTo>
                  <a:pt x="1808162" y="-10867"/>
                  <a:pt x="1882775" y="5008"/>
                  <a:pt x="2038350" y="1833"/>
                </a:cubicBezTo>
                <a:cubicBezTo>
                  <a:pt x="2193925" y="-1342"/>
                  <a:pt x="2411412" y="245"/>
                  <a:pt x="2628900" y="1833"/>
                </a:cubicBezTo>
              </a:path>
            </a:pathLst>
          </a:custGeom>
          <a:noFill/>
          <a:ln w="317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zh-CN" altLang="en-US"/>
          </a:p>
        </p:txBody>
      </p:sp>
      <p:cxnSp>
        <p:nvCxnSpPr>
          <p:cNvPr id="25" name="直线连接符 24">
            <a:extLst>
              <a:ext uri="{FF2B5EF4-FFF2-40B4-BE49-F238E27FC236}">
                <a16:creationId xmlns:a16="http://schemas.microsoft.com/office/drawing/2014/main" id="{657AF465-189D-697D-CDCC-D2DBA840E2B8}"/>
              </a:ext>
            </a:extLst>
          </p:cNvPr>
          <p:cNvCxnSpPr>
            <a:cxnSpLocks/>
          </p:cNvCxnSpPr>
          <p:nvPr/>
        </p:nvCxnSpPr>
        <p:spPr bwMode="auto">
          <a:xfrm>
            <a:off x="7977777" y="3350063"/>
            <a:ext cx="0" cy="967923"/>
          </a:xfrm>
          <a:prstGeom prst="line">
            <a:avLst/>
          </a:prstGeom>
          <a:noFill/>
          <a:ln w="28575" cap="flat" cmpd="sng" algn="ctr">
            <a:solidFill>
              <a:srgbClr val="FF0000"/>
            </a:solidFill>
            <a:prstDash val="sysDash"/>
            <a:round/>
            <a:headEnd type="none" w="med" len="med"/>
            <a:tailEnd type="none" w="med" len="med"/>
          </a:ln>
          <a:effectLst/>
        </p:spPr>
      </p:cxnSp>
      <p:cxnSp>
        <p:nvCxnSpPr>
          <p:cNvPr id="52" name="直线连接符 51">
            <a:extLst>
              <a:ext uri="{FF2B5EF4-FFF2-40B4-BE49-F238E27FC236}">
                <a16:creationId xmlns:a16="http://schemas.microsoft.com/office/drawing/2014/main" id="{0B4EFBEF-8093-CD27-6008-74C31A44294B}"/>
              </a:ext>
            </a:extLst>
          </p:cNvPr>
          <p:cNvCxnSpPr>
            <a:cxnSpLocks/>
          </p:cNvCxnSpPr>
          <p:nvPr/>
        </p:nvCxnSpPr>
        <p:spPr bwMode="auto">
          <a:xfrm>
            <a:off x="6923614" y="3361177"/>
            <a:ext cx="0" cy="967923"/>
          </a:xfrm>
          <a:prstGeom prst="line">
            <a:avLst/>
          </a:prstGeom>
          <a:noFill/>
          <a:ln w="28575" cap="flat" cmpd="sng" algn="ctr">
            <a:solidFill>
              <a:srgbClr val="FF0000"/>
            </a:solidFill>
            <a:prstDash val="sysDash"/>
            <a:round/>
            <a:headEnd type="none" w="med" len="med"/>
            <a:tailEnd type="none" w="med" len="med"/>
          </a:ln>
          <a:effectLst/>
        </p:spPr>
      </p:cxnSp>
      <p:cxnSp>
        <p:nvCxnSpPr>
          <p:cNvPr id="53" name="直线连接符 52">
            <a:extLst>
              <a:ext uri="{FF2B5EF4-FFF2-40B4-BE49-F238E27FC236}">
                <a16:creationId xmlns:a16="http://schemas.microsoft.com/office/drawing/2014/main" id="{B17F7D37-8581-F8F5-250D-882CED697A65}"/>
              </a:ext>
            </a:extLst>
          </p:cNvPr>
          <p:cNvCxnSpPr>
            <a:cxnSpLocks/>
          </p:cNvCxnSpPr>
          <p:nvPr/>
        </p:nvCxnSpPr>
        <p:spPr bwMode="auto">
          <a:xfrm>
            <a:off x="7164288" y="3361177"/>
            <a:ext cx="0" cy="967923"/>
          </a:xfrm>
          <a:prstGeom prst="line">
            <a:avLst/>
          </a:prstGeom>
          <a:noFill/>
          <a:ln w="28575" cap="flat" cmpd="sng" algn="ctr">
            <a:solidFill>
              <a:srgbClr val="FF0000"/>
            </a:solidFill>
            <a:prstDash val="sysDash"/>
            <a:round/>
            <a:headEnd type="none" w="med" len="med"/>
            <a:tailEnd type="none" w="med" len="med"/>
          </a:ln>
          <a:effectLst/>
        </p:spPr>
      </p:cxnSp>
      <p:cxnSp>
        <p:nvCxnSpPr>
          <p:cNvPr id="54" name="直线连接符 53">
            <a:extLst>
              <a:ext uri="{FF2B5EF4-FFF2-40B4-BE49-F238E27FC236}">
                <a16:creationId xmlns:a16="http://schemas.microsoft.com/office/drawing/2014/main" id="{E4B721BF-83BF-00AB-14A9-422090BF645D}"/>
              </a:ext>
            </a:extLst>
          </p:cNvPr>
          <p:cNvCxnSpPr>
            <a:cxnSpLocks/>
          </p:cNvCxnSpPr>
          <p:nvPr/>
        </p:nvCxnSpPr>
        <p:spPr bwMode="auto">
          <a:xfrm>
            <a:off x="7753595" y="3361177"/>
            <a:ext cx="0" cy="967923"/>
          </a:xfrm>
          <a:prstGeom prst="line">
            <a:avLst/>
          </a:prstGeom>
          <a:noFill/>
          <a:ln w="28575" cap="flat" cmpd="sng" algn="ctr">
            <a:solidFill>
              <a:srgbClr val="FF0000"/>
            </a:solidFill>
            <a:prstDash val="sysDash"/>
            <a:round/>
            <a:headEnd type="none" w="med" len="med"/>
            <a:tailEnd type="none" w="med" len="med"/>
          </a:ln>
          <a:effectLst/>
        </p:spPr>
      </p:cxnSp>
      <p:cxnSp>
        <p:nvCxnSpPr>
          <p:cNvPr id="56" name="直线连接符 55">
            <a:extLst>
              <a:ext uri="{FF2B5EF4-FFF2-40B4-BE49-F238E27FC236}">
                <a16:creationId xmlns:a16="http://schemas.microsoft.com/office/drawing/2014/main" id="{2277A9AA-C52B-D872-6564-6AD31E5730AE}"/>
              </a:ext>
            </a:extLst>
          </p:cNvPr>
          <p:cNvCxnSpPr>
            <a:cxnSpLocks/>
          </p:cNvCxnSpPr>
          <p:nvPr/>
        </p:nvCxnSpPr>
        <p:spPr bwMode="auto">
          <a:xfrm>
            <a:off x="6780956" y="3462735"/>
            <a:ext cx="1643472" cy="0"/>
          </a:xfrm>
          <a:prstGeom prst="line">
            <a:avLst/>
          </a:prstGeom>
          <a:noFill/>
          <a:ln w="28575" cap="flat" cmpd="sng" algn="ctr">
            <a:solidFill>
              <a:srgbClr val="FF0000"/>
            </a:solidFill>
            <a:prstDash val="sysDash"/>
            <a:round/>
            <a:headEnd type="none" w="med" len="med"/>
            <a:tailEnd type="none" w="med" len="med"/>
          </a:ln>
          <a:effectLst/>
        </p:spPr>
      </p:cxnSp>
      <p:cxnSp>
        <p:nvCxnSpPr>
          <p:cNvPr id="62" name="直线连接符 61">
            <a:extLst>
              <a:ext uri="{FF2B5EF4-FFF2-40B4-BE49-F238E27FC236}">
                <a16:creationId xmlns:a16="http://schemas.microsoft.com/office/drawing/2014/main" id="{4C99D562-6225-81AD-3E4A-98F86F805B48}"/>
              </a:ext>
            </a:extLst>
          </p:cNvPr>
          <p:cNvCxnSpPr>
            <a:cxnSpLocks/>
          </p:cNvCxnSpPr>
          <p:nvPr/>
        </p:nvCxnSpPr>
        <p:spPr bwMode="auto">
          <a:xfrm>
            <a:off x="6780956" y="4146811"/>
            <a:ext cx="1643472" cy="0"/>
          </a:xfrm>
          <a:prstGeom prst="line">
            <a:avLst/>
          </a:prstGeom>
          <a:noFill/>
          <a:ln w="28575" cap="flat" cmpd="sng" algn="ctr">
            <a:solidFill>
              <a:srgbClr val="FF0000"/>
            </a:solidFill>
            <a:prstDash val="sysDash"/>
            <a:round/>
            <a:headEnd type="none" w="med" len="med"/>
            <a:tailEnd type="none" w="med" len="med"/>
          </a:ln>
          <a:effectLst/>
        </p:spPr>
      </p:cxnSp>
      <p:cxnSp>
        <p:nvCxnSpPr>
          <p:cNvPr id="63" name="直线连接符 62">
            <a:extLst>
              <a:ext uri="{FF2B5EF4-FFF2-40B4-BE49-F238E27FC236}">
                <a16:creationId xmlns:a16="http://schemas.microsoft.com/office/drawing/2014/main" id="{A0D2488E-153C-9070-A431-D5744C2E5ACF}"/>
              </a:ext>
            </a:extLst>
          </p:cNvPr>
          <p:cNvCxnSpPr>
            <a:cxnSpLocks/>
          </p:cNvCxnSpPr>
          <p:nvPr/>
        </p:nvCxnSpPr>
        <p:spPr bwMode="auto">
          <a:xfrm>
            <a:off x="8295639" y="3533895"/>
            <a:ext cx="0" cy="540908"/>
          </a:xfrm>
          <a:prstGeom prst="line">
            <a:avLst/>
          </a:prstGeom>
          <a:noFill/>
          <a:ln w="28575" cap="flat" cmpd="sng" algn="ctr">
            <a:solidFill>
              <a:schemeClr val="tx1"/>
            </a:solidFill>
            <a:prstDash val="solid"/>
            <a:round/>
            <a:headEnd type="triangle" w="med" len="med"/>
            <a:tailEnd type="triangle" w="med" len="med"/>
          </a:ln>
          <a:effectLst/>
        </p:spPr>
      </p:cxnSp>
      <p:sp>
        <p:nvSpPr>
          <p:cNvPr id="78852" name="Rectangle 78872">
            <a:extLst>
              <a:ext uri="{FF2B5EF4-FFF2-40B4-BE49-F238E27FC236}">
                <a16:creationId xmlns:a16="http://schemas.microsoft.com/office/drawing/2014/main" id="{49655D81-BE98-1678-9909-96517AD6DD44}"/>
              </a:ext>
            </a:extLst>
          </p:cNvPr>
          <p:cNvSpPr/>
          <p:nvPr/>
        </p:nvSpPr>
        <p:spPr>
          <a:xfrm>
            <a:off x="7304553" y="4109010"/>
            <a:ext cx="336952" cy="400110"/>
          </a:xfrm>
          <a:prstGeom prst="rect">
            <a:avLst/>
          </a:prstGeom>
        </p:spPr>
        <p:txBody>
          <a:bodyPr wrap="none">
            <a:spAutoFit/>
          </a:bodyPr>
          <a:lstStyle/>
          <a:p>
            <a:r>
              <a:rPr lang="en-US" altLang="zh-CN" sz="2000" b="1" i="1" dirty="0">
                <a:latin typeface="Arial" panose="020B0604020202020204" pitchFamily="34" charset="0"/>
                <a:cs typeface="Arial" panose="020B0604020202020204" pitchFamily="34" charset="0"/>
              </a:rPr>
              <a:t>t</a:t>
            </a:r>
            <a:r>
              <a:rPr lang="en-US" altLang="zh-CN" sz="2000" b="1" i="1" baseline="-25000" dirty="0">
                <a:latin typeface="Arial" panose="020B0604020202020204" pitchFamily="34" charset="0"/>
                <a:cs typeface="Arial" panose="020B0604020202020204" pitchFamily="34" charset="0"/>
              </a:rPr>
              <a:t>r</a:t>
            </a:r>
            <a:endParaRPr lang="en-CN" sz="2000" b="1" i="1" dirty="0"/>
          </a:p>
        </p:txBody>
      </p:sp>
    </p:spTree>
    <p:extLst>
      <p:ext uri="{BB962C8B-B14F-4D97-AF65-F5344CB8AC3E}">
        <p14:creationId xmlns:p14="http://schemas.microsoft.com/office/powerpoint/2010/main" val="1437786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8878"/>
                                        </p:tgtEl>
                                        <p:attrNameLst>
                                          <p:attrName>style.visibility</p:attrName>
                                        </p:attrNameLst>
                                      </p:cBhvr>
                                      <p:to>
                                        <p:strVal val="visible"/>
                                      </p:to>
                                    </p:set>
                                    <p:animEffect transition="in" filter="wipe(left)">
                                      <p:cBhvr>
                                        <p:cTn id="7" dur="500"/>
                                        <p:tgtEl>
                                          <p:spTgt spid="788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2"/>
          <p:cNvSpPr>
            <a:spLocks noGrp="1" noChangeArrowheads="1"/>
          </p:cNvSpPr>
          <p:nvPr>
            <p:ph type="title"/>
          </p:nvPr>
        </p:nvSpPr>
        <p:spPr>
          <a:xfrm>
            <a:off x="1608492" y="251458"/>
            <a:ext cx="5866420" cy="936625"/>
          </a:xfrm>
        </p:spPr>
        <p:txBody>
          <a:bodyPr/>
          <a:lstStyle/>
          <a:p>
            <a:pPr eaLnBrk="1" hangingPunct="1"/>
            <a:r>
              <a:rPr lang="zh-CN" altLang="en-US" dirty="0"/>
              <a:t>速度：延时</a:t>
            </a:r>
            <a:endParaRPr lang="en-US" altLang="zh-CN" dirty="0"/>
          </a:p>
        </p:txBody>
      </p:sp>
      <p:graphicFrame>
        <p:nvGraphicFramePr>
          <p:cNvPr id="21" name="Object 3">
            <a:extLst>
              <a:ext uri="{FF2B5EF4-FFF2-40B4-BE49-F238E27FC236}">
                <a16:creationId xmlns:a16="http://schemas.microsoft.com/office/drawing/2014/main" id="{3F2F7253-E041-8D4E-B392-1D56DA091484}"/>
              </a:ext>
            </a:extLst>
          </p:cNvPr>
          <p:cNvGraphicFramePr>
            <a:graphicFrameLocks noGrp="1" noChangeAspect="1"/>
          </p:cNvGraphicFramePr>
          <p:nvPr>
            <p:ph idx="1"/>
            <p:extLst>
              <p:ext uri="{D42A27DB-BD31-4B8C-83A1-F6EECF244321}">
                <p14:modId xmlns:p14="http://schemas.microsoft.com/office/powerpoint/2010/main" val="1531766893"/>
              </p:ext>
            </p:extLst>
          </p:nvPr>
        </p:nvGraphicFramePr>
        <p:xfrm>
          <a:off x="569913" y="2506327"/>
          <a:ext cx="3521075" cy="2182813"/>
        </p:xfrm>
        <a:graphic>
          <a:graphicData uri="http://schemas.openxmlformats.org/presentationml/2006/ole">
            <mc:AlternateContent xmlns:mc="http://schemas.openxmlformats.org/markup-compatibility/2006">
              <mc:Choice xmlns:v="urn:schemas-microsoft-com:vml" Requires="v">
                <p:oleObj name="Visio" r:id="rId3" imgW="1344552" imgH="833500" progId="Visio.Drawing.6">
                  <p:embed/>
                </p:oleObj>
              </mc:Choice>
              <mc:Fallback>
                <p:oleObj name="Visio" r:id="rId3" imgW="1344552" imgH="833500" progId="Visio.Drawing.6">
                  <p:embed/>
                  <p:pic>
                    <p:nvPicPr>
                      <p:cNvPr id="21" name="Object 3">
                        <a:extLst>
                          <a:ext uri="{FF2B5EF4-FFF2-40B4-BE49-F238E27FC236}">
                            <a16:creationId xmlns:a16="http://schemas.microsoft.com/office/drawing/2014/main" id="{3F2F7253-E041-8D4E-B392-1D56DA0914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9913" y="2506327"/>
                        <a:ext cx="3521075" cy="2182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44430" name="Rectangle 14"/>
          <p:cNvSpPr>
            <a:spLocks noChangeArrowheads="1"/>
          </p:cNvSpPr>
          <p:nvPr/>
        </p:nvSpPr>
        <p:spPr bwMode="auto">
          <a:xfrm>
            <a:off x="607070" y="5425711"/>
            <a:ext cx="8213402" cy="775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nchor="ctr">
            <a:spAutoFit/>
          </a:bodyPr>
          <a:lstStyle/>
          <a:p>
            <a:pPr marL="0" marR="0" lvl="0" indent="0" algn="l" defTabSz="914400" rtl="0" eaLnBrk="1" fontAlgn="base" latinLnBrk="0" hangingPunct="1">
              <a:lnSpc>
                <a:spcPct val="100000"/>
              </a:lnSpc>
              <a:spcBef>
                <a:spcPct val="5000"/>
              </a:spcBef>
              <a:spcAft>
                <a:spcPct val="5000"/>
              </a:spcAft>
              <a:buClrTx/>
              <a:buSzTx/>
              <a:buFontTx/>
              <a:buNone/>
              <a:tabLst/>
              <a:defRPr/>
            </a:pPr>
            <a:r>
              <a:rPr lang="zh-CN" altLang="en-US" sz="2400" dirty="0">
                <a:solidFill>
                  <a:srgbClr val="000000"/>
                </a:solidFill>
                <a:latin typeface="Arial" panose="020B0604020202020204" pitchFamily="34" charset="0"/>
                <a:ea typeface="黑体" panose="02010609060101010101" pitchFamily="49" charset="-122"/>
                <a:cs typeface="Arial" panose="020B0604020202020204" pitchFamily="34" charset="0"/>
              </a:rPr>
              <a:t>平均值</a:t>
            </a: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cs typeface="Arial" panose="020B0604020202020204" pitchFamily="34" charset="0"/>
              </a:rPr>
              <a:t> </a:t>
            </a:r>
            <a:r>
              <a:rPr kumimoji="0" lang="en-US" altLang="zh-CN" sz="2400" b="0" i="0" u="none" strike="noStrike" kern="1200" cap="none" spc="0" normalizeH="0" baseline="0" noProof="0" dirty="0" err="1">
                <a:ln>
                  <a:noFill/>
                </a:ln>
                <a:solidFill>
                  <a:srgbClr val="000000"/>
                </a:solidFill>
                <a:effectLst/>
                <a:uLnTx/>
                <a:uFillTx/>
                <a:latin typeface="Arial" panose="020B0604020202020204" pitchFamily="34" charset="0"/>
                <a:ea typeface="黑体" panose="02010609060101010101" pitchFamily="49" charset="-122"/>
                <a:cs typeface="Arial" panose="020B0604020202020204" pitchFamily="34" charset="0"/>
              </a:rPr>
              <a:t>t</a:t>
            </a:r>
            <a:r>
              <a:rPr kumimoji="0" lang="en-US" altLang="zh-CN" sz="2400" b="0" i="0" u="none" strike="noStrike" kern="1200" cap="none" spc="0" normalizeH="0" baseline="-25000" noProof="0" dirty="0" err="1">
                <a:ln>
                  <a:noFill/>
                </a:ln>
                <a:solidFill>
                  <a:srgbClr val="000000"/>
                </a:solidFill>
                <a:effectLst/>
                <a:uLnTx/>
                <a:uFillTx/>
                <a:latin typeface="Arial" panose="020B0604020202020204" pitchFamily="34" charset="0"/>
                <a:ea typeface="黑体" panose="02010609060101010101" pitchFamily="49" charset="-122"/>
                <a:cs typeface="Arial" panose="020B0604020202020204" pitchFamily="34" charset="0"/>
              </a:rPr>
              <a:t>pd</a:t>
            </a: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cs typeface="Arial" panose="020B0604020202020204" pitchFamily="34" charset="0"/>
              </a:rPr>
              <a:t>=(</a:t>
            </a:r>
            <a:r>
              <a:rPr kumimoji="0" lang="en-US" altLang="zh-CN" sz="2400" b="0" i="0" u="none" strike="noStrike" kern="1200" cap="none" spc="0" normalizeH="0" baseline="0" noProof="0" dirty="0" err="1">
                <a:ln>
                  <a:noFill/>
                </a:ln>
                <a:solidFill>
                  <a:srgbClr val="000000"/>
                </a:solidFill>
                <a:effectLst/>
                <a:uLnTx/>
                <a:uFillTx/>
                <a:latin typeface="Arial" panose="020B0604020202020204" pitchFamily="34" charset="0"/>
                <a:ea typeface="黑体" panose="02010609060101010101" pitchFamily="49" charset="-122"/>
                <a:cs typeface="Arial" panose="020B0604020202020204" pitchFamily="34" charset="0"/>
              </a:rPr>
              <a:t>t</a:t>
            </a:r>
            <a:r>
              <a:rPr kumimoji="0" lang="en-US" altLang="zh-CN" sz="2400" b="0" i="0" u="none" strike="noStrike" kern="1200" cap="none" spc="0" normalizeH="0" baseline="-25000" noProof="0" dirty="0" err="1">
                <a:ln>
                  <a:noFill/>
                </a:ln>
                <a:solidFill>
                  <a:srgbClr val="000000"/>
                </a:solidFill>
                <a:effectLst/>
                <a:uLnTx/>
                <a:uFillTx/>
                <a:latin typeface="Arial" panose="020B0604020202020204" pitchFamily="34" charset="0"/>
                <a:ea typeface="黑体" panose="02010609060101010101" pitchFamily="49" charset="-122"/>
                <a:cs typeface="Arial" panose="020B0604020202020204" pitchFamily="34" charset="0"/>
              </a:rPr>
              <a:t>pHL</a:t>
            </a:r>
            <a:r>
              <a:rPr kumimoji="0" lang="en-US" altLang="zh-CN" sz="2400" b="0" i="0" u="none" strike="noStrike" kern="1200" cap="none" spc="0" normalizeH="0" baseline="0" noProof="0" dirty="0" err="1">
                <a:ln>
                  <a:noFill/>
                </a:ln>
                <a:solidFill>
                  <a:srgbClr val="000000"/>
                </a:solidFill>
                <a:effectLst/>
                <a:uLnTx/>
                <a:uFillTx/>
                <a:latin typeface="Arial" panose="020B0604020202020204" pitchFamily="34" charset="0"/>
                <a:ea typeface="黑体" panose="02010609060101010101" pitchFamily="49" charset="-122"/>
                <a:cs typeface="Arial" panose="020B0604020202020204" pitchFamily="34" charset="0"/>
              </a:rPr>
              <a:t>+t</a:t>
            </a:r>
            <a:r>
              <a:rPr kumimoji="0" lang="en-US" altLang="zh-CN" sz="2400" b="0" i="0" u="none" strike="noStrike" kern="1200" cap="none" spc="0" normalizeH="0" baseline="-25000" noProof="0" dirty="0" err="1">
                <a:ln>
                  <a:noFill/>
                </a:ln>
                <a:solidFill>
                  <a:srgbClr val="000000"/>
                </a:solidFill>
                <a:effectLst/>
                <a:uLnTx/>
                <a:uFillTx/>
                <a:latin typeface="Arial" panose="020B0604020202020204" pitchFamily="34" charset="0"/>
                <a:ea typeface="黑体" panose="02010609060101010101" pitchFamily="49" charset="-122"/>
                <a:cs typeface="Arial" panose="020B0604020202020204" pitchFamily="34" charset="0"/>
              </a:rPr>
              <a:t>pLH</a:t>
            </a: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cs typeface="Arial" panose="020B0604020202020204" pitchFamily="34" charset="0"/>
              </a:rPr>
              <a:t>)/2</a:t>
            </a:r>
          </a:p>
          <a:p>
            <a:pPr lvl="0">
              <a:spcBef>
                <a:spcPct val="5000"/>
              </a:spcBef>
              <a:spcAft>
                <a:spcPct val="5000"/>
              </a:spcAft>
              <a:defRPr/>
            </a:pPr>
            <a:r>
              <a:rPr lang="zh-CN" altLang="en-US" sz="2400" dirty="0">
                <a:solidFill>
                  <a:srgbClr val="000000"/>
                </a:solidFill>
                <a:latin typeface="Arial" panose="020B0604020202020204" pitchFamily="34" charset="0"/>
                <a:ea typeface="黑体" panose="02010609060101010101" pitchFamily="49" charset="-122"/>
                <a:cs typeface="Arial" panose="020B0604020202020204" pitchFamily="34" charset="0"/>
              </a:rPr>
              <a:t>最大值</a:t>
            </a: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cs typeface="Arial" panose="020B0604020202020204" pitchFamily="34" charset="0"/>
              </a:rPr>
              <a:t>max(</a:t>
            </a:r>
            <a:r>
              <a:rPr kumimoji="0" lang="en-US" altLang="zh-CN" sz="2400" b="0" i="0" u="none" strike="noStrike" kern="1200" cap="none" spc="0" normalizeH="0" baseline="0" noProof="0" dirty="0" err="1">
                <a:ln>
                  <a:noFill/>
                </a:ln>
                <a:solidFill>
                  <a:srgbClr val="000000"/>
                </a:solidFill>
                <a:effectLst/>
                <a:uLnTx/>
                <a:uFillTx/>
                <a:latin typeface="Arial" panose="020B0604020202020204" pitchFamily="34" charset="0"/>
                <a:ea typeface="黑体" panose="02010609060101010101" pitchFamily="49" charset="-122"/>
                <a:cs typeface="Arial" panose="020B0604020202020204" pitchFamily="34" charset="0"/>
              </a:rPr>
              <a:t>t</a:t>
            </a:r>
            <a:r>
              <a:rPr kumimoji="0" lang="en-US" altLang="zh-CN" sz="2400" b="0" i="0" u="none" strike="noStrike" kern="1200" cap="none" spc="0" normalizeH="0" baseline="-25000" noProof="0" dirty="0" err="1">
                <a:ln>
                  <a:noFill/>
                </a:ln>
                <a:solidFill>
                  <a:srgbClr val="000000"/>
                </a:solidFill>
                <a:effectLst/>
                <a:uLnTx/>
                <a:uFillTx/>
                <a:latin typeface="Arial" panose="020B0604020202020204" pitchFamily="34" charset="0"/>
                <a:ea typeface="黑体" panose="02010609060101010101" pitchFamily="49" charset="-122"/>
                <a:cs typeface="Arial" panose="020B0604020202020204" pitchFamily="34" charset="0"/>
              </a:rPr>
              <a:t>pHL</a:t>
            </a: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cs typeface="Arial" panose="020B0604020202020204" pitchFamily="34" charset="0"/>
              </a:rPr>
              <a:t>, </a:t>
            </a:r>
            <a:r>
              <a:rPr kumimoji="0" lang="en-US" altLang="zh-CN" sz="2400" b="0" i="0" u="none" strike="noStrike" kern="1200" cap="none" spc="0" normalizeH="0" baseline="0" noProof="0" dirty="0" err="1">
                <a:ln>
                  <a:noFill/>
                </a:ln>
                <a:solidFill>
                  <a:srgbClr val="000000"/>
                </a:solidFill>
                <a:effectLst/>
                <a:uLnTx/>
                <a:uFillTx/>
                <a:latin typeface="Arial" panose="020B0604020202020204" pitchFamily="34" charset="0"/>
                <a:ea typeface="黑体" panose="02010609060101010101" pitchFamily="49" charset="-122"/>
                <a:cs typeface="Arial" panose="020B0604020202020204" pitchFamily="34" charset="0"/>
              </a:rPr>
              <a:t>t</a:t>
            </a:r>
            <a:r>
              <a:rPr kumimoji="0" lang="en-US" altLang="zh-CN" sz="2400" b="0" i="0" u="none" strike="noStrike" kern="1200" cap="none" spc="0" normalizeH="0" baseline="-25000" noProof="0" dirty="0" err="1">
                <a:ln>
                  <a:noFill/>
                </a:ln>
                <a:solidFill>
                  <a:srgbClr val="000000"/>
                </a:solidFill>
                <a:effectLst/>
                <a:uLnTx/>
                <a:uFillTx/>
                <a:latin typeface="Arial" panose="020B0604020202020204" pitchFamily="34" charset="0"/>
                <a:ea typeface="黑体" panose="02010609060101010101" pitchFamily="49" charset="-122"/>
                <a:cs typeface="Arial" panose="020B0604020202020204" pitchFamily="34" charset="0"/>
              </a:rPr>
              <a:t>pLH</a:t>
            </a: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cs typeface="Arial" panose="020B0604020202020204" pitchFamily="34" charset="0"/>
              </a:rPr>
              <a:t>)</a:t>
            </a:r>
            <a:r>
              <a:rPr kumimoji="0" lang="zh-CN" altLang="en-US" sz="2400" b="0" i="0" u="none" strike="noStrike" kern="120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cs typeface="Arial" panose="020B0604020202020204" pitchFamily="34" charset="0"/>
              </a:rPr>
              <a:t>，</a:t>
            </a:r>
            <a:r>
              <a:rPr lang="zh-CN" altLang="en-US" sz="2400" dirty="0">
                <a:solidFill>
                  <a:srgbClr val="000000"/>
                </a:solidFill>
                <a:latin typeface="Arial" panose="020B0604020202020204" pitchFamily="34" charset="0"/>
                <a:ea typeface="黑体" panose="02010609060101010101" pitchFamily="49" charset="-122"/>
                <a:cs typeface="Arial" panose="020B0604020202020204" pitchFamily="34" charset="0"/>
              </a:rPr>
              <a:t>最小值</a:t>
            </a: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cs typeface="Arial" panose="020B0604020202020204" pitchFamily="34" charset="0"/>
              </a:rPr>
              <a:t>min(</a:t>
            </a:r>
            <a:r>
              <a:rPr kumimoji="0" lang="en-US" altLang="zh-CN" sz="2400" b="0" i="0" u="none" strike="noStrike" kern="1200" cap="none" spc="0" normalizeH="0" baseline="0" noProof="0" dirty="0" err="1">
                <a:ln>
                  <a:noFill/>
                </a:ln>
                <a:solidFill>
                  <a:srgbClr val="000000"/>
                </a:solidFill>
                <a:effectLst/>
                <a:uLnTx/>
                <a:uFillTx/>
                <a:latin typeface="Arial" panose="020B0604020202020204" pitchFamily="34" charset="0"/>
                <a:ea typeface="黑体" panose="02010609060101010101" pitchFamily="49" charset="-122"/>
                <a:cs typeface="Arial" panose="020B0604020202020204" pitchFamily="34" charset="0"/>
              </a:rPr>
              <a:t>t</a:t>
            </a:r>
            <a:r>
              <a:rPr kumimoji="0" lang="en-US" altLang="zh-CN" sz="2400" b="0" i="0" u="none" strike="noStrike" kern="1200" cap="none" spc="0" normalizeH="0" baseline="-25000" noProof="0" dirty="0" err="1">
                <a:ln>
                  <a:noFill/>
                </a:ln>
                <a:solidFill>
                  <a:srgbClr val="000000"/>
                </a:solidFill>
                <a:effectLst/>
                <a:uLnTx/>
                <a:uFillTx/>
                <a:latin typeface="Arial" panose="020B0604020202020204" pitchFamily="34" charset="0"/>
                <a:ea typeface="黑体" panose="02010609060101010101" pitchFamily="49" charset="-122"/>
                <a:cs typeface="Arial" panose="020B0604020202020204" pitchFamily="34" charset="0"/>
              </a:rPr>
              <a:t>pHL</a:t>
            </a: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cs typeface="Arial" panose="020B0604020202020204" pitchFamily="34" charset="0"/>
              </a:rPr>
              <a:t>, </a:t>
            </a:r>
            <a:r>
              <a:rPr kumimoji="0" lang="en-US" altLang="zh-CN" sz="2400" b="0" i="0" u="none" strike="noStrike" kern="1200" cap="none" spc="0" normalizeH="0" baseline="0" noProof="0" dirty="0" err="1">
                <a:ln>
                  <a:noFill/>
                </a:ln>
                <a:solidFill>
                  <a:srgbClr val="000000"/>
                </a:solidFill>
                <a:effectLst/>
                <a:uLnTx/>
                <a:uFillTx/>
                <a:latin typeface="Arial" panose="020B0604020202020204" pitchFamily="34" charset="0"/>
                <a:ea typeface="黑体" panose="02010609060101010101" pitchFamily="49" charset="-122"/>
                <a:cs typeface="Arial" panose="020B0604020202020204" pitchFamily="34" charset="0"/>
              </a:rPr>
              <a:t>t</a:t>
            </a:r>
            <a:r>
              <a:rPr kumimoji="0" lang="en-US" altLang="zh-CN" sz="2400" b="0" i="0" u="none" strike="noStrike" kern="1200" cap="none" spc="0" normalizeH="0" baseline="-25000" noProof="0" dirty="0" err="1">
                <a:ln>
                  <a:noFill/>
                </a:ln>
                <a:solidFill>
                  <a:srgbClr val="000000"/>
                </a:solidFill>
                <a:effectLst/>
                <a:uLnTx/>
                <a:uFillTx/>
                <a:latin typeface="Arial" panose="020B0604020202020204" pitchFamily="34" charset="0"/>
                <a:ea typeface="黑体" panose="02010609060101010101" pitchFamily="49" charset="-122"/>
                <a:cs typeface="Arial" panose="020B0604020202020204" pitchFamily="34" charset="0"/>
              </a:rPr>
              <a:t>pLH</a:t>
            </a: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cs typeface="Arial" panose="020B0604020202020204" pitchFamily="34" charset="0"/>
              </a:rPr>
              <a:t>)</a:t>
            </a:r>
          </a:p>
        </p:txBody>
      </p:sp>
      <p:sp>
        <p:nvSpPr>
          <p:cNvPr id="15" name="内容占位符 14">
            <a:extLst>
              <a:ext uri="{FF2B5EF4-FFF2-40B4-BE49-F238E27FC236}">
                <a16:creationId xmlns:a16="http://schemas.microsoft.com/office/drawing/2014/main" id="{4BEF2FDC-EC08-834E-AA21-AB8C4411227A}"/>
              </a:ext>
            </a:extLst>
          </p:cNvPr>
          <p:cNvSpPr txBox="1">
            <a:spLocks/>
          </p:cNvSpPr>
          <p:nvPr/>
        </p:nvSpPr>
        <p:spPr bwMode="gray">
          <a:xfrm>
            <a:off x="434732" y="1335360"/>
            <a:ext cx="8385095" cy="130155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1" fontAlgn="base" hangingPunct="0">
              <a:lnSpc>
                <a:spcPct val="120000"/>
              </a:lnSpc>
              <a:spcBef>
                <a:spcPct val="20000"/>
              </a:spcBef>
              <a:spcAft>
                <a:spcPct val="0"/>
              </a:spcAft>
              <a:buClr>
                <a:schemeClr val="hlink"/>
              </a:buClr>
              <a:buFont typeface="Wingdings" pitchFamily="2" charset="2"/>
              <a:buChar char="v"/>
              <a:defRPr sz="2800" baseline="0">
                <a:solidFill>
                  <a:srgbClr val="080808"/>
                </a:solidFill>
                <a:latin typeface="+mn-lt"/>
                <a:ea typeface="黑体" pitchFamily="49" charset="-122"/>
                <a:cs typeface="+mn-cs"/>
              </a:defRPr>
            </a:lvl1pPr>
            <a:lvl2pPr marL="742950" indent="-285750" algn="l" rtl="0" eaLnBrk="1" fontAlgn="base" hangingPunct="0">
              <a:lnSpc>
                <a:spcPct val="120000"/>
              </a:lnSpc>
              <a:spcBef>
                <a:spcPct val="20000"/>
              </a:spcBef>
              <a:spcAft>
                <a:spcPct val="0"/>
              </a:spcAft>
              <a:buClr>
                <a:schemeClr val="accent1"/>
              </a:buClr>
              <a:buFont typeface="Wingdings" pitchFamily="2" charset="2"/>
              <a:buChar char="§"/>
              <a:defRPr sz="2400" baseline="0">
                <a:solidFill>
                  <a:srgbClr val="080808"/>
                </a:solidFill>
                <a:latin typeface="+mn-lt"/>
                <a:ea typeface="黑体" pitchFamily="49" charset="-122"/>
              </a:defRPr>
            </a:lvl2pPr>
            <a:lvl3pPr marL="1143000" indent="-228600" algn="l" rtl="0" eaLnBrk="1" fontAlgn="base" hangingPunct="0">
              <a:lnSpc>
                <a:spcPct val="120000"/>
              </a:lnSpc>
              <a:spcBef>
                <a:spcPct val="20000"/>
              </a:spcBef>
              <a:spcAft>
                <a:spcPct val="0"/>
              </a:spcAft>
              <a:buClr>
                <a:schemeClr val="tx1"/>
              </a:buClr>
              <a:buChar char="•"/>
              <a:defRPr sz="2000" baseline="0">
                <a:solidFill>
                  <a:srgbClr val="080808"/>
                </a:solidFill>
                <a:latin typeface="+mn-lt"/>
                <a:ea typeface="黑体" pitchFamily="49" charset="-122"/>
              </a:defRPr>
            </a:lvl3pPr>
            <a:lvl4pPr marL="1600200" indent="-228600" algn="l" rtl="0" eaLnBrk="1" fontAlgn="base" hangingPunct="0">
              <a:lnSpc>
                <a:spcPct val="120000"/>
              </a:lnSpc>
              <a:spcBef>
                <a:spcPct val="20000"/>
              </a:spcBef>
              <a:spcAft>
                <a:spcPct val="0"/>
              </a:spcAft>
              <a:buChar char="–"/>
              <a:defRPr sz="1800" baseline="0">
                <a:solidFill>
                  <a:srgbClr val="080808"/>
                </a:solidFill>
                <a:latin typeface="+mn-lt"/>
                <a:ea typeface="黑体" pitchFamily="49" charset="-122"/>
              </a:defRPr>
            </a:lvl4pPr>
            <a:lvl5pPr marL="2057400" indent="-228600" algn="l" rtl="0" eaLnBrk="1" fontAlgn="base" hangingPunct="0">
              <a:lnSpc>
                <a:spcPct val="120000"/>
              </a:lnSpc>
              <a:spcBef>
                <a:spcPct val="20000"/>
              </a:spcBef>
              <a:spcAft>
                <a:spcPct val="0"/>
              </a:spcAft>
              <a:buChar char="»"/>
              <a:defRPr sz="1800" baseline="0">
                <a:solidFill>
                  <a:srgbClr val="080808"/>
                </a:solidFill>
                <a:latin typeface="+mn-lt"/>
                <a:ea typeface="黑体" pitchFamily="49" charset="-122"/>
              </a:defRPr>
            </a:lvl5pPr>
            <a:lvl6pPr marL="2514600" indent="-228600" algn="l" rtl="0" fontAlgn="base">
              <a:lnSpc>
                <a:spcPct val="120000"/>
              </a:lnSpc>
              <a:spcBef>
                <a:spcPct val="20000"/>
              </a:spcBef>
              <a:spcAft>
                <a:spcPct val="0"/>
              </a:spcAft>
              <a:buChar char="»"/>
              <a:defRPr sz="1800">
                <a:solidFill>
                  <a:srgbClr val="080808"/>
                </a:solidFill>
                <a:latin typeface="+mn-lt"/>
                <a:ea typeface="+mn-ea"/>
              </a:defRPr>
            </a:lvl6pPr>
            <a:lvl7pPr marL="2971800" indent="-228600" algn="l" rtl="0" fontAlgn="base">
              <a:lnSpc>
                <a:spcPct val="120000"/>
              </a:lnSpc>
              <a:spcBef>
                <a:spcPct val="20000"/>
              </a:spcBef>
              <a:spcAft>
                <a:spcPct val="0"/>
              </a:spcAft>
              <a:buChar char="»"/>
              <a:defRPr sz="1800">
                <a:solidFill>
                  <a:srgbClr val="080808"/>
                </a:solidFill>
                <a:latin typeface="+mn-lt"/>
                <a:ea typeface="+mn-ea"/>
              </a:defRPr>
            </a:lvl7pPr>
            <a:lvl8pPr marL="3429000" indent="-228600" algn="l" rtl="0" fontAlgn="base">
              <a:lnSpc>
                <a:spcPct val="120000"/>
              </a:lnSpc>
              <a:spcBef>
                <a:spcPct val="20000"/>
              </a:spcBef>
              <a:spcAft>
                <a:spcPct val="0"/>
              </a:spcAft>
              <a:buChar char="»"/>
              <a:defRPr sz="1800">
                <a:solidFill>
                  <a:srgbClr val="080808"/>
                </a:solidFill>
                <a:latin typeface="+mn-lt"/>
                <a:ea typeface="+mn-ea"/>
              </a:defRPr>
            </a:lvl8pPr>
            <a:lvl9pPr marL="3886200" indent="-228600" algn="l" rtl="0" fontAlgn="base">
              <a:lnSpc>
                <a:spcPct val="120000"/>
              </a:lnSpc>
              <a:spcBef>
                <a:spcPct val="20000"/>
              </a:spcBef>
              <a:spcAft>
                <a:spcPct val="0"/>
              </a:spcAft>
              <a:buChar char="»"/>
              <a:defRPr sz="1800">
                <a:solidFill>
                  <a:srgbClr val="080808"/>
                </a:solidFill>
                <a:latin typeface="+mn-lt"/>
                <a:ea typeface="+mn-ea"/>
              </a:defRPr>
            </a:lvl9pPr>
          </a:lstStyle>
          <a:p>
            <a:pPr marR="0" lvl="0" algn="l" defTabSz="914400" rtl="0" eaLnBrk="1" fontAlgn="base" latinLnBrk="0" hangingPunct="1">
              <a:lnSpc>
                <a:spcPct val="120000"/>
              </a:lnSpc>
              <a:spcBef>
                <a:spcPct val="20000"/>
              </a:spcBef>
              <a:spcAft>
                <a:spcPct val="0"/>
              </a:spcAft>
              <a:buClr>
                <a:srgbClr val="000000"/>
              </a:buClr>
              <a:buSzTx/>
              <a:buFont typeface="Arial" panose="020B0604020202020204" pitchFamily="34" charset="0"/>
              <a:buChar char="•"/>
              <a:tabLst/>
              <a:defRPr/>
            </a:pPr>
            <a:r>
              <a:rPr kumimoji="0" lang="zh-CN" altLang="en-US" sz="2800" b="1" i="0" u="none" strike="noStrike" kern="1200" cap="none" spc="0" normalizeH="0" baseline="0" noProof="0" dirty="0">
                <a:ln>
                  <a:noFill/>
                </a:ln>
                <a:solidFill>
                  <a:srgbClr val="080808"/>
                </a:solidFill>
                <a:effectLst/>
                <a:uLnTx/>
                <a:uFillTx/>
                <a:latin typeface="+mn-ea"/>
                <a:ea typeface="+mn-ea"/>
                <a:cs typeface="Arial" panose="020B0604020202020204" pitchFamily="34" charset="0"/>
              </a:rPr>
              <a:t>传播延时</a:t>
            </a:r>
            <a:endParaRPr kumimoji="0" lang="en-US" altLang="zh-CN" sz="2800" b="1" i="0" u="none" strike="noStrike" kern="1200" cap="none" spc="0" normalizeH="0" baseline="0" noProof="0" dirty="0">
              <a:ln>
                <a:noFill/>
              </a:ln>
              <a:solidFill>
                <a:srgbClr val="080808"/>
              </a:solidFill>
              <a:effectLst/>
              <a:uLnTx/>
              <a:uFillTx/>
              <a:latin typeface="+mn-ea"/>
              <a:ea typeface="+mn-ea"/>
              <a:cs typeface="Arial" panose="020B0604020202020204" pitchFamily="34" charset="0"/>
            </a:endParaRPr>
          </a:p>
          <a:p>
            <a:pPr marR="0" lvl="1" algn="l" defTabSz="914400" rtl="0" eaLnBrk="1" fontAlgn="base" latinLnBrk="0" hangingPunct="0">
              <a:lnSpc>
                <a:spcPct val="120000"/>
              </a:lnSpc>
              <a:spcBef>
                <a:spcPct val="20000"/>
              </a:spcBef>
              <a:spcAft>
                <a:spcPct val="0"/>
              </a:spcAft>
              <a:buClr>
                <a:srgbClr val="000000"/>
              </a:buClr>
              <a:buSzTx/>
              <a:buFont typeface="System Font Regular"/>
              <a:buChar char="-"/>
              <a:tabLst/>
              <a:defRPr/>
            </a:pPr>
            <a:r>
              <a:rPr kumimoji="0" lang="zh-CN" altLang="en-US" b="1" i="0" u="none" strike="noStrike" kern="1200" cap="none" spc="0" normalizeH="0" baseline="0" noProof="0" dirty="0">
                <a:ln>
                  <a:noFill/>
                </a:ln>
                <a:solidFill>
                  <a:srgbClr val="080808"/>
                </a:solidFill>
                <a:effectLst/>
                <a:uLnTx/>
                <a:uFillTx/>
                <a:latin typeface="+mn-ea"/>
                <a:ea typeface="+mn-ea"/>
                <a:cs typeface="Arial" panose="020B0604020202020204" pitchFamily="34" charset="0"/>
              </a:rPr>
              <a:t>从输入到输出</a:t>
            </a:r>
            <a:endParaRPr kumimoji="0" lang="en-US" altLang="zh-CN" b="1" i="0" u="none" strike="noStrike" kern="0" cap="none" spc="0" normalizeH="0" baseline="0" noProof="0" dirty="0">
              <a:ln>
                <a:noFill/>
              </a:ln>
              <a:solidFill>
                <a:srgbClr val="080808"/>
              </a:solidFill>
              <a:effectLst/>
              <a:uLnTx/>
              <a:uFillTx/>
              <a:latin typeface="+mn-ea"/>
              <a:ea typeface="+mn-ea"/>
              <a:cs typeface="+mn-cs"/>
            </a:endParaRPr>
          </a:p>
        </p:txBody>
      </p:sp>
      <p:graphicFrame>
        <p:nvGraphicFramePr>
          <p:cNvPr id="22" name="Object 4">
            <a:extLst>
              <a:ext uri="{FF2B5EF4-FFF2-40B4-BE49-F238E27FC236}">
                <a16:creationId xmlns:a16="http://schemas.microsoft.com/office/drawing/2014/main" id="{A69E522B-B3A4-4F49-8F15-B8427374B861}"/>
              </a:ext>
            </a:extLst>
          </p:cNvPr>
          <p:cNvGraphicFramePr>
            <a:graphicFrameLocks noChangeAspect="1"/>
          </p:cNvGraphicFramePr>
          <p:nvPr>
            <p:extLst>
              <p:ext uri="{D42A27DB-BD31-4B8C-83A1-F6EECF244321}">
                <p14:modId xmlns:p14="http://schemas.microsoft.com/office/powerpoint/2010/main" val="3752050650"/>
              </p:ext>
            </p:extLst>
          </p:nvPr>
        </p:nvGraphicFramePr>
        <p:xfrm>
          <a:off x="4896037" y="2353928"/>
          <a:ext cx="3887787" cy="2335212"/>
        </p:xfrm>
        <a:graphic>
          <a:graphicData uri="http://schemas.openxmlformats.org/presentationml/2006/ole">
            <mc:AlternateContent xmlns:mc="http://schemas.openxmlformats.org/markup-compatibility/2006">
              <mc:Choice xmlns:v="urn:schemas-microsoft-com:vml" Requires="v">
                <p:oleObj name="Visio" r:id="rId5" imgW="1272303" imgH="763231" progId="Visio.Drawing.6">
                  <p:embed/>
                </p:oleObj>
              </mc:Choice>
              <mc:Fallback>
                <p:oleObj name="Visio" r:id="rId5" imgW="1272303" imgH="763231" progId="Visio.Drawing.6">
                  <p:embed/>
                  <p:pic>
                    <p:nvPicPr>
                      <p:cNvPr id="22" name="Object 4">
                        <a:extLst>
                          <a:ext uri="{FF2B5EF4-FFF2-40B4-BE49-F238E27FC236}">
                            <a16:creationId xmlns:a16="http://schemas.microsoft.com/office/drawing/2014/main" id="{A69E522B-B3A4-4F49-8F15-B8427374B86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96037" y="2353928"/>
                        <a:ext cx="3887787" cy="233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3" name="Rectangle 5">
            <a:extLst>
              <a:ext uri="{FF2B5EF4-FFF2-40B4-BE49-F238E27FC236}">
                <a16:creationId xmlns:a16="http://schemas.microsoft.com/office/drawing/2014/main" id="{A529F337-85FB-9D4C-859E-D1F30969B06E}"/>
              </a:ext>
            </a:extLst>
          </p:cNvPr>
          <p:cNvSpPr>
            <a:spLocks noChangeArrowheads="1"/>
          </p:cNvSpPr>
          <p:nvPr/>
        </p:nvSpPr>
        <p:spPr bwMode="auto">
          <a:xfrm>
            <a:off x="358962" y="3433106"/>
            <a:ext cx="6477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a:ln>
                  <a:noFill/>
                </a:ln>
                <a:solidFill>
                  <a:srgbClr val="000000"/>
                </a:solidFill>
                <a:effectLst/>
                <a:uLnTx/>
                <a:uFillTx/>
                <a:latin typeface="Arial" charset="0"/>
                <a:ea typeface="宋体" pitchFamily="2" charset="-122"/>
                <a:cs typeface="+mn-cs"/>
              </a:rPr>
              <a:t>V</a:t>
            </a:r>
            <a:r>
              <a:rPr kumimoji="0" lang="en-US" altLang="zh-CN" sz="2400" b="0" i="0" u="none" strike="noStrike" kern="1200" cap="none" spc="0" normalizeH="0" baseline="-25000" noProof="0">
                <a:ln>
                  <a:noFill/>
                </a:ln>
                <a:solidFill>
                  <a:srgbClr val="000000"/>
                </a:solidFill>
                <a:effectLst/>
                <a:uLnTx/>
                <a:uFillTx/>
                <a:latin typeface="Arial" charset="0"/>
                <a:ea typeface="宋体" pitchFamily="2" charset="-122"/>
                <a:cs typeface="+mn-cs"/>
              </a:rPr>
              <a:t>O</a:t>
            </a:r>
            <a:endParaRPr kumimoji="0" lang="en-US" altLang="zh-CN" sz="24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4" name="Rectangle 6">
            <a:extLst>
              <a:ext uri="{FF2B5EF4-FFF2-40B4-BE49-F238E27FC236}">
                <a16:creationId xmlns:a16="http://schemas.microsoft.com/office/drawing/2014/main" id="{671FA3F5-A7CE-554B-8978-D417EFD3ACB8}"/>
              </a:ext>
            </a:extLst>
          </p:cNvPr>
          <p:cNvSpPr>
            <a:spLocks noChangeArrowheads="1"/>
          </p:cNvSpPr>
          <p:nvPr/>
        </p:nvSpPr>
        <p:spPr bwMode="auto">
          <a:xfrm>
            <a:off x="287524" y="2640943"/>
            <a:ext cx="6477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a:ln>
                  <a:noFill/>
                </a:ln>
                <a:solidFill>
                  <a:srgbClr val="000000"/>
                </a:solidFill>
                <a:effectLst/>
                <a:uLnTx/>
                <a:uFillTx/>
                <a:latin typeface="Arial" charset="0"/>
                <a:ea typeface="宋体" pitchFamily="2" charset="-122"/>
                <a:cs typeface="+mn-cs"/>
              </a:rPr>
              <a:t>V</a:t>
            </a:r>
            <a:r>
              <a:rPr kumimoji="0" lang="en-US" altLang="zh-CN" sz="2400" b="0" i="0" u="none" strike="noStrike" kern="1200" cap="none" spc="0" normalizeH="0" baseline="-25000" noProof="0">
                <a:ln>
                  <a:noFill/>
                </a:ln>
                <a:solidFill>
                  <a:srgbClr val="000000"/>
                </a:solidFill>
                <a:effectLst/>
                <a:uLnTx/>
                <a:uFillTx/>
                <a:latin typeface="Arial" charset="0"/>
                <a:ea typeface="宋体" pitchFamily="2" charset="-122"/>
                <a:cs typeface="+mn-cs"/>
              </a:rPr>
              <a:t>I</a:t>
            </a:r>
            <a:endParaRPr kumimoji="0" lang="en-US" altLang="zh-CN" sz="24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5" name="Rectangle 7">
            <a:extLst>
              <a:ext uri="{FF2B5EF4-FFF2-40B4-BE49-F238E27FC236}">
                <a16:creationId xmlns:a16="http://schemas.microsoft.com/office/drawing/2014/main" id="{04D01E06-2A7E-0640-AA90-24B1B5B09CDD}"/>
              </a:ext>
            </a:extLst>
          </p:cNvPr>
          <p:cNvSpPr>
            <a:spLocks noChangeArrowheads="1"/>
          </p:cNvSpPr>
          <p:nvPr/>
        </p:nvSpPr>
        <p:spPr bwMode="auto">
          <a:xfrm>
            <a:off x="4541702" y="3423915"/>
            <a:ext cx="6477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Arial" charset="0"/>
                <a:ea typeface="宋体" pitchFamily="2" charset="-122"/>
                <a:cs typeface="+mn-cs"/>
              </a:rPr>
              <a:t>V</a:t>
            </a:r>
            <a:r>
              <a:rPr kumimoji="0" lang="en-US" altLang="zh-CN" sz="2400" b="0" i="0" u="none" strike="noStrike" kern="1200" cap="none" spc="0" normalizeH="0" baseline="-25000" noProof="0" dirty="0">
                <a:ln>
                  <a:noFill/>
                </a:ln>
                <a:solidFill>
                  <a:srgbClr val="000000"/>
                </a:solidFill>
                <a:effectLst/>
                <a:uLnTx/>
                <a:uFillTx/>
                <a:latin typeface="Arial" charset="0"/>
                <a:ea typeface="宋体" pitchFamily="2" charset="-122"/>
                <a:cs typeface="+mn-cs"/>
              </a:rPr>
              <a:t>O</a:t>
            </a:r>
            <a:endParaRPr kumimoji="0" lang="en-US" altLang="zh-CN" sz="2400" b="0" i="0" u="none" strike="noStrike" kern="1200" cap="none" spc="0" normalizeH="0" baseline="0" noProof="0" dirty="0">
              <a:ln>
                <a:noFill/>
              </a:ln>
              <a:solidFill>
                <a:srgbClr val="000000"/>
              </a:solidFill>
              <a:effectLst/>
              <a:uLnTx/>
              <a:uFillTx/>
              <a:latin typeface="Arial" charset="0"/>
              <a:ea typeface="宋体" pitchFamily="2" charset="-122"/>
              <a:cs typeface="+mn-cs"/>
            </a:endParaRPr>
          </a:p>
        </p:txBody>
      </p:sp>
      <p:sp>
        <p:nvSpPr>
          <p:cNvPr id="26" name="Rectangle 8">
            <a:extLst>
              <a:ext uri="{FF2B5EF4-FFF2-40B4-BE49-F238E27FC236}">
                <a16:creationId xmlns:a16="http://schemas.microsoft.com/office/drawing/2014/main" id="{7ABF146B-075F-6942-9E15-9497F431C8D9}"/>
              </a:ext>
            </a:extLst>
          </p:cNvPr>
          <p:cNvSpPr>
            <a:spLocks noChangeArrowheads="1"/>
          </p:cNvSpPr>
          <p:nvPr/>
        </p:nvSpPr>
        <p:spPr bwMode="auto">
          <a:xfrm>
            <a:off x="4572372" y="2636912"/>
            <a:ext cx="6477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Arial" charset="0"/>
                <a:ea typeface="宋体" pitchFamily="2" charset="-122"/>
                <a:cs typeface="+mn-cs"/>
              </a:rPr>
              <a:t>V</a:t>
            </a:r>
            <a:r>
              <a:rPr kumimoji="0" lang="en-US" altLang="zh-CN" sz="2400" b="0" i="0" u="none" strike="noStrike" kern="1200" cap="none" spc="0" normalizeH="0" baseline="-25000" noProof="0" dirty="0">
                <a:ln>
                  <a:noFill/>
                </a:ln>
                <a:solidFill>
                  <a:srgbClr val="000000"/>
                </a:solidFill>
                <a:effectLst/>
                <a:uLnTx/>
                <a:uFillTx/>
                <a:latin typeface="Arial" charset="0"/>
                <a:ea typeface="宋体" pitchFamily="2" charset="-122"/>
                <a:cs typeface="+mn-cs"/>
              </a:rPr>
              <a:t>I</a:t>
            </a:r>
            <a:endParaRPr kumimoji="0" lang="en-US" altLang="zh-CN" sz="2400" b="0" i="0" u="none" strike="noStrike" kern="1200" cap="none" spc="0" normalizeH="0" baseline="0" noProof="0" dirty="0">
              <a:ln>
                <a:noFill/>
              </a:ln>
              <a:solidFill>
                <a:srgbClr val="000000"/>
              </a:solidFill>
              <a:effectLst/>
              <a:uLnTx/>
              <a:uFillTx/>
              <a:latin typeface="Arial" charset="0"/>
              <a:ea typeface="宋体" pitchFamily="2" charset="-122"/>
              <a:cs typeface="+mn-cs"/>
            </a:endParaRPr>
          </a:p>
        </p:txBody>
      </p:sp>
      <p:sp>
        <p:nvSpPr>
          <p:cNvPr id="27" name="Rectangle 9">
            <a:extLst>
              <a:ext uri="{FF2B5EF4-FFF2-40B4-BE49-F238E27FC236}">
                <a16:creationId xmlns:a16="http://schemas.microsoft.com/office/drawing/2014/main" id="{6713A940-B11E-3749-994A-8CE445135124}"/>
              </a:ext>
            </a:extLst>
          </p:cNvPr>
          <p:cNvSpPr>
            <a:spLocks noChangeArrowheads="1"/>
          </p:cNvSpPr>
          <p:nvPr/>
        </p:nvSpPr>
        <p:spPr bwMode="auto">
          <a:xfrm>
            <a:off x="719324" y="4657068"/>
            <a:ext cx="79057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a:ln>
                  <a:noFill/>
                </a:ln>
                <a:solidFill>
                  <a:srgbClr val="0033CC"/>
                </a:solidFill>
                <a:effectLst/>
                <a:uLnTx/>
                <a:uFillTx/>
                <a:latin typeface="Arial" charset="0"/>
                <a:ea typeface="宋体" pitchFamily="2" charset="-122"/>
                <a:cs typeface="+mn-cs"/>
              </a:rPr>
              <a:t>t</a:t>
            </a:r>
            <a:r>
              <a:rPr kumimoji="0" lang="en-US" altLang="zh-CN" sz="2400" b="0" i="0" u="none" strike="noStrike" kern="1200" cap="none" spc="0" normalizeH="0" baseline="-25000" noProof="0">
                <a:ln>
                  <a:noFill/>
                </a:ln>
                <a:solidFill>
                  <a:srgbClr val="0033CC"/>
                </a:solidFill>
                <a:effectLst/>
                <a:uLnTx/>
                <a:uFillTx/>
                <a:latin typeface="Arial" charset="0"/>
                <a:ea typeface="宋体" pitchFamily="2" charset="-122"/>
                <a:cs typeface="+mn-cs"/>
              </a:rPr>
              <a:t>pHL</a:t>
            </a:r>
            <a:endParaRPr kumimoji="0" lang="en-US" altLang="zh-CN" sz="2400" b="0" i="0" u="none" strike="noStrike" kern="1200" cap="none" spc="0" normalizeH="0" baseline="0" noProof="0">
              <a:ln>
                <a:noFill/>
              </a:ln>
              <a:solidFill>
                <a:srgbClr val="0033CC"/>
              </a:solidFill>
              <a:effectLst/>
              <a:uLnTx/>
              <a:uFillTx/>
              <a:latin typeface="Arial" charset="0"/>
              <a:ea typeface="宋体" pitchFamily="2" charset="-122"/>
              <a:cs typeface="+mn-cs"/>
            </a:endParaRPr>
          </a:p>
        </p:txBody>
      </p:sp>
      <p:sp>
        <p:nvSpPr>
          <p:cNvPr id="28" name="Rectangle 10">
            <a:extLst>
              <a:ext uri="{FF2B5EF4-FFF2-40B4-BE49-F238E27FC236}">
                <a16:creationId xmlns:a16="http://schemas.microsoft.com/office/drawing/2014/main" id="{9C1A8914-D7A1-C44A-BC78-6A73D69F5F16}"/>
              </a:ext>
            </a:extLst>
          </p:cNvPr>
          <p:cNvSpPr>
            <a:spLocks noChangeArrowheads="1"/>
          </p:cNvSpPr>
          <p:nvPr/>
        </p:nvSpPr>
        <p:spPr bwMode="auto">
          <a:xfrm>
            <a:off x="2879912" y="4657068"/>
            <a:ext cx="79057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a:ln>
                  <a:noFill/>
                </a:ln>
                <a:solidFill>
                  <a:srgbClr val="FF66FF"/>
                </a:solidFill>
                <a:effectLst/>
                <a:uLnTx/>
                <a:uFillTx/>
                <a:latin typeface="Arial" charset="0"/>
                <a:ea typeface="宋体" pitchFamily="2" charset="-122"/>
                <a:cs typeface="+mn-cs"/>
              </a:rPr>
              <a:t>t</a:t>
            </a:r>
            <a:r>
              <a:rPr kumimoji="0" lang="en-US" altLang="zh-CN" sz="2400" b="0" i="0" u="none" strike="noStrike" kern="1200" cap="none" spc="0" normalizeH="0" baseline="-25000" noProof="0">
                <a:ln>
                  <a:noFill/>
                </a:ln>
                <a:solidFill>
                  <a:srgbClr val="FF66FF"/>
                </a:solidFill>
                <a:effectLst/>
                <a:uLnTx/>
                <a:uFillTx/>
                <a:latin typeface="Arial" charset="0"/>
                <a:ea typeface="宋体" pitchFamily="2" charset="-122"/>
                <a:cs typeface="+mn-cs"/>
              </a:rPr>
              <a:t>pLH</a:t>
            </a:r>
          </a:p>
        </p:txBody>
      </p:sp>
      <p:sp>
        <p:nvSpPr>
          <p:cNvPr id="29" name="Rectangle 11">
            <a:extLst>
              <a:ext uri="{FF2B5EF4-FFF2-40B4-BE49-F238E27FC236}">
                <a16:creationId xmlns:a16="http://schemas.microsoft.com/office/drawing/2014/main" id="{104753AF-E06B-D141-AD6E-473464935914}"/>
              </a:ext>
            </a:extLst>
          </p:cNvPr>
          <p:cNvSpPr>
            <a:spLocks noChangeArrowheads="1"/>
          </p:cNvSpPr>
          <p:nvPr/>
        </p:nvSpPr>
        <p:spPr bwMode="auto">
          <a:xfrm>
            <a:off x="5619614" y="4684055"/>
            <a:ext cx="79057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a:ln>
                  <a:noFill/>
                </a:ln>
                <a:solidFill>
                  <a:srgbClr val="0033CC"/>
                </a:solidFill>
                <a:effectLst/>
                <a:uLnTx/>
                <a:uFillTx/>
                <a:latin typeface="Arial" charset="0"/>
                <a:ea typeface="宋体" pitchFamily="2" charset="-122"/>
                <a:cs typeface="+mn-cs"/>
              </a:rPr>
              <a:t>t</a:t>
            </a:r>
            <a:r>
              <a:rPr kumimoji="0" lang="en-US" altLang="zh-CN" sz="2400" b="0" i="0" u="none" strike="noStrike" kern="1200" cap="none" spc="0" normalizeH="0" baseline="-25000" noProof="0">
                <a:ln>
                  <a:noFill/>
                </a:ln>
                <a:solidFill>
                  <a:srgbClr val="0033CC"/>
                </a:solidFill>
                <a:effectLst/>
                <a:uLnTx/>
                <a:uFillTx/>
                <a:latin typeface="Arial" charset="0"/>
                <a:ea typeface="宋体" pitchFamily="2" charset="-122"/>
                <a:cs typeface="+mn-cs"/>
              </a:rPr>
              <a:t>pHL</a:t>
            </a:r>
            <a:endParaRPr kumimoji="0" lang="en-US" altLang="zh-CN" sz="2400" b="0" i="0" u="none" strike="noStrike" kern="1200" cap="none" spc="0" normalizeH="0" baseline="0" noProof="0">
              <a:ln>
                <a:noFill/>
              </a:ln>
              <a:solidFill>
                <a:srgbClr val="0033CC"/>
              </a:solidFill>
              <a:effectLst/>
              <a:uLnTx/>
              <a:uFillTx/>
              <a:latin typeface="Arial" charset="0"/>
              <a:ea typeface="宋体" pitchFamily="2" charset="-122"/>
              <a:cs typeface="+mn-cs"/>
            </a:endParaRPr>
          </a:p>
        </p:txBody>
      </p:sp>
      <p:sp>
        <p:nvSpPr>
          <p:cNvPr id="30" name="Rectangle 12">
            <a:extLst>
              <a:ext uri="{FF2B5EF4-FFF2-40B4-BE49-F238E27FC236}">
                <a16:creationId xmlns:a16="http://schemas.microsoft.com/office/drawing/2014/main" id="{BD665169-7B87-4A4E-BF79-4F6E95A9F63B}"/>
              </a:ext>
            </a:extLst>
          </p:cNvPr>
          <p:cNvSpPr>
            <a:spLocks noChangeArrowheads="1"/>
          </p:cNvSpPr>
          <p:nvPr/>
        </p:nvSpPr>
        <p:spPr bwMode="auto">
          <a:xfrm>
            <a:off x="7207114" y="4684055"/>
            <a:ext cx="79057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a:ln>
                  <a:noFill/>
                </a:ln>
                <a:solidFill>
                  <a:srgbClr val="FF66FF"/>
                </a:solidFill>
                <a:effectLst/>
                <a:uLnTx/>
                <a:uFillTx/>
                <a:latin typeface="Arial" charset="0"/>
                <a:ea typeface="宋体" pitchFamily="2" charset="-122"/>
                <a:cs typeface="+mn-cs"/>
              </a:rPr>
              <a:t>t</a:t>
            </a:r>
            <a:r>
              <a:rPr kumimoji="0" lang="en-US" altLang="zh-CN" sz="2400" b="0" i="0" u="none" strike="noStrike" kern="1200" cap="none" spc="0" normalizeH="0" baseline="-25000" noProof="0">
                <a:ln>
                  <a:noFill/>
                </a:ln>
                <a:solidFill>
                  <a:srgbClr val="FF66FF"/>
                </a:solidFill>
                <a:effectLst/>
                <a:uLnTx/>
                <a:uFillTx/>
                <a:latin typeface="Arial" charset="0"/>
                <a:ea typeface="宋体" pitchFamily="2" charset="-122"/>
                <a:cs typeface="+mn-cs"/>
              </a:rPr>
              <a:t>pLH</a:t>
            </a:r>
          </a:p>
        </p:txBody>
      </p:sp>
      <p:sp>
        <p:nvSpPr>
          <p:cNvPr id="16" name="灯片编号占位符 6">
            <a:extLst>
              <a:ext uri="{FF2B5EF4-FFF2-40B4-BE49-F238E27FC236}">
                <a16:creationId xmlns:a16="http://schemas.microsoft.com/office/drawing/2014/main" id="{93C298AA-7DB1-8A43-83AC-93C87DABA036}"/>
              </a:ext>
            </a:extLst>
          </p:cNvPr>
          <p:cNvSpPr txBox="1">
            <a:spLocks/>
          </p:cNvSpPr>
          <p:nvPr/>
        </p:nvSpPr>
        <p:spPr bwMode="auto">
          <a:xfrm>
            <a:off x="6553200" y="6265860"/>
            <a:ext cx="213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4600" b="1" kern="1200">
                <a:solidFill>
                  <a:srgbClr val="FF3300"/>
                </a:solidFill>
                <a:latin typeface="Garamond" pitchFamily="18" charset="0"/>
                <a:ea typeface="宋体" charset="-122"/>
                <a:cs typeface="+mn-cs"/>
              </a:defRPr>
            </a:lvl1pPr>
            <a:lvl2pPr marL="742950" indent="-28575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2pPr>
            <a:lvl3pPr marL="11430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3pPr>
            <a:lvl4pPr marL="16002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4pPr>
            <a:lvl5pPr marL="20574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5pPr>
            <a:lvl6pPr marL="25146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6pPr>
            <a:lvl7pPr marL="29718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7pPr>
            <a:lvl8pPr marL="34290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8pPr>
            <a:lvl9pPr marL="38862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9pPr>
          </a:lstStyle>
          <a:p>
            <a:pPr eaLnBrk="1" hangingPunct="1"/>
            <a:fld id="{CCE6D788-BCB5-407E-9DED-68D155892338}" type="slidenum">
              <a:rPr lang="en-US" altLang="zh-CN" sz="1400" smtClean="0">
                <a:solidFill>
                  <a:schemeClr val="tx1"/>
                </a:solidFill>
                <a:latin typeface="+mn-lt"/>
              </a:rPr>
              <a:pPr eaLnBrk="1" hangingPunct="1"/>
              <a:t>43</a:t>
            </a:fld>
            <a:endParaRPr lang="en-US" altLang="zh-CN" sz="1400" dirty="0">
              <a:solidFill>
                <a:schemeClr val="tx1"/>
              </a:solidFill>
              <a:latin typeface="+mn-lt"/>
            </a:endParaRPr>
          </a:p>
        </p:txBody>
      </p:sp>
    </p:spTree>
    <p:extLst>
      <p:ext uri="{BB962C8B-B14F-4D97-AF65-F5344CB8AC3E}">
        <p14:creationId xmlns:p14="http://schemas.microsoft.com/office/powerpoint/2010/main" val="24571467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pPr eaLnBrk="1" hangingPunct="1"/>
            <a:r>
              <a:rPr lang="zh-CN" altLang="en-US" b="1" dirty="0"/>
              <a:t>扇出系数</a:t>
            </a:r>
            <a:endParaRPr lang="en-US" altLang="zh-CN" b="1" dirty="0"/>
          </a:p>
        </p:txBody>
      </p:sp>
      <p:sp>
        <p:nvSpPr>
          <p:cNvPr id="77827" name="Rectangle 3"/>
          <p:cNvSpPr>
            <a:spLocks noGrp="1" noChangeArrowheads="1"/>
          </p:cNvSpPr>
          <p:nvPr>
            <p:ph idx="1"/>
          </p:nvPr>
        </p:nvSpPr>
        <p:spPr>
          <a:xfrm>
            <a:off x="457200" y="1884032"/>
            <a:ext cx="8077200" cy="1295400"/>
          </a:xfrm>
        </p:spPr>
        <p:txBody>
          <a:bodyPr/>
          <a:lstStyle/>
          <a:p>
            <a:pPr eaLnBrk="1" hangingPunct="1"/>
            <a:r>
              <a:rPr lang="zh-CN" altLang="en-US" sz="2800" dirty="0">
                <a:latin typeface="黑体" panose="02010609060101010101" pitchFamily="49" charset="-122"/>
              </a:rPr>
              <a:t>在最坏负载情况下，一个逻辑门能驱动的输入端数目</a:t>
            </a:r>
            <a:endParaRPr lang="en-US" altLang="zh-CN" sz="2800" dirty="0">
              <a:latin typeface="黑体" panose="02010609060101010101" pitchFamily="49" charset="-122"/>
            </a:endParaRPr>
          </a:p>
        </p:txBody>
      </p:sp>
      <p:sp>
        <p:nvSpPr>
          <p:cNvPr id="4" name="文本框 3">
            <a:extLst>
              <a:ext uri="{FF2B5EF4-FFF2-40B4-BE49-F238E27FC236}">
                <a16:creationId xmlns:a16="http://schemas.microsoft.com/office/drawing/2014/main" id="{2AB2C322-6480-0822-A030-693FAA145FC2}"/>
              </a:ext>
            </a:extLst>
          </p:cNvPr>
          <p:cNvSpPr txBox="1"/>
          <p:nvPr/>
        </p:nvSpPr>
        <p:spPr>
          <a:xfrm>
            <a:off x="3848828" y="1387593"/>
            <a:ext cx="1293944" cy="461665"/>
          </a:xfrm>
          <a:prstGeom prst="rect">
            <a:avLst/>
          </a:prstGeom>
          <a:noFill/>
          <a:ln>
            <a:noFill/>
          </a:ln>
        </p:spPr>
        <p:txBody>
          <a:bodyPr wrap="none" rtlCol="0">
            <a:spAutoFit/>
          </a:bodyPr>
          <a:lstStyle/>
          <a:p>
            <a:r>
              <a:rPr kumimoji="1" lang="en-US" altLang="zh-CN" sz="2400" b="1" dirty="0">
                <a:solidFill>
                  <a:srgbClr val="3333FF"/>
                </a:solidFill>
              </a:rPr>
              <a:t>Fan</a:t>
            </a:r>
            <a:r>
              <a:rPr kumimoji="1" lang="zh-CN" altLang="en-US" sz="2400" b="1" dirty="0">
                <a:solidFill>
                  <a:srgbClr val="3333FF"/>
                </a:solidFill>
              </a:rPr>
              <a:t> </a:t>
            </a:r>
            <a:r>
              <a:rPr kumimoji="1" lang="en-US" altLang="zh-CN" sz="2400" b="1" dirty="0">
                <a:solidFill>
                  <a:srgbClr val="3333FF"/>
                </a:solidFill>
              </a:rPr>
              <a:t>out</a:t>
            </a:r>
            <a:endParaRPr kumimoji="1" lang="zh-CN" altLang="en-US" sz="2400" b="1" baseline="-25000" dirty="0">
              <a:solidFill>
                <a:srgbClr val="3333FF"/>
              </a:solidFill>
            </a:endParaRPr>
          </a:p>
        </p:txBody>
      </p:sp>
      <p:sp>
        <p:nvSpPr>
          <p:cNvPr id="18" name="灯片编号占位符 6">
            <a:extLst>
              <a:ext uri="{FF2B5EF4-FFF2-40B4-BE49-F238E27FC236}">
                <a16:creationId xmlns:a16="http://schemas.microsoft.com/office/drawing/2014/main" id="{09A5B813-518C-5649-A1F1-0C5DC78766ED}"/>
              </a:ext>
            </a:extLst>
          </p:cNvPr>
          <p:cNvSpPr txBox="1">
            <a:spLocks/>
          </p:cNvSpPr>
          <p:nvPr/>
        </p:nvSpPr>
        <p:spPr bwMode="auto">
          <a:xfrm>
            <a:off x="6553200" y="6265860"/>
            <a:ext cx="213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4600" b="1" kern="1200">
                <a:solidFill>
                  <a:srgbClr val="FF3300"/>
                </a:solidFill>
                <a:latin typeface="Garamond" pitchFamily="18" charset="0"/>
                <a:ea typeface="宋体" charset="-122"/>
                <a:cs typeface="+mn-cs"/>
              </a:defRPr>
            </a:lvl1pPr>
            <a:lvl2pPr marL="742950" indent="-28575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2pPr>
            <a:lvl3pPr marL="11430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3pPr>
            <a:lvl4pPr marL="16002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4pPr>
            <a:lvl5pPr marL="20574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5pPr>
            <a:lvl6pPr marL="25146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6pPr>
            <a:lvl7pPr marL="29718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7pPr>
            <a:lvl8pPr marL="34290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8pPr>
            <a:lvl9pPr marL="38862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9pPr>
          </a:lstStyle>
          <a:p>
            <a:pPr eaLnBrk="1" hangingPunct="1"/>
            <a:fld id="{CCE6D788-BCB5-407E-9DED-68D155892338}" type="slidenum">
              <a:rPr lang="en-US" altLang="zh-CN" sz="1400" smtClean="0">
                <a:solidFill>
                  <a:schemeClr val="tx1"/>
                </a:solidFill>
                <a:latin typeface="+mn-lt"/>
              </a:rPr>
              <a:pPr eaLnBrk="1" hangingPunct="1"/>
              <a:t>44</a:t>
            </a:fld>
            <a:endParaRPr lang="en-US" altLang="zh-CN" sz="1400" dirty="0">
              <a:solidFill>
                <a:schemeClr val="tx1"/>
              </a:solidFill>
              <a:latin typeface="+mn-lt"/>
            </a:endParaRPr>
          </a:p>
        </p:txBody>
      </p:sp>
      <p:grpSp>
        <p:nvGrpSpPr>
          <p:cNvPr id="2" name="组合 1">
            <a:extLst>
              <a:ext uri="{FF2B5EF4-FFF2-40B4-BE49-F238E27FC236}">
                <a16:creationId xmlns:a16="http://schemas.microsoft.com/office/drawing/2014/main" id="{1F2D9802-3F81-B214-C1F8-CDE9CFE8C7F1}"/>
              </a:ext>
            </a:extLst>
          </p:cNvPr>
          <p:cNvGrpSpPr/>
          <p:nvPr/>
        </p:nvGrpSpPr>
        <p:grpSpPr>
          <a:xfrm>
            <a:off x="1943708" y="2996952"/>
            <a:ext cx="4755827" cy="3342733"/>
            <a:chOff x="2128184" y="3290924"/>
            <a:chExt cx="4755827" cy="3342733"/>
          </a:xfrm>
        </p:grpSpPr>
        <p:sp>
          <p:nvSpPr>
            <p:cNvPr id="5" name="TextBox 2">
              <a:extLst>
                <a:ext uri="{FF2B5EF4-FFF2-40B4-BE49-F238E27FC236}">
                  <a16:creationId xmlns:a16="http://schemas.microsoft.com/office/drawing/2014/main" id="{9D490A3E-1EEC-989B-FFEA-2CF7AC51D588}"/>
                </a:ext>
              </a:extLst>
            </p:cNvPr>
            <p:cNvSpPr txBox="1"/>
            <p:nvPr/>
          </p:nvSpPr>
          <p:spPr>
            <a:xfrm>
              <a:off x="5362060" y="5987326"/>
              <a:ext cx="466794" cy="646331"/>
            </a:xfrm>
            <a:prstGeom prst="rect">
              <a:avLst/>
            </a:prstGeom>
            <a:noFill/>
          </p:spPr>
          <p:txBody>
            <a:bodyPr wrap="none" rtlCol="0">
              <a:spAutoFit/>
            </a:bodyPr>
            <a:lstStyle/>
            <a:p>
              <a:r>
                <a:rPr lang="en-CN">
                  <a:solidFill>
                    <a:srgbClr val="3333FF"/>
                  </a:solidFill>
                </a:rPr>
                <a:t>xN</a:t>
              </a:r>
              <a:endParaRPr lang="en-US" dirty="0">
                <a:solidFill>
                  <a:srgbClr val="3333FF"/>
                </a:solidFill>
              </a:endParaRPr>
            </a:p>
            <a:p>
              <a:r>
                <a:rPr lang="en-US" altLang="zh-CN" dirty="0">
                  <a:solidFill>
                    <a:srgbClr val="3333FF"/>
                  </a:solidFill>
                </a:rPr>
                <a:t>···</a:t>
              </a:r>
              <a:endParaRPr lang="en-CN" dirty="0">
                <a:solidFill>
                  <a:srgbClr val="3333FF"/>
                </a:solidFill>
              </a:endParaRPr>
            </a:p>
          </p:txBody>
        </p:sp>
        <p:cxnSp>
          <p:nvCxnSpPr>
            <p:cNvPr id="17" name="直线连接符 5">
              <a:extLst>
                <a:ext uri="{FF2B5EF4-FFF2-40B4-BE49-F238E27FC236}">
                  <a16:creationId xmlns:a16="http://schemas.microsoft.com/office/drawing/2014/main" id="{AD59D9B7-BA8B-1407-2CA4-76ACCE6B8DBE}"/>
                </a:ext>
              </a:extLst>
            </p:cNvPr>
            <p:cNvCxnSpPr/>
            <p:nvPr/>
          </p:nvCxnSpPr>
          <p:spPr bwMode="auto">
            <a:xfrm>
              <a:off x="2128184" y="3830984"/>
              <a:ext cx="999832" cy="0"/>
            </a:xfrm>
            <a:prstGeom prst="line">
              <a:avLst/>
            </a:prstGeom>
            <a:noFill/>
            <a:ln w="28575" cap="flat" cmpd="sng" algn="ctr">
              <a:solidFill>
                <a:srgbClr val="3333FF"/>
              </a:solidFill>
              <a:prstDash val="solid"/>
              <a:round/>
              <a:headEnd type="none" w="med" len="med"/>
              <a:tailEnd type="none" w="med" len="med"/>
            </a:ln>
            <a:effectLst/>
          </p:spPr>
        </p:cxnSp>
        <p:grpSp>
          <p:nvGrpSpPr>
            <p:cNvPr id="19" name="组合 18">
              <a:extLst>
                <a:ext uri="{FF2B5EF4-FFF2-40B4-BE49-F238E27FC236}">
                  <a16:creationId xmlns:a16="http://schemas.microsoft.com/office/drawing/2014/main" id="{C85F9646-5F5D-6B30-0540-EA7D90DFC394}"/>
                </a:ext>
              </a:extLst>
            </p:cNvPr>
            <p:cNvGrpSpPr/>
            <p:nvPr/>
          </p:nvGrpSpPr>
          <p:grpSpPr>
            <a:xfrm>
              <a:off x="3130112" y="3290924"/>
              <a:ext cx="1187080" cy="1060704"/>
              <a:chOff x="2341848" y="4329100"/>
              <a:chExt cx="1187080" cy="1060704"/>
            </a:xfrm>
          </p:grpSpPr>
          <p:sp>
            <p:nvSpPr>
              <p:cNvPr id="39" name="三角形 6">
                <a:extLst>
                  <a:ext uri="{FF2B5EF4-FFF2-40B4-BE49-F238E27FC236}">
                    <a16:creationId xmlns:a16="http://schemas.microsoft.com/office/drawing/2014/main" id="{2DAA2EF0-6C0A-246E-7AE9-4E055AE51B37}"/>
                  </a:ext>
                </a:extLst>
              </p:cNvPr>
              <p:cNvSpPr/>
              <p:nvPr/>
            </p:nvSpPr>
            <p:spPr bwMode="auto">
              <a:xfrm rot="5400000">
                <a:off x="2268696" y="4402252"/>
                <a:ext cx="1060704" cy="914400"/>
              </a:xfrm>
              <a:prstGeom prst="triangle">
                <a:avLst/>
              </a:prstGeom>
              <a:noFill/>
              <a:ln w="28575" cap="flat" cmpd="sng" algn="ctr">
                <a:solidFill>
                  <a:srgbClr val="3333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zh-CN" altLang="en-US"/>
              </a:p>
            </p:txBody>
          </p:sp>
          <p:sp>
            <p:nvSpPr>
              <p:cNvPr id="40" name="椭圆 39">
                <a:extLst>
                  <a:ext uri="{FF2B5EF4-FFF2-40B4-BE49-F238E27FC236}">
                    <a16:creationId xmlns:a16="http://schemas.microsoft.com/office/drawing/2014/main" id="{064F6234-114E-18A0-2772-FE5EBDB7C808}"/>
                  </a:ext>
                </a:extLst>
              </p:cNvPr>
              <p:cNvSpPr/>
              <p:nvPr/>
            </p:nvSpPr>
            <p:spPr bwMode="auto">
              <a:xfrm>
                <a:off x="3276900" y="4733438"/>
                <a:ext cx="252028" cy="252028"/>
              </a:xfrm>
              <a:prstGeom prst="ellipse">
                <a:avLst/>
              </a:prstGeom>
              <a:noFill/>
              <a:ln w="28575" cap="flat" cmpd="sng" algn="ctr">
                <a:solidFill>
                  <a:srgbClr val="3333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zh-CN" altLang="en-US"/>
              </a:p>
            </p:txBody>
          </p:sp>
        </p:grpSp>
        <p:grpSp>
          <p:nvGrpSpPr>
            <p:cNvPr id="20" name="组合 19">
              <a:extLst>
                <a:ext uri="{FF2B5EF4-FFF2-40B4-BE49-F238E27FC236}">
                  <a16:creationId xmlns:a16="http://schemas.microsoft.com/office/drawing/2014/main" id="{940FEE1A-BD49-E75D-5F78-43DFD1135A26}"/>
                </a:ext>
              </a:extLst>
            </p:cNvPr>
            <p:cNvGrpSpPr/>
            <p:nvPr/>
          </p:nvGrpSpPr>
          <p:grpSpPr>
            <a:xfrm>
              <a:off x="4317192" y="3594383"/>
              <a:ext cx="2546223" cy="473201"/>
              <a:chOff x="4317192" y="3594383"/>
              <a:chExt cx="2546223" cy="473201"/>
            </a:xfrm>
          </p:grpSpPr>
          <p:cxnSp>
            <p:nvCxnSpPr>
              <p:cNvPr id="34" name="直线连接符 7">
                <a:extLst>
                  <a:ext uri="{FF2B5EF4-FFF2-40B4-BE49-F238E27FC236}">
                    <a16:creationId xmlns:a16="http://schemas.microsoft.com/office/drawing/2014/main" id="{C25F016B-EAF6-C9C5-004B-FAE37FA75546}"/>
                  </a:ext>
                </a:extLst>
              </p:cNvPr>
              <p:cNvCxnSpPr/>
              <p:nvPr/>
            </p:nvCxnSpPr>
            <p:spPr bwMode="auto">
              <a:xfrm>
                <a:off x="4317192" y="3821276"/>
                <a:ext cx="999832" cy="0"/>
              </a:xfrm>
              <a:prstGeom prst="line">
                <a:avLst/>
              </a:prstGeom>
              <a:noFill/>
              <a:ln w="28575" cap="flat" cmpd="sng" algn="ctr">
                <a:solidFill>
                  <a:srgbClr val="3333FF"/>
                </a:solidFill>
                <a:prstDash val="solid"/>
                <a:round/>
                <a:headEnd type="none" w="med" len="med"/>
                <a:tailEnd type="none" w="med" len="med"/>
              </a:ln>
              <a:effectLst/>
            </p:spPr>
          </p:cxnSp>
          <p:grpSp>
            <p:nvGrpSpPr>
              <p:cNvPr id="35" name="组合 34">
                <a:extLst>
                  <a:ext uri="{FF2B5EF4-FFF2-40B4-BE49-F238E27FC236}">
                    <a16:creationId xmlns:a16="http://schemas.microsoft.com/office/drawing/2014/main" id="{54F5B928-C1B9-A022-B0B1-A50C165BC15E}"/>
                  </a:ext>
                </a:extLst>
              </p:cNvPr>
              <p:cNvGrpSpPr/>
              <p:nvPr/>
            </p:nvGrpSpPr>
            <p:grpSpPr>
              <a:xfrm>
                <a:off x="5334003" y="3594383"/>
                <a:ext cx="529580" cy="473201"/>
                <a:chOff x="2341848" y="4329100"/>
                <a:chExt cx="1187080" cy="1060704"/>
              </a:xfrm>
            </p:grpSpPr>
            <p:sp>
              <p:nvSpPr>
                <p:cNvPr id="37" name="三角形 11">
                  <a:extLst>
                    <a:ext uri="{FF2B5EF4-FFF2-40B4-BE49-F238E27FC236}">
                      <a16:creationId xmlns:a16="http://schemas.microsoft.com/office/drawing/2014/main" id="{B6A0B207-0259-6441-043E-F237429629F3}"/>
                    </a:ext>
                  </a:extLst>
                </p:cNvPr>
                <p:cNvSpPr/>
                <p:nvPr/>
              </p:nvSpPr>
              <p:spPr bwMode="auto">
                <a:xfrm rot="5400000">
                  <a:off x="2268696" y="4402252"/>
                  <a:ext cx="1060704" cy="914400"/>
                </a:xfrm>
                <a:prstGeom prst="triangle">
                  <a:avLst/>
                </a:prstGeom>
                <a:noFill/>
                <a:ln w="28575" cap="flat" cmpd="sng" algn="ctr">
                  <a:solidFill>
                    <a:srgbClr val="3333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zh-CN" altLang="en-US"/>
                </a:p>
              </p:txBody>
            </p:sp>
            <p:sp>
              <p:nvSpPr>
                <p:cNvPr id="38" name="椭圆 37">
                  <a:extLst>
                    <a:ext uri="{FF2B5EF4-FFF2-40B4-BE49-F238E27FC236}">
                      <a16:creationId xmlns:a16="http://schemas.microsoft.com/office/drawing/2014/main" id="{5EE77714-B605-DD72-D01F-EFF863DF133D}"/>
                    </a:ext>
                  </a:extLst>
                </p:cNvPr>
                <p:cNvSpPr/>
                <p:nvPr/>
              </p:nvSpPr>
              <p:spPr bwMode="auto">
                <a:xfrm>
                  <a:off x="3276900" y="4733438"/>
                  <a:ext cx="252028" cy="252028"/>
                </a:xfrm>
                <a:prstGeom prst="ellipse">
                  <a:avLst/>
                </a:prstGeom>
                <a:noFill/>
                <a:ln w="28575" cap="flat" cmpd="sng" algn="ctr">
                  <a:solidFill>
                    <a:srgbClr val="3333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zh-CN" altLang="en-US"/>
                </a:p>
              </p:txBody>
            </p:sp>
          </p:grpSp>
          <p:cxnSp>
            <p:nvCxnSpPr>
              <p:cNvPr id="36" name="直线连接符 13">
                <a:extLst>
                  <a:ext uri="{FF2B5EF4-FFF2-40B4-BE49-F238E27FC236}">
                    <a16:creationId xmlns:a16="http://schemas.microsoft.com/office/drawing/2014/main" id="{5A473142-E1D9-4B5C-A8F3-E3B3BBD61384}"/>
                  </a:ext>
                </a:extLst>
              </p:cNvPr>
              <p:cNvCxnSpPr/>
              <p:nvPr/>
            </p:nvCxnSpPr>
            <p:spPr bwMode="auto">
              <a:xfrm>
                <a:off x="5863583" y="3830983"/>
                <a:ext cx="999832" cy="0"/>
              </a:xfrm>
              <a:prstGeom prst="line">
                <a:avLst/>
              </a:prstGeom>
              <a:noFill/>
              <a:ln w="28575" cap="flat" cmpd="sng" algn="ctr">
                <a:solidFill>
                  <a:srgbClr val="3333FF"/>
                </a:solidFill>
                <a:prstDash val="solid"/>
                <a:round/>
                <a:headEnd type="none" w="med" len="med"/>
                <a:tailEnd type="none" w="med" len="med"/>
              </a:ln>
              <a:effectLst/>
            </p:spPr>
          </p:cxnSp>
        </p:grpSp>
        <p:grpSp>
          <p:nvGrpSpPr>
            <p:cNvPr id="21" name="组合 20">
              <a:extLst>
                <a:ext uri="{FF2B5EF4-FFF2-40B4-BE49-F238E27FC236}">
                  <a16:creationId xmlns:a16="http://schemas.microsoft.com/office/drawing/2014/main" id="{E812330B-EF81-F29D-F811-3C70B816F55C}"/>
                </a:ext>
              </a:extLst>
            </p:cNvPr>
            <p:cNvGrpSpPr/>
            <p:nvPr/>
          </p:nvGrpSpPr>
          <p:grpSpPr>
            <a:xfrm>
              <a:off x="4817108" y="4445313"/>
              <a:ext cx="2046307" cy="473201"/>
              <a:chOff x="4817108" y="3594383"/>
              <a:chExt cx="2046307" cy="473201"/>
            </a:xfrm>
          </p:grpSpPr>
          <p:cxnSp>
            <p:nvCxnSpPr>
              <p:cNvPr id="29" name="直线连接符 7">
                <a:extLst>
                  <a:ext uri="{FF2B5EF4-FFF2-40B4-BE49-F238E27FC236}">
                    <a16:creationId xmlns:a16="http://schemas.microsoft.com/office/drawing/2014/main" id="{58D7EB75-0942-DC01-534E-EA788B1B530F}"/>
                  </a:ext>
                </a:extLst>
              </p:cNvPr>
              <p:cNvCxnSpPr>
                <a:cxnSpLocks/>
              </p:cNvCxnSpPr>
              <p:nvPr/>
            </p:nvCxnSpPr>
            <p:spPr bwMode="auto">
              <a:xfrm>
                <a:off x="4817108" y="3821276"/>
                <a:ext cx="499916" cy="0"/>
              </a:xfrm>
              <a:prstGeom prst="line">
                <a:avLst/>
              </a:prstGeom>
              <a:noFill/>
              <a:ln w="28575" cap="flat" cmpd="sng" algn="ctr">
                <a:solidFill>
                  <a:srgbClr val="3333FF"/>
                </a:solidFill>
                <a:prstDash val="solid"/>
                <a:round/>
                <a:headEnd type="none" w="med" len="med"/>
                <a:tailEnd type="none" w="med" len="med"/>
              </a:ln>
              <a:effectLst/>
            </p:spPr>
          </p:cxnSp>
          <p:grpSp>
            <p:nvGrpSpPr>
              <p:cNvPr id="30" name="组合 29">
                <a:extLst>
                  <a:ext uri="{FF2B5EF4-FFF2-40B4-BE49-F238E27FC236}">
                    <a16:creationId xmlns:a16="http://schemas.microsoft.com/office/drawing/2014/main" id="{E81AB2E4-085E-D639-D9F2-43B5690A25C1}"/>
                  </a:ext>
                </a:extLst>
              </p:cNvPr>
              <p:cNvGrpSpPr/>
              <p:nvPr/>
            </p:nvGrpSpPr>
            <p:grpSpPr>
              <a:xfrm>
                <a:off x="5334003" y="3594383"/>
                <a:ext cx="529580" cy="473201"/>
                <a:chOff x="2341848" y="4329100"/>
                <a:chExt cx="1187080" cy="1060704"/>
              </a:xfrm>
            </p:grpSpPr>
            <p:sp>
              <p:nvSpPr>
                <p:cNvPr id="32" name="三角形 11">
                  <a:extLst>
                    <a:ext uri="{FF2B5EF4-FFF2-40B4-BE49-F238E27FC236}">
                      <a16:creationId xmlns:a16="http://schemas.microsoft.com/office/drawing/2014/main" id="{E1425499-02CA-7712-3C12-5E3CEEAD5A04}"/>
                    </a:ext>
                  </a:extLst>
                </p:cNvPr>
                <p:cNvSpPr/>
                <p:nvPr/>
              </p:nvSpPr>
              <p:spPr bwMode="auto">
                <a:xfrm rot="5400000">
                  <a:off x="2268696" y="4402252"/>
                  <a:ext cx="1060704" cy="914400"/>
                </a:xfrm>
                <a:prstGeom prst="triangle">
                  <a:avLst/>
                </a:prstGeom>
                <a:noFill/>
                <a:ln w="28575" cap="flat" cmpd="sng" algn="ctr">
                  <a:solidFill>
                    <a:srgbClr val="3333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zh-CN" altLang="en-US"/>
                </a:p>
              </p:txBody>
            </p:sp>
            <p:sp>
              <p:nvSpPr>
                <p:cNvPr id="33" name="椭圆 32">
                  <a:extLst>
                    <a:ext uri="{FF2B5EF4-FFF2-40B4-BE49-F238E27FC236}">
                      <a16:creationId xmlns:a16="http://schemas.microsoft.com/office/drawing/2014/main" id="{C6A7303B-9F79-90BA-3363-99F8862D0C22}"/>
                    </a:ext>
                  </a:extLst>
                </p:cNvPr>
                <p:cNvSpPr/>
                <p:nvPr/>
              </p:nvSpPr>
              <p:spPr bwMode="auto">
                <a:xfrm>
                  <a:off x="3276900" y="4733438"/>
                  <a:ext cx="252028" cy="252028"/>
                </a:xfrm>
                <a:prstGeom prst="ellipse">
                  <a:avLst/>
                </a:prstGeom>
                <a:noFill/>
                <a:ln w="28575" cap="flat" cmpd="sng" algn="ctr">
                  <a:solidFill>
                    <a:srgbClr val="3333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zh-CN" altLang="en-US"/>
                </a:p>
              </p:txBody>
            </p:sp>
          </p:grpSp>
          <p:cxnSp>
            <p:nvCxnSpPr>
              <p:cNvPr id="31" name="直线连接符 13">
                <a:extLst>
                  <a:ext uri="{FF2B5EF4-FFF2-40B4-BE49-F238E27FC236}">
                    <a16:creationId xmlns:a16="http://schemas.microsoft.com/office/drawing/2014/main" id="{F5F4BBA1-F7AB-82AD-609E-B268BAADC7A8}"/>
                  </a:ext>
                </a:extLst>
              </p:cNvPr>
              <p:cNvCxnSpPr/>
              <p:nvPr/>
            </p:nvCxnSpPr>
            <p:spPr bwMode="auto">
              <a:xfrm>
                <a:off x="5863583" y="3830983"/>
                <a:ext cx="999832" cy="0"/>
              </a:xfrm>
              <a:prstGeom prst="line">
                <a:avLst/>
              </a:prstGeom>
              <a:noFill/>
              <a:ln w="28575" cap="flat" cmpd="sng" algn="ctr">
                <a:solidFill>
                  <a:srgbClr val="3333FF"/>
                </a:solidFill>
                <a:prstDash val="solid"/>
                <a:round/>
                <a:headEnd type="none" w="med" len="med"/>
                <a:tailEnd type="none" w="med" len="med"/>
              </a:ln>
              <a:effectLst/>
            </p:spPr>
          </p:cxnSp>
        </p:grpSp>
        <p:grpSp>
          <p:nvGrpSpPr>
            <p:cNvPr id="22" name="组合 21">
              <a:extLst>
                <a:ext uri="{FF2B5EF4-FFF2-40B4-BE49-F238E27FC236}">
                  <a16:creationId xmlns:a16="http://schemas.microsoft.com/office/drawing/2014/main" id="{B574C5D5-ABDF-8ABE-EC05-B308805D216E}"/>
                </a:ext>
              </a:extLst>
            </p:cNvPr>
            <p:cNvGrpSpPr/>
            <p:nvPr/>
          </p:nvGrpSpPr>
          <p:grpSpPr>
            <a:xfrm>
              <a:off x="4837704" y="5216320"/>
              <a:ext cx="2046307" cy="473201"/>
              <a:chOff x="4817108" y="3594383"/>
              <a:chExt cx="2046307" cy="473201"/>
            </a:xfrm>
          </p:grpSpPr>
          <p:cxnSp>
            <p:nvCxnSpPr>
              <p:cNvPr id="24" name="直线连接符 7">
                <a:extLst>
                  <a:ext uri="{FF2B5EF4-FFF2-40B4-BE49-F238E27FC236}">
                    <a16:creationId xmlns:a16="http://schemas.microsoft.com/office/drawing/2014/main" id="{B57293EF-BBC9-EFB7-1422-E6E1A2D370DA}"/>
                  </a:ext>
                </a:extLst>
              </p:cNvPr>
              <p:cNvCxnSpPr>
                <a:cxnSpLocks/>
              </p:cNvCxnSpPr>
              <p:nvPr/>
            </p:nvCxnSpPr>
            <p:spPr bwMode="auto">
              <a:xfrm>
                <a:off x="4817108" y="3821276"/>
                <a:ext cx="499916" cy="0"/>
              </a:xfrm>
              <a:prstGeom prst="line">
                <a:avLst/>
              </a:prstGeom>
              <a:noFill/>
              <a:ln w="28575" cap="flat" cmpd="sng" algn="ctr">
                <a:solidFill>
                  <a:srgbClr val="3333FF"/>
                </a:solidFill>
                <a:prstDash val="solid"/>
                <a:round/>
                <a:headEnd type="none" w="med" len="med"/>
                <a:tailEnd type="none" w="med" len="med"/>
              </a:ln>
              <a:effectLst/>
            </p:spPr>
          </p:cxnSp>
          <p:grpSp>
            <p:nvGrpSpPr>
              <p:cNvPr id="25" name="组合 24">
                <a:extLst>
                  <a:ext uri="{FF2B5EF4-FFF2-40B4-BE49-F238E27FC236}">
                    <a16:creationId xmlns:a16="http://schemas.microsoft.com/office/drawing/2014/main" id="{0B4E769F-2AFE-28DF-A63C-CBCEFA85E5A3}"/>
                  </a:ext>
                </a:extLst>
              </p:cNvPr>
              <p:cNvGrpSpPr/>
              <p:nvPr/>
            </p:nvGrpSpPr>
            <p:grpSpPr>
              <a:xfrm>
                <a:off x="5334003" y="3594383"/>
                <a:ext cx="529580" cy="473201"/>
                <a:chOff x="2341848" y="4329100"/>
                <a:chExt cx="1187080" cy="1060704"/>
              </a:xfrm>
            </p:grpSpPr>
            <p:sp>
              <p:nvSpPr>
                <p:cNvPr id="27" name="三角形 11">
                  <a:extLst>
                    <a:ext uri="{FF2B5EF4-FFF2-40B4-BE49-F238E27FC236}">
                      <a16:creationId xmlns:a16="http://schemas.microsoft.com/office/drawing/2014/main" id="{563AF377-0A9C-431D-DF5A-48D634CF14F8}"/>
                    </a:ext>
                  </a:extLst>
                </p:cNvPr>
                <p:cNvSpPr/>
                <p:nvPr/>
              </p:nvSpPr>
              <p:spPr bwMode="auto">
                <a:xfrm rot="5400000">
                  <a:off x="2268696" y="4402252"/>
                  <a:ext cx="1060704" cy="914400"/>
                </a:xfrm>
                <a:prstGeom prst="triangle">
                  <a:avLst/>
                </a:prstGeom>
                <a:noFill/>
                <a:ln w="28575" cap="flat" cmpd="sng" algn="ctr">
                  <a:solidFill>
                    <a:srgbClr val="3333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zh-CN" altLang="en-US"/>
                </a:p>
              </p:txBody>
            </p:sp>
            <p:sp>
              <p:nvSpPr>
                <p:cNvPr id="28" name="椭圆 27">
                  <a:extLst>
                    <a:ext uri="{FF2B5EF4-FFF2-40B4-BE49-F238E27FC236}">
                      <a16:creationId xmlns:a16="http://schemas.microsoft.com/office/drawing/2014/main" id="{35DA0D0D-ADFE-2321-89F2-FDAA7ABAE75D}"/>
                    </a:ext>
                  </a:extLst>
                </p:cNvPr>
                <p:cNvSpPr/>
                <p:nvPr/>
              </p:nvSpPr>
              <p:spPr bwMode="auto">
                <a:xfrm>
                  <a:off x="3276900" y="4733438"/>
                  <a:ext cx="252028" cy="252028"/>
                </a:xfrm>
                <a:prstGeom prst="ellipse">
                  <a:avLst/>
                </a:prstGeom>
                <a:noFill/>
                <a:ln w="28575" cap="flat" cmpd="sng" algn="ctr">
                  <a:solidFill>
                    <a:srgbClr val="3333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zh-CN" altLang="en-US"/>
                </a:p>
              </p:txBody>
            </p:sp>
          </p:grpSp>
          <p:cxnSp>
            <p:nvCxnSpPr>
              <p:cNvPr id="26" name="直线连接符 13">
                <a:extLst>
                  <a:ext uri="{FF2B5EF4-FFF2-40B4-BE49-F238E27FC236}">
                    <a16:creationId xmlns:a16="http://schemas.microsoft.com/office/drawing/2014/main" id="{78805562-DEB7-3E37-301A-8F4CA4F80C08}"/>
                  </a:ext>
                </a:extLst>
              </p:cNvPr>
              <p:cNvCxnSpPr/>
              <p:nvPr/>
            </p:nvCxnSpPr>
            <p:spPr bwMode="auto">
              <a:xfrm>
                <a:off x="5863583" y="3830983"/>
                <a:ext cx="999832" cy="0"/>
              </a:xfrm>
              <a:prstGeom prst="line">
                <a:avLst/>
              </a:prstGeom>
              <a:noFill/>
              <a:ln w="28575" cap="flat" cmpd="sng" algn="ctr">
                <a:solidFill>
                  <a:srgbClr val="3333FF"/>
                </a:solidFill>
                <a:prstDash val="solid"/>
                <a:round/>
                <a:headEnd type="none" w="med" len="med"/>
                <a:tailEnd type="none" w="med" len="med"/>
              </a:ln>
              <a:effectLst/>
            </p:spPr>
          </p:cxnSp>
        </p:grpSp>
        <p:cxnSp>
          <p:nvCxnSpPr>
            <p:cNvPr id="23" name="直线连接符 5">
              <a:extLst>
                <a:ext uri="{FF2B5EF4-FFF2-40B4-BE49-F238E27FC236}">
                  <a16:creationId xmlns:a16="http://schemas.microsoft.com/office/drawing/2014/main" id="{9D4F5C08-6AD7-8866-00AD-C263F67C1404}"/>
                </a:ext>
              </a:extLst>
            </p:cNvPr>
            <p:cNvCxnSpPr>
              <a:cxnSpLocks/>
            </p:cNvCxnSpPr>
            <p:nvPr/>
          </p:nvCxnSpPr>
          <p:spPr bwMode="auto">
            <a:xfrm>
              <a:off x="4824028" y="3821275"/>
              <a:ext cx="0" cy="1631645"/>
            </a:xfrm>
            <a:prstGeom prst="line">
              <a:avLst/>
            </a:prstGeom>
            <a:noFill/>
            <a:ln w="28575" cap="flat" cmpd="sng" algn="ctr">
              <a:solidFill>
                <a:srgbClr val="3333FF"/>
              </a:solidFill>
              <a:prstDash val="solid"/>
              <a:round/>
              <a:headEnd type="none" w="med" len="med"/>
              <a:tailEnd type="none" w="med" len="med"/>
            </a:ln>
            <a:effectLst/>
          </p:spPr>
        </p:cxnSp>
      </p:grpSp>
    </p:spTree>
    <p:extLst>
      <p:ext uri="{BB962C8B-B14F-4D97-AF65-F5344CB8AC3E}">
        <p14:creationId xmlns:p14="http://schemas.microsoft.com/office/powerpoint/2010/main" val="25508529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7" name="Rectangle 2"/>
          <p:cNvSpPr>
            <a:spLocks noGrp="1" noChangeArrowheads="1"/>
          </p:cNvSpPr>
          <p:nvPr>
            <p:ph type="title"/>
          </p:nvPr>
        </p:nvSpPr>
        <p:spPr/>
        <p:txBody>
          <a:bodyPr/>
          <a:lstStyle/>
          <a:p>
            <a:r>
              <a:rPr lang="zh-CN" altLang="en-US" dirty="0"/>
              <a:t>功率和能量</a:t>
            </a:r>
            <a:endParaRPr lang="en-US" altLang="zh-CN" dirty="0"/>
          </a:p>
        </p:txBody>
      </p:sp>
      <p:sp>
        <p:nvSpPr>
          <p:cNvPr id="18438" name="Rectangle 3"/>
          <p:cNvSpPr>
            <a:spLocks noGrp="1" noChangeArrowheads="1"/>
          </p:cNvSpPr>
          <p:nvPr>
            <p:ph idx="1"/>
          </p:nvPr>
        </p:nvSpPr>
        <p:spPr>
          <a:xfrm>
            <a:off x="457200" y="1447801"/>
            <a:ext cx="8229600" cy="1415380"/>
          </a:xfrm>
        </p:spPr>
        <p:txBody>
          <a:bodyPr/>
          <a:lstStyle/>
          <a:p>
            <a:r>
              <a:rPr lang="zh-CN" altLang="en-US" sz="2800" dirty="0">
                <a:latin typeface="Arial" panose="020B0604020202020204" pitchFamily="34" charset="0"/>
                <a:cs typeface="Arial" panose="020B0604020202020204" pitchFamily="34" charset="0"/>
              </a:rPr>
              <a:t>功率和能量消耗</a:t>
            </a:r>
            <a:endParaRPr lang="en-US" altLang="zh-CN" sz="2800" dirty="0">
              <a:latin typeface="Arial" panose="020B0604020202020204" pitchFamily="34" charset="0"/>
              <a:cs typeface="Arial" panose="020B0604020202020204" pitchFamily="34" charset="0"/>
            </a:endParaRPr>
          </a:p>
          <a:p>
            <a:r>
              <a:rPr lang="zh-CN" altLang="en-US" sz="2800" dirty="0">
                <a:latin typeface="Arial" panose="020B0604020202020204" pitchFamily="34" charset="0"/>
                <a:cs typeface="Arial" panose="020B0604020202020204" pitchFamily="34" charset="0"/>
              </a:rPr>
              <a:t>瞬时功率 </a:t>
            </a:r>
            <a:r>
              <a:rPr lang="en-US" altLang="zh-CN" sz="2800" dirty="0">
                <a:latin typeface="Arial" panose="020B0604020202020204" pitchFamily="34" charset="0"/>
                <a:cs typeface="Arial" panose="020B0604020202020204" pitchFamily="34" charset="0"/>
              </a:rPr>
              <a:t>vs </a:t>
            </a:r>
            <a:r>
              <a:rPr lang="zh-CN" altLang="en-US" sz="2800" dirty="0">
                <a:latin typeface="Arial" panose="020B0604020202020204" pitchFamily="34" charset="0"/>
                <a:cs typeface="Arial" panose="020B0604020202020204" pitchFamily="34" charset="0"/>
              </a:rPr>
              <a:t>平均功率</a:t>
            </a:r>
            <a:endParaRPr lang="en-US" altLang="zh-CN" sz="2800" dirty="0">
              <a:latin typeface="Arial" panose="020B0604020202020204" pitchFamily="34" charset="0"/>
              <a:cs typeface="Arial" panose="020B0604020202020204" pitchFamily="34" charset="0"/>
            </a:endParaRPr>
          </a:p>
        </p:txBody>
      </p:sp>
      <p:graphicFrame>
        <p:nvGraphicFramePr>
          <p:cNvPr id="836612" name="Object 2"/>
          <p:cNvGraphicFramePr>
            <a:graphicFrameLocks noChangeAspect="1"/>
          </p:cNvGraphicFramePr>
          <p:nvPr/>
        </p:nvGraphicFramePr>
        <p:xfrm>
          <a:off x="3262552" y="2991769"/>
          <a:ext cx="2057400" cy="533400"/>
        </p:xfrm>
        <a:graphic>
          <a:graphicData uri="http://schemas.openxmlformats.org/presentationml/2006/ole">
            <mc:AlternateContent xmlns:mc="http://schemas.openxmlformats.org/markup-compatibility/2006">
              <mc:Choice xmlns:v="urn:schemas-microsoft-com:vml" Requires="v">
                <p:oleObj name="Equation" r:id="rId3" imgW="1015920" imgH="228600" progId="Equation.DSMT4">
                  <p:embed/>
                </p:oleObj>
              </mc:Choice>
              <mc:Fallback>
                <p:oleObj name="Equation" r:id="rId3" imgW="1015920" imgH="228600" progId="Equation.DSMT4">
                  <p:embed/>
                  <p:pic>
                    <p:nvPicPr>
                      <p:cNvPr id="83661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62552" y="2991769"/>
                        <a:ext cx="2057400"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439" name="Rectangle 7"/>
          <p:cNvSpPr>
            <a:spLocks noChangeArrowheads="1"/>
          </p:cNvSpPr>
          <p:nvPr/>
        </p:nvSpPr>
        <p:spPr bwMode="auto">
          <a:xfrm>
            <a:off x="4030663" y="31892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graphicFrame>
        <p:nvGraphicFramePr>
          <p:cNvPr id="836614" name="Object 3"/>
          <p:cNvGraphicFramePr>
            <a:graphicFrameLocks noChangeAspect="1"/>
          </p:cNvGraphicFramePr>
          <p:nvPr/>
        </p:nvGraphicFramePr>
        <p:xfrm>
          <a:off x="2538652" y="3828769"/>
          <a:ext cx="3505200" cy="976313"/>
        </p:xfrm>
        <a:graphic>
          <a:graphicData uri="http://schemas.openxmlformats.org/presentationml/2006/ole">
            <mc:AlternateContent xmlns:mc="http://schemas.openxmlformats.org/markup-compatibility/2006">
              <mc:Choice xmlns:v="urn:schemas-microsoft-com:vml" Requires="v">
                <p:oleObj name="Equation" r:id="rId5" imgW="1714320" imgH="482400" progId="Equation.DSMT4">
                  <p:embed/>
                </p:oleObj>
              </mc:Choice>
              <mc:Fallback>
                <p:oleObj name="Equation" r:id="rId5" imgW="1714320" imgH="482400" progId="Equation.DSMT4">
                  <p:embed/>
                  <p:pic>
                    <p:nvPicPr>
                      <p:cNvPr id="836614"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38652" y="3828769"/>
                        <a:ext cx="3505200" cy="976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440" name="Rectangle 9"/>
          <p:cNvSpPr>
            <a:spLocks noChangeArrowheads="1"/>
          </p:cNvSpPr>
          <p:nvPr/>
        </p:nvSpPr>
        <p:spPr bwMode="auto">
          <a:xfrm>
            <a:off x="3760788" y="31892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graphicFrame>
        <p:nvGraphicFramePr>
          <p:cNvPr id="836616" name="Object 4"/>
          <p:cNvGraphicFramePr>
            <a:graphicFrameLocks noChangeAspect="1"/>
          </p:cNvGraphicFramePr>
          <p:nvPr/>
        </p:nvGraphicFramePr>
        <p:xfrm>
          <a:off x="2631642" y="5027847"/>
          <a:ext cx="3429000" cy="1012825"/>
        </p:xfrm>
        <a:graphic>
          <a:graphicData uri="http://schemas.openxmlformats.org/presentationml/2006/ole">
            <mc:AlternateContent xmlns:mc="http://schemas.openxmlformats.org/markup-compatibility/2006">
              <mc:Choice xmlns:v="urn:schemas-microsoft-com:vml" Requires="v">
                <p:oleObj name="Equation" r:id="rId7" imgW="1625400" imgH="482400" progId="Equation.DSMT4">
                  <p:embed/>
                </p:oleObj>
              </mc:Choice>
              <mc:Fallback>
                <p:oleObj name="Equation" r:id="rId7" imgW="1625400" imgH="482400" progId="Equation.DSMT4">
                  <p:embed/>
                  <p:pic>
                    <p:nvPicPr>
                      <p:cNvPr id="836616"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31642" y="5027847"/>
                        <a:ext cx="3429000" cy="1012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7" name="组合 16">
            <a:extLst>
              <a:ext uri="{FF2B5EF4-FFF2-40B4-BE49-F238E27FC236}">
                <a16:creationId xmlns:a16="http://schemas.microsoft.com/office/drawing/2014/main" id="{A40450BD-6BE0-9FF6-EF75-534C6DD016B5}"/>
              </a:ext>
            </a:extLst>
          </p:cNvPr>
          <p:cNvGrpSpPr/>
          <p:nvPr/>
        </p:nvGrpSpPr>
        <p:grpSpPr>
          <a:xfrm>
            <a:off x="5402516" y="1804607"/>
            <a:ext cx="2644244" cy="830438"/>
            <a:chOff x="5096108" y="1052513"/>
            <a:chExt cx="2644244" cy="830438"/>
          </a:xfrm>
        </p:grpSpPr>
        <p:cxnSp>
          <p:nvCxnSpPr>
            <p:cNvPr id="5" name="直线连接符 4">
              <a:extLst>
                <a:ext uri="{FF2B5EF4-FFF2-40B4-BE49-F238E27FC236}">
                  <a16:creationId xmlns:a16="http://schemas.microsoft.com/office/drawing/2014/main" id="{D3D54945-5FDA-A83E-438D-D5969066F19C}"/>
                </a:ext>
              </a:extLst>
            </p:cNvPr>
            <p:cNvCxnSpPr/>
            <p:nvPr/>
          </p:nvCxnSpPr>
          <p:spPr bwMode="auto">
            <a:xfrm>
              <a:off x="5319952" y="1052513"/>
              <a:ext cx="2420400" cy="0"/>
            </a:xfrm>
            <a:prstGeom prst="line">
              <a:avLst/>
            </a:prstGeom>
            <a:noFill/>
            <a:ln w="28575" cap="flat" cmpd="sng" algn="ctr">
              <a:solidFill>
                <a:srgbClr val="3333FF"/>
              </a:solidFill>
              <a:prstDash val="solid"/>
              <a:round/>
              <a:headEnd type="none" w="med" len="med"/>
              <a:tailEnd type="none" w="med" len="med"/>
            </a:ln>
            <a:effectLst/>
          </p:spPr>
        </p:cxnSp>
        <p:cxnSp>
          <p:nvCxnSpPr>
            <p:cNvPr id="6" name="直线连接符 5">
              <a:extLst>
                <a:ext uri="{FF2B5EF4-FFF2-40B4-BE49-F238E27FC236}">
                  <a16:creationId xmlns:a16="http://schemas.microsoft.com/office/drawing/2014/main" id="{CF8DC933-66F6-FD76-14A6-1861DBFEAD81}"/>
                </a:ext>
              </a:extLst>
            </p:cNvPr>
            <p:cNvCxnSpPr>
              <a:cxnSpLocks/>
            </p:cNvCxnSpPr>
            <p:nvPr/>
          </p:nvCxnSpPr>
          <p:spPr bwMode="auto">
            <a:xfrm>
              <a:off x="5904148" y="1052513"/>
              <a:ext cx="0" cy="242888"/>
            </a:xfrm>
            <a:prstGeom prst="line">
              <a:avLst/>
            </a:prstGeom>
            <a:noFill/>
            <a:ln w="28575" cap="flat" cmpd="sng" algn="ctr">
              <a:solidFill>
                <a:srgbClr val="3333FF"/>
              </a:solidFill>
              <a:prstDash val="solid"/>
              <a:round/>
              <a:headEnd type="none" w="med" len="med"/>
              <a:tailEnd type="none" w="med" len="med"/>
            </a:ln>
            <a:effectLst/>
          </p:spPr>
        </p:cxnSp>
        <p:cxnSp>
          <p:nvCxnSpPr>
            <p:cNvPr id="8" name="直线连接符 7">
              <a:extLst>
                <a:ext uri="{FF2B5EF4-FFF2-40B4-BE49-F238E27FC236}">
                  <a16:creationId xmlns:a16="http://schemas.microsoft.com/office/drawing/2014/main" id="{B4526CCA-83C3-1ABF-7273-A5922230572E}"/>
                </a:ext>
              </a:extLst>
            </p:cNvPr>
            <p:cNvCxnSpPr>
              <a:cxnSpLocks/>
            </p:cNvCxnSpPr>
            <p:nvPr/>
          </p:nvCxnSpPr>
          <p:spPr bwMode="auto">
            <a:xfrm flipH="1">
              <a:off x="5727948" y="1295402"/>
              <a:ext cx="315904" cy="0"/>
            </a:xfrm>
            <a:prstGeom prst="line">
              <a:avLst/>
            </a:prstGeom>
            <a:noFill/>
            <a:ln w="28575" cap="flat" cmpd="sng" algn="ctr">
              <a:solidFill>
                <a:srgbClr val="3333FF"/>
              </a:solidFill>
              <a:prstDash val="solid"/>
              <a:round/>
              <a:headEnd type="none" w="med" len="med"/>
              <a:tailEnd type="none" w="med" len="med"/>
            </a:ln>
            <a:effectLst/>
          </p:spPr>
        </p:cxnSp>
        <p:cxnSp>
          <p:nvCxnSpPr>
            <p:cNvPr id="10" name="直线连接符 9">
              <a:extLst>
                <a:ext uri="{FF2B5EF4-FFF2-40B4-BE49-F238E27FC236}">
                  <a16:creationId xmlns:a16="http://schemas.microsoft.com/office/drawing/2014/main" id="{CCA56A5F-7368-70EA-6BC0-EA70D7207255}"/>
                </a:ext>
              </a:extLst>
            </p:cNvPr>
            <p:cNvCxnSpPr>
              <a:cxnSpLocks/>
            </p:cNvCxnSpPr>
            <p:nvPr/>
          </p:nvCxnSpPr>
          <p:spPr bwMode="auto">
            <a:xfrm flipH="1">
              <a:off x="5727948" y="1443041"/>
              <a:ext cx="315904" cy="0"/>
            </a:xfrm>
            <a:prstGeom prst="line">
              <a:avLst/>
            </a:prstGeom>
            <a:noFill/>
            <a:ln w="28575" cap="flat" cmpd="sng" algn="ctr">
              <a:solidFill>
                <a:srgbClr val="3333FF"/>
              </a:solidFill>
              <a:prstDash val="solid"/>
              <a:round/>
              <a:headEnd type="none" w="med" len="med"/>
              <a:tailEnd type="none" w="med" len="med"/>
            </a:ln>
            <a:effectLst/>
          </p:spPr>
        </p:cxnSp>
        <p:cxnSp>
          <p:nvCxnSpPr>
            <p:cNvPr id="11" name="直线连接符 10">
              <a:extLst>
                <a:ext uri="{FF2B5EF4-FFF2-40B4-BE49-F238E27FC236}">
                  <a16:creationId xmlns:a16="http://schemas.microsoft.com/office/drawing/2014/main" id="{94BB5838-7500-5B4E-502F-6A9068ACA2E4}"/>
                </a:ext>
              </a:extLst>
            </p:cNvPr>
            <p:cNvCxnSpPr>
              <a:cxnSpLocks/>
            </p:cNvCxnSpPr>
            <p:nvPr/>
          </p:nvCxnSpPr>
          <p:spPr bwMode="auto">
            <a:xfrm>
              <a:off x="5904148" y="1443041"/>
              <a:ext cx="0" cy="242888"/>
            </a:xfrm>
            <a:prstGeom prst="line">
              <a:avLst/>
            </a:prstGeom>
            <a:noFill/>
            <a:ln w="28575" cap="flat" cmpd="sng" algn="ctr">
              <a:solidFill>
                <a:srgbClr val="3333FF"/>
              </a:solidFill>
              <a:prstDash val="solid"/>
              <a:round/>
              <a:headEnd type="none" w="med" len="med"/>
              <a:tailEnd type="none" w="med" len="med"/>
            </a:ln>
            <a:effectLst/>
          </p:spPr>
        </p:cxnSp>
        <p:sp>
          <p:nvSpPr>
            <p:cNvPr id="12" name="三角形 11">
              <a:extLst>
                <a:ext uri="{FF2B5EF4-FFF2-40B4-BE49-F238E27FC236}">
                  <a16:creationId xmlns:a16="http://schemas.microsoft.com/office/drawing/2014/main" id="{B0A2243E-66A1-A68C-BDDE-ACB09388B08D}"/>
                </a:ext>
              </a:extLst>
            </p:cNvPr>
            <p:cNvSpPr/>
            <p:nvPr/>
          </p:nvSpPr>
          <p:spPr bwMode="auto">
            <a:xfrm rot="10800000">
              <a:off x="5775401" y="1678095"/>
              <a:ext cx="257493" cy="204856"/>
            </a:xfrm>
            <a:prstGeom prst="triangle">
              <a:avLst/>
            </a:prstGeom>
            <a:noFill/>
            <a:ln w="28575" cap="flat" cmpd="sng" algn="ctr">
              <a:solidFill>
                <a:srgbClr val="3333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zh-CN" altLang="en-US"/>
            </a:p>
          </p:txBody>
        </p:sp>
        <p:cxnSp>
          <p:nvCxnSpPr>
            <p:cNvPr id="13" name="直线连接符 12">
              <a:extLst>
                <a:ext uri="{FF2B5EF4-FFF2-40B4-BE49-F238E27FC236}">
                  <a16:creationId xmlns:a16="http://schemas.microsoft.com/office/drawing/2014/main" id="{6D5E9319-B3CD-85E1-B857-A2D736F1155B}"/>
                </a:ext>
              </a:extLst>
            </p:cNvPr>
            <p:cNvCxnSpPr>
              <a:cxnSpLocks/>
            </p:cNvCxnSpPr>
            <p:nvPr/>
          </p:nvCxnSpPr>
          <p:spPr bwMode="auto">
            <a:xfrm>
              <a:off x="7344308" y="1053297"/>
              <a:ext cx="0" cy="242888"/>
            </a:xfrm>
            <a:prstGeom prst="line">
              <a:avLst/>
            </a:prstGeom>
            <a:noFill/>
            <a:ln w="28575" cap="flat" cmpd="sng" algn="ctr">
              <a:solidFill>
                <a:srgbClr val="3333FF"/>
              </a:solidFill>
              <a:prstDash val="solid"/>
              <a:round/>
              <a:headEnd type="none" w="med" len="med"/>
              <a:tailEnd type="none" w="med" len="med"/>
            </a:ln>
            <a:effectLst/>
          </p:spPr>
        </p:cxnSp>
        <p:sp>
          <p:nvSpPr>
            <p:cNvPr id="14" name="矩形 13">
              <a:extLst>
                <a:ext uri="{FF2B5EF4-FFF2-40B4-BE49-F238E27FC236}">
                  <a16:creationId xmlns:a16="http://schemas.microsoft.com/office/drawing/2014/main" id="{BE5F53BC-572E-7D75-E937-4DC90FD13E30}"/>
                </a:ext>
              </a:extLst>
            </p:cNvPr>
            <p:cNvSpPr/>
            <p:nvPr/>
          </p:nvSpPr>
          <p:spPr bwMode="auto">
            <a:xfrm>
              <a:off x="7080212" y="1301600"/>
              <a:ext cx="540058" cy="329751"/>
            </a:xfrm>
            <a:prstGeom prst="rect">
              <a:avLst/>
            </a:prstGeom>
            <a:noFill/>
            <a:ln w="28575" cap="flat" cmpd="sng" algn="ctr">
              <a:solidFill>
                <a:srgbClr val="3333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zh-CN" altLang="en-US"/>
            </a:p>
          </p:txBody>
        </p:sp>
        <p:sp>
          <p:nvSpPr>
            <p:cNvPr id="15" name="弧 14">
              <a:extLst>
                <a:ext uri="{FF2B5EF4-FFF2-40B4-BE49-F238E27FC236}">
                  <a16:creationId xmlns:a16="http://schemas.microsoft.com/office/drawing/2014/main" id="{CEE3A84F-2EC3-3546-DF1D-5615A244D266}"/>
                </a:ext>
              </a:extLst>
            </p:cNvPr>
            <p:cNvSpPr/>
            <p:nvPr/>
          </p:nvSpPr>
          <p:spPr bwMode="auto">
            <a:xfrm>
              <a:off x="5096108" y="1085509"/>
              <a:ext cx="541207" cy="541207"/>
            </a:xfrm>
            <a:prstGeom prst="arc">
              <a:avLst/>
            </a:prstGeom>
            <a:noFill/>
            <a:ln w="28575" cap="flat" cmpd="sng" algn="ctr">
              <a:solidFill>
                <a:srgbClr val="3333FF"/>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algn="r"/>
              <a:endParaRPr lang="zh-CN" altLang="en-US"/>
            </a:p>
          </p:txBody>
        </p:sp>
        <p:sp>
          <p:nvSpPr>
            <p:cNvPr id="16" name="弧 15">
              <a:extLst>
                <a:ext uri="{FF2B5EF4-FFF2-40B4-BE49-F238E27FC236}">
                  <a16:creationId xmlns:a16="http://schemas.microsoft.com/office/drawing/2014/main" id="{565F8C09-D57D-62DE-15CF-D80B35204EB1}"/>
                </a:ext>
              </a:extLst>
            </p:cNvPr>
            <p:cNvSpPr/>
            <p:nvPr/>
          </p:nvSpPr>
          <p:spPr bwMode="auto">
            <a:xfrm>
              <a:off x="6259735" y="1136206"/>
              <a:ext cx="808611" cy="541207"/>
            </a:xfrm>
            <a:prstGeom prst="arc">
              <a:avLst>
                <a:gd name="adj1" fmla="val 12051201"/>
                <a:gd name="adj2" fmla="val 19391707"/>
              </a:avLst>
            </a:prstGeom>
            <a:noFill/>
            <a:ln w="28575" cap="flat" cmpd="sng" algn="ctr">
              <a:solidFill>
                <a:srgbClr val="3333FF"/>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algn="r"/>
              <a:endParaRPr lang="zh-CN" altLang="en-US"/>
            </a:p>
          </p:txBody>
        </p:sp>
      </p:grpSp>
      <p:sp>
        <p:nvSpPr>
          <p:cNvPr id="21" name="灯片编号占位符 6">
            <a:extLst>
              <a:ext uri="{FF2B5EF4-FFF2-40B4-BE49-F238E27FC236}">
                <a16:creationId xmlns:a16="http://schemas.microsoft.com/office/drawing/2014/main" id="{3F39DAA2-B99D-234C-94B4-2C3BE847237A}"/>
              </a:ext>
            </a:extLst>
          </p:cNvPr>
          <p:cNvSpPr txBox="1">
            <a:spLocks/>
          </p:cNvSpPr>
          <p:nvPr/>
        </p:nvSpPr>
        <p:spPr bwMode="auto">
          <a:xfrm>
            <a:off x="6553200" y="6265860"/>
            <a:ext cx="213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4600" b="1" kern="1200">
                <a:solidFill>
                  <a:srgbClr val="FF3300"/>
                </a:solidFill>
                <a:latin typeface="Garamond" pitchFamily="18" charset="0"/>
                <a:ea typeface="宋体" charset="-122"/>
                <a:cs typeface="+mn-cs"/>
              </a:defRPr>
            </a:lvl1pPr>
            <a:lvl2pPr marL="742950" indent="-28575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2pPr>
            <a:lvl3pPr marL="11430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3pPr>
            <a:lvl4pPr marL="16002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4pPr>
            <a:lvl5pPr marL="20574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5pPr>
            <a:lvl6pPr marL="25146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6pPr>
            <a:lvl7pPr marL="29718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7pPr>
            <a:lvl8pPr marL="34290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8pPr>
            <a:lvl9pPr marL="38862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9pPr>
          </a:lstStyle>
          <a:p>
            <a:pPr eaLnBrk="1" hangingPunct="1"/>
            <a:fld id="{CCE6D788-BCB5-407E-9DED-68D155892338}" type="slidenum">
              <a:rPr lang="en-US" altLang="zh-CN" sz="1400" smtClean="0">
                <a:solidFill>
                  <a:schemeClr val="tx1"/>
                </a:solidFill>
                <a:latin typeface="+mn-lt"/>
              </a:rPr>
              <a:pPr eaLnBrk="1" hangingPunct="1"/>
              <a:t>45</a:t>
            </a:fld>
            <a:endParaRPr lang="en-US" altLang="zh-CN" sz="1400" dirty="0">
              <a:solidFill>
                <a:schemeClr val="tx1"/>
              </a:solidFill>
              <a:latin typeface="+mn-lt"/>
            </a:endParaRPr>
          </a:p>
        </p:txBody>
      </p:sp>
    </p:spTree>
    <p:extLst>
      <p:ext uri="{BB962C8B-B14F-4D97-AF65-F5344CB8AC3E}">
        <p14:creationId xmlns:p14="http://schemas.microsoft.com/office/powerpoint/2010/main" val="29772398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r>
              <a:rPr lang="en-US" altLang="zh-CN" b="1" dirty="0"/>
              <a:t>CMOS</a:t>
            </a:r>
            <a:r>
              <a:rPr lang="zh-CN" altLang="en-US" b="1" dirty="0"/>
              <a:t>功耗模型</a:t>
            </a:r>
            <a:endParaRPr lang="en-US" altLang="zh-CN" b="1" dirty="0"/>
          </a:p>
        </p:txBody>
      </p:sp>
      <p:sp>
        <p:nvSpPr>
          <p:cNvPr id="81923" name="Rectangle 3"/>
          <p:cNvSpPr>
            <a:spLocks noGrp="1" noChangeArrowheads="1"/>
          </p:cNvSpPr>
          <p:nvPr>
            <p:ph idx="1"/>
          </p:nvPr>
        </p:nvSpPr>
        <p:spPr>
          <a:xfrm>
            <a:off x="457199" y="1473080"/>
            <a:ext cx="5061873" cy="4788954"/>
          </a:xfrm>
        </p:spPr>
        <p:txBody>
          <a:bodyPr/>
          <a:lstStyle/>
          <a:p>
            <a:r>
              <a:rPr lang="zh-CN" altLang="en-US" sz="2800" dirty="0">
                <a:latin typeface="Arial" panose="020B0604020202020204" pitchFamily="34" charset="0"/>
                <a:cs typeface="Arial" panose="020B0604020202020204" pitchFamily="34" charset="0"/>
              </a:rPr>
              <a:t>动态功耗</a:t>
            </a:r>
            <a:r>
              <a:rPr lang="en-US" altLang="zh-CN" sz="2800" dirty="0">
                <a:latin typeface="Arial" panose="020B0604020202020204" pitchFamily="34" charset="0"/>
                <a:cs typeface="Arial" panose="020B0604020202020204" pitchFamily="34" charset="0"/>
              </a:rPr>
              <a:t> </a:t>
            </a:r>
            <a:r>
              <a:rPr lang="en-US" altLang="zh-CN" sz="2800" dirty="0" err="1">
                <a:latin typeface="Arial" panose="020B0604020202020204" pitchFamily="34" charset="0"/>
                <a:cs typeface="Arial" panose="020B0604020202020204" pitchFamily="34" charset="0"/>
              </a:rPr>
              <a:t>P</a:t>
            </a:r>
            <a:r>
              <a:rPr lang="en-US" altLang="zh-CN" sz="2800" baseline="-25000" dirty="0" err="1">
                <a:latin typeface="Arial" panose="020B0604020202020204" pitchFamily="34" charset="0"/>
                <a:cs typeface="Arial" panose="020B0604020202020204" pitchFamily="34" charset="0"/>
              </a:rPr>
              <a:t>dynamic</a:t>
            </a:r>
            <a:endParaRPr lang="en-US" altLang="zh-CN" sz="2800" baseline="-25000" dirty="0">
              <a:latin typeface="Arial" panose="020B0604020202020204" pitchFamily="34" charset="0"/>
              <a:cs typeface="Arial" panose="020B0604020202020204" pitchFamily="34" charset="0"/>
            </a:endParaRPr>
          </a:p>
          <a:p>
            <a:pPr lvl="1"/>
            <a:r>
              <a:rPr lang="zh-CN" altLang="en-US" sz="2400" dirty="0">
                <a:latin typeface="Arial" panose="020B0604020202020204" pitchFamily="34" charset="0"/>
                <a:cs typeface="Arial" panose="020B0604020202020204" pitchFamily="34" charset="0"/>
              </a:rPr>
              <a:t>电容充放电</a:t>
            </a:r>
            <a:endParaRPr lang="en-US" altLang="zh-CN" sz="2400" dirty="0">
              <a:latin typeface="Arial" panose="020B0604020202020204" pitchFamily="34" charset="0"/>
              <a:cs typeface="Arial" panose="020B0604020202020204" pitchFamily="34" charset="0"/>
            </a:endParaRPr>
          </a:p>
          <a:p>
            <a:r>
              <a:rPr lang="zh-CN" altLang="en-US" sz="2800" dirty="0">
                <a:latin typeface="Arial" panose="020B0604020202020204" pitchFamily="34" charset="0"/>
                <a:cs typeface="Arial" panose="020B0604020202020204" pitchFamily="34" charset="0"/>
              </a:rPr>
              <a:t>减少动态功耗</a:t>
            </a:r>
            <a:endParaRPr lang="en-US" altLang="zh-CN" sz="2800" dirty="0">
              <a:latin typeface="Arial" panose="020B0604020202020204" pitchFamily="34" charset="0"/>
              <a:cs typeface="Arial" panose="020B0604020202020204" pitchFamily="34" charset="0"/>
            </a:endParaRPr>
          </a:p>
          <a:p>
            <a:pPr lvl="1"/>
            <a:r>
              <a:rPr lang="zh-CN" altLang="en-US" sz="2400" dirty="0">
                <a:latin typeface="Arial" panose="020B0604020202020204" pitchFamily="34" charset="0"/>
                <a:cs typeface="Arial" panose="020B0604020202020204" pitchFamily="34" charset="0"/>
              </a:rPr>
              <a:t>降低电源电压和电容</a:t>
            </a:r>
            <a:endParaRPr lang="en-US" altLang="zh-CN" sz="2400" dirty="0">
              <a:latin typeface="Arial" panose="020B0604020202020204" pitchFamily="34" charset="0"/>
              <a:cs typeface="Arial" panose="020B0604020202020204" pitchFamily="34" charset="0"/>
            </a:endParaRPr>
          </a:p>
          <a:p>
            <a:pPr lvl="1"/>
            <a:r>
              <a:rPr lang="zh-CN" altLang="en-US" sz="2400" dirty="0">
                <a:latin typeface="Arial" panose="020B0604020202020204" pitchFamily="34" charset="0"/>
                <a:cs typeface="Arial" panose="020B0604020202020204" pitchFamily="34" charset="0"/>
              </a:rPr>
              <a:t>降低频率和翻转概率</a:t>
            </a:r>
            <a:endParaRPr lang="en-US" altLang="zh-CN" sz="2400" dirty="0">
              <a:latin typeface="Arial" panose="020B0604020202020204" pitchFamily="34" charset="0"/>
              <a:cs typeface="Arial" panose="020B0604020202020204" pitchFamily="34" charset="0"/>
            </a:endParaRPr>
          </a:p>
          <a:p>
            <a:endParaRPr lang="en-US" altLang="zh-CN" sz="2800" dirty="0">
              <a:latin typeface="Arial" panose="020B0604020202020204" pitchFamily="34" charset="0"/>
              <a:cs typeface="Arial" panose="020B0604020202020204" pitchFamily="34" charset="0"/>
            </a:endParaRPr>
          </a:p>
          <a:p>
            <a:pPr marL="0" indent="0">
              <a:buNone/>
            </a:pPr>
            <a:endParaRPr lang="en-US" altLang="zh-CN" sz="2800" dirty="0">
              <a:latin typeface="Arial" panose="020B0604020202020204" pitchFamily="34" charset="0"/>
              <a:cs typeface="Arial" panose="020B0604020202020204" pitchFamily="34" charset="0"/>
            </a:endParaRPr>
          </a:p>
          <a:p>
            <a:r>
              <a:rPr lang="zh-CN" altLang="en-US" sz="2800" dirty="0">
                <a:latin typeface="Arial" panose="020B0604020202020204" pitchFamily="34" charset="0"/>
                <a:cs typeface="Arial" panose="020B0604020202020204" pitchFamily="34" charset="0"/>
              </a:rPr>
              <a:t>动态功耗</a:t>
            </a:r>
            <a:r>
              <a:rPr lang="en-US" altLang="zh-CN" sz="2800" dirty="0" err="1">
                <a:latin typeface="Arial" panose="020B0604020202020204" pitchFamily="34" charset="0"/>
                <a:cs typeface="Arial" panose="020B0604020202020204" pitchFamily="34" charset="0"/>
              </a:rPr>
              <a:t>P</a:t>
            </a:r>
            <a:r>
              <a:rPr lang="en-US" altLang="zh-CN" sz="2800" baseline="-25000" dirty="0" err="1">
                <a:latin typeface="Arial" panose="020B0604020202020204" pitchFamily="34" charset="0"/>
                <a:cs typeface="Arial" panose="020B0604020202020204" pitchFamily="34" charset="0"/>
              </a:rPr>
              <a:t>dynamic_short</a:t>
            </a:r>
            <a:endParaRPr lang="en-US" altLang="zh-CN" sz="2800" baseline="-25000" dirty="0">
              <a:latin typeface="Arial" panose="020B0604020202020204" pitchFamily="34" charset="0"/>
              <a:cs typeface="Arial" panose="020B0604020202020204" pitchFamily="34" charset="0"/>
            </a:endParaRPr>
          </a:p>
          <a:p>
            <a:pPr lvl="1"/>
            <a:r>
              <a:rPr lang="zh-CN" altLang="en-US" sz="2400" dirty="0">
                <a:latin typeface="Arial" panose="020B0604020202020204" pitchFamily="34" charset="0"/>
                <a:cs typeface="Arial" panose="020B0604020202020204" pitchFamily="34" charset="0"/>
              </a:rPr>
              <a:t>上拉电路和下拉电路同时导通</a:t>
            </a:r>
            <a:endParaRPr lang="en-US" altLang="zh-CN" sz="2400" dirty="0">
              <a:latin typeface="Arial" panose="020B0604020202020204" pitchFamily="34" charset="0"/>
              <a:cs typeface="Arial" panose="020B0604020202020204" pitchFamily="34" charset="0"/>
            </a:endParaRPr>
          </a:p>
          <a:p>
            <a:r>
              <a:rPr lang="zh-CN" altLang="en-US" sz="2400" dirty="0">
                <a:latin typeface="Arial" panose="020B0604020202020204" pitchFamily="34" charset="0"/>
                <a:cs typeface="Arial" panose="020B0604020202020204" pitchFamily="34" charset="0"/>
              </a:rPr>
              <a:t>功耗延时积</a:t>
            </a:r>
            <a:r>
              <a:rPr lang="en-US" altLang="zh-CN" sz="2400" dirty="0">
                <a:latin typeface="Arial" panose="020B0604020202020204" pitchFamily="34" charset="0"/>
                <a:cs typeface="Arial" panose="020B0604020202020204" pitchFamily="34" charset="0"/>
              </a:rPr>
              <a:t>(</a:t>
            </a:r>
            <a:r>
              <a:rPr lang="en" altLang="zh-CN" sz="2400" dirty="0">
                <a:latin typeface="Arial" panose="020B0604020202020204" pitchFamily="34" charset="0"/>
                <a:cs typeface="Arial" panose="020B0604020202020204" pitchFamily="34" charset="0"/>
              </a:rPr>
              <a:t>PDP)</a:t>
            </a:r>
            <a:r>
              <a:rPr lang="zh-CN" altLang="en" sz="2400" dirty="0">
                <a:latin typeface="Arial" panose="020B0604020202020204" pitchFamily="34" charset="0"/>
                <a:cs typeface="Arial" panose="020B0604020202020204" pitchFamily="34" charset="0"/>
              </a:rPr>
              <a:t>、</a:t>
            </a:r>
            <a:r>
              <a:rPr lang="zh-CN" altLang="en-US" sz="2400" dirty="0">
                <a:latin typeface="Arial" panose="020B0604020202020204" pitchFamily="34" charset="0"/>
                <a:cs typeface="Arial" panose="020B0604020202020204" pitchFamily="34" charset="0"/>
              </a:rPr>
              <a:t>能耗延时积</a:t>
            </a:r>
            <a:r>
              <a:rPr lang="en-US" altLang="zh-CN" sz="2400" dirty="0">
                <a:latin typeface="Arial" panose="020B0604020202020204" pitchFamily="34" charset="0"/>
                <a:cs typeface="Arial" panose="020B0604020202020204" pitchFamily="34" charset="0"/>
              </a:rPr>
              <a:t>(</a:t>
            </a:r>
            <a:r>
              <a:rPr lang="en" altLang="zh-CN" sz="2400" dirty="0">
                <a:latin typeface="Arial" panose="020B0604020202020204" pitchFamily="34" charset="0"/>
                <a:cs typeface="Arial" panose="020B0604020202020204" pitchFamily="34" charset="0"/>
              </a:rPr>
              <a:t>EDP) </a:t>
            </a:r>
          </a:p>
        </p:txBody>
      </p:sp>
      <p:sp>
        <p:nvSpPr>
          <p:cNvPr id="3" name="Slide Number Placeholder 2">
            <a:extLst>
              <a:ext uri="{FF2B5EF4-FFF2-40B4-BE49-F238E27FC236}">
                <a16:creationId xmlns:a16="http://schemas.microsoft.com/office/drawing/2014/main" id="{C0B85519-D979-2E4A-AC7F-23FD9C1AF10C}"/>
              </a:ext>
            </a:extLst>
          </p:cNvPr>
          <p:cNvSpPr>
            <a:spLocks noGrp="1"/>
          </p:cNvSpPr>
          <p:nvPr>
            <p:ph type="sldNum" sz="quarter" idx="12"/>
          </p:nvPr>
        </p:nvSpPr>
        <p:spPr/>
        <p:txBody>
          <a:bodyPr/>
          <a:lstStyle/>
          <a:p>
            <a:pPr>
              <a:defRPr/>
            </a:pPr>
            <a:fld id="{A88D0608-5506-4AD0-BB9E-DF761E8BFA1F}" type="slidenum">
              <a:rPr lang="zh-CN" altLang="en-US" smtClean="0"/>
              <a:pPr>
                <a:defRPr/>
              </a:pPr>
              <a:t>46</a:t>
            </a:fld>
            <a:endParaRPr lang="en-US" altLang="zh-CN" dirty="0"/>
          </a:p>
        </p:txBody>
      </p:sp>
      <p:sp>
        <p:nvSpPr>
          <p:cNvPr id="4" name="Rectangle 3">
            <a:extLst>
              <a:ext uri="{FF2B5EF4-FFF2-40B4-BE49-F238E27FC236}">
                <a16:creationId xmlns:a16="http://schemas.microsoft.com/office/drawing/2014/main" id="{87DB5926-F6E1-5B4B-A32D-8E94A8A3CE93}"/>
              </a:ext>
            </a:extLst>
          </p:cNvPr>
          <p:cNvSpPr/>
          <p:nvPr/>
        </p:nvSpPr>
        <p:spPr>
          <a:xfrm>
            <a:off x="3956383" y="1311599"/>
            <a:ext cx="4838184" cy="461217"/>
          </a:xfrm>
          <a:prstGeom prst="rect">
            <a:avLst/>
          </a:prstGeom>
        </p:spPr>
        <p:txBody>
          <a:bodyPr wrap="none">
            <a:spAutoFit/>
          </a:bodyPr>
          <a:lstStyle/>
          <a:p>
            <a:pPr lvl="0" algn="ctr" hangingPunct="0">
              <a:lnSpc>
                <a:spcPct val="120000"/>
              </a:lnSpc>
              <a:spcBef>
                <a:spcPct val="20000"/>
              </a:spcBef>
              <a:buClr>
                <a:srgbClr val="000066"/>
              </a:buClr>
            </a:pPr>
            <a:r>
              <a:rPr lang="en-US" altLang="zh-CN" sz="2200" kern="0" dirty="0" err="1">
                <a:solidFill>
                  <a:srgbClr val="080808"/>
                </a:solidFill>
                <a:latin typeface="Arial" panose="020B0604020202020204" pitchFamily="34" charset="0"/>
                <a:ea typeface="黑体" pitchFamily="49" charset="-122"/>
                <a:cs typeface="Arial" panose="020B0604020202020204" pitchFamily="34" charset="0"/>
              </a:rPr>
              <a:t>P</a:t>
            </a:r>
            <a:r>
              <a:rPr lang="en-US" altLang="zh-CN" sz="2200" kern="0" baseline="-25000" dirty="0" err="1">
                <a:solidFill>
                  <a:srgbClr val="080808"/>
                </a:solidFill>
                <a:latin typeface="Arial" panose="020B0604020202020204" pitchFamily="34" charset="0"/>
                <a:ea typeface="黑体" pitchFamily="49" charset="-122"/>
                <a:cs typeface="Arial" panose="020B0604020202020204" pitchFamily="34" charset="0"/>
              </a:rPr>
              <a:t>total</a:t>
            </a:r>
            <a:r>
              <a:rPr lang="en-US" altLang="zh-CN" sz="2200" kern="0" dirty="0">
                <a:solidFill>
                  <a:srgbClr val="080808"/>
                </a:solidFill>
                <a:latin typeface="Arial" panose="020B0604020202020204" pitchFamily="34" charset="0"/>
                <a:ea typeface="黑体" pitchFamily="49" charset="-122"/>
                <a:cs typeface="Arial" panose="020B0604020202020204" pitchFamily="34" charset="0"/>
              </a:rPr>
              <a:t> = </a:t>
            </a:r>
            <a:r>
              <a:rPr lang="en-US" altLang="zh-CN" sz="2200" kern="0" dirty="0" err="1">
                <a:solidFill>
                  <a:srgbClr val="080808"/>
                </a:solidFill>
                <a:latin typeface="Arial" panose="020B0604020202020204" pitchFamily="34" charset="0"/>
                <a:ea typeface="黑体" pitchFamily="49" charset="-122"/>
                <a:cs typeface="Arial" panose="020B0604020202020204" pitchFamily="34" charset="0"/>
              </a:rPr>
              <a:t>P</a:t>
            </a:r>
            <a:r>
              <a:rPr lang="en-US" altLang="zh-CN" sz="2200" kern="0" baseline="-25000" dirty="0" err="1">
                <a:solidFill>
                  <a:srgbClr val="080808"/>
                </a:solidFill>
                <a:latin typeface="Arial" panose="020B0604020202020204" pitchFamily="34" charset="0"/>
                <a:ea typeface="黑体" pitchFamily="49" charset="-122"/>
                <a:cs typeface="Arial" panose="020B0604020202020204" pitchFamily="34" charset="0"/>
              </a:rPr>
              <a:t>dynamic</a:t>
            </a:r>
            <a:r>
              <a:rPr lang="en-US" altLang="zh-CN" sz="2200" kern="0" dirty="0">
                <a:solidFill>
                  <a:srgbClr val="080808"/>
                </a:solidFill>
                <a:latin typeface="Arial" panose="020B0604020202020204" pitchFamily="34" charset="0"/>
                <a:ea typeface="黑体" pitchFamily="49" charset="-122"/>
                <a:cs typeface="Arial" panose="020B0604020202020204" pitchFamily="34" charset="0"/>
              </a:rPr>
              <a:t> + </a:t>
            </a:r>
            <a:r>
              <a:rPr lang="en-US" altLang="zh-CN" sz="2200" kern="0" dirty="0" err="1">
                <a:solidFill>
                  <a:srgbClr val="080808"/>
                </a:solidFill>
                <a:latin typeface="Arial" panose="020B0604020202020204" pitchFamily="34" charset="0"/>
                <a:ea typeface="黑体" pitchFamily="49" charset="-122"/>
                <a:cs typeface="Arial" panose="020B0604020202020204" pitchFamily="34" charset="0"/>
              </a:rPr>
              <a:t>P</a:t>
            </a:r>
            <a:r>
              <a:rPr lang="en-US" altLang="zh-CN" sz="2200" kern="0" baseline="-25000" dirty="0" err="1">
                <a:solidFill>
                  <a:srgbClr val="080808"/>
                </a:solidFill>
                <a:latin typeface="Arial" panose="020B0604020202020204" pitchFamily="34" charset="0"/>
                <a:ea typeface="黑体" pitchFamily="49" charset="-122"/>
                <a:cs typeface="Arial" panose="020B0604020202020204" pitchFamily="34" charset="0"/>
              </a:rPr>
              <a:t>dynamic_short</a:t>
            </a:r>
            <a:r>
              <a:rPr lang="en-US" altLang="zh-CN" sz="2200" kern="0" dirty="0">
                <a:solidFill>
                  <a:srgbClr val="080808"/>
                </a:solidFill>
                <a:latin typeface="Arial" panose="020B0604020202020204" pitchFamily="34" charset="0"/>
                <a:ea typeface="黑体" pitchFamily="49" charset="-122"/>
                <a:cs typeface="Arial" panose="020B0604020202020204" pitchFamily="34" charset="0"/>
              </a:rPr>
              <a:t> + </a:t>
            </a:r>
            <a:r>
              <a:rPr lang="en-US" altLang="zh-CN" sz="2200" kern="0" dirty="0" err="1">
                <a:solidFill>
                  <a:srgbClr val="080808"/>
                </a:solidFill>
                <a:latin typeface="Arial" panose="020B0604020202020204" pitchFamily="34" charset="0"/>
                <a:ea typeface="黑体" pitchFamily="49" charset="-122"/>
                <a:cs typeface="Arial" panose="020B0604020202020204" pitchFamily="34" charset="0"/>
              </a:rPr>
              <a:t>P</a:t>
            </a:r>
            <a:r>
              <a:rPr lang="en-US" altLang="zh-CN" sz="2200" kern="0" baseline="-25000" dirty="0" err="1">
                <a:solidFill>
                  <a:srgbClr val="080808"/>
                </a:solidFill>
                <a:latin typeface="Arial" panose="020B0604020202020204" pitchFamily="34" charset="0"/>
                <a:ea typeface="黑体" pitchFamily="49" charset="-122"/>
                <a:cs typeface="Arial" panose="020B0604020202020204" pitchFamily="34" charset="0"/>
              </a:rPr>
              <a:t>leakage</a:t>
            </a:r>
            <a:endParaRPr lang="en-US" altLang="zh-CN" sz="2200" kern="0" baseline="-25000" dirty="0">
              <a:solidFill>
                <a:srgbClr val="080808"/>
              </a:solidFill>
              <a:latin typeface="Arial" panose="020B0604020202020204" pitchFamily="34" charset="0"/>
              <a:ea typeface="黑体" pitchFamily="49" charset="-122"/>
              <a:cs typeface="Arial" panose="020B0604020202020204" pitchFamily="34" charset="0"/>
            </a:endParaRPr>
          </a:p>
        </p:txBody>
      </p:sp>
      <p:grpSp>
        <p:nvGrpSpPr>
          <p:cNvPr id="2" name="Group 1">
            <a:extLst>
              <a:ext uri="{FF2B5EF4-FFF2-40B4-BE49-F238E27FC236}">
                <a16:creationId xmlns:a16="http://schemas.microsoft.com/office/drawing/2014/main" id="{26C8B0BB-F0B3-F145-B271-215F9DA58003}"/>
              </a:ext>
            </a:extLst>
          </p:cNvPr>
          <p:cNvGrpSpPr/>
          <p:nvPr/>
        </p:nvGrpSpPr>
        <p:grpSpPr>
          <a:xfrm>
            <a:off x="5011147" y="1876206"/>
            <a:ext cx="3800183" cy="1556706"/>
            <a:chOff x="5040052" y="3289074"/>
            <a:chExt cx="3800183" cy="1556706"/>
          </a:xfrm>
        </p:grpSpPr>
        <p:pic>
          <p:nvPicPr>
            <p:cNvPr id="9" name="图片 1" descr="屏幕剪辑">
              <a:extLst>
                <a:ext uri="{FF2B5EF4-FFF2-40B4-BE49-F238E27FC236}">
                  <a16:creationId xmlns:a16="http://schemas.microsoft.com/office/drawing/2014/main" id="{9561375A-DA95-9D49-A7BB-5F01A388DE0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5040052" y="3289074"/>
              <a:ext cx="1895378" cy="1556706"/>
            </a:xfrm>
            <a:prstGeom prst="rect">
              <a:avLst/>
            </a:prstGeom>
          </p:spPr>
        </p:pic>
        <p:pic>
          <p:nvPicPr>
            <p:cNvPr id="10" name="图片 2" descr="屏幕剪辑">
              <a:extLst>
                <a:ext uri="{FF2B5EF4-FFF2-40B4-BE49-F238E27FC236}">
                  <a16:creationId xmlns:a16="http://schemas.microsoft.com/office/drawing/2014/main" id="{5B8C482B-6541-4946-ADA0-63F487CE2512}"/>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7007409" y="3513413"/>
              <a:ext cx="1832826" cy="1183596"/>
            </a:xfrm>
            <a:prstGeom prst="rect">
              <a:avLst/>
            </a:prstGeom>
          </p:spPr>
        </p:pic>
        <p:sp>
          <p:nvSpPr>
            <p:cNvPr id="11" name="右箭头 3">
              <a:extLst>
                <a:ext uri="{FF2B5EF4-FFF2-40B4-BE49-F238E27FC236}">
                  <a16:creationId xmlns:a16="http://schemas.microsoft.com/office/drawing/2014/main" id="{F924B3CA-6BDA-6149-A715-3AF8FFCCEBCD}"/>
                </a:ext>
              </a:extLst>
            </p:cNvPr>
            <p:cNvSpPr/>
            <p:nvPr/>
          </p:nvSpPr>
          <p:spPr bwMode="auto">
            <a:xfrm>
              <a:off x="6538702" y="3513413"/>
              <a:ext cx="506396" cy="684076"/>
            </a:xfrm>
            <a:prstGeom prst="rightArrow">
              <a:avLst/>
            </a:prstGeom>
            <a:ln>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charset="0"/>
                <a:ea typeface="宋体" panose="02010600030101010101" pitchFamily="2" charset="-122"/>
                <a:cs typeface="+mn-cs"/>
              </a:endParaRPr>
            </a:p>
          </p:txBody>
        </p:sp>
      </p:grpSp>
      <p:pic>
        <p:nvPicPr>
          <p:cNvPr id="13" name="图片 10" descr="屏幕剪辑">
            <a:extLst>
              <a:ext uri="{FF2B5EF4-FFF2-40B4-BE49-F238E27FC236}">
                <a16:creationId xmlns:a16="http://schemas.microsoft.com/office/drawing/2014/main" id="{686139F4-CF6D-47A9-AA3F-923ED6A5A0F8}"/>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4572000" y="3429000"/>
            <a:ext cx="4213719" cy="1583777"/>
          </a:xfrm>
          <a:prstGeom prst="rect">
            <a:avLst/>
          </a:prstGeom>
        </p:spPr>
      </p:pic>
      <p:grpSp>
        <p:nvGrpSpPr>
          <p:cNvPr id="5" name="组合 4">
            <a:extLst>
              <a:ext uri="{FF2B5EF4-FFF2-40B4-BE49-F238E27FC236}">
                <a16:creationId xmlns:a16="http://schemas.microsoft.com/office/drawing/2014/main" id="{A5B85448-A006-8B33-77A2-915B02791C3C}"/>
              </a:ext>
            </a:extLst>
          </p:cNvPr>
          <p:cNvGrpSpPr/>
          <p:nvPr/>
        </p:nvGrpSpPr>
        <p:grpSpPr>
          <a:xfrm>
            <a:off x="5714685" y="4940325"/>
            <a:ext cx="2180232" cy="1947236"/>
            <a:chOff x="5295384" y="4910764"/>
            <a:chExt cx="2180232" cy="1947236"/>
          </a:xfrm>
        </p:grpSpPr>
        <p:grpSp>
          <p:nvGrpSpPr>
            <p:cNvPr id="6" name="组合 5">
              <a:extLst>
                <a:ext uri="{FF2B5EF4-FFF2-40B4-BE49-F238E27FC236}">
                  <a16:creationId xmlns:a16="http://schemas.microsoft.com/office/drawing/2014/main" id="{4EE1DEFF-329C-4926-C780-8BE49836BFA9}"/>
                </a:ext>
              </a:extLst>
            </p:cNvPr>
            <p:cNvGrpSpPr/>
            <p:nvPr/>
          </p:nvGrpSpPr>
          <p:grpSpPr>
            <a:xfrm>
              <a:off x="5295384" y="4910764"/>
              <a:ext cx="2176121" cy="1947236"/>
              <a:chOff x="-1587704" y="-1556106"/>
              <a:chExt cx="2176121" cy="1947236"/>
            </a:xfrm>
          </p:grpSpPr>
          <p:cxnSp>
            <p:nvCxnSpPr>
              <p:cNvPr id="7" name="直线连接符 6">
                <a:extLst>
                  <a:ext uri="{FF2B5EF4-FFF2-40B4-BE49-F238E27FC236}">
                    <a16:creationId xmlns:a16="http://schemas.microsoft.com/office/drawing/2014/main" id="{5F251BAE-6C0B-055F-8ABA-C0248A2DEF69}"/>
                  </a:ext>
                </a:extLst>
              </p:cNvPr>
              <p:cNvCxnSpPr>
                <a:cxnSpLocks/>
              </p:cNvCxnSpPr>
              <p:nvPr/>
            </p:nvCxnSpPr>
            <p:spPr bwMode="auto">
              <a:xfrm>
                <a:off x="-648580" y="-653789"/>
                <a:ext cx="373283"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grpSp>
            <p:nvGrpSpPr>
              <p:cNvPr id="8" name="组合 7">
                <a:extLst>
                  <a:ext uri="{FF2B5EF4-FFF2-40B4-BE49-F238E27FC236}">
                    <a16:creationId xmlns:a16="http://schemas.microsoft.com/office/drawing/2014/main" id="{0AAC3E2B-7BE8-B7F4-2265-DDF86CA58624}"/>
                  </a:ext>
                </a:extLst>
              </p:cNvPr>
              <p:cNvGrpSpPr/>
              <p:nvPr/>
            </p:nvGrpSpPr>
            <p:grpSpPr>
              <a:xfrm>
                <a:off x="-250109" y="-1204992"/>
                <a:ext cx="414493" cy="555240"/>
                <a:chOff x="4042670" y="4496390"/>
                <a:chExt cx="414493" cy="555240"/>
              </a:xfrm>
            </p:grpSpPr>
            <p:grpSp>
              <p:nvGrpSpPr>
                <p:cNvPr id="30" name="组合 29">
                  <a:extLst>
                    <a:ext uri="{FF2B5EF4-FFF2-40B4-BE49-F238E27FC236}">
                      <a16:creationId xmlns:a16="http://schemas.microsoft.com/office/drawing/2014/main" id="{70A26D7F-E14B-E441-92BB-4DF3F8A2CB1F}"/>
                    </a:ext>
                  </a:extLst>
                </p:cNvPr>
                <p:cNvGrpSpPr/>
                <p:nvPr/>
              </p:nvGrpSpPr>
              <p:grpSpPr>
                <a:xfrm>
                  <a:off x="4042670" y="4496390"/>
                  <a:ext cx="414493" cy="555240"/>
                  <a:chOff x="5246506" y="4286300"/>
                  <a:chExt cx="414493" cy="555240"/>
                </a:xfrm>
              </p:grpSpPr>
              <p:cxnSp>
                <p:nvCxnSpPr>
                  <p:cNvPr id="32" name="直线连接符 31">
                    <a:extLst>
                      <a:ext uri="{FF2B5EF4-FFF2-40B4-BE49-F238E27FC236}">
                        <a16:creationId xmlns:a16="http://schemas.microsoft.com/office/drawing/2014/main" id="{6EB6857D-4C45-F3FF-6A55-C6B14B4FB1D1}"/>
                      </a:ext>
                    </a:extLst>
                  </p:cNvPr>
                  <p:cNvCxnSpPr>
                    <a:cxnSpLocks/>
                  </p:cNvCxnSpPr>
                  <p:nvPr/>
                </p:nvCxnSpPr>
                <p:spPr bwMode="auto">
                  <a:xfrm>
                    <a:off x="5436096" y="4488894"/>
                    <a:ext cx="0" cy="159451"/>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33" name="直线连接符 32">
                    <a:extLst>
                      <a:ext uri="{FF2B5EF4-FFF2-40B4-BE49-F238E27FC236}">
                        <a16:creationId xmlns:a16="http://schemas.microsoft.com/office/drawing/2014/main" id="{2470BF24-9C22-CAFB-C1F5-6CF0A02AAAEA}"/>
                      </a:ext>
                    </a:extLst>
                  </p:cNvPr>
                  <p:cNvCxnSpPr>
                    <a:cxnSpLocks/>
                  </p:cNvCxnSpPr>
                  <p:nvPr/>
                </p:nvCxnSpPr>
                <p:spPr bwMode="auto">
                  <a:xfrm>
                    <a:off x="5508104" y="4438700"/>
                    <a:ext cx="0" cy="239473"/>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34" name="直线连接符 33">
                    <a:extLst>
                      <a:ext uri="{FF2B5EF4-FFF2-40B4-BE49-F238E27FC236}">
                        <a16:creationId xmlns:a16="http://schemas.microsoft.com/office/drawing/2014/main" id="{E8904620-FB50-9C6A-88BE-3EB69291A0C9}"/>
                      </a:ext>
                    </a:extLst>
                  </p:cNvPr>
                  <p:cNvCxnSpPr>
                    <a:cxnSpLocks/>
                  </p:cNvCxnSpPr>
                  <p:nvPr/>
                </p:nvCxnSpPr>
                <p:spPr bwMode="auto">
                  <a:xfrm>
                    <a:off x="5508104" y="4438700"/>
                    <a:ext cx="148990"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35" name="直线连接符 34">
                    <a:extLst>
                      <a:ext uri="{FF2B5EF4-FFF2-40B4-BE49-F238E27FC236}">
                        <a16:creationId xmlns:a16="http://schemas.microsoft.com/office/drawing/2014/main" id="{7DBFECFD-079E-1A47-AE46-E7335FDA5088}"/>
                      </a:ext>
                    </a:extLst>
                  </p:cNvPr>
                  <p:cNvCxnSpPr>
                    <a:cxnSpLocks/>
                  </p:cNvCxnSpPr>
                  <p:nvPr/>
                </p:nvCxnSpPr>
                <p:spPr bwMode="auto">
                  <a:xfrm>
                    <a:off x="5508104" y="4689140"/>
                    <a:ext cx="148990"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36" name="直线连接符 35">
                    <a:extLst>
                      <a:ext uri="{FF2B5EF4-FFF2-40B4-BE49-F238E27FC236}">
                        <a16:creationId xmlns:a16="http://schemas.microsoft.com/office/drawing/2014/main" id="{3FA2C6C3-4E49-ACAE-0D7C-C2735C1A4A77}"/>
                      </a:ext>
                    </a:extLst>
                  </p:cNvPr>
                  <p:cNvCxnSpPr>
                    <a:cxnSpLocks/>
                  </p:cNvCxnSpPr>
                  <p:nvPr/>
                </p:nvCxnSpPr>
                <p:spPr bwMode="auto">
                  <a:xfrm>
                    <a:off x="5660999" y="4286300"/>
                    <a:ext cx="0" cy="15240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37" name="直线连接符 36">
                    <a:extLst>
                      <a:ext uri="{FF2B5EF4-FFF2-40B4-BE49-F238E27FC236}">
                        <a16:creationId xmlns:a16="http://schemas.microsoft.com/office/drawing/2014/main" id="{0CA3F01E-06BC-A7A8-8481-F21B10DCFD8D}"/>
                      </a:ext>
                    </a:extLst>
                  </p:cNvPr>
                  <p:cNvCxnSpPr>
                    <a:cxnSpLocks/>
                  </p:cNvCxnSpPr>
                  <p:nvPr/>
                </p:nvCxnSpPr>
                <p:spPr bwMode="auto">
                  <a:xfrm flipH="1">
                    <a:off x="5246506" y="4560902"/>
                    <a:ext cx="108012"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38" name="直线连接符 37">
                    <a:extLst>
                      <a:ext uri="{FF2B5EF4-FFF2-40B4-BE49-F238E27FC236}">
                        <a16:creationId xmlns:a16="http://schemas.microsoft.com/office/drawing/2014/main" id="{84CD8408-F01C-EC7E-C422-2D74F5B2A88B}"/>
                      </a:ext>
                    </a:extLst>
                  </p:cNvPr>
                  <p:cNvCxnSpPr>
                    <a:cxnSpLocks/>
                  </p:cNvCxnSpPr>
                  <p:nvPr/>
                </p:nvCxnSpPr>
                <p:spPr bwMode="auto">
                  <a:xfrm>
                    <a:off x="5658945" y="4689140"/>
                    <a:ext cx="0" cy="152400"/>
                  </a:xfrm>
                  <a:prstGeom prst="line">
                    <a:avLst/>
                  </a:prstGeom>
                  <a:solidFill>
                    <a:schemeClr val="accent1"/>
                  </a:solidFill>
                  <a:ln w="28575" cap="rnd" cmpd="sng" algn="ctr">
                    <a:solidFill>
                      <a:schemeClr val="tx1"/>
                    </a:solidFill>
                    <a:prstDash val="solid"/>
                    <a:round/>
                    <a:headEnd type="none" w="med" len="med"/>
                    <a:tailEnd type="none" w="med" len="med"/>
                  </a:ln>
                  <a:effectLst/>
                </p:spPr>
              </p:cxnSp>
            </p:grpSp>
            <p:sp>
              <p:nvSpPr>
                <p:cNvPr id="31" name="椭圆 30">
                  <a:extLst>
                    <a:ext uri="{FF2B5EF4-FFF2-40B4-BE49-F238E27FC236}">
                      <a16:creationId xmlns:a16="http://schemas.microsoft.com/office/drawing/2014/main" id="{A99C2264-2ACD-355D-BF78-A2C21C2EBD53}"/>
                    </a:ext>
                  </a:extLst>
                </p:cNvPr>
                <p:cNvSpPr/>
                <p:nvPr/>
              </p:nvSpPr>
              <p:spPr bwMode="auto">
                <a:xfrm>
                  <a:off x="4139951" y="4736380"/>
                  <a:ext cx="72008" cy="72008"/>
                </a:xfrm>
                <a:prstGeom prst="ellipse">
                  <a:avLst/>
                </a:prstGeom>
                <a:solidFill>
                  <a:schemeClr val="bg1"/>
                </a:solidFill>
                <a:ln w="28575" cap="rnd"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grpSp>
          <p:grpSp>
            <p:nvGrpSpPr>
              <p:cNvPr id="12" name="组合 11">
                <a:extLst>
                  <a:ext uri="{FF2B5EF4-FFF2-40B4-BE49-F238E27FC236}">
                    <a16:creationId xmlns:a16="http://schemas.microsoft.com/office/drawing/2014/main" id="{5A2870F9-9CA5-7DF3-A3D8-A003E4AA8D2B}"/>
                  </a:ext>
                </a:extLst>
              </p:cNvPr>
              <p:cNvGrpSpPr/>
              <p:nvPr/>
            </p:nvGrpSpPr>
            <p:grpSpPr>
              <a:xfrm>
                <a:off x="-250109" y="-642555"/>
                <a:ext cx="410854" cy="632295"/>
                <a:chOff x="5250145" y="4286300"/>
                <a:chExt cx="410854" cy="632295"/>
              </a:xfrm>
            </p:grpSpPr>
            <p:cxnSp>
              <p:nvCxnSpPr>
                <p:cNvPr id="23" name="直线连接符 22">
                  <a:extLst>
                    <a:ext uri="{FF2B5EF4-FFF2-40B4-BE49-F238E27FC236}">
                      <a16:creationId xmlns:a16="http://schemas.microsoft.com/office/drawing/2014/main" id="{46D16000-25BB-23CB-E09B-424A93DAE32D}"/>
                    </a:ext>
                  </a:extLst>
                </p:cNvPr>
                <p:cNvCxnSpPr>
                  <a:cxnSpLocks/>
                </p:cNvCxnSpPr>
                <p:nvPr/>
              </p:nvCxnSpPr>
              <p:spPr bwMode="auto">
                <a:xfrm>
                  <a:off x="5436096" y="4488894"/>
                  <a:ext cx="0" cy="159451"/>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24" name="直线连接符 23">
                  <a:extLst>
                    <a:ext uri="{FF2B5EF4-FFF2-40B4-BE49-F238E27FC236}">
                      <a16:creationId xmlns:a16="http://schemas.microsoft.com/office/drawing/2014/main" id="{9C0EA452-D989-AE56-97E7-21E1429F34F2}"/>
                    </a:ext>
                  </a:extLst>
                </p:cNvPr>
                <p:cNvCxnSpPr>
                  <a:cxnSpLocks/>
                </p:cNvCxnSpPr>
                <p:nvPr/>
              </p:nvCxnSpPr>
              <p:spPr bwMode="auto">
                <a:xfrm>
                  <a:off x="5508104" y="4438700"/>
                  <a:ext cx="0" cy="239473"/>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25" name="直线连接符 24">
                  <a:extLst>
                    <a:ext uri="{FF2B5EF4-FFF2-40B4-BE49-F238E27FC236}">
                      <a16:creationId xmlns:a16="http://schemas.microsoft.com/office/drawing/2014/main" id="{4FF929C7-A02D-5E87-C0C2-9CD24D9BC984}"/>
                    </a:ext>
                  </a:extLst>
                </p:cNvPr>
                <p:cNvCxnSpPr>
                  <a:cxnSpLocks/>
                </p:cNvCxnSpPr>
                <p:nvPr/>
              </p:nvCxnSpPr>
              <p:spPr bwMode="auto">
                <a:xfrm>
                  <a:off x="5508104" y="4438700"/>
                  <a:ext cx="148990"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26" name="直线连接符 25">
                  <a:extLst>
                    <a:ext uri="{FF2B5EF4-FFF2-40B4-BE49-F238E27FC236}">
                      <a16:creationId xmlns:a16="http://schemas.microsoft.com/office/drawing/2014/main" id="{26A0A04E-84FD-A77F-EAAB-76CF76C23C6E}"/>
                    </a:ext>
                  </a:extLst>
                </p:cNvPr>
                <p:cNvCxnSpPr>
                  <a:cxnSpLocks/>
                </p:cNvCxnSpPr>
                <p:nvPr/>
              </p:nvCxnSpPr>
              <p:spPr bwMode="auto">
                <a:xfrm>
                  <a:off x="5508104" y="4689140"/>
                  <a:ext cx="148990"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27" name="直线连接符 26">
                  <a:extLst>
                    <a:ext uri="{FF2B5EF4-FFF2-40B4-BE49-F238E27FC236}">
                      <a16:creationId xmlns:a16="http://schemas.microsoft.com/office/drawing/2014/main" id="{582A3675-86DD-54FE-9892-60F119E05297}"/>
                    </a:ext>
                  </a:extLst>
                </p:cNvPr>
                <p:cNvCxnSpPr>
                  <a:cxnSpLocks/>
                </p:cNvCxnSpPr>
                <p:nvPr/>
              </p:nvCxnSpPr>
              <p:spPr bwMode="auto">
                <a:xfrm>
                  <a:off x="5660999" y="4286300"/>
                  <a:ext cx="0" cy="15240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28" name="直线连接符 27">
                  <a:extLst>
                    <a:ext uri="{FF2B5EF4-FFF2-40B4-BE49-F238E27FC236}">
                      <a16:creationId xmlns:a16="http://schemas.microsoft.com/office/drawing/2014/main" id="{CF53E572-D06E-7468-42A7-B81186155E19}"/>
                    </a:ext>
                  </a:extLst>
                </p:cNvPr>
                <p:cNvCxnSpPr>
                  <a:cxnSpLocks/>
                </p:cNvCxnSpPr>
                <p:nvPr/>
              </p:nvCxnSpPr>
              <p:spPr bwMode="auto">
                <a:xfrm flipH="1">
                  <a:off x="5250145" y="4560902"/>
                  <a:ext cx="185951"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29" name="直线连接符 28">
                  <a:extLst>
                    <a:ext uri="{FF2B5EF4-FFF2-40B4-BE49-F238E27FC236}">
                      <a16:creationId xmlns:a16="http://schemas.microsoft.com/office/drawing/2014/main" id="{1B999399-5F77-E50D-26B8-6719CDBFDA9A}"/>
                    </a:ext>
                  </a:extLst>
                </p:cNvPr>
                <p:cNvCxnSpPr>
                  <a:cxnSpLocks/>
                </p:cNvCxnSpPr>
                <p:nvPr/>
              </p:nvCxnSpPr>
              <p:spPr bwMode="auto">
                <a:xfrm>
                  <a:off x="5657094" y="4689140"/>
                  <a:ext cx="0" cy="229455"/>
                </a:xfrm>
                <a:prstGeom prst="line">
                  <a:avLst/>
                </a:prstGeom>
                <a:solidFill>
                  <a:schemeClr val="accent1"/>
                </a:solidFill>
                <a:ln w="28575" cap="rnd" cmpd="sng" algn="ctr">
                  <a:solidFill>
                    <a:schemeClr val="tx1"/>
                  </a:solidFill>
                  <a:prstDash val="solid"/>
                  <a:round/>
                  <a:headEnd type="none" w="med" len="med"/>
                  <a:tailEnd type="none" w="med" len="med"/>
                </a:ln>
                <a:effectLst/>
              </p:spPr>
            </p:cxnSp>
          </p:grpSp>
          <p:cxnSp>
            <p:nvCxnSpPr>
              <p:cNvPr id="14" name="直线连接符 13">
                <a:extLst>
                  <a:ext uri="{FF2B5EF4-FFF2-40B4-BE49-F238E27FC236}">
                    <a16:creationId xmlns:a16="http://schemas.microsoft.com/office/drawing/2014/main" id="{4EE37F6C-BB1E-50CB-68B1-9F8778EFFC5B}"/>
                  </a:ext>
                </a:extLst>
              </p:cNvPr>
              <p:cNvCxnSpPr>
                <a:cxnSpLocks/>
              </p:cNvCxnSpPr>
              <p:nvPr/>
            </p:nvCxnSpPr>
            <p:spPr bwMode="auto">
              <a:xfrm flipV="1">
                <a:off x="-250109" y="-922673"/>
                <a:ext cx="0" cy="548863"/>
              </a:xfrm>
              <a:prstGeom prst="line">
                <a:avLst/>
              </a:prstGeom>
              <a:solidFill>
                <a:schemeClr val="accent1"/>
              </a:solidFill>
              <a:ln w="28575" cap="rnd" cmpd="sng" algn="ctr">
                <a:solidFill>
                  <a:schemeClr val="tx1"/>
                </a:solidFill>
                <a:prstDash val="solid"/>
                <a:round/>
                <a:headEnd type="none" w="med" len="med"/>
                <a:tailEnd type="none" w="med" len="med"/>
              </a:ln>
              <a:effectLst/>
            </p:spPr>
          </p:cxnSp>
          <p:sp>
            <p:nvSpPr>
              <p:cNvPr id="15" name="文本框 14">
                <a:extLst>
                  <a:ext uri="{FF2B5EF4-FFF2-40B4-BE49-F238E27FC236}">
                    <a16:creationId xmlns:a16="http://schemas.microsoft.com/office/drawing/2014/main" id="{FD4BD62A-9D26-655E-72A8-08CF0F63CEAA}"/>
                  </a:ext>
                </a:extLst>
              </p:cNvPr>
              <p:cNvSpPr txBox="1"/>
              <p:nvPr/>
            </p:nvSpPr>
            <p:spPr>
              <a:xfrm>
                <a:off x="-258833" y="-1556106"/>
                <a:ext cx="671979" cy="369332"/>
              </a:xfrm>
              <a:prstGeom prst="rect">
                <a:avLst/>
              </a:prstGeom>
              <a:noFill/>
            </p:spPr>
            <p:txBody>
              <a:bodyPr wrap="none" rtlCol="0">
                <a:spAutoFit/>
              </a:bodyPr>
              <a:lstStyle/>
              <a:p>
                <a:r>
                  <a:rPr kumimoji="1" lang="en-US" altLang="zh-CN" b="1" dirty="0"/>
                  <a:t>VDD</a:t>
                </a:r>
                <a:endParaRPr kumimoji="1" lang="zh-CN" altLang="en-US" b="1" dirty="0"/>
              </a:p>
            </p:txBody>
          </p:sp>
          <p:cxnSp>
            <p:nvCxnSpPr>
              <p:cNvPr id="16" name="直线连接符 15">
                <a:extLst>
                  <a:ext uri="{FF2B5EF4-FFF2-40B4-BE49-F238E27FC236}">
                    <a16:creationId xmlns:a16="http://schemas.microsoft.com/office/drawing/2014/main" id="{938CFECA-5BB1-0D3B-DE52-FE5A63F9034D}"/>
                  </a:ext>
                </a:extLst>
              </p:cNvPr>
              <p:cNvCxnSpPr>
                <a:cxnSpLocks/>
              </p:cNvCxnSpPr>
              <p:nvPr/>
            </p:nvCxnSpPr>
            <p:spPr bwMode="auto">
              <a:xfrm>
                <a:off x="-280138" y="-1224463"/>
                <a:ext cx="652531"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17" name="直线连接符 16">
                <a:extLst>
                  <a:ext uri="{FF2B5EF4-FFF2-40B4-BE49-F238E27FC236}">
                    <a16:creationId xmlns:a16="http://schemas.microsoft.com/office/drawing/2014/main" id="{37A60043-0CF9-3F14-2927-600D475FC610}"/>
                  </a:ext>
                </a:extLst>
              </p:cNvPr>
              <p:cNvCxnSpPr>
                <a:cxnSpLocks/>
              </p:cNvCxnSpPr>
              <p:nvPr/>
            </p:nvCxnSpPr>
            <p:spPr bwMode="auto">
              <a:xfrm>
                <a:off x="-14098" y="-997"/>
                <a:ext cx="341875"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sp>
            <p:nvSpPr>
              <p:cNvPr id="18" name="文本框 17">
                <a:extLst>
                  <a:ext uri="{FF2B5EF4-FFF2-40B4-BE49-F238E27FC236}">
                    <a16:creationId xmlns:a16="http://schemas.microsoft.com/office/drawing/2014/main" id="{9957C30A-A452-C498-1050-8F4FE83D41F9}"/>
                  </a:ext>
                </a:extLst>
              </p:cNvPr>
              <p:cNvSpPr txBox="1"/>
              <p:nvPr/>
            </p:nvSpPr>
            <p:spPr>
              <a:xfrm>
                <a:off x="-210389" y="21798"/>
                <a:ext cx="697627" cy="369332"/>
              </a:xfrm>
              <a:prstGeom prst="rect">
                <a:avLst/>
              </a:prstGeom>
              <a:noFill/>
            </p:spPr>
            <p:txBody>
              <a:bodyPr wrap="none" rtlCol="0">
                <a:spAutoFit/>
              </a:bodyPr>
              <a:lstStyle/>
              <a:p>
                <a:r>
                  <a:rPr kumimoji="1" lang="en-US" altLang="zh-CN" b="1" dirty="0"/>
                  <a:t>GND</a:t>
                </a:r>
                <a:endParaRPr kumimoji="1" lang="zh-CN" altLang="en-US" b="1" dirty="0"/>
              </a:p>
            </p:txBody>
          </p:sp>
          <p:cxnSp>
            <p:nvCxnSpPr>
              <p:cNvPr id="19" name="直线连接符 18">
                <a:extLst>
                  <a:ext uri="{FF2B5EF4-FFF2-40B4-BE49-F238E27FC236}">
                    <a16:creationId xmlns:a16="http://schemas.microsoft.com/office/drawing/2014/main" id="{A4A52E04-70AA-4F0C-312F-FA306A57515C}"/>
                  </a:ext>
                </a:extLst>
              </p:cNvPr>
              <p:cNvCxnSpPr>
                <a:cxnSpLocks/>
              </p:cNvCxnSpPr>
              <p:nvPr/>
            </p:nvCxnSpPr>
            <p:spPr bwMode="auto">
              <a:xfrm>
                <a:off x="164384" y="-655597"/>
                <a:ext cx="424033"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sp>
            <p:nvSpPr>
              <p:cNvPr id="21" name="文本框 20">
                <a:extLst>
                  <a:ext uri="{FF2B5EF4-FFF2-40B4-BE49-F238E27FC236}">
                    <a16:creationId xmlns:a16="http://schemas.microsoft.com/office/drawing/2014/main" id="{9AA08F4D-565C-2CFF-017D-F953E728EE55}"/>
                  </a:ext>
                </a:extLst>
              </p:cNvPr>
              <p:cNvSpPr txBox="1"/>
              <p:nvPr/>
            </p:nvSpPr>
            <p:spPr>
              <a:xfrm>
                <a:off x="-1587704" y="-859419"/>
                <a:ext cx="787395" cy="369332"/>
              </a:xfrm>
              <a:prstGeom prst="rect">
                <a:avLst/>
              </a:prstGeom>
              <a:noFill/>
            </p:spPr>
            <p:txBody>
              <a:bodyPr wrap="none" rtlCol="0">
                <a:spAutoFit/>
              </a:bodyPr>
              <a:lstStyle/>
              <a:p>
                <a:r>
                  <a:rPr kumimoji="1" lang="en-US" altLang="zh-CN" b="1" dirty="0"/>
                  <a:t>0</a:t>
                </a:r>
                <a:r>
                  <a:rPr kumimoji="1" lang="zh-CN" altLang="en-US" b="1" dirty="0"/>
                  <a:t> </a:t>
                </a:r>
                <a:r>
                  <a:rPr kumimoji="1" lang="en-US" altLang="zh-CN" b="1" dirty="0"/>
                  <a:t>to</a:t>
                </a:r>
                <a:r>
                  <a:rPr kumimoji="1" lang="zh-CN" altLang="en-US" b="1" dirty="0"/>
                  <a:t> </a:t>
                </a:r>
                <a:r>
                  <a:rPr kumimoji="1" lang="en-US" altLang="zh-CN" b="1" dirty="0"/>
                  <a:t>1</a:t>
                </a:r>
                <a:endParaRPr kumimoji="1" lang="zh-CN" altLang="en-US" b="1" dirty="0"/>
              </a:p>
            </p:txBody>
          </p:sp>
        </p:grpSp>
        <p:sp>
          <p:nvSpPr>
            <p:cNvPr id="39" name="下箭头 38">
              <a:extLst>
                <a:ext uri="{FF2B5EF4-FFF2-40B4-BE49-F238E27FC236}">
                  <a16:creationId xmlns:a16="http://schemas.microsoft.com/office/drawing/2014/main" id="{F9236CDA-F49D-FC97-276B-4C6131477E0E}"/>
                </a:ext>
              </a:extLst>
            </p:cNvPr>
            <p:cNvSpPr/>
            <p:nvPr/>
          </p:nvSpPr>
          <p:spPr bwMode="auto">
            <a:xfrm>
              <a:off x="7152696" y="5312458"/>
              <a:ext cx="322920" cy="997630"/>
            </a:xfrm>
            <a:prstGeom prst="downArrow">
              <a:avLst/>
            </a:prstGeom>
            <a:solidFill>
              <a:srgbClr val="FFC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grpSp>
    </p:spTree>
    <p:extLst>
      <p:ext uri="{BB962C8B-B14F-4D97-AF65-F5344CB8AC3E}">
        <p14:creationId xmlns:p14="http://schemas.microsoft.com/office/powerpoint/2010/main" val="1512079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92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192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192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192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192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r>
              <a:rPr lang="en-US" altLang="zh-CN" b="1" dirty="0"/>
              <a:t>CMOS</a:t>
            </a:r>
            <a:r>
              <a:rPr lang="zh-CN" altLang="en-US" b="1" dirty="0"/>
              <a:t>功耗模型</a:t>
            </a:r>
            <a:endParaRPr lang="en-US" altLang="zh-CN" b="1" dirty="0"/>
          </a:p>
        </p:txBody>
      </p:sp>
      <p:sp>
        <p:nvSpPr>
          <p:cNvPr id="81923" name="Rectangle 3"/>
          <p:cNvSpPr>
            <a:spLocks noGrp="1" noChangeArrowheads="1"/>
          </p:cNvSpPr>
          <p:nvPr>
            <p:ph idx="1"/>
          </p:nvPr>
        </p:nvSpPr>
        <p:spPr>
          <a:xfrm>
            <a:off x="394521" y="1566669"/>
            <a:ext cx="4510844" cy="4391448"/>
          </a:xfrm>
        </p:spPr>
        <p:txBody>
          <a:bodyPr/>
          <a:lstStyle/>
          <a:p>
            <a:r>
              <a:rPr lang="zh-CN" altLang="en-US" dirty="0">
                <a:latin typeface="Arial" panose="020B0604020202020204" pitchFamily="34" charset="0"/>
                <a:cs typeface="Arial" panose="020B0604020202020204" pitchFamily="34" charset="0"/>
              </a:rPr>
              <a:t>静态功耗</a:t>
            </a:r>
            <a:endParaRPr lang="en-US" altLang="zh-CN" dirty="0">
              <a:latin typeface="Arial" panose="020B0604020202020204" pitchFamily="34" charset="0"/>
              <a:cs typeface="Arial" panose="020B0604020202020204" pitchFamily="34" charset="0"/>
            </a:endParaRPr>
          </a:p>
          <a:p>
            <a:pPr lvl="1"/>
            <a:r>
              <a:rPr lang="zh-CN" altLang="en-US" dirty="0">
                <a:latin typeface="Arial" panose="020B0604020202020204" pitchFamily="34" charset="0"/>
                <a:cs typeface="Arial" panose="020B0604020202020204" pitchFamily="34" charset="0"/>
              </a:rPr>
              <a:t>亚阈值漏电</a:t>
            </a:r>
            <a:endParaRPr lang="en-US" altLang="zh-CN" dirty="0">
              <a:latin typeface="Arial" panose="020B0604020202020204" pitchFamily="34" charset="0"/>
              <a:cs typeface="Arial" panose="020B0604020202020204" pitchFamily="34" charset="0"/>
            </a:endParaRPr>
          </a:p>
          <a:p>
            <a:pPr lvl="1"/>
            <a:r>
              <a:rPr lang="zh-CN" altLang="en-US" dirty="0">
                <a:latin typeface="Arial" panose="020B0604020202020204" pitchFamily="34" charset="0"/>
                <a:cs typeface="Arial" panose="020B0604020202020204" pitchFamily="34" charset="0"/>
              </a:rPr>
              <a:t>栅极漏电</a:t>
            </a:r>
            <a:endParaRPr lang="en-US" altLang="zh-CN" dirty="0">
              <a:latin typeface="Arial" panose="020B0604020202020204" pitchFamily="34" charset="0"/>
              <a:cs typeface="Arial" panose="020B0604020202020204" pitchFamily="34" charset="0"/>
            </a:endParaRPr>
          </a:p>
          <a:p>
            <a:pPr lvl="1"/>
            <a:r>
              <a:rPr lang="en-US" altLang="zh-CN" dirty="0">
                <a:latin typeface="Arial" panose="020B0604020202020204" pitchFamily="34" charset="0"/>
                <a:cs typeface="Arial" panose="020B0604020202020204" pitchFamily="34" charset="0"/>
              </a:rPr>
              <a:t>D/S </a:t>
            </a:r>
            <a:r>
              <a:rPr lang="zh-CN" altLang="en-US" dirty="0">
                <a:latin typeface="Arial" panose="020B0604020202020204" pitchFamily="34" charset="0"/>
                <a:cs typeface="Arial" panose="020B0604020202020204" pitchFamily="34" charset="0"/>
              </a:rPr>
              <a:t>衬底漏电</a:t>
            </a:r>
            <a:endParaRPr lang="en-US" altLang="zh-CN" dirty="0">
              <a:latin typeface="Arial" panose="020B0604020202020204" pitchFamily="34" charset="0"/>
              <a:cs typeface="Arial" panose="020B0604020202020204" pitchFamily="34" charset="0"/>
            </a:endParaRPr>
          </a:p>
          <a:p>
            <a:pPr lvl="1"/>
            <a:endParaRPr lang="en-US" altLang="zh-CN" sz="2400" dirty="0">
              <a:latin typeface="Arial" panose="020B0604020202020204" pitchFamily="34" charset="0"/>
              <a:cs typeface="Arial" panose="020B0604020202020204" pitchFamily="34" charset="0"/>
            </a:endParaRPr>
          </a:p>
          <a:p>
            <a:r>
              <a:rPr lang="zh-CN" altLang="en-US" dirty="0">
                <a:latin typeface="Arial" panose="020B0604020202020204" pitchFamily="34" charset="0"/>
                <a:cs typeface="Arial" panose="020B0604020202020204" pitchFamily="34" charset="0"/>
              </a:rPr>
              <a:t>减少静态功耗</a:t>
            </a:r>
            <a:endParaRPr lang="en-US" altLang="zh-CN" dirty="0">
              <a:latin typeface="Arial" panose="020B0604020202020204" pitchFamily="34" charset="0"/>
              <a:cs typeface="Arial" panose="020B0604020202020204" pitchFamily="34" charset="0"/>
            </a:endParaRPr>
          </a:p>
          <a:p>
            <a:pPr lvl="1"/>
            <a:r>
              <a:rPr lang="zh-CN" altLang="en-US" dirty="0">
                <a:latin typeface="Arial" panose="020B0604020202020204" pitchFamily="34" charset="0"/>
                <a:cs typeface="Arial" panose="020B0604020202020204" pitchFamily="34" charset="0"/>
              </a:rPr>
              <a:t>提高阈值电压</a:t>
            </a:r>
            <a:r>
              <a:rPr lang="en-US" altLang="zh-CN" dirty="0">
                <a:latin typeface="Arial" panose="020B0604020202020204" pitchFamily="34" charset="0"/>
                <a:cs typeface="Arial" panose="020B0604020202020204" pitchFamily="34" charset="0"/>
              </a:rPr>
              <a:t> |V</a:t>
            </a:r>
            <a:r>
              <a:rPr lang="en-US" altLang="zh-CN" baseline="-25000" dirty="0">
                <a:latin typeface="Arial" panose="020B0604020202020204" pitchFamily="34" charset="0"/>
                <a:cs typeface="Arial" panose="020B0604020202020204" pitchFamily="34" charset="0"/>
              </a:rPr>
              <a:t>TH</a:t>
            </a:r>
            <a:r>
              <a:rPr lang="en-US" altLang="zh-CN" dirty="0">
                <a:latin typeface="Arial" panose="020B0604020202020204" pitchFamily="34" charset="0"/>
                <a:cs typeface="Arial" panose="020B0604020202020204" pitchFamily="34" charset="0"/>
              </a:rPr>
              <a:t>|</a:t>
            </a:r>
          </a:p>
          <a:p>
            <a:pPr lvl="1"/>
            <a:r>
              <a:rPr lang="zh-CN" altLang="en-US" dirty="0">
                <a:latin typeface="Arial" panose="020B0604020202020204" pitchFamily="34" charset="0"/>
                <a:cs typeface="Arial" panose="020B0604020202020204" pitchFamily="34" charset="0"/>
              </a:rPr>
              <a:t>降低电源电压</a:t>
            </a:r>
            <a:endParaRPr lang="en-US" altLang="zh-CN" dirty="0">
              <a:latin typeface="Arial" panose="020B0604020202020204" pitchFamily="34" charset="0"/>
              <a:cs typeface="Arial" panose="020B0604020202020204" pitchFamily="34" charset="0"/>
            </a:endParaRPr>
          </a:p>
          <a:p>
            <a:pPr lvl="1"/>
            <a:r>
              <a:rPr lang="zh-CN" altLang="en-US" dirty="0">
                <a:latin typeface="Arial" panose="020B0604020202020204" pitchFamily="34" charset="0"/>
                <a:cs typeface="Arial" panose="020B0604020202020204" pitchFamily="34" charset="0"/>
              </a:rPr>
              <a:t>其他</a:t>
            </a:r>
            <a:endParaRPr lang="en-US" altLang="zh-CN" dirty="0">
              <a:latin typeface="Arial" panose="020B0604020202020204" pitchFamily="34" charset="0"/>
              <a:cs typeface="Arial" panose="020B0604020202020204" pitchFamily="34" charset="0"/>
            </a:endParaRPr>
          </a:p>
          <a:p>
            <a:endParaRPr lang="en-US" altLang="zh-CN" sz="2800" dirty="0">
              <a:latin typeface="Arial" panose="020B0604020202020204" pitchFamily="34" charset="0"/>
              <a:cs typeface="Arial" panose="020B0604020202020204" pitchFamily="34" charset="0"/>
            </a:endParaRPr>
          </a:p>
        </p:txBody>
      </p:sp>
      <p:sp>
        <p:nvSpPr>
          <p:cNvPr id="3" name="Slide Number Placeholder 2">
            <a:extLst>
              <a:ext uri="{FF2B5EF4-FFF2-40B4-BE49-F238E27FC236}">
                <a16:creationId xmlns:a16="http://schemas.microsoft.com/office/drawing/2014/main" id="{C0B85519-D979-2E4A-AC7F-23FD9C1AF10C}"/>
              </a:ext>
            </a:extLst>
          </p:cNvPr>
          <p:cNvSpPr>
            <a:spLocks noGrp="1"/>
          </p:cNvSpPr>
          <p:nvPr>
            <p:ph type="sldNum" sz="quarter" idx="12"/>
          </p:nvPr>
        </p:nvSpPr>
        <p:spPr/>
        <p:txBody>
          <a:bodyPr/>
          <a:lstStyle/>
          <a:p>
            <a:pPr>
              <a:defRPr/>
            </a:pPr>
            <a:fld id="{A88D0608-5506-4AD0-BB9E-DF761E8BFA1F}" type="slidenum">
              <a:rPr lang="zh-CN" altLang="en-US" smtClean="0"/>
              <a:pPr>
                <a:defRPr/>
              </a:pPr>
              <a:t>47</a:t>
            </a:fld>
            <a:endParaRPr lang="en-US" altLang="zh-CN" dirty="0"/>
          </a:p>
        </p:txBody>
      </p:sp>
      <p:sp>
        <p:nvSpPr>
          <p:cNvPr id="4" name="Rectangle 3">
            <a:extLst>
              <a:ext uri="{FF2B5EF4-FFF2-40B4-BE49-F238E27FC236}">
                <a16:creationId xmlns:a16="http://schemas.microsoft.com/office/drawing/2014/main" id="{87DB5926-F6E1-5B4B-A32D-8E94A8A3CE93}"/>
              </a:ext>
            </a:extLst>
          </p:cNvPr>
          <p:cNvSpPr/>
          <p:nvPr/>
        </p:nvSpPr>
        <p:spPr>
          <a:xfrm>
            <a:off x="3684108" y="1288349"/>
            <a:ext cx="4838184" cy="461217"/>
          </a:xfrm>
          <a:prstGeom prst="rect">
            <a:avLst/>
          </a:prstGeom>
        </p:spPr>
        <p:txBody>
          <a:bodyPr wrap="none">
            <a:spAutoFit/>
          </a:bodyPr>
          <a:lstStyle/>
          <a:p>
            <a:pPr lvl="0" algn="ctr" hangingPunct="0">
              <a:lnSpc>
                <a:spcPct val="120000"/>
              </a:lnSpc>
              <a:spcBef>
                <a:spcPct val="20000"/>
              </a:spcBef>
              <a:buClr>
                <a:srgbClr val="000066"/>
              </a:buClr>
            </a:pPr>
            <a:r>
              <a:rPr lang="en-US" altLang="zh-CN" sz="2200" kern="0" dirty="0" err="1">
                <a:solidFill>
                  <a:srgbClr val="080808"/>
                </a:solidFill>
                <a:latin typeface="Arial" panose="020B0604020202020204" pitchFamily="34" charset="0"/>
                <a:ea typeface="黑体" pitchFamily="49" charset="-122"/>
                <a:cs typeface="Arial" panose="020B0604020202020204" pitchFamily="34" charset="0"/>
              </a:rPr>
              <a:t>P</a:t>
            </a:r>
            <a:r>
              <a:rPr lang="en-US" altLang="zh-CN" sz="2200" kern="0" baseline="-25000" dirty="0" err="1">
                <a:solidFill>
                  <a:srgbClr val="080808"/>
                </a:solidFill>
                <a:latin typeface="Arial" panose="020B0604020202020204" pitchFamily="34" charset="0"/>
                <a:ea typeface="黑体" pitchFamily="49" charset="-122"/>
                <a:cs typeface="Arial" panose="020B0604020202020204" pitchFamily="34" charset="0"/>
              </a:rPr>
              <a:t>total</a:t>
            </a:r>
            <a:r>
              <a:rPr lang="en-US" altLang="zh-CN" sz="2200" kern="0" dirty="0">
                <a:solidFill>
                  <a:srgbClr val="080808"/>
                </a:solidFill>
                <a:latin typeface="Arial" panose="020B0604020202020204" pitchFamily="34" charset="0"/>
                <a:ea typeface="黑体" pitchFamily="49" charset="-122"/>
                <a:cs typeface="Arial" panose="020B0604020202020204" pitchFamily="34" charset="0"/>
              </a:rPr>
              <a:t> = </a:t>
            </a:r>
            <a:r>
              <a:rPr lang="en-US" altLang="zh-CN" sz="2200" kern="0" dirty="0" err="1">
                <a:solidFill>
                  <a:srgbClr val="080808"/>
                </a:solidFill>
                <a:latin typeface="Arial" panose="020B0604020202020204" pitchFamily="34" charset="0"/>
                <a:ea typeface="黑体" pitchFamily="49" charset="-122"/>
                <a:cs typeface="Arial" panose="020B0604020202020204" pitchFamily="34" charset="0"/>
              </a:rPr>
              <a:t>P</a:t>
            </a:r>
            <a:r>
              <a:rPr lang="en-US" altLang="zh-CN" sz="2200" kern="0" baseline="-25000" dirty="0" err="1">
                <a:solidFill>
                  <a:srgbClr val="080808"/>
                </a:solidFill>
                <a:latin typeface="Arial" panose="020B0604020202020204" pitchFamily="34" charset="0"/>
                <a:ea typeface="黑体" pitchFamily="49" charset="-122"/>
                <a:cs typeface="Arial" panose="020B0604020202020204" pitchFamily="34" charset="0"/>
              </a:rPr>
              <a:t>dynamic</a:t>
            </a:r>
            <a:r>
              <a:rPr lang="en-US" altLang="zh-CN" sz="2200" kern="0" dirty="0">
                <a:solidFill>
                  <a:srgbClr val="080808"/>
                </a:solidFill>
                <a:latin typeface="Arial" panose="020B0604020202020204" pitchFamily="34" charset="0"/>
                <a:ea typeface="黑体" pitchFamily="49" charset="-122"/>
                <a:cs typeface="Arial" panose="020B0604020202020204" pitchFamily="34" charset="0"/>
              </a:rPr>
              <a:t> + </a:t>
            </a:r>
            <a:r>
              <a:rPr lang="en-US" altLang="zh-CN" sz="2200" kern="0" dirty="0" err="1">
                <a:solidFill>
                  <a:srgbClr val="080808"/>
                </a:solidFill>
                <a:latin typeface="Arial" panose="020B0604020202020204" pitchFamily="34" charset="0"/>
                <a:ea typeface="黑体" pitchFamily="49" charset="-122"/>
                <a:cs typeface="Arial" panose="020B0604020202020204" pitchFamily="34" charset="0"/>
              </a:rPr>
              <a:t>P</a:t>
            </a:r>
            <a:r>
              <a:rPr lang="en-US" altLang="zh-CN" sz="2200" kern="0" baseline="-25000" dirty="0" err="1">
                <a:solidFill>
                  <a:srgbClr val="080808"/>
                </a:solidFill>
                <a:latin typeface="Arial" panose="020B0604020202020204" pitchFamily="34" charset="0"/>
                <a:ea typeface="黑体" pitchFamily="49" charset="-122"/>
                <a:cs typeface="Arial" panose="020B0604020202020204" pitchFamily="34" charset="0"/>
              </a:rPr>
              <a:t>dynamic_short</a:t>
            </a:r>
            <a:r>
              <a:rPr lang="en-US" altLang="zh-CN" sz="2200" kern="0" dirty="0">
                <a:solidFill>
                  <a:srgbClr val="080808"/>
                </a:solidFill>
                <a:latin typeface="Arial" panose="020B0604020202020204" pitchFamily="34" charset="0"/>
                <a:ea typeface="黑体" pitchFamily="49" charset="-122"/>
                <a:cs typeface="Arial" panose="020B0604020202020204" pitchFamily="34" charset="0"/>
              </a:rPr>
              <a:t> + </a:t>
            </a:r>
            <a:r>
              <a:rPr lang="en-US" altLang="zh-CN" sz="2200" kern="0" dirty="0" err="1">
                <a:solidFill>
                  <a:srgbClr val="080808"/>
                </a:solidFill>
                <a:latin typeface="Arial" panose="020B0604020202020204" pitchFamily="34" charset="0"/>
                <a:ea typeface="黑体" pitchFamily="49" charset="-122"/>
                <a:cs typeface="Arial" panose="020B0604020202020204" pitchFamily="34" charset="0"/>
              </a:rPr>
              <a:t>P</a:t>
            </a:r>
            <a:r>
              <a:rPr lang="en-US" altLang="zh-CN" sz="2200" kern="0" baseline="-25000" dirty="0" err="1">
                <a:solidFill>
                  <a:srgbClr val="080808"/>
                </a:solidFill>
                <a:latin typeface="Arial" panose="020B0604020202020204" pitchFamily="34" charset="0"/>
                <a:ea typeface="黑体" pitchFamily="49" charset="-122"/>
                <a:cs typeface="Arial" panose="020B0604020202020204" pitchFamily="34" charset="0"/>
              </a:rPr>
              <a:t>leakage</a:t>
            </a:r>
            <a:endParaRPr lang="en-US" altLang="zh-CN" sz="2200" kern="0" baseline="-25000" dirty="0">
              <a:solidFill>
                <a:srgbClr val="080808"/>
              </a:solidFill>
              <a:latin typeface="Arial" panose="020B0604020202020204" pitchFamily="34" charset="0"/>
              <a:ea typeface="黑体" pitchFamily="49" charset="-122"/>
              <a:cs typeface="Arial" panose="020B0604020202020204" pitchFamily="34" charset="0"/>
            </a:endParaRPr>
          </a:p>
        </p:txBody>
      </p:sp>
      <p:grpSp>
        <p:nvGrpSpPr>
          <p:cNvPr id="81959" name="组合 81958">
            <a:extLst>
              <a:ext uri="{FF2B5EF4-FFF2-40B4-BE49-F238E27FC236}">
                <a16:creationId xmlns:a16="http://schemas.microsoft.com/office/drawing/2014/main" id="{425BDBFF-66A6-02E3-E8A2-F0AE75B3D5F0}"/>
              </a:ext>
            </a:extLst>
          </p:cNvPr>
          <p:cNvGrpSpPr/>
          <p:nvPr/>
        </p:nvGrpSpPr>
        <p:grpSpPr>
          <a:xfrm>
            <a:off x="3140366" y="1904437"/>
            <a:ext cx="1784009" cy="1947236"/>
            <a:chOff x="-910215" y="-1556106"/>
            <a:chExt cx="1784009" cy="1947236"/>
          </a:xfrm>
        </p:grpSpPr>
        <p:cxnSp>
          <p:nvCxnSpPr>
            <p:cNvPr id="7" name="直线连接符 6">
              <a:extLst>
                <a:ext uri="{FF2B5EF4-FFF2-40B4-BE49-F238E27FC236}">
                  <a16:creationId xmlns:a16="http://schemas.microsoft.com/office/drawing/2014/main" id="{AD155BF3-9444-8DC7-54CD-E338F41F0C33}"/>
                </a:ext>
              </a:extLst>
            </p:cNvPr>
            <p:cNvCxnSpPr>
              <a:cxnSpLocks/>
            </p:cNvCxnSpPr>
            <p:nvPr/>
          </p:nvCxnSpPr>
          <p:spPr bwMode="auto">
            <a:xfrm>
              <a:off x="-648580" y="-653789"/>
              <a:ext cx="373283"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grpSp>
          <p:nvGrpSpPr>
            <p:cNvPr id="26" name="组合 25">
              <a:extLst>
                <a:ext uri="{FF2B5EF4-FFF2-40B4-BE49-F238E27FC236}">
                  <a16:creationId xmlns:a16="http://schemas.microsoft.com/office/drawing/2014/main" id="{BC260EAC-4EC0-56C0-4D7C-8889CF9641EA}"/>
                </a:ext>
              </a:extLst>
            </p:cNvPr>
            <p:cNvGrpSpPr/>
            <p:nvPr/>
          </p:nvGrpSpPr>
          <p:grpSpPr>
            <a:xfrm>
              <a:off x="-250109" y="-1204992"/>
              <a:ext cx="414493" cy="555240"/>
              <a:chOff x="4042670" y="4496390"/>
              <a:chExt cx="414493" cy="555240"/>
            </a:xfrm>
          </p:grpSpPr>
          <p:grpSp>
            <p:nvGrpSpPr>
              <p:cNvPr id="42" name="组合 41">
                <a:extLst>
                  <a:ext uri="{FF2B5EF4-FFF2-40B4-BE49-F238E27FC236}">
                    <a16:creationId xmlns:a16="http://schemas.microsoft.com/office/drawing/2014/main" id="{A7267554-95BA-0A61-7E59-EFB92AB56A54}"/>
                  </a:ext>
                </a:extLst>
              </p:cNvPr>
              <p:cNvGrpSpPr/>
              <p:nvPr/>
            </p:nvGrpSpPr>
            <p:grpSpPr>
              <a:xfrm>
                <a:off x="4042670" y="4496390"/>
                <a:ext cx="414493" cy="555240"/>
                <a:chOff x="5246506" y="4286300"/>
                <a:chExt cx="414493" cy="555240"/>
              </a:xfrm>
            </p:grpSpPr>
            <p:cxnSp>
              <p:nvCxnSpPr>
                <p:cNvPr id="44" name="直线连接符 43">
                  <a:extLst>
                    <a:ext uri="{FF2B5EF4-FFF2-40B4-BE49-F238E27FC236}">
                      <a16:creationId xmlns:a16="http://schemas.microsoft.com/office/drawing/2014/main" id="{3788B597-521A-0B01-1754-733A5B263E32}"/>
                    </a:ext>
                  </a:extLst>
                </p:cNvPr>
                <p:cNvCxnSpPr>
                  <a:cxnSpLocks/>
                </p:cNvCxnSpPr>
                <p:nvPr/>
              </p:nvCxnSpPr>
              <p:spPr bwMode="auto">
                <a:xfrm>
                  <a:off x="5436096" y="4488894"/>
                  <a:ext cx="0" cy="159451"/>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45" name="直线连接符 44">
                  <a:extLst>
                    <a:ext uri="{FF2B5EF4-FFF2-40B4-BE49-F238E27FC236}">
                      <a16:creationId xmlns:a16="http://schemas.microsoft.com/office/drawing/2014/main" id="{0535DE70-C672-3056-C373-1F189B4E00F2}"/>
                    </a:ext>
                  </a:extLst>
                </p:cNvPr>
                <p:cNvCxnSpPr>
                  <a:cxnSpLocks/>
                </p:cNvCxnSpPr>
                <p:nvPr/>
              </p:nvCxnSpPr>
              <p:spPr bwMode="auto">
                <a:xfrm>
                  <a:off x="5508104" y="4438700"/>
                  <a:ext cx="0" cy="239473"/>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46" name="直线连接符 45">
                  <a:extLst>
                    <a:ext uri="{FF2B5EF4-FFF2-40B4-BE49-F238E27FC236}">
                      <a16:creationId xmlns:a16="http://schemas.microsoft.com/office/drawing/2014/main" id="{24ADC943-57FB-0EF4-A694-71E6CAE7B153}"/>
                    </a:ext>
                  </a:extLst>
                </p:cNvPr>
                <p:cNvCxnSpPr>
                  <a:cxnSpLocks/>
                </p:cNvCxnSpPr>
                <p:nvPr/>
              </p:nvCxnSpPr>
              <p:spPr bwMode="auto">
                <a:xfrm>
                  <a:off x="5508104" y="4438700"/>
                  <a:ext cx="148990"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47" name="直线连接符 46">
                  <a:extLst>
                    <a:ext uri="{FF2B5EF4-FFF2-40B4-BE49-F238E27FC236}">
                      <a16:creationId xmlns:a16="http://schemas.microsoft.com/office/drawing/2014/main" id="{3F14049F-A3E9-11A3-AE22-1BFA9FE237EA}"/>
                    </a:ext>
                  </a:extLst>
                </p:cNvPr>
                <p:cNvCxnSpPr>
                  <a:cxnSpLocks/>
                </p:cNvCxnSpPr>
                <p:nvPr/>
              </p:nvCxnSpPr>
              <p:spPr bwMode="auto">
                <a:xfrm>
                  <a:off x="5508104" y="4689140"/>
                  <a:ext cx="148990"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48" name="直线连接符 47">
                  <a:extLst>
                    <a:ext uri="{FF2B5EF4-FFF2-40B4-BE49-F238E27FC236}">
                      <a16:creationId xmlns:a16="http://schemas.microsoft.com/office/drawing/2014/main" id="{B7892D1E-6589-CA92-9834-9C27F5BB0A79}"/>
                    </a:ext>
                  </a:extLst>
                </p:cNvPr>
                <p:cNvCxnSpPr>
                  <a:cxnSpLocks/>
                </p:cNvCxnSpPr>
                <p:nvPr/>
              </p:nvCxnSpPr>
              <p:spPr bwMode="auto">
                <a:xfrm>
                  <a:off x="5660999" y="4286300"/>
                  <a:ext cx="0" cy="15240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49" name="直线连接符 48">
                  <a:extLst>
                    <a:ext uri="{FF2B5EF4-FFF2-40B4-BE49-F238E27FC236}">
                      <a16:creationId xmlns:a16="http://schemas.microsoft.com/office/drawing/2014/main" id="{D93059DF-F064-5999-7D0E-1352BEF09F0E}"/>
                    </a:ext>
                  </a:extLst>
                </p:cNvPr>
                <p:cNvCxnSpPr>
                  <a:cxnSpLocks/>
                </p:cNvCxnSpPr>
                <p:nvPr/>
              </p:nvCxnSpPr>
              <p:spPr bwMode="auto">
                <a:xfrm flipH="1">
                  <a:off x="5246506" y="4560902"/>
                  <a:ext cx="108012"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50" name="直线连接符 49">
                  <a:extLst>
                    <a:ext uri="{FF2B5EF4-FFF2-40B4-BE49-F238E27FC236}">
                      <a16:creationId xmlns:a16="http://schemas.microsoft.com/office/drawing/2014/main" id="{23B976D8-8214-5D32-B034-9499EF8A2DE2}"/>
                    </a:ext>
                  </a:extLst>
                </p:cNvPr>
                <p:cNvCxnSpPr>
                  <a:cxnSpLocks/>
                </p:cNvCxnSpPr>
                <p:nvPr/>
              </p:nvCxnSpPr>
              <p:spPr bwMode="auto">
                <a:xfrm>
                  <a:off x="5658945" y="4689140"/>
                  <a:ext cx="0" cy="152400"/>
                </a:xfrm>
                <a:prstGeom prst="line">
                  <a:avLst/>
                </a:prstGeom>
                <a:solidFill>
                  <a:schemeClr val="accent1"/>
                </a:solidFill>
                <a:ln w="28575" cap="rnd" cmpd="sng" algn="ctr">
                  <a:solidFill>
                    <a:schemeClr val="tx1"/>
                  </a:solidFill>
                  <a:prstDash val="solid"/>
                  <a:round/>
                  <a:headEnd type="none" w="med" len="med"/>
                  <a:tailEnd type="none" w="med" len="med"/>
                </a:ln>
                <a:effectLst/>
              </p:spPr>
            </p:cxnSp>
          </p:grpSp>
          <p:sp>
            <p:nvSpPr>
              <p:cNvPr id="43" name="椭圆 42">
                <a:extLst>
                  <a:ext uri="{FF2B5EF4-FFF2-40B4-BE49-F238E27FC236}">
                    <a16:creationId xmlns:a16="http://schemas.microsoft.com/office/drawing/2014/main" id="{0480D089-68E4-249C-E3DC-9B0B847691D3}"/>
                  </a:ext>
                </a:extLst>
              </p:cNvPr>
              <p:cNvSpPr/>
              <p:nvPr/>
            </p:nvSpPr>
            <p:spPr bwMode="auto">
              <a:xfrm>
                <a:off x="4139951" y="4736380"/>
                <a:ext cx="72008" cy="72008"/>
              </a:xfrm>
              <a:prstGeom prst="ellipse">
                <a:avLst/>
              </a:prstGeom>
              <a:solidFill>
                <a:schemeClr val="bg1"/>
              </a:solidFill>
              <a:ln w="28575" cap="rnd"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grpSp>
        <p:grpSp>
          <p:nvGrpSpPr>
            <p:cNvPr id="27" name="组合 26">
              <a:extLst>
                <a:ext uri="{FF2B5EF4-FFF2-40B4-BE49-F238E27FC236}">
                  <a16:creationId xmlns:a16="http://schemas.microsoft.com/office/drawing/2014/main" id="{CC6D7CAF-7EF0-A4A3-23D9-EDE1CBF5C6F0}"/>
                </a:ext>
              </a:extLst>
            </p:cNvPr>
            <p:cNvGrpSpPr/>
            <p:nvPr/>
          </p:nvGrpSpPr>
          <p:grpSpPr>
            <a:xfrm>
              <a:off x="-250109" y="-642555"/>
              <a:ext cx="410854" cy="632295"/>
              <a:chOff x="5250145" y="4286300"/>
              <a:chExt cx="410854" cy="632295"/>
            </a:xfrm>
          </p:grpSpPr>
          <p:cxnSp>
            <p:nvCxnSpPr>
              <p:cNvPr id="35" name="直线连接符 34">
                <a:extLst>
                  <a:ext uri="{FF2B5EF4-FFF2-40B4-BE49-F238E27FC236}">
                    <a16:creationId xmlns:a16="http://schemas.microsoft.com/office/drawing/2014/main" id="{1FBB8DDC-A023-D0C1-EA24-821E6C225283}"/>
                  </a:ext>
                </a:extLst>
              </p:cNvPr>
              <p:cNvCxnSpPr>
                <a:cxnSpLocks/>
              </p:cNvCxnSpPr>
              <p:nvPr/>
            </p:nvCxnSpPr>
            <p:spPr bwMode="auto">
              <a:xfrm>
                <a:off x="5436096" y="4488894"/>
                <a:ext cx="0" cy="159451"/>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36" name="直线连接符 35">
                <a:extLst>
                  <a:ext uri="{FF2B5EF4-FFF2-40B4-BE49-F238E27FC236}">
                    <a16:creationId xmlns:a16="http://schemas.microsoft.com/office/drawing/2014/main" id="{15D5055D-AAB9-6190-AD6B-179CB27F7C99}"/>
                  </a:ext>
                </a:extLst>
              </p:cNvPr>
              <p:cNvCxnSpPr>
                <a:cxnSpLocks/>
              </p:cNvCxnSpPr>
              <p:nvPr/>
            </p:nvCxnSpPr>
            <p:spPr bwMode="auto">
              <a:xfrm>
                <a:off x="5508104" y="4438700"/>
                <a:ext cx="0" cy="239473"/>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37" name="直线连接符 36">
                <a:extLst>
                  <a:ext uri="{FF2B5EF4-FFF2-40B4-BE49-F238E27FC236}">
                    <a16:creationId xmlns:a16="http://schemas.microsoft.com/office/drawing/2014/main" id="{C643ACB1-4E60-3285-4C53-FA444989E5BF}"/>
                  </a:ext>
                </a:extLst>
              </p:cNvPr>
              <p:cNvCxnSpPr>
                <a:cxnSpLocks/>
              </p:cNvCxnSpPr>
              <p:nvPr/>
            </p:nvCxnSpPr>
            <p:spPr bwMode="auto">
              <a:xfrm>
                <a:off x="5508104" y="4438700"/>
                <a:ext cx="148990"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38" name="直线连接符 37">
                <a:extLst>
                  <a:ext uri="{FF2B5EF4-FFF2-40B4-BE49-F238E27FC236}">
                    <a16:creationId xmlns:a16="http://schemas.microsoft.com/office/drawing/2014/main" id="{DEFF2393-A50D-166A-ADAA-C1F81898B714}"/>
                  </a:ext>
                </a:extLst>
              </p:cNvPr>
              <p:cNvCxnSpPr>
                <a:cxnSpLocks/>
              </p:cNvCxnSpPr>
              <p:nvPr/>
            </p:nvCxnSpPr>
            <p:spPr bwMode="auto">
              <a:xfrm>
                <a:off x="5508104" y="4689140"/>
                <a:ext cx="148990"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39" name="直线连接符 38">
                <a:extLst>
                  <a:ext uri="{FF2B5EF4-FFF2-40B4-BE49-F238E27FC236}">
                    <a16:creationId xmlns:a16="http://schemas.microsoft.com/office/drawing/2014/main" id="{B74F58A6-1700-5470-3156-0C100C507346}"/>
                  </a:ext>
                </a:extLst>
              </p:cNvPr>
              <p:cNvCxnSpPr>
                <a:cxnSpLocks/>
              </p:cNvCxnSpPr>
              <p:nvPr/>
            </p:nvCxnSpPr>
            <p:spPr bwMode="auto">
              <a:xfrm>
                <a:off x="5660999" y="4286300"/>
                <a:ext cx="0" cy="15240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40" name="直线连接符 39">
                <a:extLst>
                  <a:ext uri="{FF2B5EF4-FFF2-40B4-BE49-F238E27FC236}">
                    <a16:creationId xmlns:a16="http://schemas.microsoft.com/office/drawing/2014/main" id="{E004F578-9D7F-6756-8905-6912140B53DB}"/>
                  </a:ext>
                </a:extLst>
              </p:cNvPr>
              <p:cNvCxnSpPr>
                <a:cxnSpLocks/>
              </p:cNvCxnSpPr>
              <p:nvPr/>
            </p:nvCxnSpPr>
            <p:spPr bwMode="auto">
              <a:xfrm flipH="1">
                <a:off x="5250145" y="4560902"/>
                <a:ext cx="185951"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41" name="直线连接符 40">
                <a:extLst>
                  <a:ext uri="{FF2B5EF4-FFF2-40B4-BE49-F238E27FC236}">
                    <a16:creationId xmlns:a16="http://schemas.microsoft.com/office/drawing/2014/main" id="{18F5D810-C1D6-1796-CF3E-AAEC95446E61}"/>
                  </a:ext>
                </a:extLst>
              </p:cNvPr>
              <p:cNvCxnSpPr>
                <a:cxnSpLocks/>
              </p:cNvCxnSpPr>
              <p:nvPr/>
            </p:nvCxnSpPr>
            <p:spPr bwMode="auto">
              <a:xfrm>
                <a:off x="5657094" y="4689140"/>
                <a:ext cx="0" cy="229455"/>
              </a:xfrm>
              <a:prstGeom prst="line">
                <a:avLst/>
              </a:prstGeom>
              <a:solidFill>
                <a:schemeClr val="accent1"/>
              </a:solidFill>
              <a:ln w="28575" cap="rnd" cmpd="sng" algn="ctr">
                <a:solidFill>
                  <a:schemeClr val="tx1"/>
                </a:solidFill>
                <a:prstDash val="solid"/>
                <a:round/>
                <a:headEnd type="none" w="med" len="med"/>
                <a:tailEnd type="none" w="med" len="med"/>
              </a:ln>
              <a:effectLst/>
            </p:spPr>
          </p:cxnSp>
        </p:grpSp>
        <p:cxnSp>
          <p:nvCxnSpPr>
            <p:cNvPr id="28" name="直线连接符 27">
              <a:extLst>
                <a:ext uri="{FF2B5EF4-FFF2-40B4-BE49-F238E27FC236}">
                  <a16:creationId xmlns:a16="http://schemas.microsoft.com/office/drawing/2014/main" id="{C5CE7334-E774-16CB-954A-D508AE944D0A}"/>
                </a:ext>
              </a:extLst>
            </p:cNvPr>
            <p:cNvCxnSpPr>
              <a:cxnSpLocks/>
            </p:cNvCxnSpPr>
            <p:nvPr/>
          </p:nvCxnSpPr>
          <p:spPr bwMode="auto">
            <a:xfrm flipV="1">
              <a:off x="-250109" y="-922673"/>
              <a:ext cx="0" cy="548863"/>
            </a:xfrm>
            <a:prstGeom prst="line">
              <a:avLst/>
            </a:prstGeom>
            <a:solidFill>
              <a:schemeClr val="accent1"/>
            </a:solidFill>
            <a:ln w="28575" cap="rnd" cmpd="sng" algn="ctr">
              <a:solidFill>
                <a:schemeClr val="tx1"/>
              </a:solidFill>
              <a:prstDash val="solid"/>
              <a:round/>
              <a:headEnd type="none" w="med" len="med"/>
              <a:tailEnd type="none" w="med" len="med"/>
            </a:ln>
            <a:effectLst/>
          </p:spPr>
        </p:cxnSp>
        <p:sp>
          <p:nvSpPr>
            <p:cNvPr id="29" name="文本框 28">
              <a:extLst>
                <a:ext uri="{FF2B5EF4-FFF2-40B4-BE49-F238E27FC236}">
                  <a16:creationId xmlns:a16="http://schemas.microsoft.com/office/drawing/2014/main" id="{14DE4E85-C07B-AE6A-82E6-4AAB02C4E51E}"/>
                </a:ext>
              </a:extLst>
            </p:cNvPr>
            <p:cNvSpPr txBox="1"/>
            <p:nvPr/>
          </p:nvSpPr>
          <p:spPr>
            <a:xfrm>
              <a:off x="-258833" y="-1556106"/>
              <a:ext cx="671979" cy="369332"/>
            </a:xfrm>
            <a:prstGeom prst="rect">
              <a:avLst/>
            </a:prstGeom>
            <a:noFill/>
          </p:spPr>
          <p:txBody>
            <a:bodyPr wrap="none" rtlCol="0">
              <a:spAutoFit/>
            </a:bodyPr>
            <a:lstStyle/>
            <a:p>
              <a:r>
                <a:rPr kumimoji="1" lang="en-US" altLang="zh-CN" b="1" dirty="0"/>
                <a:t>VDD</a:t>
              </a:r>
              <a:endParaRPr kumimoji="1" lang="zh-CN" altLang="en-US" b="1" dirty="0"/>
            </a:p>
          </p:txBody>
        </p:sp>
        <p:cxnSp>
          <p:nvCxnSpPr>
            <p:cNvPr id="30" name="直线连接符 29">
              <a:extLst>
                <a:ext uri="{FF2B5EF4-FFF2-40B4-BE49-F238E27FC236}">
                  <a16:creationId xmlns:a16="http://schemas.microsoft.com/office/drawing/2014/main" id="{71B12182-24D7-1495-3D3C-5AE083F08892}"/>
                </a:ext>
              </a:extLst>
            </p:cNvPr>
            <p:cNvCxnSpPr>
              <a:cxnSpLocks/>
            </p:cNvCxnSpPr>
            <p:nvPr/>
          </p:nvCxnSpPr>
          <p:spPr bwMode="auto">
            <a:xfrm>
              <a:off x="-280138" y="-1224463"/>
              <a:ext cx="652531"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31" name="直线连接符 30">
              <a:extLst>
                <a:ext uri="{FF2B5EF4-FFF2-40B4-BE49-F238E27FC236}">
                  <a16:creationId xmlns:a16="http://schemas.microsoft.com/office/drawing/2014/main" id="{E80C549A-4DE5-D23B-D1F7-AECC5B61C0AF}"/>
                </a:ext>
              </a:extLst>
            </p:cNvPr>
            <p:cNvCxnSpPr>
              <a:cxnSpLocks/>
            </p:cNvCxnSpPr>
            <p:nvPr/>
          </p:nvCxnSpPr>
          <p:spPr bwMode="auto">
            <a:xfrm>
              <a:off x="-14098" y="-997"/>
              <a:ext cx="341875"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sp>
          <p:nvSpPr>
            <p:cNvPr id="32" name="文本框 31">
              <a:extLst>
                <a:ext uri="{FF2B5EF4-FFF2-40B4-BE49-F238E27FC236}">
                  <a16:creationId xmlns:a16="http://schemas.microsoft.com/office/drawing/2014/main" id="{9A1C1095-29F8-653C-C11A-44B68D32979E}"/>
                </a:ext>
              </a:extLst>
            </p:cNvPr>
            <p:cNvSpPr txBox="1"/>
            <p:nvPr/>
          </p:nvSpPr>
          <p:spPr>
            <a:xfrm>
              <a:off x="-210389" y="21798"/>
              <a:ext cx="697627" cy="369332"/>
            </a:xfrm>
            <a:prstGeom prst="rect">
              <a:avLst/>
            </a:prstGeom>
            <a:noFill/>
          </p:spPr>
          <p:txBody>
            <a:bodyPr wrap="none" rtlCol="0">
              <a:spAutoFit/>
            </a:bodyPr>
            <a:lstStyle/>
            <a:p>
              <a:r>
                <a:rPr kumimoji="1" lang="en-US" altLang="zh-CN" b="1" dirty="0"/>
                <a:t>GND</a:t>
              </a:r>
              <a:endParaRPr kumimoji="1" lang="zh-CN" altLang="en-US" b="1" dirty="0"/>
            </a:p>
          </p:txBody>
        </p:sp>
        <p:cxnSp>
          <p:nvCxnSpPr>
            <p:cNvPr id="33" name="直线连接符 32">
              <a:extLst>
                <a:ext uri="{FF2B5EF4-FFF2-40B4-BE49-F238E27FC236}">
                  <a16:creationId xmlns:a16="http://schemas.microsoft.com/office/drawing/2014/main" id="{8CFABB80-4976-2A02-EF8B-46B8F38D6E1E}"/>
                </a:ext>
              </a:extLst>
            </p:cNvPr>
            <p:cNvCxnSpPr>
              <a:cxnSpLocks/>
            </p:cNvCxnSpPr>
            <p:nvPr/>
          </p:nvCxnSpPr>
          <p:spPr bwMode="auto">
            <a:xfrm>
              <a:off x="164384" y="-655597"/>
              <a:ext cx="424033"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sp>
          <p:nvSpPr>
            <p:cNvPr id="34" name="文本框 33">
              <a:extLst>
                <a:ext uri="{FF2B5EF4-FFF2-40B4-BE49-F238E27FC236}">
                  <a16:creationId xmlns:a16="http://schemas.microsoft.com/office/drawing/2014/main" id="{7C85723F-1394-565C-CCC6-0EC3346A770A}"/>
                </a:ext>
              </a:extLst>
            </p:cNvPr>
            <p:cNvSpPr txBox="1"/>
            <p:nvPr/>
          </p:nvSpPr>
          <p:spPr>
            <a:xfrm>
              <a:off x="560888" y="-868619"/>
              <a:ext cx="312906" cy="369332"/>
            </a:xfrm>
            <a:prstGeom prst="rect">
              <a:avLst/>
            </a:prstGeom>
            <a:noFill/>
          </p:spPr>
          <p:txBody>
            <a:bodyPr wrap="none" rtlCol="0">
              <a:spAutoFit/>
            </a:bodyPr>
            <a:lstStyle/>
            <a:p>
              <a:r>
                <a:rPr kumimoji="1" lang="en-US" altLang="zh-CN" b="1" dirty="0"/>
                <a:t>1</a:t>
              </a:r>
              <a:endParaRPr kumimoji="1" lang="zh-CN" altLang="en-US" b="1" dirty="0"/>
            </a:p>
          </p:txBody>
        </p:sp>
        <p:sp>
          <p:nvSpPr>
            <p:cNvPr id="81957" name="文本框 81956">
              <a:extLst>
                <a:ext uri="{FF2B5EF4-FFF2-40B4-BE49-F238E27FC236}">
                  <a16:creationId xmlns:a16="http://schemas.microsoft.com/office/drawing/2014/main" id="{BFA51D8E-0286-AB78-093C-CD58EDB08D8C}"/>
                </a:ext>
              </a:extLst>
            </p:cNvPr>
            <p:cNvSpPr txBox="1"/>
            <p:nvPr/>
          </p:nvSpPr>
          <p:spPr>
            <a:xfrm>
              <a:off x="-910215" y="-854302"/>
              <a:ext cx="312906" cy="369332"/>
            </a:xfrm>
            <a:prstGeom prst="rect">
              <a:avLst/>
            </a:prstGeom>
            <a:noFill/>
          </p:spPr>
          <p:txBody>
            <a:bodyPr wrap="none" rtlCol="0">
              <a:spAutoFit/>
            </a:bodyPr>
            <a:lstStyle/>
            <a:p>
              <a:r>
                <a:rPr kumimoji="1" lang="en-US" altLang="zh-CN" b="1" dirty="0"/>
                <a:t>0</a:t>
              </a:r>
              <a:endParaRPr kumimoji="1" lang="zh-CN" altLang="en-US" b="1" dirty="0"/>
            </a:p>
          </p:txBody>
        </p:sp>
        <p:sp>
          <p:nvSpPr>
            <p:cNvPr id="81958" name="乘 81957">
              <a:extLst>
                <a:ext uri="{FF2B5EF4-FFF2-40B4-BE49-F238E27FC236}">
                  <a16:creationId xmlns:a16="http://schemas.microsoft.com/office/drawing/2014/main" id="{69B6247D-56FC-031D-B7FA-FF5B8EBE2290}"/>
                </a:ext>
              </a:extLst>
            </p:cNvPr>
            <p:cNvSpPr/>
            <p:nvPr/>
          </p:nvSpPr>
          <p:spPr bwMode="auto">
            <a:xfrm>
              <a:off x="-197689" y="-624770"/>
              <a:ext cx="472619" cy="472619"/>
            </a:xfrm>
            <a:prstGeom prst="mathMultiply">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grpSp>
      <p:grpSp>
        <p:nvGrpSpPr>
          <p:cNvPr id="81969" name="组合 81968">
            <a:extLst>
              <a:ext uri="{FF2B5EF4-FFF2-40B4-BE49-F238E27FC236}">
                <a16:creationId xmlns:a16="http://schemas.microsoft.com/office/drawing/2014/main" id="{3D395F44-6295-E467-0F8D-2B9B00B5A4C0}"/>
              </a:ext>
            </a:extLst>
          </p:cNvPr>
          <p:cNvGrpSpPr/>
          <p:nvPr/>
        </p:nvGrpSpPr>
        <p:grpSpPr>
          <a:xfrm>
            <a:off x="4964227" y="4020206"/>
            <a:ext cx="2705735" cy="2545132"/>
            <a:chOff x="-2286000" y="4520832"/>
            <a:chExt cx="2705735" cy="2545132"/>
          </a:xfrm>
        </p:grpSpPr>
        <p:cxnSp>
          <p:nvCxnSpPr>
            <p:cNvPr id="81961" name="直线箭头连接符 81960">
              <a:extLst>
                <a:ext uri="{FF2B5EF4-FFF2-40B4-BE49-F238E27FC236}">
                  <a16:creationId xmlns:a16="http://schemas.microsoft.com/office/drawing/2014/main" id="{9A53958A-D5FB-F180-0392-6E337B22253E}"/>
                </a:ext>
              </a:extLst>
            </p:cNvPr>
            <p:cNvCxnSpPr/>
            <p:nvPr/>
          </p:nvCxnSpPr>
          <p:spPr bwMode="auto">
            <a:xfrm>
              <a:off x="-1872716" y="6626225"/>
              <a:ext cx="2283710" cy="0"/>
            </a:xfrm>
            <a:prstGeom prst="straightConnector1">
              <a:avLst/>
            </a:prstGeom>
            <a:noFill/>
            <a:ln w="28575" cap="flat" cmpd="sng" algn="ctr">
              <a:solidFill>
                <a:schemeClr val="tx1"/>
              </a:solidFill>
              <a:prstDash val="solid"/>
              <a:round/>
              <a:headEnd type="none" w="med" len="med"/>
              <a:tailEnd type="triangle" w="med" len="med"/>
            </a:ln>
            <a:effectLst/>
          </p:spPr>
        </p:cxnSp>
        <p:cxnSp>
          <p:nvCxnSpPr>
            <p:cNvPr id="81962" name="直线箭头连接符 81961">
              <a:extLst>
                <a:ext uri="{FF2B5EF4-FFF2-40B4-BE49-F238E27FC236}">
                  <a16:creationId xmlns:a16="http://schemas.microsoft.com/office/drawing/2014/main" id="{AF9EE4D0-7BEA-47EB-A0D9-0CBD1C184516}"/>
                </a:ext>
              </a:extLst>
            </p:cNvPr>
            <p:cNvCxnSpPr>
              <a:cxnSpLocks/>
            </p:cNvCxnSpPr>
            <p:nvPr/>
          </p:nvCxnSpPr>
          <p:spPr bwMode="auto">
            <a:xfrm flipV="1">
              <a:off x="-1670115" y="4905164"/>
              <a:ext cx="0" cy="1873461"/>
            </a:xfrm>
            <a:prstGeom prst="straightConnector1">
              <a:avLst/>
            </a:prstGeom>
            <a:noFill/>
            <a:ln w="28575" cap="flat" cmpd="sng" algn="ctr">
              <a:solidFill>
                <a:schemeClr val="tx1"/>
              </a:solidFill>
              <a:prstDash val="solid"/>
              <a:round/>
              <a:headEnd type="none" w="med" len="med"/>
              <a:tailEnd type="triangle" w="med" len="med"/>
            </a:ln>
            <a:effectLst/>
          </p:spPr>
        </p:cxnSp>
        <p:sp>
          <p:nvSpPr>
            <p:cNvPr id="81964" name="任意形状 81963">
              <a:extLst>
                <a:ext uri="{FF2B5EF4-FFF2-40B4-BE49-F238E27FC236}">
                  <a16:creationId xmlns:a16="http://schemas.microsoft.com/office/drawing/2014/main" id="{B52D9FB5-3813-E6BE-373F-1F834D2D87F0}"/>
                </a:ext>
              </a:extLst>
            </p:cNvPr>
            <p:cNvSpPr/>
            <p:nvPr/>
          </p:nvSpPr>
          <p:spPr bwMode="auto">
            <a:xfrm>
              <a:off x="-2286000" y="4927600"/>
              <a:ext cx="1651000" cy="1803400"/>
            </a:xfrm>
            <a:custGeom>
              <a:avLst/>
              <a:gdLst>
                <a:gd name="connsiteX0" fmla="*/ 0 w 1651000"/>
                <a:gd name="connsiteY0" fmla="*/ 1803400 h 1803400"/>
                <a:gd name="connsiteX1" fmla="*/ 241300 w 1651000"/>
                <a:gd name="connsiteY1" fmla="*/ 1130300 h 1803400"/>
                <a:gd name="connsiteX2" fmla="*/ 825500 w 1651000"/>
                <a:gd name="connsiteY2" fmla="*/ 393700 h 1803400"/>
                <a:gd name="connsiteX3" fmla="*/ 1651000 w 1651000"/>
                <a:gd name="connsiteY3" fmla="*/ 0 h 1803400"/>
              </a:gdLst>
              <a:ahLst/>
              <a:cxnLst>
                <a:cxn ang="0">
                  <a:pos x="connsiteX0" y="connsiteY0"/>
                </a:cxn>
                <a:cxn ang="0">
                  <a:pos x="connsiteX1" y="connsiteY1"/>
                </a:cxn>
                <a:cxn ang="0">
                  <a:pos x="connsiteX2" y="connsiteY2"/>
                </a:cxn>
                <a:cxn ang="0">
                  <a:pos x="connsiteX3" y="connsiteY3"/>
                </a:cxn>
              </a:cxnLst>
              <a:rect l="l" t="t" r="r" b="b"/>
              <a:pathLst>
                <a:path w="1651000" h="1803400">
                  <a:moveTo>
                    <a:pt x="0" y="1803400"/>
                  </a:moveTo>
                  <a:cubicBezTo>
                    <a:pt x="51858" y="1584325"/>
                    <a:pt x="103717" y="1365250"/>
                    <a:pt x="241300" y="1130300"/>
                  </a:cubicBezTo>
                  <a:cubicBezTo>
                    <a:pt x="378883" y="895350"/>
                    <a:pt x="590550" y="582083"/>
                    <a:pt x="825500" y="393700"/>
                  </a:cubicBezTo>
                  <a:cubicBezTo>
                    <a:pt x="1060450" y="205317"/>
                    <a:pt x="1355725" y="102658"/>
                    <a:pt x="1651000" y="0"/>
                  </a:cubicBezTo>
                </a:path>
              </a:pathLst>
            </a:custGeom>
            <a:noFill/>
            <a:ln w="28575" cap="flat" cmpd="sng" algn="ctr">
              <a:solidFill>
                <a:srgbClr val="3333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zh-CN" altLang="en-US"/>
            </a:p>
          </p:txBody>
        </p:sp>
        <p:sp>
          <p:nvSpPr>
            <p:cNvPr id="81965" name="任意形状 81964">
              <a:extLst>
                <a:ext uri="{FF2B5EF4-FFF2-40B4-BE49-F238E27FC236}">
                  <a16:creationId xmlns:a16="http://schemas.microsoft.com/office/drawing/2014/main" id="{6DC5953B-768A-91CE-2BCD-C5CABBAA659D}"/>
                </a:ext>
              </a:extLst>
            </p:cNvPr>
            <p:cNvSpPr/>
            <p:nvPr/>
          </p:nvSpPr>
          <p:spPr bwMode="auto">
            <a:xfrm>
              <a:off x="-1881714" y="5262564"/>
              <a:ext cx="1651000" cy="1803400"/>
            </a:xfrm>
            <a:custGeom>
              <a:avLst/>
              <a:gdLst>
                <a:gd name="connsiteX0" fmla="*/ 0 w 1651000"/>
                <a:gd name="connsiteY0" fmla="*/ 1803400 h 1803400"/>
                <a:gd name="connsiteX1" fmla="*/ 241300 w 1651000"/>
                <a:gd name="connsiteY1" fmla="*/ 1130300 h 1803400"/>
                <a:gd name="connsiteX2" fmla="*/ 825500 w 1651000"/>
                <a:gd name="connsiteY2" fmla="*/ 393700 h 1803400"/>
                <a:gd name="connsiteX3" fmla="*/ 1651000 w 1651000"/>
                <a:gd name="connsiteY3" fmla="*/ 0 h 1803400"/>
              </a:gdLst>
              <a:ahLst/>
              <a:cxnLst>
                <a:cxn ang="0">
                  <a:pos x="connsiteX0" y="connsiteY0"/>
                </a:cxn>
                <a:cxn ang="0">
                  <a:pos x="connsiteX1" y="connsiteY1"/>
                </a:cxn>
                <a:cxn ang="0">
                  <a:pos x="connsiteX2" y="connsiteY2"/>
                </a:cxn>
                <a:cxn ang="0">
                  <a:pos x="connsiteX3" y="connsiteY3"/>
                </a:cxn>
              </a:cxnLst>
              <a:rect l="l" t="t" r="r" b="b"/>
              <a:pathLst>
                <a:path w="1651000" h="1803400">
                  <a:moveTo>
                    <a:pt x="0" y="1803400"/>
                  </a:moveTo>
                  <a:cubicBezTo>
                    <a:pt x="51858" y="1584325"/>
                    <a:pt x="103717" y="1365250"/>
                    <a:pt x="241300" y="1130300"/>
                  </a:cubicBezTo>
                  <a:cubicBezTo>
                    <a:pt x="378883" y="895350"/>
                    <a:pt x="590550" y="582083"/>
                    <a:pt x="825500" y="393700"/>
                  </a:cubicBezTo>
                  <a:cubicBezTo>
                    <a:pt x="1060450" y="205317"/>
                    <a:pt x="1355725" y="102658"/>
                    <a:pt x="1651000" y="0"/>
                  </a:cubicBezTo>
                </a:path>
              </a:pathLst>
            </a:custGeom>
            <a:noFill/>
            <a:ln w="28575" cap="flat" cmpd="sng" algn="ctr">
              <a:solidFill>
                <a:srgbClr val="3333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zh-CN" altLang="en-US"/>
            </a:p>
          </p:txBody>
        </p:sp>
        <p:sp>
          <p:nvSpPr>
            <p:cNvPr id="81966" name="右箭头 81965">
              <a:extLst>
                <a:ext uri="{FF2B5EF4-FFF2-40B4-BE49-F238E27FC236}">
                  <a16:creationId xmlns:a16="http://schemas.microsoft.com/office/drawing/2014/main" id="{51106111-FC8D-B91C-0EDB-640B8ED50B74}"/>
                </a:ext>
              </a:extLst>
            </p:cNvPr>
            <p:cNvSpPr/>
            <p:nvPr/>
          </p:nvSpPr>
          <p:spPr bwMode="auto">
            <a:xfrm>
              <a:off x="-1814128" y="5664199"/>
              <a:ext cx="565679" cy="280196"/>
            </a:xfrm>
            <a:prstGeom prst="rightArrow">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81967" name="文本框 81966">
              <a:extLst>
                <a:ext uri="{FF2B5EF4-FFF2-40B4-BE49-F238E27FC236}">
                  <a16:creationId xmlns:a16="http://schemas.microsoft.com/office/drawing/2014/main" id="{4EC3D824-C95A-0A2F-A5DA-66D0B222DA93}"/>
                </a:ext>
              </a:extLst>
            </p:cNvPr>
            <p:cNvSpPr txBox="1"/>
            <p:nvPr/>
          </p:nvSpPr>
          <p:spPr>
            <a:xfrm>
              <a:off x="-2068483" y="4520832"/>
              <a:ext cx="962123" cy="369332"/>
            </a:xfrm>
            <a:prstGeom prst="rect">
              <a:avLst/>
            </a:prstGeom>
            <a:noFill/>
          </p:spPr>
          <p:txBody>
            <a:bodyPr wrap="none" rtlCol="0">
              <a:spAutoFit/>
            </a:bodyPr>
            <a:lstStyle/>
            <a:p>
              <a:r>
                <a:rPr kumimoji="1" lang="en-US" altLang="zh-CN" b="1" dirty="0"/>
                <a:t>log(I</a:t>
              </a:r>
              <a:r>
                <a:rPr kumimoji="1" lang="en-US" altLang="zh-CN" b="1" baseline="-25000" dirty="0"/>
                <a:t>DS</a:t>
              </a:r>
              <a:r>
                <a:rPr kumimoji="1" lang="en-US" altLang="zh-CN" b="1" dirty="0"/>
                <a:t>)</a:t>
              </a:r>
              <a:endParaRPr kumimoji="1" lang="zh-CN" altLang="en-US" b="1" dirty="0"/>
            </a:p>
          </p:txBody>
        </p:sp>
        <p:sp>
          <p:nvSpPr>
            <p:cNvPr id="81968" name="文本框 81967">
              <a:extLst>
                <a:ext uri="{FF2B5EF4-FFF2-40B4-BE49-F238E27FC236}">
                  <a16:creationId xmlns:a16="http://schemas.microsoft.com/office/drawing/2014/main" id="{5DE34E87-CC2E-16A3-5DFB-C217781C7BBD}"/>
                </a:ext>
              </a:extLst>
            </p:cNvPr>
            <p:cNvSpPr txBox="1"/>
            <p:nvPr/>
          </p:nvSpPr>
          <p:spPr>
            <a:xfrm>
              <a:off x="-98356" y="6610527"/>
              <a:ext cx="518091" cy="369332"/>
            </a:xfrm>
            <a:prstGeom prst="rect">
              <a:avLst/>
            </a:prstGeom>
            <a:noFill/>
          </p:spPr>
          <p:txBody>
            <a:bodyPr wrap="none" rtlCol="0">
              <a:spAutoFit/>
            </a:bodyPr>
            <a:lstStyle/>
            <a:p>
              <a:r>
                <a:rPr kumimoji="1" lang="en-US" altLang="zh-CN" b="1" dirty="0" err="1"/>
                <a:t>V</a:t>
              </a:r>
              <a:r>
                <a:rPr kumimoji="1" lang="en-US" altLang="zh-CN" b="1" baseline="-25000" dirty="0" err="1"/>
                <a:t>gs</a:t>
              </a:r>
              <a:endParaRPr kumimoji="1" lang="zh-CN" altLang="en-US" b="1" baseline="-25000" dirty="0"/>
            </a:p>
          </p:txBody>
        </p:sp>
      </p:grpSp>
      <p:grpSp>
        <p:nvGrpSpPr>
          <p:cNvPr id="81997" name="组合 81996">
            <a:extLst>
              <a:ext uri="{FF2B5EF4-FFF2-40B4-BE49-F238E27FC236}">
                <a16:creationId xmlns:a16="http://schemas.microsoft.com/office/drawing/2014/main" id="{37ADBAEC-4DA2-1AEF-1FDC-CA6208931826}"/>
              </a:ext>
            </a:extLst>
          </p:cNvPr>
          <p:cNvGrpSpPr/>
          <p:nvPr/>
        </p:nvGrpSpPr>
        <p:grpSpPr>
          <a:xfrm>
            <a:off x="5059937" y="1800077"/>
            <a:ext cx="3972660" cy="2116267"/>
            <a:chOff x="4968044" y="-1764868"/>
            <a:chExt cx="3972660" cy="2116267"/>
          </a:xfrm>
        </p:grpSpPr>
        <p:grpSp>
          <p:nvGrpSpPr>
            <p:cNvPr id="81980" name="组合 81979">
              <a:extLst>
                <a:ext uri="{FF2B5EF4-FFF2-40B4-BE49-F238E27FC236}">
                  <a16:creationId xmlns:a16="http://schemas.microsoft.com/office/drawing/2014/main" id="{D09FCD25-2514-7D81-FF08-EEE7AD54F1E0}"/>
                </a:ext>
              </a:extLst>
            </p:cNvPr>
            <p:cNvGrpSpPr/>
            <p:nvPr/>
          </p:nvGrpSpPr>
          <p:grpSpPr>
            <a:xfrm>
              <a:off x="4968044" y="-1764868"/>
              <a:ext cx="3126089" cy="1290642"/>
              <a:chOff x="4968044" y="-1764868"/>
              <a:chExt cx="3126089" cy="1290642"/>
            </a:xfrm>
          </p:grpSpPr>
          <p:sp>
            <p:nvSpPr>
              <p:cNvPr id="81970" name="饼形 81969">
                <a:extLst>
                  <a:ext uri="{FF2B5EF4-FFF2-40B4-BE49-F238E27FC236}">
                    <a16:creationId xmlns:a16="http://schemas.microsoft.com/office/drawing/2014/main" id="{911726A7-BE3D-E695-56E2-7CDC42BDEE42}"/>
                  </a:ext>
                </a:extLst>
              </p:cNvPr>
              <p:cNvSpPr/>
              <p:nvPr/>
            </p:nvSpPr>
            <p:spPr bwMode="auto">
              <a:xfrm rot="16200000">
                <a:off x="4968044" y="-1393811"/>
                <a:ext cx="914400" cy="914400"/>
              </a:xfrm>
              <a:prstGeom prst="pie">
                <a:avLst>
                  <a:gd name="adj1" fmla="val 5400000"/>
                  <a:gd name="adj2" fmla="val 16200000"/>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zh-CN" altLang="en-US"/>
              </a:p>
            </p:txBody>
          </p:sp>
          <p:sp>
            <p:nvSpPr>
              <p:cNvPr id="81971" name="饼形 81970">
                <a:extLst>
                  <a:ext uri="{FF2B5EF4-FFF2-40B4-BE49-F238E27FC236}">
                    <a16:creationId xmlns:a16="http://schemas.microsoft.com/office/drawing/2014/main" id="{3FE64B9C-C1B2-361A-D9A0-4DF72159E89D}"/>
                  </a:ext>
                </a:extLst>
              </p:cNvPr>
              <p:cNvSpPr/>
              <p:nvPr/>
            </p:nvSpPr>
            <p:spPr bwMode="auto">
              <a:xfrm rot="16200000">
                <a:off x="7179733" y="-1388626"/>
                <a:ext cx="914400" cy="914400"/>
              </a:xfrm>
              <a:prstGeom prst="pie">
                <a:avLst>
                  <a:gd name="adj1" fmla="val 5400000"/>
                  <a:gd name="adj2" fmla="val 16200000"/>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zh-CN" altLang="en-US"/>
              </a:p>
            </p:txBody>
          </p:sp>
          <p:sp>
            <p:nvSpPr>
              <p:cNvPr id="81973" name="文本框 81972">
                <a:extLst>
                  <a:ext uri="{FF2B5EF4-FFF2-40B4-BE49-F238E27FC236}">
                    <a16:creationId xmlns:a16="http://schemas.microsoft.com/office/drawing/2014/main" id="{356A960D-6024-1959-BB20-7749E983DAC9}"/>
                  </a:ext>
                </a:extLst>
              </p:cNvPr>
              <p:cNvSpPr txBox="1"/>
              <p:nvPr/>
            </p:nvSpPr>
            <p:spPr>
              <a:xfrm>
                <a:off x="5249555" y="-934702"/>
                <a:ext cx="351378" cy="369332"/>
              </a:xfrm>
              <a:prstGeom prst="rect">
                <a:avLst/>
              </a:prstGeom>
              <a:noFill/>
            </p:spPr>
            <p:txBody>
              <a:bodyPr wrap="none" rtlCol="0">
                <a:spAutoFit/>
              </a:bodyPr>
              <a:lstStyle/>
              <a:p>
                <a:r>
                  <a:rPr kumimoji="1" lang="en-US" altLang="zh-CN" b="1" dirty="0"/>
                  <a:t>D</a:t>
                </a:r>
                <a:endParaRPr kumimoji="1" lang="zh-CN" altLang="en-US" b="1" dirty="0"/>
              </a:p>
            </p:txBody>
          </p:sp>
          <p:sp>
            <p:nvSpPr>
              <p:cNvPr id="81974" name="文本框 81973">
                <a:extLst>
                  <a:ext uri="{FF2B5EF4-FFF2-40B4-BE49-F238E27FC236}">
                    <a16:creationId xmlns:a16="http://schemas.microsoft.com/office/drawing/2014/main" id="{6B80EF3F-5BFB-C159-EC6B-33237ECF0AC7}"/>
                  </a:ext>
                </a:extLst>
              </p:cNvPr>
              <p:cNvSpPr txBox="1"/>
              <p:nvPr/>
            </p:nvSpPr>
            <p:spPr>
              <a:xfrm>
                <a:off x="7461244" y="-906422"/>
                <a:ext cx="351378" cy="369332"/>
              </a:xfrm>
              <a:prstGeom prst="rect">
                <a:avLst/>
              </a:prstGeom>
              <a:noFill/>
            </p:spPr>
            <p:txBody>
              <a:bodyPr wrap="none" rtlCol="0">
                <a:spAutoFit/>
              </a:bodyPr>
              <a:lstStyle/>
              <a:p>
                <a:r>
                  <a:rPr kumimoji="1" lang="en-US" altLang="zh-CN" b="1" dirty="0"/>
                  <a:t>S</a:t>
                </a:r>
                <a:endParaRPr kumimoji="1" lang="zh-CN" altLang="en-US" b="1" dirty="0"/>
              </a:p>
            </p:txBody>
          </p:sp>
          <p:sp>
            <p:nvSpPr>
              <p:cNvPr id="81975" name="矩形 81974">
                <a:extLst>
                  <a:ext uri="{FF2B5EF4-FFF2-40B4-BE49-F238E27FC236}">
                    <a16:creationId xmlns:a16="http://schemas.microsoft.com/office/drawing/2014/main" id="{6C8F8790-DD1A-B21A-11E1-E0BB28E46008}"/>
                  </a:ext>
                </a:extLst>
              </p:cNvPr>
              <p:cNvSpPr/>
              <p:nvPr/>
            </p:nvSpPr>
            <p:spPr bwMode="auto">
              <a:xfrm>
                <a:off x="5882444" y="-1179511"/>
                <a:ext cx="1297289" cy="241104"/>
              </a:xfrm>
              <a:prstGeom prst="rect">
                <a:avLst/>
              </a:prstGeom>
              <a:pattFill prst="wdUpDiag">
                <a:fgClr>
                  <a:srgbClr val="0070C0"/>
                </a:fgClr>
                <a:bgClr>
                  <a:schemeClr val="bg1"/>
                </a:bgClr>
              </a:patt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81976" name="矩形 81975">
                <a:extLst>
                  <a:ext uri="{FF2B5EF4-FFF2-40B4-BE49-F238E27FC236}">
                    <a16:creationId xmlns:a16="http://schemas.microsoft.com/office/drawing/2014/main" id="{0F4AF7D8-4E86-5FB8-C818-953825AAA501}"/>
                  </a:ext>
                </a:extLst>
              </p:cNvPr>
              <p:cNvSpPr/>
              <p:nvPr/>
            </p:nvSpPr>
            <p:spPr bwMode="auto">
              <a:xfrm>
                <a:off x="5882444" y="-1235255"/>
                <a:ext cx="1297289" cy="69145"/>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zh-CN" altLang="en-US"/>
              </a:p>
            </p:txBody>
          </p:sp>
          <p:sp>
            <p:nvSpPr>
              <p:cNvPr id="81977" name="文本框 81976">
                <a:extLst>
                  <a:ext uri="{FF2B5EF4-FFF2-40B4-BE49-F238E27FC236}">
                    <a16:creationId xmlns:a16="http://schemas.microsoft.com/office/drawing/2014/main" id="{99B04ABD-3866-165A-45FE-6CF7C3BD3781}"/>
                  </a:ext>
                </a:extLst>
              </p:cNvPr>
              <p:cNvSpPr txBox="1"/>
              <p:nvPr/>
            </p:nvSpPr>
            <p:spPr>
              <a:xfrm>
                <a:off x="6368038" y="-1764868"/>
                <a:ext cx="364202" cy="369332"/>
              </a:xfrm>
              <a:prstGeom prst="rect">
                <a:avLst/>
              </a:prstGeom>
              <a:noFill/>
            </p:spPr>
            <p:txBody>
              <a:bodyPr wrap="none" rtlCol="0">
                <a:spAutoFit/>
              </a:bodyPr>
              <a:lstStyle/>
              <a:p>
                <a:r>
                  <a:rPr kumimoji="1" lang="en-US" altLang="zh-CN" b="1" dirty="0"/>
                  <a:t>G</a:t>
                </a:r>
                <a:endParaRPr kumimoji="1" lang="zh-CN" altLang="en-US" b="1" dirty="0"/>
              </a:p>
            </p:txBody>
          </p:sp>
          <p:cxnSp>
            <p:nvCxnSpPr>
              <p:cNvPr id="81979" name="直线连接符 81978">
                <a:extLst>
                  <a:ext uri="{FF2B5EF4-FFF2-40B4-BE49-F238E27FC236}">
                    <a16:creationId xmlns:a16="http://schemas.microsoft.com/office/drawing/2014/main" id="{E5FCD593-E52A-29AF-D7A9-B82B5295116E}"/>
                  </a:ext>
                </a:extLst>
              </p:cNvPr>
              <p:cNvCxnSpPr/>
              <p:nvPr/>
            </p:nvCxnSpPr>
            <p:spPr bwMode="auto">
              <a:xfrm>
                <a:off x="6529171" y="-1454431"/>
                <a:ext cx="0" cy="219176"/>
              </a:xfrm>
              <a:prstGeom prst="line">
                <a:avLst/>
              </a:prstGeom>
              <a:noFill/>
              <a:ln w="28575" cap="flat" cmpd="sng" algn="ctr">
                <a:solidFill>
                  <a:srgbClr val="3333FF"/>
                </a:solidFill>
                <a:prstDash val="solid"/>
                <a:round/>
                <a:headEnd type="none" w="med" len="med"/>
                <a:tailEnd type="none" w="med" len="med"/>
              </a:ln>
              <a:effectLst/>
            </p:spPr>
          </p:cxnSp>
        </p:grpSp>
        <p:grpSp>
          <p:nvGrpSpPr>
            <p:cNvPr id="81988" name="组合 81987">
              <a:extLst>
                <a:ext uri="{FF2B5EF4-FFF2-40B4-BE49-F238E27FC236}">
                  <a16:creationId xmlns:a16="http://schemas.microsoft.com/office/drawing/2014/main" id="{254E86EE-8E35-6402-674F-8CA91A9829B9}"/>
                </a:ext>
              </a:extLst>
            </p:cNvPr>
            <p:cNvGrpSpPr/>
            <p:nvPr/>
          </p:nvGrpSpPr>
          <p:grpSpPr>
            <a:xfrm>
              <a:off x="5291898" y="-599549"/>
              <a:ext cx="266691" cy="821043"/>
              <a:chOff x="2452209" y="-1863588"/>
              <a:chExt cx="266691" cy="821043"/>
            </a:xfrm>
          </p:grpSpPr>
          <p:cxnSp>
            <p:nvCxnSpPr>
              <p:cNvPr id="81982" name="直线连接符 81981">
                <a:extLst>
                  <a:ext uri="{FF2B5EF4-FFF2-40B4-BE49-F238E27FC236}">
                    <a16:creationId xmlns:a16="http://schemas.microsoft.com/office/drawing/2014/main" id="{18B634C5-8C61-13D3-886A-EB03785DD315}"/>
                  </a:ext>
                </a:extLst>
              </p:cNvPr>
              <p:cNvCxnSpPr/>
              <p:nvPr/>
            </p:nvCxnSpPr>
            <p:spPr bwMode="auto">
              <a:xfrm>
                <a:off x="2591780" y="-1863588"/>
                <a:ext cx="0" cy="283386"/>
              </a:xfrm>
              <a:prstGeom prst="line">
                <a:avLst/>
              </a:prstGeom>
              <a:noFill/>
              <a:ln w="28575" cap="flat" cmpd="sng" algn="ctr">
                <a:solidFill>
                  <a:srgbClr val="3333FF"/>
                </a:solidFill>
                <a:prstDash val="solid"/>
                <a:round/>
                <a:headEnd type="none" w="med" len="med"/>
                <a:tailEnd type="none" w="med" len="med"/>
              </a:ln>
              <a:effectLst/>
            </p:spPr>
          </p:cxnSp>
          <p:cxnSp>
            <p:nvCxnSpPr>
              <p:cNvPr id="81983" name="直线连接符 81982">
                <a:extLst>
                  <a:ext uri="{FF2B5EF4-FFF2-40B4-BE49-F238E27FC236}">
                    <a16:creationId xmlns:a16="http://schemas.microsoft.com/office/drawing/2014/main" id="{C3142285-87DF-EC61-5632-81E982EC198D}"/>
                  </a:ext>
                </a:extLst>
              </p:cNvPr>
              <p:cNvCxnSpPr>
                <a:cxnSpLocks/>
              </p:cNvCxnSpPr>
              <p:nvPr/>
            </p:nvCxnSpPr>
            <p:spPr bwMode="auto">
              <a:xfrm>
                <a:off x="2452210" y="-1568503"/>
                <a:ext cx="260412" cy="0"/>
              </a:xfrm>
              <a:prstGeom prst="line">
                <a:avLst/>
              </a:prstGeom>
              <a:noFill/>
              <a:ln w="28575" cap="flat" cmpd="sng" algn="ctr">
                <a:solidFill>
                  <a:srgbClr val="3333FF"/>
                </a:solidFill>
                <a:prstDash val="solid"/>
                <a:round/>
                <a:headEnd type="none" w="med" len="med"/>
                <a:tailEnd type="none" w="med" len="med"/>
              </a:ln>
              <a:effectLst/>
            </p:spPr>
          </p:cxnSp>
          <p:sp>
            <p:nvSpPr>
              <p:cNvPr id="81985" name="三角形 81984">
                <a:extLst>
                  <a:ext uri="{FF2B5EF4-FFF2-40B4-BE49-F238E27FC236}">
                    <a16:creationId xmlns:a16="http://schemas.microsoft.com/office/drawing/2014/main" id="{16FB7E34-757B-38F8-163D-D9AF98D0B9DE}"/>
                  </a:ext>
                </a:extLst>
              </p:cNvPr>
              <p:cNvSpPr/>
              <p:nvPr/>
            </p:nvSpPr>
            <p:spPr bwMode="auto">
              <a:xfrm>
                <a:off x="2464659" y="-1556803"/>
                <a:ext cx="254241" cy="219173"/>
              </a:xfrm>
              <a:prstGeom prst="triangle">
                <a:avLst/>
              </a:prstGeom>
              <a:noFill/>
              <a:ln w="28575" cap="flat" cmpd="sng" algn="ctr">
                <a:solidFill>
                  <a:srgbClr val="3333FF"/>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cxnSp>
            <p:nvCxnSpPr>
              <p:cNvPr id="81986" name="直线连接符 81985">
                <a:extLst>
                  <a:ext uri="{FF2B5EF4-FFF2-40B4-BE49-F238E27FC236}">
                    <a16:creationId xmlns:a16="http://schemas.microsoft.com/office/drawing/2014/main" id="{FEEBFD21-3B8F-FF4E-458D-FCB933D2FDC1}"/>
                  </a:ext>
                </a:extLst>
              </p:cNvPr>
              <p:cNvCxnSpPr/>
              <p:nvPr/>
            </p:nvCxnSpPr>
            <p:spPr bwMode="auto">
              <a:xfrm>
                <a:off x="2591779" y="-1337630"/>
                <a:ext cx="0" cy="283386"/>
              </a:xfrm>
              <a:prstGeom prst="line">
                <a:avLst/>
              </a:prstGeom>
              <a:noFill/>
              <a:ln w="28575" cap="flat" cmpd="sng" algn="ctr">
                <a:solidFill>
                  <a:srgbClr val="3333FF"/>
                </a:solidFill>
                <a:prstDash val="solid"/>
                <a:round/>
                <a:headEnd type="none" w="med" len="med"/>
                <a:tailEnd type="none" w="med" len="med"/>
              </a:ln>
              <a:effectLst/>
            </p:spPr>
          </p:cxnSp>
          <p:cxnSp>
            <p:nvCxnSpPr>
              <p:cNvPr id="81987" name="直线连接符 81986">
                <a:extLst>
                  <a:ext uri="{FF2B5EF4-FFF2-40B4-BE49-F238E27FC236}">
                    <a16:creationId xmlns:a16="http://schemas.microsoft.com/office/drawing/2014/main" id="{05CEAB9C-44EF-AC9A-D2C9-E70EC146F5E0}"/>
                  </a:ext>
                </a:extLst>
              </p:cNvPr>
              <p:cNvCxnSpPr>
                <a:cxnSpLocks/>
              </p:cNvCxnSpPr>
              <p:nvPr/>
            </p:nvCxnSpPr>
            <p:spPr bwMode="auto">
              <a:xfrm>
                <a:off x="2452209" y="-1042545"/>
                <a:ext cx="260412" cy="0"/>
              </a:xfrm>
              <a:prstGeom prst="line">
                <a:avLst/>
              </a:prstGeom>
              <a:noFill/>
              <a:ln w="28575" cap="flat" cmpd="sng" algn="ctr">
                <a:solidFill>
                  <a:srgbClr val="3333FF"/>
                </a:solidFill>
                <a:prstDash val="solid"/>
                <a:round/>
                <a:headEnd type="none" w="med" len="med"/>
                <a:tailEnd type="none" w="med" len="med"/>
              </a:ln>
              <a:effectLst/>
            </p:spPr>
          </p:cxnSp>
        </p:grpSp>
        <p:grpSp>
          <p:nvGrpSpPr>
            <p:cNvPr id="81989" name="组合 81988">
              <a:extLst>
                <a:ext uri="{FF2B5EF4-FFF2-40B4-BE49-F238E27FC236}">
                  <a16:creationId xmlns:a16="http://schemas.microsoft.com/office/drawing/2014/main" id="{042AB82D-DFF5-11D5-371E-A8B2D7932CB0}"/>
                </a:ext>
              </a:extLst>
            </p:cNvPr>
            <p:cNvGrpSpPr/>
            <p:nvPr/>
          </p:nvGrpSpPr>
          <p:grpSpPr>
            <a:xfrm>
              <a:off x="7497361" y="-537090"/>
              <a:ext cx="266691" cy="821043"/>
              <a:chOff x="2452209" y="-1863588"/>
              <a:chExt cx="266691" cy="821043"/>
            </a:xfrm>
          </p:grpSpPr>
          <p:cxnSp>
            <p:nvCxnSpPr>
              <p:cNvPr id="81990" name="直线连接符 81989">
                <a:extLst>
                  <a:ext uri="{FF2B5EF4-FFF2-40B4-BE49-F238E27FC236}">
                    <a16:creationId xmlns:a16="http://schemas.microsoft.com/office/drawing/2014/main" id="{8AA22325-4F71-56EC-01AB-AA3540D9CDBC}"/>
                  </a:ext>
                </a:extLst>
              </p:cNvPr>
              <p:cNvCxnSpPr/>
              <p:nvPr/>
            </p:nvCxnSpPr>
            <p:spPr bwMode="auto">
              <a:xfrm>
                <a:off x="2591780" y="-1863588"/>
                <a:ext cx="0" cy="283386"/>
              </a:xfrm>
              <a:prstGeom prst="line">
                <a:avLst/>
              </a:prstGeom>
              <a:noFill/>
              <a:ln w="28575" cap="flat" cmpd="sng" algn="ctr">
                <a:solidFill>
                  <a:srgbClr val="3333FF"/>
                </a:solidFill>
                <a:prstDash val="solid"/>
                <a:round/>
                <a:headEnd type="none" w="med" len="med"/>
                <a:tailEnd type="none" w="med" len="med"/>
              </a:ln>
              <a:effectLst/>
            </p:spPr>
          </p:cxnSp>
          <p:cxnSp>
            <p:nvCxnSpPr>
              <p:cNvPr id="81991" name="直线连接符 81990">
                <a:extLst>
                  <a:ext uri="{FF2B5EF4-FFF2-40B4-BE49-F238E27FC236}">
                    <a16:creationId xmlns:a16="http://schemas.microsoft.com/office/drawing/2014/main" id="{BEEDE56F-1307-2CB1-47D5-CE9BDFCEF260}"/>
                  </a:ext>
                </a:extLst>
              </p:cNvPr>
              <p:cNvCxnSpPr>
                <a:cxnSpLocks/>
              </p:cNvCxnSpPr>
              <p:nvPr/>
            </p:nvCxnSpPr>
            <p:spPr bwMode="auto">
              <a:xfrm>
                <a:off x="2452210" y="-1568503"/>
                <a:ext cx="260412" cy="0"/>
              </a:xfrm>
              <a:prstGeom prst="line">
                <a:avLst/>
              </a:prstGeom>
              <a:noFill/>
              <a:ln w="28575" cap="flat" cmpd="sng" algn="ctr">
                <a:solidFill>
                  <a:srgbClr val="3333FF"/>
                </a:solidFill>
                <a:prstDash val="solid"/>
                <a:round/>
                <a:headEnd type="none" w="med" len="med"/>
                <a:tailEnd type="none" w="med" len="med"/>
              </a:ln>
              <a:effectLst/>
            </p:spPr>
          </p:cxnSp>
          <p:sp>
            <p:nvSpPr>
              <p:cNvPr id="81992" name="三角形 81991">
                <a:extLst>
                  <a:ext uri="{FF2B5EF4-FFF2-40B4-BE49-F238E27FC236}">
                    <a16:creationId xmlns:a16="http://schemas.microsoft.com/office/drawing/2014/main" id="{E6EF4D88-A41B-A855-ACA8-23DA01C2BB38}"/>
                  </a:ext>
                </a:extLst>
              </p:cNvPr>
              <p:cNvSpPr/>
              <p:nvPr/>
            </p:nvSpPr>
            <p:spPr bwMode="auto">
              <a:xfrm>
                <a:off x="2464659" y="-1556803"/>
                <a:ext cx="254241" cy="219173"/>
              </a:xfrm>
              <a:prstGeom prst="triangle">
                <a:avLst/>
              </a:prstGeom>
              <a:noFill/>
              <a:ln w="28575" cap="flat" cmpd="sng" algn="ctr">
                <a:solidFill>
                  <a:srgbClr val="3333FF"/>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cxnSp>
            <p:nvCxnSpPr>
              <p:cNvPr id="81993" name="直线连接符 81992">
                <a:extLst>
                  <a:ext uri="{FF2B5EF4-FFF2-40B4-BE49-F238E27FC236}">
                    <a16:creationId xmlns:a16="http://schemas.microsoft.com/office/drawing/2014/main" id="{E69CBF0D-F738-263A-B9EC-297381E1B7C6}"/>
                  </a:ext>
                </a:extLst>
              </p:cNvPr>
              <p:cNvCxnSpPr/>
              <p:nvPr/>
            </p:nvCxnSpPr>
            <p:spPr bwMode="auto">
              <a:xfrm>
                <a:off x="2591779" y="-1337630"/>
                <a:ext cx="0" cy="283386"/>
              </a:xfrm>
              <a:prstGeom prst="line">
                <a:avLst/>
              </a:prstGeom>
              <a:noFill/>
              <a:ln w="28575" cap="flat" cmpd="sng" algn="ctr">
                <a:solidFill>
                  <a:srgbClr val="3333FF"/>
                </a:solidFill>
                <a:prstDash val="solid"/>
                <a:round/>
                <a:headEnd type="none" w="med" len="med"/>
                <a:tailEnd type="none" w="med" len="med"/>
              </a:ln>
              <a:effectLst/>
            </p:spPr>
          </p:cxnSp>
          <p:cxnSp>
            <p:nvCxnSpPr>
              <p:cNvPr id="81994" name="直线连接符 81993">
                <a:extLst>
                  <a:ext uri="{FF2B5EF4-FFF2-40B4-BE49-F238E27FC236}">
                    <a16:creationId xmlns:a16="http://schemas.microsoft.com/office/drawing/2014/main" id="{2EB4F851-7843-5F13-10DC-3D717F4657D9}"/>
                  </a:ext>
                </a:extLst>
              </p:cNvPr>
              <p:cNvCxnSpPr>
                <a:cxnSpLocks/>
              </p:cNvCxnSpPr>
              <p:nvPr/>
            </p:nvCxnSpPr>
            <p:spPr bwMode="auto">
              <a:xfrm>
                <a:off x="2452209" y="-1042545"/>
                <a:ext cx="260412" cy="0"/>
              </a:xfrm>
              <a:prstGeom prst="line">
                <a:avLst/>
              </a:prstGeom>
              <a:noFill/>
              <a:ln w="28575" cap="flat" cmpd="sng" algn="ctr">
                <a:solidFill>
                  <a:srgbClr val="3333FF"/>
                </a:solidFill>
                <a:prstDash val="solid"/>
                <a:round/>
                <a:headEnd type="none" w="med" len="med"/>
                <a:tailEnd type="none" w="med" len="med"/>
              </a:ln>
              <a:effectLst/>
            </p:spPr>
          </p:cxnSp>
        </p:grpSp>
        <p:sp>
          <p:nvSpPr>
            <p:cNvPr id="81995" name="文本框 81994">
              <a:extLst>
                <a:ext uri="{FF2B5EF4-FFF2-40B4-BE49-F238E27FC236}">
                  <a16:creationId xmlns:a16="http://schemas.microsoft.com/office/drawing/2014/main" id="{93C1AE5E-F117-6F85-AA54-B2801939061C}"/>
                </a:ext>
              </a:extLst>
            </p:cNvPr>
            <p:cNvSpPr txBox="1"/>
            <p:nvPr/>
          </p:nvSpPr>
          <p:spPr>
            <a:xfrm>
              <a:off x="5478615" y="-17933"/>
              <a:ext cx="1249060" cy="369332"/>
            </a:xfrm>
            <a:prstGeom prst="rect">
              <a:avLst/>
            </a:prstGeom>
            <a:noFill/>
          </p:spPr>
          <p:txBody>
            <a:bodyPr wrap="none" rtlCol="0">
              <a:spAutoFit/>
            </a:bodyPr>
            <a:lstStyle/>
            <a:p>
              <a:r>
                <a:rPr kumimoji="1" lang="en-US" altLang="zh-CN" b="1" dirty="0"/>
                <a:t>VDD/GND</a:t>
              </a:r>
              <a:endParaRPr kumimoji="1" lang="zh-CN" altLang="en-US" b="1" dirty="0"/>
            </a:p>
          </p:txBody>
        </p:sp>
        <p:sp>
          <p:nvSpPr>
            <p:cNvPr id="81996" name="文本框 81995">
              <a:extLst>
                <a:ext uri="{FF2B5EF4-FFF2-40B4-BE49-F238E27FC236}">
                  <a16:creationId xmlns:a16="http://schemas.microsoft.com/office/drawing/2014/main" id="{BED7FD27-6354-544F-E04C-1825DA10F373}"/>
                </a:ext>
              </a:extLst>
            </p:cNvPr>
            <p:cNvSpPr txBox="1"/>
            <p:nvPr/>
          </p:nvSpPr>
          <p:spPr>
            <a:xfrm>
              <a:off x="7691644" y="-20313"/>
              <a:ext cx="1249060" cy="369332"/>
            </a:xfrm>
            <a:prstGeom prst="rect">
              <a:avLst/>
            </a:prstGeom>
            <a:noFill/>
          </p:spPr>
          <p:txBody>
            <a:bodyPr wrap="none" rtlCol="0">
              <a:spAutoFit/>
            </a:bodyPr>
            <a:lstStyle/>
            <a:p>
              <a:r>
                <a:rPr kumimoji="1" lang="en-US" altLang="zh-CN" b="1" dirty="0"/>
                <a:t>VDD/GND</a:t>
              </a:r>
              <a:endParaRPr kumimoji="1" lang="zh-CN" altLang="en-US" b="1" dirty="0"/>
            </a:p>
          </p:txBody>
        </p:sp>
      </p:grpSp>
    </p:spTree>
    <p:extLst>
      <p:ext uri="{BB962C8B-B14F-4D97-AF65-F5344CB8AC3E}">
        <p14:creationId xmlns:p14="http://schemas.microsoft.com/office/powerpoint/2010/main" val="99199008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0" name="Rectangle 2"/>
          <p:cNvSpPr>
            <a:spLocks noGrp="1" noChangeArrowheads="1"/>
          </p:cNvSpPr>
          <p:nvPr>
            <p:ph type="title"/>
          </p:nvPr>
        </p:nvSpPr>
        <p:spPr>
          <a:xfrm>
            <a:off x="459305" y="189448"/>
            <a:ext cx="8229600" cy="1143000"/>
          </a:xfrm>
        </p:spPr>
        <p:txBody>
          <a:bodyPr/>
          <a:lstStyle/>
          <a:p>
            <a:pPr eaLnBrk="1" hangingPunct="1"/>
            <a:r>
              <a:rPr lang="zh-CN" altLang="en-US" dirty="0"/>
              <a:t>冒险：举例</a:t>
            </a:r>
            <a:endParaRPr lang="en-US" altLang="zh-CN" dirty="0"/>
          </a:p>
        </p:txBody>
      </p:sp>
      <p:graphicFrame>
        <p:nvGraphicFramePr>
          <p:cNvPr id="145" name="Object 59">
            <a:extLst>
              <a:ext uri="{FF2B5EF4-FFF2-40B4-BE49-F238E27FC236}">
                <a16:creationId xmlns:a16="http://schemas.microsoft.com/office/drawing/2014/main" id="{22C54DC1-B26E-0F45-87EC-55BD48EB2AD8}"/>
              </a:ext>
            </a:extLst>
          </p:cNvPr>
          <p:cNvGraphicFramePr>
            <a:graphicFrameLocks noGrp="1" noChangeAspect="1"/>
          </p:cNvGraphicFramePr>
          <p:nvPr>
            <p:ph idx="1"/>
            <p:extLst>
              <p:ext uri="{D42A27DB-BD31-4B8C-83A1-F6EECF244321}">
                <p14:modId xmlns:p14="http://schemas.microsoft.com/office/powerpoint/2010/main" val="941197925"/>
              </p:ext>
            </p:extLst>
          </p:nvPr>
        </p:nvGraphicFramePr>
        <p:xfrm>
          <a:off x="-40408" y="1157796"/>
          <a:ext cx="6524625" cy="2235200"/>
        </p:xfrm>
        <a:graphic>
          <a:graphicData uri="http://schemas.openxmlformats.org/presentationml/2006/ole">
            <mc:AlternateContent xmlns:mc="http://schemas.openxmlformats.org/markup-compatibility/2006">
              <mc:Choice xmlns:v="urn:schemas-microsoft-com:vml" Requires="v">
                <p:oleObj name="Visio" r:id="rId3" imgW="1437132" imgH="491947" progId="Visio.Drawing.6">
                  <p:embed/>
                </p:oleObj>
              </mc:Choice>
              <mc:Fallback>
                <p:oleObj name="Visio" r:id="rId3" imgW="1437132" imgH="491947" progId="Visio.Drawing.6">
                  <p:embed/>
                  <p:pic>
                    <p:nvPicPr>
                      <p:cNvPr id="145" name="Object 59">
                        <a:extLst>
                          <a:ext uri="{FF2B5EF4-FFF2-40B4-BE49-F238E27FC236}">
                            <a16:creationId xmlns:a16="http://schemas.microsoft.com/office/drawing/2014/main" id="{22C54DC1-B26E-0F45-87EC-55BD48EB2AD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408" y="1157796"/>
                        <a:ext cx="6524625" cy="2235200"/>
                      </a:xfrm>
                      <a:prstGeom prst="rect">
                        <a:avLst/>
                      </a:prstGeom>
                      <a:noFill/>
                      <a:ln>
                        <a:noFill/>
                      </a:ln>
                      <a:effectLst/>
                    </p:spPr>
                  </p:pic>
                </p:oleObj>
              </mc:Fallback>
            </mc:AlternateContent>
          </a:graphicData>
        </a:graphic>
      </p:graphicFrame>
      <p:grpSp>
        <p:nvGrpSpPr>
          <p:cNvPr id="16" name="Group 15">
            <a:extLst>
              <a:ext uri="{FF2B5EF4-FFF2-40B4-BE49-F238E27FC236}">
                <a16:creationId xmlns:a16="http://schemas.microsoft.com/office/drawing/2014/main" id="{95BAB8EA-CA2D-5B49-B62E-8B2B38E349DF}"/>
              </a:ext>
            </a:extLst>
          </p:cNvPr>
          <p:cNvGrpSpPr/>
          <p:nvPr/>
        </p:nvGrpSpPr>
        <p:grpSpPr>
          <a:xfrm>
            <a:off x="4619698" y="3096440"/>
            <a:ext cx="3537472" cy="3188563"/>
            <a:chOff x="3662820" y="3263857"/>
            <a:chExt cx="3537472" cy="3188563"/>
          </a:xfrm>
        </p:grpSpPr>
        <p:sp>
          <p:nvSpPr>
            <p:cNvPr id="75" name="Line 3">
              <a:extLst>
                <a:ext uri="{FF2B5EF4-FFF2-40B4-BE49-F238E27FC236}">
                  <a16:creationId xmlns:a16="http://schemas.microsoft.com/office/drawing/2014/main" id="{DB28C814-7FB9-D94B-9D5C-A1E2AA42C277}"/>
                </a:ext>
              </a:extLst>
            </p:cNvPr>
            <p:cNvSpPr>
              <a:spLocks noChangeShapeType="1"/>
            </p:cNvSpPr>
            <p:nvPr/>
          </p:nvSpPr>
          <p:spPr bwMode="auto">
            <a:xfrm>
              <a:off x="4953458" y="3736302"/>
              <a:ext cx="1587" cy="191135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itchFamily="2" charset="-122"/>
                <a:cs typeface="Arial" panose="020B0604020202020204" pitchFamily="34" charset="0"/>
              </a:endParaRPr>
            </a:p>
          </p:txBody>
        </p:sp>
        <p:sp>
          <p:nvSpPr>
            <p:cNvPr id="76" name="Line 4">
              <a:extLst>
                <a:ext uri="{FF2B5EF4-FFF2-40B4-BE49-F238E27FC236}">
                  <a16:creationId xmlns:a16="http://schemas.microsoft.com/office/drawing/2014/main" id="{115B0AA1-EFED-6247-9E0F-1D0CE9A0A6F3}"/>
                </a:ext>
              </a:extLst>
            </p:cNvPr>
            <p:cNvSpPr>
              <a:spLocks noChangeShapeType="1"/>
            </p:cNvSpPr>
            <p:nvPr/>
          </p:nvSpPr>
          <p:spPr bwMode="auto">
            <a:xfrm>
              <a:off x="5747208" y="3736302"/>
              <a:ext cx="1587" cy="1911350"/>
            </a:xfrm>
            <a:prstGeom prst="line">
              <a:avLst/>
            </a:prstGeom>
            <a:ln w="12700">
              <a:solidFill>
                <a:srgbClr val="3333FF"/>
              </a:solidFill>
              <a:headEnd/>
              <a:tailEnd/>
            </a:ln>
          </p:spPr>
          <p:style>
            <a:lnRef idx="3">
              <a:schemeClr val="accent2"/>
            </a:lnRef>
            <a:fillRef idx="0">
              <a:schemeClr val="accent2"/>
            </a:fillRef>
            <a:effectRef idx="2">
              <a:schemeClr val="accent2"/>
            </a:effectRef>
            <a:fontRef idx="minor">
              <a:schemeClr val="tx1"/>
            </a:fontRef>
          </p:style>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104" name="Text Box 8">
              <a:extLst>
                <a:ext uri="{FF2B5EF4-FFF2-40B4-BE49-F238E27FC236}">
                  <a16:creationId xmlns:a16="http://schemas.microsoft.com/office/drawing/2014/main" id="{89BE5365-9810-BB4E-81EF-44FC3A0081CB}"/>
                </a:ext>
              </a:extLst>
            </p:cNvPr>
            <p:cNvSpPr txBox="1">
              <a:spLocks noChangeArrowheads="1"/>
            </p:cNvSpPr>
            <p:nvPr/>
          </p:nvSpPr>
          <p:spPr bwMode="auto">
            <a:xfrm>
              <a:off x="6026696" y="5990346"/>
              <a:ext cx="1173596" cy="4620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宋体" charset="-122"/>
                  <a:cs typeface="Arial" panose="020B0604020202020204" pitchFamily="34" charset="0"/>
                </a:rPr>
                <a:t>t</a:t>
              </a:r>
              <a:r>
                <a:rPr kumimoji="1" lang="en-US" altLang="zh-CN" sz="2400" b="0" i="0" u="none" strike="noStrike" kern="1200" cap="none" spc="0" normalizeH="0" baseline="-25000" noProof="0" dirty="0">
                  <a:ln>
                    <a:noFill/>
                  </a:ln>
                  <a:solidFill>
                    <a:srgbClr val="000000"/>
                  </a:solidFill>
                  <a:effectLst/>
                  <a:uLnTx/>
                  <a:uFillTx/>
                  <a:latin typeface="Arial" panose="020B0604020202020204" pitchFamily="34" charset="0"/>
                  <a:ea typeface="宋体" charset="-122"/>
                  <a:cs typeface="Arial" panose="020B0604020202020204" pitchFamily="34" charset="0"/>
                </a:rPr>
                <a:t>2</a:t>
              </a:r>
              <a:r>
                <a:rPr kumimoji="1" lang="zh-CN" altLang="en-US" sz="2400" b="0" i="0" u="none" strike="noStrike" kern="1200" cap="none" spc="0" normalizeH="0" baseline="0" noProof="0" dirty="0">
                  <a:ln>
                    <a:noFill/>
                  </a:ln>
                  <a:solidFill>
                    <a:srgbClr val="000000"/>
                  </a:solidFill>
                  <a:effectLst/>
                  <a:uLnTx/>
                  <a:uFillTx/>
                  <a:latin typeface="Arial" panose="020B0604020202020204" pitchFamily="34" charset="0"/>
                  <a:ea typeface="宋体" charset="-122"/>
                  <a:cs typeface="Arial" panose="020B0604020202020204" pitchFamily="34" charset="0"/>
                </a:rPr>
                <a:t>＋</a:t>
              </a:r>
              <a:r>
                <a:rPr kumimoji="1"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宋体" charset="-122"/>
                  <a:cs typeface="Arial" panose="020B0604020202020204" pitchFamily="34" charset="0"/>
                </a:rPr>
                <a:t>2t</a:t>
              </a:r>
              <a:r>
                <a:rPr kumimoji="1" lang="en-US" altLang="zh-CN" sz="2400" b="0" i="0" u="none" strike="noStrike" kern="1200" cap="none" spc="0" normalizeH="0" baseline="-25000" noProof="0" dirty="0">
                  <a:ln>
                    <a:noFill/>
                  </a:ln>
                  <a:solidFill>
                    <a:srgbClr val="000000"/>
                  </a:solidFill>
                  <a:effectLst/>
                  <a:uLnTx/>
                  <a:uFillTx/>
                  <a:latin typeface="Arial" panose="020B0604020202020204" pitchFamily="34" charset="0"/>
                  <a:ea typeface="宋体" charset="-122"/>
                  <a:cs typeface="Arial" panose="020B0604020202020204" pitchFamily="34" charset="0"/>
                </a:rPr>
                <a:t>pd</a:t>
              </a:r>
            </a:p>
          </p:txBody>
        </p:sp>
        <p:sp>
          <p:nvSpPr>
            <p:cNvPr id="105" name="Line 9">
              <a:extLst>
                <a:ext uri="{FF2B5EF4-FFF2-40B4-BE49-F238E27FC236}">
                  <a16:creationId xmlns:a16="http://schemas.microsoft.com/office/drawing/2014/main" id="{C46BBF9D-E6D8-4846-A964-5F6A36D78DD4}"/>
                </a:ext>
              </a:extLst>
            </p:cNvPr>
            <p:cNvSpPr>
              <a:spLocks noChangeShapeType="1"/>
            </p:cNvSpPr>
            <p:nvPr/>
          </p:nvSpPr>
          <p:spPr bwMode="auto">
            <a:xfrm>
              <a:off x="5938671" y="4903114"/>
              <a:ext cx="16548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itchFamily="2" charset="-122"/>
                <a:cs typeface="Arial" panose="020B0604020202020204" pitchFamily="34" charset="0"/>
              </a:endParaRPr>
            </a:p>
          </p:txBody>
        </p:sp>
        <p:sp>
          <p:nvSpPr>
            <p:cNvPr id="106" name="Line 10">
              <a:extLst>
                <a:ext uri="{FF2B5EF4-FFF2-40B4-BE49-F238E27FC236}">
                  <a16:creationId xmlns:a16="http://schemas.microsoft.com/office/drawing/2014/main" id="{5AF412EA-7A31-D641-88D9-8A66013EF937}"/>
                </a:ext>
              </a:extLst>
            </p:cNvPr>
            <p:cNvSpPr>
              <a:spLocks noChangeShapeType="1"/>
            </p:cNvSpPr>
            <p:nvPr/>
          </p:nvSpPr>
          <p:spPr bwMode="auto">
            <a:xfrm>
              <a:off x="5938671" y="4903114"/>
              <a:ext cx="0" cy="6849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itchFamily="2" charset="-122"/>
                <a:cs typeface="Arial" panose="020B0604020202020204" pitchFamily="34" charset="0"/>
              </a:endParaRPr>
            </a:p>
          </p:txBody>
        </p:sp>
        <p:sp>
          <p:nvSpPr>
            <p:cNvPr id="107" name="Line 11">
              <a:extLst>
                <a:ext uri="{FF2B5EF4-FFF2-40B4-BE49-F238E27FC236}">
                  <a16:creationId xmlns:a16="http://schemas.microsoft.com/office/drawing/2014/main" id="{7FD30E40-6DD8-5D45-965E-958F35A21BA1}"/>
                </a:ext>
              </a:extLst>
            </p:cNvPr>
            <p:cNvSpPr>
              <a:spLocks noChangeShapeType="1"/>
            </p:cNvSpPr>
            <p:nvPr/>
          </p:nvSpPr>
          <p:spPr bwMode="auto">
            <a:xfrm>
              <a:off x="6095354" y="4903114"/>
              <a:ext cx="0" cy="6849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itchFamily="2" charset="-122"/>
                <a:cs typeface="Arial" panose="020B0604020202020204" pitchFamily="34" charset="0"/>
              </a:endParaRPr>
            </a:p>
          </p:txBody>
        </p:sp>
        <p:sp>
          <p:nvSpPr>
            <p:cNvPr id="108" name="Line 12">
              <a:extLst>
                <a:ext uri="{FF2B5EF4-FFF2-40B4-BE49-F238E27FC236}">
                  <a16:creationId xmlns:a16="http://schemas.microsoft.com/office/drawing/2014/main" id="{E75CFE69-CEF5-5A4D-8F88-097F0D646517}"/>
                </a:ext>
              </a:extLst>
            </p:cNvPr>
            <p:cNvSpPr>
              <a:spLocks noChangeShapeType="1"/>
            </p:cNvSpPr>
            <p:nvPr/>
          </p:nvSpPr>
          <p:spPr bwMode="auto">
            <a:xfrm>
              <a:off x="4500354" y="5588070"/>
              <a:ext cx="143831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itchFamily="2" charset="-122"/>
                <a:cs typeface="Arial" panose="020B0604020202020204" pitchFamily="34" charset="0"/>
              </a:endParaRPr>
            </a:p>
          </p:txBody>
        </p:sp>
        <p:sp>
          <p:nvSpPr>
            <p:cNvPr id="112" name="Line 16">
              <a:extLst>
                <a:ext uri="{FF2B5EF4-FFF2-40B4-BE49-F238E27FC236}">
                  <a16:creationId xmlns:a16="http://schemas.microsoft.com/office/drawing/2014/main" id="{C2DD2782-365F-954A-AF6F-369B6ADE778C}"/>
                </a:ext>
              </a:extLst>
            </p:cNvPr>
            <p:cNvSpPr>
              <a:spLocks noChangeShapeType="1"/>
            </p:cNvSpPr>
            <p:nvPr/>
          </p:nvSpPr>
          <p:spPr bwMode="auto">
            <a:xfrm>
              <a:off x="6098875" y="5588070"/>
              <a:ext cx="44188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itchFamily="2" charset="-122"/>
                <a:cs typeface="Arial" panose="020B0604020202020204" pitchFamily="34" charset="0"/>
              </a:endParaRPr>
            </a:p>
          </p:txBody>
        </p:sp>
        <p:sp>
          <p:nvSpPr>
            <p:cNvPr id="114" name="Text Box 18">
              <a:extLst>
                <a:ext uri="{FF2B5EF4-FFF2-40B4-BE49-F238E27FC236}">
                  <a16:creationId xmlns:a16="http://schemas.microsoft.com/office/drawing/2014/main" id="{10AD6464-832A-0F46-A620-322F3FAC02EC}"/>
                </a:ext>
              </a:extLst>
            </p:cNvPr>
            <p:cNvSpPr txBox="1">
              <a:spLocks noChangeArrowheads="1"/>
            </p:cNvSpPr>
            <p:nvPr/>
          </p:nvSpPr>
          <p:spPr bwMode="auto">
            <a:xfrm>
              <a:off x="3699333" y="5039018"/>
              <a:ext cx="399630" cy="585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3200" b="0" i="1" u="none" strike="noStrike" kern="1200" cap="none" spc="0" normalizeH="0" baseline="0" noProof="0" dirty="0">
                  <a:ln>
                    <a:noFill/>
                  </a:ln>
                  <a:solidFill>
                    <a:srgbClr val="000000"/>
                  </a:solidFill>
                  <a:effectLst/>
                  <a:uLnTx/>
                  <a:uFillTx/>
                  <a:latin typeface="Arial" panose="020B0604020202020204" pitchFamily="34" charset="0"/>
                  <a:ea typeface="宋体" charset="-122"/>
                  <a:cs typeface="Arial" panose="020B0604020202020204" pitchFamily="34" charset="0"/>
                </a:rPr>
                <a:t>L</a:t>
              </a:r>
              <a:endParaRPr kumimoji="1" lang="en-US" altLang="zh-CN" sz="2400" b="0" i="1" u="none" strike="noStrike" kern="1200" cap="none" spc="0" normalizeH="0" baseline="0" noProof="0" dirty="0">
                <a:ln>
                  <a:noFill/>
                </a:ln>
                <a:solidFill>
                  <a:srgbClr val="000000"/>
                </a:solidFill>
                <a:effectLst/>
                <a:uLnTx/>
                <a:uFillTx/>
                <a:latin typeface="Arial" panose="020B0604020202020204" pitchFamily="34" charset="0"/>
                <a:ea typeface="宋体" charset="-122"/>
                <a:cs typeface="Arial" panose="020B0604020202020204" pitchFamily="34" charset="0"/>
              </a:endParaRPr>
            </a:p>
          </p:txBody>
        </p:sp>
        <p:sp>
          <p:nvSpPr>
            <p:cNvPr id="115" name="Text Box 19">
              <a:extLst>
                <a:ext uri="{FF2B5EF4-FFF2-40B4-BE49-F238E27FC236}">
                  <a16:creationId xmlns:a16="http://schemas.microsoft.com/office/drawing/2014/main" id="{55A03A7B-BB44-984F-B1AB-0DBAA8055023}"/>
                </a:ext>
              </a:extLst>
            </p:cNvPr>
            <p:cNvSpPr txBox="1">
              <a:spLocks noChangeArrowheads="1"/>
            </p:cNvSpPr>
            <p:nvPr/>
          </p:nvSpPr>
          <p:spPr bwMode="auto">
            <a:xfrm>
              <a:off x="5514838" y="5498476"/>
              <a:ext cx="801021" cy="4620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宋体" charset="-122"/>
                  <a:cs typeface="Arial" panose="020B0604020202020204" pitchFamily="34" charset="0"/>
                </a:rPr>
                <a:t>t</a:t>
              </a:r>
              <a:r>
                <a:rPr kumimoji="1" lang="en-US" altLang="zh-CN" sz="2400" b="0" i="0" u="none" strike="noStrike" kern="1200" cap="none" spc="0" normalizeH="0" baseline="-25000" noProof="0" dirty="0">
                  <a:ln>
                    <a:noFill/>
                  </a:ln>
                  <a:solidFill>
                    <a:srgbClr val="000000"/>
                  </a:solidFill>
                  <a:effectLst/>
                  <a:uLnTx/>
                  <a:uFillTx/>
                  <a:latin typeface="Arial" panose="020B0604020202020204" pitchFamily="34" charset="0"/>
                  <a:ea typeface="宋体" charset="-122"/>
                  <a:cs typeface="Arial" panose="020B0604020202020204" pitchFamily="34" charset="0"/>
                </a:rPr>
                <a:t>2</a:t>
              </a:r>
            </a:p>
          </p:txBody>
        </p:sp>
        <p:sp>
          <p:nvSpPr>
            <p:cNvPr id="116" name="Text Box 20">
              <a:extLst>
                <a:ext uri="{FF2B5EF4-FFF2-40B4-BE49-F238E27FC236}">
                  <a16:creationId xmlns:a16="http://schemas.microsoft.com/office/drawing/2014/main" id="{FDC05C6E-4F98-E64A-81C8-ABD6771CC477}"/>
                </a:ext>
              </a:extLst>
            </p:cNvPr>
            <p:cNvSpPr txBox="1">
              <a:spLocks noChangeArrowheads="1"/>
            </p:cNvSpPr>
            <p:nvPr/>
          </p:nvSpPr>
          <p:spPr bwMode="auto">
            <a:xfrm>
              <a:off x="4761350" y="5498476"/>
              <a:ext cx="797500" cy="4620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Arial" panose="020B0604020202020204" pitchFamily="34" charset="0"/>
                  <a:ea typeface="宋体" charset="-122"/>
                  <a:cs typeface="Arial" panose="020B0604020202020204" pitchFamily="34" charset="0"/>
                </a:rPr>
                <a:t>t</a:t>
              </a:r>
              <a:r>
                <a:rPr kumimoji="1" lang="en-US" altLang="zh-CN" sz="2400" b="0" i="0" u="none" strike="noStrike" kern="1200" cap="none" spc="0" normalizeH="0" baseline="-25000" noProof="0">
                  <a:ln>
                    <a:noFill/>
                  </a:ln>
                  <a:solidFill>
                    <a:srgbClr val="000000"/>
                  </a:solidFill>
                  <a:effectLst/>
                  <a:uLnTx/>
                  <a:uFillTx/>
                  <a:latin typeface="Arial" panose="020B0604020202020204" pitchFamily="34" charset="0"/>
                  <a:ea typeface="宋体" charset="-122"/>
                  <a:cs typeface="Arial" panose="020B0604020202020204" pitchFamily="34" charset="0"/>
                </a:rPr>
                <a:t>1</a:t>
              </a:r>
            </a:p>
          </p:txBody>
        </p:sp>
        <p:sp>
          <p:nvSpPr>
            <p:cNvPr id="119" name="Line 23">
              <a:extLst>
                <a:ext uri="{FF2B5EF4-FFF2-40B4-BE49-F238E27FC236}">
                  <a16:creationId xmlns:a16="http://schemas.microsoft.com/office/drawing/2014/main" id="{E02B1D4F-A827-D449-ACB7-D442FA1EC754}"/>
                </a:ext>
              </a:extLst>
            </p:cNvPr>
            <p:cNvSpPr>
              <a:spLocks noChangeShapeType="1"/>
            </p:cNvSpPr>
            <p:nvPr/>
          </p:nvSpPr>
          <p:spPr bwMode="auto">
            <a:xfrm flipV="1">
              <a:off x="6098875" y="5588070"/>
              <a:ext cx="0" cy="43670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itchFamily="2" charset="-122"/>
                <a:cs typeface="Arial" panose="020B0604020202020204" pitchFamily="34" charset="0"/>
              </a:endParaRPr>
            </a:p>
          </p:txBody>
        </p:sp>
        <p:sp>
          <p:nvSpPr>
            <p:cNvPr id="120" name="Line 24">
              <a:extLst>
                <a:ext uri="{FF2B5EF4-FFF2-40B4-BE49-F238E27FC236}">
                  <a16:creationId xmlns:a16="http://schemas.microsoft.com/office/drawing/2014/main" id="{4BBB0767-8681-0C4F-BC2A-807B3F3C76DF}"/>
                </a:ext>
              </a:extLst>
            </p:cNvPr>
            <p:cNvSpPr>
              <a:spLocks noChangeShapeType="1"/>
            </p:cNvSpPr>
            <p:nvPr/>
          </p:nvSpPr>
          <p:spPr bwMode="auto">
            <a:xfrm flipV="1">
              <a:off x="5938671" y="5588070"/>
              <a:ext cx="0" cy="43670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itchFamily="2" charset="-122"/>
                <a:cs typeface="Arial" panose="020B0604020202020204" pitchFamily="34" charset="0"/>
              </a:endParaRPr>
            </a:p>
          </p:txBody>
        </p:sp>
        <p:sp>
          <p:nvSpPr>
            <p:cNvPr id="121" name="Line 25">
              <a:extLst>
                <a:ext uri="{FF2B5EF4-FFF2-40B4-BE49-F238E27FC236}">
                  <a16:creationId xmlns:a16="http://schemas.microsoft.com/office/drawing/2014/main" id="{59508C57-816F-8C40-A548-79505D2FFC83}"/>
                </a:ext>
              </a:extLst>
            </p:cNvPr>
            <p:cNvSpPr>
              <a:spLocks noChangeShapeType="1"/>
            </p:cNvSpPr>
            <p:nvPr/>
          </p:nvSpPr>
          <p:spPr bwMode="auto">
            <a:xfrm>
              <a:off x="6098875" y="6028399"/>
              <a:ext cx="68306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itchFamily="2" charset="-122"/>
                <a:cs typeface="Arial" panose="020B0604020202020204" pitchFamily="34" charset="0"/>
              </a:endParaRPr>
            </a:p>
          </p:txBody>
        </p:sp>
        <p:sp>
          <p:nvSpPr>
            <p:cNvPr id="122" name="Line 26">
              <a:extLst>
                <a:ext uri="{FF2B5EF4-FFF2-40B4-BE49-F238E27FC236}">
                  <a16:creationId xmlns:a16="http://schemas.microsoft.com/office/drawing/2014/main" id="{7813E163-F1FC-2E4F-8CBF-01A84340FE2D}"/>
                </a:ext>
              </a:extLst>
            </p:cNvPr>
            <p:cNvSpPr>
              <a:spLocks noChangeShapeType="1"/>
            </p:cNvSpPr>
            <p:nvPr/>
          </p:nvSpPr>
          <p:spPr bwMode="auto">
            <a:xfrm flipH="1">
              <a:off x="5297854" y="6028399"/>
              <a:ext cx="64081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itchFamily="2" charset="-122"/>
                <a:cs typeface="Arial" panose="020B0604020202020204" pitchFamily="34" charset="0"/>
              </a:endParaRPr>
            </a:p>
          </p:txBody>
        </p:sp>
        <p:sp>
          <p:nvSpPr>
            <p:cNvPr id="123" name="Text Box 27">
              <a:extLst>
                <a:ext uri="{FF2B5EF4-FFF2-40B4-BE49-F238E27FC236}">
                  <a16:creationId xmlns:a16="http://schemas.microsoft.com/office/drawing/2014/main" id="{6977E8B0-545B-F847-B7AB-78A8F6AD6EEF}"/>
                </a:ext>
              </a:extLst>
            </p:cNvPr>
            <p:cNvSpPr txBox="1">
              <a:spLocks noChangeArrowheads="1"/>
            </p:cNvSpPr>
            <p:nvPr/>
          </p:nvSpPr>
          <p:spPr bwMode="auto">
            <a:xfrm>
              <a:off x="4998572" y="5959541"/>
              <a:ext cx="1498174" cy="4620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宋体" charset="-122"/>
                  <a:cs typeface="Arial" panose="020B0604020202020204" pitchFamily="34" charset="0"/>
                </a:rPr>
                <a:t>t</a:t>
              </a:r>
              <a:r>
                <a:rPr kumimoji="1" lang="en-US" altLang="zh-CN" sz="2400" b="0" i="0" u="none" strike="noStrike" kern="1200" cap="none" spc="0" normalizeH="0" baseline="-25000" noProof="0" dirty="0">
                  <a:ln>
                    <a:noFill/>
                  </a:ln>
                  <a:solidFill>
                    <a:srgbClr val="000000"/>
                  </a:solidFill>
                  <a:effectLst/>
                  <a:uLnTx/>
                  <a:uFillTx/>
                  <a:latin typeface="Arial" panose="020B0604020202020204" pitchFamily="34" charset="0"/>
                  <a:ea typeface="宋体" charset="-122"/>
                  <a:cs typeface="Arial" panose="020B0604020202020204" pitchFamily="34" charset="0"/>
                </a:rPr>
                <a:t>2</a:t>
              </a:r>
              <a:r>
                <a:rPr kumimoji="1" lang="zh-CN" altLang="en-US" sz="2400" b="0" i="0" u="none" strike="noStrike" kern="1200" cap="none" spc="0" normalizeH="0" baseline="0" noProof="0" dirty="0">
                  <a:ln>
                    <a:noFill/>
                  </a:ln>
                  <a:solidFill>
                    <a:srgbClr val="000000"/>
                  </a:solidFill>
                  <a:effectLst/>
                  <a:uLnTx/>
                  <a:uFillTx/>
                  <a:latin typeface="Arial" panose="020B0604020202020204" pitchFamily="34" charset="0"/>
                  <a:ea typeface="宋体" charset="-122"/>
                  <a:cs typeface="Arial" panose="020B0604020202020204" pitchFamily="34" charset="0"/>
                </a:rPr>
                <a:t>＋</a:t>
              </a:r>
              <a:r>
                <a:rPr kumimoji="1" lang="en-US" altLang="zh-CN" sz="2400" b="0" i="0" u="none" strike="noStrike" kern="1200" cap="none" spc="0" normalizeH="0" baseline="0" noProof="0" dirty="0" err="1">
                  <a:ln>
                    <a:noFill/>
                  </a:ln>
                  <a:solidFill>
                    <a:srgbClr val="000000"/>
                  </a:solidFill>
                  <a:effectLst/>
                  <a:uLnTx/>
                  <a:uFillTx/>
                  <a:latin typeface="Arial" panose="020B0604020202020204" pitchFamily="34" charset="0"/>
                  <a:ea typeface="宋体" charset="-122"/>
                  <a:cs typeface="Arial" panose="020B0604020202020204" pitchFamily="34" charset="0"/>
                </a:rPr>
                <a:t>t</a:t>
              </a:r>
              <a:r>
                <a:rPr kumimoji="1" lang="en-US" altLang="zh-CN" sz="2400" b="0" i="0" u="none" strike="noStrike" kern="1200" cap="none" spc="0" normalizeH="0" baseline="-25000" noProof="0" dirty="0" err="1">
                  <a:ln>
                    <a:noFill/>
                  </a:ln>
                  <a:solidFill>
                    <a:srgbClr val="000000"/>
                  </a:solidFill>
                  <a:effectLst/>
                  <a:uLnTx/>
                  <a:uFillTx/>
                  <a:latin typeface="Arial" panose="020B0604020202020204" pitchFamily="34" charset="0"/>
                  <a:ea typeface="宋体" charset="-122"/>
                  <a:cs typeface="Arial" panose="020B0604020202020204" pitchFamily="34" charset="0"/>
                </a:rPr>
                <a:t>pd</a:t>
              </a:r>
              <a:endParaRPr kumimoji="1" lang="en-US" altLang="zh-CN" sz="2400" b="0" i="0" u="none" strike="noStrike" kern="1200" cap="none" spc="0" normalizeH="0" baseline="-25000" noProof="0" dirty="0">
                <a:ln>
                  <a:noFill/>
                </a:ln>
                <a:solidFill>
                  <a:srgbClr val="000000"/>
                </a:solidFill>
                <a:effectLst/>
                <a:uLnTx/>
                <a:uFillTx/>
                <a:latin typeface="Arial" panose="020B0604020202020204" pitchFamily="34" charset="0"/>
                <a:ea typeface="宋体" charset="-122"/>
                <a:cs typeface="Arial" panose="020B0604020202020204" pitchFamily="34" charset="0"/>
              </a:endParaRPr>
            </a:p>
          </p:txBody>
        </p:sp>
        <p:grpSp>
          <p:nvGrpSpPr>
            <p:cNvPr id="80" name="Group 28">
              <a:extLst>
                <a:ext uri="{FF2B5EF4-FFF2-40B4-BE49-F238E27FC236}">
                  <a16:creationId xmlns:a16="http://schemas.microsoft.com/office/drawing/2014/main" id="{528C7B07-C17C-3F48-B1E1-FD6499AF317B}"/>
                </a:ext>
              </a:extLst>
            </p:cNvPr>
            <p:cNvGrpSpPr>
              <a:grpSpLocks/>
            </p:cNvGrpSpPr>
            <p:nvPr/>
          </p:nvGrpSpPr>
          <p:grpSpPr bwMode="auto">
            <a:xfrm>
              <a:off x="3662820" y="3263857"/>
              <a:ext cx="2878288" cy="2131739"/>
              <a:chOff x="1850" y="2372"/>
              <a:chExt cx="1635" cy="1176"/>
            </a:xfrm>
          </p:grpSpPr>
          <p:sp>
            <p:nvSpPr>
              <p:cNvPr id="81" name="Line 29">
                <a:extLst>
                  <a:ext uri="{FF2B5EF4-FFF2-40B4-BE49-F238E27FC236}">
                    <a16:creationId xmlns:a16="http://schemas.microsoft.com/office/drawing/2014/main" id="{2CC93A06-2B88-C943-B1FD-586842DEBEBB}"/>
                  </a:ext>
                </a:extLst>
              </p:cNvPr>
              <p:cNvSpPr>
                <a:spLocks noChangeShapeType="1"/>
              </p:cNvSpPr>
              <p:nvPr/>
            </p:nvSpPr>
            <p:spPr bwMode="auto">
              <a:xfrm>
                <a:off x="2214" y="2674"/>
                <a:ext cx="3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itchFamily="2" charset="-122"/>
                  <a:cs typeface="Arial" panose="020B0604020202020204" pitchFamily="34" charset="0"/>
                </a:endParaRPr>
              </a:p>
            </p:txBody>
          </p:sp>
          <p:sp>
            <p:nvSpPr>
              <p:cNvPr id="82" name="Line 30">
                <a:extLst>
                  <a:ext uri="{FF2B5EF4-FFF2-40B4-BE49-F238E27FC236}">
                    <a16:creationId xmlns:a16="http://schemas.microsoft.com/office/drawing/2014/main" id="{6A78ED2F-DBD1-3848-8FEA-89610B051512}"/>
                  </a:ext>
                </a:extLst>
              </p:cNvPr>
              <p:cNvSpPr>
                <a:spLocks noChangeShapeType="1"/>
              </p:cNvSpPr>
              <p:nvPr/>
            </p:nvSpPr>
            <p:spPr bwMode="auto">
              <a:xfrm flipV="1">
                <a:off x="2577" y="2372"/>
                <a:ext cx="0" cy="30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itchFamily="2" charset="-122"/>
                  <a:cs typeface="Arial" panose="020B0604020202020204" pitchFamily="34" charset="0"/>
                </a:endParaRPr>
              </a:p>
            </p:txBody>
          </p:sp>
          <p:sp>
            <p:nvSpPr>
              <p:cNvPr id="83" name="Line 31">
                <a:extLst>
                  <a:ext uri="{FF2B5EF4-FFF2-40B4-BE49-F238E27FC236}">
                    <a16:creationId xmlns:a16="http://schemas.microsoft.com/office/drawing/2014/main" id="{29C5246D-8FA7-2E40-B1D2-185BBE771B15}"/>
                  </a:ext>
                </a:extLst>
              </p:cNvPr>
              <p:cNvSpPr>
                <a:spLocks noChangeShapeType="1"/>
              </p:cNvSpPr>
              <p:nvPr/>
            </p:nvSpPr>
            <p:spPr bwMode="auto">
              <a:xfrm>
                <a:off x="2577" y="2372"/>
                <a:ext cx="4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itchFamily="2" charset="-122"/>
                  <a:cs typeface="Arial" panose="020B0604020202020204" pitchFamily="34" charset="0"/>
                </a:endParaRPr>
              </a:p>
            </p:txBody>
          </p:sp>
          <p:sp>
            <p:nvSpPr>
              <p:cNvPr id="84" name="Line 32">
                <a:extLst>
                  <a:ext uri="{FF2B5EF4-FFF2-40B4-BE49-F238E27FC236}">
                    <a16:creationId xmlns:a16="http://schemas.microsoft.com/office/drawing/2014/main" id="{51D8BC0D-3D7F-7245-95D7-C204D654C468}"/>
                  </a:ext>
                </a:extLst>
              </p:cNvPr>
              <p:cNvSpPr>
                <a:spLocks noChangeShapeType="1"/>
              </p:cNvSpPr>
              <p:nvPr/>
            </p:nvSpPr>
            <p:spPr bwMode="auto">
              <a:xfrm>
                <a:off x="3031" y="2372"/>
                <a:ext cx="0" cy="30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itchFamily="2" charset="-122"/>
                  <a:cs typeface="Arial" panose="020B0604020202020204" pitchFamily="34" charset="0"/>
                </a:endParaRPr>
              </a:p>
            </p:txBody>
          </p:sp>
          <p:sp>
            <p:nvSpPr>
              <p:cNvPr id="85" name="Line 33">
                <a:extLst>
                  <a:ext uri="{FF2B5EF4-FFF2-40B4-BE49-F238E27FC236}">
                    <a16:creationId xmlns:a16="http://schemas.microsoft.com/office/drawing/2014/main" id="{A1230DB1-035E-9044-8223-1A864B90BCF7}"/>
                  </a:ext>
                </a:extLst>
              </p:cNvPr>
              <p:cNvSpPr>
                <a:spLocks noChangeShapeType="1"/>
              </p:cNvSpPr>
              <p:nvPr/>
            </p:nvSpPr>
            <p:spPr bwMode="auto">
              <a:xfrm>
                <a:off x="3031" y="2674"/>
                <a:ext cx="3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itchFamily="2" charset="-122"/>
                  <a:cs typeface="Arial" panose="020B0604020202020204" pitchFamily="34" charset="0"/>
                </a:endParaRPr>
              </a:p>
            </p:txBody>
          </p:sp>
          <p:sp>
            <p:nvSpPr>
              <p:cNvPr id="90" name="Line 38">
                <a:extLst>
                  <a:ext uri="{FF2B5EF4-FFF2-40B4-BE49-F238E27FC236}">
                    <a16:creationId xmlns:a16="http://schemas.microsoft.com/office/drawing/2014/main" id="{5D1FA3F2-C416-474C-8E35-715EC4CA3164}"/>
                  </a:ext>
                </a:extLst>
              </p:cNvPr>
              <p:cNvSpPr>
                <a:spLocks noChangeShapeType="1"/>
              </p:cNvSpPr>
              <p:nvPr/>
            </p:nvSpPr>
            <p:spPr bwMode="auto">
              <a:xfrm flipV="1">
                <a:off x="2305" y="2899"/>
                <a:ext cx="3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itchFamily="2" charset="-122"/>
                  <a:cs typeface="Arial" panose="020B0604020202020204" pitchFamily="34" charset="0"/>
                </a:endParaRPr>
              </a:p>
            </p:txBody>
          </p:sp>
          <p:sp>
            <p:nvSpPr>
              <p:cNvPr id="91" name="Line 39">
                <a:extLst>
                  <a:ext uri="{FF2B5EF4-FFF2-40B4-BE49-F238E27FC236}">
                    <a16:creationId xmlns:a16="http://schemas.microsoft.com/office/drawing/2014/main" id="{FFAA3AE9-BEF8-B042-9679-8636370878A9}"/>
                  </a:ext>
                </a:extLst>
              </p:cNvPr>
              <p:cNvSpPr>
                <a:spLocks noChangeShapeType="1"/>
              </p:cNvSpPr>
              <p:nvPr/>
            </p:nvSpPr>
            <p:spPr bwMode="auto">
              <a:xfrm>
                <a:off x="2667" y="2899"/>
                <a:ext cx="0" cy="30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itchFamily="2" charset="-122"/>
                  <a:cs typeface="Arial" panose="020B0604020202020204" pitchFamily="34" charset="0"/>
                </a:endParaRPr>
              </a:p>
            </p:txBody>
          </p:sp>
          <p:sp>
            <p:nvSpPr>
              <p:cNvPr id="92" name="Line 40">
                <a:extLst>
                  <a:ext uri="{FF2B5EF4-FFF2-40B4-BE49-F238E27FC236}">
                    <a16:creationId xmlns:a16="http://schemas.microsoft.com/office/drawing/2014/main" id="{7B8C5817-DF5E-F64B-8D9B-9082A2283E4D}"/>
                  </a:ext>
                </a:extLst>
              </p:cNvPr>
              <p:cNvSpPr>
                <a:spLocks noChangeShapeType="1"/>
              </p:cNvSpPr>
              <p:nvPr/>
            </p:nvSpPr>
            <p:spPr bwMode="auto">
              <a:xfrm flipV="1">
                <a:off x="2667" y="3201"/>
                <a:ext cx="45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itchFamily="2" charset="-122"/>
                  <a:cs typeface="Arial" panose="020B0604020202020204" pitchFamily="34" charset="0"/>
                </a:endParaRPr>
              </a:p>
            </p:txBody>
          </p:sp>
          <p:sp>
            <p:nvSpPr>
              <p:cNvPr id="93" name="Line 41">
                <a:extLst>
                  <a:ext uri="{FF2B5EF4-FFF2-40B4-BE49-F238E27FC236}">
                    <a16:creationId xmlns:a16="http://schemas.microsoft.com/office/drawing/2014/main" id="{415AD24D-A1DF-F24F-A578-8E3ECB02C1AA}"/>
                  </a:ext>
                </a:extLst>
              </p:cNvPr>
              <p:cNvSpPr>
                <a:spLocks noChangeShapeType="1"/>
              </p:cNvSpPr>
              <p:nvPr/>
            </p:nvSpPr>
            <p:spPr bwMode="auto">
              <a:xfrm flipV="1">
                <a:off x="3122" y="2899"/>
                <a:ext cx="0" cy="30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itchFamily="2" charset="-122"/>
                  <a:cs typeface="Arial" panose="020B0604020202020204" pitchFamily="34" charset="0"/>
                </a:endParaRPr>
              </a:p>
            </p:txBody>
          </p:sp>
          <p:sp>
            <p:nvSpPr>
              <p:cNvPr id="94" name="Line 42">
                <a:extLst>
                  <a:ext uri="{FF2B5EF4-FFF2-40B4-BE49-F238E27FC236}">
                    <a16:creationId xmlns:a16="http://schemas.microsoft.com/office/drawing/2014/main" id="{9ABBB083-082F-944F-9B12-34387D7ACD05}"/>
                  </a:ext>
                </a:extLst>
              </p:cNvPr>
              <p:cNvSpPr>
                <a:spLocks noChangeShapeType="1"/>
              </p:cNvSpPr>
              <p:nvPr/>
            </p:nvSpPr>
            <p:spPr bwMode="auto">
              <a:xfrm flipV="1">
                <a:off x="3122" y="2899"/>
                <a:ext cx="3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itchFamily="2" charset="-122"/>
                  <a:cs typeface="Arial" panose="020B0604020202020204" pitchFamily="34" charset="0"/>
                </a:endParaRPr>
              </a:p>
            </p:txBody>
          </p:sp>
          <p:sp>
            <p:nvSpPr>
              <p:cNvPr id="100" name="Text Box 48">
                <a:extLst>
                  <a:ext uri="{FF2B5EF4-FFF2-40B4-BE49-F238E27FC236}">
                    <a16:creationId xmlns:a16="http://schemas.microsoft.com/office/drawing/2014/main" id="{AF3282C6-8EDD-1C40-98E5-C1CA8A0D8A4F}"/>
                  </a:ext>
                </a:extLst>
              </p:cNvPr>
              <p:cNvSpPr txBox="1">
                <a:spLocks noChangeArrowheads="1"/>
              </p:cNvSpPr>
              <p:nvPr/>
            </p:nvSpPr>
            <p:spPr bwMode="auto">
              <a:xfrm>
                <a:off x="1850" y="2522"/>
                <a:ext cx="455"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3200" b="0" i="1" u="none" strike="noStrike" kern="1200" cap="none" spc="0" normalizeH="0" baseline="0" noProof="0" dirty="0">
                    <a:ln>
                      <a:noFill/>
                    </a:ln>
                    <a:solidFill>
                      <a:srgbClr val="000000"/>
                    </a:solidFill>
                    <a:effectLst/>
                    <a:uLnTx/>
                    <a:uFillTx/>
                    <a:latin typeface="Arial" panose="020B0604020202020204" pitchFamily="34" charset="0"/>
                    <a:ea typeface="宋体" charset="-122"/>
                    <a:cs typeface="Arial" panose="020B0604020202020204" pitchFamily="34" charset="0"/>
                  </a:rPr>
                  <a:t>A</a:t>
                </a:r>
              </a:p>
            </p:txBody>
          </p:sp>
          <p:sp>
            <p:nvSpPr>
              <p:cNvPr id="101" name="Line 49">
                <a:extLst>
                  <a:ext uri="{FF2B5EF4-FFF2-40B4-BE49-F238E27FC236}">
                    <a16:creationId xmlns:a16="http://schemas.microsoft.com/office/drawing/2014/main" id="{02E13284-6885-9F45-A149-A02F7C071C51}"/>
                  </a:ext>
                </a:extLst>
              </p:cNvPr>
              <p:cNvSpPr>
                <a:spLocks noChangeShapeType="1"/>
              </p:cNvSpPr>
              <p:nvPr/>
            </p:nvSpPr>
            <p:spPr bwMode="auto">
              <a:xfrm>
                <a:off x="2395" y="3050"/>
                <a:ext cx="18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itchFamily="2" charset="-122"/>
                  <a:cs typeface="Arial" panose="020B0604020202020204" pitchFamily="34" charset="0"/>
                </a:endParaRPr>
              </a:p>
            </p:txBody>
          </p:sp>
          <p:sp>
            <p:nvSpPr>
              <p:cNvPr id="102" name="Line 50">
                <a:extLst>
                  <a:ext uri="{FF2B5EF4-FFF2-40B4-BE49-F238E27FC236}">
                    <a16:creationId xmlns:a16="http://schemas.microsoft.com/office/drawing/2014/main" id="{56FDC420-EB81-6A43-AA27-204036F26CEA}"/>
                  </a:ext>
                </a:extLst>
              </p:cNvPr>
              <p:cNvSpPr>
                <a:spLocks noChangeShapeType="1"/>
              </p:cNvSpPr>
              <p:nvPr/>
            </p:nvSpPr>
            <p:spPr bwMode="auto">
              <a:xfrm flipH="1">
                <a:off x="2667" y="3050"/>
                <a:ext cx="18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itchFamily="2" charset="-122"/>
                  <a:cs typeface="Arial" panose="020B0604020202020204" pitchFamily="34" charset="0"/>
                </a:endParaRPr>
              </a:p>
            </p:txBody>
          </p:sp>
          <p:sp>
            <p:nvSpPr>
              <p:cNvPr id="103" name="Text Box 51">
                <a:extLst>
                  <a:ext uri="{FF2B5EF4-FFF2-40B4-BE49-F238E27FC236}">
                    <a16:creationId xmlns:a16="http://schemas.microsoft.com/office/drawing/2014/main" id="{AEBE0776-178C-9442-A5AB-2EF495AA93DC}"/>
                  </a:ext>
                </a:extLst>
              </p:cNvPr>
              <p:cNvSpPr txBox="1">
                <a:spLocks noChangeArrowheads="1"/>
              </p:cNvSpPr>
              <p:nvPr/>
            </p:nvSpPr>
            <p:spPr bwMode="auto">
              <a:xfrm>
                <a:off x="2577" y="2674"/>
                <a:ext cx="453"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err="1">
                    <a:ln>
                      <a:noFill/>
                    </a:ln>
                    <a:solidFill>
                      <a:srgbClr val="000000"/>
                    </a:solidFill>
                    <a:effectLst/>
                    <a:uLnTx/>
                    <a:uFillTx/>
                    <a:latin typeface="Arial" panose="020B0604020202020204" pitchFamily="34" charset="0"/>
                    <a:ea typeface="宋体" charset="-122"/>
                    <a:cs typeface="Arial" panose="020B0604020202020204" pitchFamily="34" charset="0"/>
                  </a:rPr>
                  <a:t>t</a:t>
                </a:r>
                <a:r>
                  <a:rPr kumimoji="1" lang="en-US" altLang="zh-CN" sz="2400" b="0" i="0" u="none" strike="noStrike" kern="1200" cap="none" spc="0" normalizeH="0" baseline="-25000" noProof="0" dirty="0" err="1">
                    <a:ln>
                      <a:noFill/>
                    </a:ln>
                    <a:solidFill>
                      <a:srgbClr val="000000"/>
                    </a:solidFill>
                    <a:effectLst/>
                    <a:uLnTx/>
                    <a:uFillTx/>
                    <a:latin typeface="Arial" panose="020B0604020202020204" pitchFamily="34" charset="0"/>
                    <a:ea typeface="宋体" charset="-122"/>
                    <a:cs typeface="Arial" panose="020B0604020202020204" pitchFamily="34" charset="0"/>
                  </a:rPr>
                  <a:t>pd</a:t>
                </a:r>
                <a:endParaRPr kumimoji="1" lang="en-US" altLang="zh-CN" sz="2400" b="0" i="0" u="none" strike="noStrike" kern="1200" cap="none" spc="0" normalizeH="0" baseline="-25000" noProof="0" dirty="0">
                  <a:ln>
                    <a:noFill/>
                  </a:ln>
                  <a:solidFill>
                    <a:srgbClr val="000000"/>
                  </a:solidFill>
                  <a:effectLst/>
                  <a:uLnTx/>
                  <a:uFillTx/>
                  <a:latin typeface="Arial" panose="020B0604020202020204" pitchFamily="34" charset="0"/>
                  <a:ea typeface="宋体" charset="-122"/>
                  <a:cs typeface="Arial" panose="020B0604020202020204" pitchFamily="34" charset="0"/>
                </a:endParaRPr>
              </a:p>
            </p:txBody>
          </p:sp>
          <p:sp>
            <p:nvSpPr>
              <p:cNvPr id="47" name="Line 49">
                <a:extLst>
                  <a:ext uri="{FF2B5EF4-FFF2-40B4-BE49-F238E27FC236}">
                    <a16:creationId xmlns:a16="http://schemas.microsoft.com/office/drawing/2014/main" id="{661438AE-CF5A-364D-837B-8840B3CD3634}"/>
                  </a:ext>
                </a:extLst>
              </p:cNvPr>
              <p:cNvSpPr>
                <a:spLocks noChangeShapeType="1"/>
              </p:cNvSpPr>
              <p:nvPr/>
            </p:nvSpPr>
            <p:spPr bwMode="auto">
              <a:xfrm>
                <a:off x="2864" y="3441"/>
                <a:ext cx="18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itchFamily="2" charset="-122"/>
                  <a:cs typeface="Arial" panose="020B0604020202020204" pitchFamily="34" charset="0"/>
                </a:endParaRPr>
              </a:p>
            </p:txBody>
          </p:sp>
          <p:sp>
            <p:nvSpPr>
              <p:cNvPr id="48" name="Line 50">
                <a:extLst>
                  <a:ext uri="{FF2B5EF4-FFF2-40B4-BE49-F238E27FC236}">
                    <a16:creationId xmlns:a16="http://schemas.microsoft.com/office/drawing/2014/main" id="{C43AB2B2-7CE4-8F4A-B443-5DFD2DA26BC5}"/>
                  </a:ext>
                </a:extLst>
              </p:cNvPr>
              <p:cNvSpPr>
                <a:spLocks noChangeShapeType="1"/>
              </p:cNvSpPr>
              <p:nvPr/>
            </p:nvSpPr>
            <p:spPr bwMode="auto">
              <a:xfrm flipH="1">
                <a:off x="3136" y="3441"/>
                <a:ext cx="18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itchFamily="2" charset="-122"/>
                  <a:cs typeface="Arial" panose="020B0604020202020204" pitchFamily="34" charset="0"/>
                </a:endParaRPr>
              </a:p>
            </p:txBody>
          </p:sp>
          <p:sp>
            <p:nvSpPr>
              <p:cNvPr id="49" name="Text Box 51">
                <a:extLst>
                  <a:ext uri="{FF2B5EF4-FFF2-40B4-BE49-F238E27FC236}">
                    <a16:creationId xmlns:a16="http://schemas.microsoft.com/office/drawing/2014/main" id="{66C73238-3242-694E-BF04-5E9C525346DD}"/>
                  </a:ext>
                </a:extLst>
              </p:cNvPr>
              <p:cNvSpPr txBox="1">
                <a:spLocks noChangeArrowheads="1"/>
              </p:cNvSpPr>
              <p:nvPr/>
            </p:nvSpPr>
            <p:spPr bwMode="auto">
              <a:xfrm>
                <a:off x="2654" y="3293"/>
                <a:ext cx="453"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err="1">
                    <a:ln>
                      <a:noFill/>
                    </a:ln>
                    <a:solidFill>
                      <a:srgbClr val="000000"/>
                    </a:solidFill>
                    <a:effectLst/>
                    <a:uLnTx/>
                    <a:uFillTx/>
                    <a:latin typeface="Arial" panose="020B0604020202020204" pitchFamily="34" charset="0"/>
                    <a:ea typeface="宋体" charset="-122"/>
                    <a:cs typeface="Arial" panose="020B0604020202020204" pitchFamily="34" charset="0"/>
                  </a:rPr>
                  <a:t>t</a:t>
                </a:r>
                <a:r>
                  <a:rPr kumimoji="1" lang="en-US" altLang="zh-CN" sz="2400" b="0" i="0" u="none" strike="noStrike" kern="1200" cap="none" spc="0" normalizeH="0" baseline="-25000" noProof="0" dirty="0" err="1">
                    <a:ln>
                      <a:noFill/>
                    </a:ln>
                    <a:solidFill>
                      <a:srgbClr val="000000"/>
                    </a:solidFill>
                    <a:effectLst/>
                    <a:uLnTx/>
                    <a:uFillTx/>
                    <a:latin typeface="Arial" panose="020B0604020202020204" pitchFamily="34" charset="0"/>
                    <a:ea typeface="宋体" charset="-122"/>
                    <a:cs typeface="Arial" panose="020B0604020202020204" pitchFamily="34" charset="0"/>
                  </a:rPr>
                  <a:t>pd</a:t>
                </a:r>
                <a:endParaRPr kumimoji="1" lang="en-US" altLang="zh-CN" sz="2400" b="0" i="0" u="none" strike="noStrike" kern="1200" cap="none" spc="0" normalizeH="0" baseline="-25000" noProof="0" dirty="0">
                  <a:ln>
                    <a:noFill/>
                  </a:ln>
                  <a:solidFill>
                    <a:srgbClr val="000000"/>
                  </a:solidFill>
                  <a:effectLst/>
                  <a:uLnTx/>
                  <a:uFillTx/>
                  <a:latin typeface="Arial" panose="020B0604020202020204" pitchFamily="34" charset="0"/>
                  <a:ea typeface="宋体" charset="-122"/>
                  <a:cs typeface="Arial" panose="020B0604020202020204" pitchFamily="34" charset="0"/>
                </a:endParaRPr>
              </a:p>
            </p:txBody>
          </p:sp>
          <p:sp>
            <p:nvSpPr>
              <p:cNvPr id="8" name="Text Box 48">
                <a:extLst>
                  <a:ext uri="{FF2B5EF4-FFF2-40B4-BE49-F238E27FC236}">
                    <a16:creationId xmlns:a16="http://schemas.microsoft.com/office/drawing/2014/main" id="{1F4ACF68-4DC2-8DDF-2CD0-822B55834066}"/>
                  </a:ext>
                </a:extLst>
              </p:cNvPr>
              <p:cNvSpPr txBox="1">
                <a:spLocks noChangeArrowheads="1"/>
              </p:cNvSpPr>
              <p:nvPr/>
            </p:nvSpPr>
            <p:spPr bwMode="auto">
              <a:xfrm>
                <a:off x="1850" y="2783"/>
                <a:ext cx="455"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3200" b="0" i="1" u="none" strike="noStrike" kern="1200" cap="none" spc="0" normalizeH="0" baseline="0" noProof="0" dirty="0">
                    <a:ln>
                      <a:noFill/>
                    </a:ln>
                    <a:solidFill>
                      <a:srgbClr val="000000"/>
                    </a:solidFill>
                    <a:effectLst/>
                    <a:uLnTx/>
                    <a:uFillTx/>
                    <a:latin typeface="Arial" panose="020B0604020202020204" pitchFamily="34" charset="0"/>
                    <a:ea typeface="宋体" charset="-122"/>
                    <a:cs typeface="Arial" panose="020B0604020202020204" pitchFamily="34" charset="0"/>
                  </a:rPr>
                  <a:t>A’</a:t>
                </a:r>
              </a:p>
            </p:txBody>
          </p:sp>
        </p:grpSp>
      </p:grpSp>
      <p:sp>
        <p:nvSpPr>
          <p:cNvPr id="131" name="TextBox 130">
            <a:extLst>
              <a:ext uri="{FF2B5EF4-FFF2-40B4-BE49-F238E27FC236}">
                <a16:creationId xmlns:a16="http://schemas.microsoft.com/office/drawing/2014/main" id="{ECEED477-C492-A04D-80B8-0D1C6357538E}"/>
              </a:ext>
            </a:extLst>
          </p:cNvPr>
          <p:cNvSpPr txBox="1">
            <a:spLocks noChangeArrowheads="1"/>
          </p:cNvSpPr>
          <p:nvPr/>
        </p:nvSpPr>
        <p:spPr bwMode="auto">
          <a:xfrm>
            <a:off x="6027450" y="1826821"/>
            <a:ext cx="2619596"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lang="zh-CN" altLang="en-US" sz="2800" b="0" dirty="0">
                <a:solidFill>
                  <a:srgbClr val="000000"/>
                </a:solidFill>
                <a:latin typeface="黑体" panose="02010609060101010101" pitchFamily="49" charset="-122"/>
                <a:ea typeface="黑体" panose="02010609060101010101" pitchFamily="49" charset="-122"/>
                <a:cs typeface="Arial" panose="020B0604020202020204" pitchFamily="34" charset="0"/>
              </a:rPr>
              <a:t>理想地</a:t>
            </a:r>
            <a:r>
              <a:rPr kumimoji="0" lang="en-US" altLang="zh-CN" sz="2800" b="0" i="0" u="none" strike="noStrike" kern="1200" cap="none" spc="0" normalizeH="0" baseline="0" noProof="0" dirty="0">
                <a:ln>
                  <a:noFill/>
                </a:ln>
                <a:solidFill>
                  <a:srgbClr val="000000"/>
                </a:solidFill>
                <a:effectLst/>
                <a:uLnTx/>
                <a:uFillTx/>
                <a:latin typeface="Arial" panose="020B0604020202020204" pitchFamily="34" charset="0"/>
                <a:ea typeface="宋体" charset="-122"/>
                <a:cs typeface="Arial" panose="020B0604020202020204" pitchFamily="34" charset="0"/>
              </a:rPr>
              <a:t>, B = 0</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Arial" panose="020B0604020202020204" pitchFamily="34" charset="0"/>
                <a:ea typeface="宋体" charset="-122"/>
                <a:cs typeface="Arial" panose="020B0604020202020204" pitchFamily="34" charset="0"/>
                <a:sym typeface="Wingdings" pitchFamily="2" charset="2"/>
              </a:rPr>
              <a:t></a:t>
            </a:r>
            <a:r>
              <a:rPr kumimoji="0" lang="en-US" altLang="zh-CN" sz="2800" b="0" i="0" u="none" strike="noStrike" kern="1200" cap="none" spc="0" normalizeH="0" baseline="0" noProof="0" dirty="0">
                <a:ln>
                  <a:noFill/>
                </a:ln>
                <a:solidFill>
                  <a:srgbClr val="000000"/>
                </a:solidFill>
                <a:effectLst/>
                <a:uLnTx/>
                <a:uFillTx/>
                <a:latin typeface="Arial" panose="020B0604020202020204" pitchFamily="34" charset="0"/>
                <a:ea typeface="宋体" charset="-122"/>
                <a:cs typeface="Arial" panose="020B0604020202020204" pitchFamily="34" charset="0"/>
              </a:rPr>
              <a:t>L=(A’+A)’</a:t>
            </a:r>
            <a:r>
              <a:rPr kumimoji="0" lang="en-US" altLang="zh-CN" sz="2800" b="0" i="0" u="none" strike="noStrike" kern="1200" cap="none" spc="0" normalizeH="0" baseline="0" noProof="0" dirty="0">
                <a:ln>
                  <a:noFill/>
                </a:ln>
                <a:solidFill>
                  <a:srgbClr val="000000"/>
                </a:solidFill>
                <a:effectLst/>
                <a:uLnTx/>
                <a:uFillTx/>
                <a:latin typeface="Arial" panose="020B0604020202020204" pitchFamily="34" charset="0"/>
                <a:ea typeface="宋体" charset="-122"/>
                <a:cs typeface="Arial" panose="020B0604020202020204" pitchFamily="34" charset="0"/>
                <a:sym typeface="Symbol" pitchFamily="18" charset="2"/>
              </a:rPr>
              <a:t>=0</a:t>
            </a:r>
            <a:endParaRPr kumimoji="0" lang="zh-CN" altLang="en-US" sz="2800" b="0" i="0" u="none" strike="noStrike" kern="1200" cap="none" spc="0" normalizeH="0" baseline="0" noProof="0" dirty="0">
              <a:ln>
                <a:noFill/>
              </a:ln>
              <a:solidFill>
                <a:srgbClr val="000000"/>
              </a:solidFill>
              <a:effectLst/>
              <a:uLnTx/>
              <a:uFillTx/>
              <a:latin typeface="Arial" panose="020B0604020202020204" pitchFamily="34" charset="0"/>
              <a:ea typeface="宋体" charset="-122"/>
              <a:cs typeface="Arial" panose="020B0604020202020204" pitchFamily="34" charset="0"/>
            </a:endParaRPr>
          </a:p>
        </p:txBody>
      </p:sp>
      <p:sp>
        <p:nvSpPr>
          <p:cNvPr id="149" name="Text Box 57">
            <a:extLst>
              <a:ext uri="{FF2B5EF4-FFF2-40B4-BE49-F238E27FC236}">
                <a16:creationId xmlns:a16="http://schemas.microsoft.com/office/drawing/2014/main" id="{55277D6B-F0EE-DF47-9574-464F22AC5BF4}"/>
              </a:ext>
            </a:extLst>
          </p:cNvPr>
          <p:cNvSpPr txBox="1">
            <a:spLocks noChangeArrowheads="1"/>
          </p:cNvSpPr>
          <p:nvPr/>
        </p:nvSpPr>
        <p:spPr bwMode="auto">
          <a:xfrm>
            <a:off x="985911" y="2575756"/>
            <a:ext cx="7477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noFill/>
                </a:ln>
                <a:solidFill>
                  <a:srgbClr val="000000"/>
                </a:solidFill>
                <a:effectLst/>
                <a:uLnTx/>
                <a:uFillTx/>
                <a:latin typeface="Arial" panose="020B0604020202020204" pitchFamily="34" charset="0"/>
                <a:ea typeface="宋体" charset="-122"/>
                <a:cs typeface="Arial" panose="020B0604020202020204" pitchFamily="34" charset="0"/>
              </a:rPr>
              <a:t>0</a:t>
            </a:r>
            <a:endParaRPr kumimoji="1" lang="en-US" altLang="zh-CN" sz="2400" b="0" i="0" u="none" strike="noStrike" kern="1200" cap="none" spc="0" normalizeH="0" baseline="0" noProof="0">
              <a:ln>
                <a:noFill/>
              </a:ln>
              <a:solidFill>
                <a:srgbClr val="000000"/>
              </a:solidFill>
              <a:effectLst/>
              <a:uLnTx/>
              <a:uFillTx/>
              <a:latin typeface="Arial" panose="020B0604020202020204" pitchFamily="34" charset="0"/>
              <a:ea typeface="宋体" charset="-122"/>
              <a:cs typeface="Arial" panose="020B0604020202020204" pitchFamily="34" charset="0"/>
            </a:endParaRPr>
          </a:p>
        </p:txBody>
      </p:sp>
      <p:sp>
        <p:nvSpPr>
          <p:cNvPr id="150" name="Text Box 60">
            <a:extLst>
              <a:ext uri="{FF2B5EF4-FFF2-40B4-BE49-F238E27FC236}">
                <a16:creationId xmlns:a16="http://schemas.microsoft.com/office/drawing/2014/main" id="{4C8DB4EB-DB1D-4F43-B59A-A83E67E4F095}"/>
              </a:ext>
            </a:extLst>
          </p:cNvPr>
          <p:cNvSpPr txBox="1">
            <a:spLocks noChangeArrowheads="1"/>
          </p:cNvSpPr>
          <p:nvPr/>
        </p:nvSpPr>
        <p:spPr bwMode="auto">
          <a:xfrm>
            <a:off x="4370461" y="1907143"/>
            <a:ext cx="498475"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宋体" charset="-122"/>
                <a:cs typeface="Arial" panose="020B0604020202020204" pitchFamily="34" charset="0"/>
              </a:rPr>
              <a:t>2</a:t>
            </a:r>
          </a:p>
        </p:txBody>
      </p:sp>
      <p:sp>
        <p:nvSpPr>
          <p:cNvPr id="151" name="Text Box 61">
            <a:extLst>
              <a:ext uri="{FF2B5EF4-FFF2-40B4-BE49-F238E27FC236}">
                <a16:creationId xmlns:a16="http://schemas.microsoft.com/office/drawing/2014/main" id="{7BD60B28-DF2D-C249-B9EE-700646F73CEA}"/>
              </a:ext>
            </a:extLst>
          </p:cNvPr>
          <p:cNvSpPr txBox="1">
            <a:spLocks noChangeArrowheads="1"/>
          </p:cNvSpPr>
          <p:nvPr/>
        </p:nvSpPr>
        <p:spPr bwMode="auto">
          <a:xfrm>
            <a:off x="1985293" y="2159170"/>
            <a:ext cx="498475"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宋体" charset="-122"/>
                <a:cs typeface="Arial" panose="020B0604020202020204" pitchFamily="34" charset="0"/>
              </a:rPr>
              <a:t>1</a:t>
            </a:r>
          </a:p>
        </p:txBody>
      </p:sp>
      <p:sp>
        <p:nvSpPr>
          <p:cNvPr id="152" name="圆角矩形 5">
            <a:extLst>
              <a:ext uri="{FF2B5EF4-FFF2-40B4-BE49-F238E27FC236}">
                <a16:creationId xmlns:a16="http://schemas.microsoft.com/office/drawing/2014/main" id="{396512BD-992A-F34F-BD5A-2ACC222BA972}"/>
              </a:ext>
            </a:extLst>
          </p:cNvPr>
          <p:cNvSpPr/>
          <p:nvPr/>
        </p:nvSpPr>
        <p:spPr bwMode="auto">
          <a:xfrm>
            <a:off x="1135850" y="1921791"/>
            <a:ext cx="1500408" cy="1009651"/>
          </a:xfrm>
          <a:prstGeom prst="roundRect">
            <a:avLst>
              <a:gd name="adj" fmla="val 6027"/>
            </a:avLst>
          </a:prstGeom>
          <a:no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itchFamily="2" charset="-122"/>
              <a:cs typeface="Arial" panose="020B0604020202020204" pitchFamily="34" charset="0"/>
            </a:endParaRPr>
          </a:p>
        </p:txBody>
      </p:sp>
      <p:sp>
        <p:nvSpPr>
          <p:cNvPr id="3" name="Text Box 48">
            <a:extLst>
              <a:ext uri="{FF2B5EF4-FFF2-40B4-BE49-F238E27FC236}">
                <a16:creationId xmlns:a16="http://schemas.microsoft.com/office/drawing/2014/main" id="{EA821BFF-97FC-A339-2F12-AB7E94623D24}"/>
              </a:ext>
            </a:extLst>
          </p:cNvPr>
          <p:cNvSpPr txBox="1">
            <a:spLocks noChangeArrowheads="1"/>
          </p:cNvSpPr>
          <p:nvPr/>
        </p:nvSpPr>
        <p:spPr bwMode="auto">
          <a:xfrm>
            <a:off x="3177878" y="1449064"/>
            <a:ext cx="800991" cy="585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3200" b="0" i="1" u="none" strike="noStrike" kern="1200" cap="none" spc="0" normalizeH="0" baseline="0" noProof="0" dirty="0">
                <a:ln>
                  <a:noFill/>
                </a:ln>
                <a:solidFill>
                  <a:srgbClr val="000000"/>
                </a:solidFill>
                <a:effectLst/>
                <a:uLnTx/>
                <a:uFillTx/>
                <a:latin typeface="Arial" panose="020B0604020202020204" pitchFamily="34" charset="0"/>
                <a:ea typeface="宋体" charset="-122"/>
                <a:cs typeface="Arial" panose="020B0604020202020204" pitchFamily="34" charset="0"/>
              </a:rPr>
              <a:t>A</a:t>
            </a:r>
          </a:p>
        </p:txBody>
      </p:sp>
      <p:sp>
        <p:nvSpPr>
          <p:cNvPr id="4" name="Text Box 48">
            <a:extLst>
              <a:ext uri="{FF2B5EF4-FFF2-40B4-BE49-F238E27FC236}">
                <a16:creationId xmlns:a16="http://schemas.microsoft.com/office/drawing/2014/main" id="{B55367F9-1A11-BBD5-47AF-7A727FDBAB03}"/>
              </a:ext>
            </a:extLst>
          </p:cNvPr>
          <p:cNvSpPr txBox="1">
            <a:spLocks noChangeArrowheads="1"/>
          </p:cNvSpPr>
          <p:nvPr/>
        </p:nvSpPr>
        <p:spPr bwMode="auto">
          <a:xfrm>
            <a:off x="4860032" y="1564403"/>
            <a:ext cx="800991" cy="585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3200" b="0" u="none" strike="noStrike" kern="1200" cap="none" spc="0" normalizeH="0" baseline="0" noProof="0" dirty="0">
                <a:ln>
                  <a:noFill/>
                </a:ln>
                <a:solidFill>
                  <a:srgbClr val="000000"/>
                </a:solidFill>
                <a:effectLst/>
                <a:uLnTx/>
                <a:uFillTx/>
                <a:latin typeface="Arial" panose="020B0604020202020204" pitchFamily="34" charset="0"/>
                <a:ea typeface="宋体" charset="-122"/>
                <a:cs typeface="Arial" panose="020B0604020202020204" pitchFamily="34" charset="0"/>
              </a:rPr>
              <a:t>0</a:t>
            </a:r>
          </a:p>
        </p:txBody>
      </p:sp>
      <p:sp>
        <p:nvSpPr>
          <p:cNvPr id="52" name="灯片编号占位符 6">
            <a:extLst>
              <a:ext uri="{FF2B5EF4-FFF2-40B4-BE49-F238E27FC236}">
                <a16:creationId xmlns:a16="http://schemas.microsoft.com/office/drawing/2014/main" id="{8B9B86EF-819E-BF43-BD93-03BB11C5D160}"/>
              </a:ext>
            </a:extLst>
          </p:cNvPr>
          <p:cNvSpPr txBox="1">
            <a:spLocks/>
          </p:cNvSpPr>
          <p:nvPr/>
        </p:nvSpPr>
        <p:spPr bwMode="auto">
          <a:xfrm>
            <a:off x="6553200" y="6265860"/>
            <a:ext cx="213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4600" b="1" kern="1200">
                <a:solidFill>
                  <a:srgbClr val="FF3300"/>
                </a:solidFill>
                <a:latin typeface="Garamond" pitchFamily="18" charset="0"/>
                <a:ea typeface="宋体" charset="-122"/>
                <a:cs typeface="+mn-cs"/>
              </a:defRPr>
            </a:lvl1pPr>
            <a:lvl2pPr marL="742950" indent="-28575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2pPr>
            <a:lvl3pPr marL="11430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3pPr>
            <a:lvl4pPr marL="16002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4pPr>
            <a:lvl5pPr marL="20574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5pPr>
            <a:lvl6pPr marL="25146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6pPr>
            <a:lvl7pPr marL="29718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7pPr>
            <a:lvl8pPr marL="34290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8pPr>
            <a:lvl9pPr marL="38862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9pPr>
          </a:lstStyle>
          <a:p>
            <a:pPr eaLnBrk="1" hangingPunct="1"/>
            <a:fld id="{CCE6D788-BCB5-407E-9DED-68D155892338}" type="slidenum">
              <a:rPr lang="en-US" altLang="zh-CN" sz="1400" smtClean="0">
                <a:solidFill>
                  <a:schemeClr val="tx1"/>
                </a:solidFill>
                <a:latin typeface="+mn-lt"/>
              </a:rPr>
              <a:pPr eaLnBrk="1" hangingPunct="1"/>
              <a:t>48</a:t>
            </a:fld>
            <a:endParaRPr lang="en-US" altLang="zh-CN" sz="1400" dirty="0">
              <a:solidFill>
                <a:schemeClr val="tx1"/>
              </a:solidFill>
              <a:latin typeface="+mn-lt"/>
            </a:endParaRPr>
          </a:p>
        </p:txBody>
      </p:sp>
      <p:sp>
        <p:nvSpPr>
          <p:cNvPr id="2" name="TextBox 130">
            <a:extLst>
              <a:ext uri="{FF2B5EF4-FFF2-40B4-BE49-F238E27FC236}">
                <a16:creationId xmlns:a16="http://schemas.microsoft.com/office/drawing/2014/main" id="{79AAB7C0-9997-9625-36D1-39BF8510E390}"/>
              </a:ext>
            </a:extLst>
          </p:cNvPr>
          <p:cNvSpPr txBox="1">
            <a:spLocks noChangeArrowheads="1"/>
          </p:cNvSpPr>
          <p:nvPr/>
        </p:nvSpPr>
        <p:spPr bwMode="auto">
          <a:xfrm>
            <a:off x="6027450" y="1359444"/>
            <a:ext cx="261959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Arial" panose="020B0604020202020204" pitchFamily="34" charset="0"/>
                <a:ea typeface="宋体" charset="-122"/>
                <a:cs typeface="Arial" panose="020B0604020202020204" pitchFamily="34" charset="0"/>
              </a:rPr>
              <a:t>L=((</a:t>
            </a:r>
            <a:r>
              <a:rPr lang="en-US" altLang="zh-CN" sz="2800" b="0" dirty="0">
                <a:solidFill>
                  <a:srgbClr val="000000"/>
                </a:solidFill>
                <a:latin typeface="Arial" panose="020B0604020202020204" pitchFamily="34" charset="0"/>
                <a:cs typeface="Arial" panose="020B0604020202020204" pitchFamily="34" charset="0"/>
              </a:rPr>
              <a:t>A</a:t>
            </a:r>
            <a:r>
              <a:rPr kumimoji="0" lang="en-US" altLang="zh-CN" sz="2800" b="0" i="0" u="none" strike="noStrike" kern="1200" cap="none" spc="0" normalizeH="0" baseline="0" noProof="0" dirty="0">
                <a:ln>
                  <a:noFill/>
                </a:ln>
                <a:solidFill>
                  <a:srgbClr val="000000"/>
                </a:solidFill>
                <a:effectLst/>
                <a:uLnTx/>
                <a:uFillTx/>
                <a:latin typeface="Arial" panose="020B0604020202020204" pitchFamily="34" charset="0"/>
                <a:ea typeface="宋体" charset="-122"/>
                <a:cs typeface="Arial" panose="020B0604020202020204" pitchFamily="34" charset="0"/>
              </a:rPr>
              <a:t>+</a:t>
            </a:r>
            <a:r>
              <a:rPr lang="en-US" altLang="zh-CN" sz="2800" b="0" dirty="0">
                <a:solidFill>
                  <a:srgbClr val="000000"/>
                </a:solidFill>
                <a:latin typeface="Arial" panose="020B0604020202020204" pitchFamily="34" charset="0"/>
                <a:cs typeface="Arial" panose="020B0604020202020204" pitchFamily="34" charset="0"/>
              </a:rPr>
              <a:t>B</a:t>
            </a:r>
            <a:r>
              <a:rPr kumimoji="0" lang="en-US" altLang="zh-CN" sz="2800" b="0" i="0" u="none" strike="noStrike" kern="1200" cap="none" spc="0" normalizeH="0" baseline="0" noProof="0" dirty="0">
                <a:ln>
                  <a:noFill/>
                </a:ln>
                <a:solidFill>
                  <a:srgbClr val="000000"/>
                </a:solidFill>
                <a:effectLst/>
                <a:uLnTx/>
                <a:uFillTx/>
                <a:latin typeface="Arial" panose="020B0604020202020204" pitchFamily="34" charset="0"/>
                <a:ea typeface="宋体" charset="-122"/>
                <a:cs typeface="Arial" panose="020B0604020202020204" pitchFamily="34" charset="0"/>
              </a:rPr>
              <a:t>)’</a:t>
            </a:r>
            <a:r>
              <a:rPr lang="en-US" altLang="zh-CN" sz="2800" b="0" dirty="0">
                <a:solidFill>
                  <a:srgbClr val="000000"/>
                </a:solidFill>
                <a:latin typeface="Arial" panose="020B0604020202020204" pitchFamily="34" charset="0"/>
                <a:cs typeface="Arial" panose="020B0604020202020204" pitchFamily="34" charset="0"/>
                <a:sym typeface="Symbol" pitchFamily="18" charset="2"/>
              </a:rPr>
              <a:t>+A)’</a:t>
            </a:r>
            <a:endParaRPr kumimoji="0" lang="zh-CN" altLang="en-US" sz="2800" b="0" i="0" u="none" strike="noStrike" kern="1200" cap="none" spc="0" normalizeH="0" baseline="0" noProof="0" dirty="0">
              <a:ln>
                <a:noFill/>
              </a:ln>
              <a:solidFill>
                <a:srgbClr val="000000"/>
              </a:solidFill>
              <a:effectLst/>
              <a:uLnTx/>
              <a:uFillTx/>
              <a:latin typeface="Arial" panose="020B0604020202020204" pitchFamily="34" charset="0"/>
              <a:ea typeface="宋体" charset="-122"/>
              <a:cs typeface="Arial" panose="020B0604020202020204" pitchFamily="34" charset="0"/>
            </a:endParaRPr>
          </a:p>
        </p:txBody>
      </p:sp>
      <p:sp>
        <p:nvSpPr>
          <p:cNvPr id="5" name="Text Box 48">
            <a:extLst>
              <a:ext uri="{FF2B5EF4-FFF2-40B4-BE49-F238E27FC236}">
                <a16:creationId xmlns:a16="http://schemas.microsoft.com/office/drawing/2014/main" id="{62C9A9E2-3632-97CD-F467-58A024231E18}"/>
              </a:ext>
            </a:extLst>
          </p:cNvPr>
          <p:cNvSpPr txBox="1">
            <a:spLocks noChangeArrowheads="1"/>
          </p:cNvSpPr>
          <p:nvPr/>
        </p:nvSpPr>
        <p:spPr bwMode="auto">
          <a:xfrm>
            <a:off x="3177878" y="2438003"/>
            <a:ext cx="800991" cy="585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3200" b="0" i="1" u="none" strike="noStrike" kern="1200" cap="none" spc="0" normalizeH="0" baseline="0" noProof="0" dirty="0">
                <a:ln>
                  <a:noFill/>
                </a:ln>
                <a:solidFill>
                  <a:srgbClr val="000000"/>
                </a:solidFill>
                <a:effectLst/>
                <a:uLnTx/>
                <a:uFillTx/>
                <a:latin typeface="Arial" panose="020B0604020202020204" pitchFamily="34" charset="0"/>
                <a:ea typeface="宋体" charset="-122"/>
                <a:cs typeface="Arial" panose="020B0604020202020204" pitchFamily="34" charset="0"/>
              </a:rPr>
              <a:t>A’</a:t>
            </a:r>
          </a:p>
        </p:txBody>
      </p:sp>
      <p:sp>
        <p:nvSpPr>
          <p:cNvPr id="6" name="Text Box 48">
            <a:extLst>
              <a:ext uri="{FF2B5EF4-FFF2-40B4-BE49-F238E27FC236}">
                <a16:creationId xmlns:a16="http://schemas.microsoft.com/office/drawing/2014/main" id="{2CF470CB-EAF7-702F-E28F-79FDD341367C}"/>
              </a:ext>
            </a:extLst>
          </p:cNvPr>
          <p:cNvSpPr txBox="1">
            <a:spLocks noChangeArrowheads="1"/>
          </p:cNvSpPr>
          <p:nvPr/>
        </p:nvSpPr>
        <p:spPr bwMode="auto">
          <a:xfrm>
            <a:off x="343225" y="1909773"/>
            <a:ext cx="800991" cy="585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3200" b="0" i="1" u="none" strike="noStrike" kern="1200" cap="none" spc="0" normalizeH="0" baseline="0" noProof="0" dirty="0">
                <a:ln>
                  <a:noFill/>
                </a:ln>
                <a:solidFill>
                  <a:srgbClr val="000000"/>
                </a:solidFill>
                <a:effectLst/>
                <a:uLnTx/>
                <a:uFillTx/>
                <a:latin typeface="Arial" panose="020B0604020202020204" pitchFamily="34" charset="0"/>
                <a:ea typeface="宋体" charset="-122"/>
                <a:cs typeface="Arial" panose="020B0604020202020204" pitchFamily="34" charset="0"/>
              </a:rPr>
              <a:t>A</a:t>
            </a:r>
          </a:p>
        </p:txBody>
      </p:sp>
      <p:sp>
        <p:nvSpPr>
          <p:cNvPr id="7" name="Text Box 48">
            <a:extLst>
              <a:ext uri="{FF2B5EF4-FFF2-40B4-BE49-F238E27FC236}">
                <a16:creationId xmlns:a16="http://schemas.microsoft.com/office/drawing/2014/main" id="{3EEE528F-2A32-5EB4-A4B3-D2E2AC4A77A4}"/>
              </a:ext>
            </a:extLst>
          </p:cNvPr>
          <p:cNvSpPr txBox="1">
            <a:spLocks noChangeArrowheads="1"/>
          </p:cNvSpPr>
          <p:nvPr/>
        </p:nvSpPr>
        <p:spPr bwMode="auto">
          <a:xfrm>
            <a:off x="343225" y="2388564"/>
            <a:ext cx="800991" cy="585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3200" b="0" i="1" dirty="0">
                <a:solidFill>
                  <a:srgbClr val="000000"/>
                </a:solidFill>
                <a:latin typeface="Arial" panose="020B0604020202020204" pitchFamily="34" charset="0"/>
                <a:cs typeface="Arial" panose="020B0604020202020204" pitchFamily="34" charset="0"/>
              </a:rPr>
              <a:t>B</a:t>
            </a:r>
            <a:endParaRPr kumimoji="1" lang="en-US" altLang="zh-CN" sz="3200" b="0" i="1" u="none" strike="noStrike" kern="1200" cap="none" spc="0" normalizeH="0" baseline="0" noProof="0" dirty="0">
              <a:ln>
                <a:noFill/>
              </a:ln>
              <a:solidFill>
                <a:srgbClr val="000000"/>
              </a:solidFill>
              <a:effectLst/>
              <a:uLnTx/>
              <a:uFillTx/>
              <a:latin typeface="Arial" panose="020B0604020202020204" pitchFamily="34" charset="0"/>
              <a:ea typeface="宋体" charset="-122"/>
              <a:cs typeface="Arial" panose="020B0604020202020204" pitchFamily="34" charset="0"/>
            </a:endParaRPr>
          </a:p>
        </p:txBody>
      </p:sp>
    </p:spTree>
    <p:extLst>
      <p:ext uri="{BB962C8B-B14F-4D97-AF65-F5344CB8AC3E}">
        <p14:creationId xmlns:p14="http://schemas.microsoft.com/office/powerpoint/2010/main" val="32554096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pPr eaLnBrk="1" hangingPunct="1"/>
            <a:r>
              <a:rPr lang="zh-CN" altLang="en-US" b="1" dirty="0"/>
              <a:t>毛刺与冒险</a:t>
            </a:r>
            <a:endParaRPr lang="en-US" altLang="zh-CN" b="1" dirty="0"/>
          </a:p>
        </p:txBody>
      </p:sp>
      <p:sp>
        <p:nvSpPr>
          <p:cNvPr id="603139" name="Rectangle 3"/>
          <p:cNvSpPr>
            <a:spLocks noGrp="1" noChangeArrowheads="1"/>
          </p:cNvSpPr>
          <p:nvPr>
            <p:ph idx="1"/>
          </p:nvPr>
        </p:nvSpPr>
        <p:spPr>
          <a:xfrm>
            <a:off x="467544" y="1347431"/>
            <a:ext cx="8532948" cy="5285925"/>
          </a:xfrm>
        </p:spPr>
        <p:txBody>
          <a:bodyPr/>
          <a:lstStyle/>
          <a:p>
            <a:pPr eaLnBrk="1" hangingPunct="1"/>
            <a:r>
              <a:rPr lang="en-US" altLang="zh-CN" sz="2800" dirty="0">
                <a:latin typeface="Arial" panose="020B0604020202020204" pitchFamily="34" charset="0"/>
                <a:cs typeface="Arial" panose="020B0604020202020204" pitchFamily="34" charset="0"/>
              </a:rPr>
              <a:t>Glitch</a:t>
            </a:r>
            <a:r>
              <a:rPr lang="zh-CN" altLang="en-US" sz="2800" dirty="0">
                <a:latin typeface="黑体" panose="02010609060101010101" pitchFamily="49" charset="-122"/>
              </a:rPr>
              <a:t> 毛刺</a:t>
            </a:r>
          </a:p>
          <a:p>
            <a:pPr lvl="1" eaLnBrk="1" hangingPunct="1"/>
            <a:r>
              <a:rPr lang="zh-CN" altLang="en-US" sz="2400" dirty="0">
                <a:latin typeface="黑体" panose="02010609060101010101" pitchFamily="49" charset="-122"/>
              </a:rPr>
              <a:t>在组合逻辑电路输出端的多余脉冲，本应保持不变的有瞬时变化</a:t>
            </a:r>
            <a:endParaRPr lang="en-US" altLang="zh-CN" sz="2400" dirty="0">
              <a:latin typeface="黑体" panose="02010609060101010101" pitchFamily="49" charset="-122"/>
            </a:endParaRPr>
          </a:p>
          <a:p>
            <a:r>
              <a:rPr lang="zh-CN" altLang="en-US" sz="2800" dirty="0">
                <a:latin typeface="黑体" panose="02010609060101010101" pitchFamily="49" charset="-122"/>
              </a:rPr>
              <a:t>静态冒险：一个本应保持不变的输出经历瞬时转换</a:t>
            </a:r>
            <a:endParaRPr lang="en-US" altLang="zh-CN" sz="2800" dirty="0">
              <a:latin typeface="黑体" panose="02010609060101010101" pitchFamily="49" charset="-122"/>
            </a:endParaRPr>
          </a:p>
          <a:p>
            <a:pPr lvl="1"/>
            <a:r>
              <a:rPr lang="zh-CN" altLang="en-US" sz="2400" b="1" dirty="0">
                <a:solidFill>
                  <a:srgbClr val="3333FF"/>
                </a:solidFill>
                <a:latin typeface="黑体" panose="02010609060101010101" pitchFamily="49" charset="-122"/>
              </a:rPr>
              <a:t>静态</a:t>
            </a:r>
            <a:r>
              <a:rPr lang="en-US" altLang="zh-CN" sz="2400" b="1" dirty="0">
                <a:solidFill>
                  <a:srgbClr val="3333FF"/>
                </a:solidFill>
                <a:latin typeface="黑体" panose="02010609060101010101" pitchFamily="49" charset="-122"/>
              </a:rPr>
              <a:t>1</a:t>
            </a:r>
            <a:r>
              <a:rPr lang="zh-CN" altLang="en-US" sz="2400" dirty="0">
                <a:latin typeface="黑体" panose="02010609060101010101" pitchFamily="49" charset="-122"/>
              </a:rPr>
              <a:t>的冒险：取值为</a:t>
            </a:r>
            <a:r>
              <a:rPr lang="en-US" altLang="zh-CN" sz="2400" dirty="0">
                <a:latin typeface="黑体" panose="02010609060101010101" pitchFamily="49" charset="-122"/>
              </a:rPr>
              <a:t>1</a:t>
            </a:r>
            <a:r>
              <a:rPr lang="zh-CN" altLang="en-US" sz="2400" dirty="0">
                <a:latin typeface="黑体" panose="02010609060101010101" pitchFamily="49" charset="-122"/>
              </a:rPr>
              <a:t>的输出瞬时经历</a:t>
            </a:r>
            <a:r>
              <a:rPr lang="en-US" altLang="zh-CN" sz="2400" dirty="0">
                <a:latin typeface="黑体" panose="02010609060101010101" pitchFamily="49" charset="-122"/>
              </a:rPr>
              <a:t>0</a:t>
            </a:r>
            <a:r>
              <a:rPr lang="zh-CN" altLang="en-US" sz="2400" dirty="0">
                <a:latin typeface="黑体" panose="02010609060101010101" pitchFamily="49" charset="-122"/>
              </a:rPr>
              <a:t>状态</a:t>
            </a:r>
            <a:endParaRPr lang="en-US" altLang="zh-CN" sz="2400" dirty="0">
              <a:latin typeface="黑体" panose="02010609060101010101" pitchFamily="49" charset="-122"/>
            </a:endParaRPr>
          </a:p>
          <a:p>
            <a:pPr lvl="1"/>
            <a:r>
              <a:rPr lang="zh-CN" altLang="en-US" sz="2400" b="1" dirty="0">
                <a:solidFill>
                  <a:srgbClr val="3333FF"/>
                </a:solidFill>
                <a:latin typeface="黑体" panose="02010609060101010101" pitchFamily="49" charset="-122"/>
              </a:rPr>
              <a:t>静态</a:t>
            </a:r>
            <a:r>
              <a:rPr lang="en-US" altLang="zh-CN" sz="2400" b="1" dirty="0">
                <a:solidFill>
                  <a:srgbClr val="3333FF"/>
                </a:solidFill>
                <a:latin typeface="黑体" panose="02010609060101010101" pitchFamily="49" charset="-122"/>
              </a:rPr>
              <a:t>0</a:t>
            </a:r>
            <a:r>
              <a:rPr lang="zh-CN" altLang="en-US" sz="2400" dirty="0">
                <a:latin typeface="黑体" panose="02010609060101010101" pitchFamily="49" charset="-122"/>
              </a:rPr>
              <a:t>的冒险：取值为</a:t>
            </a:r>
            <a:r>
              <a:rPr lang="en-US" altLang="zh-CN" sz="2400" dirty="0">
                <a:latin typeface="黑体" panose="02010609060101010101" pitchFamily="49" charset="-122"/>
              </a:rPr>
              <a:t>0</a:t>
            </a:r>
            <a:r>
              <a:rPr lang="zh-CN" altLang="en-US" sz="2400" dirty="0">
                <a:latin typeface="黑体" panose="02010609060101010101" pitchFamily="49" charset="-122"/>
              </a:rPr>
              <a:t>的输出瞬时经历</a:t>
            </a:r>
            <a:r>
              <a:rPr lang="en-US" altLang="zh-CN" sz="2400" dirty="0">
                <a:latin typeface="黑体" panose="02010609060101010101" pitchFamily="49" charset="-122"/>
              </a:rPr>
              <a:t>1</a:t>
            </a:r>
            <a:r>
              <a:rPr lang="zh-CN" altLang="en-US" sz="2400" dirty="0">
                <a:latin typeface="黑体" panose="02010609060101010101" pitchFamily="49" charset="-122"/>
              </a:rPr>
              <a:t>状态</a:t>
            </a:r>
            <a:endParaRPr lang="en-US" altLang="zh-CN" sz="2400" dirty="0">
              <a:latin typeface="黑体" panose="02010609060101010101" pitchFamily="49" charset="-122"/>
            </a:endParaRPr>
          </a:p>
          <a:p>
            <a:r>
              <a:rPr lang="zh-CN" altLang="en-US" sz="2800" dirty="0">
                <a:latin typeface="黑体" panose="02010609060101010101" pitchFamily="49" charset="-122"/>
              </a:rPr>
              <a:t>动态冒险（非本课程讨论范围）</a:t>
            </a:r>
            <a:endParaRPr lang="en-US" altLang="zh-CN" sz="2800" dirty="0">
              <a:latin typeface="黑体" panose="02010609060101010101" pitchFamily="49" charset="-122"/>
            </a:endParaRPr>
          </a:p>
          <a:p>
            <a:pPr lvl="1"/>
            <a:r>
              <a:rPr lang="zh-CN" altLang="en-US" sz="2400" dirty="0">
                <a:latin typeface="黑体" panose="02010609060101010101" pitchFamily="49" charset="-122"/>
              </a:rPr>
              <a:t>本应单次跳变的输出信号发生不止一次的跳变</a:t>
            </a:r>
            <a:endParaRPr lang="en-US" altLang="zh-CN" sz="2400" dirty="0">
              <a:latin typeface="黑体" panose="02010609060101010101" pitchFamily="49" charset="-122"/>
            </a:endParaRPr>
          </a:p>
        </p:txBody>
      </p:sp>
      <p:grpSp>
        <p:nvGrpSpPr>
          <p:cNvPr id="5" name="Group 4">
            <a:extLst>
              <a:ext uri="{FF2B5EF4-FFF2-40B4-BE49-F238E27FC236}">
                <a16:creationId xmlns:a16="http://schemas.microsoft.com/office/drawing/2014/main" id="{0F3CB347-77B1-4A7F-B35B-574533E1F472}"/>
              </a:ext>
            </a:extLst>
          </p:cNvPr>
          <p:cNvGrpSpPr>
            <a:grpSpLocks/>
          </p:cNvGrpSpPr>
          <p:nvPr/>
        </p:nvGrpSpPr>
        <p:grpSpPr bwMode="auto">
          <a:xfrm>
            <a:off x="1100113" y="5297926"/>
            <a:ext cx="1927225" cy="612702"/>
            <a:chOff x="1008" y="2784"/>
            <a:chExt cx="480" cy="480"/>
          </a:xfrm>
        </p:grpSpPr>
        <p:sp>
          <p:nvSpPr>
            <p:cNvPr id="6" name="Line 6">
              <a:extLst>
                <a:ext uri="{FF2B5EF4-FFF2-40B4-BE49-F238E27FC236}">
                  <a16:creationId xmlns:a16="http://schemas.microsoft.com/office/drawing/2014/main" id="{800CCAFD-06FD-4FDC-BB19-02D26AD5F71E}"/>
                </a:ext>
              </a:extLst>
            </p:cNvPr>
            <p:cNvSpPr>
              <a:spLocks noChangeShapeType="1"/>
            </p:cNvSpPr>
            <p:nvPr/>
          </p:nvSpPr>
          <p:spPr bwMode="auto">
            <a:xfrm>
              <a:off x="1008" y="3264"/>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n-lt"/>
                <a:ea typeface="+mn-ea"/>
                <a:cs typeface="Arial" panose="020B0604020202020204" pitchFamily="34" charset="0"/>
              </a:endParaRPr>
            </a:p>
          </p:txBody>
        </p:sp>
        <p:sp>
          <p:nvSpPr>
            <p:cNvPr id="7" name="Line 7">
              <a:extLst>
                <a:ext uri="{FF2B5EF4-FFF2-40B4-BE49-F238E27FC236}">
                  <a16:creationId xmlns:a16="http://schemas.microsoft.com/office/drawing/2014/main" id="{DBB84C2A-B1E5-4057-9F22-3B2F7B776152}"/>
                </a:ext>
              </a:extLst>
            </p:cNvPr>
            <p:cNvSpPr>
              <a:spLocks noChangeShapeType="1"/>
            </p:cNvSpPr>
            <p:nvPr/>
          </p:nvSpPr>
          <p:spPr bwMode="auto">
            <a:xfrm flipV="1">
              <a:off x="1200" y="2784"/>
              <a:ext cx="0"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n-lt"/>
                <a:ea typeface="+mn-ea"/>
                <a:cs typeface="Arial" panose="020B0604020202020204" pitchFamily="34" charset="0"/>
              </a:endParaRPr>
            </a:p>
          </p:txBody>
        </p:sp>
        <p:sp>
          <p:nvSpPr>
            <p:cNvPr id="8" name="Line 8">
              <a:extLst>
                <a:ext uri="{FF2B5EF4-FFF2-40B4-BE49-F238E27FC236}">
                  <a16:creationId xmlns:a16="http://schemas.microsoft.com/office/drawing/2014/main" id="{7A5F8AF4-4CF7-4C05-967D-1DE3689C8772}"/>
                </a:ext>
              </a:extLst>
            </p:cNvPr>
            <p:cNvSpPr>
              <a:spLocks noChangeShapeType="1"/>
            </p:cNvSpPr>
            <p:nvPr/>
          </p:nvSpPr>
          <p:spPr bwMode="auto">
            <a:xfrm>
              <a:off x="1200" y="2784"/>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n-lt"/>
                <a:ea typeface="+mn-ea"/>
                <a:cs typeface="Arial" panose="020B0604020202020204" pitchFamily="34" charset="0"/>
              </a:endParaRPr>
            </a:p>
          </p:txBody>
        </p:sp>
        <p:sp>
          <p:nvSpPr>
            <p:cNvPr id="9" name="Line 9">
              <a:extLst>
                <a:ext uri="{FF2B5EF4-FFF2-40B4-BE49-F238E27FC236}">
                  <a16:creationId xmlns:a16="http://schemas.microsoft.com/office/drawing/2014/main" id="{80B1C8F3-8446-429F-9AE9-E7395938E91D}"/>
                </a:ext>
              </a:extLst>
            </p:cNvPr>
            <p:cNvSpPr>
              <a:spLocks noChangeShapeType="1"/>
            </p:cNvSpPr>
            <p:nvPr/>
          </p:nvSpPr>
          <p:spPr bwMode="auto">
            <a:xfrm>
              <a:off x="1296" y="2784"/>
              <a:ext cx="0"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n-lt"/>
                <a:ea typeface="+mn-ea"/>
                <a:cs typeface="Arial" panose="020B0604020202020204" pitchFamily="34" charset="0"/>
              </a:endParaRPr>
            </a:p>
          </p:txBody>
        </p:sp>
        <p:sp>
          <p:nvSpPr>
            <p:cNvPr id="10" name="Line 10">
              <a:extLst>
                <a:ext uri="{FF2B5EF4-FFF2-40B4-BE49-F238E27FC236}">
                  <a16:creationId xmlns:a16="http://schemas.microsoft.com/office/drawing/2014/main" id="{CEBE8273-40C4-47C3-B17F-BBC2BB4BC9A3}"/>
                </a:ext>
              </a:extLst>
            </p:cNvPr>
            <p:cNvSpPr>
              <a:spLocks noChangeShapeType="1"/>
            </p:cNvSpPr>
            <p:nvPr/>
          </p:nvSpPr>
          <p:spPr bwMode="auto">
            <a:xfrm>
              <a:off x="1296" y="3264"/>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n-lt"/>
                <a:ea typeface="+mn-ea"/>
                <a:cs typeface="Arial" panose="020B0604020202020204" pitchFamily="34" charset="0"/>
              </a:endParaRPr>
            </a:p>
          </p:txBody>
        </p:sp>
      </p:grpSp>
      <p:grpSp>
        <p:nvGrpSpPr>
          <p:cNvPr id="11" name="Group 10">
            <a:extLst>
              <a:ext uri="{FF2B5EF4-FFF2-40B4-BE49-F238E27FC236}">
                <a16:creationId xmlns:a16="http://schemas.microsoft.com/office/drawing/2014/main" id="{35B3711A-1AA7-4A8C-A1E6-C2BB1D1F7590}"/>
              </a:ext>
            </a:extLst>
          </p:cNvPr>
          <p:cNvGrpSpPr>
            <a:grpSpLocks/>
          </p:cNvGrpSpPr>
          <p:nvPr/>
        </p:nvGrpSpPr>
        <p:grpSpPr bwMode="auto">
          <a:xfrm flipV="1">
            <a:off x="4842815" y="5277225"/>
            <a:ext cx="1846263" cy="574665"/>
            <a:chOff x="1008" y="2784"/>
            <a:chExt cx="480" cy="480"/>
          </a:xfrm>
        </p:grpSpPr>
        <p:sp>
          <p:nvSpPr>
            <p:cNvPr id="12" name="Line 12">
              <a:extLst>
                <a:ext uri="{FF2B5EF4-FFF2-40B4-BE49-F238E27FC236}">
                  <a16:creationId xmlns:a16="http://schemas.microsoft.com/office/drawing/2014/main" id="{DC84E59C-7FB3-49D5-A3EC-9B26488CC623}"/>
                </a:ext>
              </a:extLst>
            </p:cNvPr>
            <p:cNvSpPr>
              <a:spLocks noChangeShapeType="1"/>
            </p:cNvSpPr>
            <p:nvPr/>
          </p:nvSpPr>
          <p:spPr bwMode="auto">
            <a:xfrm>
              <a:off x="1008" y="3264"/>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n-lt"/>
                <a:ea typeface="+mn-ea"/>
                <a:cs typeface="Arial" panose="020B0604020202020204" pitchFamily="34" charset="0"/>
              </a:endParaRPr>
            </a:p>
          </p:txBody>
        </p:sp>
        <p:sp>
          <p:nvSpPr>
            <p:cNvPr id="13" name="Line 13">
              <a:extLst>
                <a:ext uri="{FF2B5EF4-FFF2-40B4-BE49-F238E27FC236}">
                  <a16:creationId xmlns:a16="http://schemas.microsoft.com/office/drawing/2014/main" id="{56354592-F4EF-41C3-88DD-5341981E14D8}"/>
                </a:ext>
              </a:extLst>
            </p:cNvPr>
            <p:cNvSpPr>
              <a:spLocks noChangeShapeType="1"/>
            </p:cNvSpPr>
            <p:nvPr/>
          </p:nvSpPr>
          <p:spPr bwMode="auto">
            <a:xfrm flipV="1">
              <a:off x="1200" y="2784"/>
              <a:ext cx="0"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n-lt"/>
                <a:ea typeface="+mn-ea"/>
                <a:cs typeface="Arial" panose="020B0604020202020204" pitchFamily="34" charset="0"/>
              </a:endParaRPr>
            </a:p>
          </p:txBody>
        </p:sp>
        <p:sp>
          <p:nvSpPr>
            <p:cNvPr id="14" name="Line 14">
              <a:extLst>
                <a:ext uri="{FF2B5EF4-FFF2-40B4-BE49-F238E27FC236}">
                  <a16:creationId xmlns:a16="http://schemas.microsoft.com/office/drawing/2014/main" id="{E3ABB8D7-9EFA-4E30-A352-83D0C25FFC32}"/>
                </a:ext>
              </a:extLst>
            </p:cNvPr>
            <p:cNvSpPr>
              <a:spLocks noChangeShapeType="1"/>
            </p:cNvSpPr>
            <p:nvPr/>
          </p:nvSpPr>
          <p:spPr bwMode="auto">
            <a:xfrm>
              <a:off x="1200" y="2784"/>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n-lt"/>
                <a:ea typeface="+mn-ea"/>
                <a:cs typeface="Arial" panose="020B0604020202020204" pitchFamily="34" charset="0"/>
              </a:endParaRPr>
            </a:p>
          </p:txBody>
        </p:sp>
        <p:sp>
          <p:nvSpPr>
            <p:cNvPr id="15" name="Line 15">
              <a:extLst>
                <a:ext uri="{FF2B5EF4-FFF2-40B4-BE49-F238E27FC236}">
                  <a16:creationId xmlns:a16="http://schemas.microsoft.com/office/drawing/2014/main" id="{D7EFFDF4-232B-4BEA-8445-6588E67992CA}"/>
                </a:ext>
              </a:extLst>
            </p:cNvPr>
            <p:cNvSpPr>
              <a:spLocks noChangeShapeType="1"/>
            </p:cNvSpPr>
            <p:nvPr/>
          </p:nvSpPr>
          <p:spPr bwMode="auto">
            <a:xfrm>
              <a:off x="1296" y="2784"/>
              <a:ext cx="0"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n-lt"/>
                <a:ea typeface="+mn-ea"/>
                <a:cs typeface="Arial" panose="020B0604020202020204" pitchFamily="34" charset="0"/>
              </a:endParaRPr>
            </a:p>
          </p:txBody>
        </p:sp>
        <p:sp>
          <p:nvSpPr>
            <p:cNvPr id="16" name="Line 16">
              <a:extLst>
                <a:ext uri="{FF2B5EF4-FFF2-40B4-BE49-F238E27FC236}">
                  <a16:creationId xmlns:a16="http://schemas.microsoft.com/office/drawing/2014/main" id="{A5D83ED7-2770-4E78-9295-7467318CE118}"/>
                </a:ext>
              </a:extLst>
            </p:cNvPr>
            <p:cNvSpPr>
              <a:spLocks noChangeShapeType="1"/>
            </p:cNvSpPr>
            <p:nvPr/>
          </p:nvSpPr>
          <p:spPr bwMode="auto">
            <a:xfrm>
              <a:off x="1296" y="3264"/>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n-lt"/>
                <a:ea typeface="+mn-ea"/>
                <a:cs typeface="Arial" panose="020B0604020202020204" pitchFamily="34" charset="0"/>
              </a:endParaRPr>
            </a:p>
          </p:txBody>
        </p:sp>
      </p:grpSp>
      <p:sp>
        <p:nvSpPr>
          <p:cNvPr id="17" name="Text Box 17">
            <a:extLst>
              <a:ext uri="{FF2B5EF4-FFF2-40B4-BE49-F238E27FC236}">
                <a16:creationId xmlns:a16="http://schemas.microsoft.com/office/drawing/2014/main" id="{2DD00812-0382-4B02-9B8C-91AD39EA6A5B}"/>
              </a:ext>
            </a:extLst>
          </p:cNvPr>
          <p:cNvSpPr txBox="1">
            <a:spLocks noChangeArrowheads="1"/>
          </p:cNvSpPr>
          <p:nvPr/>
        </p:nvSpPr>
        <p:spPr bwMode="auto">
          <a:xfrm>
            <a:off x="1279576" y="6037433"/>
            <a:ext cx="246418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eaLnBrk="1" hangingPunct="1">
              <a:spcBef>
                <a:spcPct val="50000"/>
              </a:spcBef>
            </a:pPr>
            <a:r>
              <a:rPr kumimoji="1" lang="zh-CN" altLang="en-US" sz="2400">
                <a:solidFill>
                  <a:srgbClr val="3333FF"/>
                </a:solidFill>
                <a:latin typeface="+mn-lt"/>
                <a:ea typeface="+mn-ea"/>
                <a:cs typeface="Arial" panose="020B0604020202020204" pitchFamily="34" charset="0"/>
              </a:rPr>
              <a:t>静态</a:t>
            </a:r>
            <a:r>
              <a:rPr kumimoji="1" lang="en-US" altLang="zh-CN" sz="2400">
                <a:solidFill>
                  <a:srgbClr val="3333FF"/>
                </a:solidFill>
                <a:latin typeface="+mn-lt"/>
                <a:ea typeface="+mn-ea"/>
                <a:cs typeface="Arial" panose="020B0604020202020204" pitchFamily="34" charset="0"/>
              </a:rPr>
              <a:t>0</a:t>
            </a:r>
            <a:r>
              <a:rPr kumimoji="1" lang="zh-CN" altLang="en-US" sz="2400">
                <a:solidFill>
                  <a:srgbClr val="3333FF"/>
                </a:solidFill>
                <a:latin typeface="+mn-lt"/>
                <a:ea typeface="+mn-ea"/>
                <a:cs typeface="Arial" panose="020B0604020202020204" pitchFamily="34" charset="0"/>
              </a:rPr>
              <a:t>的冒险</a:t>
            </a:r>
            <a:endParaRPr kumimoji="1" lang="en-US" altLang="zh-CN" sz="2400" dirty="0">
              <a:solidFill>
                <a:srgbClr val="3333FF"/>
              </a:solidFill>
              <a:latin typeface="+mn-lt"/>
              <a:ea typeface="+mn-ea"/>
              <a:cs typeface="Arial" panose="020B0604020202020204" pitchFamily="34" charset="0"/>
            </a:endParaRPr>
          </a:p>
        </p:txBody>
      </p:sp>
      <p:sp>
        <p:nvSpPr>
          <p:cNvPr id="18" name="Text Box 34">
            <a:extLst>
              <a:ext uri="{FF2B5EF4-FFF2-40B4-BE49-F238E27FC236}">
                <a16:creationId xmlns:a16="http://schemas.microsoft.com/office/drawing/2014/main" id="{90DD36B4-3CAE-447B-B9BD-9181F7AE89ED}"/>
              </a:ext>
            </a:extLst>
          </p:cNvPr>
          <p:cNvSpPr txBox="1">
            <a:spLocks noChangeArrowheads="1"/>
          </p:cNvSpPr>
          <p:nvPr/>
        </p:nvSpPr>
        <p:spPr bwMode="auto">
          <a:xfrm>
            <a:off x="4731179" y="6057699"/>
            <a:ext cx="24387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eaLnBrk="1" hangingPunct="1">
              <a:spcBef>
                <a:spcPct val="50000"/>
              </a:spcBef>
            </a:pPr>
            <a:r>
              <a:rPr kumimoji="1" lang="zh-CN" altLang="en-US" sz="2400">
                <a:solidFill>
                  <a:srgbClr val="3333FF"/>
                </a:solidFill>
                <a:latin typeface="+mn-lt"/>
                <a:ea typeface="+mn-ea"/>
                <a:cs typeface="Arial" panose="020B0604020202020204" pitchFamily="34" charset="0"/>
              </a:rPr>
              <a:t>静态</a:t>
            </a:r>
            <a:r>
              <a:rPr kumimoji="1" lang="en-US" altLang="zh-CN" sz="2400">
                <a:solidFill>
                  <a:srgbClr val="3333FF"/>
                </a:solidFill>
                <a:latin typeface="+mn-lt"/>
                <a:ea typeface="+mn-ea"/>
                <a:cs typeface="Arial" panose="020B0604020202020204" pitchFamily="34" charset="0"/>
              </a:rPr>
              <a:t>1</a:t>
            </a:r>
            <a:r>
              <a:rPr kumimoji="1" lang="zh-CN" altLang="en-US" sz="2400">
                <a:solidFill>
                  <a:srgbClr val="3333FF"/>
                </a:solidFill>
                <a:latin typeface="+mn-lt"/>
                <a:ea typeface="+mn-ea"/>
                <a:cs typeface="Arial" panose="020B0604020202020204" pitchFamily="34" charset="0"/>
              </a:rPr>
              <a:t>的冒险</a:t>
            </a:r>
            <a:endParaRPr kumimoji="1" lang="en-US" altLang="zh-CN" sz="2400" dirty="0">
              <a:solidFill>
                <a:srgbClr val="3333FF"/>
              </a:solidFill>
              <a:latin typeface="+mn-lt"/>
              <a:ea typeface="+mn-ea"/>
              <a:cs typeface="Arial" panose="020B0604020202020204" pitchFamily="34" charset="0"/>
            </a:endParaRPr>
          </a:p>
        </p:txBody>
      </p:sp>
      <p:sp>
        <p:nvSpPr>
          <p:cNvPr id="19" name="Text Box 35">
            <a:extLst>
              <a:ext uri="{FF2B5EF4-FFF2-40B4-BE49-F238E27FC236}">
                <a16:creationId xmlns:a16="http://schemas.microsoft.com/office/drawing/2014/main" id="{D5494325-F552-401C-B0B5-3960195EB6E8}"/>
              </a:ext>
            </a:extLst>
          </p:cNvPr>
          <p:cNvSpPr txBox="1">
            <a:spLocks noChangeArrowheads="1"/>
          </p:cNvSpPr>
          <p:nvPr/>
        </p:nvSpPr>
        <p:spPr bwMode="auto">
          <a:xfrm>
            <a:off x="2272511" y="5479919"/>
            <a:ext cx="20313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b="0" dirty="0">
                <a:solidFill>
                  <a:schemeClr val="tx1"/>
                </a:solidFill>
                <a:latin typeface="+mn-lt"/>
                <a:ea typeface="+mn-ea"/>
                <a:cs typeface="Arial" panose="020B0604020202020204" pitchFamily="34" charset="0"/>
              </a:rPr>
              <a:t> </a:t>
            </a:r>
            <a:r>
              <a:rPr kumimoji="1" lang="zh-CN" altLang="en-US" sz="2400" b="0" dirty="0">
                <a:solidFill>
                  <a:schemeClr val="tx1"/>
                </a:solidFill>
                <a:latin typeface="+mn-lt"/>
                <a:ea typeface="+mn-ea"/>
                <a:cs typeface="Arial" panose="020B0604020202020204" pitchFamily="34" charset="0"/>
              </a:rPr>
              <a:t>短暂为</a:t>
            </a:r>
            <a:r>
              <a:rPr kumimoji="1" lang="en-US" altLang="zh-CN" sz="2400" b="0" dirty="0">
                <a:solidFill>
                  <a:schemeClr val="tx1"/>
                </a:solidFill>
                <a:latin typeface="+mn-lt"/>
                <a:ea typeface="+mn-ea"/>
                <a:cs typeface="Arial" panose="020B0604020202020204" pitchFamily="34" charset="0"/>
              </a:rPr>
              <a:t>1</a:t>
            </a:r>
          </a:p>
        </p:txBody>
      </p:sp>
      <p:sp>
        <p:nvSpPr>
          <p:cNvPr id="20" name="Text Box 35">
            <a:extLst>
              <a:ext uri="{FF2B5EF4-FFF2-40B4-BE49-F238E27FC236}">
                <a16:creationId xmlns:a16="http://schemas.microsoft.com/office/drawing/2014/main" id="{26C1DCF7-45F7-4652-ACD4-F24F36BC5F61}"/>
              </a:ext>
            </a:extLst>
          </p:cNvPr>
          <p:cNvSpPr txBox="1">
            <a:spLocks noChangeArrowheads="1"/>
          </p:cNvSpPr>
          <p:nvPr/>
        </p:nvSpPr>
        <p:spPr bwMode="auto">
          <a:xfrm>
            <a:off x="6040111" y="5479919"/>
            <a:ext cx="181627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zh-CN" altLang="en-US" sz="2400" b="0">
                <a:solidFill>
                  <a:schemeClr val="tx1"/>
                </a:solidFill>
                <a:latin typeface="+mn-lt"/>
                <a:ea typeface="+mn-ea"/>
                <a:cs typeface="Arial" panose="020B0604020202020204" pitchFamily="34" charset="0"/>
              </a:rPr>
              <a:t>短暂为</a:t>
            </a:r>
            <a:r>
              <a:rPr kumimoji="1" lang="en-US" altLang="zh-CN" sz="2400" b="0">
                <a:solidFill>
                  <a:schemeClr val="tx1"/>
                </a:solidFill>
                <a:latin typeface="+mn-lt"/>
                <a:ea typeface="+mn-ea"/>
                <a:cs typeface="Arial" panose="020B0604020202020204" pitchFamily="34" charset="0"/>
              </a:rPr>
              <a:t> </a:t>
            </a:r>
            <a:r>
              <a:rPr kumimoji="1" lang="en-US" altLang="zh-CN" sz="2400" b="0" dirty="0">
                <a:solidFill>
                  <a:schemeClr val="tx1"/>
                </a:solidFill>
                <a:latin typeface="+mn-lt"/>
                <a:ea typeface="+mn-ea"/>
                <a:cs typeface="Arial" panose="020B0604020202020204" pitchFamily="34" charset="0"/>
              </a:rPr>
              <a:t>0</a:t>
            </a:r>
          </a:p>
        </p:txBody>
      </p:sp>
      <p:sp>
        <p:nvSpPr>
          <p:cNvPr id="21" name="灯片编号占位符 6">
            <a:extLst>
              <a:ext uri="{FF2B5EF4-FFF2-40B4-BE49-F238E27FC236}">
                <a16:creationId xmlns:a16="http://schemas.microsoft.com/office/drawing/2014/main" id="{94D418E4-BB2C-824A-9686-4E5C16E82685}"/>
              </a:ext>
            </a:extLst>
          </p:cNvPr>
          <p:cNvSpPr txBox="1">
            <a:spLocks/>
          </p:cNvSpPr>
          <p:nvPr/>
        </p:nvSpPr>
        <p:spPr bwMode="auto">
          <a:xfrm>
            <a:off x="6553200" y="6265860"/>
            <a:ext cx="213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4600" b="1" kern="1200">
                <a:solidFill>
                  <a:srgbClr val="FF3300"/>
                </a:solidFill>
                <a:latin typeface="Garamond" pitchFamily="18" charset="0"/>
                <a:ea typeface="宋体" charset="-122"/>
                <a:cs typeface="+mn-cs"/>
              </a:defRPr>
            </a:lvl1pPr>
            <a:lvl2pPr marL="742950" indent="-28575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2pPr>
            <a:lvl3pPr marL="11430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3pPr>
            <a:lvl4pPr marL="16002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4pPr>
            <a:lvl5pPr marL="20574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5pPr>
            <a:lvl6pPr marL="25146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6pPr>
            <a:lvl7pPr marL="29718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7pPr>
            <a:lvl8pPr marL="34290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8pPr>
            <a:lvl9pPr marL="38862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9pPr>
          </a:lstStyle>
          <a:p>
            <a:pPr eaLnBrk="1" hangingPunct="1"/>
            <a:fld id="{CCE6D788-BCB5-407E-9DED-68D155892338}" type="slidenum">
              <a:rPr lang="en-US" altLang="zh-CN" sz="1400" smtClean="0">
                <a:solidFill>
                  <a:schemeClr val="tx1"/>
                </a:solidFill>
                <a:latin typeface="+mn-lt"/>
              </a:rPr>
              <a:pPr eaLnBrk="1" hangingPunct="1"/>
              <a:t>49</a:t>
            </a:fld>
            <a:endParaRPr lang="en-US" altLang="zh-CN" sz="1400" dirty="0">
              <a:solidFill>
                <a:schemeClr val="tx1"/>
              </a:solidFill>
              <a:latin typeface="+mn-lt"/>
            </a:endParaRPr>
          </a:p>
        </p:txBody>
      </p:sp>
    </p:spTree>
    <p:extLst>
      <p:ext uri="{BB962C8B-B14F-4D97-AF65-F5344CB8AC3E}">
        <p14:creationId xmlns:p14="http://schemas.microsoft.com/office/powerpoint/2010/main" val="147339928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2">
            <a:extLst>
              <a:ext uri="{FF2B5EF4-FFF2-40B4-BE49-F238E27FC236}">
                <a16:creationId xmlns:a16="http://schemas.microsoft.com/office/drawing/2014/main" id="{B8905676-660D-0E41-80B5-8539F5229AF5}"/>
              </a:ext>
            </a:extLst>
          </p:cNvPr>
          <p:cNvSpPr>
            <a:spLocks noGrp="1" noChangeArrowheads="1"/>
          </p:cNvSpPr>
          <p:nvPr>
            <p:ph type="title"/>
          </p:nvPr>
        </p:nvSpPr>
        <p:spPr>
          <a:xfrm>
            <a:off x="1753226" y="260648"/>
            <a:ext cx="5758408" cy="936625"/>
          </a:xfrm>
          <a:noFill/>
        </p:spPr>
        <p:txBody>
          <a:bodyPr/>
          <a:lstStyle/>
          <a:p>
            <a:pPr eaLnBrk="1" hangingPunct="1"/>
            <a:r>
              <a:rPr lang="zh-CN" altLang="en-US" b="1" dirty="0">
                <a:latin typeface="黑体" panose="02010609060101010101" pitchFamily="49" charset="-122"/>
              </a:rPr>
              <a:t>静态</a:t>
            </a:r>
            <a:r>
              <a:rPr lang="en-US" altLang="zh-CN" b="1" dirty="0">
                <a:latin typeface="黑体" panose="02010609060101010101" pitchFamily="49" charset="-122"/>
              </a:rPr>
              <a:t>1</a:t>
            </a:r>
            <a:r>
              <a:rPr lang="zh-CN" altLang="en-US" b="1" dirty="0">
                <a:latin typeface="黑体" panose="02010609060101010101" pitchFamily="49" charset="-122"/>
              </a:rPr>
              <a:t>的冒险</a:t>
            </a:r>
            <a:r>
              <a:rPr lang="en-US" altLang="zh-CN" b="1" dirty="0">
                <a:latin typeface="黑体" panose="02010609060101010101" pitchFamily="49" charset="-122"/>
              </a:rPr>
              <a:t>:</a:t>
            </a:r>
            <a:r>
              <a:rPr lang="zh-CN" altLang="en-US" b="1" dirty="0">
                <a:latin typeface="黑体" panose="02010609060101010101" pitchFamily="49" charset="-122"/>
              </a:rPr>
              <a:t>示例</a:t>
            </a:r>
            <a:endParaRPr lang="en-US" altLang="zh-CN" b="1" dirty="0">
              <a:latin typeface="黑体" panose="02010609060101010101" pitchFamily="49" charset="-122"/>
            </a:endParaRPr>
          </a:p>
        </p:txBody>
      </p:sp>
      <p:graphicFrame>
        <p:nvGraphicFramePr>
          <p:cNvPr id="31" name="Object 15">
            <a:extLst>
              <a:ext uri="{FF2B5EF4-FFF2-40B4-BE49-F238E27FC236}">
                <a16:creationId xmlns:a16="http://schemas.microsoft.com/office/drawing/2014/main" id="{6C2E03E4-1868-4541-8FA1-02D84AFC416F}"/>
              </a:ext>
            </a:extLst>
          </p:cNvPr>
          <p:cNvGraphicFramePr>
            <a:graphicFrameLocks noGrp="1" noChangeAspect="1"/>
          </p:cNvGraphicFramePr>
          <p:nvPr>
            <p:ph idx="1"/>
            <p:extLst>
              <p:ext uri="{D42A27DB-BD31-4B8C-83A1-F6EECF244321}">
                <p14:modId xmlns:p14="http://schemas.microsoft.com/office/powerpoint/2010/main" val="408527486"/>
              </p:ext>
            </p:extLst>
          </p:nvPr>
        </p:nvGraphicFramePr>
        <p:xfrm>
          <a:off x="1241425" y="2966888"/>
          <a:ext cx="4511675" cy="2046288"/>
        </p:xfrm>
        <a:graphic>
          <a:graphicData uri="http://schemas.openxmlformats.org/presentationml/2006/ole">
            <mc:AlternateContent xmlns:mc="http://schemas.openxmlformats.org/markup-compatibility/2006">
              <mc:Choice xmlns:v="urn:schemas-microsoft-com:vml" Requires="v">
                <p:oleObj name="Visio" r:id="rId2" imgW="1518480" imgH="689304" progId="Visio.Drawing.11">
                  <p:embed/>
                </p:oleObj>
              </mc:Choice>
              <mc:Fallback>
                <p:oleObj name="Visio" r:id="rId2" imgW="1518480" imgH="689304" progId="Visio.Drawing.11">
                  <p:embed/>
                  <p:pic>
                    <p:nvPicPr>
                      <p:cNvPr id="31" name="Object 15">
                        <a:extLst>
                          <a:ext uri="{FF2B5EF4-FFF2-40B4-BE49-F238E27FC236}">
                            <a16:creationId xmlns:a16="http://schemas.microsoft.com/office/drawing/2014/main" id="{6C2E03E4-1868-4541-8FA1-02D84AFC41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1425" y="2966888"/>
                        <a:ext cx="4511675" cy="2046288"/>
                      </a:xfrm>
                      <a:prstGeom prst="rect">
                        <a:avLst/>
                      </a:prstGeom>
                      <a:noFill/>
                      <a:ln>
                        <a:noFill/>
                      </a:ln>
                      <a:effectLst/>
                    </p:spPr>
                  </p:pic>
                </p:oleObj>
              </mc:Fallback>
            </mc:AlternateContent>
          </a:graphicData>
        </a:graphic>
      </p:graphicFrame>
      <p:sp>
        <p:nvSpPr>
          <p:cNvPr id="5" name="Slide Number Placeholder 4">
            <a:extLst>
              <a:ext uri="{FF2B5EF4-FFF2-40B4-BE49-F238E27FC236}">
                <a16:creationId xmlns:a16="http://schemas.microsoft.com/office/drawing/2014/main" id="{10566127-929D-444E-99CA-38AC18D14763}"/>
              </a:ext>
            </a:extLst>
          </p:cNvPr>
          <p:cNvSpPr>
            <a:spLocks noGrp="1"/>
          </p:cNvSpPr>
          <p:nvPr>
            <p:ph type="sldNum" sz="quarter" idx="12"/>
          </p:nvPr>
        </p:nvSpPr>
        <p:spPr/>
        <p:txBody>
          <a:bodyPr/>
          <a:lstStyle/>
          <a:p>
            <a:pPr>
              <a:defRPr/>
            </a:pPr>
            <a:fld id="{F8B2A855-7301-4036-B977-4E13EC7544E9}" type="slidenum">
              <a:rPr lang="zh-CN" altLang="en-US" smtClean="0"/>
              <a:pPr>
                <a:defRPr/>
              </a:pPr>
              <a:t>50</a:t>
            </a:fld>
            <a:endParaRPr lang="en-US" altLang="zh-CN"/>
          </a:p>
        </p:txBody>
      </p:sp>
      <p:sp>
        <p:nvSpPr>
          <p:cNvPr id="28" name="圆角矩形 25">
            <a:extLst>
              <a:ext uri="{FF2B5EF4-FFF2-40B4-BE49-F238E27FC236}">
                <a16:creationId xmlns:a16="http://schemas.microsoft.com/office/drawing/2014/main" id="{2C5EAE29-E870-B647-967A-9CC309FD112C}"/>
              </a:ext>
            </a:extLst>
          </p:cNvPr>
          <p:cNvSpPr/>
          <p:nvPr/>
        </p:nvSpPr>
        <p:spPr bwMode="auto">
          <a:xfrm>
            <a:off x="444388" y="1544110"/>
            <a:ext cx="2097249" cy="1258972"/>
          </a:xfrm>
          <a:prstGeom prst="roundRect">
            <a:avLst/>
          </a:prstGeom>
          <a:solidFill>
            <a:schemeClr val="accent6">
              <a:lumMod val="20000"/>
              <a:lumOff val="80000"/>
            </a:schemeClr>
          </a:solidFill>
          <a:ln w="9525" cap="flat" cmpd="sng" algn="ctr">
            <a:solidFill>
              <a:schemeClr val="bg2">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graphicFrame>
        <p:nvGraphicFramePr>
          <p:cNvPr id="489476" name="Object 4"/>
          <p:cNvGraphicFramePr>
            <a:graphicFrameLocks noChangeAspect="1"/>
          </p:cNvGraphicFramePr>
          <p:nvPr>
            <p:extLst>
              <p:ext uri="{D42A27DB-BD31-4B8C-83A1-F6EECF244321}">
                <p14:modId xmlns:p14="http://schemas.microsoft.com/office/powerpoint/2010/main" val="1550553232"/>
              </p:ext>
            </p:extLst>
          </p:nvPr>
        </p:nvGraphicFramePr>
        <p:xfrm>
          <a:off x="5211179" y="1630159"/>
          <a:ext cx="1962001" cy="502697"/>
        </p:xfrm>
        <a:graphic>
          <a:graphicData uri="http://schemas.openxmlformats.org/presentationml/2006/ole">
            <mc:AlternateContent xmlns:mc="http://schemas.openxmlformats.org/markup-compatibility/2006">
              <mc:Choice xmlns:v="urn:schemas-microsoft-com:vml" Requires="v">
                <p:oleObj name="公式" r:id="rId4" imgW="850680" imgH="203040" progId="Equation.3">
                  <p:embed/>
                </p:oleObj>
              </mc:Choice>
              <mc:Fallback>
                <p:oleObj name="公式" r:id="rId4" imgW="850680" imgH="203040" progId="Equation.3">
                  <p:embed/>
                  <p:pic>
                    <p:nvPicPr>
                      <p:cNvPr id="489476"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11179" y="1630159"/>
                        <a:ext cx="1962001" cy="502697"/>
                      </a:xfrm>
                      <a:prstGeom prst="rect">
                        <a:avLst/>
                      </a:prstGeom>
                      <a:noFill/>
                      <a:ln>
                        <a:noFill/>
                      </a:ln>
                      <a:effectLst/>
                    </p:spPr>
                  </p:pic>
                </p:oleObj>
              </mc:Fallback>
            </mc:AlternateContent>
          </a:graphicData>
        </a:graphic>
      </p:graphicFrame>
      <p:sp>
        <p:nvSpPr>
          <p:cNvPr id="489477" name="Text Box 5"/>
          <p:cNvSpPr txBox="1">
            <a:spLocks noChangeArrowheads="1"/>
          </p:cNvSpPr>
          <p:nvPr/>
        </p:nvSpPr>
        <p:spPr bwMode="auto">
          <a:xfrm>
            <a:off x="883413" y="2978532"/>
            <a:ext cx="4937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800" b="0" i="1">
                <a:solidFill>
                  <a:schemeClr val="tx1"/>
                </a:solidFill>
                <a:latin typeface="Times New Roman" pitchFamily="18" charset="0"/>
              </a:rPr>
              <a:t>A</a:t>
            </a:r>
          </a:p>
        </p:txBody>
      </p:sp>
      <p:sp>
        <p:nvSpPr>
          <p:cNvPr id="489478" name="Text Box 6"/>
          <p:cNvSpPr txBox="1">
            <a:spLocks noChangeArrowheads="1"/>
          </p:cNvSpPr>
          <p:nvPr/>
        </p:nvSpPr>
        <p:spPr bwMode="auto">
          <a:xfrm>
            <a:off x="716428" y="3435732"/>
            <a:ext cx="85247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800" b="0" i="1" dirty="0">
                <a:solidFill>
                  <a:schemeClr val="tx1"/>
                </a:solidFill>
                <a:latin typeface="Times New Roman" pitchFamily="18" charset="0"/>
              </a:rPr>
              <a:t>B:1</a:t>
            </a:r>
          </a:p>
        </p:txBody>
      </p:sp>
      <p:sp>
        <p:nvSpPr>
          <p:cNvPr id="489479" name="Text Box 7"/>
          <p:cNvSpPr txBox="1">
            <a:spLocks noChangeArrowheads="1"/>
          </p:cNvSpPr>
          <p:nvPr/>
        </p:nvSpPr>
        <p:spPr bwMode="auto">
          <a:xfrm>
            <a:off x="716428" y="4273932"/>
            <a:ext cx="76911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800" b="0" i="1" dirty="0">
                <a:solidFill>
                  <a:schemeClr val="tx1"/>
                </a:solidFill>
                <a:latin typeface="Times New Roman" pitchFamily="18" charset="0"/>
              </a:rPr>
              <a:t>C:1</a:t>
            </a:r>
          </a:p>
        </p:txBody>
      </p:sp>
      <p:sp>
        <p:nvSpPr>
          <p:cNvPr id="17" name="Text Box 5"/>
          <p:cNvSpPr txBox="1">
            <a:spLocks noChangeArrowheads="1"/>
          </p:cNvSpPr>
          <p:nvPr/>
        </p:nvSpPr>
        <p:spPr bwMode="auto">
          <a:xfrm>
            <a:off x="883413" y="3816732"/>
            <a:ext cx="609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800" b="0" i="1">
                <a:solidFill>
                  <a:schemeClr val="tx1"/>
                </a:solidFill>
                <a:latin typeface="Times New Roman" pitchFamily="18" charset="0"/>
              </a:rPr>
              <a:t>A’</a:t>
            </a:r>
          </a:p>
        </p:txBody>
      </p:sp>
      <p:cxnSp>
        <p:nvCxnSpPr>
          <p:cNvPr id="15" name="曲线连接符 14">
            <a:extLst>
              <a:ext uri="{FF2B5EF4-FFF2-40B4-BE49-F238E27FC236}">
                <a16:creationId xmlns:a16="http://schemas.microsoft.com/office/drawing/2014/main" id="{7535ADF8-22DF-934E-899B-046D0B81BE29}"/>
              </a:ext>
            </a:extLst>
          </p:cNvPr>
          <p:cNvCxnSpPr>
            <a:cxnSpLocks/>
          </p:cNvCxnSpPr>
          <p:nvPr/>
        </p:nvCxnSpPr>
        <p:spPr bwMode="auto">
          <a:xfrm>
            <a:off x="1377126" y="3316801"/>
            <a:ext cx="3101647" cy="394756"/>
          </a:xfrm>
          <a:prstGeom prst="curvedConnector3">
            <a:avLst>
              <a:gd name="adj1" fmla="val 65030"/>
            </a:avLst>
          </a:prstGeom>
          <a:solidFill>
            <a:schemeClr val="accent1"/>
          </a:solidFill>
          <a:ln w="57150" cap="flat" cmpd="sng" algn="ctr">
            <a:solidFill>
              <a:srgbClr val="7030A0"/>
            </a:solidFill>
            <a:prstDash val="solid"/>
            <a:round/>
            <a:headEnd type="none" w="med" len="med"/>
            <a:tailEnd type="triangle"/>
          </a:ln>
          <a:effectLst/>
        </p:spPr>
      </p:cxnSp>
      <p:cxnSp>
        <p:nvCxnSpPr>
          <p:cNvPr id="22" name="曲线连接符 21">
            <a:extLst>
              <a:ext uri="{FF2B5EF4-FFF2-40B4-BE49-F238E27FC236}">
                <a16:creationId xmlns:a16="http://schemas.microsoft.com/office/drawing/2014/main" id="{AD0772B2-8DAE-5A4D-8557-9B8255761EE2}"/>
              </a:ext>
            </a:extLst>
          </p:cNvPr>
          <p:cNvCxnSpPr>
            <a:cxnSpLocks/>
          </p:cNvCxnSpPr>
          <p:nvPr/>
        </p:nvCxnSpPr>
        <p:spPr bwMode="auto">
          <a:xfrm flipV="1">
            <a:off x="1466632" y="4078669"/>
            <a:ext cx="2994212" cy="116982"/>
          </a:xfrm>
          <a:prstGeom prst="curvedConnector3">
            <a:avLst>
              <a:gd name="adj1" fmla="val 64970"/>
            </a:avLst>
          </a:prstGeom>
          <a:solidFill>
            <a:schemeClr val="accent1"/>
          </a:solidFill>
          <a:ln w="57150" cap="flat" cmpd="sng" algn="ctr">
            <a:solidFill>
              <a:srgbClr val="0070C0"/>
            </a:solidFill>
            <a:prstDash val="solid"/>
            <a:round/>
            <a:headEnd type="none" w="med" len="med"/>
            <a:tailEnd type="triangle"/>
          </a:ln>
          <a:effectLst/>
        </p:spPr>
      </p:cxnSp>
      <p:sp>
        <p:nvSpPr>
          <p:cNvPr id="19" name="等腰三角形 1">
            <a:extLst>
              <a:ext uri="{FF2B5EF4-FFF2-40B4-BE49-F238E27FC236}">
                <a16:creationId xmlns:a16="http://schemas.microsoft.com/office/drawing/2014/main" id="{99E38438-796A-7D49-9AC0-9C414F58859F}"/>
              </a:ext>
            </a:extLst>
          </p:cNvPr>
          <p:cNvSpPr/>
          <p:nvPr/>
        </p:nvSpPr>
        <p:spPr bwMode="auto">
          <a:xfrm rot="5400000">
            <a:off x="1260627" y="2127179"/>
            <a:ext cx="259953" cy="252028"/>
          </a:xfrm>
          <a:prstGeom prst="triangle">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20" name="Text Box 5">
            <a:extLst>
              <a:ext uri="{FF2B5EF4-FFF2-40B4-BE49-F238E27FC236}">
                <a16:creationId xmlns:a16="http://schemas.microsoft.com/office/drawing/2014/main" id="{A2348DA6-0795-BF4F-8BDA-C3CE0ED60DF9}"/>
              </a:ext>
            </a:extLst>
          </p:cNvPr>
          <p:cNvSpPr txBox="1">
            <a:spLocks noChangeArrowheads="1"/>
          </p:cNvSpPr>
          <p:nvPr/>
        </p:nvSpPr>
        <p:spPr bwMode="auto">
          <a:xfrm>
            <a:off x="390453" y="1553082"/>
            <a:ext cx="4937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800" b="0" i="1" dirty="0">
                <a:solidFill>
                  <a:schemeClr val="tx1"/>
                </a:solidFill>
                <a:latin typeface="Times New Roman" pitchFamily="18" charset="0"/>
              </a:rPr>
              <a:t>A</a:t>
            </a:r>
          </a:p>
        </p:txBody>
      </p:sp>
      <p:cxnSp>
        <p:nvCxnSpPr>
          <p:cNvPr id="23" name="直接连接符 3">
            <a:extLst>
              <a:ext uri="{FF2B5EF4-FFF2-40B4-BE49-F238E27FC236}">
                <a16:creationId xmlns:a16="http://schemas.microsoft.com/office/drawing/2014/main" id="{B1076AD4-1E17-EF4F-A7A2-10EA7F5DB433}"/>
              </a:ext>
            </a:extLst>
          </p:cNvPr>
          <p:cNvCxnSpPr>
            <a:stCxn id="20" idx="3"/>
          </p:cNvCxnSpPr>
          <p:nvPr/>
        </p:nvCxnSpPr>
        <p:spPr bwMode="auto">
          <a:xfrm flipV="1">
            <a:off x="884166" y="1806817"/>
            <a:ext cx="1217694"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4" name="肘形连接符 5">
            <a:extLst>
              <a:ext uri="{FF2B5EF4-FFF2-40B4-BE49-F238E27FC236}">
                <a16:creationId xmlns:a16="http://schemas.microsoft.com/office/drawing/2014/main" id="{ED51BC0A-0C0D-2546-983E-5284FCF9AF15}"/>
              </a:ext>
            </a:extLst>
          </p:cNvPr>
          <p:cNvCxnSpPr>
            <a:endCxn id="19" idx="3"/>
          </p:cNvCxnSpPr>
          <p:nvPr/>
        </p:nvCxnSpPr>
        <p:spPr bwMode="auto">
          <a:xfrm rot="16200000" flipH="1">
            <a:off x="914623" y="1903227"/>
            <a:ext cx="440556" cy="259377"/>
          </a:xfrm>
          <a:prstGeom prst="bentConnector2">
            <a:avLst/>
          </a:prstGeom>
          <a:solidFill>
            <a:schemeClr val="accent1"/>
          </a:solidFill>
          <a:ln w="19050" cap="flat" cmpd="sng" algn="ctr">
            <a:solidFill>
              <a:schemeClr val="tx1"/>
            </a:solidFill>
            <a:prstDash val="solid"/>
            <a:round/>
            <a:headEnd type="none" w="med" len="med"/>
            <a:tailEnd type="none" w="med" len="med"/>
          </a:ln>
          <a:effectLst/>
        </p:spPr>
      </p:cxnSp>
      <p:sp>
        <p:nvSpPr>
          <p:cNvPr id="25" name="Text Box 5">
            <a:extLst>
              <a:ext uri="{FF2B5EF4-FFF2-40B4-BE49-F238E27FC236}">
                <a16:creationId xmlns:a16="http://schemas.microsoft.com/office/drawing/2014/main" id="{3A620DC0-B5DB-5740-9F27-D7E39AEE994C}"/>
              </a:ext>
            </a:extLst>
          </p:cNvPr>
          <p:cNvSpPr txBox="1">
            <a:spLocks noChangeArrowheads="1"/>
          </p:cNvSpPr>
          <p:nvPr/>
        </p:nvSpPr>
        <p:spPr bwMode="auto">
          <a:xfrm>
            <a:off x="1896242" y="2253193"/>
            <a:ext cx="49371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800" b="0" i="1" dirty="0">
                <a:solidFill>
                  <a:schemeClr val="tx1"/>
                </a:solidFill>
                <a:latin typeface="Times New Roman" pitchFamily="18" charset="0"/>
              </a:rPr>
              <a:t>A’</a:t>
            </a:r>
          </a:p>
        </p:txBody>
      </p:sp>
      <p:cxnSp>
        <p:nvCxnSpPr>
          <p:cNvPr id="26" name="直接连接符 23">
            <a:extLst>
              <a:ext uri="{FF2B5EF4-FFF2-40B4-BE49-F238E27FC236}">
                <a16:creationId xmlns:a16="http://schemas.microsoft.com/office/drawing/2014/main" id="{F4180821-5011-9D40-B316-395EE1EDFC0B}"/>
              </a:ext>
            </a:extLst>
          </p:cNvPr>
          <p:cNvCxnSpPr/>
          <p:nvPr/>
        </p:nvCxnSpPr>
        <p:spPr bwMode="auto">
          <a:xfrm flipV="1">
            <a:off x="1510691" y="2253193"/>
            <a:ext cx="769119" cy="1"/>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27" name="文本框 7">
            <a:extLst>
              <a:ext uri="{FF2B5EF4-FFF2-40B4-BE49-F238E27FC236}">
                <a16:creationId xmlns:a16="http://schemas.microsoft.com/office/drawing/2014/main" id="{81366612-199A-EC47-854C-CB0D1EF85B99}"/>
              </a:ext>
            </a:extLst>
          </p:cNvPr>
          <p:cNvSpPr txBox="1"/>
          <p:nvPr/>
        </p:nvSpPr>
        <p:spPr>
          <a:xfrm>
            <a:off x="1011935" y="2339967"/>
            <a:ext cx="671979" cy="369332"/>
          </a:xfrm>
          <a:prstGeom prst="rect">
            <a:avLst/>
          </a:prstGeom>
          <a:noFill/>
        </p:spPr>
        <p:txBody>
          <a:bodyPr wrap="none" rtlCol="0">
            <a:spAutoFit/>
          </a:bodyPr>
          <a:lstStyle/>
          <a:p>
            <a:r>
              <a:rPr lang="en-US" altLang="zh-CN" dirty="0"/>
              <a:t>NOT</a:t>
            </a:r>
            <a:endParaRPr lang="zh-CN" altLang="en-US" dirty="0"/>
          </a:p>
        </p:txBody>
      </p:sp>
      <p:sp>
        <p:nvSpPr>
          <p:cNvPr id="29" name="矩形 17">
            <a:extLst>
              <a:ext uri="{FF2B5EF4-FFF2-40B4-BE49-F238E27FC236}">
                <a16:creationId xmlns:a16="http://schemas.microsoft.com/office/drawing/2014/main" id="{84CC71CB-2D8D-B94F-95FE-5426AB2F72F9}"/>
              </a:ext>
            </a:extLst>
          </p:cNvPr>
          <p:cNvSpPr/>
          <p:nvPr/>
        </p:nvSpPr>
        <p:spPr>
          <a:xfrm>
            <a:off x="5176856" y="2112990"/>
            <a:ext cx="3932821" cy="584775"/>
          </a:xfrm>
          <a:prstGeom prst="rect">
            <a:avLst/>
          </a:prstGeom>
        </p:spPr>
        <p:txBody>
          <a:bodyPr wrap="square">
            <a:spAutoFit/>
          </a:bodyPr>
          <a:lstStyle/>
          <a:p>
            <a:pPr lvl="0">
              <a:spcBef>
                <a:spcPts val="0"/>
              </a:spcBef>
            </a:pPr>
            <a:r>
              <a:rPr kumimoji="1" lang="en-US" altLang="zh-CN" sz="3200" dirty="0">
                <a:solidFill>
                  <a:srgbClr val="000000"/>
                </a:solidFill>
                <a:latin typeface="+mn-lt"/>
                <a:ea typeface="SimHei" panose="02010609060101010101" pitchFamily="49" charset="-122"/>
              </a:rPr>
              <a:t>B=C=1</a:t>
            </a:r>
            <a:r>
              <a:rPr kumimoji="1" lang="en-US" altLang="zh-CN" sz="3200" dirty="0">
                <a:solidFill>
                  <a:srgbClr val="000000"/>
                </a:solidFill>
                <a:latin typeface="+mn-lt"/>
                <a:ea typeface="SimHei" panose="02010609060101010101" pitchFamily="49" charset="-122"/>
                <a:sym typeface="Wingdings" pitchFamily="2" charset="2"/>
              </a:rPr>
              <a:t></a:t>
            </a:r>
            <a:r>
              <a:rPr kumimoji="1" lang="en-US" altLang="zh-CN" sz="3200" dirty="0">
                <a:solidFill>
                  <a:srgbClr val="000000"/>
                </a:solidFill>
                <a:latin typeface="+mn-lt"/>
                <a:ea typeface="SimHei" panose="02010609060101010101" pitchFamily="49" charset="-122"/>
              </a:rPr>
              <a:t>L=A+A’==1</a:t>
            </a:r>
          </a:p>
        </p:txBody>
      </p:sp>
      <p:sp>
        <p:nvSpPr>
          <p:cNvPr id="2" name="Oval 1">
            <a:extLst>
              <a:ext uri="{FF2B5EF4-FFF2-40B4-BE49-F238E27FC236}">
                <a16:creationId xmlns:a16="http://schemas.microsoft.com/office/drawing/2014/main" id="{96330036-16FE-0049-8B3F-7A1E00215606}"/>
              </a:ext>
            </a:extLst>
          </p:cNvPr>
          <p:cNvSpPr/>
          <p:nvPr/>
        </p:nvSpPr>
        <p:spPr bwMode="auto">
          <a:xfrm>
            <a:off x="1527386" y="2206766"/>
            <a:ext cx="108000" cy="108000"/>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1800" b="0" i="0" u="none" strike="noStrike" cap="none" normalizeH="0" baseline="0">
              <a:ln>
                <a:noFill/>
              </a:ln>
              <a:solidFill>
                <a:schemeClr val="tx1"/>
              </a:solidFill>
              <a:effectLst/>
              <a:latin typeface="Arial" charset="0"/>
            </a:endParaRPr>
          </a:p>
        </p:txBody>
      </p:sp>
      <p:sp>
        <p:nvSpPr>
          <p:cNvPr id="4" name="Rectangle 3">
            <a:extLst>
              <a:ext uri="{FF2B5EF4-FFF2-40B4-BE49-F238E27FC236}">
                <a16:creationId xmlns:a16="http://schemas.microsoft.com/office/drawing/2014/main" id="{02B18161-E6A5-4EED-8FDB-201D764281FE}"/>
              </a:ext>
            </a:extLst>
          </p:cNvPr>
          <p:cNvSpPr/>
          <p:nvPr/>
        </p:nvSpPr>
        <p:spPr>
          <a:xfrm>
            <a:off x="444388" y="4964975"/>
            <a:ext cx="8376084" cy="1200329"/>
          </a:xfrm>
          <a:prstGeom prst="rect">
            <a:avLst/>
          </a:prstGeom>
        </p:spPr>
        <p:txBody>
          <a:bodyPr wrap="square">
            <a:spAutoFit/>
          </a:bodyPr>
          <a:lstStyle/>
          <a:p>
            <a:r>
              <a:rPr lang="en-US" altLang="zh-CN" sz="2400" b="1" dirty="0">
                <a:latin typeface="Arial" panose="020B0604020202020204" pitchFamily="34" charset="0"/>
                <a:cs typeface="Arial" panose="020B0604020202020204" pitchFamily="34" charset="0"/>
              </a:rPr>
              <a:t>B=C=1</a:t>
            </a:r>
            <a:r>
              <a:rPr lang="zh-CN" altLang="en-US" sz="2400" b="1" dirty="0">
                <a:latin typeface="Arial" panose="020B0604020202020204" pitchFamily="34" charset="0"/>
                <a:cs typeface="Arial" panose="020B0604020202020204" pitchFamily="34" charset="0"/>
              </a:rPr>
              <a:t>，</a:t>
            </a:r>
            <a:r>
              <a:rPr lang="zh-CN" altLang="en-US" sz="2400" b="1" dirty="0">
                <a:solidFill>
                  <a:srgbClr val="3333FF"/>
                </a:solidFill>
                <a:latin typeface="Arial" panose="020B0604020202020204" pitchFamily="34" charset="0"/>
                <a:ea typeface="黑体" panose="02010609060101010101" pitchFamily="49" charset="-122"/>
                <a:cs typeface="Arial" panose="020B0604020202020204" pitchFamily="34" charset="0"/>
              </a:rPr>
              <a:t>当</a:t>
            </a:r>
            <a:r>
              <a:rPr lang="en-US" altLang="zh-CN" sz="2400" b="1" dirty="0">
                <a:solidFill>
                  <a:srgbClr val="3333FF"/>
                </a:solidFill>
                <a:latin typeface="Arial" panose="020B0604020202020204" pitchFamily="34" charset="0"/>
                <a:ea typeface="黑体" panose="02010609060101010101" pitchFamily="49" charset="-122"/>
                <a:cs typeface="Arial" panose="020B0604020202020204" pitchFamily="34" charset="0"/>
              </a:rPr>
              <a:t>A: 1</a:t>
            </a:r>
            <a:r>
              <a:rPr lang="en-US" altLang="zh-CN" sz="2400" b="1" dirty="0">
                <a:solidFill>
                  <a:srgbClr val="3333FF"/>
                </a:solidFill>
                <a:latin typeface="Arial" panose="020B0604020202020204" pitchFamily="34" charset="0"/>
                <a:ea typeface="黑体" panose="02010609060101010101" pitchFamily="49" charset="-122"/>
                <a:cs typeface="Arial" panose="020B0604020202020204" pitchFamily="34" charset="0"/>
                <a:sym typeface="Wingdings" pitchFamily="2" charset="2"/>
              </a:rPr>
              <a:t>0</a:t>
            </a:r>
            <a:r>
              <a:rPr lang="zh-CN" altLang="en-US" sz="2400" b="1" dirty="0">
                <a:solidFill>
                  <a:srgbClr val="3333FF"/>
                </a:solidFill>
                <a:latin typeface="Arial" panose="020B0604020202020204" pitchFamily="34" charset="0"/>
                <a:ea typeface="黑体" panose="02010609060101010101" pitchFamily="49" charset="-122"/>
                <a:cs typeface="Arial" panose="020B0604020202020204" pitchFamily="34" charset="0"/>
              </a:rPr>
              <a:t>时</a:t>
            </a:r>
            <a:r>
              <a:rPr lang="zh-CN" altLang="en-US" sz="2400" b="1" dirty="0">
                <a:latin typeface="Arial" panose="020B0604020202020204" pitchFamily="34" charset="0"/>
                <a:ea typeface="黑体" panose="02010609060101010101" pitchFamily="49" charset="-122"/>
                <a:cs typeface="Arial" panose="020B0604020202020204" pitchFamily="34" charset="0"/>
              </a:rPr>
              <a:t>，由于</a:t>
            </a:r>
            <a:r>
              <a:rPr lang="en-US" altLang="zh-CN" sz="2400" b="1" dirty="0">
                <a:latin typeface="Arial" panose="020B0604020202020204" pitchFamily="34" charset="0"/>
                <a:ea typeface="黑体" panose="02010609060101010101" pitchFamily="49" charset="-122"/>
                <a:cs typeface="Arial" panose="020B0604020202020204" pitchFamily="34" charset="0"/>
              </a:rPr>
              <a:t>A</a:t>
            </a:r>
            <a:r>
              <a:rPr lang="zh-CN" altLang="en-US" sz="2400" b="1" dirty="0">
                <a:latin typeface="Arial" panose="020B0604020202020204" pitchFamily="34" charset="0"/>
                <a:ea typeface="黑体" panose="02010609060101010101" pitchFamily="49" charset="-122"/>
                <a:cs typeface="Arial" panose="020B0604020202020204" pitchFamily="34" charset="0"/>
              </a:rPr>
              <a:t>和</a:t>
            </a:r>
            <a:r>
              <a:rPr lang="en-US" altLang="zh-CN" sz="2400" b="1" dirty="0">
                <a:latin typeface="Arial" panose="020B0604020202020204" pitchFamily="34" charset="0"/>
                <a:ea typeface="黑体" panose="02010609060101010101" pitchFamily="49" charset="-122"/>
                <a:cs typeface="Arial" panose="020B0604020202020204" pitchFamily="34" charset="0"/>
              </a:rPr>
              <a:t>A’</a:t>
            </a:r>
            <a:r>
              <a:rPr lang="zh-CN" altLang="en-US" sz="2400" b="1" dirty="0">
                <a:latin typeface="Arial" panose="020B0604020202020204" pitchFamily="34" charset="0"/>
                <a:ea typeface="黑体" panose="02010609060101010101" pitchFamily="49" charset="-122"/>
                <a:cs typeface="Arial" panose="020B0604020202020204" pitchFamily="34" charset="0"/>
              </a:rPr>
              <a:t>变化时刻存在差异</a:t>
            </a:r>
            <a:r>
              <a:rPr lang="en-US" altLang="zh-CN" sz="2400" b="1" dirty="0">
                <a:latin typeface="Arial" panose="020B0604020202020204" pitchFamily="34" charset="0"/>
                <a:ea typeface="黑体" panose="02010609060101010101" pitchFamily="49" charset="-122"/>
                <a:cs typeface="Arial" panose="020B0604020202020204" pitchFamily="34" charset="0"/>
              </a:rPr>
              <a:t>,</a:t>
            </a:r>
            <a:r>
              <a:rPr lang="zh-CN" altLang="en-US" sz="2400" b="1" dirty="0">
                <a:latin typeface="Arial" panose="020B0604020202020204" pitchFamily="34" charset="0"/>
                <a:ea typeface="黑体" panose="02010609060101010101" pitchFamily="49" charset="-122"/>
                <a:cs typeface="Arial" panose="020B0604020202020204" pitchFamily="34" charset="0"/>
              </a:rPr>
              <a:t> </a:t>
            </a:r>
            <a:r>
              <a:rPr lang="en-US" altLang="zh-CN" sz="2400" b="1" dirty="0">
                <a:latin typeface="Arial" panose="020B0604020202020204" pitchFamily="34" charset="0"/>
                <a:ea typeface="黑体" panose="02010609060101010101" pitchFamily="49" charset="-122"/>
                <a:cs typeface="Arial" panose="020B0604020202020204" pitchFamily="34" charset="0"/>
              </a:rPr>
              <a:t>A</a:t>
            </a:r>
            <a:r>
              <a:rPr lang="zh-CN" altLang="en-US" sz="2400" b="1" dirty="0">
                <a:latin typeface="Arial" panose="020B0604020202020204" pitchFamily="34" charset="0"/>
                <a:ea typeface="黑体" panose="02010609060101010101" pitchFamily="49" charset="-122"/>
                <a:cs typeface="Arial" panose="020B0604020202020204" pitchFamily="34" charset="0"/>
              </a:rPr>
              <a:t>先变为</a:t>
            </a:r>
            <a:r>
              <a:rPr lang="en-US" altLang="zh-CN" sz="2400" b="1" dirty="0">
                <a:latin typeface="Arial" panose="020B0604020202020204" pitchFamily="34" charset="0"/>
                <a:ea typeface="黑体" panose="02010609060101010101" pitchFamily="49" charset="-122"/>
                <a:cs typeface="Arial" panose="020B0604020202020204" pitchFamily="34" charset="0"/>
              </a:rPr>
              <a:t>0</a:t>
            </a:r>
            <a:r>
              <a:rPr lang="zh-CN" altLang="en-US" sz="2400" b="1" dirty="0">
                <a:latin typeface="Arial" panose="020B0604020202020204" pitchFamily="34" charset="0"/>
                <a:ea typeface="黑体" panose="02010609060101010101" pitchFamily="49" charset="-122"/>
                <a:cs typeface="Arial" panose="020B0604020202020204" pitchFamily="34" charset="0"/>
              </a:rPr>
              <a:t>，</a:t>
            </a:r>
            <a:r>
              <a:rPr lang="en-US" altLang="zh-CN" sz="2400" b="1" dirty="0">
                <a:latin typeface="Arial" panose="020B0604020202020204" pitchFamily="34" charset="0"/>
                <a:ea typeface="黑体" panose="02010609060101010101" pitchFamily="49" charset="-122"/>
                <a:cs typeface="Arial" panose="020B0604020202020204" pitchFamily="34" charset="0"/>
              </a:rPr>
              <a:t>A’</a:t>
            </a:r>
            <a:r>
              <a:rPr lang="zh-CN" altLang="en-US" sz="2400" b="1" dirty="0">
                <a:latin typeface="Arial" panose="020B0604020202020204" pitchFamily="34" charset="0"/>
                <a:ea typeface="黑体" panose="02010609060101010101" pitchFamily="49" charset="-122"/>
                <a:cs typeface="Arial" panose="020B0604020202020204" pitchFamily="34" charset="0"/>
              </a:rPr>
              <a:t>还未变成</a:t>
            </a:r>
            <a:r>
              <a:rPr lang="en-US" altLang="zh-CN" sz="2400" b="1" dirty="0">
                <a:latin typeface="Arial" panose="020B0604020202020204" pitchFamily="34" charset="0"/>
                <a:ea typeface="黑体" panose="02010609060101010101" pitchFamily="49" charset="-122"/>
                <a:cs typeface="Arial" panose="020B0604020202020204" pitchFamily="34" charset="0"/>
              </a:rPr>
              <a:t>1</a:t>
            </a:r>
            <a:r>
              <a:rPr lang="zh-CN" altLang="en-US" sz="2400" b="1" dirty="0">
                <a:latin typeface="Arial" panose="020B0604020202020204" pitchFamily="34" charset="0"/>
                <a:ea typeface="黑体" panose="02010609060101010101" pitchFamily="49" charset="-122"/>
                <a:cs typeface="Arial" panose="020B0604020202020204" pitchFamily="34" charset="0"/>
              </a:rPr>
              <a:t>（仍然为</a:t>
            </a:r>
            <a:r>
              <a:rPr lang="en-US" altLang="zh-CN" sz="2400" b="1" dirty="0">
                <a:latin typeface="Arial" panose="020B0604020202020204" pitchFamily="34" charset="0"/>
                <a:ea typeface="黑体" panose="02010609060101010101" pitchFamily="49" charset="-122"/>
                <a:cs typeface="Arial" panose="020B0604020202020204" pitchFamily="34" charset="0"/>
              </a:rPr>
              <a:t>0</a:t>
            </a:r>
            <a:r>
              <a:rPr lang="zh-CN" altLang="en-US" sz="2400" b="1" dirty="0">
                <a:latin typeface="Arial" panose="020B0604020202020204" pitchFamily="34" charset="0"/>
                <a:ea typeface="黑体" panose="02010609060101010101" pitchFamily="49" charset="-122"/>
                <a:cs typeface="Arial" panose="020B0604020202020204" pitchFamily="34" charset="0"/>
              </a:rPr>
              <a:t>），导致</a:t>
            </a:r>
            <a:r>
              <a:rPr lang="zh-CN" altLang="en-US" sz="2400" b="1" dirty="0">
                <a:solidFill>
                  <a:srgbClr val="3333FF"/>
                </a:solidFill>
                <a:latin typeface="Arial" panose="020B0604020202020204" pitchFamily="34" charset="0"/>
                <a:ea typeface="黑体" panose="02010609060101010101" pitchFamily="49" charset="-122"/>
                <a:cs typeface="Arial" panose="020B0604020202020204" pitchFamily="34" charset="0"/>
              </a:rPr>
              <a:t>本应为</a:t>
            </a:r>
            <a:r>
              <a:rPr lang="en-US" altLang="zh-CN" sz="2400" b="1" dirty="0">
                <a:solidFill>
                  <a:srgbClr val="3333FF"/>
                </a:solidFill>
                <a:latin typeface="Arial" panose="020B0604020202020204" pitchFamily="34" charset="0"/>
                <a:ea typeface="黑体" panose="02010609060101010101" pitchFamily="49" charset="-122"/>
                <a:cs typeface="Arial" panose="020B0604020202020204" pitchFamily="34" charset="0"/>
              </a:rPr>
              <a:t>1</a:t>
            </a:r>
            <a:r>
              <a:rPr lang="zh-CN" altLang="en-US" sz="2400" b="1" dirty="0">
                <a:solidFill>
                  <a:srgbClr val="3333FF"/>
                </a:solidFill>
                <a:latin typeface="Arial" panose="020B0604020202020204" pitchFamily="34" charset="0"/>
                <a:ea typeface="黑体" panose="02010609060101010101" pitchFamily="49" charset="-122"/>
                <a:cs typeface="Arial" panose="020B0604020202020204" pitchFamily="34" charset="0"/>
              </a:rPr>
              <a:t>的</a:t>
            </a:r>
            <a:r>
              <a:rPr lang="en-US" altLang="zh-CN" sz="2400" b="1" dirty="0">
                <a:solidFill>
                  <a:srgbClr val="000000"/>
                </a:solidFill>
                <a:latin typeface="Arial" panose="020B0604020202020204" pitchFamily="34" charset="0"/>
                <a:ea typeface="黑体" panose="02010609060101010101" pitchFamily="49" charset="-122"/>
                <a:cs typeface="Arial" panose="020B0604020202020204" pitchFamily="34" charset="0"/>
              </a:rPr>
              <a:t>L=A+A’=0</a:t>
            </a:r>
            <a:r>
              <a:rPr lang="zh-CN" altLang="en-US" sz="2400" b="1" dirty="0">
                <a:solidFill>
                  <a:srgbClr val="000000"/>
                </a:solidFill>
                <a:latin typeface="Arial" panose="020B0604020202020204" pitchFamily="34" charset="0"/>
                <a:ea typeface="黑体" panose="02010609060101010101" pitchFamily="49" charset="-122"/>
                <a:cs typeface="Arial" panose="020B0604020202020204" pitchFamily="34" charset="0"/>
              </a:rPr>
              <a:t>，存在</a:t>
            </a:r>
            <a:r>
              <a:rPr lang="en-US" altLang="zh-CN" sz="2400" b="1" dirty="0">
                <a:solidFill>
                  <a:srgbClr val="000000"/>
                </a:solidFill>
                <a:latin typeface="Arial" panose="020B0604020202020204" pitchFamily="34" charset="0"/>
                <a:ea typeface="黑体" panose="02010609060101010101" pitchFamily="49" charset="-122"/>
                <a:cs typeface="Arial" panose="020B0604020202020204" pitchFamily="34" charset="0"/>
              </a:rPr>
              <a:t>1</a:t>
            </a:r>
            <a:r>
              <a:rPr lang="zh-CN" altLang="en-US" sz="2400" b="1" dirty="0">
                <a:solidFill>
                  <a:srgbClr val="000000"/>
                </a:solidFill>
                <a:latin typeface="Arial" panose="020B0604020202020204" pitchFamily="34" charset="0"/>
                <a:ea typeface="黑体" panose="02010609060101010101" pitchFamily="49" charset="-122"/>
                <a:cs typeface="Arial" panose="020B0604020202020204" pitchFamily="34" charset="0"/>
              </a:rPr>
              <a:t>冒险！</a:t>
            </a:r>
            <a:endParaRPr lang="en-US" altLang="zh-CN" sz="2400" b="1" dirty="0">
              <a:solidFill>
                <a:srgbClr val="000000"/>
              </a:solidFill>
              <a:latin typeface="Arial" panose="020B0604020202020204" pitchFamily="34" charset="0"/>
              <a:ea typeface="黑体" panose="02010609060101010101" pitchFamily="49" charset="-122"/>
              <a:cs typeface="Arial" panose="020B0604020202020204" pitchFamily="34" charset="0"/>
            </a:endParaRPr>
          </a:p>
        </p:txBody>
      </p:sp>
      <p:grpSp>
        <p:nvGrpSpPr>
          <p:cNvPr id="40" name="组合 39">
            <a:extLst>
              <a:ext uri="{FF2B5EF4-FFF2-40B4-BE49-F238E27FC236}">
                <a16:creationId xmlns:a16="http://schemas.microsoft.com/office/drawing/2014/main" id="{7927FE25-BC8C-9A37-F997-51F9826680E0}"/>
              </a:ext>
            </a:extLst>
          </p:cNvPr>
          <p:cNvGrpSpPr/>
          <p:nvPr/>
        </p:nvGrpSpPr>
        <p:grpSpPr>
          <a:xfrm>
            <a:off x="2684159" y="1301317"/>
            <a:ext cx="2279848" cy="1659631"/>
            <a:chOff x="5622571" y="2762108"/>
            <a:chExt cx="2279848" cy="1659631"/>
          </a:xfrm>
        </p:grpSpPr>
        <p:cxnSp>
          <p:nvCxnSpPr>
            <p:cNvPr id="14" name="肘形连接符 13">
              <a:extLst>
                <a:ext uri="{FF2B5EF4-FFF2-40B4-BE49-F238E27FC236}">
                  <a16:creationId xmlns:a16="http://schemas.microsoft.com/office/drawing/2014/main" id="{E1844930-17B7-CB86-330F-F29173AEE129}"/>
                </a:ext>
              </a:extLst>
            </p:cNvPr>
            <p:cNvCxnSpPr>
              <a:cxnSpLocks/>
            </p:cNvCxnSpPr>
            <p:nvPr/>
          </p:nvCxnSpPr>
          <p:spPr bwMode="auto">
            <a:xfrm>
              <a:off x="6336196" y="3068960"/>
              <a:ext cx="1566223" cy="485713"/>
            </a:xfrm>
            <a:prstGeom prst="bentConnector3">
              <a:avLst/>
            </a:prstGeom>
            <a:noFill/>
            <a:ln w="28575" cap="flat" cmpd="sng" algn="ctr">
              <a:solidFill>
                <a:srgbClr val="3333FF"/>
              </a:solidFill>
              <a:prstDash val="solid"/>
              <a:round/>
              <a:headEnd type="none" w="med" len="med"/>
              <a:tailEnd type="none" w="med" len="med"/>
            </a:ln>
            <a:effectLst/>
          </p:spPr>
        </p:cxnSp>
        <p:cxnSp>
          <p:nvCxnSpPr>
            <p:cNvPr id="18" name="肘形连接符 17">
              <a:extLst>
                <a:ext uri="{FF2B5EF4-FFF2-40B4-BE49-F238E27FC236}">
                  <a16:creationId xmlns:a16="http://schemas.microsoft.com/office/drawing/2014/main" id="{FD8E6473-C121-39F1-E7E1-DA4ECBA3DF37}"/>
                </a:ext>
              </a:extLst>
            </p:cNvPr>
            <p:cNvCxnSpPr>
              <a:cxnSpLocks/>
            </p:cNvCxnSpPr>
            <p:nvPr/>
          </p:nvCxnSpPr>
          <p:spPr bwMode="auto">
            <a:xfrm flipV="1">
              <a:off x="6336196" y="3728571"/>
              <a:ext cx="1566223" cy="485713"/>
            </a:xfrm>
            <a:prstGeom prst="bentConnector3">
              <a:avLst>
                <a:gd name="adj1" fmla="val 77367"/>
              </a:avLst>
            </a:prstGeom>
            <a:noFill/>
            <a:ln w="28575" cap="flat" cmpd="sng" algn="ctr">
              <a:solidFill>
                <a:srgbClr val="3333FF"/>
              </a:solidFill>
              <a:prstDash val="solid"/>
              <a:round/>
              <a:headEnd type="none" w="med" len="med"/>
              <a:tailEnd type="none" w="med" len="med"/>
            </a:ln>
            <a:effectLst/>
          </p:spPr>
        </p:cxnSp>
        <p:cxnSp>
          <p:nvCxnSpPr>
            <p:cNvPr id="33" name="直线箭头连接符 32">
              <a:extLst>
                <a:ext uri="{FF2B5EF4-FFF2-40B4-BE49-F238E27FC236}">
                  <a16:creationId xmlns:a16="http://schemas.microsoft.com/office/drawing/2014/main" id="{BC3BF168-B47A-6D12-A063-03560D9D5182}"/>
                </a:ext>
              </a:extLst>
            </p:cNvPr>
            <p:cNvCxnSpPr/>
            <p:nvPr/>
          </p:nvCxnSpPr>
          <p:spPr bwMode="auto">
            <a:xfrm>
              <a:off x="7173180" y="3936408"/>
              <a:ext cx="324036" cy="0"/>
            </a:xfrm>
            <a:prstGeom prst="straightConnector1">
              <a:avLst/>
            </a:prstGeom>
            <a:noFill/>
            <a:ln w="28575" cap="flat" cmpd="sng" algn="ctr">
              <a:solidFill>
                <a:srgbClr val="FF0000"/>
              </a:solidFill>
              <a:prstDash val="solid"/>
              <a:round/>
              <a:headEnd type="triangle" w="med" len="med"/>
              <a:tailEnd type="triangle" w="med" len="med"/>
            </a:ln>
            <a:effectLst/>
          </p:spPr>
        </p:cxnSp>
        <p:cxnSp>
          <p:nvCxnSpPr>
            <p:cNvPr id="35" name="直线连接符 34">
              <a:extLst>
                <a:ext uri="{FF2B5EF4-FFF2-40B4-BE49-F238E27FC236}">
                  <a16:creationId xmlns:a16="http://schemas.microsoft.com/office/drawing/2014/main" id="{FC7EABBB-0A83-6E36-47F5-7706F6F7AC99}"/>
                </a:ext>
              </a:extLst>
            </p:cNvPr>
            <p:cNvCxnSpPr>
              <a:cxnSpLocks/>
            </p:cNvCxnSpPr>
            <p:nvPr/>
          </p:nvCxnSpPr>
          <p:spPr bwMode="auto">
            <a:xfrm>
              <a:off x="7128284" y="3680479"/>
              <a:ext cx="0" cy="669252"/>
            </a:xfrm>
            <a:prstGeom prst="line">
              <a:avLst/>
            </a:prstGeom>
            <a:noFill/>
            <a:ln w="28575" cap="flat" cmpd="sng" algn="ctr">
              <a:solidFill>
                <a:srgbClr val="FF0000"/>
              </a:solidFill>
              <a:prstDash val="sysDot"/>
              <a:round/>
              <a:headEnd type="none" w="med" len="med"/>
              <a:tailEnd type="none" w="med" len="med"/>
            </a:ln>
            <a:effectLst/>
          </p:spPr>
        </p:cxnSp>
        <p:cxnSp>
          <p:nvCxnSpPr>
            <p:cNvPr id="37" name="直线连接符 36">
              <a:extLst>
                <a:ext uri="{FF2B5EF4-FFF2-40B4-BE49-F238E27FC236}">
                  <a16:creationId xmlns:a16="http://schemas.microsoft.com/office/drawing/2014/main" id="{D089A6F2-DE04-A375-4C50-197B711B933C}"/>
                </a:ext>
              </a:extLst>
            </p:cNvPr>
            <p:cNvCxnSpPr>
              <a:cxnSpLocks/>
            </p:cNvCxnSpPr>
            <p:nvPr/>
          </p:nvCxnSpPr>
          <p:spPr bwMode="auto">
            <a:xfrm>
              <a:off x="7560332" y="3680479"/>
              <a:ext cx="0" cy="669252"/>
            </a:xfrm>
            <a:prstGeom prst="line">
              <a:avLst/>
            </a:prstGeom>
            <a:noFill/>
            <a:ln w="28575" cap="flat" cmpd="sng" algn="ctr">
              <a:solidFill>
                <a:srgbClr val="FF0000"/>
              </a:solidFill>
              <a:prstDash val="sysDot"/>
              <a:round/>
              <a:headEnd type="none" w="med" len="med"/>
              <a:tailEnd type="none" w="med" len="med"/>
            </a:ln>
            <a:effectLst/>
          </p:spPr>
        </p:cxnSp>
        <p:sp>
          <p:nvSpPr>
            <p:cNvPr id="38" name="矩形 17">
              <a:extLst>
                <a:ext uri="{FF2B5EF4-FFF2-40B4-BE49-F238E27FC236}">
                  <a16:creationId xmlns:a16="http://schemas.microsoft.com/office/drawing/2014/main" id="{6B94FC75-C138-B40C-334A-B7D1E69AD1EF}"/>
                </a:ext>
              </a:extLst>
            </p:cNvPr>
            <p:cNvSpPr/>
            <p:nvPr/>
          </p:nvSpPr>
          <p:spPr>
            <a:xfrm>
              <a:off x="5622571" y="2762108"/>
              <a:ext cx="827743" cy="584775"/>
            </a:xfrm>
            <a:prstGeom prst="rect">
              <a:avLst/>
            </a:prstGeom>
          </p:spPr>
          <p:txBody>
            <a:bodyPr wrap="square">
              <a:spAutoFit/>
            </a:bodyPr>
            <a:lstStyle/>
            <a:p>
              <a:pPr lvl="0" algn="ctr">
                <a:spcBef>
                  <a:spcPts val="0"/>
                </a:spcBef>
              </a:pPr>
              <a:r>
                <a:rPr kumimoji="1" lang="en-US" altLang="zh-CN" sz="3200" dirty="0">
                  <a:solidFill>
                    <a:srgbClr val="3333FF"/>
                  </a:solidFill>
                  <a:latin typeface="Arial" panose="020B0604020202020204" pitchFamily="34" charset="0"/>
                  <a:ea typeface="SimHei" panose="02010609060101010101" pitchFamily="49" charset="-122"/>
                  <a:cs typeface="Arial" panose="020B0604020202020204" pitchFamily="34" charset="0"/>
                </a:rPr>
                <a:t>A</a:t>
              </a:r>
            </a:p>
          </p:txBody>
        </p:sp>
        <p:sp>
          <p:nvSpPr>
            <p:cNvPr id="39" name="矩形 17">
              <a:extLst>
                <a:ext uri="{FF2B5EF4-FFF2-40B4-BE49-F238E27FC236}">
                  <a16:creationId xmlns:a16="http://schemas.microsoft.com/office/drawing/2014/main" id="{C38981B5-825B-43AF-2B3E-5D7F96AE4DBE}"/>
                </a:ext>
              </a:extLst>
            </p:cNvPr>
            <p:cNvSpPr/>
            <p:nvPr/>
          </p:nvSpPr>
          <p:spPr>
            <a:xfrm>
              <a:off x="5639941" y="3836964"/>
              <a:ext cx="827743" cy="584775"/>
            </a:xfrm>
            <a:prstGeom prst="rect">
              <a:avLst/>
            </a:prstGeom>
          </p:spPr>
          <p:txBody>
            <a:bodyPr wrap="square">
              <a:spAutoFit/>
            </a:bodyPr>
            <a:lstStyle/>
            <a:p>
              <a:pPr lvl="0" algn="ctr">
                <a:spcBef>
                  <a:spcPts val="0"/>
                </a:spcBef>
              </a:pPr>
              <a:r>
                <a:rPr kumimoji="1" lang="en-US" altLang="zh-CN" sz="3200" dirty="0">
                  <a:solidFill>
                    <a:srgbClr val="3333FF"/>
                  </a:solidFill>
                  <a:latin typeface="Arial" panose="020B0604020202020204" pitchFamily="34" charset="0"/>
                  <a:ea typeface="SimHei" panose="02010609060101010101" pitchFamily="49" charset="-122"/>
                  <a:cs typeface="Arial" panose="020B0604020202020204" pitchFamily="34" charset="0"/>
                </a:rPr>
                <a:t>A’</a:t>
              </a:r>
            </a:p>
          </p:txBody>
        </p:sp>
      </p:grpSp>
      <p:sp>
        <p:nvSpPr>
          <p:cNvPr id="46" name="矩形 17">
            <a:extLst>
              <a:ext uri="{FF2B5EF4-FFF2-40B4-BE49-F238E27FC236}">
                <a16:creationId xmlns:a16="http://schemas.microsoft.com/office/drawing/2014/main" id="{1F02360A-F226-9AC0-C0BE-1B0CF2C5BB97}"/>
              </a:ext>
            </a:extLst>
          </p:cNvPr>
          <p:cNvSpPr/>
          <p:nvPr/>
        </p:nvSpPr>
        <p:spPr>
          <a:xfrm>
            <a:off x="3971547" y="2149115"/>
            <a:ext cx="827743" cy="307777"/>
          </a:xfrm>
          <a:prstGeom prst="rect">
            <a:avLst/>
          </a:prstGeom>
        </p:spPr>
        <p:txBody>
          <a:bodyPr wrap="square">
            <a:spAutoFit/>
          </a:bodyPr>
          <a:lstStyle/>
          <a:p>
            <a:pPr lvl="0" algn="ctr">
              <a:spcBef>
                <a:spcPts val="0"/>
              </a:spcBef>
            </a:pPr>
            <a:r>
              <a:rPr kumimoji="1" lang="en-US" altLang="zh-CN" sz="1400" b="1" dirty="0">
                <a:solidFill>
                  <a:srgbClr val="FF0000"/>
                </a:solidFill>
                <a:latin typeface="Arial" panose="020B0604020202020204" pitchFamily="34" charset="0"/>
                <a:ea typeface="SimHei" panose="02010609060101010101" pitchFamily="49" charset="-122"/>
                <a:cs typeface="Arial" panose="020B0604020202020204" pitchFamily="34" charset="0"/>
              </a:rPr>
              <a:t>△t</a:t>
            </a:r>
          </a:p>
        </p:txBody>
      </p:sp>
    </p:spTree>
    <p:extLst>
      <p:ext uri="{BB962C8B-B14F-4D97-AF65-F5344CB8AC3E}">
        <p14:creationId xmlns:p14="http://schemas.microsoft.com/office/powerpoint/2010/main" val="30706813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08258" name="Object 2"/>
          <p:cNvGraphicFramePr>
            <a:graphicFrameLocks noChangeAspect="1"/>
          </p:cNvGraphicFramePr>
          <p:nvPr>
            <p:extLst>
              <p:ext uri="{D42A27DB-BD31-4B8C-83A1-F6EECF244321}">
                <p14:modId xmlns:p14="http://schemas.microsoft.com/office/powerpoint/2010/main" val="4022205718"/>
              </p:ext>
            </p:extLst>
          </p:nvPr>
        </p:nvGraphicFramePr>
        <p:xfrm>
          <a:off x="250953" y="1457105"/>
          <a:ext cx="4677637" cy="2556423"/>
        </p:xfrm>
        <a:graphic>
          <a:graphicData uri="http://schemas.openxmlformats.org/presentationml/2006/ole">
            <mc:AlternateContent xmlns:mc="http://schemas.openxmlformats.org/markup-compatibility/2006">
              <mc:Choice xmlns:v="urn:schemas-microsoft-com:vml" Requires="v">
                <p:oleObj name="Document" r:id="rId3" imgW="3097810" imgH="1867535" progId="Word.Document.8">
                  <p:embed/>
                </p:oleObj>
              </mc:Choice>
              <mc:Fallback>
                <p:oleObj name="Document" r:id="rId3" imgW="3097810" imgH="1867535" progId="Word.Document.8">
                  <p:embed/>
                  <p:pic>
                    <p:nvPicPr>
                      <p:cNvPr id="608258" name="Object 2"/>
                      <p:cNvPicPr>
                        <a:picLocks noChangeAspect="1" noChangeArrowheads="1"/>
                      </p:cNvPicPr>
                      <p:nvPr/>
                    </p:nvPicPr>
                    <p:blipFill>
                      <a:blip r:embed="rId4"/>
                      <a:srcRect/>
                      <a:stretch>
                        <a:fillRect/>
                      </a:stretch>
                    </p:blipFill>
                    <p:spPr bwMode="auto">
                      <a:xfrm>
                        <a:off x="250953" y="1457105"/>
                        <a:ext cx="4677637" cy="2556423"/>
                      </a:xfrm>
                      <a:prstGeom prst="rect">
                        <a:avLst/>
                      </a:prstGeom>
                      <a:noFill/>
                      <a:ln>
                        <a:noFill/>
                      </a:ln>
                      <a:effectLst/>
                    </p:spPr>
                  </p:pic>
                </p:oleObj>
              </mc:Fallback>
            </mc:AlternateContent>
          </a:graphicData>
        </a:graphic>
      </p:graphicFrame>
      <p:sp>
        <p:nvSpPr>
          <p:cNvPr id="13318" name="Rectangle 6"/>
          <p:cNvSpPr>
            <a:spLocks noGrp="1" noChangeArrowheads="1"/>
          </p:cNvSpPr>
          <p:nvPr>
            <p:ph type="title"/>
          </p:nvPr>
        </p:nvSpPr>
        <p:spPr>
          <a:xfrm>
            <a:off x="541293" y="150149"/>
            <a:ext cx="8229600" cy="1143000"/>
          </a:xfrm>
        </p:spPr>
        <p:txBody>
          <a:bodyPr/>
          <a:lstStyle/>
          <a:p>
            <a:pPr eaLnBrk="1" hangingPunct="1"/>
            <a:r>
              <a:rPr lang="zh-CN" altLang="en-US" b="1" dirty="0">
                <a:latin typeface="黑体" panose="02010609060101010101" pitchFamily="49" charset="-122"/>
              </a:rPr>
              <a:t>静态</a:t>
            </a:r>
            <a:r>
              <a:rPr lang="en-US" altLang="zh-CN" b="1" dirty="0">
                <a:latin typeface="黑体" panose="02010609060101010101" pitchFamily="49" charset="-122"/>
              </a:rPr>
              <a:t>1</a:t>
            </a:r>
            <a:r>
              <a:rPr lang="zh-CN" altLang="en-US" b="1" dirty="0">
                <a:latin typeface="黑体" panose="02010609060101010101" pitchFamily="49" charset="-122"/>
              </a:rPr>
              <a:t>冒险产生原因分析</a:t>
            </a:r>
            <a:endParaRPr lang="en-US" altLang="zh-CN" b="1" dirty="0">
              <a:latin typeface="黑体" panose="02010609060101010101" pitchFamily="49" charset="-122"/>
            </a:endParaRPr>
          </a:p>
        </p:txBody>
      </p:sp>
      <p:graphicFrame>
        <p:nvGraphicFramePr>
          <p:cNvPr id="489476" name="Object 4"/>
          <p:cNvGraphicFramePr>
            <a:graphicFrameLocks noChangeAspect="1"/>
          </p:cNvGraphicFramePr>
          <p:nvPr>
            <p:extLst>
              <p:ext uri="{D42A27DB-BD31-4B8C-83A1-F6EECF244321}">
                <p14:modId xmlns:p14="http://schemas.microsoft.com/office/powerpoint/2010/main" val="903447462"/>
              </p:ext>
            </p:extLst>
          </p:nvPr>
        </p:nvGraphicFramePr>
        <p:xfrm>
          <a:off x="5040052" y="1539086"/>
          <a:ext cx="2078907" cy="532814"/>
        </p:xfrm>
        <a:graphic>
          <a:graphicData uri="http://schemas.openxmlformats.org/presentationml/2006/ole">
            <mc:AlternateContent xmlns:mc="http://schemas.openxmlformats.org/markup-compatibility/2006">
              <mc:Choice xmlns:v="urn:schemas-microsoft-com:vml" Requires="v">
                <p:oleObj name="公式" r:id="rId5" imgW="850680" imgH="203040" progId="Equation.3">
                  <p:embed/>
                </p:oleObj>
              </mc:Choice>
              <mc:Fallback>
                <p:oleObj name="公式" r:id="rId5" imgW="850680" imgH="203040" progId="Equation.3">
                  <p:embed/>
                  <p:pic>
                    <p:nvPicPr>
                      <p:cNvPr id="489476"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40052" y="1539086"/>
                        <a:ext cx="2078907" cy="532814"/>
                      </a:xfrm>
                      <a:prstGeom prst="rect">
                        <a:avLst/>
                      </a:prstGeom>
                      <a:noFill/>
                      <a:ln>
                        <a:noFill/>
                      </a:ln>
                      <a:effectLst/>
                    </p:spPr>
                  </p:pic>
                </p:oleObj>
              </mc:Fallback>
            </mc:AlternateContent>
          </a:graphicData>
        </a:graphic>
      </p:graphicFrame>
      <p:sp>
        <p:nvSpPr>
          <p:cNvPr id="608267" name="Rectangle 11"/>
          <p:cNvSpPr>
            <a:spLocks noChangeArrowheads="1"/>
          </p:cNvSpPr>
          <p:nvPr/>
        </p:nvSpPr>
        <p:spPr bwMode="auto">
          <a:xfrm>
            <a:off x="415190" y="4182179"/>
            <a:ext cx="802938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p>
            <a:pPr marL="342900" indent="-342900" algn="just">
              <a:spcBef>
                <a:spcPct val="20000"/>
              </a:spcBef>
              <a:buClr>
                <a:srgbClr val="000000"/>
              </a:buClr>
              <a:buSzPct val="100000"/>
              <a:buFont typeface="Arial" panose="020B0604020202020204" pitchFamily="34" charset="0"/>
              <a:buChar char="•"/>
            </a:pPr>
            <a:r>
              <a:rPr lang="zh-CN" altLang="en-US" sz="2400" b="1" dirty="0">
                <a:solidFill>
                  <a:schemeClr val="tx1"/>
                </a:solidFill>
                <a:latin typeface="黑体" panose="02010609060101010101" pitchFamily="49" charset="-122"/>
                <a:ea typeface="黑体" panose="02010609060101010101" pitchFamily="49" charset="-122"/>
              </a:rPr>
              <a:t>如</a:t>
            </a:r>
            <a:r>
              <a:rPr lang="zh-CN" altLang="en-US" sz="2400" b="1" dirty="0">
                <a:solidFill>
                  <a:srgbClr val="3333FF"/>
                </a:solidFill>
                <a:latin typeface="黑体" panose="02010609060101010101" pitchFamily="49" charset="-122"/>
                <a:ea typeface="黑体" panose="02010609060101010101" pitchFamily="49" charset="-122"/>
              </a:rPr>
              <a:t>输入初始值和输入最终值</a:t>
            </a:r>
            <a:r>
              <a:rPr lang="zh-CN" altLang="en-US" sz="2400" b="1" dirty="0">
                <a:solidFill>
                  <a:srgbClr val="C00000"/>
                </a:solidFill>
                <a:latin typeface="黑体" panose="02010609060101010101" pitchFamily="49" charset="-122"/>
                <a:ea typeface="黑体" panose="02010609060101010101" pitchFamily="49" charset="-122"/>
              </a:rPr>
              <a:t>不能</a:t>
            </a:r>
            <a:r>
              <a:rPr lang="zh-CN" altLang="en-US" sz="2400" b="1" dirty="0">
                <a:solidFill>
                  <a:schemeClr val="tx1"/>
                </a:solidFill>
                <a:latin typeface="黑体" panose="02010609060101010101" pitchFamily="49" charset="-122"/>
                <a:ea typeface="黑体" panose="02010609060101010101" pitchFamily="49" charset="-122"/>
              </a:rPr>
              <a:t>被同一</a:t>
            </a:r>
            <a:r>
              <a:rPr lang="zh-CN" altLang="en-US" sz="2400" b="1" dirty="0">
                <a:solidFill>
                  <a:srgbClr val="7030A0"/>
                </a:solidFill>
                <a:latin typeface="黑体" panose="02010609060101010101" pitchFamily="49" charset="-122"/>
                <a:ea typeface="黑体" panose="02010609060101010101" pitchFamily="49" charset="-122"/>
              </a:rPr>
              <a:t>本原蕴含项</a:t>
            </a:r>
            <a:r>
              <a:rPr lang="zh-CN" altLang="en-US" sz="2400" b="1" dirty="0">
                <a:solidFill>
                  <a:schemeClr val="tx1"/>
                </a:solidFill>
                <a:latin typeface="黑体" panose="02010609060101010101" pitchFamily="49" charset="-122"/>
                <a:ea typeface="黑体" panose="02010609060101010101" pitchFamily="49" charset="-122"/>
              </a:rPr>
              <a:t>覆盖，则该</a:t>
            </a:r>
            <a:r>
              <a:rPr lang="zh-CN" altLang="en-CN" sz="2400" b="1" dirty="0">
                <a:solidFill>
                  <a:schemeClr val="tx1"/>
                </a:solidFill>
                <a:latin typeface="黑体" panose="02010609060101010101" pitchFamily="49" charset="-122"/>
                <a:ea typeface="黑体" panose="02010609060101010101" pitchFamily="49" charset="-122"/>
              </a:rPr>
              <a:t>本原蕴含</a:t>
            </a:r>
            <a:r>
              <a:rPr lang="zh-CN" altLang="en-US" sz="2400" b="1" dirty="0">
                <a:solidFill>
                  <a:schemeClr val="tx1"/>
                </a:solidFill>
                <a:latin typeface="黑体" panose="02010609060101010101" pitchFamily="49" charset="-122"/>
                <a:ea typeface="黑体" panose="02010609060101010101" pitchFamily="49" charset="-122"/>
              </a:rPr>
              <a:t>项内元素间状态切换可能出现毛刺</a:t>
            </a:r>
            <a:endParaRPr lang="en-US" altLang="zh-CN" sz="2400" b="1" dirty="0">
              <a:solidFill>
                <a:schemeClr val="tx1"/>
              </a:solidFill>
              <a:latin typeface="黑体" panose="02010609060101010101" pitchFamily="49" charset="-122"/>
              <a:ea typeface="黑体" panose="02010609060101010101" pitchFamily="49" charset="-122"/>
            </a:endParaRPr>
          </a:p>
        </p:txBody>
      </p:sp>
      <p:sp>
        <p:nvSpPr>
          <p:cNvPr id="17" name="矩形 16">
            <a:extLst>
              <a:ext uri="{FF2B5EF4-FFF2-40B4-BE49-F238E27FC236}">
                <a16:creationId xmlns:a16="http://schemas.microsoft.com/office/drawing/2014/main" id="{941FA401-D59C-E848-9CD9-A99D0F50E1F0}"/>
              </a:ext>
            </a:extLst>
          </p:cNvPr>
          <p:cNvSpPr/>
          <p:nvPr/>
        </p:nvSpPr>
        <p:spPr>
          <a:xfrm>
            <a:off x="5040052" y="2244250"/>
            <a:ext cx="2518638" cy="523220"/>
          </a:xfrm>
          <a:prstGeom prst="rect">
            <a:avLst/>
          </a:prstGeom>
        </p:spPr>
        <p:txBody>
          <a:bodyPr wrap="none">
            <a:spAutoFit/>
          </a:bodyPr>
          <a:lstStyle/>
          <a:p>
            <a:r>
              <a:rPr lang="zh-CN" altLang="en-US" sz="2800" dirty="0">
                <a:solidFill>
                  <a:srgbClr val="3333FF"/>
                </a:solidFill>
                <a:latin typeface="SimHei" panose="02010609060101010101" pitchFamily="49" charset="-122"/>
                <a:ea typeface="SimHei" panose="02010609060101010101" pitchFamily="49" charset="-122"/>
                <a:cs typeface="Calibri" panose="020F0502020204030204" pitchFamily="34" charset="0"/>
                <a:sym typeface="Symbol" pitchFamily="18" charset="2"/>
              </a:rPr>
              <a:t>输入初始值</a:t>
            </a:r>
            <a:r>
              <a:rPr lang="en-US" altLang="zh-CN" sz="2800" dirty="0">
                <a:solidFill>
                  <a:srgbClr val="3333FF"/>
                </a:solidFill>
                <a:latin typeface="SimHei" panose="02010609060101010101" pitchFamily="49" charset="-122"/>
                <a:ea typeface="SimHei" panose="02010609060101010101" pitchFamily="49" charset="-122"/>
                <a:cs typeface="Calibri" panose="020F0502020204030204" pitchFamily="34" charset="0"/>
                <a:sym typeface="Symbol" pitchFamily="18" charset="2"/>
              </a:rPr>
              <a:t>011</a:t>
            </a:r>
            <a:endParaRPr lang="zh-CN" altLang="en-US" dirty="0">
              <a:solidFill>
                <a:srgbClr val="3333FF"/>
              </a:solidFill>
              <a:latin typeface="SimHei" panose="02010609060101010101" pitchFamily="49" charset="-122"/>
              <a:ea typeface="SimHei" panose="02010609060101010101" pitchFamily="49" charset="-122"/>
              <a:cs typeface="Calibri" panose="020F0502020204030204" pitchFamily="34" charset="0"/>
            </a:endParaRPr>
          </a:p>
        </p:txBody>
      </p:sp>
      <p:sp>
        <p:nvSpPr>
          <p:cNvPr id="2" name="椭圆 1">
            <a:extLst>
              <a:ext uri="{FF2B5EF4-FFF2-40B4-BE49-F238E27FC236}">
                <a16:creationId xmlns:a16="http://schemas.microsoft.com/office/drawing/2014/main" id="{ACAF80E4-D488-D14E-893C-7BD27CE17845}"/>
              </a:ext>
            </a:extLst>
          </p:cNvPr>
          <p:cNvSpPr/>
          <p:nvPr/>
        </p:nvSpPr>
        <p:spPr bwMode="auto">
          <a:xfrm>
            <a:off x="3059832" y="2177185"/>
            <a:ext cx="572024" cy="572024"/>
          </a:xfrm>
          <a:prstGeom prst="ellipse">
            <a:avLst/>
          </a:prstGeom>
          <a:noFill/>
          <a:ln w="28575" cap="flat" cmpd="sng" algn="ctr">
            <a:solidFill>
              <a:srgbClr val="3333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cxnSp>
        <p:nvCxnSpPr>
          <p:cNvPr id="7" name="直线箭头连接符 6">
            <a:extLst>
              <a:ext uri="{FF2B5EF4-FFF2-40B4-BE49-F238E27FC236}">
                <a16:creationId xmlns:a16="http://schemas.microsoft.com/office/drawing/2014/main" id="{494282B3-F105-314C-944C-B718057B0854}"/>
              </a:ext>
            </a:extLst>
          </p:cNvPr>
          <p:cNvCxnSpPr>
            <a:cxnSpLocks/>
            <a:endCxn id="17" idx="1"/>
          </p:cNvCxnSpPr>
          <p:nvPr/>
        </p:nvCxnSpPr>
        <p:spPr bwMode="auto">
          <a:xfrm>
            <a:off x="3640455" y="2505860"/>
            <a:ext cx="1399597" cy="0"/>
          </a:xfrm>
          <a:prstGeom prst="straightConnector1">
            <a:avLst/>
          </a:prstGeom>
          <a:solidFill>
            <a:schemeClr val="accent1"/>
          </a:solidFill>
          <a:ln w="28575" cap="flat" cmpd="sng" algn="ctr">
            <a:solidFill>
              <a:srgbClr val="3333FF"/>
            </a:solidFill>
            <a:prstDash val="solid"/>
            <a:round/>
            <a:headEnd type="none" w="med" len="med"/>
            <a:tailEnd type="triangle"/>
          </a:ln>
          <a:effectLst/>
        </p:spPr>
      </p:cxnSp>
      <p:sp>
        <p:nvSpPr>
          <p:cNvPr id="20" name="矩形 19">
            <a:extLst>
              <a:ext uri="{FF2B5EF4-FFF2-40B4-BE49-F238E27FC236}">
                <a16:creationId xmlns:a16="http://schemas.microsoft.com/office/drawing/2014/main" id="{B1FE46F5-B79D-774A-BD70-48203FCE1B07}"/>
              </a:ext>
            </a:extLst>
          </p:cNvPr>
          <p:cNvSpPr/>
          <p:nvPr/>
        </p:nvSpPr>
        <p:spPr>
          <a:xfrm>
            <a:off x="4938219" y="3036012"/>
            <a:ext cx="2518638" cy="523220"/>
          </a:xfrm>
          <a:prstGeom prst="rect">
            <a:avLst/>
          </a:prstGeom>
        </p:spPr>
        <p:txBody>
          <a:bodyPr wrap="none">
            <a:spAutoFit/>
          </a:bodyPr>
          <a:lstStyle/>
          <a:p>
            <a:r>
              <a:rPr lang="zh-CN" altLang="en-US" sz="2800" dirty="0">
                <a:solidFill>
                  <a:srgbClr val="3333FF"/>
                </a:solidFill>
                <a:latin typeface="SimHei" panose="02010609060101010101" pitchFamily="49" charset="-122"/>
                <a:ea typeface="SimHei" panose="02010609060101010101" pitchFamily="49" charset="-122"/>
                <a:cs typeface="Calibri" panose="020F0502020204030204" pitchFamily="34" charset="0"/>
                <a:sym typeface="Symbol" pitchFamily="18" charset="2"/>
              </a:rPr>
              <a:t>输入最终值</a:t>
            </a:r>
            <a:r>
              <a:rPr lang="en-US" altLang="zh-CN" sz="2800" dirty="0">
                <a:solidFill>
                  <a:srgbClr val="3333FF"/>
                </a:solidFill>
                <a:latin typeface="SimHei" panose="02010609060101010101" pitchFamily="49" charset="-122"/>
                <a:ea typeface="SimHei" panose="02010609060101010101" pitchFamily="49" charset="-122"/>
                <a:cs typeface="Calibri" panose="020F0502020204030204" pitchFamily="34" charset="0"/>
                <a:sym typeface="Symbol" pitchFamily="18" charset="2"/>
              </a:rPr>
              <a:t>111</a:t>
            </a:r>
            <a:endParaRPr lang="zh-CN" altLang="en-US" dirty="0">
              <a:solidFill>
                <a:srgbClr val="3333FF"/>
              </a:solidFill>
              <a:latin typeface="SimHei" panose="02010609060101010101" pitchFamily="49" charset="-122"/>
              <a:ea typeface="SimHei" panose="02010609060101010101" pitchFamily="49" charset="-122"/>
              <a:cs typeface="Calibri" panose="020F0502020204030204" pitchFamily="34" charset="0"/>
            </a:endParaRPr>
          </a:p>
        </p:txBody>
      </p:sp>
      <p:sp>
        <p:nvSpPr>
          <p:cNvPr id="21" name="椭圆 20">
            <a:extLst>
              <a:ext uri="{FF2B5EF4-FFF2-40B4-BE49-F238E27FC236}">
                <a16:creationId xmlns:a16="http://schemas.microsoft.com/office/drawing/2014/main" id="{0962BF3C-475D-C74E-8BC7-94C3D64131E8}"/>
              </a:ext>
            </a:extLst>
          </p:cNvPr>
          <p:cNvSpPr/>
          <p:nvPr/>
        </p:nvSpPr>
        <p:spPr bwMode="auto">
          <a:xfrm>
            <a:off x="3102919" y="3041679"/>
            <a:ext cx="572024" cy="572024"/>
          </a:xfrm>
          <a:prstGeom prst="ellipse">
            <a:avLst/>
          </a:prstGeom>
          <a:noFill/>
          <a:ln w="28575" cap="flat" cmpd="sng" algn="ctr">
            <a:solidFill>
              <a:srgbClr val="3333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cxnSp>
        <p:nvCxnSpPr>
          <p:cNvPr id="23" name="直线箭头连接符 22">
            <a:extLst>
              <a:ext uri="{FF2B5EF4-FFF2-40B4-BE49-F238E27FC236}">
                <a16:creationId xmlns:a16="http://schemas.microsoft.com/office/drawing/2014/main" id="{6BF66603-B40B-234F-A91E-24C9B88E432E}"/>
              </a:ext>
            </a:extLst>
          </p:cNvPr>
          <p:cNvCxnSpPr>
            <a:cxnSpLocks/>
            <a:stCxn id="21" idx="6"/>
            <a:endCxn id="20" idx="1"/>
          </p:cNvCxnSpPr>
          <p:nvPr/>
        </p:nvCxnSpPr>
        <p:spPr bwMode="auto">
          <a:xfrm flipV="1">
            <a:off x="3674943" y="3297622"/>
            <a:ext cx="1263276" cy="30069"/>
          </a:xfrm>
          <a:prstGeom prst="straightConnector1">
            <a:avLst/>
          </a:prstGeom>
          <a:solidFill>
            <a:schemeClr val="accent1"/>
          </a:solidFill>
          <a:ln w="28575" cap="flat" cmpd="sng" algn="ctr">
            <a:solidFill>
              <a:srgbClr val="3333FF"/>
            </a:solidFill>
            <a:prstDash val="solid"/>
            <a:round/>
            <a:headEnd type="none" w="med" len="med"/>
            <a:tailEnd type="triangle"/>
          </a:ln>
          <a:effectLst/>
        </p:spPr>
      </p:cxnSp>
      <p:grpSp>
        <p:nvGrpSpPr>
          <p:cNvPr id="3" name="Group 2">
            <a:extLst>
              <a:ext uri="{FF2B5EF4-FFF2-40B4-BE49-F238E27FC236}">
                <a16:creationId xmlns:a16="http://schemas.microsoft.com/office/drawing/2014/main" id="{2F69CE0B-4D69-6E40-ACF2-10B22358E6BF}"/>
              </a:ext>
            </a:extLst>
          </p:cNvPr>
          <p:cNvGrpSpPr/>
          <p:nvPr/>
        </p:nvGrpSpPr>
        <p:grpSpPr>
          <a:xfrm>
            <a:off x="561617" y="5178122"/>
            <a:ext cx="8330863" cy="900473"/>
            <a:chOff x="503994" y="5412543"/>
            <a:chExt cx="8330863" cy="900473"/>
          </a:xfrm>
        </p:grpSpPr>
        <p:graphicFrame>
          <p:nvGraphicFramePr>
            <p:cNvPr id="14" name="Object 4">
              <a:extLst>
                <a:ext uri="{FF2B5EF4-FFF2-40B4-BE49-F238E27FC236}">
                  <a16:creationId xmlns:a16="http://schemas.microsoft.com/office/drawing/2014/main" id="{A1A1EE0E-B2B2-294E-94BD-FDE28FDA1F94}"/>
                </a:ext>
              </a:extLst>
            </p:cNvPr>
            <p:cNvGraphicFramePr>
              <a:graphicFrameLocks noChangeAspect="1"/>
            </p:cNvGraphicFramePr>
            <p:nvPr>
              <p:extLst>
                <p:ext uri="{D42A27DB-BD31-4B8C-83A1-F6EECF244321}">
                  <p14:modId xmlns:p14="http://schemas.microsoft.com/office/powerpoint/2010/main" val="3710772420"/>
                </p:ext>
              </p:extLst>
            </p:nvPr>
          </p:nvGraphicFramePr>
          <p:xfrm>
            <a:off x="503994" y="5883157"/>
            <a:ext cx="2339814" cy="429859"/>
          </p:xfrm>
          <a:graphic>
            <a:graphicData uri="http://schemas.openxmlformats.org/presentationml/2006/ole">
              <mc:AlternateContent xmlns:mc="http://schemas.openxmlformats.org/markup-compatibility/2006">
                <mc:Choice xmlns:v="urn:schemas-microsoft-com:vml" Requires="v">
                  <p:oleObj name="公式" r:id="rId7" imgW="1193760" imgH="203040" progId="Equation.3">
                    <p:embed/>
                  </p:oleObj>
                </mc:Choice>
                <mc:Fallback>
                  <p:oleObj name="公式" r:id="rId7" imgW="1193760" imgH="203040" progId="Equation.3">
                    <p:embed/>
                    <p:pic>
                      <p:nvPicPr>
                        <p:cNvPr id="14" name="Object 4">
                          <a:extLst>
                            <a:ext uri="{FF2B5EF4-FFF2-40B4-BE49-F238E27FC236}">
                              <a16:creationId xmlns:a16="http://schemas.microsoft.com/office/drawing/2014/main" id="{A1A1EE0E-B2B2-294E-94BD-FDE28FDA1F9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3994" y="5883157"/>
                          <a:ext cx="2339814" cy="429859"/>
                        </a:xfrm>
                        <a:prstGeom prst="rect">
                          <a:avLst/>
                        </a:prstGeom>
                        <a:noFill/>
                        <a:ln>
                          <a:noFill/>
                        </a:ln>
                        <a:effectLst/>
                      </p:spPr>
                    </p:pic>
                  </p:oleObj>
                </mc:Fallback>
              </mc:AlternateContent>
            </a:graphicData>
          </a:graphic>
        </p:graphicFrame>
        <p:sp>
          <p:nvSpPr>
            <p:cNvPr id="15" name="矩形 1">
              <a:extLst>
                <a:ext uri="{FF2B5EF4-FFF2-40B4-BE49-F238E27FC236}">
                  <a16:creationId xmlns:a16="http://schemas.microsoft.com/office/drawing/2014/main" id="{9240F214-0477-7A43-B30A-1EBEF7FA2F77}"/>
                </a:ext>
              </a:extLst>
            </p:cNvPr>
            <p:cNvSpPr/>
            <p:nvPr/>
          </p:nvSpPr>
          <p:spPr>
            <a:xfrm>
              <a:off x="503994" y="5412543"/>
              <a:ext cx="3074881" cy="461665"/>
            </a:xfrm>
            <a:prstGeom prst="rect">
              <a:avLst/>
            </a:prstGeom>
          </p:spPr>
          <p:txBody>
            <a:bodyPr wrap="none">
              <a:spAutoFit/>
            </a:bodyPr>
            <a:lstStyle/>
            <a:p>
              <a:r>
                <a:rPr lang="zh-CN" altLang="en-US" sz="2400" dirty="0">
                  <a:latin typeface="+mn-lt"/>
                  <a:ea typeface="+mn-ea"/>
                  <a:cs typeface="Calibri" panose="020F0502020204030204" pitchFamily="34" charset="0"/>
                  <a:sym typeface="Symbol" pitchFamily="18" charset="2"/>
                </a:rPr>
                <a:t>上面的例子加入</a:t>
              </a:r>
              <a:r>
                <a:rPr lang="en-US" altLang="zh-CN" sz="2400" dirty="0">
                  <a:latin typeface="+mn-lt"/>
                  <a:ea typeface="+mn-ea"/>
                  <a:cs typeface="Calibri" panose="020F0502020204030204" pitchFamily="34" charset="0"/>
                  <a:sym typeface="Symbol" pitchFamily="18" charset="2"/>
                </a:rPr>
                <a:t>BC</a:t>
              </a:r>
              <a:r>
                <a:rPr lang="zh-CN" altLang="en-US" sz="2400" dirty="0">
                  <a:latin typeface="+mn-lt"/>
                  <a:ea typeface="+mn-ea"/>
                  <a:cs typeface="Calibri" panose="020F0502020204030204" pitchFamily="34" charset="0"/>
                  <a:sym typeface="Symbol" pitchFamily="18" charset="2"/>
                </a:rPr>
                <a:t>项</a:t>
              </a:r>
              <a:endParaRPr lang="zh-CN" altLang="en-US" sz="1600" dirty="0">
                <a:latin typeface="+mn-lt"/>
                <a:ea typeface="+mn-ea"/>
                <a:cs typeface="Calibri" panose="020F0502020204030204" pitchFamily="34" charset="0"/>
              </a:endParaRPr>
            </a:p>
          </p:txBody>
        </p:sp>
        <p:sp>
          <p:nvSpPr>
            <p:cNvPr id="16" name="矩形 15">
              <a:extLst>
                <a:ext uri="{FF2B5EF4-FFF2-40B4-BE49-F238E27FC236}">
                  <a16:creationId xmlns:a16="http://schemas.microsoft.com/office/drawing/2014/main" id="{67F2DEE1-A49D-7041-A63A-AED8259714A0}"/>
                </a:ext>
              </a:extLst>
            </p:cNvPr>
            <p:cNvSpPr/>
            <p:nvPr/>
          </p:nvSpPr>
          <p:spPr>
            <a:xfrm>
              <a:off x="4527423" y="5458709"/>
              <a:ext cx="4307434" cy="830997"/>
            </a:xfrm>
            <a:prstGeom prst="rect">
              <a:avLst/>
            </a:prstGeom>
          </p:spPr>
          <p:txBody>
            <a:bodyPr wrap="square">
              <a:spAutoFit/>
            </a:bodyPr>
            <a:lstStyle/>
            <a:p>
              <a:r>
                <a:rPr lang="zh-CN" altLang="en-US" sz="2400" dirty="0">
                  <a:latin typeface="+mn-lt"/>
                  <a:ea typeface="SimHei" panose="02010609060101010101" pitchFamily="49" charset="-122"/>
                  <a:cs typeface="Calibri" panose="020F0502020204030204" pitchFamily="34" charset="0"/>
                  <a:sym typeface="Symbol" pitchFamily="18" charset="2"/>
                </a:rPr>
                <a:t>当</a:t>
              </a:r>
              <a:r>
                <a:rPr lang="en-US" altLang="zh-CN" sz="2400" dirty="0">
                  <a:latin typeface="+mn-lt"/>
                  <a:ea typeface="SimHei" panose="02010609060101010101" pitchFamily="49" charset="-122"/>
                  <a:cs typeface="Calibri" panose="020F0502020204030204" pitchFamily="34" charset="0"/>
                  <a:sym typeface="Symbol" pitchFamily="18" charset="2"/>
                </a:rPr>
                <a:t>B=1, C=1</a:t>
              </a:r>
              <a:r>
                <a:rPr lang="zh-CN" altLang="en-US" sz="2400" dirty="0">
                  <a:latin typeface="+mn-lt"/>
                  <a:ea typeface="SimHei" panose="02010609060101010101" pitchFamily="49" charset="-122"/>
                  <a:cs typeface="Calibri" panose="020F0502020204030204" pitchFamily="34" charset="0"/>
                  <a:sym typeface="Symbol" pitchFamily="18" charset="2"/>
                </a:rPr>
                <a:t>时，</a:t>
              </a:r>
              <a:r>
                <a:rPr lang="en-US" altLang="zh-CN" sz="2400" dirty="0">
                  <a:latin typeface="+mn-lt"/>
                  <a:ea typeface="SimHei" panose="02010609060101010101" pitchFamily="49" charset="-122"/>
                  <a:cs typeface="Calibri" panose="020F0502020204030204" pitchFamily="34" charset="0"/>
                  <a:sym typeface="Symbol" pitchFamily="18" charset="2"/>
                </a:rPr>
                <a:t>ABC</a:t>
              </a:r>
              <a:r>
                <a:rPr lang="en-US" altLang="zh-CN" sz="2400" dirty="0">
                  <a:latin typeface="+mn-lt"/>
                  <a:ea typeface="SimHei" panose="02010609060101010101" pitchFamily="49" charset="-122"/>
                  <a:cs typeface="Calibri" panose="020F0502020204030204" pitchFamily="34" charset="0"/>
                  <a:sym typeface="Wingdings" pitchFamily="2" charset="2"/>
                </a:rPr>
                <a:t></a:t>
              </a:r>
              <a:r>
                <a:rPr lang="en-US" altLang="zh-CN" sz="2400" dirty="0">
                  <a:latin typeface="+mn-lt"/>
                  <a:ea typeface="SimHei" panose="02010609060101010101" pitchFamily="49" charset="-122"/>
                  <a:cs typeface="Calibri" panose="020F0502020204030204" pitchFamily="34" charset="0"/>
                  <a:sym typeface="Symbol" pitchFamily="18" charset="2"/>
                </a:rPr>
                <a:t>A’BC</a:t>
              </a:r>
              <a:r>
                <a:rPr lang="zh-CN" altLang="en-US" sz="2400" dirty="0">
                  <a:latin typeface="+mn-lt"/>
                  <a:ea typeface="SimHei" panose="02010609060101010101" pitchFamily="49" charset="-122"/>
                  <a:cs typeface="Calibri" panose="020F0502020204030204" pitchFamily="34" charset="0"/>
                  <a:sym typeface="Symbol" pitchFamily="18" charset="2"/>
                </a:rPr>
                <a:t>不引起输出变化</a:t>
              </a:r>
              <a:endParaRPr lang="zh-CN" altLang="en-US" sz="1600" dirty="0">
                <a:latin typeface="+mn-lt"/>
                <a:ea typeface="SimHei" panose="02010609060101010101" pitchFamily="49" charset="-122"/>
                <a:cs typeface="Calibri" panose="020F0502020204030204" pitchFamily="34" charset="0"/>
              </a:endParaRPr>
            </a:p>
          </p:txBody>
        </p:sp>
        <p:cxnSp>
          <p:nvCxnSpPr>
            <p:cNvPr id="18" name="直线箭头连接符 25">
              <a:extLst>
                <a:ext uri="{FF2B5EF4-FFF2-40B4-BE49-F238E27FC236}">
                  <a16:creationId xmlns:a16="http://schemas.microsoft.com/office/drawing/2014/main" id="{6C6B1E24-7392-5842-AD37-B2E046CCE5E4}"/>
                </a:ext>
              </a:extLst>
            </p:cNvPr>
            <p:cNvCxnSpPr>
              <a:cxnSpLocks/>
            </p:cNvCxnSpPr>
            <p:nvPr/>
          </p:nvCxnSpPr>
          <p:spPr bwMode="auto">
            <a:xfrm>
              <a:off x="3776138" y="5991030"/>
              <a:ext cx="471938" cy="0"/>
            </a:xfrm>
            <a:prstGeom prst="straightConnector1">
              <a:avLst/>
            </a:prstGeom>
            <a:solidFill>
              <a:schemeClr val="accent1"/>
            </a:solidFill>
            <a:ln w="57150" cap="flat" cmpd="sng" algn="ctr">
              <a:solidFill>
                <a:schemeClr val="tx1"/>
              </a:solidFill>
              <a:prstDash val="solid"/>
              <a:round/>
              <a:headEnd type="none" w="med" len="med"/>
              <a:tailEnd type="triangle"/>
            </a:ln>
            <a:effectLst/>
          </p:spPr>
        </p:cxnSp>
      </p:grpSp>
      <p:sp>
        <p:nvSpPr>
          <p:cNvPr id="5" name="矩形 4">
            <a:extLst>
              <a:ext uri="{FF2B5EF4-FFF2-40B4-BE49-F238E27FC236}">
                <a16:creationId xmlns:a16="http://schemas.microsoft.com/office/drawing/2014/main" id="{43802BFF-339C-0A38-B6AC-434CF48CE6B3}"/>
              </a:ext>
            </a:extLst>
          </p:cNvPr>
          <p:cNvSpPr/>
          <p:nvPr/>
        </p:nvSpPr>
        <p:spPr bwMode="auto">
          <a:xfrm>
            <a:off x="2933660" y="2114944"/>
            <a:ext cx="936271" cy="1790434"/>
          </a:xfrm>
          <a:prstGeom prst="rect">
            <a:avLst/>
          </a:prstGeom>
          <a:solidFill>
            <a:srgbClr val="FF0000">
              <a:alpha val="38098"/>
            </a:srgbClr>
          </a:solidFill>
          <a:ln w="41275" cap="rnd" cmpd="sng" algn="ctr">
            <a:solidFill>
              <a:srgbClr val="C00000"/>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6" name="矩形 17">
            <a:extLst>
              <a:ext uri="{FF2B5EF4-FFF2-40B4-BE49-F238E27FC236}">
                <a16:creationId xmlns:a16="http://schemas.microsoft.com/office/drawing/2014/main" id="{A99F1254-209F-B357-5B7A-14EAEFF21B4C}"/>
              </a:ext>
            </a:extLst>
          </p:cNvPr>
          <p:cNvSpPr/>
          <p:nvPr/>
        </p:nvSpPr>
        <p:spPr>
          <a:xfrm>
            <a:off x="3828350" y="3717388"/>
            <a:ext cx="827743" cy="584775"/>
          </a:xfrm>
          <a:prstGeom prst="rect">
            <a:avLst/>
          </a:prstGeom>
        </p:spPr>
        <p:txBody>
          <a:bodyPr wrap="square">
            <a:spAutoFit/>
          </a:bodyPr>
          <a:lstStyle/>
          <a:p>
            <a:pPr lvl="0" algn="ctr">
              <a:spcBef>
                <a:spcPts val="0"/>
              </a:spcBef>
            </a:pPr>
            <a:r>
              <a:rPr kumimoji="1" lang="en-US" altLang="zh-CN" sz="3200" dirty="0">
                <a:solidFill>
                  <a:srgbClr val="C00000"/>
                </a:solidFill>
                <a:latin typeface="Arial" panose="020B0604020202020204" pitchFamily="34" charset="0"/>
                <a:ea typeface="SimHei" panose="02010609060101010101" pitchFamily="49" charset="-122"/>
                <a:cs typeface="Arial" panose="020B0604020202020204" pitchFamily="34" charset="0"/>
              </a:rPr>
              <a:t>BC</a:t>
            </a:r>
          </a:p>
        </p:txBody>
      </p:sp>
      <p:cxnSp>
        <p:nvCxnSpPr>
          <p:cNvPr id="9" name="直线箭头连接符 8">
            <a:extLst>
              <a:ext uri="{FF2B5EF4-FFF2-40B4-BE49-F238E27FC236}">
                <a16:creationId xmlns:a16="http://schemas.microsoft.com/office/drawing/2014/main" id="{B3F4B429-D14F-21D7-C41D-8343F082578A}"/>
              </a:ext>
            </a:extLst>
          </p:cNvPr>
          <p:cNvCxnSpPr/>
          <p:nvPr/>
        </p:nvCxnSpPr>
        <p:spPr bwMode="auto">
          <a:xfrm flipH="1">
            <a:off x="2933660" y="4155472"/>
            <a:ext cx="1314304" cy="1798044"/>
          </a:xfrm>
          <a:prstGeom prst="straightConnector1">
            <a:avLst/>
          </a:prstGeom>
          <a:solidFill>
            <a:schemeClr val="accent1"/>
          </a:solidFill>
          <a:ln w="28575" cap="flat" cmpd="sng" algn="ctr">
            <a:solidFill>
              <a:srgbClr val="C00000"/>
            </a:solidFill>
            <a:prstDash val="solid"/>
            <a:round/>
            <a:headEnd type="none" w="med" len="med"/>
            <a:tailEnd type="triangle"/>
          </a:ln>
          <a:effectLst/>
        </p:spPr>
      </p:cxnSp>
      <p:sp>
        <p:nvSpPr>
          <p:cNvPr id="10" name="矩形 9">
            <a:extLst>
              <a:ext uri="{FF2B5EF4-FFF2-40B4-BE49-F238E27FC236}">
                <a16:creationId xmlns:a16="http://schemas.microsoft.com/office/drawing/2014/main" id="{45BAB1BA-B12B-978B-29BE-7BFE73C5C223}"/>
              </a:ext>
            </a:extLst>
          </p:cNvPr>
          <p:cNvSpPr/>
          <p:nvPr/>
        </p:nvSpPr>
        <p:spPr bwMode="auto">
          <a:xfrm>
            <a:off x="2379425" y="5612221"/>
            <a:ext cx="661679" cy="589087"/>
          </a:xfrm>
          <a:prstGeom prst="rect">
            <a:avLst/>
          </a:prstGeom>
          <a:solidFill>
            <a:srgbClr val="FF0000">
              <a:alpha val="38098"/>
            </a:srgbClr>
          </a:solidFill>
          <a:ln w="41275" cap="rnd" cmpd="sng" algn="ctr">
            <a:solidFill>
              <a:srgbClr val="C00000"/>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22" name="灯片编号占位符 6">
            <a:extLst>
              <a:ext uri="{FF2B5EF4-FFF2-40B4-BE49-F238E27FC236}">
                <a16:creationId xmlns:a16="http://schemas.microsoft.com/office/drawing/2014/main" id="{E1792B89-0BDE-5E4B-AA35-05C5652FB628}"/>
              </a:ext>
            </a:extLst>
          </p:cNvPr>
          <p:cNvSpPr txBox="1">
            <a:spLocks/>
          </p:cNvSpPr>
          <p:nvPr/>
        </p:nvSpPr>
        <p:spPr bwMode="auto">
          <a:xfrm>
            <a:off x="6553200" y="6265860"/>
            <a:ext cx="213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4600" b="1" kern="1200">
                <a:solidFill>
                  <a:srgbClr val="FF3300"/>
                </a:solidFill>
                <a:latin typeface="Garamond" pitchFamily="18" charset="0"/>
                <a:ea typeface="宋体" charset="-122"/>
                <a:cs typeface="+mn-cs"/>
              </a:defRPr>
            </a:lvl1pPr>
            <a:lvl2pPr marL="742950" indent="-28575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2pPr>
            <a:lvl3pPr marL="11430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3pPr>
            <a:lvl4pPr marL="16002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4pPr>
            <a:lvl5pPr marL="20574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5pPr>
            <a:lvl6pPr marL="25146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6pPr>
            <a:lvl7pPr marL="29718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7pPr>
            <a:lvl8pPr marL="34290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8pPr>
            <a:lvl9pPr marL="38862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9pPr>
          </a:lstStyle>
          <a:p>
            <a:pPr eaLnBrk="1" hangingPunct="1"/>
            <a:fld id="{CCE6D788-BCB5-407E-9DED-68D155892338}" type="slidenum">
              <a:rPr lang="en-US" altLang="zh-CN" sz="1400" smtClean="0">
                <a:solidFill>
                  <a:schemeClr val="tx1"/>
                </a:solidFill>
                <a:latin typeface="+mn-lt"/>
              </a:rPr>
              <a:pPr eaLnBrk="1" hangingPunct="1"/>
              <a:t>51</a:t>
            </a:fld>
            <a:endParaRPr lang="en-US" altLang="zh-CN" sz="1400" dirty="0">
              <a:solidFill>
                <a:schemeClr val="tx1"/>
              </a:solidFill>
              <a:latin typeface="+mn-lt"/>
            </a:endParaRPr>
          </a:p>
        </p:txBody>
      </p:sp>
    </p:spTree>
    <p:extLst>
      <p:ext uri="{BB962C8B-B14F-4D97-AF65-F5344CB8AC3E}">
        <p14:creationId xmlns:p14="http://schemas.microsoft.com/office/powerpoint/2010/main" val="7469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3" presetClass="entr" presetSubtype="1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blinds(horizontal)">
                                      <p:cBhvr>
                                        <p:cTn id="9" dur="500"/>
                                        <p:tgtEl>
                                          <p:spTgt spid="5"/>
                                        </p:tgtEl>
                                      </p:cBhvr>
                                    </p:animEffect>
                                  </p:childTnLst>
                                </p:cTn>
                              </p:par>
                              <p:par>
                                <p:cTn id="10" presetID="3" presetClass="entr" presetSubtype="1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par>
                                <p:cTn id="13" presetID="3" presetClass="entr" presetSubtype="1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blinds(horizontal)">
                                      <p:cBhvr>
                                        <p:cTn id="15" dur="500"/>
                                        <p:tgtEl>
                                          <p:spTgt spid="9"/>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blinds(horizontal)">
                                      <p:cBhvr>
                                        <p:cTn id="1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10"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1" name="Rectangle 2"/>
          <p:cNvSpPr>
            <a:spLocks noGrp="1" noChangeArrowheads="1"/>
          </p:cNvSpPr>
          <p:nvPr>
            <p:ph type="title"/>
          </p:nvPr>
        </p:nvSpPr>
        <p:spPr/>
        <p:txBody>
          <a:bodyPr/>
          <a:lstStyle/>
          <a:p>
            <a:pPr eaLnBrk="1" hangingPunct="1"/>
            <a:r>
              <a:rPr lang="zh-CN" altLang="en-US" b="1" dirty="0"/>
              <a:t>无冒险电路</a:t>
            </a:r>
            <a:endParaRPr lang="en-US" altLang="zh-CN" b="1" dirty="0"/>
          </a:p>
        </p:txBody>
      </p:sp>
      <p:sp>
        <p:nvSpPr>
          <p:cNvPr id="490503" name="Text Box 7"/>
          <p:cNvSpPr txBox="1">
            <a:spLocks noChangeArrowheads="1"/>
          </p:cNvSpPr>
          <p:nvPr/>
        </p:nvSpPr>
        <p:spPr bwMode="auto">
          <a:xfrm>
            <a:off x="914400" y="2365331"/>
            <a:ext cx="4937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800" b="0" i="1">
                <a:solidFill>
                  <a:schemeClr val="tx1"/>
                </a:solidFill>
                <a:latin typeface="Times New Roman" pitchFamily="18" charset="0"/>
              </a:rPr>
              <a:t>A</a:t>
            </a:r>
          </a:p>
        </p:txBody>
      </p:sp>
      <p:sp>
        <p:nvSpPr>
          <p:cNvPr id="490504" name="Text Box 8"/>
          <p:cNvSpPr txBox="1">
            <a:spLocks noChangeArrowheads="1"/>
          </p:cNvSpPr>
          <p:nvPr/>
        </p:nvSpPr>
        <p:spPr bwMode="auto">
          <a:xfrm>
            <a:off x="914400" y="2805069"/>
            <a:ext cx="4937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800" b="0" i="1">
                <a:solidFill>
                  <a:schemeClr val="tx1"/>
                </a:solidFill>
                <a:latin typeface="Times New Roman" pitchFamily="18" charset="0"/>
              </a:rPr>
              <a:t>B</a:t>
            </a:r>
          </a:p>
        </p:txBody>
      </p:sp>
      <p:sp>
        <p:nvSpPr>
          <p:cNvPr id="490505" name="Text Box 9"/>
          <p:cNvSpPr txBox="1">
            <a:spLocks noChangeArrowheads="1"/>
          </p:cNvSpPr>
          <p:nvPr/>
        </p:nvSpPr>
        <p:spPr bwMode="auto">
          <a:xfrm>
            <a:off x="914400" y="3759156"/>
            <a:ext cx="4937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800" b="0" i="1">
                <a:solidFill>
                  <a:schemeClr val="tx1"/>
                </a:solidFill>
                <a:latin typeface="Times New Roman" pitchFamily="18" charset="0"/>
              </a:rPr>
              <a:t>C</a:t>
            </a:r>
          </a:p>
        </p:txBody>
      </p:sp>
      <p:grpSp>
        <p:nvGrpSpPr>
          <p:cNvPr id="3" name="组合 2"/>
          <p:cNvGrpSpPr/>
          <p:nvPr/>
        </p:nvGrpSpPr>
        <p:grpSpPr>
          <a:xfrm>
            <a:off x="685800" y="2212931"/>
            <a:ext cx="7483475" cy="3629586"/>
            <a:chOff x="685800" y="1447800"/>
            <a:chExt cx="7483475" cy="3629586"/>
          </a:xfrm>
        </p:grpSpPr>
        <p:graphicFrame>
          <p:nvGraphicFramePr>
            <p:cNvPr id="490499" name="Object 3"/>
            <p:cNvGraphicFramePr>
              <a:graphicFrameLocks noChangeAspect="1"/>
            </p:cNvGraphicFramePr>
            <p:nvPr>
              <p:extLst>
                <p:ext uri="{D42A27DB-BD31-4B8C-83A1-F6EECF244321}">
                  <p14:modId xmlns:p14="http://schemas.microsoft.com/office/powerpoint/2010/main" val="4181469704"/>
                </p:ext>
              </p:extLst>
            </p:nvPr>
          </p:nvGraphicFramePr>
          <p:xfrm>
            <a:off x="2590998" y="4550336"/>
            <a:ext cx="3532188" cy="527050"/>
          </p:xfrm>
          <a:graphic>
            <a:graphicData uri="http://schemas.openxmlformats.org/presentationml/2006/ole">
              <mc:AlternateContent xmlns:mc="http://schemas.openxmlformats.org/markup-compatibility/2006">
                <mc:Choice xmlns:v="urn:schemas-microsoft-com:vml" Requires="v">
                  <p:oleObj name="公式" r:id="rId3" imgW="1600200" imgH="241200" progId="Equation.3">
                    <p:embed/>
                  </p:oleObj>
                </mc:Choice>
                <mc:Fallback>
                  <p:oleObj name="公式" r:id="rId3" imgW="1600200" imgH="241200" progId="Equation.3">
                    <p:embed/>
                    <p:pic>
                      <p:nvPicPr>
                        <p:cNvPr id="490499"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998" y="4550336"/>
                          <a:ext cx="3532188" cy="527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90506" name="Object 10"/>
            <p:cNvGraphicFramePr>
              <a:graphicFrameLocks noChangeAspect="1"/>
            </p:cNvGraphicFramePr>
            <p:nvPr/>
          </p:nvGraphicFramePr>
          <p:xfrm>
            <a:off x="685800" y="1447800"/>
            <a:ext cx="7483475" cy="2889250"/>
          </p:xfrm>
          <a:graphic>
            <a:graphicData uri="http://schemas.openxmlformats.org/presentationml/2006/ole">
              <mc:AlternateContent xmlns:mc="http://schemas.openxmlformats.org/markup-compatibility/2006">
                <mc:Choice xmlns:v="urn:schemas-microsoft-com:vml" Requires="v">
                  <p:oleObj name="Visio" r:id="rId5" imgW="2109668" imgH="905932" progId="Visio.Drawing.6">
                    <p:embed/>
                  </p:oleObj>
                </mc:Choice>
                <mc:Fallback>
                  <p:oleObj name="Visio" r:id="rId5" imgW="2109668" imgH="905932" progId="Visio.Drawing.6">
                    <p:embed/>
                    <p:pic>
                      <p:nvPicPr>
                        <p:cNvPr id="490506"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5800" y="1447800"/>
                          <a:ext cx="7483475" cy="288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3" name="Rectangle 11">
            <a:extLst>
              <a:ext uri="{FF2B5EF4-FFF2-40B4-BE49-F238E27FC236}">
                <a16:creationId xmlns:a16="http://schemas.microsoft.com/office/drawing/2014/main" id="{ADA51DD2-D088-8648-81C8-E5CF52C43235}"/>
              </a:ext>
            </a:extLst>
          </p:cNvPr>
          <p:cNvSpPr>
            <a:spLocks noChangeArrowheads="1"/>
          </p:cNvSpPr>
          <p:nvPr/>
        </p:nvSpPr>
        <p:spPr bwMode="auto">
          <a:xfrm>
            <a:off x="457200" y="1417396"/>
            <a:ext cx="8001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p>
            <a:pPr marL="457200" indent="-457200" algn="just">
              <a:spcBef>
                <a:spcPct val="20000"/>
              </a:spcBef>
              <a:buClr>
                <a:srgbClr val="000000"/>
              </a:buClr>
              <a:buSzPct val="100000"/>
              <a:buFont typeface="Arial" panose="020B0604020202020204" pitchFamily="34" charset="0"/>
              <a:buChar char="•"/>
            </a:pPr>
            <a:r>
              <a:rPr lang="zh-CN" altLang="en-US" sz="2800" b="1" dirty="0">
                <a:latin typeface="黑体" panose="02010609060101010101" pitchFamily="49" charset="-122"/>
                <a:ea typeface="黑体" panose="02010609060101010101" pitchFamily="49" charset="-122"/>
              </a:rPr>
              <a:t>增加</a:t>
            </a:r>
            <a:r>
              <a:rPr lang="zh-CN" altLang="en-US" sz="2800" b="1" dirty="0">
                <a:solidFill>
                  <a:srgbClr val="3333FF"/>
                </a:solidFill>
                <a:latin typeface="黑体" panose="02010609060101010101" pitchFamily="49" charset="-122"/>
                <a:ea typeface="黑体" panose="02010609060101010101" pitchFamily="49" charset="-122"/>
              </a:rPr>
              <a:t>适当的</a:t>
            </a:r>
            <a:r>
              <a:rPr lang="zh-CN" altLang="en-US" sz="2800" b="1" dirty="0">
                <a:latin typeface="黑体" panose="02010609060101010101" pitchFamily="49" charset="-122"/>
                <a:ea typeface="黑体" panose="02010609060101010101" pitchFamily="49" charset="-122"/>
              </a:rPr>
              <a:t>冗余蕴含项可以消除冒险</a:t>
            </a:r>
          </a:p>
        </p:txBody>
      </p:sp>
      <p:sp>
        <p:nvSpPr>
          <p:cNvPr id="11" name="灯片编号占位符 6">
            <a:extLst>
              <a:ext uri="{FF2B5EF4-FFF2-40B4-BE49-F238E27FC236}">
                <a16:creationId xmlns:a16="http://schemas.microsoft.com/office/drawing/2014/main" id="{42D20EF2-7038-BA45-995C-ECDE2CFF976A}"/>
              </a:ext>
            </a:extLst>
          </p:cNvPr>
          <p:cNvSpPr txBox="1">
            <a:spLocks/>
          </p:cNvSpPr>
          <p:nvPr/>
        </p:nvSpPr>
        <p:spPr bwMode="auto">
          <a:xfrm>
            <a:off x="6553200" y="6265860"/>
            <a:ext cx="213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4600" b="1" kern="1200">
                <a:solidFill>
                  <a:srgbClr val="FF3300"/>
                </a:solidFill>
                <a:latin typeface="Garamond" pitchFamily="18" charset="0"/>
                <a:ea typeface="宋体" charset="-122"/>
                <a:cs typeface="+mn-cs"/>
              </a:defRPr>
            </a:lvl1pPr>
            <a:lvl2pPr marL="742950" indent="-28575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2pPr>
            <a:lvl3pPr marL="11430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3pPr>
            <a:lvl4pPr marL="16002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4pPr>
            <a:lvl5pPr marL="20574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5pPr>
            <a:lvl6pPr marL="25146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6pPr>
            <a:lvl7pPr marL="29718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7pPr>
            <a:lvl8pPr marL="34290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8pPr>
            <a:lvl9pPr marL="38862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9pPr>
          </a:lstStyle>
          <a:p>
            <a:pPr eaLnBrk="1" hangingPunct="1"/>
            <a:fld id="{CCE6D788-BCB5-407E-9DED-68D155892338}" type="slidenum">
              <a:rPr lang="en-US" altLang="zh-CN" sz="1400" smtClean="0">
                <a:solidFill>
                  <a:schemeClr val="tx1"/>
                </a:solidFill>
                <a:latin typeface="+mn-lt"/>
              </a:rPr>
              <a:pPr eaLnBrk="1" hangingPunct="1"/>
              <a:t>52</a:t>
            </a:fld>
            <a:endParaRPr lang="en-US" altLang="zh-CN" sz="1400" dirty="0">
              <a:solidFill>
                <a:schemeClr val="tx1"/>
              </a:solidFill>
              <a:latin typeface="+mn-lt"/>
            </a:endParaRPr>
          </a:p>
        </p:txBody>
      </p:sp>
    </p:spTree>
    <p:extLst>
      <p:ext uri="{BB962C8B-B14F-4D97-AF65-F5344CB8AC3E}">
        <p14:creationId xmlns:p14="http://schemas.microsoft.com/office/powerpoint/2010/main" val="392476511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832284" y="3369332"/>
            <a:ext cx="4495800" cy="3048000"/>
            <a:chOff x="3016" y="2064"/>
            <a:chExt cx="3068" cy="1920"/>
          </a:xfrm>
        </p:grpSpPr>
        <p:sp>
          <p:nvSpPr>
            <p:cNvPr id="15372" name="Text Box 3"/>
            <p:cNvSpPr txBox="1">
              <a:spLocks noChangeArrowheads="1"/>
            </p:cNvSpPr>
            <p:nvPr/>
          </p:nvSpPr>
          <p:spPr bwMode="auto">
            <a:xfrm>
              <a:off x="3380" y="2394"/>
              <a:ext cx="29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b="0" i="1">
                  <a:solidFill>
                    <a:schemeClr val="tx1"/>
                  </a:solidFill>
                  <a:latin typeface="Times New Roman" pitchFamily="18" charset="0"/>
                </a:rPr>
                <a:t>A</a:t>
              </a:r>
            </a:p>
          </p:txBody>
        </p:sp>
        <p:sp>
          <p:nvSpPr>
            <p:cNvPr id="15373" name="Text Box 4"/>
            <p:cNvSpPr txBox="1">
              <a:spLocks noChangeArrowheads="1"/>
            </p:cNvSpPr>
            <p:nvPr/>
          </p:nvSpPr>
          <p:spPr bwMode="auto">
            <a:xfrm>
              <a:off x="3402" y="2719"/>
              <a:ext cx="29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b="0" i="1">
                  <a:solidFill>
                    <a:schemeClr val="tx1"/>
                  </a:solidFill>
                  <a:latin typeface="Times New Roman" pitchFamily="18" charset="0"/>
                </a:rPr>
                <a:t>B</a:t>
              </a:r>
            </a:p>
          </p:txBody>
        </p:sp>
        <p:sp>
          <p:nvSpPr>
            <p:cNvPr id="15374" name="Text Box 5"/>
            <p:cNvSpPr txBox="1">
              <a:spLocks noChangeArrowheads="1"/>
            </p:cNvSpPr>
            <p:nvPr/>
          </p:nvSpPr>
          <p:spPr bwMode="auto">
            <a:xfrm>
              <a:off x="3402" y="3696"/>
              <a:ext cx="2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b="0" i="1">
                  <a:solidFill>
                    <a:schemeClr val="tx1"/>
                  </a:solidFill>
                  <a:latin typeface="Times New Roman" pitchFamily="18" charset="0"/>
                </a:rPr>
                <a:t>L</a:t>
              </a:r>
            </a:p>
          </p:txBody>
        </p:sp>
        <p:sp>
          <p:nvSpPr>
            <p:cNvPr id="15375" name="Line 6"/>
            <p:cNvSpPr>
              <a:spLocks noChangeShapeType="1"/>
            </p:cNvSpPr>
            <p:nvPr/>
          </p:nvSpPr>
          <p:spPr bwMode="auto">
            <a:xfrm>
              <a:off x="4836" y="2586"/>
              <a:ext cx="95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76" name="Line 7"/>
            <p:cNvSpPr>
              <a:spLocks noChangeShapeType="1"/>
            </p:cNvSpPr>
            <p:nvPr/>
          </p:nvSpPr>
          <p:spPr bwMode="auto">
            <a:xfrm flipV="1">
              <a:off x="4836" y="2394"/>
              <a:ext cx="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77" name="Line 8"/>
            <p:cNvSpPr>
              <a:spLocks noChangeShapeType="1"/>
            </p:cNvSpPr>
            <p:nvPr/>
          </p:nvSpPr>
          <p:spPr bwMode="auto">
            <a:xfrm>
              <a:off x="4161" y="2394"/>
              <a:ext cx="6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78" name="Line 9"/>
            <p:cNvSpPr>
              <a:spLocks noChangeShapeType="1"/>
            </p:cNvSpPr>
            <p:nvPr/>
          </p:nvSpPr>
          <p:spPr bwMode="auto">
            <a:xfrm flipV="1">
              <a:off x="3796" y="2736"/>
              <a:ext cx="202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79" name="Line 10"/>
            <p:cNvSpPr>
              <a:spLocks noChangeShapeType="1"/>
            </p:cNvSpPr>
            <p:nvPr/>
          </p:nvSpPr>
          <p:spPr bwMode="auto">
            <a:xfrm>
              <a:off x="4316" y="2250"/>
              <a:ext cx="0" cy="1734"/>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80" name="Line 11"/>
            <p:cNvSpPr>
              <a:spLocks noChangeShapeType="1"/>
            </p:cNvSpPr>
            <p:nvPr/>
          </p:nvSpPr>
          <p:spPr bwMode="auto">
            <a:xfrm flipV="1">
              <a:off x="3848" y="3360"/>
              <a:ext cx="109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81" name="Line 12"/>
            <p:cNvSpPr>
              <a:spLocks noChangeShapeType="1"/>
            </p:cNvSpPr>
            <p:nvPr/>
          </p:nvSpPr>
          <p:spPr bwMode="auto">
            <a:xfrm flipV="1">
              <a:off x="4940" y="336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82" name="Line 13"/>
            <p:cNvSpPr>
              <a:spLocks noChangeShapeType="1"/>
            </p:cNvSpPr>
            <p:nvPr/>
          </p:nvSpPr>
          <p:spPr bwMode="auto">
            <a:xfrm>
              <a:off x="4940" y="3648"/>
              <a:ext cx="15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83" name="Line 14"/>
            <p:cNvSpPr>
              <a:spLocks noChangeShapeType="1"/>
            </p:cNvSpPr>
            <p:nvPr/>
          </p:nvSpPr>
          <p:spPr bwMode="auto">
            <a:xfrm>
              <a:off x="5096" y="336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84" name="Line 15"/>
            <p:cNvSpPr>
              <a:spLocks noChangeShapeType="1"/>
            </p:cNvSpPr>
            <p:nvPr/>
          </p:nvSpPr>
          <p:spPr bwMode="auto">
            <a:xfrm>
              <a:off x="5096" y="3360"/>
              <a:ext cx="83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85" name="Text Box 16"/>
            <p:cNvSpPr txBox="1">
              <a:spLocks noChangeArrowheads="1"/>
            </p:cNvSpPr>
            <p:nvPr/>
          </p:nvSpPr>
          <p:spPr bwMode="auto">
            <a:xfrm>
              <a:off x="3402" y="3045"/>
              <a:ext cx="29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b="0" i="1">
                  <a:solidFill>
                    <a:schemeClr val="tx1"/>
                  </a:solidFill>
                  <a:latin typeface="Times New Roman" pitchFamily="18" charset="0"/>
                </a:rPr>
                <a:t>C</a:t>
              </a:r>
            </a:p>
          </p:txBody>
        </p:sp>
        <p:sp>
          <p:nvSpPr>
            <p:cNvPr id="15386" name="Text Box 17"/>
            <p:cNvSpPr txBox="1">
              <a:spLocks noChangeArrowheads="1"/>
            </p:cNvSpPr>
            <p:nvPr/>
          </p:nvSpPr>
          <p:spPr bwMode="auto">
            <a:xfrm>
              <a:off x="3402" y="3370"/>
              <a:ext cx="29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b="0" i="1">
                  <a:solidFill>
                    <a:schemeClr val="tx1"/>
                  </a:solidFill>
                  <a:latin typeface="Times New Roman" pitchFamily="18" charset="0"/>
                </a:rPr>
                <a:t>D</a:t>
              </a:r>
            </a:p>
          </p:txBody>
        </p:sp>
        <p:sp>
          <p:nvSpPr>
            <p:cNvPr id="15387" name="Line 18"/>
            <p:cNvSpPr>
              <a:spLocks noChangeShapeType="1"/>
            </p:cNvSpPr>
            <p:nvPr/>
          </p:nvSpPr>
          <p:spPr bwMode="auto">
            <a:xfrm>
              <a:off x="5200" y="2256"/>
              <a:ext cx="0" cy="168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88" name="Line 19"/>
            <p:cNvSpPr>
              <a:spLocks noChangeShapeType="1"/>
            </p:cNvSpPr>
            <p:nvPr/>
          </p:nvSpPr>
          <p:spPr bwMode="auto">
            <a:xfrm>
              <a:off x="4836" y="2592"/>
              <a:ext cx="0" cy="81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89" name="Text Box 20"/>
            <p:cNvSpPr txBox="1">
              <a:spLocks noChangeArrowheads="1"/>
            </p:cNvSpPr>
            <p:nvPr/>
          </p:nvSpPr>
          <p:spPr bwMode="auto">
            <a:xfrm>
              <a:off x="5876" y="2592"/>
              <a:ext cx="2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b="0">
                  <a:solidFill>
                    <a:schemeClr val="tx1"/>
                  </a:solidFill>
                  <a:latin typeface="Times New Roman" pitchFamily="18" charset="0"/>
                </a:rPr>
                <a:t>1</a:t>
              </a:r>
            </a:p>
          </p:txBody>
        </p:sp>
        <p:sp>
          <p:nvSpPr>
            <p:cNvPr id="15390" name="Line 21"/>
            <p:cNvSpPr>
              <a:spLocks noChangeShapeType="1"/>
            </p:cNvSpPr>
            <p:nvPr/>
          </p:nvSpPr>
          <p:spPr bwMode="auto">
            <a:xfrm flipV="1">
              <a:off x="4160" y="2394"/>
              <a:ext cx="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91" name="Line 22"/>
            <p:cNvSpPr>
              <a:spLocks noChangeShapeType="1"/>
            </p:cNvSpPr>
            <p:nvPr/>
          </p:nvSpPr>
          <p:spPr bwMode="auto">
            <a:xfrm flipH="1">
              <a:off x="3762" y="2586"/>
              <a:ext cx="39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92" name="Line 23"/>
            <p:cNvSpPr>
              <a:spLocks noChangeShapeType="1"/>
            </p:cNvSpPr>
            <p:nvPr/>
          </p:nvSpPr>
          <p:spPr bwMode="auto">
            <a:xfrm>
              <a:off x="3848" y="3936"/>
              <a:ext cx="5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5393" name="Group 24"/>
            <p:cNvGrpSpPr>
              <a:grpSpLocks/>
            </p:cNvGrpSpPr>
            <p:nvPr/>
          </p:nvGrpSpPr>
          <p:grpSpPr bwMode="auto">
            <a:xfrm>
              <a:off x="4420" y="3744"/>
              <a:ext cx="208" cy="192"/>
              <a:chOff x="4032" y="3312"/>
              <a:chExt cx="192" cy="192"/>
            </a:xfrm>
          </p:grpSpPr>
          <p:sp>
            <p:nvSpPr>
              <p:cNvPr id="15414" name="Line 25"/>
              <p:cNvSpPr>
                <a:spLocks noChangeShapeType="1"/>
              </p:cNvSpPr>
              <p:nvPr/>
            </p:nvSpPr>
            <p:spPr bwMode="auto">
              <a:xfrm flipV="1">
                <a:off x="4032" y="3312"/>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15" name="Line 26"/>
              <p:cNvSpPr>
                <a:spLocks noChangeShapeType="1"/>
              </p:cNvSpPr>
              <p:nvPr/>
            </p:nvSpPr>
            <p:spPr bwMode="auto">
              <a:xfrm flipV="1">
                <a:off x="4032" y="3312"/>
                <a:ext cx="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16" name="Line 27"/>
              <p:cNvSpPr>
                <a:spLocks noChangeShapeType="1"/>
              </p:cNvSpPr>
              <p:nvPr/>
            </p:nvSpPr>
            <p:spPr bwMode="auto">
              <a:xfrm flipV="1">
                <a:off x="4224" y="3312"/>
                <a:ext cx="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5394" name="Line 28"/>
            <p:cNvSpPr>
              <a:spLocks noChangeShapeType="1"/>
            </p:cNvSpPr>
            <p:nvPr/>
          </p:nvSpPr>
          <p:spPr bwMode="auto">
            <a:xfrm>
              <a:off x="4628" y="3936"/>
              <a:ext cx="67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5395" name="Group 29"/>
            <p:cNvGrpSpPr>
              <a:grpSpLocks/>
            </p:cNvGrpSpPr>
            <p:nvPr/>
          </p:nvGrpSpPr>
          <p:grpSpPr bwMode="auto">
            <a:xfrm>
              <a:off x="5304" y="3744"/>
              <a:ext cx="208" cy="192"/>
              <a:chOff x="4032" y="3312"/>
              <a:chExt cx="192" cy="192"/>
            </a:xfrm>
          </p:grpSpPr>
          <p:sp>
            <p:nvSpPr>
              <p:cNvPr id="15411" name="Line 30"/>
              <p:cNvSpPr>
                <a:spLocks noChangeShapeType="1"/>
              </p:cNvSpPr>
              <p:nvPr/>
            </p:nvSpPr>
            <p:spPr bwMode="auto">
              <a:xfrm flipV="1">
                <a:off x="4032" y="3312"/>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12" name="Line 31"/>
              <p:cNvSpPr>
                <a:spLocks noChangeShapeType="1"/>
              </p:cNvSpPr>
              <p:nvPr/>
            </p:nvSpPr>
            <p:spPr bwMode="auto">
              <a:xfrm flipV="1">
                <a:off x="4032" y="3312"/>
                <a:ext cx="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13" name="Line 32"/>
              <p:cNvSpPr>
                <a:spLocks noChangeShapeType="1"/>
              </p:cNvSpPr>
              <p:nvPr/>
            </p:nvSpPr>
            <p:spPr bwMode="auto">
              <a:xfrm flipV="1">
                <a:off x="4224" y="3312"/>
                <a:ext cx="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5396" name="Line 33"/>
            <p:cNvSpPr>
              <a:spLocks noChangeShapeType="1"/>
            </p:cNvSpPr>
            <p:nvPr/>
          </p:nvSpPr>
          <p:spPr bwMode="auto">
            <a:xfrm>
              <a:off x="5512" y="3936"/>
              <a:ext cx="46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97" name="Line 34"/>
            <p:cNvSpPr>
              <a:spLocks noChangeShapeType="1"/>
            </p:cNvSpPr>
            <p:nvPr/>
          </p:nvSpPr>
          <p:spPr bwMode="auto">
            <a:xfrm>
              <a:off x="3744" y="2256"/>
              <a:ext cx="5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5398" name="Group 35"/>
            <p:cNvGrpSpPr>
              <a:grpSpLocks/>
            </p:cNvGrpSpPr>
            <p:nvPr/>
          </p:nvGrpSpPr>
          <p:grpSpPr bwMode="auto">
            <a:xfrm>
              <a:off x="4316" y="2064"/>
              <a:ext cx="208" cy="192"/>
              <a:chOff x="4032" y="3312"/>
              <a:chExt cx="192" cy="192"/>
            </a:xfrm>
          </p:grpSpPr>
          <p:sp>
            <p:nvSpPr>
              <p:cNvPr id="15408" name="Line 36"/>
              <p:cNvSpPr>
                <a:spLocks noChangeShapeType="1"/>
              </p:cNvSpPr>
              <p:nvPr/>
            </p:nvSpPr>
            <p:spPr bwMode="auto">
              <a:xfrm flipV="1">
                <a:off x="4032" y="3312"/>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09" name="Line 37"/>
              <p:cNvSpPr>
                <a:spLocks noChangeShapeType="1"/>
              </p:cNvSpPr>
              <p:nvPr/>
            </p:nvSpPr>
            <p:spPr bwMode="auto">
              <a:xfrm flipV="1">
                <a:off x="4032" y="3312"/>
                <a:ext cx="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10" name="Line 38"/>
              <p:cNvSpPr>
                <a:spLocks noChangeShapeType="1"/>
              </p:cNvSpPr>
              <p:nvPr/>
            </p:nvSpPr>
            <p:spPr bwMode="auto">
              <a:xfrm flipV="1">
                <a:off x="4224" y="3312"/>
                <a:ext cx="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5399" name="Line 39"/>
            <p:cNvSpPr>
              <a:spLocks noChangeShapeType="1"/>
            </p:cNvSpPr>
            <p:nvPr/>
          </p:nvSpPr>
          <p:spPr bwMode="auto">
            <a:xfrm>
              <a:off x="4524" y="2256"/>
              <a:ext cx="67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5400" name="Group 40"/>
            <p:cNvGrpSpPr>
              <a:grpSpLocks/>
            </p:cNvGrpSpPr>
            <p:nvPr/>
          </p:nvGrpSpPr>
          <p:grpSpPr bwMode="auto">
            <a:xfrm>
              <a:off x="5200" y="2064"/>
              <a:ext cx="208" cy="192"/>
              <a:chOff x="4032" y="3312"/>
              <a:chExt cx="192" cy="192"/>
            </a:xfrm>
          </p:grpSpPr>
          <p:sp>
            <p:nvSpPr>
              <p:cNvPr id="15405" name="Line 41"/>
              <p:cNvSpPr>
                <a:spLocks noChangeShapeType="1"/>
              </p:cNvSpPr>
              <p:nvPr/>
            </p:nvSpPr>
            <p:spPr bwMode="auto">
              <a:xfrm flipV="1">
                <a:off x="4032" y="3312"/>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06" name="Line 42"/>
              <p:cNvSpPr>
                <a:spLocks noChangeShapeType="1"/>
              </p:cNvSpPr>
              <p:nvPr/>
            </p:nvSpPr>
            <p:spPr bwMode="auto">
              <a:xfrm flipV="1">
                <a:off x="4032" y="3312"/>
                <a:ext cx="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07" name="Line 43"/>
              <p:cNvSpPr>
                <a:spLocks noChangeShapeType="1"/>
              </p:cNvSpPr>
              <p:nvPr/>
            </p:nvSpPr>
            <p:spPr bwMode="auto">
              <a:xfrm flipV="1">
                <a:off x="4224" y="3312"/>
                <a:ext cx="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5401" name="Line 44"/>
            <p:cNvSpPr>
              <a:spLocks noChangeShapeType="1"/>
            </p:cNvSpPr>
            <p:nvPr/>
          </p:nvSpPr>
          <p:spPr bwMode="auto">
            <a:xfrm>
              <a:off x="5408" y="2256"/>
              <a:ext cx="46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02" name="Line 45"/>
            <p:cNvSpPr>
              <a:spLocks noChangeShapeType="1"/>
            </p:cNvSpPr>
            <p:nvPr/>
          </p:nvSpPr>
          <p:spPr bwMode="auto">
            <a:xfrm flipV="1">
              <a:off x="3796" y="3024"/>
              <a:ext cx="208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03" name="Text Box 46"/>
            <p:cNvSpPr txBox="1">
              <a:spLocks noChangeArrowheads="1"/>
            </p:cNvSpPr>
            <p:nvPr/>
          </p:nvSpPr>
          <p:spPr bwMode="auto">
            <a:xfrm>
              <a:off x="5876" y="2966"/>
              <a:ext cx="2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b="0">
                  <a:solidFill>
                    <a:schemeClr val="tx1"/>
                  </a:solidFill>
                  <a:latin typeface="Times New Roman" pitchFamily="18" charset="0"/>
                </a:rPr>
                <a:t>1</a:t>
              </a:r>
            </a:p>
          </p:txBody>
        </p:sp>
        <p:sp>
          <p:nvSpPr>
            <p:cNvPr id="15404" name="Text Box 47"/>
            <p:cNvSpPr txBox="1">
              <a:spLocks noChangeArrowheads="1"/>
            </p:cNvSpPr>
            <p:nvPr/>
          </p:nvSpPr>
          <p:spPr bwMode="auto">
            <a:xfrm>
              <a:off x="3016" y="2064"/>
              <a:ext cx="83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eaLnBrk="1" hangingPunct="1">
                <a:spcBef>
                  <a:spcPct val="50000"/>
                </a:spcBef>
              </a:pPr>
              <a:r>
                <a:rPr kumimoji="1" lang="zh-CN" altLang="en-US" sz="2000" dirty="0">
                  <a:solidFill>
                    <a:schemeClr val="tx1"/>
                  </a:solidFill>
                  <a:latin typeface="+mn-ea"/>
                  <a:ea typeface="+mn-ea"/>
                </a:rPr>
                <a:t>采样脉冲</a:t>
              </a:r>
              <a:endParaRPr kumimoji="1" lang="en-US" altLang="zh-CN" sz="2000" dirty="0">
                <a:solidFill>
                  <a:schemeClr val="tx1"/>
                </a:solidFill>
                <a:latin typeface="+mn-ea"/>
                <a:ea typeface="+mn-ea"/>
              </a:endParaRPr>
            </a:p>
          </p:txBody>
        </p:sp>
      </p:grpSp>
      <p:sp>
        <p:nvSpPr>
          <p:cNvPr id="15364" name="Rectangle 48"/>
          <p:cNvSpPr>
            <a:spLocks noGrp="1" noChangeArrowheads="1"/>
          </p:cNvSpPr>
          <p:nvPr>
            <p:ph type="title"/>
          </p:nvPr>
        </p:nvSpPr>
        <p:spPr/>
        <p:txBody>
          <a:bodyPr/>
          <a:lstStyle/>
          <a:p>
            <a:pPr eaLnBrk="1" hangingPunct="1"/>
            <a:r>
              <a:rPr lang="zh-CN" altLang="en-US" b="1" dirty="0"/>
              <a:t>利用采样脉冲来消除冒险</a:t>
            </a:r>
            <a:endParaRPr lang="en-US" altLang="zh-CN" b="1" dirty="0"/>
          </a:p>
        </p:txBody>
      </p:sp>
      <p:grpSp>
        <p:nvGrpSpPr>
          <p:cNvPr id="4" name="Group 3">
            <a:extLst>
              <a:ext uri="{FF2B5EF4-FFF2-40B4-BE49-F238E27FC236}">
                <a16:creationId xmlns:a16="http://schemas.microsoft.com/office/drawing/2014/main" id="{AE8F5E9A-FC10-744A-B376-6E47996AB3C0}"/>
              </a:ext>
            </a:extLst>
          </p:cNvPr>
          <p:cNvGrpSpPr/>
          <p:nvPr/>
        </p:nvGrpSpPr>
        <p:grpSpPr>
          <a:xfrm>
            <a:off x="973534" y="1296355"/>
            <a:ext cx="7258050" cy="1952625"/>
            <a:chOff x="973534" y="1095868"/>
            <a:chExt cx="7258050" cy="1952625"/>
          </a:xfrm>
        </p:grpSpPr>
        <p:sp>
          <p:nvSpPr>
            <p:cNvPr id="492593" name="Text Box 49"/>
            <p:cNvSpPr txBox="1">
              <a:spLocks noChangeArrowheads="1"/>
            </p:cNvSpPr>
            <p:nvPr/>
          </p:nvSpPr>
          <p:spPr bwMode="auto">
            <a:xfrm>
              <a:off x="1051321" y="1138731"/>
              <a:ext cx="4937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800" b="0" i="1">
                  <a:solidFill>
                    <a:schemeClr val="tx1"/>
                  </a:solidFill>
                  <a:latin typeface="Times New Roman" pitchFamily="18" charset="0"/>
                </a:rPr>
                <a:t>A</a:t>
              </a:r>
            </a:p>
          </p:txBody>
        </p:sp>
        <p:sp>
          <p:nvSpPr>
            <p:cNvPr id="492594" name="Text Box 50"/>
            <p:cNvSpPr txBox="1">
              <a:spLocks noChangeArrowheads="1"/>
            </p:cNvSpPr>
            <p:nvPr/>
          </p:nvSpPr>
          <p:spPr bwMode="auto">
            <a:xfrm>
              <a:off x="1051321" y="1578468"/>
              <a:ext cx="4937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800" b="0" i="1">
                  <a:solidFill>
                    <a:schemeClr val="tx1"/>
                  </a:solidFill>
                  <a:latin typeface="Times New Roman" pitchFamily="18" charset="0"/>
                </a:rPr>
                <a:t>B</a:t>
              </a:r>
            </a:p>
          </p:txBody>
        </p:sp>
        <p:sp>
          <p:nvSpPr>
            <p:cNvPr id="492595" name="Text Box 51"/>
            <p:cNvSpPr txBox="1">
              <a:spLocks noChangeArrowheads="1"/>
            </p:cNvSpPr>
            <p:nvPr/>
          </p:nvSpPr>
          <p:spPr bwMode="auto">
            <a:xfrm>
              <a:off x="1051321" y="2315068"/>
              <a:ext cx="4937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800" b="0" i="1">
                  <a:solidFill>
                    <a:schemeClr val="tx1"/>
                  </a:solidFill>
                  <a:latin typeface="Times New Roman" pitchFamily="18" charset="0"/>
                </a:rPr>
                <a:t>C</a:t>
              </a:r>
            </a:p>
          </p:txBody>
        </p:sp>
        <p:graphicFrame>
          <p:nvGraphicFramePr>
            <p:cNvPr id="492596" name="Object 52"/>
            <p:cNvGraphicFramePr>
              <a:graphicFrameLocks noChangeAspect="1"/>
            </p:cNvGraphicFramePr>
            <p:nvPr>
              <p:extLst>
                <p:ext uri="{D42A27DB-BD31-4B8C-83A1-F6EECF244321}">
                  <p14:modId xmlns:p14="http://schemas.microsoft.com/office/powerpoint/2010/main" val="2185525697"/>
                </p:ext>
              </p:extLst>
            </p:nvPr>
          </p:nvGraphicFramePr>
          <p:xfrm>
            <a:off x="973534" y="1095868"/>
            <a:ext cx="7054850" cy="1952625"/>
          </p:xfrm>
          <a:graphic>
            <a:graphicData uri="http://schemas.openxmlformats.org/presentationml/2006/ole">
              <mc:AlternateContent xmlns:mc="http://schemas.openxmlformats.org/markup-compatibility/2006">
                <mc:Choice xmlns:v="urn:schemas-microsoft-com:vml" Requires="v">
                  <p:oleObj name="Visio" r:id="rId3" imgW="2267893" imgH="689719" progId="Visio.Drawing.6">
                    <p:embed/>
                  </p:oleObj>
                </mc:Choice>
                <mc:Fallback>
                  <p:oleObj name="Visio" r:id="rId3" imgW="2267893" imgH="689719" progId="Visio.Drawing.6">
                    <p:embed/>
                    <p:pic>
                      <p:nvPicPr>
                        <p:cNvPr id="492596" name="Object 5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3534" y="1095868"/>
                          <a:ext cx="7054850" cy="1952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92597" name="Text Box 53"/>
            <p:cNvSpPr txBox="1">
              <a:spLocks noChangeArrowheads="1"/>
            </p:cNvSpPr>
            <p:nvPr/>
          </p:nvSpPr>
          <p:spPr bwMode="auto">
            <a:xfrm>
              <a:off x="4493021" y="2507156"/>
              <a:ext cx="1295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zh-CN" altLang="en-US" sz="2000" dirty="0">
                  <a:solidFill>
                    <a:schemeClr val="tx1"/>
                  </a:solidFill>
                  <a:latin typeface="+mn-ea"/>
                  <a:ea typeface="+mn-ea"/>
                </a:rPr>
                <a:t>采样脉冲</a:t>
              </a:r>
              <a:endParaRPr kumimoji="1" lang="en-US" altLang="zh-CN" sz="2000" dirty="0">
                <a:solidFill>
                  <a:schemeClr val="tx1"/>
                </a:solidFill>
                <a:latin typeface="+mn-ea"/>
                <a:ea typeface="+mn-ea"/>
              </a:endParaRPr>
            </a:p>
          </p:txBody>
        </p:sp>
        <p:sp>
          <p:nvSpPr>
            <p:cNvPr id="492598" name="Text Box 54"/>
            <p:cNvSpPr txBox="1">
              <a:spLocks noChangeArrowheads="1"/>
            </p:cNvSpPr>
            <p:nvPr/>
          </p:nvSpPr>
          <p:spPr bwMode="auto">
            <a:xfrm>
              <a:off x="6009084" y="1380031"/>
              <a:ext cx="4937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800" b="0" i="1">
                  <a:solidFill>
                    <a:schemeClr val="tx1"/>
                  </a:solidFill>
                  <a:latin typeface="Times New Roman" pitchFamily="18" charset="0"/>
                </a:rPr>
                <a:t>D</a:t>
              </a:r>
            </a:p>
          </p:txBody>
        </p:sp>
        <p:sp>
          <p:nvSpPr>
            <p:cNvPr id="492599" name="Text Box 55"/>
            <p:cNvSpPr txBox="1">
              <a:spLocks noChangeArrowheads="1"/>
            </p:cNvSpPr>
            <p:nvPr/>
          </p:nvSpPr>
          <p:spPr bwMode="auto">
            <a:xfrm>
              <a:off x="7737871" y="1883268"/>
              <a:ext cx="4937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800" b="0" i="1">
                  <a:solidFill>
                    <a:schemeClr val="tx1"/>
                  </a:solidFill>
                  <a:latin typeface="Times New Roman" pitchFamily="18" charset="0"/>
                </a:rPr>
                <a:t>L</a:t>
              </a:r>
            </a:p>
          </p:txBody>
        </p:sp>
      </p:grpSp>
      <p:sp>
        <p:nvSpPr>
          <p:cNvPr id="3" name="矩形 2">
            <a:extLst>
              <a:ext uri="{FF2B5EF4-FFF2-40B4-BE49-F238E27FC236}">
                <a16:creationId xmlns:a16="http://schemas.microsoft.com/office/drawing/2014/main" id="{05886EB7-0E57-A74A-9050-178D593B1F73}"/>
              </a:ext>
            </a:extLst>
          </p:cNvPr>
          <p:cNvSpPr/>
          <p:nvPr/>
        </p:nvSpPr>
        <p:spPr>
          <a:xfrm>
            <a:off x="6135312" y="4059069"/>
            <a:ext cx="2217105" cy="954107"/>
          </a:xfrm>
          <a:prstGeom prst="rect">
            <a:avLst/>
          </a:prstGeom>
        </p:spPr>
        <p:txBody>
          <a:bodyPr wrap="square">
            <a:spAutoFit/>
          </a:bodyPr>
          <a:lstStyle/>
          <a:p>
            <a:r>
              <a:rPr lang="zh-CN" altLang="en-US" sz="2800" b="1" dirty="0">
                <a:latin typeface="SimHei" panose="02010609060101010101" pitchFamily="49" charset="-122"/>
                <a:ea typeface="SimHei" panose="02010609060101010101" pitchFamily="49" charset="-122"/>
              </a:rPr>
              <a:t>采样脉冲在</a:t>
            </a:r>
            <a:r>
              <a:rPr lang="en-US" altLang="zh-CN" sz="2800" b="1" dirty="0">
                <a:latin typeface="SimHei" panose="02010609060101010101" pitchFamily="49" charset="-122"/>
                <a:ea typeface="SimHei" panose="02010609060101010101" pitchFamily="49" charset="-122"/>
              </a:rPr>
              <a:t>D</a:t>
            </a:r>
          </a:p>
          <a:p>
            <a:r>
              <a:rPr lang="zh-CN" altLang="en-US" sz="2800" b="1" dirty="0">
                <a:solidFill>
                  <a:srgbClr val="3333FF"/>
                </a:solidFill>
                <a:latin typeface="SimHei" panose="02010609060101010101" pitchFamily="49" charset="-122"/>
                <a:ea typeface="SimHei" panose="02010609060101010101" pitchFamily="49" charset="-122"/>
              </a:rPr>
              <a:t>稳定后</a:t>
            </a:r>
            <a:r>
              <a:rPr lang="zh-CN" altLang="en-US" sz="2800" b="1" dirty="0">
                <a:latin typeface="SimHei" panose="02010609060101010101" pitchFamily="49" charset="-122"/>
                <a:ea typeface="SimHei" panose="02010609060101010101" pitchFamily="49" charset="-122"/>
              </a:rPr>
              <a:t>采样</a:t>
            </a:r>
          </a:p>
        </p:txBody>
      </p:sp>
      <p:sp>
        <p:nvSpPr>
          <p:cNvPr id="59" name="灯片编号占位符 6">
            <a:extLst>
              <a:ext uri="{FF2B5EF4-FFF2-40B4-BE49-F238E27FC236}">
                <a16:creationId xmlns:a16="http://schemas.microsoft.com/office/drawing/2014/main" id="{BC8E95C1-0436-5D42-84A5-1D8787810A1B}"/>
              </a:ext>
            </a:extLst>
          </p:cNvPr>
          <p:cNvSpPr txBox="1">
            <a:spLocks/>
          </p:cNvSpPr>
          <p:nvPr/>
        </p:nvSpPr>
        <p:spPr bwMode="auto">
          <a:xfrm>
            <a:off x="6553200" y="6265860"/>
            <a:ext cx="213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4600" b="1" kern="1200">
                <a:solidFill>
                  <a:srgbClr val="FF3300"/>
                </a:solidFill>
                <a:latin typeface="Garamond" pitchFamily="18" charset="0"/>
                <a:ea typeface="宋体" charset="-122"/>
                <a:cs typeface="+mn-cs"/>
              </a:defRPr>
            </a:lvl1pPr>
            <a:lvl2pPr marL="742950" indent="-28575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2pPr>
            <a:lvl3pPr marL="11430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3pPr>
            <a:lvl4pPr marL="16002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4pPr>
            <a:lvl5pPr marL="20574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5pPr>
            <a:lvl6pPr marL="25146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6pPr>
            <a:lvl7pPr marL="29718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7pPr>
            <a:lvl8pPr marL="34290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8pPr>
            <a:lvl9pPr marL="38862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9pPr>
          </a:lstStyle>
          <a:p>
            <a:pPr eaLnBrk="1" hangingPunct="1"/>
            <a:fld id="{CCE6D788-BCB5-407E-9DED-68D155892338}" type="slidenum">
              <a:rPr lang="en-US" altLang="zh-CN" sz="1400" smtClean="0">
                <a:solidFill>
                  <a:schemeClr val="tx1"/>
                </a:solidFill>
                <a:latin typeface="+mn-lt"/>
              </a:rPr>
              <a:pPr eaLnBrk="1" hangingPunct="1"/>
              <a:t>53</a:t>
            </a:fld>
            <a:endParaRPr lang="en-US" altLang="zh-CN" sz="1400" dirty="0">
              <a:solidFill>
                <a:schemeClr val="tx1"/>
              </a:solidFill>
              <a:latin typeface="+mn-lt"/>
            </a:endParaRPr>
          </a:p>
        </p:txBody>
      </p:sp>
    </p:spTree>
    <p:extLst>
      <p:ext uri="{BB962C8B-B14F-4D97-AF65-F5344CB8AC3E}">
        <p14:creationId xmlns:p14="http://schemas.microsoft.com/office/powerpoint/2010/main" val="124418605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0944444-A4A1-C137-12D6-DEF2F8D5B14E}"/>
              </a:ext>
            </a:extLst>
          </p:cNvPr>
          <p:cNvSpPr>
            <a:spLocks noGrp="1"/>
          </p:cNvSpPr>
          <p:nvPr>
            <p:ph type="sldNum" sz="quarter" idx="12"/>
          </p:nvPr>
        </p:nvSpPr>
        <p:spPr/>
        <p:txBody>
          <a:bodyPr/>
          <a:lstStyle/>
          <a:p>
            <a:pPr>
              <a:defRPr/>
            </a:pPr>
            <a:fld id="{32A7F497-9298-4E9C-9D52-2133934E05FC}" type="slidenum">
              <a:rPr lang="zh-CN" altLang="en-US" smtClean="0"/>
              <a:pPr>
                <a:defRPr/>
              </a:pPr>
              <a:t>54</a:t>
            </a:fld>
            <a:endParaRPr lang="en-US" altLang="zh-CN" dirty="0"/>
          </a:p>
        </p:txBody>
      </p:sp>
      <p:sp>
        <p:nvSpPr>
          <p:cNvPr id="10" name="文本框 9">
            <a:extLst>
              <a:ext uri="{FF2B5EF4-FFF2-40B4-BE49-F238E27FC236}">
                <a16:creationId xmlns:a16="http://schemas.microsoft.com/office/drawing/2014/main" id="{FC9FD880-92B9-4693-5E10-EA35AE212F61}"/>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Arial" panose="020B0604020202020204" pitchFamily="34" charset="0"/>
                <a:ea typeface="Microsoft Yahei" panose="020B0503020204020204" pitchFamily="34" charset="-122"/>
                <a:cs typeface="Arial" panose="020B0604020202020204" pitchFamily="34" charset="0"/>
                <a:sym typeface="Microsoft Yahei" panose="020B0503020204020204" pitchFamily="34" charset="-122"/>
              </a:rPr>
              <a:t>图中最简表达式为</a:t>
            </a:r>
            <a:r>
              <a:rPr lang="en-US" altLang="zh-CN" sz="2600" dirty="0">
                <a:solidFill>
                  <a:srgbClr val="000000"/>
                </a:solidFill>
                <a:latin typeface="Arial" panose="020B0604020202020204" pitchFamily="34" charset="0"/>
                <a:ea typeface="Microsoft Yahei" panose="020B0503020204020204" pitchFamily="34" charset="-122"/>
                <a:cs typeface="Arial" panose="020B0604020202020204" pitchFamily="34" charset="0"/>
                <a:sym typeface="Microsoft Yahei" panose="020B0503020204020204" pitchFamily="34" charset="-122"/>
              </a:rPr>
              <a:t>ac’+</a:t>
            </a:r>
            <a:r>
              <a:rPr lang="en-US" altLang="zh-CN" sz="2600" dirty="0" err="1">
                <a:solidFill>
                  <a:srgbClr val="000000"/>
                </a:solidFill>
                <a:latin typeface="Arial" panose="020B0604020202020204" pitchFamily="34" charset="0"/>
                <a:ea typeface="Microsoft Yahei" panose="020B0503020204020204" pitchFamily="34" charset="-122"/>
                <a:cs typeface="Arial" panose="020B0604020202020204" pitchFamily="34" charset="0"/>
                <a:sym typeface="Microsoft Yahei" panose="020B0503020204020204" pitchFamily="34" charset="-122"/>
              </a:rPr>
              <a:t>a’b</a:t>
            </a:r>
            <a:r>
              <a:rPr lang="en-US" altLang="zh-CN" sz="2600" dirty="0">
                <a:solidFill>
                  <a:srgbClr val="000000"/>
                </a:solidFill>
                <a:latin typeface="Arial" panose="020B0604020202020204" pitchFamily="34" charset="0"/>
                <a:ea typeface="Microsoft Yahei" panose="020B0503020204020204" pitchFamily="34" charset="-122"/>
                <a:cs typeface="Arial" panose="020B0604020202020204" pitchFamily="34" charset="0"/>
                <a:sym typeface="Microsoft Yahei" panose="020B0503020204020204" pitchFamily="34" charset="-122"/>
              </a:rPr>
              <a:t>’</a:t>
            </a:r>
            <a:r>
              <a:rPr lang="zh-CN" altLang="en-US" sz="2600" dirty="0">
                <a:solidFill>
                  <a:srgbClr val="000000"/>
                </a:solidFill>
                <a:latin typeface="Arial" panose="020B0604020202020204" pitchFamily="34" charset="0"/>
                <a:ea typeface="Microsoft Yahei" panose="020B0503020204020204" pitchFamily="34" charset="-122"/>
                <a:cs typeface="Arial" panose="020B0604020202020204" pitchFamily="34" charset="0"/>
                <a:sym typeface="Microsoft Yahei" panose="020B0503020204020204" pitchFamily="34" charset="-122"/>
              </a:rPr>
              <a:t>，请问增加哪个冗余的蕴含项可以消除尽可能多的静态</a:t>
            </a:r>
            <a:r>
              <a:rPr lang="en-US" altLang="zh-CN" sz="2600" dirty="0">
                <a:solidFill>
                  <a:srgbClr val="000000"/>
                </a:solidFill>
                <a:latin typeface="Arial" panose="020B0604020202020204" pitchFamily="34" charset="0"/>
                <a:ea typeface="Microsoft Yahei" panose="020B0503020204020204" pitchFamily="34" charset="-122"/>
                <a:cs typeface="Arial" panose="020B0604020202020204" pitchFamily="34" charset="0"/>
                <a:sym typeface="Microsoft Yahei" panose="020B0503020204020204" pitchFamily="34" charset="-122"/>
              </a:rPr>
              <a:t>1</a:t>
            </a:r>
            <a:r>
              <a:rPr lang="zh-CN" altLang="en-US" sz="2600" dirty="0">
                <a:solidFill>
                  <a:srgbClr val="000000"/>
                </a:solidFill>
                <a:latin typeface="Arial" panose="020B0604020202020204" pitchFamily="34" charset="0"/>
                <a:ea typeface="Microsoft Yahei" panose="020B0503020204020204" pitchFamily="34" charset="-122"/>
                <a:cs typeface="Arial" panose="020B0604020202020204" pitchFamily="34" charset="0"/>
                <a:sym typeface="Microsoft Yahei" panose="020B0503020204020204" pitchFamily="34" charset="-122"/>
              </a:rPr>
              <a:t>冒险</a:t>
            </a:r>
            <a:r>
              <a:rPr lang="en-US" altLang="zh-CN" sz="2600" dirty="0">
                <a:solidFill>
                  <a:srgbClr val="000000"/>
                </a:solidFill>
                <a:latin typeface="Arial" panose="020B0604020202020204" pitchFamily="34" charset="0"/>
                <a:ea typeface="Microsoft Yahei" panose="020B0503020204020204" pitchFamily="34" charset="-122"/>
                <a:cs typeface="Arial" panose="020B0604020202020204" pitchFamily="34" charset="0"/>
                <a:sym typeface="Microsoft Yahei" panose="020B0503020204020204" pitchFamily="34" charset="-122"/>
              </a:rPr>
              <a:t>?</a:t>
            </a:r>
            <a:endParaRPr lang="zh-CN" altLang="en-US" sz="2600" dirty="0">
              <a:solidFill>
                <a:srgbClr val="000000"/>
              </a:solidFill>
              <a:latin typeface="Arial" panose="020B0604020202020204" pitchFamily="34" charset="0"/>
              <a:ea typeface="Microsoft Yahei" panose="020B0503020204020204" pitchFamily="34" charset="-122"/>
              <a:cs typeface="Arial" panose="020B0604020202020204" pitchFamily="34" charset="0"/>
              <a:sym typeface="Microsoft Yahei" panose="020B0503020204020204" pitchFamily="34" charset="-122"/>
            </a:endParaRPr>
          </a:p>
        </p:txBody>
      </p:sp>
      <p:sp>
        <p:nvSpPr>
          <p:cNvPr id="11" name="文本框 10">
            <a:extLst>
              <a:ext uri="{FF2B5EF4-FFF2-40B4-BE49-F238E27FC236}">
                <a16:creationId xmlns:a16="http://schemas.microsoft.com/office/drawing/2014/main" id="{EB4B37A0-8B2E-2ADF-3910-E53C6DF7C125}"/>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kumimoji="1" lang="en-US" altLang="zh-CN" sz="2400" dirty="0"/>
              <a:t>c’</a:t>
            </a:r>
            <a:endPar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文本框 11">
            <a:extLst>
              <a:ext uri="{FF2B5EF4-FFF2-40B4-BE49-F238E27FC236}">
                <a16:creationId xmlns:a16="http://schemas.microsoft.com/office/drawing/2014/main" id="{6C6856AE-2819-6CA8-8731-C5D35F1C1953}"/>
              </a:ext>
            </a:extLst>
          </p:cNvPr>
          <p:cNvSpPr txBox="1"/>
          <p:nvPr>
            <p:custDataLst>
              <p:tags r:id="rId4"/>
            </p:custDataLst>
          </p:nvPr>
        </p:nvSpPr>
        <p:spPr>
          <a:xfrm>
            <a:off x="1828800" y="3471863"/>
            <a:ext cx="6400800" cy="642938"/>
          </a:xfrm>
          <a:prstGeom prst="rect">
            <a:avLst/>
          </a:prstGeom>
          <a:noFill/>
        </p:spPr>
        <p:txBody>
          <a:bodyPr vert="horz" rtlCol="0" anchor="ctr" anchorCtr="0">
            <a:noAutofit/>
          </a:bodyPr>
          <a:lstStyle/>
          <a:p>
            <a:r>
              <a:rPr kumimoji="1" lang="en-US" altLang="zh-CN" sz="2400" dirty="0" err="1"/>
              <a:t>a’b’c</a:t>
            </a:r>
            <a:r>
              <a:rPr kumimoji="1" lang="en-US" altLang="zh-CN" sz="2400" dirty="0"/>
              <a:t>’</a:t>
            </a:r>
            <a:endPar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文本框 12">
            <a:extLst>
              <a:ext uri="{FF2B5EF4-FFF2-40B4-BE49-F238E27FC236}">
                <a16:creationId xmlns:a16="http://schemas.microsoft.com/office/drawing/2014/main" id="{CE9E5EE0-2AD0-9A37-DAC1-09C0ED482BFD}"/>
              </a:ext>
            </a:extLst>
          </p:cNvPr>
          <p:cNvSpPr txBox="1"/>
          <p:nvPr>
            <p:custDataLst>
              <p:tags r:id="rId5"/>
            </p:custDataLst>
          </p:nvPr>
        </p:nvSpPr>
        <p:spPr>
          <a:xfrm>
            <a:off x="1828800" y="4157663"/>
            <a:ext cx="6400800" cy="642938"/>
          </a:xfrm>
          <a:prstGeom prst="rect">
            <a:avLst/>
          </a:prstGeom>
          <a:noFill/>
        </p:spPr>
        <p:txBody>
          <a:bodyPr vert="horz" rtlCol="0" anchor="ctr" anchorCtr="0">
            <a:noAutofit/>
          </a:bodyPr>
          <a:lstStyle/>
          <a:p>
            <a:r>
              <a:rPr kumimoji="1" lang="en-US" altLang="zh-CN" sz="2400" dirty="0" err="1"/>
              <a:t>ab’c</a:t>
            </a:r>
            <a:r>
              <a:rPr kumimoji="1" lang="en-US" altLang="zh-CN" sz="2400" dirty="0"/>
              <a:t>’</a:t>
            </a:r>
            <a:endPar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文本框 13">
            <a:extLst>
              <a:ext uri="{FF2B5EF4-FFF2-40B4-BE49-F238E27FC236}">
                <a16:creationId xmlns:a16="http://schemas.microsoft.com/office/drawing/2014/main" id="{516B6779-DB83-BB58-B395-C916498D3855}"/>
              </a:ext>
            </a:extLst>
          </p:cNvPr>
          <p:cNvSpPr txBox="1"/>
          <p:nvPr>
            <p:custDataLst>
              <p:tags r:id="rId6"/>
            </p:custDataLst>
          </p:nvPr>
        </p:nvSpPr>
        <p:spPr>
          <a:xfrm>
            <a:off x="1828800" y="4843463"/>
            <a:ext cx="6400800" cy="642938"/>
          </a:xfrm>
          <a:prstGeom prst="rect">
            <a:avLst/>
          </a:prstGeom>
          <a:noFill/>
        </p:spPr>
        <p:txBody>
          <a:bodyPr vert="horz" rtlCol="0" anchor="ctr" anchorCtr="0">
            <a:noAutofit/>
          </a:bodyPr>
          <a:lstStyle/>
          <a:p>
            <a:r>
              <a:rPr kumimoji="1" lang="en-US" altLang="zh-CN" sz="2400" dirty="0" err="1"/>
              <a:t>b’c</a:t>
            </a:r>
            <a:r>
              <a:rPr kumimoji="1" lang="en-US" altLang="zh-CN" sz="2400" dirty="0"/>
              <a:t>’</a:t>
            </a:r>
            <a:endPar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椭圆 14">
            <a:extLst>
              <a:ext uri="{FF2B5EF4-FFF2-40B4-BE49-F238E27FC236}">
                <a16:creationId xmlns:a16="http://schemas.microsoft.com/office/drawing/2014/main" id="{D2C74759-B3AB-3E0A-F2AF-3E64397A7108}"/>
              </a:ext>
            </a:extLst>
          </p:cNvPr>
          <p:cNvSpPr>
            <a:spLocks noChangeAspect="1"/>
          </p:cNvSpPr>
          <p:nvPr>
            <p:custDataLst>
              <p:tags r:id="rId7"/>
            </p:custDataLst>
          </p:nvPr>
        </p:nvSpPr>
        <p:spPr bwMode="auto">
          <a:xfrm>
            <a:off x="1114425" y="2850356"/>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noAutofit/>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en" altLang="zh-CN" sz="1600" b="0"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A</a:t>
            </a:r>
            <a:endParaRPr kumimoji="0" lang="zh-CN" altLang="en-US" sz="1600" b="0"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6" name="椭圆 15">
            <a:extLst>
              <a:ext uri="{FF2B5EF4-FFF2-40B4-BE49-F238E27FC236}">
                <a16:creationId xmlns:a16="http://schemas.microsoft.com/office/drawing/2014/main" id="{42E02715-F393-CC63-FEF0-204482013283}"/>
              </a:ext>
            </a:extLst>
          </p:cNvPr>
          <p:cNvSpPr>
            <a:spLocks noChangeAspect="1"/>
          </p:cNvSpPr>
          <p:nvPr>
            <p:custDataLst>
              <p:tags r:id="rId8"/>
            </p:custDataLst>
          </p:nvPr>
        </p:nvSpPr>
        <p:spPr bwMode="auto">
          <a:xfrm>
            <a:off x="1114425" y="3536156"/>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noAutofit/>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en" altLang="zh-CN" sz="1600" b="0"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B</a:t>
            </a:r>
            <a:endParaRPr kumimoji="0" lang="zh-CN" altLang="en-US" sz="1600" b="0"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椭圆 16">
            <a:extLst>
              <a:ext uri="{FF2B5EF4-FFF2-40B4-BE49-F238E27FC236}">
                <a16:creationId xmlns:a16="http://schemas.microsoft.com/office/drawing/2014/main" id="{2C986A48-DBC2-72B8-487A-0CA9DB714CFA}"/>
              </a:ext>
            </a:extLst>
          </p:cNvPr>
          <p:cNvSpPr>
            <a:spLocks noChangeAspect="1"/>
          </p:cNvSpPr>
          <p:nvPr>
            <p:custDataLst>
              <p:tags r:id="rId9"/>
            </p:custDataLst>
          </p:nvPr>
        </p:nvSpPr>
        <p:spPr bwMode="auto">
          <a:xfrm>
            <a:off x="1114425" y="4221956"/>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noAutofit/>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en" altLang="zh-CN" sz="1600" b="0"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C</a:t>
            </a:r>
            <a:endParaRPr kumimoji="0" lang="zh-CN" altLang="en-US" sz="1600" b="0"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8" name="椭圆 17">
            <a:extLst>
              <a:ext uri="{FF2B5EF4-FFF2-40B4-BE49-F238E27FC236}">
                <a16:creationId xmlns:a16="http://schemas.microsoft.com/office/drawing/2014/main" id="{3F6F86E4-2BE4-1997-36F7-002119864CD4}"/>
              </a:ext>
            </a:extLst>
          </p:cNvPr>
          <p:cNvSpPr>
            <a:spLocks noChangeAspect="1"/>
          </p:cNvSpPr>
          <p:nvPr>
            <p:custDataLst>
              <p:tags r:id="rId10"/>
            </p:custDataLst>
          </p:nvPr>
        </p:nvSpPr>
        <p:spPr bwMode="auto">
          <a:xfrm>
            <a:off x="1114425" y="4907756"/>
            <a:ext cx="514350" cy="514350"/>
          </a:xfrm>
          <a:prstGeom prst="ellipse">
            <a:avLst/>
          </a:prstGeom>
          <a:solidFill>
            <a:srgbClr val="00FF00"/>
          </a:solidFill>
          <a:ln w="254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noAutofit/>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en" altLang="zh-CN" sz="1600" b="0"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D</a:t>
            </a:r>
            <a:endParaRPr kumimoji="0" lang="zh-CN" altLang="en-US" sz="1600" b="0"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9" name="圆角矩形 18">
            <a:extLst>
              <a:ext uri="{FF2B5EF4-FFF2-40B4-BE49-F238E27FC236}">
                <a16:creationId xmlns:a16="http://schemas.microsoft.com/office/drawing/2014/main" id="{45E0CB18-3CEB-998B-7352-5C13F63FEA34}"/>
              </a:ext>
            </a:extLst>
          </p:cNvPr>
          <p:cNvSpPr/>
          <p:nvPr>
            <p:custDataLst>
              <p:tags r:id="rId11"/>
            </p:custDataLst>
          </p:nvPr>
        </p:nvSpPr>
        <p:spPr bwMode="auto">
          <a:xfrm>
            <a:off x="6172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noAutofit/>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aphicFrame>
        <p:nvGraphicFramePr>
          <p:cNvPr id="21" name="Group 51">
            <a:extLst>
              <a:ext uri="{FF2B5EF4-FFF2-40B4-BE49-F238E27FC236}">
                <a16:creationId xmlns:a16="http://schemas.microsoft.com/office/drawing/2014/main" id="{D144C1E4-FCA6-823D-46A9-F220335F1C02}"/>
              </a:ext>
            </a:extLst>
          </p:cNvPr>
          <p:cNvGraphicFramePr>
            <a:graphicFrameLocks noGrp="1"/>
          </p:cNvGraphicFramePr>
          <p:nvPr>
            <p:extLst>
              <p:ext uri="{D42A27DB-BD31-4B8C-83A1-F6EECF244321}">
                <p14:modId xmlns:p14="http://schemas.microsoft.com/office/powerpoint/2010/main" val="1176867033"/>
              </p:ext>
            </p:extLst>
          </p:nvPr>
        </p:nvGraphicFramePr>
        <p:xfrm>
          <a:off x="4103948" y="2556226"/>
          <a:ext cx="3886200" cy="2724912"/>
        </p:xfrm>
        <a:graphic>
          <a:graphicData uri="http://schemas.openxmlformats.org/drawingml/2006/table">
            <a:tbl>
              <a:tblPr/>
              <a:tblGrid>
                <a:gridCol w="990600">
                  <a:extLst>
                    <a:ext uri="{9D8B030D-6E8A-4147-A177-3AD203B41FA5}">
                      <a16:colId xmlns:a16="http://schemas.microsoft.com/office/drawing/2014/main" val="20000"/>
                    </a:ext>
                  </a:extLst>
                </a:gridCol>
                <a:gridCol w="760413">
                  <a:extLst>
                    <a:ext uri="{9D8B030D-6E8A-4147-A177-3AD203B41FA5}">
                      <a16:colId xmlns:a16="http://schemas.microsoft.com/office/drawing/2014/main" val="20001"/>
                    </a:ext>
                  </a:extLst>
                </a:gridCol>
                <a:gridCol w="687387">
                  <a:extLst>
                    <a:ext uri="{9D8B030D-6E8A-4147-A177-3AD203B41FA5}">
                      <a16:colId xmlns:a16="http://schemas.microsoft.com/office/drawing/2014/main" val="20002"/>
                    </a:ext>
                  </a:extLst>
                </a:gridCol>
                <a:gridCol w="760413">
                  <a:extLst>
                    <a:ext uri="{9D8B030D-6E8A-4147-A177-3AD203B41FA5}">
                      <a16:colId xmlns:a16="http://schemas.microsoft.com/office/drawing/2014/main" val="20003"/>
                    </a:ext>
                  </a:extLst>
                </a:gridCol>
                <a:gridCol w="687387">
                  <a:extLst>
                    <a:ext uri="{9D8B030D-6E8A-4147-A177-3AD203B41FA5}">
                      <a16:colId xmlns:a16="http://schemas.microsoft.com/office/drawing/2014/main" val="20004"/>
                    </a:ext>
                  </a:extLst>
                </a:gridCol>
              </a:tblGrid>
              <a:tr h="768350">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pitchFamily="2" charset="-122"/>
                        </a:rPr>
                        <a:t> cd</a:t>
                      </a:r>
                    </a:p>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pitchFamily="2" charset="-122"/>
                        </a:rPr>
                        <a:t>ab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pitchFamily="2" charset="-122"/>
                        </a:rPr>
                        <a:t>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8463">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pitchFamily="2" charset="-122"/>
                        </a:rPr>
                        <a:t>1</a:t>
                      </a:r>
                      <a:endParaRPr kumimoji="0" lang="zh-CN" altLang="zh-CN" sz="24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pitchFamily="2" charset="-122"/>
                        </a:rPr>
                        <a:t>1</a:t>
                      </a:r>
                      <a:endParaRPr kumimoji="0" lang="zh-CN" altLang="zh-CN" sz="24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8463">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pitchFamily="2" charset="-122"/>
                        </a:rPr>
                        <a:t>01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pitchFamily="2" charset="-122"/>
                        </a:rPr>
                        <a:t>0</a:t>
                      </a:r>
                      <a:endParaRPr kumimoji="0" lang="zh-CN" altLang="zh-CN" sz="24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pitchFamily="2" charset="-122"/>
                        </a:rPr>
                        <a:t>0</a:t>
                      </a:r>
                      <a:endParaRPr kumimoji="0" lang="zh-CN" altLang="zh-CN" sz="24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29700">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pitchFamily="2" charset="-122"/>
                        </a:rPr>
                        <a:t>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8463">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3" name="矩形 2">
            <a:extLst>
              <a:ext uri="{FF2B5EF4-FFF2-40B4-BE49-F238E27FC236}">
                <a16:creationId xmlns:a16="http://schemas.microsoft.com/office/drawing/2014/main" id="{1C27489C-5FDF-A4B1-6CFE-3C6B8C4303E4}"/>
              </a:ext>
            </a:extLst>
          </p:cNvPr>
          <p:cNvSpPr/>
          <p:nvPr/>
        </p:nvSpPr>
        <p:spPr bwMode="auto">
          <a:xfrm>
            <a:off x="5016240" y="3364707"/>
            <a:ext cx="2973908" cy="642938"/>
          </a:xfrm>
          <a:prstGeom prst="rect">
            <a:avLst/>
          </a:prstGeom>
          <a:solidFill>
            <a:srgbClr val="FF0000">
              <a:alpha val="38098"/>
            </a:srgbClr>
          </a:solidFill>
          <a:ln w="41275" cap="rnd" cmpd="sng" algn="ctr">
            <a:solidFill>
              <a:srgbClr val="C00000"/>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20" name="矩形 19">
            <a:extLst>
              <a:ext uri="{FF2B5EF4-FFF2-40B4-BE49-F238E27FC236}">
                <a16:creationId xmlns:a16="http://schemas.microsoft.com/office/drawing/2014/main" id="{0B53BF72-4AB2-0408-D295-B2EB1BC228C7}"/>
              </a:ext>
            </a:extLst>
          </p:cNvPr>
          <p:cNvSpPr/>
          <p:nvPr/>
        </p:nvSpPr>
        <p:spPr bwMode="auto">
          <a:xfrm>
            <a:off x="5016240" y="4286251"/>
            <a:ext cx="1391964" cy="1071562"/>
          </a:xfrm>
          <a:prstGeom prst="rect">
            <a:avLst/>
          </a:prstGeom>
          <a:solidFill>
            <a:srgbClr val="FF0000">
              <a:alpha val="38098"/>
            </a:srgbClr>
          </a:solidFill>
          <a:ln w="41275" cap="rnd" cmpd="sng" algn="ctr">
            <a:solidFill>
              <a:srgbClr val="C00000"/>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22" name="文本框 21">
            <a:extLst>
              <a:ext uri="{FF2B5EF4-FFF2-40B4-BE49-F238E27FC236}">
                <a16:creationId xmlns:a16="http://schemas.microsoft.com/office/drawing/2014/main" id="{3825E8E9-350E-2566-2654-D3A9AC9DAFB6}"/>
              </a:ext>
            </a:extLst>
          </p:cNvPr>
          <p:cNvSpPr txBox="1"/>
          <p:nvPr>
            <p:custDataLst>
              <p:tags r:id="rId12"/>
            </p:custDataLst>
          </p:nvPr>
        </p:nvSpPr>
        <p:spPr>
          <a:xfrm>
            <a:off x="1828800" y="5529263"/>
            <a:ext cx="6400800" cy="642938"/>
          </a:xfrm>
          <a:prstGeom prst="rect">
            <a:avLst/>
          </a:prstGeom>
          <a:noFill/>
        </p:spPr>
        <p:txBody>
          <a:bodyPr vert="horz" rtlCol="0" anchor="ctr" anchorCtr="0">
            <a:noAutofit/>
          </a:bodyPr>
          <a:lstStyle/>
          <a:p>
            <a:r>
              <a:rPr kumimoji="1"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以上全错</a:t>
            </a:r>
          </a:p>
        </p:txBody>
      </p:sp>
      <p:sp>
        <p:nvSpPr>
          <p:cNvPr id="23" name="椭圆 22">
            <a:extLst>
              <a:ext uri="{FF2B5EF4-FFF2-40B4-BE49-F238E27FC236}">
                <a16:creationId xmlns:a16="http://schemas.microsoft.com/office/drawing/2014/main" id="{5A9EC3DC-5856-4D57-E5FE-04D3F3EDCBD3}"/>
              </a:ext>
            </a:extLst>
          </p:cNvPr>
          <p:cNvSpPr>
            <a:spLocks noChangeAspect="1"/>
          </p:cNvSpPr>
          <p:nvPr>
            <p:custDataLst>
              <p:tags r:id="rId13"/>
            </p:custDataLst>
          </p:nvPr>
        </p:nvSpPr>
        <p:spPr bwMode="auto">
          <a:xfrm>
            <a:off x="1114425" y="5593556"/>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noAutofit/>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en" altLang="zh-CN" sz="1600" b="0"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E</a:t>
            </a:r>
            <a:endParaRPr kumimoji="0" lang="zh-CN" altLang="en-US" sz="1600" b="0"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endParaRPr>
          </a:p>
        </p:txBody>
      </p:sp>
      <mc:AlternateContent xmlns:mc="http://schemas.openxmlformats.org/markup-compatibility/2006" xmlns:p14="http://schemas.microsoft.com/office/powerpoint/2010/main">
        <mc:Choice Requires="p14">
          <p:contentPart p14:bwMode="auto" r:id="rId21">
            <p14:nvContentPartPr>
              <p14:cNvPr id="24" name="墨迹 23">
                <a:extLst>
                  <a:ext uri="{FF2B5EF4-FFF2-40B4-BE49-F238E27FC236}">
                    <a16:creationId xmlns:a16="http://schemas.microsoft.com/office/drawing/2014/main" id="{1E19D5EA-7485-41F0-8FA9-45D4F2970F4B}"/>
                  </a:ext>
                </a:extLst>
              </p14:cNvPr>
              <p14:cNvContentPartPr/>
              <p14:nvPr/>
            </p14:nvContentPartPr>
            <p14:xfrm>
              <a:off x="7285680" y="6537960"/>
              <a:ext cx="3600" cy="5400"/>
            </p14:xfrm>
          </p:contentPart>
        </mc:Choice>
        <mc:Fallback xmlns="">
          <p:pic>
            <p:nvPicPr>
              <p:cNvPr id="24" name="墨迹 23">
                <a:extLst>
                  <a:ext uri="{FF2B5EF4-FFF2-40B4-BE49-F238E27FC236}">
                    <a16:creationId xmlns:a16="http://schemas.microsoft.com/office/drawing/2014/main" id="{1E19D5EA-7485-41F0-8FA9-45D4F2970F4B}"/>
                  </a:ext>
                </a:extLst>
              </p:cNvPr>
              <p:cNvPicPr/>
              <p:nvPr/>
            </p:nvPicPr>
            <p:blipFill>
              <a:blip r:embed="rId22"/>
              <a:stretch>
                <a:fillRect/>
              </a:stretch>
            </p:blipFill>
            <p:spPr>
              <a:xfrm>
                <a:off x="7276320" y="6528600"/>
                <a:ext cx="22320" cy="24120"/>
              </a:xfrm>
              <a:prstGeom prst="rect">
                <a:avLst/>
              </a:prstGeom>
            </p:spPr>
          </p:pic>
        </mc:Fallback>
      </mc:AlternateContent>
      <p:grpSp>
        <p:nvGrpSpPr>
          <p:cNvPr id="9" name="组合 8">
            <a:extLst>
              <a:ext uri="{FF2B5EF4-FFF2-40B4-BE49-F238E27FC236}">
                <a16:creationId xmlns:a16="http://schemas.microsoft.com/office/drawing/2014/main" id="{97164DD4-E214-3926-D08D-0B8BED55F40E}"/>
              </a:ext>
            </a:extLst>
          </p:cNvPr>
          <p:cNvGrpSpPr/>
          <p:nvPr>
            <p:custDataLst>
              <p:tags r:id="rId14"/>
            </p:custDataLst>
          </p:nvPr>
        </p:nvGrpSpPr>
        <p:grpSpPr>
          <a:xfrm>
            <a:off x="0" y="0"/>
            <a:ext cx="9144000" cy="635000"/>
            <a:chOff x="0" y="0"/>
            <a:chExt cx="9144000" cy="635000"/>
          </a:xfrm>
        </p:grpSpPr>
        <p:sp>
          <p:nvSpPr>
            <p:cNvPr id="5" name="TitleBackground">
              <a:extLst>
                <a:ext uri="{FF2B5EF4-FFF2-40B4-BE49-F238E27FC236}">
                  <a16:creationId xmlns:a16="http://schemas.microsoft.com/office/drawing/2014/main" id="{AAE1D750-26D4-237E-68AA-ECFE2F6CC0A0}"/>
                </a:ext>
              </a:extLst>
            </p:cNvPr>
            <p:cNvSpPr/>
            <p:nvPr>
              <p:custDataLst>
                <p:tags r:id="rId16"/>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6" name="ColorBlock">
              <a:extLst>
                <a:ext uri="{FF2B5EF4-FFF2-40B4-BE49-F238E27FC236}">
                  <a16:creationId xmlns:a16="http://schemas.microsoft.com/office/drawing/2014/main" id="{E2AFBD75-73ED-D7EB-10DA-15F2F726ADF7}"/>
                </a:ext>
              </a:extLst>
            </p:cNvPr>
            <p:cNvSpPr/>
            <p:nvPr>
              <p:custDataLst>
                <p:tags r:id="rId17"/>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7" name="TypeText">
              <a:extLst>
                <a:ext uri="{FF2B5EF4-FFF2-40B4-BE49-F238E27FC236}">
                  <a16:creationId xmlns:a16="http://schemas.microsoft.com/office/drawing/2014/main" id="{ABE92BFA-16B8-8A35-B5E0-1CA01662FA6E}"/>
                </a:ext>
              </a:extLst>
            </p:cNvPr>
            <p:cNvSpPr txBox="1"/>
            <p:nvPr>
              <p:custDataLst>
                <p:tags r:id="rId18"/>
              </p:custDataLst>
            </p:nvPr>
          </p:nvSpPr>
          <p:spPr>
            <a:xfrm>
              <a:off x="254000" y="0"/>
              <a:ext cx="1905000" cy="635000"/>
            </a:xfrm>
            <a:prstGeom prst="rect">
              <a:avLst/>
            </a:prstGeom>
            <a:noFill/>
          </p:spPr>
          <p:txBody>
            <a:bodyPr vert="horz" wrap="none" rtlCol="0" anchor="ctr" anchorCtr="0">
              <a:noAutofit/>
            </a:bodyPr>
            <a:lstStyle/>
            <a:p>
              <a:r>
                <a:rPr kumimoji="1"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8" name="TipText">
              <a:extLst>
                <a:ext uri="{FF2B5EF4-FFF2-40B4-BE49-F238E27FC236}">
                  <a16:creationId xmlns:a16="http://schemas.microsoft.com/office/drawing/2014/main" id="{819D4A89-9C19-E4B7-3068-BEC64102470B}"/>
                </a:ext>
              </a:extLst>
            </p:cNvPr>
            <p:cNvSpPr txBox="1"/>
            <p:nvPr>
              <p:custDataLst>
                <p:tags r:id="rId19"/>
              </p:custDataLst>
            </p:nvPr>
          </p:nvSpPr>
          <p:spPr>
            <a:xfrm>
              <a:off x="1525905" y="109220"/>
              <a:ext cx="2286000" cy="508000"/>
            </a:xfrm>
            <a:prstGeom prst="rect">
              <a:avLst/>
            </a:prstGeom>
            <a:noFill/>
          </p:spPr>
          <p:txBody>
            <a:bodyPr vert="horz" wrap="none" rtlCol="0" anchor="ctr" anchorCtr="0">
              <a:noAutofit/>
            </a:bodyPr>
            <a:lstStyle/>
            <a:p>
              <a:r>
                <a:rPr kumimoji="1"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5</a:t>
              </a:r>
              <a:r>
                <a:rPr kumimoji="1"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4" name="图片 3">
            <a:extLst>
              <a:ext uri="{FF2B5EF4-FFF2-40B4-BE49-F238E27FC236}">
                <a16:creationId xmlns:a16="http://schemas.microsoft.com/office/drawing/2014/main" id="{8F8E2E1B-FB59-20F6-11FA-F551256A14C0}"/>
              </a:ext>
            </a:extLst>
          </p:cNvPr>
          <p:cNvPicPr>
            <a:picLocks/>
          </p:cNvPicPr>
          <p:nvPr>
            <p:custDataLst>
              <p:tags r:id="rId15"/>
            </p:custDataLst>
          </p:nvPr>
        </p:nvPicPr>
        <p:blipFill>
          <a:blip r:embed="rId23">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6378802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标题 1"/>
          <p:cNvSpPr>
            <a:spLocks noGrp="1"/>
          </p:cNvSpPr>
          <p:nvPr>
            <p:ph type="title"/>
          </p:nvPr>
        </p:nvSpPr>
        <p:spPr/>
        <p:txBody>
          <a:bodyPr/>
          <a:lstStyle/>
          <a:p>
            <a:r>
              <a:rPr lang="zh-CN" altLang="en-US" b="1" dirty="0"/>
              <a:t>答案解析</a:t>
            </a:r>
          </a:p>
        </p:txBody>
      </p:sp>
      <p:sp>
        <p:nvSpPr>
          <p:cNvPr id="7" name="文本框 6">
            <a:extLst>
              <a:ext uri="{FF2B5EF4-FFF2-40B4-BE49-F238E27FC236}">
                <a16:creationId xmlns:a16="http://schemas.microsoft.com/office/drawing/2014/main" id="{1D32EE00-44E1-8F4D-807D-CCA64E592ACC}"/>
              </a:ext>
            </a:extLst>
          </p:cNvPr>
          <p:cNvSpPr txBox="1"/>
          <p:nvPr>
            <p:custDataLst>
              <p:tags r:id="rId1"/>
            </p:custDataLst>
          </p:nvPr>
        </p:nvSpPr>
        <p:spPr>
          <a:xfrm>
            <a:off x="638470" y="889831"/>
            <a:ext cx="8305250" cy="2143125"/>
          </a:xfrm>
          <a:prstGeom prst="rect">
            <a:avLst/>
          </a:prstGeom>
          <a:noFill/>
        </p:spPr>
        <p:txBody>
          <a:bodyPr vert="horz" wrap="square" rtlCol="0" anchor="ctr" anchorCtr="0">
            <a:noAutofit/>
          </a:bodyPr>
          <a:lstStyle/>
          <a:p>
            <a:pPr marL="342900" indent="-342900">
              <a:buFont typeface="Arial" panose="020B0604020202020204" pitchFamily="34" charset="0"/>
              <a:buChar char="•"/>
            </a:pPr>
            <a:r>
              <a:rPr lang="zh-CN" altLang="en-US" sz="2400" b="1" dirty="0">
                <a:solidFill>
                  <a:srgbClr val="000000"/>
                </a:solidFill>
                <a:latin typeface="+mn-ea"/>
                <a:ea typeface="+mn-ea"/>
                <a:sym typeface="Microsoft Yahei" panose="020B0503020204020204" pitchFamily="34" charset="-122"/>
              </a:rPr>
              <a:t>图中最简表达式为</a:t>
            </a:r>
            <a:r>
              <a:rPr lang="en-US" altLang="zh-CN" sz="2400" b="1" dirty="0">
                <a:solidFill>
                  <a:srgbClr val="000000"/>
                </a:solidFill>
                <a:latin typeface="+mn-lt"/>
                <a:ea typeface="+mn-ea"/>
                <a:sym typeface="Microsoft Yahei" panose="020B0503020204020204" pitchFamily="34" charset="-122"/>
              </a:rPr>
              <a:t>ac</a:t>
            </a:r>
            <a:r>
              <a:rPr lang="en-US" altLang="zh-CN" sz="2400" b="1" dirty="0">
                <a:solidFill>
                  <a:srgbClr val="000000"/>
                </a:solidFill>
                <a:latin typeface="+mn-lt"/>
                <a:ea typeface="+mn-ea"/>
                <a:cs typeface="Arial" panose="020B0604020202020204" pitchFamily="34" charset="0"/>
                <a:sym typeface="Microsoft Yahei" panose="020B0503020204020204" pitchFamily="34" charset="-122"/>
              </a:rPr>
              <a:t>’</a:t>
            </a:r>
            <a:r>
              <a:rPr lang="en-US" altLang="zh-CN" sz="2400" b="1" dirty="0">
                <a:solidFill>
                  <a:srgbClr val="000000"/>
                </a:solidFill>
                <a:latin typeface="+mn-lt"/>
                <a:ea typeface="+mn-ea"/>
                <a:sym typeface="Microsoft Yahei" panose="020B0503020204020204" pitchFamily="34" charset="-122"/>
              </a:rPr>
              <a:t>+</a:t>
            </a:r>
            <a:r>
              <a:rPr lang="en-US" altLang="zh-CN" sz="2400" b="1" dirty="0" err="1">
                <a:solidFill>
                  <a:srgbClr val="000000"/>
                </a:solidFill>
                <a:latin typeface="+mn-lt"/>
                <a:ea typeface="+mn-ea"/>
                <a:sym typeface="Microsoft Yahei" panose="020B0503020204020204" pitchFamily="34" charset="-122"/>
              </a:rPr>
              <a:t>a</a:t>
            </a:r>
            <a:r>
              <a:rPr lang="en-US" altLang="zh-CN" sz="2400" b="1" dirty="0" err="1">
                <a:solidFill>
                  <a:srgbClr val="000000"/>
                </a:solidFill>
                <a:latin typeface="+mn-lt"/>
                <a:ea typeface="+mn-ea"/>
                <a:cs typeface="Arial" panose="020B0604020202020204" pitchFamily="34" charset="0"/>
                <a:sym typeface="Microsoft Yahei" panose="020B0503020204020204" pitchFamily="34" charset="-122"/>
              </a:rPr>
              <a:t>’</a:t>
            </a:r>
            <a:r>
              <a:rPr lang="en-US" altLang="zh-CN" sz="2400" b="1" dirty="0" err="1">
                <a:solidFill>
                  <a:srgbClr val="000000"/>
                </a:solidFill>
                <a:latin typeface="+mn-lt"/>
                <a:ea typeface="+mn-ea"/>
                <a:sym typeface="Microsoft Yahei" panose="020B0503020204020204" pitchFamily="34" charset="-122"/>
              </a:rPr>
              <a:t>b</a:t>
            </a:r>
            <a:r>
              <a:rPr lang="en-US" altLang="zh-CN" sz="2400" b="1" dirty="0">
                <a:solidFill>
                  <a:srgbClr val="000000"/>
                </a:solidFill>
                <a:latin typeface="+mn-lt"/>
                <a:ea typeface="+mn-ea"/>
                <a:cs typeface="Arial" panose="020B0604020202020204" pitchFamily="34" charset="0"/>
                <a:sym typeface="Microsoft Yahei" panose="020B0503020204020204" pitchFamily="34" charset="-122"/>
              </a:rPr>
              <a:t>’</a:t>
            </a:r>
            <a:r>
              <a:rPr lang="zh-CN" altLang="en-US" sz="2400" b="1" dirty="0">
                <a:solidFill>
                  <a:srgbClr val="000000"/>
                </a:solidFill>
                <a:latin typeface="+mn-ea"/>
                <a:ea typeface="+mn-ea"/>
                <a:sym typeface="Microsoft Yahei" panose="020B0503020204020204" pitchFamily="34" charset="-122"/>
              </a:rPr>
              <a:t>，请问增加哪个冗余的蕴含项可以消除静态</a:t>
            </a:r>
            <a:r>
              <a:rPr lang="en-US" altLang="zh-CN" sz="2400" b="1" dirty="0">
                <a:solidFill>
                  <a:srgbClr val="000000"/>
                </a:solidFill>
                <a:latin typeface="+mn-ea"/>
                <a:ea typeface="+mn-ea"/>
                <a:sym typeface="Microsoft Yahei" panose="020B0503020204020204" pitchFamily="34" charset="-122"/>
              </a:rPr>
              <a:t>1</a:t>
            </a:r>
            <a:r>
              <a:rPr lang="zh-CN" altLang="en-US" sz="2400" b="1" dirty="0">
                <a:solidFill>
                  <a:srgbClr val="000000"/>
                </a:solidFill>
                <a:latin typeface="+mn-ea"/>
                <a:ea typeface="+mn-ea"/>
                <a:sym typeface="Microsoft Yahei" panose="020B0503020204020204" pitchFamily="34" charset="-122"/>
              </a:rPr>
              <a:t>冒险？</a:t>
            </a:r>
            <a:endParaRPr lang="en-US" altLang="zh-CN" sz="2400" b="1" dirty="0">
              <a:solidFill>
                <a:srgbClr val="000000"/>
              </a:solidFill>
              <a:latin typeface="+mn-ea"/>
              <a:ea typeface="+mn-ea"/>
              <a:sym typeface="Microsoft Yahei" panose="020B0503020204020204" pitchFamily="34" charset="-122"/>
            </a:endParaRPr>
          </a:p>
          <a:p>
            <a:pPr marL="800100" lvl="1" indent="-342900">
              <a:buFont typeface="System Font Regular"/>
              <a:buChar char="-"/>
            </a:pPr>
            <a:r>
              <a:rPr lang="en-US" altLang="zh-CN" sz="2000" b="1" dirty="0">
                <a:solidFill>
                  <a:srgbClr val="000000"/>
                </a:solidFill>
                <a:latin typeface="+mn-lt"/>
                <a:ea typeface="+mn-ea"/>
                <a:sym typeface="Microsoft Yahei" panose="020B0503020204020204" pitchFamily="34" charset="-122"/>
              </a:rPr>
              <a:t>A. c’ ; B. </a:t>
            </a:r>
            <a:r>
              <a:rPr lang="en-US" altLang="zh-CN" sz="2000" b="1" dirty="0" err="1">
                <a:solidFill>
                  <a:srgbClr val="000000"/>
                </a:solidFill>
                <a:latin typeface="+mn-lt"/>
                <a:ea typeface="+mn-ea"/>
                <a:sym typeface="Microsoft Yahei" panose="020B0503020204020204" pitchFamily="34" charset="-122"/>
              </a:rPr>
              <a:t>a’b’c</a:t>
            </a:r>
            <a:r>
              <a:rPr lang="en-US" altLang="zh-CN" sz="2000" b="1" dirty="0">
                <a:solidFill>
                  <a:srgbClr val="000000"/>
                </a:solidFill>
                <a:latin typeface="+mn-lt"/>
                <a:ea typeface="+mn-ea"/>
                <a:sym typeface="Microsoft Yahei" panose="020B0503020204020204" pitchFamily="34" charset="-122"/>
              </a:rPr>
              <a:t>’; </a:t>
            </a:r>
            <a:r>
              <a:rPr lang="en-US" altLang="zh-CN" sz="2000" b="1" dirty="0">
                <a:latin typeface="+mn-lt"/>
                <a:ea typeface="+mn-ea"/>
                <a:sym typeface="Microsoft Yahei" panose="020B0503020204020204" pitchFamily="34" charset="-122"/>
              </a:rPr>
              <a:t>C.  </a:t>
            </a:r>
            <a:r>
              <a:rPr lang="en-US" altLang="zh-CN" sz="2000" b="1" dirty="0" err="1">
                <a:latin typeface="+mn-lt"/>
                <a:ea typeface="+mn-ea"/>
                <a:sym typeface="Microsoft Yahei" panose="020B0503020204020204" pitchFamily="34" charset="-122"/>
              </a:rPr>
              <a:t>Ab’c</a:t>
            </a:r>
            <a:r>
              <a:rPr lang="en-US" altLang="zh-CN" sz="2000" b="1" dirty="0">
                <a:latin typeface="+mn-lt"/>
                <a:ea typeface="+mn-ea"/>
                <a:sym typeface="Microsoft Yahei" panose="020B0503020204020204" pitchFamily="34" charset="-122"/>
              </a:rPr>
              <a:t>’ </a:t>
            </a:r>
            <a:r>
              <a:rPr lang="en-US" altLang="zh-CN" sz="2000" b="1" dirty="0">
                <a:solidFill>
                  <a:srgbClr val="000000"/>
                </a:solidFill>
                <a:latin typeface="+mn-lt"/>
                <a:ea typeface="+mn-ea"/>
                <a:sym typeface="Microsoft Yahei" panose="020B0503020204020204" pitchFamily="34" charset="-122"/>
              </a:rPr>
              <a:t>; </a:t>
            </a:r>
            <a:r>
              <a:rPr lang="en-US" altLang="zh-CN" sz="2000" b="1" dirty="0">
                <a:solidFill>
                  <a:srgbClr val="3333FF"/>
                </a:solidFill>
                <a:latin typeface="+mn-lt"/>
                <a:ea typeface="+mn-ea"/>
                <a:sym typeface="Microsoft Yahei" panose="020B0503020204020204" pitchFamily="34" charset="-122"/>
              </a:rPr>
              <a:t>D. </a:t>
            </a:r>
            <a:r>
              <a:rPr lang="en-US" altLang="zh-CN" sz="2000" b="1" dirty="0" err="1">
                <a:solidFill>
                  <a:srgbClr val="3333FF"/>
                </a:solidFill>
                <a:latin typeface="+mn-lt"/>
                <a:ea typeface="+mn-ea"/>
                <a:sym typeface="Microsoft Yahei" panose="020B0503020204020204" pitchFamily="34" charset="-122"/>
              </a:rPr>
              <a:t>b’c</a:t>
            </a:r>
            <a:r>
              <a:rPr lang="en-US" altLang="zh-CN" sz="2000" b="1" dirty="0">
                <a:solidFill>
                  <a:srgbClr val="3333FF"/>
                </a:solidFill>
                <a:latin typeface="+mn-lt"/>
                <a:ea typeface="+mn-ea"/>
                <a:sym typeface="Microsoft Yahei" panose="020B0503020204020204" pitchFamily="34" charset="-122"/>
              </a:rPr>
              <a:t>’ </a:t>
            </a:r>
            <a:r>
              <a:rPr lang="en-US" altLang="zh-CN" sz="2000" b="1" dirty="0">
                <a:solidFill>
                  <a:srgbClr val="000000"/>
                </a:solidFill>
                <a:latin typeface="+mn-lt"/>
                <a:ea typeface="+mn-ea"/>
                <a:sym typeface="Microsoft Yahei" panose="020B0503020204020204" pitchFamily="34" charset="-122"/>
              </a:rPr>
              <a:t>; E. </a:t>
            </a:r>
            <a:r>
              <a:rPr lang="zh-CN" altLang="en-US" sz="2000" b="1" dirty="0">
                <a:solidFill>
                  <a:srgbClr val="000000"/>
                </a:solidFill>
                <a:latin typeface="+mn-lt"/>
                <a:ea typeface="+mn-ea"/>
                <a:sym typeface="Microsoft Yahei" panose="020B0503020204020204" pitchFamily="34" charset="-122"/>
              </a:rPr>
              <a:t>以上全错</a:t>
            </a:r>
          </a:p>
        </p:txBody>
      </p:sp>
      <p:graphicFrame>
        <p:nvGraphicFramePr>
          <p:cNvPr id="8" name="Group 51">
            <a:extLst>
              <a:ext uri="{FF2B5EF4-FFF2-40B4-BE49-F238E27FC236}">
                <a16:creationId xmlns:a16="http://schemas.microsoft.com/office/drawing/2014/main" id="{AC1B1B9B-9E3C-6042-BDBD-4F453769EE67}"/>
              </a:ext>
            </a:extLst>
          </p:cNvPr>
          <p:cNvGraphicFramePr>
            <a:graphicFrameLocks noGrp="1"/>
          </p:cNvGraphicFramePr>
          <p:nvPr>
            <p:extLst>
              <p:ext uri="{D42A27DB-BD31-4B8C-83A1-F6EECF244321}">
                <p14:modId xmlns:p14="http://schemas.microsoft.com/office/powerpoint/2010/main" val="955150137"/>
              </p:ext>
            </p:extLst>
          </p:nvPr>
        </p:nvGraphicFramePr>
        <p:xfrm>
          <a:off x="5004048" y="2946566"/>
          <a:ext cx="3742184" cy="3102864"/>
        </p:xfrm>
        <a:graphic>
          <a:graphicData uri="http://schemas.openxmlformats.org/drawingml/2006/table">
            <a:tbl>
              <a:tblPr/>
              <a:tblGrid>
                <a:gridCol w="953890">
                  <a:extLst>
                    <a:ext uri="{9D8B030D-6E8A-4147-A177-3AD203B41FA5}">
                      <a16:colId xmlns:a16="http://schemas.microsoft.com/office/drawing/2014/main" val="20000"/>
                    </a:ext>
                  </a:extLst>
                </a:gridCol>
                <a:gridCol w="732233">
                  <a:extLst>
                    <a:ext uri="{9D8B030D-6E8A-4147-A177-3AD203B41FA5}">
                      <a16:colId xmlns:a16="http://schemas.microsoft.com/office/drawing/2014/main" val="20001"/>
                    </a:ext>
                  </a:extLst>
                </a:gridCol>
                <a:gridCol w="661914">
                  <a:extLst>
                    <a:ext uri="{9D8B030D-6E8A-4147-A177-3AD203B41FA5}">
                      <a16:colId xmlns:a16="http://schemas.microsoft.com/office/drawing/2014/main" val="20002"/>
                    </a:ext>
                  </a:extLst>
                </a:gridCol>
                <a:gridCol w="732233">
                  <a:extLst>
                    <a:ext uri="{9D8B030D-6E8A-4147-A177-3AD203B41FA5}">
                      <a16:colId xmlns:a16="http://schemas.microsoft.com/office/drawing/2014/main" val="20003"/>
                    </a:ext>
                  </a:extLst>
                </a:gridCol>
                <a:gridCol w="661914">
                  <a:extLst>
                    <a:ext uri="{9D8B030D-6E8A-4147-A177-3AD203B41FA5}">
                      <a16:colId xmlns:a16="http://schemas.microsoft.com/office/drawing/2014/main" val="20004"/>
                    </a:ext>
                  </a:extLst>
                </a:gridCol>
              </a:tblGrid>
              <a:tr h="768350">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pitchFamily="2" charset="-122"/>
                        </a:rPr>
                        <a:t> cd</a:t>
                      </a:r>
                    </a:p>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pitchFamily="2" charset="-122"/>
                        </a:rPr>
                        <a:t>ab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pitchFamily="2" charset="-122"/>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8463">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bg1"/>
                          </a:solidFill>
                          <a:effectLst/>
                          <a:latin typeface="Arial" charset="0"/>
                          <a:ea typeface="宋体" pitchFamily="2" charset="-122"/>
                        </a:rPr>
                        <a:t>1</a:t>
                      </a:r>
                      <a:endParaRPr kumimoji="0" lang="zh-CN" altLang="zh-CN" sz="2800" b="0" i="0" u="none" strike="noStrike" cap="none" normalizeH="0" baseline="0" dirty="0">
                        <a:ln>
                          <a:noFill/>
                        </a:ln>
                        <a:solidFill>
                          <a:schemeClr val="bg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pitchFamily="2" charset="-122"/>
                        </a:rPr>
                        <a:t>1</a:t>
                      </a:r>
                      <a:endParaRPr kumimoji="0" lang="zh-CN" altLang="zh-CN" sz="28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8463">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pitchFamily="2" charset="-122"/>
                        </a:rPr>
                        <a:t>01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pitchFamily="2" charset="-122"/>
                        </a:rPr>
                        <a:t>0</a:t>
                      </a:r>
                      <a:endParaRPr kumimoji="0" lang="zh-CN" altLang="zh-CN" sz="28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pitchFamily="2" charset="-122"/>
                        </a:rPr>
                        <a:t>0</a:t>
                      </a:r>
                      <a:endParaRPr kumimoji="0" lang="zh-CN" altLang="zh-CN" sz="28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29700">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pitchFamily="2" charset="-122"/>
                        </a:rPr>
                        <a:t>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8463">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pitchFamily="2" charset="-122"/>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bg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4" name="圆角矩形 3">
            <a:extLst>
              <a:ext uri="{FF2B5EF4-FFF2-40B4-BE49-F238E27FC236}">
                <a16:creationId xmlns:a16="http://schemas.microsoft.com/office/drawing/2014/main" id="{50218F28-B3D4-5E42-916D-AAAC1A950943}"/>
              </a:ext>
            </a:extLst>
          </p:cNvPr>
          <p:cNvSpPr/>
          <p:nvPr/>
        </p:nvSpPr>
        <p:spPr bwMode="auto">
          <a:xfrm>
            <a:off x="6056942" y="5048017"/>
            <a:ext cx="1213441" cy="900100"/>
          </a:xfrm>
          <a:prstGeom prst="roundRect">
            <a:avLst/>
          </a:prstGeom>
          <a:noFill/>
          <a:ln w="381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10" name="圆角矩形 9">
            <a:extLst>
              <a:ext uri="{FF2B5EF4-FFF2-40B4-BE49-F238E27FC236}">
                <a16:creationId xmlns:a16="http://schemas.microsoft.com/office/drawing/2014/main" id="{4A63D50D-10E7-DF48-8774-7F2FEB5C4D20}"/>
              </a:ext>
            </a:extLst>
          </p:cNvPr>
          <p:cNvSpPr/>
          <p:nvPr/>
        </p:nvSpPr>
        <p:spPr bwMode="auto">
          <a:xfrm>
            <a:off x="5985742" y="4039905"/>
            <a:ext cx="2565562" cy="434326"/>
          </a:xfrm>
          <a:prstGeom prst="roundRect">
            <a:avLst/>
          </a:prstGeom>
          <a:noFill/>
          <a:ln w="38100"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11" name="文本框 10">
            <a:extLst>
              <a:ext uri="{FF2B5EF4-FFF2-40B4-BE49-F238E27FC236}">
                <a16:creationId xmlns:a16="http://schemas.microsoft.com/office/drawing/2014/main" id="{FEF62C53-D595-2C4C-A38C-522EFFF0EF97}"/>
              </a:ext>
            </a:extLst>
          </p:cNvPr>
          <p:cNvSpPr txBox="1"/>
          <p:nvPr>
            <p:custDataLst>
              <p:tags r:id="rId2"/>
            </p:custDataLst>
          </p:nvPr>
        </p:nvSpPr>
        <p:spPr>
          <a:xfrm>
            <a:off x="635844" y="2672916"/>
            <a:ext cx="4368204" cy="3596753"/>
          </a:xfrm>
          <a:prstGeom prst="rect">
            <a:avLst/>
          </a:prstGeom>
          <a:noFill/>
        </p:spPr>
        <p:txBody>
          <a:bodyPr vert="horz" wrap="square" rtlCol="0" anchor="ctr" anchorCtr="0">
            <a:noAutofit/>
          </a:bodyPr>
          <a:lstStyle/>
          <a:p>
            <a:pPr marL="342900" indent="-342900">
              <a:buFont typeface="Arial" panose="020B0604020202020204" pitchFamily="34" charset="0"/>
              <a:buChar char="•"/>
            </a:pPr>
            <a:r>
              <a:rPr lang="zh-CN" altLang="en-MY" sz="2400" b="1" dirty="0">
                <a:solidFill>
                  <a:srgbClr val="3333FF"/>
                </a:solidFill>
                <a:latin typeface="+mn-ea"/>
                <a:ea typeface="+mn-ea"/>
                <a:sym typeface="Microsoft Yahei" panose="020B0503020204020204" pitchFamily="34" charset="-122"/>
              </a:rPr>
              <a:t>解答</a:t>
            </a:r>
            <a:r>
              <a:rPr lang="zh-CN" altLang="en-US" sz="2400" b="1" dirty="0">
                <a:solidFill>
                  <a:srgbClr val="3333FF"/>
                </a:solidFill>
                <a:latin typeface="+mn-ea"/>
                <a:ea typeface="+mn-ea"/>
                <a:sym typeface="Microsoft Yahei" panose="020B0503020204020204" pitchFamily="34" charset="-122"/>
              </a:rPr>
              <a:t>：</a:t>
            </a:r>
            <a:r>
              <a:rPr lang="en-US" altLang="zh-CN" sz="2400" b="1" dirty="0">
                <a:solidFill>
                  <a:srgbClr val="3333FF"/>
                </a:solidFill>
                <a:latin typeface="+mn-lt"/>
                <a:ea typeface="Microsoft Yahei" panose="020B0503020204020204" pitchFamily="34" charset="-122"/>
                <a:sym typeface="Microsoft Yahei" panose="020B0503020204020204" pitchFamily="34" charset="-122"/>
              </a:rPr>
              <a:t>D</a:t>
            </a:r>
            <a:endParaRPr lang="en-MY" altLang="zh-CN" sz="2400" b="1" dirty="0">
              <a:solidFill>
                <a:srgbClr val="3333FF"/>
              </a:solidFill>
              <a:latin typeface="+mn-lt"/>
              <a:ea typeface="Microsoft Yahei" panose="020B0503020204020204" pitchFamily="34" charset="-122"/>
              <a:sym typeface="Microsoft Yahei" panose="020B0503020204020204" pitchFamily="34" charset="-122"/>
            </a:endParaRPr>
          </a:p>
          <a:p>
            <a:pPr marL="800100" lvl="1" indent="-342900">
              <a:buFont typeface="System Font Regular"/>
              <a:buChar char="-"/>
            </a:pPr>
            <a:r>
              <a:rPr lang="zh-CN" altLang="en-US" sz="2000" b="1" dirty="0">
                <a:solidFill>
                  <a:srgbClr val="000000"/>
                </a:solidFill>
                <a:latin typeface="+mn-ea"/>
                <a:ea typeface="+mn-ea"/>
                <a:sym typeface="Microsoft Yahei" panose="020B0503020204020204" pitchFamily="34" charset="-122"/>
              </a:rPr>
              <a:t>最简表达式</a:t>
            </a:r>
            <a:r>
              <a:rPr lang="en-US" altLang="zh-CN" sz="2000" b="1" dirty="0">
                <a:solidFill>
                  <a:srgbClr val="000000"/>
                </a:solidFill>
                <a:latin typeface="+mn-lt"/>
                <a:ea typeface="Microsoft Yahei" panose="020B0503020204020204" pitchFamily="34" charset="-122"/>
                <a:sym typeface="Microsoft Yahei" panose="020B0503020204020204" pitchFamily="34" charset="-122"/>
              </a:rPr>
              <a:t>F=</a:t>
            </a:r>
            <a:r>
              <a:rPr lang="en-US" altLang="zh-CN" sz="2000" b="1" dirty="0">
                <a:solidFill>
                  <a:srgbClr val="C00000"/>
                </a:solidFill>
                <a:latin typeface="+mn-lt"/>
                <a:ea typeface="Microsoft Yahei" panose="020B0503020204020204" pitchFamily="34" charset="-122"/>
                <a:sym typeface="Microsoft Yahei" panose="020B0503020204020204" pitchFamily="34" charset="-122"/>
              </a:rPr>
              <a:t>ac’</a:t>
            </a:r>
            <a:r>
              <a:rPr lang="en-US" altLang="zh-CN" sz="2000" b="1" dirty="0">
                <a:solidFill>
                  <a:srgbClr val="000000"/>
                </a:solidFill>
                <a:latin typeface="+mn-lt"/>
                <a:ea typeface="Microsoft Yahei" panose="020B0503020204020204" pitchFamily="34" charset="-122"/>
                <a:sym typeface="Microsoft Yahei" panose="020B0503020204020204" pitchFamily="34" charset="-122"/>
              </a:rPr>
              <a:t>+</a:t>
            </a:r>
            <a:r>
              <a:rPr lang="en-US" altLang="zh-CN" sz="2000" b="1" dirty="0" err="1">
                <a:solidFill>
                  <a:srgbClr val="0070C0"/>
                </a:solidFill>
                <a:latin typeface="+mn-lt"/>
                <a:ea typeface="Microsoft Yahei" panose="020B0503020204020204" pitchFamily="34" charset="-122"/>
                <a:sym typeface="Microsoft Yahei" panose="020B0503020204020204" pitchFamily="34" charset="-122"/>
              </a:rPr>
              <a:t>a’b</a:t>
            </a:r>
            <a:r>
              <a:rPr lang="en-US" altLang="zh-CN" sz="2000" b="1" dirty="0">
                <a:solidFill>
                  <a:srgbClr val="0070C0"/>
                </a:solidFill>
                <a:latin typeface="+mn-lt"/>
                <a:ea typeface="Microsoft Yahei" panose="020B0503020204020204" pitchFamily="34" charset="-122"/>
                <a:sym typeface="Microsoft Yahei" panose="020B0503020204020204" pitchFamily="34" charset="-122"/>
              </a:rPr>
              <a:t>’</a:t>
            </a:r>
          </a:p>
          <a:p>
            <a:pPr marL="800100" lvl="1" indent="-342900">
              <a:buFont typeface="System Font Regular"/>
              <a:buChar char="-"/>
            </a:pPr>
            <a:r>
              <a:rPr lang="zh-CN" altLang="en-US" sz="2000" b="1" dirty="0">
                <a:solidFill>
                  <a:srgbClr val="000000"/>
                </a:solidFill>
                <a:latin typeface="+mn-ea"/>
                <a:ea typeface="+mn-ea"/>
                <a:sym typeface="Microsoft Yahei" panose="020B0503020204020204" pitchFamily="34" charset="-122"/>
              </a:rPr>
              <a:t>当</a:t>
            </a:r>
            <a:r>
              <a:rPr lang="en-US" altLang="zh-CN" sz="2000" b="1" dirty="0" err="1">
                <a:solidFill>
                  <a:srgbClr val="000000"/>
                </a:solidFill>
                <a:latin typeface="+mn-lt"/>
                <a:ea typeface="+mn-ea"/>
                <a:sym typeface="Microsoft Yahei" panose="020B0503020204020204" pitchFamily="34" charset="-122"/>
              </a:rPr>
              <a:t>bc</a:t>
            </a:r>
            <a:r>
              <a:rPr lang="zh-CN" altLang="en-US" sz="2000" b="1" dirty="0">
                <a:solidFill>
                  <a:srgbClr val="000000"/>
                </a:solidFill>
                <a:latin typeface="+mn-ea"/>
                <a:ea typeface="+mn-ea"/>
                <a:sym typeface="Microsoft Yahei" panose="020B0503020204020204" pitchFamily="34" charset="-122"/>
              </a:rPr>
              <a:t>为</a:t>
            </a:r>
            <a:r>
              <a:rPr lang="en-US" altLang="zh-CN" sz="2000" b="1" dirty="0">
                <a:solidFill>
                  <a:srgbClr val="000000"/>
                </a:solidFill>
                <a:latin typeface="+mn-lt"/>
                <a:ea typeface="+mn-ea"/>
                <a:sym typeface="Microsoft Yahei" panose="020B0503020204020204" pitchFamily="34" charset="-122"/>
              </a:rPr>
              <a:t>00</a:t>
            </a:r>
            <a:r>
              <a:rPr lang="zh-CN" altLang="en-US" sz="2000" b="1" dirty="0">
                <a:solidFill>
                  <a:srgbClr val="000000"/>
                </a:solidFill>
                <a:latin typeface="+mn-ea"/>
                <a:ea typeface="+mn-ea"/>
                <a:sym typeface="Microsoft Yahei" panose="020B0503020204020204" pitchFamily="34" charset="-122"/>
              </a:rPr>
              <a:t>时，</a:t>
            </a:r>
            <a:r>
              <a:rPr lang="en-US" altLang="zh-CN" sz="2000" b="1" dirty="0">
                <a:solidFill>
                  <a:srgbClr val="000000"/>
                </a:solidFill>
                <a:latin typeface="+mn-lt"/>
                <a:ea typeface="+mn-ea"/>
                <a:sym typeface="Microsoft Yahei" panose="020B0503020204020204" pitchFamily="34" charset="-122"/>
              </a:rPr>
              <a:t>F=</a:t>
            </a:r>
            <a:r>
              <a:rPr lang="en-US" altLang="zh-CN" sz="2000" b="1" dirty="0" err="1">
                <a:solidFill>
                  <a:srgbClr val="000000"/>
                </a:solidFill>
                <a:latin typeface="+mn-lt"/>
                <a:ea typeface="+mn-ea"/>
                <a:sym typeface="Microsoft Yahei" panose="020B0503020204020204" pitchFamily="34" charset="-122"/>
              </a:rPr>
              <a:t>a+a</a:t>
            </a:r>
            <a:r>
              <a:rPr lang="en-US" altLang="zh-CN" sz="2000" b="1" dirty="0">
                <a:solidFill>
                  <a:srgbClr val="000000"/>
                </a:solidFill>
                <a:latin typeface="+mn-lt"/>
                <a:ea typeface="+mn-ea"/>
                <a:sym typeface="Microsoft Yahei" panose="020B0503020204020204" pitchFamily="34" charset="-122"/>
              </a:rPr>
              <a:t>’</a:t>
            </a:r>
          </a:p>
          <a:p>
            <a:pPr marL="800100" lvl="1" indent="-342900">
              <a:buFont typeface="System Font Regular"/>
              <a:buChar char="-"/>
            </a:pPr>
            <a:r>
              <a:rPr lang="en-US" altLang="zh-CN" sz="2000" b="1" dirty="0" err="1">
                <a:solidFill>
                  <a:srgbClr val="000000"/>
                </a:solidFill>
                <a:latin typeface="+mn-lt"/>
                <a:ea typeface="+mn-ea"/>
                <a:sym typeface="Microsoft Yahei" panose="020B0503020204020204" pitchFamily="34" charset="-122"/>
              </a:rPr>
              <a:t>abcd</a:t>
            </a:r>
            <a:r>
              <a:rPr lang="zh-CN" altLang="en-US" sz="2000" b="1" dirty="0">
                <a:solidFill>
                  <a:srgbClr val="000000"/>
                </a:solidFill>
                <a:latin typeface="+mn-lt"/>
                <a:ea typeface="+mn-ea"/>
                <a:sym typeface="Microsoft Yahei" panose="020B0503020204020204" pitchFamily="34" charset="-122"/>
              </a:rPr>
              <a:t> </a:t>
            </a:r>
            <a:r>
              <a:rPr lang="zh-CN" altLang="en-US" sz="2000" b="1" dirty="0">
                <a:solidFill>
                  <a:srgbClr val="000000"/>
                </a:solidFill>
                <a:latin typeface="+mn-ea"/>
                <a:ea typeface="+mn-ea"/>
                <a:sym typeface="Microsoft Yahei" panose="020B0503020204020204" pitchFamily="34" charset="-122"/>
              </a:rPr>
              <a:t>从</a:t>
            </a:r>
            <a:r>
              <a:rPr lang="en-US" altLang="zh-CN" sz="2000" b="1" dirty="0">
                <a:solidFill>
                  <a:srgbClr val="000000"/>
                </a:solidFill>
                <a:latin typeface="Arial" panose="020B0604020202020204" pitchFamily="34" charset="0"/>
                <a:ea typeface="+mn-ea"/>
                <a:cs typeface="Arial" panose="020B0604020202020204" pitchFamily="34" charset="0"/>
                <a:sym typeface="Microsoft Yahei" panose="020B0503020204020204" pitchFamily="34" charset="-122"/>
              </a:rPr>
              <a:t>1000→0000</a:t>
            </a:r>
            <a:r>
              <a:rPr lang="zh-CN" altLang="en-US" sz="2000" b="1" dirty="0">
                <a:solidFill>
                  <a:srgbClr val="000000"/>
                </a:solidFill>
                <a:latin typeface="+mn-ea"/>
                <a:ea typeface="+mn-ea"/>
                <a:sym typeface="Microsoft Yahei" panose="020B0503020204020204" pitchFamily="34" charset="-122"/>
              </a:rPr>
              <a:t>以及</a:t>
            </a:r>
            <a:r>
              <a:rPr lang="en-US" altLang="zh-CN" sz="2000" b="1" dirty="0">
                <a:solidFill>
                  <a:srgbClr val="000000"/>
                </a:solidFill>
                <a:latin typeface="+mn-lt"/>
                <a:ea typeface="+mn-ea"/>
                <a:sym typeface="Microsoft Yahei" panose="020B0503020204020204" pitchFamily="34" charset="-122"/>
              </a:rPr>
              <a:t>1001→0001</a:t>
            </a:r>
            <a:r>
              <a:rPr lang="zh-CN" altLang="en-US" sz="2000" b="1" dirty="0">
                <a:solidFill>
                  <a:srgbClr val="000000"/>
                </a:solidFill>
                <a:latin typeface="+mn-ea"/>
                <a:ea typeface="+mn-ea"/>
                <a:sym typeface="Microsoft Yahei" panose="020B0503020204020204" pitchFamily="34" charset="-122"/>
              </a:rPr>
              <a:t>会出现</a:t>
            </a:r>
            <a:r>
              <a:rPr lang="en-US" altLang="zh-CN" sz="2000" b="1" dirty="0">
                <a:solidFill>
                  <a:srgbClr val="000000"/>
                </a:solidFill>
                <a:latin typeface="Arial" panose="020B0604020202020204" pitchFamily="34" charset="0"/>
                <a:ea typeface="+mn-ea"/>
                <a:cs typeface="Arial" panose="020B0604020202020204" pitchFamily="34" charset="0"/>
                <a:sym typeface="Microsoft Yahei" panose="020B0503020204020204" pitchFamily="34" charset="-122"/>
              </a:rPr>
              <a:t>a</a:t>
            </a:r>
            <a:r>
              <a:rPr lang="zh-CN" altLang="en-US" sz="2000" b="1" dirty="0">
                <a:solidFill>
                  <a:srgbClr val="000000"/>
                </a:solidFill>
                <a:latin typeface="Arial" panose="020B0604020202020204" pitchFamily="34" charset="0"/>
                <a:ea typeface="+mn-ea"/>
                <a:cs typeface="Arial" panose="020B0604020202020204" pitchFamily="34" charset="0"/>
                <a:sym typeface="Microsoft Yahei" panose="020B0503020204020204" pitchFamily="34" charset="-122"/>
              </a:rPr>
              <a:t>与</a:t>
            </a:r>
            <a:r>
              <a:rPr lang="en-US" altLang="zh-CN" sz="2000" b="1" dirty="0">
                <a:solidFill>
                  <a:srgbClr val="000000"/>
                </a:solidFill>
                <a:latin typeface="Arial" panose="020B0604020202020204" pitchFamily="34" charset="0"/>
                <a:ea typeface="+mn-ea"/>
                <a:cs typeface="Arial" panose="020B0604020202020204" pitchFamily="34" charset="0"/>
                <a:sym typeface="Microsoft Yahei" panose="020B0503020204020204" pitchFamily="34" charset="-122"/>
              </a:rPr>
              <a:t>a’</a:t>
            </a:r>
            <a:r>
              <a:rPr lang="zh-CN" altLang="en-US" sz="2000" b="1" dirty="0">
                <a:solidFill>
                  <a:srgbClr val="000000"/>
                </a:solidFill>
                <a:latin typeface="+mn-ea"/>
                <a:ea typeface="+mn-ea"/>
                <a:sym typeface="Microsoft Yahei" panose="020B0503020204020204" pitchFamily="34" charset="-122"/>
              </a:rPr>
              <a:t>同时为</a:t>
            </a:r>
            <a:r>
              <a:rPr lang="en-US" altLang="zh-CN" sz="2000" b="1" dirty="0">
                <a:solidFill>
                  <a:srgbClr val="000000"/>
                </a:solidFill>
                <a:latin typeface="Arial" panose="020B0604020202020204" pitchFamily="34" charset="0"/>
                <a:ea typeface="+mn-ea"/>
                <a:cs typeface="Arial" panose="020B0604020202020204" pitchFamily="34" charset="0"/>
                <a:sym typeface="Microsoft Yahei" panose="020B0503020204020204" pitchFamily="34" charset="-122"/>
              </a:rPr>
              <a:t>0</a:t>
            </a:r>
            <a:r>
              <a:rPr lang="zh-CN" altLang="en-US" sz="2000" b="1" dirty="0">
                <a:solidFill>
                  <a:srgbClr val="000000"/>
                </a:solidFill>
                <a:latin typeface="Arial" panose="020B0604020202020204" pitchFamily="34" charset="0"/>
                <a:ea typeface="+mn-ea"/>
                <a:cs typeface="Arial" panose="020B0604020202020204" pitchFamily="34" charset="0"/>
                <a:sym typeface="Microsoft Yahei" panose="020B0503020204020204" pitchFamily="34" charset="-122"/>
              </a:rPr>
              <a:t>的情况，产生静态</a:t>
            </a:r>
            <a:r>
              <a:rPr lang="en-US" altLang="zh-CN" sz="2000" b="1" dirty="0">
                <a:solidFill>
                  <a:srgbClr val="000000"/>
                </a:solidFill>
                <a:latin typeface="Arial" panose="020B0604020202020204" pitchFamily="34" charset="0"/>
                <a:ea typeface="+mn-ea"/>
                <a:cs typeface="Arial" panose="020B0604020202020204" pitchFamily="34" charset="0"/>
                <a:sym typeface="Microsoft Yahei" panose="020B0503020204020204" pitchFamily="34" charset="-122"/>
              </a:rPr>
              <a:t>1</a:t>
            </a:r>
            <a:r>
              <a:rPr lang="zh-CN" altLang="en-US" sz="2000" b="1" dirty="0">
                <a:solidFill>
                  <a:srgbClr val="000000"/>
                </a:solidFill>
                <a:latin typeface="Arial" panose="020B0604020202020204" pitchFamily="34" charset="0"/>
                <a:ea typeface="+mn-ea"/>
                <a:cs typeface="Arial" panose="020B0604020202020204" pitchFamily="34" charset="0"/>
                <a:sym typeface="Microsoft Yahei" panose="020B0503020204020204" pitchFamily="34" charset="-122"/>
              </a:rPr>
              <a:t>冒险</a:t>
            </a:r>
            <a:endParaRPr lang="en-US" altLang="zh-CN" sz="2000" b="1" dirty="0">
              <a:solidFill>
                <a:srgbClr val="000000"/>
              </a:solidFill>
              <a:latin typeface="Arial" panose="020B0604020202020204" pitchFamily="34" charset="0"/>
              <a:ea typeface="+mn-ea"/>
              <a:cs typeface="Arial" panose="020B0604020202020204" pitchFamily="34" charset="0"/>
              <a:sym typeface="Microsoft Yahei" panose="020B0503020204020204" pitchFamily="34" charset="-122"/>
            </a:endParaRPr>
          </a:p>
          <a:p>
            <a:pPr marL="800100" lvl="1" indent="-342900">
              <a:buFont typeface="System Font Regular"/>
              <a:buChar char="-"/>
            </a:pPr>
            <a:endParaRPr lang="en-US" altLang="zh-CN" sz="2000" b="1" dirty="0">
              <a:solidFill>
                <a:srgbClr val="000000"/>
              </a:solidFill>
              <a:latin typeface="Arial" panose="020B0604020202020204" pitchFamily="34" charset="0"/>
              <a:ea typeface="Microsoft Yahei" panose="020B0503020204020204" pitchFamily="34" charset="-122"/>
              <a:cs typeface="Arial" panose="020B0604020202020204" pitchFamily="34" charset="0"/>
              <a:sym typeface="Microsoft Yahei" panose="020B0503020204020204" pitchFamily="34" charset="-122"/>
            </a:endParaRPr>
          </a:p>
          <a:p>
            <a:pPr marL="800100" lvl="1" indent="-342900">
              <a:buFont typeface="System Font Regular"/>
              <a:buChar char="-"/>
            </a:pPr>
            <a:r>
              <a:rPr lang="zh-CN" altLang="en-US" sz="2000" b="1" dirty="0">
                <a:solidFill>
                  <a:srgbClr val="000000"/>
                </a:solidFill>
                <a:latin typeface="+mn-ea"/>
                <a:ea typeface="+mn-ea"/>
                <a:cs typeface="Arial" panose="020B0604020202020204" pitchFamily="34" charset="0"/>
                <a:sym typeface="Microsoft Yahei" panose="020B0503020204020204" pitchFamily="34" charset="-122"/>
              </a:rPr>
              <a:t>解决方法：</a:t>
            </a:r>
            <a:endParaRPr lang="en-US" altLang="zh-CN" sz="2000" b="1" dirty="0">
              <a:solidFill>
                <a:srgbClr val="000000"/>
              </a:solidFill>
              <a:latin typeface="+mn-ea"/>
              <a:ea typeface="+mn-ea"/>
              <a:cs typeface="Arial" panose="020B0604020202020204" pitchFamily="34" charset="0"/>
              <a:sym typeface="Microsoft Yahei" panose="020B0503020204020204" pitchFamily="34" charset="-122"/>
            </a:endParaRPr>
          </a:p>
          <a:p>
            <a:pPr marL="800100" lvl="1" indent="-342900">
              <a:buFont typeface="System Font Regular"/>
              <a:buChar char="-"/>
            </a:pPr>
            <a:r>
              <a:rPr lang="zh-CN" altLang="en-US" sz="2000" b="1" dirty="0">
                <a:solidFill>
                  <a:srgbClr val="000000"/>
                </a:solidFill>
                <a:latin typeface="+mn-ea"/>
                <a:ea typeface="+mn-ea"/>
                <a:cs typeface="Arial" panose="020B0604020202020204" pitchFamily="34" charset="0"/>
                <a:sym typeface="Microsoft Yahei" panose="020B0503020204020204" pitchFamily="34" charset="-122"/>
              </a:rPr>
              <a:t>加入</a:t>
            </a:r>
            <a:r>
              <a:rPr lang="en-US" altLang="zh-CN" sz="2000" b="1" dirty="0" err="1">
                <a:solidFill>
                  <a:srgbClr val="00B050"/>
                </a:solidFill>
                <a:latin typeface="+mn-lt"/>
                <a:ea typeface="Microsoft Yahei" panose="020B0503020204020204" pitchFamily="34" charset="-122"/>
                <a:cs typeface="Arial" panose="020B0604020202020204" pitchFamily="34" charset="0"/>
                <a:sym typeface="Microsoft Yahei" panose="020B0503020204020204" pitchFamily="34" charset="-122"/>
              </a:rPr>
              <a:t>b’c</a:t>
            </a:r>
            <a:r>
              <a:rPr lang="en-US" altLang="zh-CN" sz="2000" b="1" dirty="0">
                <a:solidFill>
                  <a:srgbClr val="00B050"/>
                </a:solidFill>
                <a:latin typeface="+mn-lt"/>
                <a:ea typeface="Microsoft Yahei" panose="020B0503020204020204" pitchFamily="34" charset="-122"/>
                <a:cs typeface="Arial" panose="020B0604020202020204" pitchFamily="34" charset="0"/>
                <a:sym typeface="Microsoft Yahei" panose="020B0503020204020204" pitchFamily="34" charset="-122"/>
              </a:rPr>
              <a:t>’</a:t>
            </a:r>
          </a:p>
          <a:p>
            <a:pPr marL="800100" lvl="1" indent="-342900">
              <a:buFont typeface="System Font Regular"/>
              <a:buChar char="-"/>
            </a:pPr>
            <a:r>
              <a:rPr lang="en-US" altLang="zh-CN" sz="2000" b="1" dirty="0">
                <a:latin typeface="+mn-lt"/>
                <a:ea typeface="Microsoft Yahei" panose="020B0503020204020204" pitchFamily="34" charset="-122"/>
                <a:cs typeface="Arial" panose="020B0604020202020204" pitchFamily="34" charset="0"/>
                <a:sym typeface="Microsoft Yahei" panose="020B0503020204020204" pitchFamily="34" charset="-122"/>
              </a:rPr>
              <a:t>F=ac’+a’b’+</a:t>
            </a:r>
            <a:r>
              <a:rPr lang="en-US" altLang="zh-CN" sz="2000" b="1" dirty="0" err="1">
                <a:latin typeface="+mn-lt"/>
                <a:ea typeface="Microsoft Yahei" panose="020B0503020204020204" pitchFamily="34" charset="-122"/>
                <a:cs typeface="Arial" panose="020B0604020202020204" pitchFamily="34" charset="0"/>
                <a:sym typeface="Microsoft Yahei" panose="020B0503020204020204" pitchFamily="34" charset="-122"/>
              </a:rPr>
              <a:t>b’c</a:t>
            </a:r>
            <a:r>
              <a:rPr lang="en-US" altLang="zh-CN" sz="2000" b="1" dirty="0">
                <a:latin typeface="+mn-lt"/>
                <a:ea typeface="Microsoft Yahei" panose="020B0503020204020204" pitchFamily="34" charset="-122"/>
                <a:cs typeface="Arial" panose="020B0604020202020204" pitchFamily="34" charset="0"/>
                <a:sym typeface="Microsoft Yahei" panose="020B0503020204020204" pitchFamily="34" charset="-122"/>
              </a:rPr>
              <a:t>’=a+a’+1=1</a:t>
            </a:r>
          </a:p>
        </p:txBody>
      </p:sp>
      <p:pic>
        <p:nvPicPr>
          <p:cNvPr id="5" name="图片 4">
            <a:extLst>
              <a:ext uri="{FF2B5EF4-FFF2-40B4-BE49-F238E27FC236}">
                <a16:creationId xmlns:a16="http://schemas.microsoft.com/office/drawing/2014/main" id="{76884B44-436C-5243-8285-45814E653939}"/>
              </a:ext>
            </a:extLst>
          </p:cNvPr>
          <p:cNvPicPr>
            <a:picLocks noChangeAspect="1"/>
          </p:cNvPicPr>
          <p:nvPr/>
        </p:nvPicPr>
        <p:blipFill rotWithShape="1">
          <a:blip r:embed="rId5"/>
          <a:srcRect b="28449"/>
          <a:stretch/>
        </p:blipFill>
        <p:spPr>
          <a:xfrm>
            <a:off x="5881876" y="5528874"/>
            <a:ext cx="1577587" cy="672434"/>
          </a:xfrm>
          <a:prstGeom prst="rect">
            <a:avLst/>
          </a:prstGeom>
        </p:spPr>
      </p:pic>
      <p:pic>
        <p:nvPicPr>
          <p:cNvPr id="15" name="图片 14">
            <a:extLst>
              <a:ext uri="{FF2B5EF4-FFF2-40B4-BE49-F238E27FC236}">
                <a16:creationId xmlns:a16="http://schemas.microsoft.com/office/drawing/2014/main" id="{FE24B463-29F6-AD45-91C4-8922A2F70644}"/>
              </a:ext>
            </a:extLst>
          </p:cNvPr>
          <p:cNvPicPr>
            <a:picLocks noChangeAspect="1"/>
          </p:cNvPicPr>
          <p:nvPr/>
        </p:nvPicPr>
        <p:blipFill rotWithShape="1">
          <a:blip r:embed="rId5"/>
          <a:srcRect b="28449"/>
          <a:stretch/>
        </p:blipFill>
        <p:spPr>
          <a:xfrm rot="10800000">
            <a:off x="5881876" y="3765173"/>
            <a:ext cx="1577587" cy="672434"/>
          </a:xfrm>
          <a:prstGeom prst="rect">
            <a:avLst/>
          </a:prstGeom>
        </p:spPr>
      </p:pic>
      <p:sp>
        <p:nvSpPr>
          <p:cNvPr id="12" name="灯片编号占位符 6">
            <a:extLst>
              <a:ext uri="{FF2B5EF4-FFF2-40B4-BE49-F238E27FC236}">
                <a16:creationId xmlns:a16="http://schemas.microsoft.com/office/drawing/2014/main" id="{DDF34496-7CF1-7340-9C50-282E032B7F78}"/>
              </a:ext>
            </a:extLst>
          </p:cNvPr>
          <p:cNvSpPr txBox="1">
            <a:spLocks/>
          </p:cNvSpPr>
          <p:nvPr/>
        </p:nvSpPr>
        <p:spPr bwMode="auto">
          <a:xfrm>
            <a:off x="6553200" y="6265860"/>
            <a:ext cx="213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4600" b="1" kern="1200">
                <a:solidFill>
                  <a:srgbClr val="FF3300"/>
                </a:solidFill>
                <a:latin typeface="Garamond" pitchFamily="18" charset="0"/>
                <a:ea typeface="宋体" charset="-122"/>
                <a:cs typeface="+mn-cs"/>
              </a:defRPr>
            </a:lvl1pPr>
            <a:lvl2pPr marL="742950" indent="-28575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2pPr>
            <a:lvl3pPr marL="11430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3pPr>
            <a:lvl4pPr marL="16002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4pPr>
            <a:lvl5pPr marL="20574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5pPr>
            <a:lvl6pPr marL="25146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6pPr>
            <a:lvl7pPr marL="29718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7pPr>
            <a:lvl8pPr marL="34290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8pPr>
            <a:lvl9pPr marL="38862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9pPr>
          </a:lstStyle>
          <a:p>
            <a:pPr eaLnBrk="1" hangingPunct="1"/>
            <a:fld id="{CCE6D788-BCB5-407E-9DED-68D155892338}" type="slidenum">
              <a:rPr lang="en-US" altLang="zh-CN" sz="1400" smtClean="0">
                <a:solidFill>
                  <a:schemeClr val="tx1"/>
                </a:solidFill>
                <a:latin typeface="+mn-lt"/>
              </a:rPr>
              <a:pPr eaLnBrk="1" hangingPunct="1"/>
              <a:t>55</a:t>
            </a:fld>
            <a:endParaRPr lang="en-US" altLang="zh-CN" sz="1400" dirty="0">
              <a:solidFill>
                <a:schemeClr val="tx1"/>
              </a:solidFill>
              <a:latin typeface="+mn-lt"/>
            </a:endParaRPr>
          </a:p>
        </p:txBody>
      </p:sp>
    </p:spTree>
    <p:extLst>
      <p:ext uri="{BB962C8B-B14F-4D97-AF65-F5344CB8AC3E}">
        <p14:creationId xmlns:p14="http://schemas.microsoft.com/office/powerpoint/2010/main" val="369497343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a:xfrm>
            <a:off x="458147" y="169602"/>
            <a:ext cx="8229600" cy="1143000"/>
          </a:xfrm>
        </p:spPr>
        <p:txBody>
          <a:bodyPr/>
          <a:lstStyle/>
          <a:p>
            <a:r>
              <a:rPr lang="zh-CN" altLang="en-US" b="1" dirty="0">
                <a:latin typeface="黑体" pitchFamily="49" charset="-122"/>
              </a:rPr>
              <a:t>本节课目录</a:t>
            </a:r>
            <a:endParaRPr lang="zh-CN" altLang="en-US" b="1" dirty="0"/>
          </a:p>
        </p:txBody>
      </p:sp>
      <p:sp>
        <p:nvSpPr>
          <p:cNvPr id="26" name="灯片编号占位符 6">
            <a:extLst>
              <a:ext uri="{FF2B5EF4-FFF2-40B4-BE49-F238E27FC236}">
                <a16:creationId xmlns:a16="http://schemas.microsoft.com/office/drawing/2014/main" id="{07F8EFF7-01E5-5846-9EF8-FC8E9577267C}"/>
              </a:ext>
            </a:extLst>
          </p:cNvPr>
          <p:cNvSpPr txBox="1">
            <a:spLocks/>
          </p:cNvSpPr>
          <p:nvPr/>
        </p:nvSpPr>
        <p:spPr bwMode="auto">
          <a:xfrm>
            <a:off x="6553200" y="6265860"/>
            <a:ext cx="213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4600" b="1" kern="1200">
                <a:solidFill>
                  <a:srgbClr val="FF3300"/>
                </a:solidFill>
                <a:latin typeface="Garamond" pitchFamily="18" charset="0"/>
                <a:ea typeface="宋体" charset="-122"/>
                <a:cs typeface="+mn-cs"/>
              </a:defRPr>
            </a:lvl1pPr>
            <a:lvl2pPr marL="742950" indent="-28575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2pPr>
            <a:lvl3pPr marL="11430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3pPr>
            <a:lvl4pPr marL="16002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4pPr>
            <a:lvl5pPr marL="20574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5pPr>
            <a:lvl6pPr marL="25146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6pPr>
            <a:lvl7pPr marL="29718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7pPr>
            <a:lvl8pPr marL="34290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8pPr>
            <a:lvl9pPr marL="38862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9pPr>
          </a:lstStyle>
          <a:p>
            <a:pPr eaLnBrk="1" hangingPunct="1"/>
            <a:fld id="{CCE6D788-BCB5-407E-9DED-68D155892338}" type="slidenum">
              <a:rPr lang="en-US" altLang="zh-CN" sz="1400" smtClean="0">
                <a:solidFill>
                  <a:schemeClr val="tx1"/>
                </a:solidFill>
                <a:latin typeface="+mn-lt"/>
              </a:rPr>
              <a:pPr eaLnBrk="1" hangingPunct="1"/>
              <a:t>56</a:t>
            </a:fld>
            <a:endParaRPr lang="en-US" altLang="zh-CN" sz="1400" dirty="0">
              <a:solidFill>
                <a:schemeClr val="tx1"/>
              </a:solidFill>
              <a:latin typeface="+mn-lt"/>
            </a:endParaRPr>
          </a:p>
        </p:txBody>
      </p:sp>
      <p:sp>
        <p:nvSpPr>
          <p:cNvPr id="27" name="Content Placeholder 2">
            <a:extLst>
              <a:ext uri="{FF2B5EF4-FFF2-40B4-BE49-F238E27FC236}">
                <a16:creationId xmlns:a16="http://schemas.microsoft.com/office/drawing/2014/main" id="{A267F687-51B5-174C-891F-5BF04C480C7B}"/>
              </a:ext>
            </a:extLst>
          </p:cNvPr>
          <p:cNvSpPr txBox="1">
            <a:spLocks/>
          </p:cNvSpPr>
          <p:nvPr/>
        </p:nvSpPr>
        <p:spPr>
          <a:xfrm>
            <a:off x="647564" y="1511686"/>
            <a:ext cx="8229600" cy="4967511"/>
          </a:xfrm>
          <a:prstGeom prst="rect">
            <a:avLst/>
          </a:prstGeom>
        </p:spPr>
        <p:txBody>
          <a:bodyPr/>
          <a:lstStyle>
            <a:lvl1pPr marL="342900" indent="-342900" algn="l" rtl="0" eaLnBrk="1" fontAlgn="base" hangingPunct="1">
              <a:spcBef>
                <a:spcPct val="20000"/>
              </a:spcBef>
              <a:spcAft>
                <a:spcPct val="0"/>
              </a:spcAft>
              <a:buChar char="•"/>
              <a:defRPr sz="3200" b="1">
                <a:solidFill>
                  <a:schemeClr val="tx1"/>
                </a:solidFill>
                <a:latin typeface="+mn-lt"/>
                <a:ea typeface="黑体" panose="02010609060101010101" pitchFamily="49" charset="-122"/>
                <a:cs typeface="+mn-cs"/>
              </a:defRPr>
            </a:lvl1pPr>
            <a:lvl2pPr marL="742950" indent="-285750" algn="l" rtl="0" eaLnBrk="1" fontAlgn="base" hangingPunct="1">
              <a:spcBef>
                <a:spcPct val="20000"/>
              </a:spcBef>
              <a:spcAft>
                <a:spcPct val="0"/>
              </a:spcAft>
              <a:buChar char="–"/>
              <a:defRPr sz="2800" b="1">
                <a:solidFill>
                  <a:schemeClr val="tx1"/>
                </a:solidFill>
                <a:latin typeface="+mn-lt"/>
                <a:ea typeface="黑体" panose="02010609060101010101" pitchFamily="49" charset="-122"/>
              </a:defRPr>
            </a:lvl2pPr>
            <a:lvl3pPr marL="1143000" indent="-228600" algn="l" rtl="0" eaLnBrk="1" fontAlgn="base" hangingPunct="1">
              <a:spcBef>
                <a:spcPct val="20000"/>
              </a:spcBef>
              <a:spcAft>
                <a:spcPct val="0"/>
              </a:spcAft>
              <a:buChar char="•"/>
              <a:defRPr sz="2400" b="1">
                <a:solidFill>
                  <a:schemeClr val="tx1"/>
                </a:solidFill>
                <a:latin typeface="+mn-lt"/>
                <a:ea typeface="黑体" panose="02010609060101010101" pitchFamily="49" charset="-122"/>
              </a:defRPr>
            </a:lvl3pPr>
            <a:lvl4pPr marL="1600200" indent="-228600" algn="l" rtl="0" eaLnBrk="1" fontAlgn="base" hangingPunct="1">
              <a:spcBef>
                <a:spcPct val="20000"/>
              </a:spcBef>
              <a:spcAft>
                <a:spcPct val="0"/>
              </a:spcAft>
              <a:buChar char="–"/>
              <a:defRPr sz="2000" b="1">
                <a:solidFill>
                  <a:schemeClr val="tx1"/>
                </a:solidFill>
                <a:latin typeface="+mn-lt"/>
                <a:ea typeface="黑体" panose="02010609060101010101" pitchFamily="49" charset="-122"/>
              </a:defRPr>
            </a:lvl4pPr>
            <a:lvl5pPr marL="2057400" indent="-228600" algn="l" rtl="0" eaLnBrk="1" fontAlgn="base" hangingPunct="1">
              <a:spcBef>
                <a:spcPct val="20000"/>
              </a:spcBef>
              <a:spcAft>
                <a:spcPct val="0"/>
              </a:spcAft>
              <a:buChar char="»"/>
              <a:defRPr sz="2000" b="1">
                <a:solidFill>
                  <a:schemeClr val="tx1"/>
                </a:solidFill>
                <a:latin typeface="+mn-lt"/>
                <a:ea typeface="黑体" panose="02010609060101010101" pitchFamily="49" charset="-122"/>
              </a:defRPr>
            </a:lvl5pPr>
            <a:lvl6pPr marL="2514600" indent="-228600" algn="l" rtl="0" eaLnBrk="1" fontAlgn="base" hangingPunct="1">
              <a:spcBef>
                <a:spcPct val="20000"/>
              </a:spcBef>
              <a:spcAft>
                <a:spcPct val="0"/>
              </a:spcAft>
              <a:buChar char="»"/>
              <a:defRPr sz="2000" b="1">
                <a:solidFill>
                  <a:schemeClr val="tx1"/>
                </a:solidFill>
                <a:latin typeface="+mn-lt"/>
                <a:ea typeface="+mn-ea"/>
              </a:defRPr>
            </a:lvl6pPr>
            <a:lvl7pPr marL="2971800" indent="-228600" algn="l" rtl="0" eaLnBrk="1" fontAlgn="base" hangingPunct="1">
              <a:spcBef>
                <a:spcPct val="20000"/>
              </a:spcBef>
              <a:spcAft>
                <a:spcPct val="0"/>
              </a:spcAft>
              <a:buChar char="»"/>
              <a:defRPr sz="2000" b="1">
                <a:solidFill>
                  <a:schemeClr val="tx1"/>
                </a:solidFill>
                <a:latin typeface="+mn-lt"/>
                <a:ea typeface="+mn-ea"/>
              </a:defRPr>
            </a:lvl7pPr>
            <a:lvl8pPr marL="3429000" indent="-228600" algn="l" rtl="0" eaLnBrk="1" fontAlgn="base" hangingPunct="1">
              <a:spcBef>
                <a:spcPct val="20000"/>
              </a:spcBef>
              <a:spcAft>
                <a:spcPct val="0"/>
              </a:spcAft>
              <a:buChar char="»"/>
              <a:defRPr sz="2000" b="1">
                <a:solidFill>
                  <a:schemeClr val="tx1"/>
                </a:solidFill>
                <a:latin typeface="+mn-lt"/>
                <a:ea typeface="+mn-ea"/>
              </a:defRPr>
            </a:lvl8pPr>
            <a:lvl9pPr marL="3886200" indent="-228600" algn="l" rtl="0" eaLnBrk="1" fontAlgn="base" hangingPunct="1">
              <a:spcBef>
                <a:spcPct val="20000"/>
              </a:spcBef>
              <a:spcAft>
                <a:spcPct val="0"/>
              </a:spcAft>
              <a:buChar char="»"/>
              <a:defRPr sz="2000" b="1">
                <a:solidFill>
                  <a:schemeClr val="tx1"/>
                </a:solidFill>
                <a:latin typeface="+mn-lt"/>
                <a:ea typeface="+mn-ea"/>
              </a:defRPr>
            </a:lvl9pPr>
          </a:lstStyle>
          <a:p>
            <a:r>
              <a:rPr lang="en-US" kern="0" dirty="0" err="1">
                <a:solidFill>
                  <a:srgbClr val="000000"/>
                </a:solidFill>
              </a:rPr>
              <a:t>从布尔表达式到开关电路</a:t>
            </a:r>
            <a:endParaRPr lang="en-US" kern="0" dirty="0">
              <a:solidFill>
                <a:srgbClr val="000000"/>
              </a:solidFill>
            </a:endParaRPr>
          </a:p>
          <a:p>
            <a:r>
              <a:rPr lang="en-US" kern="0" dirty="0" err="1">
                <a:solidFill>
                  <a:srgbClr val="000000"/>
                </a:solidFill>
              </a:rPr>
              <a:t>定义</a:t>
            </a:r>
            <a:r>
              <a:rPr lang="zh-CN" altLang="en-US" kern="0" dirty="0">
                <a:solidFill>
                  <a:srgbClr val="000000"/>
                </a:solidFill>
              </a:rPr>
              <a:t>、分析、设计</a:t>
            </a:r>
            <a:endParaRPr lang="en-MY" altLang="zh-CN" kern="0" dirty="0">
              <a:solidFill>
                <a:srgbClr val="000000"/>
              </a:solidFill>
            </a:endParaRPr>
          </a:p>
          <a:p>
            <a:r>
              <a:rPr lang="zh-CN" altLang="en-US" kern="0" dirty="0"/>
              <a:t>评价指标和冒险</a:t>
            </a:r>
            <a:endParaRPr lang="en-MY" altLang="zh-CN" kern="0" dirty="0"/>
          </a:p>
          <a:p>
            <a:r>
              <a:rPr lang="zh-CN" altLang="en-US" kern="0" dirty="0">
                <a:solidFill>
                  <a:srgbClr val="3333FF"/>
                </a:solidFill>
              </a:rPr>
              <a:t>常用组合逻辑模块</a:t>
            </a:r>
            <a:endParaRPr lang="en-CN" kern="0" dirty="0">
              <a:solidFill>
                <a:srgbClr val="3333FF"/>
              </a:solidFill>
            </a:endParaRPr>
          </a:p>
        </p:txBody>
      </p:sp>
    </p:spTree>
    <p:extLst>
      <p:ext uri="{BB962C8B-B14F-4D97-AF65-F5344CB8AC3E}">
        <p14:creationId xmlns:p14="http://schemas.microsoft.com/office/powerpoint/2010/main" val="241751461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标题 1"/>
          <p:cNvSpPr>
            <a:spLocks noGrp="1"/>
          </p:cNvSpPr>
          <p:nvPr>
            <p:ph type="title"/>
          </p:nvPr>
        </p:nvSpPr>
        <p:spPr>
          <a:xfrm>
            <a:off x="2473991" y="515630"/>
            <a:ext cx="4144697" cy="504800"/>
          </a:xfrm>
        </p:spPr>
        <p:txBody>
          <a:bodyPr/>
          <a:lstStyle/>
          <a:p>
            <a:r>
              <a:rPr lang="zh-CN" altLang="zh-CN" b="1" dirty="0">
                <a:solidFill>
                  <a:schemeClr val="tx1"/>
                </a:solidFill>
              </a:rPr>
              <a:t>常用</a:t>
            </a:r>
            <a:r>
              <a:rPr lang="zh-CN" altLang="en-US" b="1" dirty="0">
                <a:solidFill>
                  <a:schemeClr val="tx1"/>
                </a:solidFill>
              </a:rPr>
              <a:t>组合</a:t>
            </a:r>
            <a:r>
              <a:rPr lang="zh-CN" altLang="zh-CN" b="1" dirty="0">
                <a:solidFill>
                  <a:schemeClr val="tx1"/>
                </a:solidFill>
              </a:rPr>
              <a:t>逻辑</a:t>
            </a:r>
            <a:r>
              <a:rPr lang="zh-CN" altLang="zh-CN" b="1" dirty="0">
                <a:solidFill>
                  <a:schemeClr val="bg1"/>
                </a:solidFill>
              </a:rPr>
              <a:t>化</a:t>
            </a:r>
            <a:endParaRPr lang="zh-CN" altLang="en-US" b="1" dirty="0">
              <a:solidFill>
                <a:schemeClr val="bg1"/>
              </a:solidFill>
            </a:endParaRPr>
          </a:p>
        </p:txBody>
      </p:sp>
      <p:sp>
        <p:nvSpPr>
          <p:cNvPr id="86019" name="内容占位符 2"/>
          <p:cNvSpPr>
            <a:spLocks noGrp="1"/>
          </p:cNvSpPr>
          <p:nvPr>
            <p:ph idx="1"/>
          </p:nvPr>
        </p:nvSpPr>
        <p:spPr>
          <a:xfrm>
            <a:off x="431539" y="1448780"/>
            <a:ext cx="8229600" cy="4716463"/>
          </a:xfrm>
        </p:spPr>
        <p:txBody>
          <a:bodyPr/>
          <a:lstStyle/>
          <a:p>
            <a:r>
              <a:rPr lang="zh-CN" altLang="en-US" sz="3200" dirty="0">
                <a:solidFill>
                  <a:schemeClr val="tx1"/>
                </a:solidFill>
                <a:latin typeface="Arial" panose="020B0604020202020204" pitchFamily="34" charset="0"/>
                <a:cs typeface="Arial" panose="020B0604020202020204" pitchFamily="34" charset="0"/>
              </a:rPr>
              <a:t>编码器 </a:t>
            </a:r>
            <a:r>
              <a:rPr lang="en-US" altLang="zh-CN" sz="3200" dirty="0">
                <a:solidFill>
                  <a:schemeClr val="tx1"/>
                </a:solidFill>
                <a:latin typeface="Arial" panose="020B0604020202020204" pitchFamily="34" charset="0"/>
                <a:cs typeface="Arial" panose="020B0604020202020204" pitchFamily="34" charset="0"/>
              </a:rPr>
              <a:t>encoder</a:t>
            </a:r>
            <a:r>
              <a:rPr lang="zh-CN" altLang="en-US" sz="3200" dirty="0">
                <a:solidFill>
                  <a:schemeClr val="tx1"/>
                </a:solidFill>
                <a:latin typeface="Arial" panose="020B0604020202020204" pitchFamily="34" charset="0"/>
                <a:cs typeface="Arial" panose="020B0604020202020204" pitchFamily="34" charset="0"/>
              </a:rPr>
              <a:t> </a:t>
            </a:r>
            <a:r>
              <a:rPr lang="en-US" altLang="zh-CN" sz="3200" dirty="0">
                <a:solidFill>
                  <a:schemeClr val="tx1"/>
                </a:solidFill>
                <a:latin typeface="Arial" panose="020B0604020202020204" pitchFamily="34" charset="0"/>
                <a:cs typeface="Arial" panose="020B0604020202020204" pitchFamily="34" charset="0"/>
              </a:rPr>
              <a:t>/</a:t>
            </a:r>
            <a:r>
              <a:rPr lang="zh-CN" altLang="en-US" sz="3200" dirty="0">
                <a:solidFill>
                  <a:schemeClr val="tx1"/>
                </a:solidFill>
                <a:latin typeface="Arial" panose="020B0604020202020204" pitchFamily="34" charset="0"/>
                <a:cs typeface="Arial" panose="020B0604020202020204" pitchFamily="34" charset="0"/>
              </a:rPr>
              <a:t> 译码器 </a:t>
            </a:r>
            <a:r>
              <a:rPr lang="en-US" altLang="zh-CN" sz="3200" dirty="0">
                <a:solidFill>
                  <a:schemeClr val="tx1"/>
                </a:solidFill>
                <a:latin typeface="Arial" panose="020B0604020202020204" pitchFamily="34" charset="0"/>
                <a:cs typeface="Arial" panose="020B0604020202020204" pitchFamily="34" charset="0"/>
              </a:rPr>
              <a:t>decoder</a:t>
            </a:r>
          </a:p>
          <a:p>
            <a:r>
              <a:rPr lang="zh-CN" altLang="en-US" sz="3200" dirty="0">
                <a:solidFill>
                  <a:schemeClr val="tx1"/>
                </a:solidFill>
                <a:latin typeface="Arial" panose="020B0604020202020204" pitchFamily="34" charset="0"/>
                <a:cs typeface="Arial" panose="020B0604020202020204" pitchFamily="34" charset="0"/>
              </a:rPr>
              <a:t>多路选择器 </a:t>
            </a:r>
            <a:r>
              <a:rPr lang="en-US" altLang="zh-CN" sz="3200" dirty="0">
                <a:solidFill>
                  <a:schemeClr val="tx1"/>
                </a:solidFill>
                <a:latin typeface="Arial" panose="020B0604020202020204" pitchFamily="34" charset="0"/>
                <a:cs typeface="Arial" panose="020B0604020202020204" pitchFamily="34" charset="0"/>
              </a:rPr>
              <a:t>multiplexer</a:t>
            </a:r>
            <a:r>
              <a:rPr lang="zh-CN" altLang="en-US" sz="3200" dirty="0">
                <a:solidFill>
                  <a:schemeClr val="tx1"/>
                </a:solidFill>
                <a:latin typeface="Arial" panose="020B0604020202020204" pitchFamily="34" charset="0"/>
                <a:cs typeface="Arial" panose="020B0604020202020204" pitchFamily="34" charset="0"/>
              </a:rPr>
              <a:t> </a:t>
            </a:r>
            <a:r>
              <a:rPr lang="en-US" altLang="zh-CN" sz="3200" dirty="0">
                <a:solidFill>
                  <a:schemeClr val="tx1"/>
                </a:solidFill>
                <a:latin typeface="Arial" panose="020B0604020202020204" pitchFamily="34" charset="0"/>
                <a:cs typeface="Arial" panose="020B0604020202020204" pitchFamily="34" charset="0"/>
              </a:rPr>
              <a:t>/</a:t>
            </a:r>
            <a:r>
              <a:rPr lang="zh-CN" altLang="en-US" sz="3200" dirty="0">
                <a:solidFill>
                  <a:schemeClr val="tx1"/>
                </a:solidFill>
                <a:latin typeface="Arial" panose="020B0604020202020204" pitchFamily="34" charset="0"/>
                <a:cs typeface="Arial" panose="020B0604020202020204" pitchFamily="34" charset="0"/>
              </a:rPr>
              <a:t> </a:t>
            </a:r>
            <a:r>
              <a:rPr lang="en-US" altLang="zh-CN" sz="3200" dirty="0">
                <a:solidFill>
                  <a:schemeClr val="tx1"/>
                </a:solidFill>
                <a:latin typeface="Arial" panose="020B0604020202020204" pitchFamily="34" charset="0"/>
                <a:cs typeface="Arial" panose="020B0604020202020204" pitchFamily="34" charset="0"/>
              </a:rPr>
              <a:t>mux</a:t>
            </a:r>
          </a:p>
          <a:p>
            <a:r>
              <a:rPr lang="zh-CN" altLang="en-US" sz="3200" dirty="0">
                <a:solidFill>
                  <a:schemeClr val="tx1"/>
                </a:solidFill>
                <a:latin typeface="Arial" panose="020B0604020202020204" pitchFamily="34" charset="0"/>
                <a:cs typeface="Arial" panose="020B0604020202020204" pitchFamily="34" charset="0"/>
              </a:rPr>
              <a:t>加法器 </a:t>
            </a:r>
            <a:r>
              <a:rPr lang="en-US" altLang="zh-CN" sz="3200" dirty="0">
                <a:solidFill>
                  <a:schemeClr val="tx1"/>
                </a:solidFill>
                <a:latin typeface="Arial" panose="020B0604020202020204" pitchFamily="34" charset="0"/>
                <a:cs typeface="Arial" panose="020B0604020202020204" pitchFamily="34" charset="0"/>
              </a:rPr>
              <a:t>adder</a:t>
            </a:r>
            <a:endParaRPr lang="zh-CN" altLang="en-US" sz="3200" dirty="0">
              <a:solidFill>
                <a:schemeClr val="tx1"/>
              </a:solidFill>
              <a:latin typeface="Arial" panose="020B0604020202020204" pitchFamily="34" charset="0"/>
              <a:cs typeface="Arial" panose="020B0604020202020204" pitchFamily="34" charset="0"/>
            </a:endParaRPr>
          </a:p>
        </p:txBody>
      </p:sp>
      <p:sp>
        <p:nvSpPr>
          <p:cNvPr id="5" name="灯片编号占位符 6">
            <a:extLst>
              <a:ext uri="{FF2B5EF4-FFF2-40B4-BE49-F238E27FC236}">
                <a16:creationId xmlns:a16="http://schemas.microsoft.com/office/drawing/2014/main" id="{AAF2FCF6-BD9A-4447-A9BC-D9D547FE94DF}"/>
              </a:ext>
            </a:extLst>
          </p:cNvPr>
          <p:cNvSpPr txBox="1">
            <a:spLocks/>
          </p:cNvSpPr>
          <p:nvPr/>
        </p:nvSpPr>
        <p:spPr bwMode="auto">
          <a:xfrm>
            <a:off x="6553200" y="6265860"/>
            <a:ext cx="213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4600" b="1" kern="1200">
                <a:solidFill>
                  <a:srgbClr val="FF3300"/>
                </a:solidFill>
                <a:latin typeface="Garamond" pitchFamily="18" charset="0"/>
                <a:ea typeface="宋体" charset="-122"/>
                <a:cs typeface="+mn-cs"/>
              </a:defRPr>
            </a:lvl1pPr>
            <a:lvl2pPr marL="742950" indent="-28575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2pPr>
            <a:lvl3pPr marL="11430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3pPr>
            <a:lvl4pPr marL="16002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4pPr>
            <a:lvl5pPr marL="20574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5pPr>
            <a:lvl6pPr marL="25146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6pPr>
            <a:lvl7pPr marL="29718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7pPr>
            <a:lvl8pPr marL="34290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8pPr>
            <a:lvl9pPr marL="38862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9pPr>
          </a:lstStyle>
          <a:p>
            <a:pPr eaLnBrk="1" hangingPunct="1"/>
            <a:fld id="{CCE6D788-BCB5-407E-9DED-68D155892338}" type="slidenum">
              <a:rPr lang="en-US" altLang="zh-CN" sz="1400" smtClean="0">
                <a:solidFill>
                  <a:schemeClr val="tx1"/>
                </a:solidFill>
                <a:latin typeface="+mn-lt"/>
              </a:rPr>
              <a:pPr eaLnBrk="1" hangingPunct="1"/>
              <a:t>57</a:t>
            </a:fld>
            <a:endParaRPr lang="en-US" altLang="zh-CN" sz="1400" dirty="0">
              <a:solidFill>
                <a:schemeClr val="tx1"/>
              </a:solidFill>
              <a:latin typeface="+mn-lt"/>
            </a:endParaRPr>
          </a:p>
        </p:txBody>
      </p:sp>
    </p:spTree>
    <p:extLst>
      <p:ext uri="{BB962C8B-B14F-4D97-AF65-F5344CB8AC3E}">
        <p14:creationId xmlns:p14="http://schemas.microsoft.com/office/powerpoint/2010/main" val="263202812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标题 1"/>
          <p:cNvSpPr>
            <a:spLocks noGrp="1"/>
          </p:cNvSpPr>
          <p:nvPr>
            <p:ph type="title"/>
          </p:nvPr>
        </p:nvSpPr>
        <p:spPr>
          <a:xfrm>
            <a:off x="457200" y="161764"/>
            <a:ext cx="8229600" cy="1143000"/>
          </a:xfrm>
        </p:spPr>
        <p:txBody>
          <a:bodyPr/>
          <a:lstStyle/>
          <a:p>
            <a:r>
              <a:rPr lang="zh-CN" altLang="en-US" b="1" dirty="0"/>
              <a:t>编码器</a:t>
            </a:r>
            <a:r>
              <a:rPr lang="en-US" altLang="zh-CN" b="1" dirty="0"/>
              <a:t>Encoder</a:t>
            </a:r>
            <a:endParaRPr lang="zh-CN" altLang="en-US" b="1" dirty="0"/>
          </a:p>
        </p:txBody>
      </p:sp>
      <p:sp>
        <p:nvSpPr>
          <p:cNvPr id="87046" name="矩形 24"/>
          <p:cNvSpPr>
            <a:spLocks noChangeArrowheads="1"/>
          </p:cNvSpPr>
          <p:nvPr/>
        </p:nvSpPr>
        <p:spPr bwMode="auto">
          <a:xfrm>
            <a:off x="482860" y="1466781"/>
            <a:ext cx="82296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二进制编码器：用</a:t>
            </a:r>
            <a:r>
              <a:rPr kumimoji="0" lang="en-US" altLang="zh-CN" sz="28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m</a:t>
            </a:r>
            <a:r>
              <a:rPr kumimoji="0" lang="zh-CN" altLang="en-US" sz="28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位二进制代码对</a:t>
            </a:r>
            <a:r>
              <a:rPr kumimoji="0" lang="en-US" altLang="zh-CN" sz="28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n</a:t>
            </a:r>
            <a:r>
              <a:rPr kumimoji="0" lang="en-US" altLang="zh-CN" sz="28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sym typeface="Symbol" pitchFamily="18" charset="2"/>
              </a:rPr>
              <a:t></a:t>
            </a:r>
            <a:r>
              <a:rPr kumimoji="0" lang="en-US" altLang="zh-CN" sz="28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2</a:t>
            </a:r>
            <a:r>
              <a:rPr kumimoji="0" lang="en-US" altLang="zh-CN" sz="2800" b="1" i="1" u="none" strike="noStrike" kern="1200" cap="none" spc="0" normalizeH="0" baseline="30000" noProof="0" dirty="0">
                <a:ln>
                  <a:noFill/>
                </a:ln>
                <a:solidFill>
                  <a:srgbClr val="000000"/>
                </a:solidFill>
                <a:effectLst/>
                <a:uLnTx/>
                <a:uFillTx/>
                <a:latin typeface="黑体" panose="02010609060101010101" pitchFamily="49" charset="-122"/>
                <a:ea typeface="黑体" panose="02010609060101010101" pitchFamily="49" charset="-122"/>
                <a:cs typeface="+mn-cs"/>
              </a:rPr>
              <a:t>m</a:t>
            </a:r>
            <a:r>
              <a:rPr kumimoji="0" lang="zh-CN" altLang="en-US" sz="28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个信号进行编码的电路</a:t>
            </a:r>
          </a:p>
        </p:txBody>
      </p:sp>
      <p:grpSp>
        <p:nvGrpSpPr>
          <p:cNvPr id="25" name="Group 16"/>
          <p:cNvGrpSpPr>
            <a:grpSpLocks/>
          </p:cNvGrpSpPr>
          <p:nvPr/>
        </p:nvGrpSpPr>
        <p:grpSpPr bwMode="auto">
          <a:xfrm>
            <a:off x="1319471" y="3281051"/>
            <a:ext cx="6556377" cy="2052638"/>
            <a:chOff x="923" y="1726"/>
            <a:chExt cx="4130" cy="1293"/>
          </a:xfrm>
        </p:grpSpPr>
        <p:sp>
          <p:nvSpPr>
            <p:cNvPr id="26" name="Rectangle 17"/>
            <p:cNvSpPr>
              <a:spLocks noChangeArrowheads="1"/>
            </p:cNvSpPr>
            <p:nvPr/>
          </p:nvSpPr>
          <p:spPr bwMode="auto">
            <a:xfrm>
              <a:off x="923" y="1726"/>
              <a:ext cx="3991" cy="1293"/>
            </a:xfrm>
            <a:prstGeom prst="rect">
              <a:avLst/>
            </a:prstGeom>
            <a:solidFill>
              <a:srgbClr val="FFFFCC"/>
            </a:solidFill>
            <a:ln w="28575">
              <a:solidFill>
                <a:schemeClr val="tx1"/>
              </a:solidFill>
              <a:miter lim="800000"/>
              <a:headEnd/>
              <a:tailEnd/>
            </a:ln>
            <a:effectLst>
              <a:outerShdw dist="107763" dir="18900000" algn="ctr" rotWithShape="0">
                <a:srgbClr val="808080"/>
              </a:outerShdw>
            </a:effec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mn-ea"/>
                <a:cs typeface="Arial" panose="020B0604020202020204" pitchFamily="34" charset="0"/>
              </a:endParaRPr>
            </a:p>
          </p:txBody>
        </p:sp>
        <p:sp>
          <p:nvSpPr>
            <p:cNvPr id="27" name="Text Box 18"/>
            <p:cNvSpPr txBox="1">
              <a:spLocks noChangeArrowheads="1"/>
            </p:cNvSpPr>
            <p:nvPr/>
          </p:nvSpPr>
          <p:spPr bwMode="auto">
            <a:xfrm>
              <a:off x="3761" y="1839"/>
              <a:ext cx="528"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2800" b="1" i="1" u="none" strike="noStrike" kern="1200" cap="none" spc="0" normalizeH="0" baseline="0" noProof="0" dirty="0">
                  <a:ln>
                    <a:noFill/>
                  </a:ln>
                  <a:solidFill>
                    <a:srgbClr val="FF0066"/>
                  </a:solidFill>
                  <a:effectLst/>
                  <a:uLnTx/>
                  <a:uFillTx/>
                  <a:latin typeface="+mn-lt"/>
                  <a:ea typeface="+mn-ea"/>
                  <a:cs typeface="Arial" panose="020B0604020202020204" pitchFamily="34" charset="0"/>
                </a:rPr>
                <a:t>Y</a:t>
              </a:r>
              <a:r>
                <a:rPr kumimoji="0" lang="en-US" altLang="zh-CN" sz="2800" b="1" i="0" u="none" strike="noStrike" kern="1200" cap="none" spc="0" normalizeH="0" baseline="-25000" noProof="0" dirty="0">
                  <a:ln>
                    <a:noFill/>
                  </a:ln>
                  <a:solidFill>
                    <a:srgbClr val="FF0066"/>
                  </a:solidFill>
                  <a:effectLst/>
                  <a:uLnTx/>
                  <a:uFillTx/>
                  <a:latin typeface="+mn-lt"/>
                  <a:ea typeface="+mn-ea"/>
                  <a:cs typeface="Arial" panose="020B0604020202020204" pitchFamily="34" charset="0"/>
                </a:rPr>
                <a:t>1</a:t>
              </a:r>
            </a:p>
          </p:txBody>
        </p:sp>
        <p:sp>
          <p:nvSpPr>
            <p:cNvPr id="28" name="Text Box 19"/>
            <p:cNvSpPr txBox="1">
              <a:spLocks noChangeArrowheads="1"/>
            </p:cNvSpPr>
            <p:nvPr/>
          </p:nvSpPr>
          <p:spPr bwMode="auto">
            <a:xfrm>
              <a:off x="1601" y="1803"/>
              <a:ext cx="384"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2800" b="1" i="1" u="none" strike="noStrike" kern="1200" cap="none" spc="0" normalizeH="0" baseline="0" noProof="0">
                  <a:ln>
                    <a:noFill/>
                  </a:ln>
                  <a:solidFill>
                    <a:srgbClr val="FF0066"/>
                  </a:solidFill>
                  <a:effectLst/>
                  <a:uLnTx/>
                  <a:uFillTx/>
                  <a:latin typeface="+mn-lt"/>
                  <a:ea typeface="+mn-ea"/>
                  <a:cs typeface="Arial" panose="020B0604020202020204" pitchFamily="34" charset="0"/>
                </a:rPr>
                <a:t>I</a:t>
              </a:r>
              <a:r>
                <a:rPr kumimoji="0" lang="en-US" altLang="zh-CN" sz="2800" b="1" i="0" u="none" strike="noStrike" kern="1200" cap="none" spc="0" normalizeH="0" baseline="-25000" noProof="0">
                  <a:ln>
                    <a:noFill/>
                  </a:ln>
                  <a:solidFill>
                    <a:srgbClr val="FF0066"/>
                  </a:solidFill>
                  <a:effectLst/>
                  <a:uLnTx/>
                  <a:uFillTx/>
                  <a:latin typeface="+mn-lt"/>
                  <a:ea typeface="+mn-ea"/>
                  <a:cs typeface="Arial" panose="020B0604020202020204" pitchFamily="34" charset="0"/>
                </a:rPr>
                <a:t>1</a:t>
              </a:r>
            </a:p>
          </p:txBody>
        </p:sp>
        <p:sp>
          <p:nvSpPr>
            <p:cNvPr id="29" name="Rectangle 20"/>
            <p:cNvSpPr>
              <a:spLocks noChangeArrowheads="1"/>
            </p:cNvSpPr>
            <p:nvPr/>
          </p:nvSpPr>
          <p:spPr bwMode="auto">
            <a:xfrm>
              <a:off x="2177" y="1971"/>
              <a:ext cx="1392" cy="816"/>
            </a:xfrm>
            <a:prstGeom prst="rect">
              <a:avLst/>
            </a:prstGeom>
            <a:solidFill>
              <a:srgbClr val="CCFFFF"/>
            </a:solidFill>
            <a:ln w="38100">
              <a:solidFill>
                <a:srgbClr val="996600"/>
              </a:solidFill>
              <a:miter lim="800000"/>
              <a:headEnd/>
              <a:tailEnd/>
            </a:ln>
            <a:effectLst/>
          </p:spPr>
          <p:txBody>
            <a:bodyPr wrap="none" lIns="90000" tIns="46800" rIns="90000" bIns="468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3200" b="0" i="0" u="none" strike="noStrike" kern="1200" cap="none" spc="0" normalizeH="0" baseline="0" noProof="0" dirty="0">
                  <a:ln>
                    <a:noFill/>
                  </a:ln>
                  <a:solidFill>
                    <a:srgbClr val="996600"/>
                  </a:solidFill>
                  <a:effectLst>
                    <a:outerShdw blurRad="38100" dist="38100" dir="2700000" algn="tl">
                      <a:srgbClr val="000000"/>
                    </a:outerShdw>
                  </a:effectLst>
                  <a:uLnTx/>
                  <a:uFillTx/>
                  <a:latin typeface="+mn-lt"/>
                  <a:ea typeface="+mn-ea"/>
                  <a:cs typeface="Arial" panose="020B0604020202020204" pitchFamily="34" charset="0"/>
                </a:rPr>
                <a:t> </a:t>
              </a:r>
              <a:r>
                <a:rPr lang="zh-CN" altLang="en-US" sz="3200" dirty="0">
                  <a:solidFill>
                    <a:srgbClr val="996600"/>
                  </a:solidFill>
                  <a:effectLst>
                    <a:outerShdw blurRad="38100" dist="38100" dir="2700000" algn="tl">
                      <a:srgbClr val="000000"/>
                    </a:outerShdw>
                  </a:effectLst>
                  <a:latin typeface="+mn-lt"/>
                  <a:ea typeface="+mn-ea"/>
                  <a:cs typeface="Arial" panose="020B0604020202020204" pitchFamily="34" charset="0"/>
                </a:rPr>
                <a:t>编码器</a:t>
              </a:r>
              <a:endParaRPr kumimoji="0" lang="zh-CN" altLang="en-US" sz="3200" b="0" i="0" u="none" strike="noStrike" kern="1200" cap="none" spc="0" normalizeH="0" baseline="0" noProof="0" dirty="0">
                <a:ln>
                  <a:noFill/>
                </a:ln>
                <a:solidFill>
                  <a:srgbClr val="996600"/>
                </a:solidFill>
                <a:effectLst>
                  <a:outerShdw blurRad="38100" dist="38100" dir="2700000" algn="tl">
                    <a:srgbClr val="000000"/>
                  </a:outerShdw>
                </a:effectLst>
                <a:uLnTx/>
                <a:uFillTx/>
                <a:latin typeface="+mn-lt"/>
                <a:ea typeface="+mn-ea"/>
                <a:cs typeface="Arial" panose="020B0604020202020204" pitchFamily="34" charset="0"/>
              </a:endParaRPr>
            </a:p>
          </p:txBody>
        </p:sp>
        <p:sp>
          <p:nvSpPr>
            <p:cNvPr id="30" name="Line 21"/>
            <p:cNvSpPr>
              <a:spLocks noChangeShapeType="1"/>
            </p:cNvSpPr>
            <p:nvPr/>
          </p:nvSpPr>
          <p:spPr bwMode="auto">
            <a:xfrm>
              <a:off x="3569" y="2066"/>
              <a:ext cx="272" cy="0"/>
            </a:xfrm>
            <a:prstGeom prst="line">
              <a:avLst/>
            </a:prstGeom>
            <a:noFill/>
            <a:ln w="28575">
              <a:solidFill>
                <a:srgbClr val="996600"/>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mn-ea"/>
                <a:cs typeface="Arial" panose="020B0604020202020204" pitchFamily="34" charset="0"/>
              </a:endParaRPr>
            </a:p>
          </p:txBody>
        </p:sp>
        <p:sp>
          <p:nvSpPr>
            <p:cNvPr id="31" name="Line 22"/>
            <p:cNvSpPr>
              <a:spLocks noChangeShapeType="1"/>
            </p:cNvSpPr>
            <p:nvPr/>
          </p:nvSpPr>
          <p:spPr bwMode="auto">
            <a:xfrm>
              <a:off x="3713" y="2307"/>
              <a:ext cx="0" cy="336"/>
            </a:xfrm>
            <a:prstGeom prst="line">
              <a:avLst/>
            </a:prstGeom>
            <a:noFill/>
            <a:ln w="28575">
              <a:solidFill>
                <a:srgbClr val="996600"/>
              </a:solidFill>
              <a:prstDash val="sysDot"/>
              <a:round/>
              <a:headEnd/>
              <a:tailEnd/>
            </a:ln>
            <a:extLst>
              <a:ext uri="{909E8E84-426E-40DD-AFC4-6F175D3DCCD1}">
                <a14:hiddenFill xmlns:a14="http://schemas.microsoft.com/office/drawing/2010/main">
                  <a:noFill/>
                </a14:hiddenFill>
              </a:ext>
            </a:ex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mn-ea"/>
                <a:cs typeface="Arial" panose="020B0604020202020204" pitchFamily="34" charset="0"/>
              </a:endParaRPr>
            </a:p>
          </p:txBody>
        </p:sp>
        <p:sp>
          <p:nvSpPr>
            <p:cNvPr id="32" name="Line 23"/>
            <p:cNvSpPr>
              <a:spLocks noChangeShapeType="1"/>
            </p:cNvSpPr>
            <p:nvPr/>
          </p:nvSpPr>
          <p:spPr bwMode="auto">
            <a:xfrm>
              <a:off x="1985" y="2307"/>
              <a:ext cx="0" cy="336"/>
            </a:xfrm>
            <a:prstGeom prst="line">
              <a:avLst/>
            </a:prstGeom>
            <a:noFill/>
            <a:ln w="28575">
              <a:solidFill>
                <a:srgbClr val="996600"/>
              </a:solidFill>
              <a:prstDash val="sysDot"/>
              <a:round/>
              <a:headEnd/>
              <a:tailEnd/>
            </a:ln>
            <a:extLst>
              <a:ext uri="{909E8E84-426E-40DD-AFC4-6F175D3DCCD1}">
                <a14:hiddenFill xmlns:a14="http://schemas.microsoft.com/office/drawing/2010/main">
                  <a:noFill/>
                </a14:hiddenFill>
              </a:ext>
            </a:ex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mn-ea"/>
                <a:cs typeface="Arial" panose="020B0604020202020204" pitchFamily="34" charset="0"/>
              </a:endParaRPr>
            </a:p>
          </p:txBody>
        </p:sp>
        <p:sp>
          <p:nvSpPr>
            <p:cNvPr id="33" name="Text Box 24"/>
            <p:cNvSpPr txBox="1">
              <a:spLocks noChangeArrowheads="1"/>
            </p:cNvSpPr>
            <p:nvPr/>
          </p:nvSpPr>
          <p:spPr bwMode="auto">
            <a:xfrm>
              <a:off x="3785" y="2127"/>
              <a:ext cx="480"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2800" b="1" i="1" u="none" strike="noStrike" kern="1200" cap="none" spc="0" normalizeH="0" baseline="0" noProof="0">
                  <a:ln>
                    <a:noFill/>
                  </a:ln>
                  <a:solidFill>
                    <a:srgbClr val="FF0066"/>
                  </a:solidFill>
                  <a:effectLst/>
                  <a:uLnTx/>
                  <a:uFillTx/>
                  <a:latin typeface="+mn-lt"/>
                  <a:ea typeface="+mn-ea"/>
                  <a:cs typeface="Arial" panose="020B0604020202020204" pitchFamily="34" charset="0"/>
                </a:rPr>
                <a:t>Y</a:t>
              </a:r>
              <a:r>
                <a:rPr kumimoji="0" lang="en-US" altLang="zh-CN" sz="2800" b="1" i="0" u="none" strike="noStrike" kern="1200" cap="none" spc="0" normalizeH="0" baseline="-25000" noProof="0">
                  <a:ln>
                    <a:noFill/>
                  </a:ln>
                  <a:solidFill>
                    <a:srgbClr val="FF0066"/>
                  </a:solidFill>
                  <a:effectLst/>
                  <a:uLnTx/>
                  <a:uFillTx/>
                  <a:latin typeface="+mn-lt"/>
                  <a:ea typeface="+mn-ea"/>
                  <a:cs typeface="Arial" panose="020B0604020202020204" pitchFamily="34" charset="0"/>
                </a:rPr>
                <a:t>2</a:t>
              </a:r>
            </a:p>
          </p:txBody>
        </p:sp>
        <p:sp>
          <p:nvSpPr>
            <p:cNvPr id="34" name="Text Box 25"/>
            <p:cNvSpPr txBox="1">
              <a:spLocks noChangeArrowheads="1"/>
            </p:cNvSpPr>
            <p:nvPr/>
          </p:nvSpPr>
          <p:spPr bwMode="auto">
            <a:xfrm>
              <a:off x="3785" y="2535"/>
              <a:ext cx="480"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2800" b="1" i="1" u="none" strike="noStrike" kern="1200" cap="none" spc="0" normalizeH="0" baseline="0" noProof="0">
                  <a:ln>
                    <a:noFill/>
                  </a:ln>
                  <a:solidFill>
                    <a:srgbClr val="FF0066"/>
                  </a:solidFill>
                  <a:effectLst/>
                  <a:uLnTx/>
                  <a:uFillTx/>
                  <a:latin typeface="+mn-lt"/>
                  <a:ea typeface="+mn-ea"/>
                  <a:cs typeface="Arial" panose="020B0604020202020204" pitchFamily="34" charset="0"/>
                </a:rPr>
                <a:t>Y</a:t>
              </a:r>
              <a:r>
                <a:rPr kumimoji="0" lang="en-US" altLang="zh-CN" sz="2800" b="1" i="1" u="none" strike="noStrike" kern="1200" cap="none" spc="0" normalizeH="0" baseline="-25000" noProof="0">
                  <a:ln>
                    <a:noFill/>
                  </a:ln>
                  <a:solidFill>
                    <a:srgbClr val="FF0066"/>
                  </a:solidFill>
                  <a:effectLst/>
                  <a:uLnTx/>
                  <a:uFillTx/>
                  <a:latin typeface="+mn-lt"/>
                  <a:ea typeface="+mn-ea"/>
                  <a:cs typeface="Arial" panose="020B0604020202020204" pitchFamily="34" charset="0"/>
                </a:rPr>
                <a:t>m</a:t>
              </a:r>
            </a:p>
          </p:txBody>
        </p:sp>
        <p:sp>
          <p:nvSpPr>
            <p:cNvPr id="35" name="Text Box 26"/>
            <p:cNvSpPr txBox="1">
              <a:spLocks noChangeArrowheads="1"/>
            </p:cNvSpPr>
            <p:nvPr/>
          </p:nvSpPr>
          <p:spPr bwMode="auto">
            <a:xfrm>
              <a:off x="1601" y="2091"/>
              <a:ext cx="384"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2800" b="1" i="1" u="none" strike="noStrike" kern="1200" cap="none" spc="0" normalizeH="0" baseline="0" noProof="0">
                  <a:ln>
                    <a:noFill/>
                  </a:ln>
                  <a:solidFill>
                    <a:srgbClr val="FF0066"/>
                  </a:solidFill>
                  <a:effectLst/>
                  <a:uLnTx/>
                  <a:uFillTx/>
                  <a:latin typeface="+mn-lt"/>
                  <a:ea typeface="+mn-ea"/>
                  <a:cs typeface="Arial" panose="020B0604020202020204" pitchFamily="34" charset="0"/>
                </a:rPr>
                <a:t>I</a:t>
              </a:r>
              <a:r>
                <a:rPr kumimoji="0" lang="en-US" altLang="zh-CN" sz="2800" b="1" i="0" u="none" strike="noStrike" kern="1200" cap="none" spc="0" normalizeH="0" baseline="-25000" noProof="0">
                  <a:ln>
                    <a:noFill/>
                  </a:ln>
                  <a:solidFill>
                    <a:srgbClr val="FF0066"/>
                  </a:solidFill>
                  <a:effectLst/>
                  <a:uLnTx/>
                  <a:uFillTx/>
                  <a:latin typeface="+mn-lt"/>
                  <a:ea typeface="+mn-ea"/>
                  <a:cs typeface="Arial" panose="020B0604020202020204" pitchFamily="34" charset="0"/>
                </a:rPr>
                <a:t>2</a:t>
              </a:r>
            </a:p>
          </p:txBody>
        </p:sp>
        <p:sp>
          <p:nvSpPr>
            <p:cNvPr id="36" name="Text Box 27"/>
            <p:cNvSpPr txBox="1">
              <a:spLocks noChangeArrowheads="1"/>
            </p:cNvSpPr>
            <p:nvPr/>
          </p:nvSpPr>
          <p:spPr bwMode="auto">
            <a:xfrm>
              <a:off x="1601" y="2499"/>
              <a:ext cx="384"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2800" b="1" i="1" u="none" strike="noStrike" kern="1200" cap="none" spc="0" normalizeH="0" baseline="0" noProof="0">
                  <a:ln>
                    <a:noFill/>
                  </a:ln>
                  <a:solidFill>
                    <a:srgbClr val="FF0066"/>
                  </a:solidFill>
                  <a:effectLst/>
                  <a:uLnTx/>
                  <a:uFillTx/>
                  <a:latin typeface="+mn-lt"/>
                  <a:ea typeface="+mn-ea"/>
                  <a:cs typeface="Arial" panose="020B0604020202020204" pitchFamily="34" charset="0"/>
                </a:rPr>
                <a:t>I</a:t>
              </a:r>
              <a:r>
                <a:rPr kumimoji="0" lang="en-US" altLang="zh-CN" sz="2800" b="1" i="1" u="none" strike="noStrike" kern="1200" cap="none" spc="0" normalizeH="0" baseline="-25000" noProof="0">
                  <a:ln>
                    <a:noFill/>
                  </a:ln>
                  <a:solidFill>
                    <a:srgbClr val="FF0066"/>
                  </a:solidFill>
                  <a:effectLst/>
                  <a:uLnTx/>
                  <a:uFillTx/>
                  <a:latin typeface="+mn-lt"/>
                  <a:ea typeface="+mn-ea"/>
                  <a:cs typeface="Arial" panose="020B0604020202020204" pitchFamily="34" charset="0"/>
                </a:rPr>
                <a:t>n</a:t>
              </a:r>
            </a:p>
          </p:txBody>
        </p:sp>
        <p:sp>
          <p:nvSpPr>
            <p:cNvPr id="37" name="Text Box 28"/>
            <p:cNvSpPr txBox="1">
              <a:spLocks noChangeArrowheads="1"/>
            </p:cNvSpPr>
            <p:nvPr/>
          </p:nvSpPr>
          <p:spPr bwMode="auto">
            <a:xfrm>
              <a:off x="4084" y="2238"/>
              <a:ext cx="969"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square" lIns="90000" tIns="46800" rIns="90000" bIns="46800">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zh-CN" altLang="en-US" sz="2800" b="1" i="0" u="none" strike="noStrike" kern="1200" cap="none" spc="0" normalizeH="0" baseline="0" noProof="0" dirty="0">
                  <a:ln>
                    <a:noFill/>
                  </a:ln>
                  <a:solidFill>
                    <a:srgbClr val="0033CC"/>
                  </a:solidFill>
                  <a:effectLst/>
                  <a:uLnTx/>
                  <a:uFillTx/>
                  <a:latin typeface="+mn-lt"/>
                  <a:ea typeface="+mn-ea"/>
                  <a:cs typeface="Arial" panose="020B0604020202020204" pitchFamily="34" charset="0"/>
                </a:rPr>
                <a:t>输出</a:t>
              </a:r>
            </a:p>
          </p:txBody>
        </p:sp>
        <p:sp>
          <p:nvSpPr>
            <p:cNvPr id="38" name="Text Box 29"/>
            <p:cNvSpPr txBox="1">
              <a:spLocks noChangeArrowheads="1"/>
            </p:cNvSpPr>
            <p:nvPr/>
          </p:nvSpPr>
          <p:spPr bwMode="auto">
            <a:xfrm>
              <a:off x="1118" y="2238"/>
              <a:ext cx="843"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square" lIns="90000" tIns="46800" rIns="90000" bIns="46800">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lang="zh-CN" altLang="en-US" sz="2800" dirty="0">
                  <a:solidFill>
                    <a:srgbClr val="0033CC"/>
                  </a:solidFill>
                  <a:latin typeface="+mn-lt"/>
                  <a:ea typeface="+mn-ea"/>
                  <a:cs typeface="Arial" panose="020B0604020202020204" pitchFamily="34" charset="0"/>
                </a:rPr>
                <a:t>输入</a:t>
              </a:r>
              <a:endParaRPr kumimoji="0" lang="zh-CN" altLang="en-US" sz="2800" b="1" i="0" u="none" strike="noStrike" kern="1200" cap="none" spc="0" normalizeH="0" baseline="0" noProof="0" dirty="0">
                <a:ln>
                  <a:noFill/>
                </a:ln>
                <a:solidFill>
                  <a:srgbClr val="0033CC"/>
                </a:solidFill>
                <a:effectLst/>
                <a:uLnTx/>
                <a:uFillTx/>
                <a:latin typeface="+mn-lt"/>
                <a:ea typeface="+mn-ea"/>
                <a:cs typeface="Arial" panose="020B0604020202020204" pitchFamily="34" charset="0"/>
              </a:endParaRPr>
            </a:p>
          </p:txBody>
        </p:sp>
        <p:sp>
          <p:nvSpPr>
            <p:cNvPr id="39" name="Line 31"/>
            <p:cNvSpPr>
              <a:spLocks noChangeShapeType="1"/>
            </p:cNvSpPr>
            <p:nvPr/>
          </p:nvSpPr>
          <p:spPr bwMode="auto">
            <a:xfrm>
              <a:off x="3571" y="2243"/>
              <a:ext cx="272" cy="0"/>
            </a:xfrm>
            <a:prstGeom prst="line">
              <a:avLst/>
            </a:prstGeom>
            <a:noFill/>
            <a:ln w="28575">
              <a:solidFill>
                <a:srgbClr val="996600"/>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mn-ea"/>
                <a:cs typeface="Arial" panose="020B0604020202020204" pitchFamily="34" charset="0"/>
              </a:endParaRPr>
            </a:p>
          </p:txBody>
        </p:sp>
        <p:sp>
          <p:nvSpPr>
            <p:cNvPr id="40" name="Line 32"/>
            <p:cNvSpPr>
              <a:spLocks noChangeShapeType="1"/>
            </p:cNvSpPr>
            <p:nvPr/>
          </p:nvSpPr>
          <p:spPr bwMode="auto">
            <a:xfrm>
              <a:off x="3570" y="2691"/>
              <a:ext cx="272" cy="0"/>
            </a:xfrm>
            <a:prstGeom prst="line">
              <a:avLst/>
            </a:prstGeom>
            <a:noFill/>
            <a:ln w="28575">
              <a:solidFill>
                <a:srgbClr val="996600"/>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mn-ea"/>
                <a:cs typeface="Arial" panose="020B0604020202020204" pitchFamily="34" charset="0"/>
              </a:endParaRPr>
            </a:p>
          </p:txBody>
        </p:sp>
        <p:sp>
          <p:nvSpPr>
            <p:cNvPr id="41" name="Line 33"/>
            <p:cNvSpPr>
              <a:spLocks noChangeShapeType="1"/>
            </p:cNvSpPr>
            <p:nvPr/>
          </p:nvSpPr>
          <p:spPr bwMode="auto">
            <a:xfrm>
              <a:off x="1893" y="2243"/>
              <a:ext cx="272" cy="0"/>
            </a:xfrm>
            <a:prstGeom prst="line">
              <a:avLst/>
            </a:prstGeom>
            <a:noFill/>
            <a:ln w="28575">
              <a:solidFill>
                <a:srgbClr val="996600"/>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mn-ea"/>
                <a:cs typeface="Arial" panose="020B0604020202020204" pitchFamily="34" charset="0"/>
              </a:endParaRPr>
            </a:p>
          </p:txBody>
        </p:sp>
        <p:sp>
          <p:nvSpPr>
            <p:cNvPr id="42" name="Line 34"/>
            <p:cNvSpPr>
              <a:spLocks noChangeShapeType="1"/>
            </p:cNvSpPr>
            <p:nvPr/>
          </p:nvSpPr>
          <p:spPr bwMode="auto">
            <a:xfrm>
              <a:off x="1908" y="2691"/>
              <a:ext cx="272" cy="0"/>
            </a:xfrm>
            <a:prstGeom prst="line">
              <a:avLst/>
            </a:prstGeom>
            <a:noFill/>
            <a:ln w="28575">
              <a:solidFill>
                <a:srgbClr val="996600"/>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mn-ea"/>
                <a:cs typeface="Arial" panose="020B0604020202020204" pitchFamily="34" charset="0"/>
              </a:endParaRPr>
            </a:p>
          </p:txBody>
        </p:sp>
        <p:sp>
          <p:nvSpPr>
            <p:cNvPr id="43" name="Line 35"/>
            <p:cNvSpPr>
              <a:spLocks noChangeShapeType="1"/>
            </p:cNvSpPr>
            <p:nvPr/>
          </p:nvSpPr>
          <p:spPr bwMode="auto">
            <a:xfrm>
              <a:off x="1902" y="2066"/>
              <a:ext cx="272" cy="0"/>
            </a:xfrm>
            <a:prstGeom prst="line">
              <a:avLst/>
            </a:prstGeom>
            <a:noFill/>
            <a:ln w="28575">
              <a:solidFill>
                <a:srgbClr val="996600"/>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mn-ea"/>
                <a:cs typeface="Arial" panose="020B0604020202020204" pitchFamily="34" charset="0"/>
              </a:endParaRPr>
            </a:p>
          </p:txBody>
        </p:sp>
      </p:grpSp>
      <p:sp>
        <p:nvSpPr>
          <p:cNvPr id="24" name="灯片编号占位符 6">
            <a:extLst>
              <a:ext uri="{FF2B5EF4-FFF2-40B4-BE49-F238E27FC236}">
                <a16:creationId xmlns:a16="http://schemas.microsoft.com/office/drawing/2014/main" id="{511969EA-69A6-2641-AB92-6DCCBE6E5B57}"/>
              </a:ext>
            </a:extLst>
          </p:cNvPr>
          <p:cNvSpPr txBox="1">
            <a:spLocks/>
          </p:cNvSpPr>
          <p:nvPr/>
        </p:nvSpPr>
        <p:spPr bwMode="auto">
          <a:xfrm>
            <a:off x="6553200" y="6265860"/>
            <a:ext cx="213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4600" b="1" kern="1200">
                <a:solidFill>
                  <a:srgbClr val="FF3300"/>
                </a:solidFill>
                <a:latin typeface="Garamond" pitchFamily="18" charset="0"/>
                <a:ea typeface="宋体" charset="-122"/>
                <a:cs typeface="+mn-cs"/>
              </a:defRPr>
            </a:lvl1pPr>
            <a:lvl2pPr marL="742950" indent="-28575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2pPr>
            <a:lvl3pPr marL="11430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3pPr>
            <a:lvl4pPr marL="16002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4pPr>
            <a:lvl5pPr marL="20574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5pPr>
            <a:lvl6pPr marL="25146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6pPr>
            <a:lvl7pPr marL="29718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7pPr>
            <a:lvl8pPr marL="34290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8pPr>
            <a:lvl9pPr marL="38862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9pPr>
          </a:lstStyle>
          <a:p>
            <a:pPr eaLnBrk="1" hangingPunct="1"/>
            <a:fld id="{CCE6D788-BCB5-407E-9DED-68D155892338}" type="slidenum">
              <a:rPr lang="en-US" altLang="zh-CN" sz="1400" smtClean="0">
                <a:solidFill>
                  <a:schemeClr val="tx1"/>
                </a:solidFill>
                <a:latin typeface="+mn-lt"/>
              </a:rPr>
              <a:pPr eaLnBrk="1" hangingPunct="1"/>
              <a:t>58</a:t>
            </a:fld>
            <a:endParaRPr lang="en-US" altLang="zh-CN" sz="1400" dirty="0">
              <a:solidFill>
                <a:schemeClr val="tx1"/>
              </a:solidFill>
              <a:latin typeface="+mn-lt"/>
            </a:endParaRPr>
          </a:p>
        </p:txBody>
      </p:sp>
    </p:spTree>
    <p:extLst>
      <p:ext uri="{BB962C8B-B14F-4D97-AF65-F5344CB8AC3E}">
        <p14:creationId xmlns:p14="http://schemas.microsoft.com/office/powerpoint/2010/main" val="353831885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0" name="标题 1"/>
          <p:cNvSpPr>
            <a:spLocks noGrp="1"/>
          </p:cNvSpPr>
          <p:nvPr>
            <p:ph type="title"/>
          </p:nvPr>
        </p:nvSpPr>
        <p:spPr>
          <a:xfrm>
            <a:off x="644836" y="162652"/>
            <a:ext cx="8229600" cy="1143000"/>
          </a:xfrm>
        </p:spPr>
        <p:txBody>
          <a:bodyPr/>
          <a:lstStyle/>
          <a:p>
            <a:r>
              <a:rPr lang="en-US" altLang="zh-CN" b="1" dirty="0">
                <a:solidFill>
                  <a:schemeClr val="tx1"/>
                </a:solidFill>
              </a:rPr>
              <a:t>4-2</a:t>
            </a:r>
            <a:r>
              <a:rPr lang="zh-CN" altLang="en-US" b="1" dirty="0">
                <a:solidFill>
                  <a:schemeClr val="tx1"/>
                </a:solidFill>
              </a:rPr>
              <a:t>线编码器的实现 </a:t>
            </a:r>
            <a:endParaRPr lang="zh-CN" altLang="en-US" dirty="0">
              <a:solidFill>
                <a:schemeClr val="tx1"/>
              </a:solidFill>
            </a:endParaRPr>
          </a:p>
        </p:txBody>
      </p:sp>
      <p:grpSp>
        <p:nvGrpSpPr>
          <p:cNvPr id="2" name="Group 117"/>
          <p:cNvGrpSpPr>
            <a:grpSpLocks/>
          </p:cNvGrpSpPr>
          <p:nvPr/>
        </p:nvGrpSpPr>
        <p:grpSpPr bwMode="auto">
          <a:xfrm>
            <a:off x="71438" y="2449513"/>
            <a:ext cx="3160712" cy="806450"/>
            <a:chOff x="45" y="1543"/>
            <a:chExt cx="1991" cy="508"/>
          </a:xfrm>
        </p:grpSpPr>
        <p:sp>
          <p:nvSpPr>
            <p:cNvPr id="5" name="Rectangle 26"/>
            <p:cNvSpPr>
              <a:spLocks noChangeArrowheads="1"/>
            </p:cNvSpPr>
            <p:nvPr/>
          </p:nvSpPr>
          <p:spPr bwMode="auto">
            <a:xfrm>
              <a:off x="45" y="1633"/>
              <a:ext cx="341" cy="327"/>
            </a:xfrm>
            <a:prstGeom prst="rect">
              <a:avLst/>
            </a:prstGeom>
            <a:noFill/>
            <a:ln w="12700" cap="sq">
              <a:noFill/>
              <a:miter lim="800000"/>
              <a:headEnd type="none" w="sm" len="sm"/>
              <a:tailEnd type="none" w="sm" len="sm"/>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outerShdw blurRad="38100" dist="38100" dir="2700000" algn="tl">
                      <a:srgbClr val="C0C0C0"/>
                    </a:outerShdw>
                  </a:effectLst>
                  <a:uLnTx/>
                  <a:uFillTx/>
                  <a:latin typeface="+mn-lt"/>
                  <a:ea typeface="+mn-ea"/>
                  <a:cs typeface="+mn-cs"/>
                </a:rPr>
                <a:t>⑴</a:t>
              </a:r>
            </a:p>
          </p:txBody>
        </p:sp>
        <p:grpSp>
          <p:nvGrpSpPr>
            <p:cNvPr id="20539" name="Group 116"/>
            <p:cNvGrpSpPr>
              <a:grpSpLocks/>
            </p:cNvGrpSpPr>
            <p:nvPr/>
          </p:nvGrpSpPr>
          <p:grpSpPr bwMode="auto">
            <a:xfrm>
              <a:off x="476" y="1543"/>
              <a:ext cx="1560" cy="508"/>
              <a:chOff x="476" y="1543"/>
              <a:chExt cx="1560" cy="508"/>
            </a:xfrm>
          </p:grpSpPr>
          <p:graphicFrame>
            <p:nvGraphicFramePr>
              <p:cNvPr id="20496" name="Object 2"/>
              <p:cNvGraphicFramePr>
                <a:graphicFrameLocks noChangeAspect="1"/>
              </p:cNvGraphicFramePr>
              <p:nvPr/>
            </p:nvGraphicFramePr>
            <p:xfrm>
              <a:off x="884" y="1549"/>
              <a:ext cx="335" cy="502"/>
            </p:xfrm>
            <a:graphic>
              <a:graphicData uri="http://schemas.openxmlformats.org/presentationml/2006/ole">
                <mc:AlternateContent xmlns:mc="http://schemas.openxmlformats.org/markup-compatibility/2006">
                  <mc:Choice xmlns:v="urn:schemas-microsoft-com:vml" Requires="v">
                    <p:oleObj name="Image" r:id="rId3" imgW="3151430" imgH="4727144" progId="Photoshop.Image.5">
                      <p:embed/>
                    </p:oleObj>
                  </mc:Choice>
                  <mc:Fallback>
                    <p:oleObj name="Image" r:id="rId3" imgW="3151430" imgH="4727144" progId="Photoshop.Image.5">
                      <p:embed/>
                      <p:pic>
                        <p:nvPicPr>
                          <p:cNvPr id="20496" name="Object 2"/>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84" y="1549"/>
                            <a:ext cx="335" cy="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497" name="Object 3"/>
              <p:cNvGraphicFramePr>
                <a:graphicFrameLocks noChangeAspect="1"/>
              </p:cNvGraphicFramePr>
              <p:nvPr/>
            </p:nvGraphicFramePr>
            <p:xfrm>
              <a:off x="476" y="1549"/>
              <a:ext cx="335" cy="502"/>
            </p:xfrm>
            <a:graphic>
              <a:graphicData uri="http://schemas.openxmlformats.org/presentationml/2006/ole">
                <mc:AlternateContent xmlns:mc="http://schemas.openxmlformats.org/markup-compatibility/2006">
                  <mc:Choice xmlns:v="urn:schemas-microsoft-com:vml" Requires="v">
                    <p:oleObj name="Image" r:id="rId5" imgW="3151430" imgH="4727144" progId="Photoshop.Image.5">
                      <p:embed/>
                    </p:oleObj>
                  </mc:Choice>
                  <mc:Fallback>
                    <p:oleObj name="Image" r:id="rId5" imgW="3151430" imgH="4727144" progId="Photoshop.Image.5">
                      <p:embed/>
                      <p:pic>
                        <p:nvPicPr>
                          <p:cNvPr id="20497" name="Object 3"/>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76" y="1549"/>
                            <a:ext cx="335" cy="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498" name="Object 4"/>
              <p:cNvGraphicFramePr>
                <a:graphicFrameLocks noChangeAspect="1"/>
              </p:cNvGraphicFramePr>
              <p:nvPr/>
            </p:nvGraphicFramePr>
            <p:xfrm>
              <a:off x="1292" y="1543"/>
              <a:ext cx="335" cy="502"/>
            </p:xfrm>
            <a:graphic>
              <a:graphicData uri="http://schemas.openxmlformats.org/presentationml/2006/ole">
                <mc:AlternateContent xmlns:mc="http://schemas.openxmlformats.org/markup-compatibility/2006">
                  <mc:Choice xmlns:v="urn:schemas-microsoft-com:vml" Requires="v">
                    <p:oleObj name="Image" r:id="rId6" imgW="3151430" imgH="4727144" progId="Photoshop.Image.5">
                      <p:embed/>
                    </p:oleObj>
                  </mc:Choice>
                  <mc:Fallback>
                    <p:oleObj name="Image" r:id="rId6" imgW="3151430" imgH="4727144" progId="Photoshop.Image.5">
                      <p:embed/>
                      <p:pic>
                        <p:nvPicPr>
                          <p:cNvPr id="20498" name="Object 4"/>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292" y="1543"/>
                            <a:ext cx="335" cy="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499" name="Object 5"/>
              <p:cNvGraphicFramePr>
                <a:graphicFrameLocks noChangeAspect="1"/>
              </p:cNvGraphicFramePr>
              <p:nvPr/>
            </p:nvGraphicFramePr>
            <p:xfrm>
              <a:off x="1701" y="1543"/>
              <a:ext cx="335" cy="502"/>
            </p:xfrm>
            <a:graphic>
              <a:graphicData uri="http://schemas.openxmlformats.org/presentationml/2006/ole">
                <mc:AlternateContent xmlns:mc="http://schemas.openxmlformats.org/markup-compatibility/2006">
                  <mc:Choice xmlns:v="urn:schemas-microsoft-com:vml" Requires="v">
                    <p:oleObj name="Image" r:id="rId7" imgW="3151430" imgH="4727144" progId="Photoshop.Image.5">
                      <p:embed/>
                    </p:oleObj>
                  </mc:Choice>
                  <mc:Fallback>
                    <p:oleObj name="Image" r:id="rId7" imgW="3151430" imgH="4727144" progId="Photoshop.Image.5">
                      <p:embed/>
                      <p:pic>
                        <p:nvPicPr>
                          <p:cNvPr id="20499" name="Object 5"/>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701" y="1543"/>
                            <a:ext cx="335" cy="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grpSp>
        <p:nvGrpSpPr>
          <p:cNvPr id="4" name="Group 120"/>
          <p:cNvGrpSpPr>
            <a:grpSpLocks/>
          </p:cNvGrpSpPr>
          <p:nvPr/>
        </p:nvGrpSpPr>
        <p:grpSpPr bwMode="auto">
          <a:xfrm>
            <a:off x="107950" y="5487988"/>
            <a:ext cx="3051175" cy="801687"/>
            <a:chOff x="68" y="3457"/>
            <a:chExt cx="1922" cy="505"/>
          </a:xfrm>
        </p:grpSpPr>
        <p:graphicFrame>
          <p:nvGraphicFramePr>
            <p:cNvPr id="20492" name="Object 6"/>
            <p:cNvGraphicFramePr>
              <a:graphicFrameLocks noChangeAspect="1"/>
            </p:cNvGraphicFramePr>
            <p:nvPr/>
          </p:nvGraphicFramePr>
          <p:xfrm>
            <a:off x="522" y="3460"/>
            <a:ext cx="335" cy="502"/>
          </p:xfrm>
          <a:graphic>
            <a:graphicData uri="http://schemas.openxmlformats.org/presentationml/2006/ole">
              <mc:AlternateContent xmlns:mc="http://schemas.openxmlformats.org/markup-compatibility/2006">
                <mc:Choice xmlns:v="urn:schemas-microsoft-com:vml" Requires="v">
                  <p:oleObj name="Image" r:id="rId8" imgW="3151430" imgH="4727144" progId="Photoshop.Image.5">
                    <p:embed/>
                  </p:oleObj>
                </mc:Choice>
                <mc:Fallback>
                  <p:oleObj name="Image" r:id="rId8" imgW="3151430" imgH="4727144" progId="Photoshop.Image.5">
                    <p:embed/>
                    <p:pic>
                      <p:nvPicPr>
                        <p:cNvPr id="20492" name="Object 6"/>
                        <p:cNvPicPr>
                          <a:picLocks noChangeAspect="1" noChangeArrowheads="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22" y="3460"/>
                          <a:ext cx="335" cy="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493" name="Object 7"/>
            <p:cNvGraphicFramePr>
              <a:graphicFrameLocks noChangeAspect="1"/>
            </p:cNvGraphicFramePr>
            <p:nvPr/>
          </p:nvGraphicFramePr>
          <p:xfrm>
            <a:off x="901" y="3457"/>
            <a:ext cx="335" cy="502"/>
          </p:xfrm>
          <a:graphic>
            <a:graphicData uri="http://schemas.openxmlformats.org/presentationml/2006/ole">
              <mc:AlternateContent xmlns:mc="http://schemas.openxmlformats.org/markup-compatibility/2006">
                <mc:Choice xmlns:v="urn:schemas-microsoft-com:vml" Requires="v">
                  <p:oleObj name="Image" r:id="rId10" imgW="3151430" imgH="4727144" progId="Photoshop.Image.5">
                    <p:embed/>
                  </p:oleObj>
                </mc:Choice>
                <mc:Fallback>
                  <p:oleObj name="Image" r:id="rId10" imgW="3151430" imgH="4727144" progId="Photoshop.Image.5">
                    <p:embed/>
                    <p:pic>
                      <p:nvPicPr>
                        <p:cNvPr id="20493" name="Object 7"/>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01" y="3457"/>
                          <a:ext cx="335" cy="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494" name="Object 8"/>
            <p:cNvGraphicFramePr>
              <a:graphicFrameLocks noChangeAspect="1"/>
            </p:cNvGraphicFramePr>
            <p:nvPr/>
          </p:nvGraphicFramePr>
          <p:xfrm>
            <a:off x="1293" y="3457"/>
            <a:ext cx="335" cy="502"/>
          </p:xfrm>
          <a:graphic>
            <a:graphicData uri="http://schemas.openxmlformats.org/presentationml/2006/ole">
              <mc:AlternateContent xmlns:mc="http://schemas.openxmlformats.org/markup-compatibility/2006">
                <mc:Choice xmlns:v="urn:schemas-microsoft-com:vml" Requires="v">
                  <p:oleObj name="Image" r:id="rId11" imgW="3151430" imgH="4727144" progId="Photoshop.Image.5">
                    <p:embed/>
                  </p:oleObj>
                </mc:Choice>
                <mc:Fallback>
                  <p:oleObj name="Image" r:id="rId11" imgW="3151430" imgH="4727144" progId="Photoshop.Image.5">
                    <p:embed/>
                    <p:pic>
                      <p:nvPicPr>
                        <p:cNvPr id="20494" name="Object 8"/>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293" y="3457"/>
                          <a:ext cx="335" cy="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495" name="Object 9"/>
            <p:cNvGraphicFramePr>
              <a:graphicFrameLocks noChangeAspect="1"/>
            </p:cNvGraphicFramePr>
            <p:nvPr/>
          </p:nvGraphicFramePr>
          <p:xfrm>
            <a:off x="1655" y="3457"/>
            <a:ext cx="335" cy="502"/>
          </p:xfrm>
          <a:graphic>
            <a:graphicData uri="http://schemas.openxmlformats.org/presentationml/2006/ole">
              <mc:AlternateContent xmlns:mc="http://schemas.openxmlformats.org/markup-compatibility/2006">
                <mc:Choice xmlns:v="urn:schemas-microsoft-com:vml" Requires="v">
                  <p:oleObj name="Image" r:id="rId12" imgW="3151430" imgH="4727144" progId="Photoshop.Image.5">
                    <p:embed/>
                  </p:oleObj>
                </mc:Choice>
                <mc:Fallback>
                  <p:oleObj name="Image" r:id="rId12" imgW="3151430" imgH="4727144" progId="Photoshop.Image.5">
                    <p:embed/>
                    <p:pic>
                      <p:nvPicPr>
                        <p:cNvPr id="20495" name="Object 9"/>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655" y="3457"/>
                          <a:ext cx="335" cy="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 name="Text Box 25"/>
            <p:cNvSpPr txBox="1">
              <a:spLocks noChangeArrowheads="1"/>
            </p:cNvSpPr>
            <p:nvPr/>
          </p:nvSpPr>
          <p:spPr bwMode="auto">
            <a:xfrm>
              <a:off x="68" y="3548"/>
              <a:ext cx="239" cy="327"/>
            </a:xfrm>
            <a:prstGeom prst="rect">
              <a:avLst/>
            </a:prstGeom>
            <a:noFill/>
            <a:ln w="12700" cap="sq">
              <a:noFill/>
              <a:miter lim="800000"/>
              <a:headEnd type="none" w="sm" len="sm"/>
              <a:tailEnd type="none" w="sm" len="sm"/>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outerShdw blurRad="38100" dist="38100" dir="2700000" algn="tl">
                      <a:srgbClr val="C0C0C0"/>
                    </a:outerShdw>
                  </a:effectLst>
                  <a:uLnTx/>
                  <a:uFillTx/>
                  <a:latin typeface="+mn-lt"/>
                  <a:ea typeface="+mn-ea"/>
                  <a:cs typeface="+mn-cs"/>
                </a:rPr>
                <a:t>⑷</a:t>
              </a:r>
            </a:p>
          </p:txBody>
        </p:sp>
      </p:grpSp>
      <p:grpSp>
        <p:nvGrpSpPr>
          <p:cNvPr id="6" name="Group 118"/>
          <p:cNvGrpSpPr>
            <a:grpSpLocks/>
          </p:cNvGrpSpPr>
          <p:nvPr/>
        </p:nvGrpSpPr>
        <p:grpSpPr bwMode="auto">
          <a:xfrm>
            <a:off x="107950" y="3471863"/>
            <a:ext cx="3051175" cy="796925"/>
            <a:chOff x="68" y="2187"/>
            <a:chExt cx="1922" cy="502"/>
          </a:xfrm>
        </p:grpSpPr>
        <p:graphicFrame>
          <p:nvGraphicFramePr>
            <p:cNvPr id="20488" name="Object 10"/>
            <p:cNvGraphicFramePr>
              <a:graphicFrameLocks noChangeAspect="1"/>
            </p:cNvGraphicFramePr>
            <p:nvPr/>
          </p:nvGraphicFramePr>
          <p:xfrm>
            <a:off x="1293" y="2187"/>
            <a:ext cx="335" cy="502"/>
          </p:xfrm>
          <a:graphic>
            <a:graphicData uri="http://schemas.openxmlformats.org/presentationml/2006/ole">
              <mc:AlternateContent xmlns:mc="http://schemas.openxmlformats.org/markup-compatibility/2006">
                <mc:Choice xmlns:v="urn:schemas-microsoft-com:vml" Requires="v">
                  <p:oleObj name="Image" r:id="rId13" imgW="3151430" imgH="4727144" progId="Photoshop.Image.5">
                    <p:embed/>
                  </p:oleObj>
                </mc:Choice>
                <mc:Fallback>
                  <p:oleObj name="Image" r:id="rId13" imgW="3151430" imgH="4727144" progId="Photoshop.Image.5">
                    <p:embed/>
                    <p:pic>
                      <p:nvPicPr>
                        <p:cNvPr id="20488" name="Object 10"/>
                        <p:cNvPicPr>
                          <a:picLocks noChangeAspect="1" noChangeArrowheads="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293" y="2187"/>
                          <a:ext cx="335" cy="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489" name="Object 11"/>
            <p:cNvGraphicFramePr>
              <a:graphicFrameLocks noChangeAspect="1"/>
            </p:cNvGraphicFramePr>
            <p:nvPr/>
          </p:nvGraphicFramePr>
          <p:xfrm>
            <a:off x="902" y="2187"/>
            <a:ext cx="335" cy="502"/>
          </p:xfrm>
          <a:graphic>
            <a:graphicData uri="http://schemas.openxmlformats.org/presentationml/2006/ole">
              <mc:AlternateContent xmlns:mc="http://schemas.openxmlformats.org/markup-compatibility/2006">
                <mc:Choice xmlns:v="urn:schemas-microsoft-com:vml" Requires="v">
                  <p:oleObj name="Image" r:id="rId14" imgW="3151430" imgH="4727144" progId="Photoshop.Image.5">
                    <p:embed/>
                  </p:oleObj>
                </mc:Choice>
                <mc:Fallback>
                  <p:oleObj name="Image" r:id="rId14" imgW="3151430" imgH="4727144" progId="Photoshop.Image.5">
                    <p:embed/>
                    <p:pic>
                      <p:nvPicPr>
                        <p:cNvPr id="20489" name="Object 11"/>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02" y="2187"/>
                          <a:ext cx="335" cy="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490" name="Object 12"/>
            <p:cNvGraphicFramePr>
              <a:graphicFrameLocks noChangeAspect="1"/>
            </p:cNvGraphicFramePr>
            <p:nvPr/>
          </p:nvGraphicFramePr>
          <p:xfrm>
            <a:off x="522" y="2187"/>
            <a:ext cx="335" cy="502"/>
          </p:xfrm>
          <a:graphic>
            <a:graphicData uri="http://schemas.openxmlformats.org/presentationml/2006/ole">
              <mc:AlternateContent xmlns:mc="http://schemas.openxmlformats.org/markup-compatibility/2006">
                <mc:Choice xmlns:v="urn:schemas-microsoft-com:vml" Requires="v">
                  <p:oleObj name="Image" r:id="rId15" imgW="3151430" imgH="4727144" progId="Photoshop.Image.5">
                    <p:embed/>
                  </p:oleObj>
                </mc:Choice>
                <mc:Fallback>
                  <p:oleObj name="Image" r:id="rId15" imgW="3151430" imgH="4727144" progId="Photoshop.Image.5">
                    <p:embed/>
                    <p:pic>
                      <p:nvPicPr>
                        <p:cNvPr id="20490" name="Object 12"/>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22" y="2187"/>
                          <a:ext cx="335" cy="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491" name="Object 13"/>
            <p:cNvGraphicFramePr>
              <a:graphicFrameLocks noChangeAspect="1"/>
            </p:cNvGraphicFramePr>
            <p:nvPr/>
          </p:nvGraphicFramePr>
          <p:xfrm>
            <a:off x="1655" y="2187"/>
            <a:ext cx="335" cy="502"/>
          </p:xfrm>
          <a:graphic>
            <a:graphicData uri="http://schemas.openxmlformats.org/presentationml/2006/ole">
              <mc:AlternateContent xmlns:mc="http://schemas.openxmlformats.org/markup-compatibility/2006">
                <mc:Choice xmlns:v="urn:schemas-microsoft-com:vml" Requires="v">
                  <p:oleObj name="Image" r:id="rId16" imgW="3151430" imgH="4727144" progId="Photoshop.Image.5">
                    <p:embed/>
                  </p:oleObj>
                </mc:Choice>
                <mc:Fallback>
                  <p:oleObj name="Image" r:id="rId16" imgW="3151430" imgH="4727144" progId="Photoshop.Image.5">
                    <p:embed/>
                    <p:pic>
                      <p:nvPicPr>
                        <p:cNvPr id="20491" name="Object 13"/>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655" y="2187"/>
                          <a:ext cx="335" cy="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 name="Rectangle 27"/>
            <p:cNvSpPr>
              <a:spLocks noChangeArrowheads="1"/>
            </p:cNvSpPr>
            <p:nvPr/>
          </p:nvSpPr>
          <p:spPr bwMode="auto">
            <a:xfrm>
              <a:off x="68" y="2241"/>
              <a:ext cx="341" cy="327"/>
            </a:xfrm>
            <a:prstGeom prst="rect">
              <a:avLst/>
            </a:prstGeom>
            <a:noFill/>
            <a:ln w="12700" cap="sq">
              <a:noFill/>
              <a:miter lim="800000"/>
              <a:headEnd type="none" w="sm" len="sm"/>
              <a:tailEnd type="none" w="sm" len="sm"/>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outerShdw blurRad="38100" dist="38100" dir="2700000" algn="tl">
                      <a:srgbClr val="C0C0C0"/>
                    </a:outerShdw>
                  </a:effectLst>
                  <a:uLnTx/>
                  <a:uFillTx/>
                  <a:latin typeface="+mn-lt"/>
                  <a:ea typeface="+mn-ea"/>
                  <a:cs typeface="+mn-cs"/>
                </a:rPr>
                <a:t>⑵</a:t>
              </a:r>
            </a:p>
          </p:txBody>
        </p:sp>
      </p:grpSp>
      <p:grpSp>
        <p:nvGrpSpPr>
          <p:cNvPr id="7" name="Group 119"/>
          <p:cNvGrpSpPr>
            <a:grpSpLocks/>
          </p:cNvGrpSpPr>
          <p:nvPr/>
        </p:nvGrpSpPr>
        <p:grpSpPr bwMode="auto">
          <a:xfrm>
            <a:off x="107950" y="4479925"/>
            <a:ext cx="3051175" cy="796925"/>
            <a:chOff x="68" y="2822"/>
            <a:chExt cx="1922" cy="502"/>
          </a:xfrm>
        </p:grpSpPr>
        <p:graphicFrame>
          <p:nvGraphicFramePr>
            <p:cNvPr id="20484" name="Object 14"/>
            <p:cNvGraphicFramePr>
              <a:graphicFrameLocks noChangeAspect="1"/>
            </p:cNvGraphicFramePr>
            <p:nvPr/>
          </p:nvGraphicFramePr>
          <p:xfrm>
            <a:off x="902" y="2822"/>
            <a:ext cx="335" cy="502"/>
          </p:xfrm>
          <a:graphic>
            <a:graphicData uri="http://schemas.openxmlformats.org/presentationml/2006/ole">
              <mc:AlternateContent xmlns:mc="http://schemas.openxmlformats.org/markup-compatibility/2006">
                <mc:Choice xmlns:v="urn:schemas-microsoft-com:vml" Requires="v">
                  <p:oleObj name="Image" r:id="rId17" imgW="3151430" imgH="4727144" progId="Photoshop.Image.5">
                    <p:embed/>
                  </p:oleObj>
                </mc:Choice>
                <mc:Fallback>
                  <p:oleObj name="Image" r:id="rId17" imgW="3151430" imgH="4727144" progId="Photoshop.Image.5">
                    <p:embed/>
                    <p:pic>
                      <p:nvPicPr>
                        <p:cNvPr id="20484" name="Object 14"/>
                        <p:cNvPicPr>
                          <a:picLocks noChangeAspect="1" noChangeArrowheads="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02" y="2822"/>
                          <a:ext cx="335" cy="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485" name="Object 15"/>
            <p:cNvGraphicFramePr>
              <a:graphicFrameLocks noChangeAspect="1"/>
            </p:cNvGraphicFramePr>
            <p:nvPr/>
          </p:nvGraphicFramePr>
          <p:xfrm>
            <a:off x="1293" y="2822"/>
            <a:ext cx="335" cy="502"/>
          </p:xfrm>
          <a:graphic>
            <a:graphicData uri="http://schemas.openxmlformats.org/presentationml/2006/ole">
              <mc:AlternateContent xmlns:mc="http://schemas.openxmlformats.org/markup-compatibility/2006">
                <mc:Choice xmlns:v="urn:schemas-microsoft-com:vml" Requires="v">
                  <p:oleObj name="Image" r:id="rId18" imgW="3151430" imgH="4727144" progId="Photoshop.Image.5">
                    <p:embed/>
                  </p:oleObj>
                </mc:Choice>
                <mc:Fallback>
                  <p:oleObj name="Image" r:id="rId18" imgW="3151430" imgH="4727144" progId="Photoshop.Image.5">
                    <p:embed/>
                    <p:pic>
                      <p:nvPicPr>
                        <p:cNvPr id="20485" name="Object 15"/>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293" y="2822"/>
                          <a:ext cx="335" cy="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486" name="Object 16"/>
            <p:cNvGraphicFramePr>
              <a:graphicFrameLocks noChangeAspect="1"/>
            </p:cNvGraphicFramePr>
            <p:nvPr/>
          </p:nvGraphicFramePr>
          <p:xfrm>
            <a:off x="522" y="2822"/>
            <a:ext cx="335" cy="502"/>
          </p:xfrm>
          <a:graphic>
            <a:graphicData uri="http://schemas.openxmlformats.org/presentationml/2006/ole">
              <mc:AlternateContent xmlns:mc="http://schemas.openxmlformats.org/markup-compatibility/2006">
                <mc:Choice xmlns:v="urn:schemas-microsoft-com:vml" Requires="v">
                  <p:oleObj name="Image" r:id="rId19" imgW="3151430" imgH="4727144" progId="Photoshop.Image.5">
                    <p:embed/>
                  </p:oleObj>
                </mc:Choice>
                <mc:Fallback>
                  <p:oleObj name="Image" r:id="rId19" imgW="3151430" imgH="4727144" progId="Photoshop.Image.5">
                    <p:embed/>
                    <p:pic>
                      <p:nvPicPr>
                        <p:cNvPr id="20486" name="Object 16"/>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22" y="2822"/>
                          <a:ext cx="335" cy="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487" name="Object 17"/>
            <p:cNvGraphicFramePr>
              <a:graphicFrameLocks noChangeAspect="1"/>
            </p:cNvGraphicFramePr>
            <p:nvPr/>
          </p:nvGraphicFramePr>
          <p:xfrm>
            <a:off x="1655" y="2822"/>
            <a:ext cx="335" cy="502"/>
          </p:xfrm>
          <a:graphic>
            <a:graphicData uri="http://schemas.openxmlformats.org/presentationml/2006/ole">
              <mc:AlternateContent xmlns:mc="http://schemas.openxmlformats.org/markup-compatibility/2006">
                <mc:Choice xmlns:v="urn:schemas-microsoft-com:vml" Requires="v">
                  <p:oleObj name="Image" r:id="rId20" imgW="3151430" imgH="4727144" progId="Photoshop.Image.5">
                    <p:embed/>
                  </p:oleObj>
                </mc:Choice>
                <mc:Fallback>
                  <p:oleObj name="Image" r:id="rId20" imgW="3151430" imgH="4727144" progId="Photoshop.Image.5">
                    <p:embed/>
                    <p:pic>
                      <p:nvPicPr>
                        <p:cNvPr id="20487" name="Object 17"/>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655" y="2822"/>
                          <a:ext cx="335" cy="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8" name="Rectangle 28"/>
            <p:cNvSpPr>
              <a:spLocks noChangeArrowheads="1"/>
            </p:cNvSpPr>
            <p:nvPr/>
          </p:nvSpPr>
          <p:spPr bwMode="auto">
            <a:xfrm>
              <a:off x="68" y="2858"/>
              <a:ext cx="341" cy="327"/>
            </a:xfrm>
            <a:prstGeom prst="rect">
              <a:avLst/>
            </a:prstGeom>
            <a:noFill/>
            <a:ln w="12700" cap="sq">
              <a:noFill/>
              <a:miter lim="800000"/>
              <a:headEnd type="none" w="sm" len="sm"/>
              <a:tailEnd type="none" w="sm" len="sm"/>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outerShdw blurRad="38100" dist="38100" dir="2700000" algn="tl">
                      <a:srgbClr val="C0C0C0"/>
                    </a:outerShdw>
                  </a:effectLst>
                  <a:uLnTx/>
                  <a:uFillTx/>
                  <a:latin typeface="+mn-lt"/>
                  <a:ea typeface="+mn-ea"/>
                  <a:cs typeface="+mn-cs"/>
                </a:rPr>
                <a:t>⑶</a:t>
              </a:r>
            </a:p>
          </p:txBody>
        </p:sp>
      </p:grpSp>
      <p:sp>
        <p:nvSpPr>
          <p:cNvPr id="29" name="Rectangle 29"/>
          <p:cNvSpPr>
            <a:spLocks noChangeArrowheads="1"/>
          </p:cNvSpPr>
          <p:nvPr/>
        </p:nvSpPr>
        <p:spPr bwMode="auto">
          <a:xfrm>
            <a:off x="671513" y="1757363"/>
            <a:ext cx="2614818" cy="523220"/>
          </a:xfrm>
          <a:prstGeom prst="rect">
            <a:avLst/>
          </a:prstGeom>
          <a:noFill/>
          <a:ln w="12700" cap="sq">
            <a:noFill/>
            <a:miter lim="800000"/>
            <a:headEnd type="none" w="sm" len="sm"/>
            <a:tailEnd type="none" w="sm" len="sm"/>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mn-lt"/>
                <a:ea typeface="+mn-ea"/>
                <a:cs typeface="+mn-cs"/>
              </a:rPr>
              <a:t>丁    丙   乙   甲</a:t>
            </a:r>
          </a:p>
        </p:txBody>
      </p:sp>
      <p:sp>
        <p:nvSpPr>
          <p:cNvPr id="20507" name="Line 30"/>
          <p:cNvSpPr>
            <a:spLocks noChangeShapeType="1"/>
          </p:cNvSpPr>
          <p:nvPr/>
        </p:nvSpPr>
        <p:spPr bwMode="auto">
          <a:xfrm>
            <a:off x="107950" y="3336925"/>
            <a:ext cx="6264275" cy="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mn-ea"/>
              <a:cs typeface="+mn-cs"/>
            </a:endParaRPr>
          </a:p>
        </p:txBody>
      </p:sp>
      <p:sp>
        <p:nvSpPr>
          <p:cNvPr id="20508" name="Line 31"/>
          <p:cNvSpPr>
            <a:spLocks noChangeShapeType="1"/>
          </p:cNvSpPr>
          <p:nvPr/>
        </p:nvSpPr>
        <p:spPr bwMode="auto">
          <a:xfrm>
            <a:off x="107950" y="4344988"/>
            <a:ext cx="6264275" cy="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mn-ea"/>
              <a:cs typeface="+mn-cs"/>
            </a:endParaRPr>
          </a:p>
        </p:txBody>
      </p:sp>
      <p:sp>
        <p:nvSpPr>
          <p:cNvPr id="20509" name="Line 32"/>
          <p:cNvSpPr>
            <a:spLocks noChangeShapeType="1"/>
          </p:cNvSpPr>
          <p:nvPr/>
        </p:nvSpPr>
        <p:spPr bwMode="auto">
          <a:xfrm>
            <a:off x="107950" y="5424488"/>
            <a:ext cx="6264275" cy="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mn-ea"/>
              <a:cs typeface="+mn-cs"/>
            </a:endParaRPr>
          </a:p>
        </p:txBody>
      </p:sp>
      <p:sp>
        <p:nvSpPr>
          <p:cNvPr id="20510" name="Line 33"/>
          <p:cNvSpPr>
            <a:spLocks noChangeShapeType="1"/>
          </p:cNvSpPr>
          <p:nvPr/>
        </p:nvSpPr>
        <p:spPr bwMode="auto">
          <a:xfrm>
            <a:off x="107950" y="6432550"/>
            <a:ext cx="6264275" cy="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mn-ea"/>
              <a:cs typeface="+mn-cs"/>
            </a:endParaRPr>
          </a:p>
        </p:txBody>
      </p:sp>
      <p:graphicFrame>
        <p:nvGraphicFramePr>
          <p:cNvPr id="34" name="Group 141"/>
          <p:cNvGraphicFramePr>
            <a:graphicFrameLocks noGrp="1"/>
          </p:cNvGraphicFramePr>
          <p:nvPr/>
        </p:nvGraphicFramePr>
        <p:xfrm>
          <a:off x="3348038" y="1557338"/>
          <a:ext cx="2808287" cy="4941887"/>
        </p:xfrm>
        <a:graphic>
          <a:graphicData uri="http://schemas.openxmlformats.org/drawingml/2006/table">
            <a:tbl>
              <a:tblPr/>
              <a:tblGrid>
                <a:gridCol w="1871662">
                  <a:extLst>
                    <a:ext uri="{9D8B030D-6E8A-4147-A177-3AD203B41FA5}">
                      <a16:colId xmlns:a16="http://schemas.microsoft.com/office/drawing/2014/main" val="20000"/>
                    </a:ext>
                  </a:extLst>
                </a:gridCol>
                <a:gridCol w="936625">
                  <a:extLst>
                    <a:ext uri="{9D8B030D-6E8A-4147-A177-3AD203B41FA5}">
                      <a16:colId xmlns:a16="http://schemas.microsoft.com/office/drawing/2014/main" val="20001"/>
                    </a:ext>
                  </a:extLst>
                </a:gridCol>
              </a:tblGrid>
              <a:tr h="873125">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endParaRPr kumimoji="0" lang="zh-CN" altLang="zh-CN" sz="2800" b="0" i="0" u="none" strike="noStrike" cap="none" normalizeH="0" baseline="0">
                        <a:ln>
                          <a:noFill/>
                        </a:ln>
                        <a:solidFill>
                          <a:schemeClr val="tx1"/>
                        </a:solidFill>
                        <a:effectLst/>
                        <a:latin typeface="Arial" charset="0"/>
                        <a:ea typeface="宋体" pitchFamily="2" charset="-122"/>
                      </a:endParaRP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endParaRPr kumimoji="0" lang="zh-CN" altLang="zh-CN" sz="2800" b="0" i="0" u="none" strike="noStrike" cap="none" normalizeH="0" baseline="0">
                        <a:ln>
                          <a:noFill/>
                        </a:ln>
                        <a:solidFill>
                          <a:schemeClr val="tx1"/>
                        </a:solidFill>
                        <a:effectLst/>
                        <a:latin typeface="Arial" charset="0"/>
                        <a:ea typeface="宋体" pitchFamily="2" charset="-122"/>
                      </a:endParaRP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4068762">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endParaRPr kumimoji="0" lang="zh-CN" altLang="zh-CN" sz="2800" b="0" i="0" u="none" strike="noStrike" cap="none" normalizeH="0" baseline="0" dirty="0">
                        <a:ln>
                          <a:noFill/>
                        </a:ln>
                        <a:solidFill>
                          <a:schemeClr val="tx1"/>
                        </a:solidFill>
                        <a:effectLst/>
                        <a:latin typeface="Arial" charset="0"/>
                        <a:ea typeface="宋体" pitchFamily="2" charset="-122"/>
                      </a:endParaRP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endParaRPr kumimoji="0" lang="zh-CN" altLang="zh-CN" sz="2800" b="0" i="0" u="none" strike="noStrike" cap="none" normalizeH="0" baseline="0" dirty="0">
                        <a:ln>
                          <a:noFill/>
                        </a:ln>
                        <a:solidFill>
                          <a:schemeClr val="tx1"/>
                        </a:solidFill>
                        <a:effectLst/>
                        <a:latin typeface="Arial" charset="0"/>
                        <a:ea typeface="宋体" pitchFamily="2" charset="-122"/>
                      </a:endParaRP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bl>
          </a:graphicData>
        </a:graphic>
      </p:graphicFrame>
      <p:sp>
        <p:nvSpPr>
          <p:cNvPr id="35" name="Rectangle 73"/>
          <p:cNvSpPr>
            <a:spLocks noChangeArrowheads="1"/>
          </p:cNvSpPr>
          <p:nvPr/>
        </p:nvSpPr>
        <p:spPr bwMode="auto">
          <a:xfrm>
            <a:off x="6659563" y="1700213"/>
            <a:ext cx="1582737" cy="1006475"/>
          </a:xfrm>
          <a:prstGeom prst="rect">
            <a:avLst/>
          </a:prstGeom>
          <a:noFill/>
          <a:ln w="12700" cap="sq">
            <a:noFill/>
            <a:miter lim="800000"/>
            <a:headEnd type="none" w="sm" len="sm"/>
            <a:tailEnd type="none" w="sm" len="sm"/>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b="0" i="0" u="none" strike="noStrike" kern="1200" cap="none" spc="0" normalizeH="0" baseline="0" noProof="0" dirty="0">
                <a:ln>
                  <a:noFill/>
                </a:ln>
                <a:solidFill>
                  <a:srgbClr val="0000CC"/>
                </a:solidFill>
                <a:effectLst>
                  <a:outerShdw blurRad="38100" dist="38100" dir="2700000" algn="tl">
                    <a:srgbClr val="C0C0C0"/>
                  </a:outerShdw>
                </a:effectLst>
                <a:uLnTx/>
                <a:uFillTx/>
                <a:latin typeface="+mn-lt"/>
                <a:ea typeface="+mn-ea"/>
                <a:cs typeface="+mn-cs"/>
              </a:rPr>
              <a:t>F</a:t>
            </a:r>
            <a:r>
              <a:rPr kumimoji="0" lang="en-US" altLang="zh-CN" sz="2000" b="0" i="0" u="none" strike="noStrike" kern="1200" cap="none" spc="0" normalizeH="0" baseline="-25000" noProof="0" dirty="0">
                <a:ln>
                  <a:noFill/>
                </a:ln>
                <a:solidFill>
                  <a:srgbClr val="0000CC"/>
                </a:solidFill>
                <a:effectLst>
                  <a:outerShdw blurRad="38100" dist="38100" dir="2700000" algn="tl">
                    <a:srgbClr val="C0C0C0"/>
                  </a:outerShdw>
                </a:effectLst>
                <a:uLnTx/>
                <a:uFillTx/>
                <a:latin typeface="+mn-lt"/>
                <a:ea typeface="+mn-ea"/>
                <a:cs typeface="+mn-cs"/>
              </a:rPr>
              <a:t>0</a:t>
            </a:r>
            <a:r>
              <a:rPr kumimoji="0" lang="en-US" altLang="zh-CN" sz="2000" b="0" i="0" u="none" strike="noStrike" kern="1200" cap="none" spc="0" normalizeH="0" baseline="0" noProof="0" dirty="0">
                <a:ln>
                  <a:noFill/>
                </a:ln>
                <a:solidFill>
                  <a:srgbClr val="0000CC"/>
                </a:solidFill>
                <a:effectLst>
                  <a:outerShdw blurRad="38100" dist="38100" dir="2700000" algn="tl">
                    <a:srgbClr val="C0C0C0"/>
                  </a:outerShdw>
                </a:effectLst>
                <a:uLnTx/>
                <a:uFillTx/>
                <a:latin typeface="+mn-lt"/>
                <a:ea typeface="+mn-ea"/>
                <a:cs typeface="+mn-cs"/>
              </a:rPr>
              <a:t> =A</a:t>
            </a:r>
            <a:r>
              <a:rPr kumimoji="0" lang="en-US" altLang="zh-CN" sz="2000" b="0" i="0" u="none" strike="noStrike" kern="1200" cap="none" spc="0" normalizeH="0" baseline="-25000" noProof="0" dirty="0">
                <a:ln>
                  <a:noFill/>
                </a:ln>
                <a:solidFill>
                  <a:srgbClr val="0000CC"/>
                </a:solidFill>
                <a:effectLst>
                  <a:outerShdw blurRad="38100" dist="38100" dir="2700000" algn="tl">
                    <a:srgbClr val="C0C0C0"/>
                  </a:outerShdw>
                </a:effectLst>
                <a:uLnTx/>
                <a:uFillTx/>
                <a:latin typeface="+mn-lt"/>
                <a:ea typeface="+mn-ea"/>
                <a:cs typeface="+mn-cs"/>
              </a:rPr>
              <a:t>3</a:t>
            </a:r>
            <a:r>
              <a:rPr kumimoji="0" lang="en-US" altLang="zh-CN" sz="2000" b="0" i="0" u="none" strike="noStrike" kern="1200" cap="none" spc="0" normalizeH="0" baseline="0" noProof="0" dirty="0">
                <a:ln>
                  <a:noFill/>
                </a:ln>
                <a:solidFill>
                  <a:srgbClr val="0000CC"/>
                </a:solidFill>
                <a:effectLst>
                  <a:outerShdw blurRad="38100" dist="38100" dir="2700000" algn="tl">
                    <a:srgbClr val="C0C0C0"/>
                  </a:outerShdw>
                </a:effectLst>
                <a:uLnTx/>
                <a:uFillTx/>
                <a:latin typeface="+mn-lt"/>
                <a:ea typeface="+mn-ea"/>
                <a:cs typeface="+mn-cs"/>
              </a:rPr>
              <a:t>+A</a:t>
            </a:r>
            <a:r>
              <a:rPr kumimoji="0" lang="en-US" altLang="zh-CN" sz="2000" b="0" i="0" u="none" strike="noStrike" kern="1200" cap="none" spc="0" normalizeH="0" baseline="-25000" noProof="0" dirty="0">
                <a:ln>
                  <a:noFill/>
                </a:ln>
                <a:solidFill>
                  <a:srgbClr val="0000CC"/>
                </a:solidFill>
                <a:effectLst>
                  <a:outerShdw blurRad="38100" dist="38100" dir="2700000" algn="tl">
                    <a:srgbClr val="C0C0C0"/>
                  </a:outerShdw>
                </a:effectLst>
                <a:uLnTx/>
                <a:uFillTx/>
                <a:latin typeface="+mn-lt"/>
                <a:ea typeface="+mn-ea"/>
                <a:cs typeface="+mn-cs"/>
              </a:rPr>
              <a:t>1</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b="0" i="0" u="none" strike="noStrike" kern="1200" cap="none" spc="0" normalizeH="0" baseline="0" noProof="0" dirty="0">
                <a:ln>
                  <a:noFill/>
                </a:ln>
                <a:solidFill>
                  <a:srgbClr val="0000CC"/>
                </a:solidFill>
                <a:effectLst>
                  <a:outerShdw blurRad="38100" dist="38100" dir="2700000" algn="tl">
                    <a:srgbClr val="C0C0C0"/>
                  </a:outerShdw>
                </a:effectLst>
                <a:uLnTx/>
                <a:uFillTx/>
                <a:latin typeface="+mn-lt"/>
                <a:ea typeface="+mn-ea"/>
                <a:cs typeface="+mn-cs"/>
              </a:rPr>
              <a:t>F</a:t>
            </a:r>
            <a:r>
              <a:rPr kumimoji="0" lang="en-US" altLang="zh-CN" sz="2000" b="0" i="0" u="none" strike="noStrike" kern="1200" cap="none" spc="0" normalizeH="0" baseline="-25000" noProof="0" dirty="0">
                <a:ln>
                  <a:noFill/>
                </a:ln>
                <a:solidFill>
                  <a:srgbClr val="0000CC"/>
                </a:solidFill>
                <a:effectLst>
                  <a:outerShdw blurRad="38100" dist="38100" dir="2700000" algn="tl">
                    <a:srgbClr val="C0C0C0"/>
                  </a:outerShdw>
                </a:effectLst>
                <a:uLnTx/>
                <a:uFillTx/>
                <a:latin typeface="+mn-lt"/>
                <a:ea typeface="+mn-ea"/>
                <a:cs typeface="+mn-cs"/>
              </a:rPr>
              <a:t>1</a:t>
            </a:r>
            <a:r>
              <a:rPr kumimoji="0" lang="en-US" altLang="zh-CN" sz="2000" b="0" i="0" u="none" strike="noStrike" kern="1200" cap="none" spc="0" normalizeH="0" baseline="0" noProof="0" dirty="0">
                <a:ln>
                  <a:noFill/>
                </a:ln>
                <a:solidFill>
                  <a:srgbClr val="0000CC"/>
                </a:solidFill>
                <a:effectLst>
                  <a:outerShdw blurRad="38100" dist="38100" dir="2700000" algn="tl">
                    <a:srgbClr val="C0C0C0"/>
                  </a:outerShdw>
                </a:effectLst>
                <a:uLnTx/>
                <a:uFillTx/>
                <a:latin typeface="+mn-lt"/>
                <a:ea typeface="+mn-ea"/>
                <a:cs typeface="+mn-cs"/>
              </a:rPr>
              <a:t> =A</a:t>
            </a:r>
            <a:r>
              <a:rPr kumimoji="0" lang="en-US" altLang="zh-CN" sz="2000" b="0" i="0" u="none" strike="noStrike" kern="1200" cap="none" spc="0" normalizeH="0" baseline="-25000" noProof="0" dirty="0">
                <a:ln>
                  <a:noFill/>
                </a:ln>
                <a:solidFill>
                  <a:srgbClr val="0000CC"/>
                </a:solidFill>
                <a:effectLst>
                  <a:outerShdw blurRad="38100" dist="38100" dir="2700000" algn="tl">
                    <a:srgbClr val="C0C0C0"/>
                  </a:outerShdw>
                </a:effectLst>
                <a:uLnTx/>
                <a:uFillTx/>
                <a:latin typeface="+mn-lt"/>
                <a:ea typeface="+mn-ea"/>
                <a:cs typeface="+mn-cs"/>
              </a:rPr>
              <a:t>3</a:t>
            </a:r>
            <a:r>
              <a:rPr kumimoji="0" lang="en-US" altLang="zh-CN" sz="2000" b="0" i="0" u="none" strike="noStrike" kern="1200" cap="none" spc="0" normalizeH="0" baseline="0" noProof="0" dirty="0">
                <a:ln>
                  <a:noFill/>
                </a:ln>
                <a:solidFill>
                  <a:srgbClr val="0000CC"/>
                </a:solidFill>
                <a:effectLst>
                  <a:outerShdw blurRad="38100" dist="38100" dir="2700000" algn="tl">
                    <a:srgbClr val="C0C0C0"/>
                  </a:outerShdw>
                </a:effectLst>
                <a:uLnTx/>
                <a:uFillTx/>
                <a:latin typeface="+mn-lt"/>
                <a:ea typeface="+mn-ea"/>
                <a:cs typeface="+mn-cs"/>
              </a:rPr>
              <a:t>+A</a:t>
            </a:r>
            <a:r>
              <a:rPr kumimoji="0" lang="en-US" altLang="zh-CN" sz="2000" b="0" i="0" u="none" strike="noStrike" kern="1200" cap="none" spc="0" normalizeH="0" baseline="-25000" noProof="0" dirty="0">
                <a:ln>
                  <a:noFill/>
                </a:ln>
                <a:solidFill>
                  <a:srgbClr val="0000CC"/>
                </a:solidFill>
                <a:effectLst>
                  <a:outerShdw blurRad="38100" dist="38100" dir="2700000" algn="tl">
                    <a:srgbClr val="C0C0C0"/>
                  </a:outerShdw>
                </a:effectLst>
                <a:uLnTx/>
                <a:uFillTx/>
                <a:latin typeface="+mn-lt"/>
                <a:ea typeface="+mn-ea"/>
                <a:cs typeface="+mn-cs"/>
              </a:rPr>
              <a:t>2</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2000" b="0" i="0" u="none" strike="noStrike" kern="1200" cap="none" spc="0" normalizeH="0" baseline="0" noProof="0" dirty="0">
              <a:ln>
                <a:noFill/>
              </a:ln>
              <a:solidFill>
                <a:srgbClr val="0000CC"/>
              </a:solidFill>
              <a:effectLst>
                <a:outerShdw blurRad="38100" dist="38100" dir="2700000" algn="tl">
                  <a:srgbClr val="C0C0C0"/>
                </a:outerShdw>
              </a:effectLst>
              <a:uLnTx/>
              <a:uFillTx/>
              <a:latin typeface="+mn-lt"/>
              <a:ea typeface="+mn-ea"/>
              <a:cs typeface="+mn-cs"/>
            </a:endParaRPr>
          </a:p>
        </p:txBody>
      </p:sp>
      <p:graphicFrame>
        <p:nvGraphicFramePr>
          <p:cNvPr id="36" name="Object 18"/>
          <p:cNvGraphicFramePr>
            <a:graphicFrameLocks noChangeAspect="1"/>
          </p:cNvGraphicFramePr>
          <p:nvPr>
            <p:extLst>
              <p:ext uri="{D42A27DB-BD31-4B8C-83A1-F6EECF244321}">
                <p14:modId xmlns:p14="http://schemas.microsoft.com/office/powerpoint/2010/main" val="2189449229"/>
              </p:ext>
            </p:extLst>
          </p:nvPr>
        </p:nvGraphicFramePr>
        <p:xfrm>
          <a:off x="6300788" y="2578013"/>
          <a:ext cx="2803525" cy="2543175"/>
        </p:xfrm>
        <a:graphic>
          <a:graphicData uri="http://schemas.openxmlformats.org/presentationml/2006/ole">
            <mc:AlternateContent xmlns:mc="http://schemas.openxmlformats.org/markup-compatibility/2006">
              <mc:Choice xmlns:v="urn:schemas-microsoft-com:vml" Requires="v">
                <p:oleObj name="Image" r:id="rId21" imgW="4663607" imgH="4231557" progId="Photoshop.Image.5">
                  <p:embed/>
                </p:oleObj>
              </mc:Choice>
              <mc:Fallback>
                <p:oleObj name="Image" r:id="rId21" imgW="4663607" imgH="4231557" progId="Photoshop.Image.5">
                  <p:embed/>
                  <p:pic>
                    <p:nvPicPr>
                      <p:cNvPr id="36" name="Object 18"/>
                      <p:cNvPicPr>
                        <a:picLocks noChangeAspect="1" noChangeArrowheads="1"/>
                      </p:cNvPicPr>
                      <p:nvPr/>
                    </p:nvPicPr>
                    <p:blipFill>
                      <a:blip r:embed="rId2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300788" y="2578013"/>
                        <a:ext cx="2803525" cy="254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7" name="Object 19"/>
          <p:cNvGraphicFramePr>
            <a:graphicFrameLocks noChangeAspect="1"/>
          </p:cNvGraphicFramePr>
          <p:nvPr/>
        </p:nvGraphicFramePr>
        <p:xfrm>
          <a:off x="2700338" y="2444750"/>
          <a:ext cx="531812" cy="796925"/>
        </p:xfrm>
        <a:graphic>
          <a:graphicData uri="http://schemas.openxmlformats.org/presentationml/2006/ole">
            <mc:AlternateContent xmlns:mc="http://schemas.openxmlformats.org/markup-compatibility/2006">
              <mc:Choice xmlns:v="urn:schemas-microsoft-com:vml" Requires="v">
                <p:oleObj name="Image" r:id="rId23" imgW="3151430" imgH="4727144" progId="Photoshop.Image.5">
                  <p:embed/>
                </p:oleObj>
              </mc:Choice>
              <mc:Fallback>
                <p:oleObj name="Image" r:id="rId23" imgW="3151430" imgH="4727144" progId="Photoshop.Image.5">
                  <p:embed/>
                  <p:pic>
                    <p:nvPicPr>
                      <p:cNvPr id="37" name="Object 19"/>
                      <p:cNvPicPr>
                        <a:picLocks noChangeAspect="1" noChangeArrowheads="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700338" y="2444750"/>
                        <a:ext cx="531812" cy="796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8" name="Rectangle 36"/>
          <p:cNvSpPr>
            <a:spLocks noChangeArrowheads="1"/>
          </p:cNvSpPr>
          <p:nvPr/>
        </p:nvSpPr>
        <p:spPr bwMode="auto">
          <a:xfrm>
            <a:off x="3419475" y="2024063"/>
            <a:ext cx="1943100" cy="396875"/>
          </a:xfrm>
          <a:prstGeom prst="rect">
            <a:avLst/>
          </a:prstGeom>
          <a:noFill/>
          <a:ln w="12700" cap="sq">
            <a:noFill/>
            <a:miter lim="800000"/>
            <a:headEnd type="none" w="sm" len="sm"/>
            <a:tailEnd type="none" w="sm" len="sm"/>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b="0" i="0" u="none" strike="noStrike" kern="1200" cap="none" spc="0" normalizeH="0" baseline="0" noProof="0">
                <a:ln>
                  <a:noFill/>
                </a:ln>
                <a:solidFill>
                  <a:srgbClr val="0000CC"/>
                </a:solidFill>
                <a:effectLst>
                  <a:outerShdw blurRad="38100" dist="38100" dir="2700000" algn="tl">
                    <a:srgbClr val="C0C0C0"/>
                  </a:outerShdw>
                </a:effectLst>
                <a:uLnTx/>
                <a:uFillTx/>
                <a:latin typeface="+mn-lt"/>
                <a:ea typeface="+mn-ea"/>
                <a:cs typeface="+mn-cs"/>
              </a:rPr>
              <a:t>A</a:t>
            </a:r>
            <a:r>
              <a:rPr kumimoji="0" lang="en-US" altLang="zh-CN" sz="2000" b="0" i="0" u="none" strike="noStrike" kern="1200" cap="none" spc="0" normalizeH="0" baseline="-25000" noProof="0">
                <a:ln>
                  <a:noFill/>
                </a:ln>
                <a:solidFill>
                  <a:srgbClr val="0000CC"/>
                </a:solidFill>
                <a:effectLst>
                  <a:outerShdw blurRad="38100" dist="38100" dir="2700000" algn="tl">
                    <a:srgbClr val="C0C0C0"/>
                  </a:outerShdw>
                </a:effectLst>
                <a:uLnTx/>
                <a:uFillTx/>
                <a:latin typeface="+mn-lt"/>
                <a:ea typeface="+mn-ea"/>
                <a:cs typeface="+mn-cs"/>
              </a:rPr>
              <a:t>3    </a:t>
            </a:r>
            <a:r>
              <a:rPr kumimoji="0" lang="en-US" altLang="zh-CN" sz="2000" b="0" i="0" u="none" strike="noStrike" kern="1200" cap="none" spc="0" normalizeH="0" baseline="0" noProof="0">
                <a:ln>
                  <a:noFill/>
                </a:ln>
                <a:solidFill>
                  <a:srgbClr val="0000CC"/>
                </a:solidFill>
                <a:effectLst>
                  <a:outerShdw blurRad="38100" dist="38100" dir="2700000" algn="tl">
                    <a:srgbClr val="C0C0C0"/>
                  </a:outerShdw>
                </a:effectLst>
                <a:uLnTx/>
                <a:uFillTx/>
                <a:latin typeface="+mn-lt"/>
                <a:ea typeface="+mn-ea"/>
                <a:cs typeface="+mn-cs"/>
              </a:rPr>
              <a:t>A</a:t>
            </a:r>
            <a:r>
              <a:rPr kumimoji="0" lang="en-US" altLang="zh-CN" sz="2000" b="0" i="0" u="none" strike="noStrike" kern="1200" cap="none" spc="0" normalizeH="0" baseline="-25000" noProof="0">
                <a:ln>
                  <a:noFill/>
                </a:ln>
                <a:solidFill>
                  <a:srgbClr val="0000CC"/>
                </a:solidFill>
                <a:effectLst>
                  <a:outerShdw blurRad="38100" dist="38100" dir="2700000" algn="tl">
                    <a:srgbClr val="C0C0C0"/>
                  </a:outerShdw>
                </a:effectLst>
                <a:uLnTx/>
                <a:uFillTx/>
                <a:latin typeface="+mn-lt"/>
                <a:ea typeface="+mn-ea"/>
                <a:cs typeface="+mn-cs"/>
              </a:rPr>
              <a:t>2</a:t>
            </a:r>
            <a:r>
              <a:rPr kumimoji="0" lang="en-US" altLang="zh-CN" sz="2000" b="0" i="0" u="none" strike="noStrike" kern="1200" cap="none" spc="0" normalizeH="0" baseline="0" noProof="0">
                <a:ln>
                  <a:noFill/>
                </a:ln>
                <a:solidFill>
                  <a:srgbClr val="0000CC"/>
                </a:solidFill>
                <a:effectLst>
                  <a:outerShdw blurRad="38100" dist="38100" dir="2700000" algn="tl">
                    <a:srgbClr val="C0C0C0"/>
                  </a:outerShdw>
                </a:effectLst>
                <a:uLnTx/>
                <a:uFillTx/>
                <a:latin typeface="+mn-lt"/>
                <a:ea typeface="+mn-ea"/>
                <a:cs typeface="+mn-cs"/>
              </a:rPr>
              <a:t>  A</a:t>
            </a:r>
            <a:r>
              <a:rPr kumimoji="0" lang="en-US" altLang="zh-CN" sz="2000" b="0" i="0" u="none" strike="noStrike" kern="1200" cap="none" spc="0" normalizeH="0" baseline="-25000" noProof="0">
                <a:ln>
                  <a:noFill/>
                </a:ln>
                <a:solidFill>
                  <a:srgbClr val="0000CC"/>
                </a:solidFill>
                <a:effectLst>
                  <a:outerShdw blurRad="38100" dist="38100" dir="2700000" algn="tl">
                    <a:srgbClr val="C0C0C0"/>
                  </a:outerShdw>
                </a:effectLst>
                <a:uLnTx/>
                <a:uFillTx/>
                <a:latin typeface="+mn-lt"/>
                <a:ea typeface="+mn-ea"/>
                <a:cs typeface="+mn-cs"/>
              </a:rPr>
              <a:t>1</a:t>
            </a:r>
            <a:r>
              <a:rPr kumimoji="0" lang="en-US" altLang="zh-CN" sz="2000" b="0" i="0" u="none" strike="noStrike" kern="1200" cap="none" spc="0" normalizeH="0" baseline="0" noProof="0">
                <a:ln>
                  <a:noFill/>
                </a:ln>
                <a:solidFill>
                  <a:srgbClr val="0000CC"/>
                </a:solidFill>
                <a:effectLst>
                  <a:outerShdw blurRad="38100" dist="38100" dir="2700000" algn="tl">
                    <a:srgbClr val="C0C0C0"/>
                  </a:outerShdw>
                </a:effectLst>
                <a:uLnTx/>
                <a:uFillTx/>
                <a:latin typeface="+mn-lt"/>
                <a:ea typeface="+mn-ea"/>
                <a:cs typeface="+mn-cs"/>
              </a:rPr>
              <a:t>  A</a:t>
            </a:r>
            <a:r>
              <a:rPr kumimoji="0" lang="en-US" altLang="zh-CN" sz="2000" b="0" i="0" u="none" strike="noStrike" kern="1200" cap="none" spc="0" normalizeH="0" baseline="-25000" noProof="0">
                <a:ln>
                  <a:noFill/>
                </a:ln>
                <a:solidFill>
                  <a:srgbClr val="0000CC"/>
                </a:solidFill>
                <a:effectLst>
                  <a:outerShdw blurRad="38100" dist="38100" dir="2700000" algn="tl">
                    <a:srgbClr val="C0C0C0"/>
                  </a:outerShdw>
                </a:effectLst>
                <a:uLnTx/>
                <a:uFillTx/>
                <a:latin typeface="+mn-lt"/>
                <a:ea typeface="+mn-ea"/>
                <a:cs typeface="+mn-cs"/>
              </a:rPr>
              <a:t>0</a:t>
            </a:r>
            <a:endParaRPr kumimoji="0" lang="en-US" altLang="zh-CN" sz="2000" b="0" i="0" u="none" strike="noStrike" kern="1200" cap="none" spc="0" normalizeH="0" baseline="0" noProof="0">
              <a:ln>
                <a:noFill/>
              </a:ln>
              <a:solidFill>
                <a:srgbClr val="0000CC"/>
              </a:solidFill>
              <a:effectLst>
                <a:outerShdw blurRad="38100" dist="38100" dir="2700000" algn="tl">
                  <a:srgbClr val="C0C0C0"/>
                </a:outerShdw>
              </a:effectLst>
              <a:uLnTx/>
              <a:uFillTx/>
              <a:latin typeface="+mn-lt"/>
              <a:ea typeface="+mn-ea"/>
              <a:cs typeface="+mn-cs"/>
            </a:endParaRPr>
          </a:p>
        </p:txBody>
      </p:sp>
      <p:sp>
        <p:nvSpPr>
          <p:cNvPr id="39" name="Rectangle 37"/>
          <p:cNvSpPr>
            <a:spLocks noChangeArrowheads="1"/>
          </p:cNvSpPr>
          <p:nvPr/>
        </p:nvSpPr>
        <p:spPr bwMode="auto">
          <a:xfrm>
            <a:off x="3421063" y="2852738"/>
            <a:ext cx="1943100" cy="400110"/>
          </a:xfrm>
          <a:prstGeom prst="rect">
            <a:avLst/>
          </a:prstGeom>
          <a:noFill/>
          <a:ln w="12700" cap="sq">
            <a:noFill/>
            <a:miter lim="800000"/>
            <a:headEnd type="none" w="sm" len="sm"/>
            <a:tailEnd type="none" w="sm" len="sm"/>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b="0" i="0" u="none" strike="noStrike" kern="1200" cap="none" spc="0" normalizeH="0" baseline="0" noProof="0" dirty="0">
                <a:ln>
                  <a:noFill/>
                </a:ln>
                <a:solidFill>
                  <a:srgbClr val="0000CC"/>
                </a:solidFill>
                <a:effectLst>
                  <a:outerShdw blurRad="38100" dist="38100" dir="2700000" algn="tl">
                    <a:srgbClr val="C0C0C0"/>
                  </a:outerShdw>
                </a:effectLst>
                <a:uLnTx/>
                <a:uFillTx/>
                <a:latin typeface="+mn-lt"/>
                <a:ea typeface="+mn-ea"/>
                <a:cs typeface="+mn-cs"/>
              </a:rPr>
              <a:t>0     0    0    </a:t>
            </a:r>
            <a:r>
              <a:rPr kumimoji="0" lang="en-US" altLang="zh-CN" sz="2000" b="0" i="0" u="none" strike="noStrike" kern="1200" cap="none" spc="0" normalizeH="0" baseline="0" noProof="0" dirty="0">
                <a:ln>
                  <a:noFill/>
                </a:ln>
                <a:solidFill>
                  <a:srgbClr val="FF0000"/>
                </a:solidFill>
                <a:effectLst>
                  <a:outerShdw blurRad="38100" dist="38100" dir="2700000" algn="tl">
                    <a:srgbClr val="C0C0C0"/>
                  </a:outerShdw>
                </a:effectLst>
                <a:uLnTx/>
                <a:uFillTx/>
                <a:latin typeface="+mn-lt"/>
                <a:ea typeface="+mn-ea"/>
                <a:cs typeface="+mn-cs"/>
              </a:rPr>
              <a:t>1</a:t>
            </a:r>
          </a:p>
        </p:txBody>
      </p:sp>
      <p:sp>
        <p:nvSpPr>
          <p:cNvPr id="40" name="Rectangle 38"/>
          <p:cNvSpPr>
            <a:spLocks noChangeArrowheads="1"/>
          </p:cNvSpPr>
          <p:nvPr/>
        </p:nvSpPr>
        <p:spPr bwMode="auto">
          <a:xfrm>
            <a:off x="3419475" y="3789363"/>
            <a:ext cx="1800225" cy="400110"/>
          </a:xfrm>
          <a:prstGeom prst="rect">
            <a:avLst/>
          </a:prstGeom>
          <a:noFill/>
          <a:ln w="12700" cap="sq">
            <a:noFill/>
            <a:miter lim="800000"/>
            <a:headEnd type="none" w="sm" len="sm"/>
            <a:tailEnd type="none" w="sm" len="sm"/>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b="0" i="0" u="none" strike="noStrike" kern="1200" cap="none" spc="0" normalizeH="0" baseline="0" noProof="0" dirty="0">
                <a:ln>
                  <a:noFill/>
                </a:ln>
                <a:solidFill>
                  <a:srgbClr val="0000CC"/>
                </a:solidFill>
                <a:effectLst>
                  <a:outerShdw blurRad="38100" dist="38100" dir="2700000" algn="tl">
                    <a:srgbClr val="C0C0C0"/>
                  </a:outerShdw>
                </a:effectLst>
                <a:uLnTx/>
                <a:uFillTx/>
                <a:latin typeface="+mn-lt"/>
                <a:ea typeface="+mn-ea"/>
                <a:cs typeface="+mn-cs"/>
              </a:rPr>
              <a:t>0     0    </a:t>
            </a:r>
            <a:r>
              <a:rPr kumimoji="0" lang="en-US" altLang="zh-CN" sz="2000" b="0" i="0" u="none" strike="noStrike" kern="1200" cap="none" spc="0" normalizeH="0" baseline="0" noProof="0" dirty="0">
                <a:ln>
                  <a:noFill/>
                </a:ln>
                <a:solidFill>
                  <a:srgbClr val="FF0000"/>
                </a:solidFill>
                <a:effectLst>
                  <a:outerShdw blurRad="38100" dist="38100" dir="2700000" algn="tl">
                    <a:srgbClr val="C0C0C0"/>
                  </a:outerShdw>
                </a:effectLst>
                <a:uLnTx/>
                <a:uFillTx/>
                <a:latin typeface="+mn-lt"/>
                <a:ea typeface="+mn-ea"/>
                <a:cs typeface="+mn-cs"/>
              </a:rPr>
              <a:t>1 </a:t>
            </a:r>
            <a:r>
              <a:rPr kumimoji="0" lang="en-US" altLang="zh-CN" sz="2000" b="0" i="0" u="none" strike="noStrike" kern="1200" cap="none" spc="0" normalizeH="0" baseline="0" noProof="0" dirty="0">
                <a:ln>
                  <a:noFill/>
                </a:ln>
                <a:solidFill>
                  <a:srgbClr val="0000CC"/>
                </a:solidFill>
                <a:effectLst>
                  <a:outerShdw blurRad="38100" dist="38100" dir="2700000" algn="tl">
                    <a:srgbClr val="C0C0C0"/>
                  </a:outerShdw>
                </a:effectLst>
                <a:uLnTx/>
                <a:uFillTx/>
                <a:latin typeface="+mn-lt"/>
                <a:ea typeface="+mn-ea"/>
                <a:cs typeface="+mn-cs"/>
              </a:rPr>
              <a:t>   0</a:t>
            </a:r>
          </a:p>
        </p:txBody>
      </p:sp>
      <p:sp>
        <p:nvSpPr>
          <p:cNvPr id="41" name="Rectangle 39"/>
          <p:cNvSpPr>
            <a:spLocks noChangeArrowheads="1"/>
          </p:cNvSpPr>
          <p:nvPr/>
        </p:nvSpPr>
        <p:spPr bwMode="auto">
          <a:xfrm>
            <a:off x="3421063" y="4797425"/>
            <a:ext cx="1727200" cy="400110"/>
          </a:xfrm>
          <a:prstGeom prst="rect">
            <a:avLst/>
          </a:prstGeom>
          <a:noFill/>
          <a:ln w="12700" cap="sq">
            <a:noFill/>
            <a:miter lim="800000"/>
            <a:headEnd type="none" w="sm" len="sm"/>
            <a:tailEnd type="none" w="sm" len="sm"/>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b="0" i="0" u="none" strike="noStrike" kern="1200" cap="none" spc="0" normalizeH="0" baseline="0" noProof="0" dirty="0">
                <a:ln>
                  <a:noFill/>
                </a:ln>
                <a:solidFill>
                  <a:srgbClr val="0000CC"/>
                </a:solidFill>
                <a:effectLst>
                  <a:outerShdw blurRad="38100" dist="38100" dir="2700000" algn="tl">
                    <a:srgbClr val="C0C0C0"/>
                  </a:outerShdw>
                </a:effectLst>
                <a:uLnTx/>
                <a:uFillTx/>
                <a:latin typeface="+mn-lt"/>
                <a:ea typeface="+mn-ea"/>
                <a:cs typeface="+mn-cs"/>
              </a:rPr>
              <a:t>0     </a:t>
            </a:r>
            <a:r>
              <a:rPr kumimoji="0" lang="en-US" altLang="zh-CN" sz="2000" b="0" i="0" u="none" strike="noStrike" kern="1200" cap="none" spc="0" normalizeH="0" baseline="0" noProof="0" dirty="0">
                <a:ln>
                  <a:noFill/>
                </a:ln>
                <a:solidFill>
                  <a:srgbClr val="FF0000"/>
                </a:solidFill>
                <a:effectLst>
                  <a:outerShdw blurRad="38100" dist="38100" dir="2700000" algn="tl">
                    <a:srgbClr val="C0C0C0"/>
                  </a:outerShdw>
                </a:effectLst>
                <a:uLnTx/>
                <a:uFillTx/>
                <a:latin typeface="+mn-lt"/>
                <a:ea typeface="+mn-ea"/>
                <a:cs typeface="+mn-cs"/>
              </a:rPr>
              <a:t>1</a:t>
            </a:r>
            <a:r>
              <a:rPr kumimoji="0" lang="en-US" altLang="zh-CN" sz="2000" b="0" i="0" u="none" strike="noStrike" kern="1200" cap="none" spc="0" normalizeH="0" baseline="0" noProof="0" dirty="0">
                <a:ln>
                  <a:noFill/>
                </a:ln>
                <a:solidFill>
                  <a:srgbClr val="0000CC"/>
                </a:solidFill>
                <a:effectLst>
                  <a:outerShdw blurRad="38100" dist="38100" dir="2700000" algn="tl">
                    <a:srgbClr val="C0C0C0"/>
                  </a:outerShdw>
                </a:effectLst>
                <a:uLnTx/>
                <a:uFillTx/>
                <a:latin typeface="+mn-lt"/>
                <a:ea typeface="+mn-ea"/>
                <a:cs typeface="+mn-cs"/>
              </a:rPr>
              <a:t>    0    0</a:t>
            </a:r>
          </a:p>
        </p:txBody>
      </p:sp>
      <p:sp>
        <p:nvSpPr>
          <p:cNvPr id="42" name="Rectangle 40"/>
          <p:cNvSpPr>
            <a:spLocks noChangeArrowheads="1"/>
          </p:cNvSpPr>
          <p:nvPr/>
        </p:nvSpPr>
        <p:spPr bwMode="auto">
          <a:xfrm>
            <a:off x="3421063" y="5661025"/>
            <a:ext cx="1798637" cy="400110"/>
          </a:xfrm>
          <a:prstGeom prst="rect">
            <a:avLst/>
          </a:prstGeom>
          <a:noFill/>
          <a:ln w="12700" cap="sq">
            <a:noFill/>
            <a:miter lim="800000"/>
            <a:headEnd type="none" w="sm" len="sm"/>
            <a:tailEnd type="none" w="sm" len="sm"/>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b="0" i="0" u="none" strike="noStrike" kern="1200" cap="none" spc="0" normalizeH="0" baseline="0" noProof="0" dirty="0">
                <a:ln>
                  <a:noFill/>
                </a:ln>
                <a:solidFill>
                  <a:srgbClr val="FF0000"/>
                </a:solidFill>
                <a:effectLst>
                  <a:outerShdw blurRad="38100" dist="38100" dir="2700000" algn="tl">
                    <a:srgbClr val="C0C0C0"/>
                  </a:outerShdw>
                </a:effectLst>
                <a:uLnTx/>
                <a:uFillTx/>
                <a:latin typeface="+mn-lt"/>
                <a:ea typeface="+mn-ea"/>
                <a:cs typeface="+mn-cs"/>
              </a:rPr>
              <a:t>1</a:t>
            </a:r>
            <a:r>
              <a:rPr kumimoji="0" lang="en-US" altLang="zh-CN" sz="2000" b="0" i="0" u="none" strike="noStrike" kern="1200" cap="none" spc="0" normalizeH="0" baseline="0" noProof="0" dirty="0">
                <a:ln>
                  <a:noFill/>
                </a:ln>
                <a:solidFill>
                  <a:srgbClr val="0000CC"/>
                </a:solidFill>
                <a:effectLst>
                  <a:outerShdw blurRad="38100" dist="38100" dir="2700000" algn="tl">
                    <a:srgbClr val="C0C0C0"/>
                  </a:outerShdw>
                </a:effectLst>
                <a:uLnTx/>
                <a:uFillTx/>
                <a:latin typeface="+mn-lt"/>
                <a:ea typeface="+mn-ea"/>
                <a:cs typeface="+mn-cs"/>
              </a:rPr>
              <a:t>     0    0    0</a:t>
            </a:r>
          </a:p>
        </p:txBody>
      </p:sp>
      <p:sp>
        <p:nvSpPr>
          <p:cNvPr id="43" name="Rectangle 41"/>
          <p:cNvSpPr>
            <a:spLocks noChangeArrowheads="1"/>
          </p:cNvSpPr>
          <p:nvPr/>
        </p:nvSpPr>
        <p:spPr bwMode="auto">
          <a:xfrm>
            <a:off x="5292725" y="2024063"/>
            <a:ext cx="935038" cy="396875"/>
          </a:xfrm>
          <a:prstGeom prst="rect">
            <a:avLst/>
          </a:prstGeom>
          <a:noFill/>
          <a:ln w="12700" cap="sq">
            <a:noFill/>
            <a:miter lim="800000"/>
            <a:headEnd type="none" w="sm" len="sm"/>
            <a:tailEnd type="none" w="sm" len="sm"/>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b="0" i="0" u="none" strike="noStrike" kern="1200" cap="none" spc="0" normalizeH="0" baseline="0" noProof="0">
                <a:ln>
                  <a:noFill/>
                </a:ln>
                <a:solidFill>
                  <a:srgbClr val="0000CC"/>
                </a:solidFill>
                <a:effectLst>
                  <a:outerShdw blurRad="38100" dist="38100" dir="2700000" algn="tl">
                    <a:srgbClr val="C0C0C0"/>
                  </a:outerShdw>
                </a:effectLst>
                <a:uLnTx/>
                <a:uFillTx/>
                <a:latin typeface="+mn-lt"/>
                <a:ea typeface="+mn-ea"/>
                <a:cs typeface="+mn-cs"/>
              </a:rPr>
              <a:t>F</a:t>
            </a:r>
            <a:r>
              <a:rPr kumimoji="0" lang="en-US" altLang="zh-CN" sz="2000" b="0" i="0" u="none" strike="noStrike" kern="1200" cap="none" spc="0" normalizeH="0" baseline="-25000" noProof="0">
                <a:ln>
                  <a:noFill/>
                </a:ln>
                <a:solidFill>
                  <a:srgbClr val="0000CC"/>
                </a:solidFill>
                <a:effectLst>
                  <a:outerShdw blurRad="38100" dist="38100" dir="2700000" algn="tl">
                    <a:srgbClr val="C0C0C0"/>
                  </a:outerShdw>
                </a:effectLst>
                <a:uLnTx/>
                <a:uFillTx/>
                <a:latin typeface="+mn-lt"/>
                <a:ea typeface="+mn-ea"/>
                <a:cs typeface="+mn-cs"/>
              </a:rPr>
              <a:t>1</a:t>
            </a:r>
            <a:r>
              <a:rPr kumimoji="0" lang="en-US" altLang="zh-CN" sz="2000" b="0" i="0" u="none" strike="noStrike" kern="1200" cap="none" spc="0" normalizeH="0" baseline="0" noProof="0">
                <a:ln>
                  <a:noFill/>
                </a:ln>
                <a:solidFill>
                  <a:srgbClr val="0000CC"/>
                </a:solidFill>
                <a:effectLst>
                  <a:outerShdw blurRad="38100" dist="38100" dir="2700000" algn="tl">
                    <a:srgbClr val="C0C0C0"/>
                  </a:outerShdw>
                </a:effectLst>
                <a:uLnTx/>
                <a:uFillTx/>
                <a:latin typeface="+mn-lt"/>
                <a:ea typeface="+mn-ea"/>
                <a:cs typeface="+mn-cs"/>
              </a:rPr>
              <a:t>  F</a:t>
            </a:r>
            <a:r>
              <a:rPr kumimoji="0" lang="en-US" altLang="zh-CN" sz="2000" b="0" i="0" u="none" strike="noStrike" kern="1200" cap="none" spc="0" normalizeH="0" baseline="-25000" noProof="0">
                <a:ln>
                  <a:noFill/>
                </a:ln>
                <a:solidFill>
                  <a:srgbClr val="0000CC"/>
                </a:solidFill>
                <a:effectLst>
                  <a:outerShdw blurRad="38100" dist="38100" dir="2700000" algn="tl">
                    <a:srgbClr val="C0C0C0"/>
                  </a:outerShdw>
                </a:effectLst>
                <a:uLnTx/>
                <a:uFillTx/>
                <a:latin typeface="+mn-lt"/>
                <a:ea typeface="+mn-ea"/>
                <a:cs typeface="+mn-cs"/>
              </a:rPr>
              <a:t>0</a:t>
            </a:r>
            <a:endParaRPr kumimoji="0" lang="en-US" altLang="zh-CN" sz="2000" b="0" i="0" u="none" strike="noStrike" kern="1200" cap="none" spc="0" normalizeH="0" baseline="0" noProof="0">
              <a:ln>
                <a:noFill/>
              </a:ln>
              <a:solidFill>
                <a:srgbClr val="0000CC"/>
              </a:solidFill>
              <a:effectLst>
                <a:outerShdw blurRad="38100" dist="38100" dir="2700000" algn="tl">
                  <a:srgbClr val="C0C0C0"/>
                </a:outerShdw>
              </a:effectLst>
              <a:uLnTx/>
              <a:uFillTx/>
              <a:latin typeface="+mn-lt"/>
              <a:ea typeface="+mn-ea"/>
              <a:cs typeface="+mn-cs"/>
            </a:endParaRPr>
          </a:p>
        </p:txBody>
      </p:sp>
      <p:sp>
        <p:nvSpPr>
          <p:cNvPr id="44" name="Rectangle 42"/>
          <p:cNvSpPr>
            <a:spLocks noChangeArrowheads="1"/>
          </p:cNvSpPr>
          <p:nvPr/>
        </p:nvSpPr>
        <p:spPr bwMode="auto">
          <a:xfrm>
            <a:off x="5292725" y="2852738"/>
            <a:ext cx="935038" cy="400110"/>
          </a:xfrm>
          <a:prstGeom prst="rect">
            <a:avLst/>
          </a:prstGeom>
          <a:noFill/>
          <a:ln w="12700" cap="sq">
            <a:noFill/>
            <a:miter lim="800000"/>
            <a:headEnd type="none" w="sm" len="sm"/>
            <a:tailEnd type="none" w="sm" len="sm"/>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b="0" i="0" u="none" strike="noStrike" kern="1200" cap="none" spc="0" normalizeH="0" baseline="0" noProof="0">
                <a:ln>
                  <a:noFill/>
                </a:ln>
                <a:solidFill>
                  <a:srgbClr val="0000CC"/>
                </a:solidFill>
                <a:effectLst>
                  <a:outerShdw blurRad="38100" dist="38100" dir="2700000" algn="tl">
                    <a:srgbClr val="C0C0C0"/>
                  </a:outerShdw>
                </a:effectLst>
                <a:uLnTx/>
                <a:uFillTx/>
                <a:latin typeface="+mn-lt"/>
                <a:ea typeface="+mn-ea"/>
                <a:cs typeface="+mn-cs"/>
              </a:rPr>
              <a:t>0    0</a:t>
            </a:r>
          </a:p>
        </p:txBody>
      </p:sp>
      <p:sp>
        <p:nvSpPr>
          <p:cNvPr id="45" name="Rectangle 43"/>
          <p:cNvSpPr>
            <a:spLocks noChangeArrowheads="1"/>
          </p:cNvSpPr>
          <p:nvPr/>
        </p:nvSpPr>
        <p:spPr bwMode="auto">
          <a:xfrm>
            <a:off x="5292725" y="3789363"/>
            <a:ext cx="863600" cy="400110"/>
          </a:xfrm>
          <a:prstGeom prst="rect">
            <a:avLst/>
          </a:prstGeom>
          <a:noFill/>
          <a:ln w="12700" cap="sq">
            <a:noFill/>
            <a:miter lim="800000"/>
            <a:headEnd type="none" w="sm" len="sm"/>
            <a:tailEnd type="none" w="sm" len="sm"/>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b="0" i="0" u="none" strike="noStrike" kern="1200" cap="none" spc="0" normalizeH="0" baseline="0" noProof="0">
                <a:ln>
                  <a:noFill/>
                </a:ln>
                <a:solidFill>
                  <a:srgbClr val="0000CC"/>
                </a:solidFill>
                <a:effectLst>
                  <a:outerShdw blurRad="38100" dist="38100" dir="2700000" algn="tl">
                    <a:srgbClr val="C0C0C0"/>
                  </a:outerShdw>
                </a:effectLst>
                <a:uLnTx/>
                <a:uFillTx/>
                <a:latin typeface="+mn-lt"/>
                <a:ea typeface="+mn-ea"/>
                <a:cs typeface="+mn-cs"/>
              </a:rPr>
              <a:t>0    1</a:t>
            </a:r>
          </a:p>
        </p:txBody>
      </p:sp>
      <p:sp>
        <p:nvSpPr>
          <p:cNvPr id="46" name="Rectangle 44"/>
          <p:cNvSpPr>
            <a:spLocks noChangeArrowheads="1"/>
          </p:cNvSpPr>
          <p:nvPr/>
        </p:nvSpPr>
        <p:spPr bwMode="auto">
          <a:xfrm>
            <a:off x="5292725" y="4797425"/>
            <a:ext cx="792163" cy="400110"/>
          </a:xfrm>
          <a:prstGeom prst="rect">
            <a:avLst/>
          </a:prstGeom>
          <a:noFill/>
          <a:ln w="12700" cap="sq">
            <a:noFill/>
            <a:miter lim="800000"/>
            <a:headEnd type="none" w="sm" len="sm"/>
            <a:tailEnd type="none" w="sm" len="sm"/>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b="0" i="0" u="none" strike="noStrike" kern="1200" cap="none" spc="0" normalizeH="0" baseline="0" noProof="0">
                <a:ln>
                  <a:noFill/>
                </a:ln>
                <a:solidFill>
                  <a:srgbClr val="0000CC"/>
                </a:solidFill>
                <a:effectLst>
                  <a:outerShdw blurRad="38100" dist="38100" dir="2700000" algn="tl">
                    <a:srgbClr val="C0C0C0"/>
                  </a:outerShdw>
                </a:effectLst>
                <a:uLnTx/>
                <a:uFillTx/>
                <a:latin typeface="+mn-lt"/>
                <a:ea typeface="+mn-ea"/>
                <a:cs typeface="+mn-cs"/>
              </a:rPr>
              <a:t>1    0</a:t>
            </a:r>
          </a:p>
        </p:txBody>
      </p:sp>
      <p:sp>
        <p:nvSpPr>
          <p:cNvPr id="47" name="Rectangle 45"/>
          <p:cNvSpPr>
            <a:spLocks noChangeArrowheads="1"/>
          </p:cNvSpPr>
          <p:nvPr/>
        </p:nvSpPr>
        <p:spPr bwMode="auto">
          <a:xfrm>
            <a:off x="5292725" y="5624513"/>
            <a:ext cx="792163" cy="400110"/>
          </a:xfrm>
          <a:prstGeom prst="rect">
            <a:avLst/>
          </a:prstGeom>
          <a:noFill/>
          <a:ln w="12700" cap="sq">
            <a:noFill/>
            <a:miter lim="800000"/>
            <a:headEnd type="none" w="sm" len="sm"/>
            <a:tailEnd type="none" w="sm" len="sm"/>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b="0" i="0" u="none" strike="noStrike" kern="1200" cap="none" spc="0" normalizeH="0" baseline="0" noProof="0">
                <a:ln>
                  <a:noFill/>
                </a:ln>
                <a:solidFill>
                  <a:srgbClr val="0000CC"/>
                </a:solidFill>
                <a:effectLst>
                  <a:outerShdw blurRad="38100" dist="38100" dir="2700000" algn="tl">
                    <a:srgbClr val="C0C0C0"/>
                  </a:outerShdw>
                </a:effectLst>
                <a:uLnTx/>
                <a:uFillTx/>
                <a:latin typeface="+mn-lt"/>
                <a:ea typeface="+mn-ea"/>
                <a:cs typeface="+mn-cs"/>
              </a:rPr>
              <a:t>1    1</a:t>
            </a:r>
          </a:p>
        </p:txBody>
      </p:sp>
      <p:sp>
        <p:nvSpPr>
          <p:cNvPr id="48" name="Rectangle 46"/>
          <p:cNvSpPr>
            <a:spLocks noChangeArrowheads="1"/>
          </p:cNvSpPr>
          <p:nvPr/>
        </p:nvSpPr>
        <p:spPr bwMode="auto">
          <a:xfrm>
            <a:off x="3636963" y="1628775"/>
            <a:ext cx="1150937" cy="461665"/>
          </a:xfrm>
          <a:prstGeom prst="rect">
            <a:avLst/>
          </a:prstGeom>
          <a:noFill/>
          <a:ln w="12700" cap="sq">
            <a:noFill/>
            <a:miter lim="800000"/>
            <a:headEnd type="none" w="sm" len="sm"/>
            <a:tailEnd type="none" w="sm" len="sm"/>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000000"/>
                </a:solidFill>
                <a:effectLst>
                  <a:outerShdw blurRad="38100" dist="38100" dir="2700000" algn="tl">
                    <a:srgbClr val="C0C0C0"/>
                  </a:outerShdw>
                </a:effectLst>
                <a:uLnTx/>
                <a:uFillTx/>
                <a:latin typeface="+mn-lt"/>
                <a:ea typeface="+mn-ea"/>
                <a:cs typeface="+mn-cs"/>
              </a:rPr>
              <a:t>输   入</a:t>
            </a:r>
          </a:p>
        </p:txBody>
      </p:sp>
      <p:sp>
        <p:nvSpPr>
          <p:cNvPr id="49" name="Rectangle 140"/>
          <p:cNvSpPr>
            <a:spLocks noChangeArrowheads="1"/>
          </p:cNvSpPr>
          <p:nvPr/>
        </p:nvSpPr>
        <p:spPr bwMode="auto">
          <a:xfrm>
            <a:off x="5219700" y="1603375"/>
            <a:ext cx="936625" cy="457200"/>
          </a:xfrm>
          <a:prstGeom prst="rect">
            <a:avLst/>
          </a:prstGeom>
          <a:noFill/>
          <a:ln w="12700" cap="sq">
            <a:noFill/>
            <a:miter lim="800000"/>
            <a:headEnd type="none" w="sm" len="sm"/>
            <a:tailEnd type="none" w="sm" len="sm"/>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000000"/>
                </a:solidFill>
                <a:effectLst>
                  <a:outerShdw blurRad="38100" dist="38100" dir="2700000" algn="tl">
                    <a:srgbClr val="C0C0C0"/>
                  </a:outerShdw>
                </a:effectLst>
                <a:uLnTx/>
                <a:uFillTx/>
                <a:latin typeface="+mn-lt"/>
                <a:ea typeface="+mn-ea"/>
                <a:cs typeface="+mn-cs"/>
              </a:rPr>
              <a:t>输出</a:t>
            </a:r>
          </a:p>
        </p:txBody>
      </p:sp>
      <p:sp>
        <p:nvSpPr>
          <p:cNvPr id="50" name="灯片编号占位符 6">
            <a:extLst>
              <a:ext uri="{FF2B5EF4-FFF2-40B4-BE49-F238E27FC236}">
                <a16:creationId xmlns:a16="http://schemas.microsoft.com/office/drawing/2014/main" id="{4D379A71-485F-7F4A-B403-CBAEF9B125F4}"/>
              </a:ext>
            </a:extLst>
          </p:cNvPr>
          <p:cNvSpPr txBox="1">
            <a:spLocks/>
          </p:cNvSpPr>
          <p:nvPr/>
        </p:nvSpPr>
        <p:spPr bwMode="auto">
          <a:xfrm>
            <a:off x="6553200" y="6265860"/>
            <a:ext cx="213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4600" b="1" kern="1200">
                <a:solidFill>
                  <a:srgbClr val="FF3300"/>
                </a:solidFill>
                <a:latin typeface="Garamond" pitchFamily="18" charset="0"/>
                <a:ea typeface="宋体" charset="-122"/>
                <a:cs typeface="+mn-cs"/>
              </a:defRPr>
            </a:lvl1pPr>
            <a:lvl2pPr marL="742950" indent="-28575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2pPr>
            <a:lvl3pPr marL="11430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3pPr>
            <a:lvl4pPr marL="16002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4pPr>
            <a:lvl5pPr marL="20574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5pPr>
            <a:lvl6pPr marL="25146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6pPr>
            <a:lvl7pPr marL="29718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7pPr>
            <a:lvl8pPr marL="34290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8pPr>
            <a:lvl9pPr marL="38862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9pPr>
          </a:lstStyle>
          <a:p>
            <a:pPr eaLnBrk="1" hangingPunct="1"/>
            <a:fld id="{CCE6D788-BCB5-407E-9DED-68D155892338}" type="slidenum">
              <a:rPr lang="en-US" altLang="zh-CN" sz="1400" smtClean="0">
                <a:solidFill>
                  <a:schemeClr val="tx1"/>
                </a:solidFill>
                <a:latin typeface="+mn-lt"/>
              </a:rPr>
              <a:pPr eaLnBrk="1" hangingPunct="1"/>
              <a:t>59</a:t>
            </a:fld>
            <a:endParaRPr lang="en-US" altLang="zh-CN" sz="1400" dirty="0">
              <a:solidFill>
                <a:schemeClr val="tx1"/>
              </a:solidFill>
              <a:latin typeface="+mn-lt"/>
            </a:endParaRPr>
          </a:p>
        </p:txBody>
      </p:sp>
    </p:spTree>
    <p:extLst>
      <p:ext uri="{BB962C8B-B14F-4D97-AF65-F5344CB8AC3E}">
        <p14:creationId xmlns:p14="http://schemas.microsoft.com/office/powerpoint/2010/main" val="2753891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标题 1"/>
          <p:cNvSpPr>
            <a:spLocks noGrp="1"/>
          </p:cNvSpPr>
          <p:nvPr>
            <p:ph type="title"/>
          </p:nvPr>
        </p:nvSpPr>
        <p:spPr/>
        <p:txBody>
          <a:bodyPr/>
          <a:lstStyle/>
          <a:p>
            <a:r>
              <a:rPr lang="zh-CN" altLang="en-US" b="1" dirty="0"/>
              <a:t>思考</a:t>
            </a:r>
          </a:p>
        </p:txBody>
      </p:sp>
      <p:sp>
        <p:nvSpPr>
          <p:cNvPr id="88067" name="内容占位符 2"/>
          <p:cNvSpPr>
            <a:spLocks noGrp="1"/>
          </p:cNvSpPr>
          <p:nvPr>
            <p:ph idx="1"/>
          </p:nvPr>
        </p:nvSpPr>
        <p:spPr/>
        <p:txBody>
          <a:bodyPr/>
          <a:lstStyle/>
          <a:p>
            <a:r>
              <a:rPr lang="zh-CN" altLang="en-US" dirty="0">
                <a:latin typeface="黑体" panose="02010609060101010101" pitchFamily="49" charset="-122"/>
              </a:rPr>
              <a:t>如果同时不止一个响应怎么办？</a:t>
            </a:r>
            <a:endParaRPr lang="en-US" altLang="zh-CN" dirty="0">
              <a:latin typeface="黑体" panose="02010609060101010101" pitchFamily="49" charset="-122"/>
            </a:endParaRPr>
          </a:p>
          <a:p>
            <a:endParaRPr lang="en-US" altLang="zh-CN" dirty="0">
              <a:latin typeface="黑体" panose="02010609060101010101" pitchFamily="49" charset="-122"/>
            </a:endParaRPr>
          </a:p>
          <a:p>
            <a:pPr lvl="1"/>
            <a:r>
              <a:rPr lang="zh-CN" altLang="en-US" dirty="0">
                <a:latin typeface="黑体" panose="02010609060101010101" pitchFamily="49" charset="-122"/>
              </a:rPr>
              <a:t>普通编码器 </a:t>
            </a:r>
            <a:r>
              <a:rPr lang="en-US" altLang="zh-CN" dirty="0">
                <a:latin typeface="黑体" panose="02010609060101010101" pitchFamily="49" charset="-122"/>
              </a:rPr>
              <a:t>vs </a:t>
            </a:r>
            <a:r>
              <a:rPr lang="zh-CN" altLang="en-US" dirty="0">
                <a:latin typeface="黑体" panose="02010609060101010101" pitchFamily="49" charset="-122"/>
              </a:rPr>
              <a:t>优先编码器</a:t>
            </a:r>
            <a:endParaRPr lang="en-US" altLang="zh-CN" dirty="0">
              <a:latin typeface="黑体" panose="02010609060101010101" pitchFamily="49" charset="-122"/>
            </a:endParaRPr>
          </a:p>
        </p:txBody>
      </p:sp>
      <p:sp>
        <p:nvSpPr>
          <p:cNvPr id="5" name="灯片编号占位符 6">
            <a:extLst>
              <a:ext uri="{FF2B5EF4-FFF2-40B4-BE49-F238E27FC236}">
                <a16:creationId xmlns:a16="http://schemas.microsoft.com/office/drawing/2014/main" id="{DDD36BEC-0C2D-6A45-B965-42C65B4A8538}"/>
              </a:ext>
            </a:extLst>
          </p:cNvPr>
          <p:cNvSpPr txBox="1">
            <a:spLocks/>
          </p:cNvSpPr>
          <p:nvPr/>
        </p:nvSpPr>
        <p:spPr bwMode="auto">
          <a:xfrm>
            <a:off x="6553200" y="6265860"/>
            <a:ext cx="213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4600" b="1" kern="1200">
                <a:solidFill>
                  <a:srgbClr val="FF3300"/>
                </a:solidFill>
                <a:latin typeface="Garamond" pitchFamily="18" charset="0"/>
                <a:ea typeface="宋体" charset="-122"/>
                <a:cs typeface="+mn-cs"/>
              </a:defRPr>
            </a:lvl1pPr>
            <a:lvl2pPr marL="742950" indent="-28575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2pPr>
            <a:lvl3pPr marL="11430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3pPr>
            <a:lvl4pPr marL="16002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4pPr>
            <a:lvl5pPr marL="20574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5pPr>
            <a:lvl6pPr marL="25146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6pPr>
            <a:lvl7pPr marL="29718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7pPr>
            <a:lvl8pPr marL="34290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8pPr>
            <a:lvl9pPr marL="38862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9pPr>
          </a:lstStyle>
          <a:p>
            <a:pPr eaLnBrk="1" hangingPunct="1"/>
            <a:fld id="{CCE6D788-BCB5-407E-9DED-68D155892338}" type="slidenum">
              <a:rPr lang="en-US" altLang="zh-CN" sz="1400" smtClean="0">
                <a:solidFill>
                  <a:schemeClr val="tx1"/>
                </a:solidFill>
                <a:latin typeface="+mn-lt"/>
              </a:rPr>
              <a:pPr eaLnBrk="1" hangingPunct="1"/>
              <a:t>60</a:t>
            </a:fld>
            <a:endParaRPr lang="en-US" altLang="zh-CN" sz="1400" dirty="0">
              <a:solidFill>
                <a:schemeClr val="tx1"/>
              </a:solidFill>
              <a:latin typeface="+mn-lt"/>
            </a:endParaRPr>
          </a:p>
        </p:txBody>
      </p:sp>
    </p:spTree>
    <p:extLst>
      <p:ext uri="{BB962C8B-B14F-4D97-AF65-F5344CB8AC3E}">
        <p14:creationId xmlns:p14="http://schemas.microsoft.com/office/powerpoint/2010/main" val="243459815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pPr eaLnBrk="1" hangingPunct="1"/>
            <a:r>
              <a:rPr lang="zh-CN" altLang="en-US" b="1" dirty="0"/>
              <a:t>译码器</a:t>
            </a:r>
            <a:r>
              <a:rPr lang="zh-CN" altLang="en-US" b="1" dirty="0">
                <a:latin typeface="Arial" panose="020B0604020202020204" pitchFamily="34" charset="0"/>
                <a:cs typeface="Arial" panose="020B0604020202020204" pitchFamily="34" charset="0"/>
              </a:rPr>
              <a:t>（</a:t>
            </a:r>
            <a:r>
              <a:rPr lang="en-US" altLang="zh-CN" b="1" dirty="0">
                <a:latin typeface="Arial" panose="020B0604020202020204" pitchFamily="34" charset="0"/>
                <a:cs typeface="Arial" panose="020B0604020202020204" pitchFamily="34" charset="0"/>
              </a:rPr>
              <a:t>Decoder</a:t>
            </a:r>
            <a:r>
              <a:rPr lang="zh-CN" altLang="en-US" b="1" dirty="0">
                <a:latin typeface="Arial" panose="020B0604020202020204" pitchFamily="34" charset="0"/>
                <a:cs typeface="Arial" panose="020B0604020202020204" pitchFamily="34" charset="0"/>
              </a:rPr>
              <a:t>）</a:t>
            </a:r>
            <a:endParaRPr lang="en-US" altLang="zh-CN" b="1" dirty="0"/>
          </a:p>
        </p:txBody>
      </p:sp>
      <p:sp>
        <p:nvSpPr>
          <p:cNvPr id="90115" name="Rectangle 3"/>
          <p:cNvSpPr>
            <a:spLocks noGrp="1" noChangeArrowheads="1"/>
          </p:cNvSpPr>
          <p:nvPr>
            <p:ph idx="1"/>
          </p:nvPr>
        </p:nvSpPr>
        <p:spPr>
          <a:xfrm>
            <a:off x="539552" y="1387205"/>
            <a:ext cx="8229600" cy="5210147"/>
          </a:xfrm>
        </p:spPr>
        <p:txBody>
          <a:bodyPr/>
          <a:lstStyle/>
          <a:p>
            <a:pPr eaLnBrk="1" hangingPunct="1"/>
            <a:r>
              <a:rPr lang="zh-CN" altLang="en-US" dirty="0">
                <a:latin typeface="黑体" panose="02010609060101010101" pitchFamily="49" charset="-122"/>
              </a:rPr>
              <a:t>编码的逆过程</a:t>
            </a:r>
            <a:endParaRPr lang="en-US" altLang="zh-CN" dirty="0">
              <a:latin typeface="黑体" panose="02010609060101010101" pitchFamily="49" charset="-122"/>
            </a:endParaRPr>
          </a:p>
          <a:p>
            <a:pPr eaLnBrk="1" hangingPunct="1"/>
            <a:r>
              <a:rPr lang="en-US" altLang="zh-CN" dirty="0">
                <a:latin typeface="黑体" panose="02010609060101010101" pitchFamily="49" charset="-122"/>
              </a:rPr>
              <a:t>n-2</a:t>
            </a:r>
            <a:r>
              <a:rPr lang="en-US" altLang="zh-CN" baseline="30000" dirty="0">
                <a:latin typeface="黑体" panose="02010609060101010101" pitchFamily="49" charset="-122"/>
              </a:rPr>
              <a:t>n</a:t>
            </a:r>
            <a:r>
              <a:rPr lang="zh-CN" altLang="en-US" dirty="0">
                <a:latin typeface="黑体" panose="02010609060101010101" pitchFamily="49" charset="-122"/>
              </a:rPr>
              <a:t>线译码器：</a:t>
            </a:r>
            <a:r>
              <a:rPr lang="en-US" altLang="zh-CN" dirty="0">
                <a:latin typeface="黑体" panose="02010609060101010101" pitchFamily="49" charset="-122"/>
              </a:rPr>
              <a:t>n</a:t>
            </a:r>
            <a:r>
              <a:rPr lang="zh-CN" altLang="en-US" dirty="0">
                <a:latin typeface="黑体" panose="02010609060101010101" pitchFamily="49" charset="-122"/>
              </a:rPr>
              <a:t>个输入，</a:t>
            </a:r>
            <a:r>
              <a:rPr lang="en-US" altLang="zh-CN" dirty="0">
                <a:latin typeface="黑体" panose="02010609060101010101" pitchFamily="49" charset="-122"/>
              </a:rPr>
              <a:t>2</a:t>
            </a:r>
            <a:r>
              <a:rPr lang="en-US" altLang="zh-CN" baseline="30000" dirty="0">
                <a:latin typeface="黑体" panose="02010609060101010101" pitchFamily="49" charset="-122"/>
              </a:rPr>
              <a:t>n</a:t>
            </a:r>
            <a:r>
              <a:rPr lang="zh-CN" altLang="en-US" dirty="0">
                <a:latin typeface="黑体" panose="02010609060101010101" pitchFamily="49" charset="-122"/>
              </a:rPr>
              <a:t>个输出，</a:t>
            </a:r>
            <a:endParaRPr lang="en-US" altLang="zh-CN" b="1" dirty="0">
              <a:solidFill>
                <a:schemeClr val="tx1"/>
              </a:solidFill>
              <a:latin typeface="黑体" panose="02010609060101010101" pitchFamily="49" charset="-122"/>
            </a:endParaRPr>
          </a:p>
        </p:txBody>
      </p:sp>
      <p:grpSp>
        <p:nvGrpSpPr>
          <p:cNvPr id="5" name="Group 16">
            <a:extLst>
              <a:ext uri="{FF2B5EF4-FFF2-40B4-BE49-F238E27FC236}">
                <a16:creationId xmlns:a16="http://schemas.microsoft.com/office/drawing/2014/main" id="{DA97CA3E-10AD-45CA-8E03-5F40926ECA46}"/>
              </a:ext>
            </a:extLst>
          </p:cNvPr>
          <p:cNvGrpSpPr>
            <a:grpSpLocks/>
          </p:cNvGrpSpPr>
          <p:nvPr/>
        </p:nvGrpSpPr>
        <p:grpSpPr bwMode="auto">
          <a:xfrm>
            <a:off x="1376163" y="3418157"/>
            <a:ext cx="6556377" cy="2052638"/>
            <a:chOff x="923" y="1726"/>
            <a:chExt cx="4130" cy="1293"/>
          </a:xfrm>
        </p:grpSpPr>
        <p:sp>
          <p:nvSpPr>
            <p:cNvPr id="6" name="Rectangle 17">
              <a:extLst>
                <a:ext uri="{FF2B5EF4-FFF2-40B4-BE49-F238E27FC236}">
                  <a16:creationId xmlns:a16="http://schemas.microsoft.com/office/drawing/2014/main" id="{930F5F5F-588B-4B0F-B021-782A15E1B750}"/>
                </a:ext>
              </a:extLst>
            </p:cNvPr>
            <p:cNvSpPr>
              <a:spLocks noChangeArrowheads="1"/>
            </p:cNvSpPr>
            <p:nvPr/>
          </p:nvSpPr>
          <p:spPr bwMode="auto">
            <a:xfrm>
              <a:off x="923" y="1726"/>
              <a:ext cx="3991" cy="1293"/>
            </a:xfrm>
            <a:prstGeom prst="rect">
              <a:avLst/>
            </a:prstGeom>
            <a:solidFill>
              <a:srgbClr val="FFFFCC"/>
            </a:solidFill>
            <a:ln w="28575">
              <a:solidFill>
                <a:schemeClr val="tx1"/>
              </a:solidFill>
              <a:miter lim="800000"/>
              <a:headEnd/>
              <a:tailEnd/>
            </a:ln>
            <a:effectLst>
              <a:outerShdw dist="107763" dir="18900000" algn="ctr" rotWithShape="0">
                <a:srgbClr val="808080"/>
              </a:outerShdw>
            </a:effec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7" name="Text Box 18">
              <a:extLst>
                <a:ext uri="{FF2B5EF4-FFF2-40B4-BE49-F238E27FC236}">
                  <a16:creationId xmlns:a16="http://schemas.microsoft.com/office/drawing/2014/main" id="{CCDB2039-03E3-4AFB-BE3C-F501C43F2C8F}"/>
                </a:ext>
              </a:extLst>
            </p:cNvPr>
            <p:cNvSpPr txBox="1">
              <a:spLocks noChangeArrowheads="1"/>
            </p:cNvSpPr>
            <p:nvPr/>
          </p:nvSpPr>
          <p:spPr bwMode="auto">
            <a:xfrm>
              <a:off x="3761" y="1839"/>
              <a:ext cx="528"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2800" b="1" i="1" u="none" strike="noStrike" kern="1200" cap="none" spc="0" normalizeH="0" baseline="0" noProof="0" dirty="0">
                  <a:ln>
                    <a:noFill/>
                  </a:ln>
                  <a:solidFill>
                    <a:srgbClr val="FF0066"/>
                  </a:solidFill>
                  <a:effectLst/>
                  <a:uLnTx/>
                  <a:uFillTx/>
                  <a:latin typeface="Arial" panose="020B0604020202020204" pitchFamily="34" charset="0"/>
                  <a:ea typeface="楷体_GB2312" pitchFamily="49" charset="-122"/>
                  <a:cs typeface="Arial" panose="020B0604020202020204" pitchFamily="34" charset="0"/>
                </a:rPr>
                <a:t>Y</a:t>
              </a:r>
              <a:r>
                <a:rPr kumimoji="0" lang="en-US" altLang="zh-CN" sz="2800" b="1" i="0" u="none" strike="noStrike" kern="1200" cap="none" spc="0" normalizeH="0" baseline="-25000" noProof="0" dirty="0">
                  <a:ln>
                    <a:noFill/>
                  </a:ln>
                  <a:solidFill>
                    <a:srgbClr val="FF0066"/>
                  </a:solidFill>
                  <a:effectLst/>
                  <a:uLnTx/>
                  <a:uFillTx/>
                  <a:latin typeface="Arial" panose="020B0604020202020204" pitchFamily="34" charset="0"/>
                  <a:ea typeface="楷体_GB2312" pitchFamily="49" charset="-122"/>
                  <a:cs typeface="Arial" panose="020B0604020202020204" pitchFamily="34" charset="0"/>
                </a:rPr>
                <a:t>1</a:t>
              </a:r>
            </a:p>
          </p:txBody>
        </p:sp>
        <p:sp>
          <p:nvSpPr>
            <p:cNvPr id="8" name="Text Box 19">
              <a:extLst>
                <a:ext uri="{FF2B5EF4-FFF2-40B4-BE49-F238E27FC236}">
                  <a16:creationId xmlns:a16="http://schemas.microsoft.com/office/drawing/2014/main" id="{560DDBD9-4975-4064-BD0D-A5447693F500}"/>
                </a:ext>
              </a:extLst>
            </p:cNvPr>
            <p:cNvSpPr txBox="1">
              <a:spLocks noChangeArrowheads="1"/>
            </p:cNvSpPr>
            <p:nvPr/>
          </p:nvSpPr>
          <p:spPr bwMode="auto">
            <a:xfrm>
              <a:off x="1601" y="1803"/>
              <a:ext cx="384"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2800" b="1" i="1" u="none" strike="noStrike" kern="1200" cap="none" spc="0" normalizeH="0" baseline="0" noProof="0">
                  <a:ln>
                    <a:noFill/>
                  </a:ln>
                  <a:solidFill>
                    <a:srgbClr val="FF0066"/>
                  </a:solidFill>
                  <a:effectLst/>
                  <a:uLnTx/>
                  <a:uFillTx/>
                  <a:latin typeface="Arial" panose="020B0604020202020204" pitchFamily="34" charset="0"/>
                  <a:ea typeface="楷体_GB2312" pitchFamily="49" charset="-122"/>
                  <a:cs typeface="Arial" panose="020B0604020202020204" pitchFamily="34" charset="0"/>
                </a:rPr>
                <a:t>I</a:t>
              </a:r>
              <a:r>
                <a:rPr kumimoji="0" lang="en-US" altLang="zh-CN" sz="2800" b="1" i="0" u="none" strike="noStrike" kern="1200" cap="none" spc="0" normalizeH="0" baseline="-25000" noProof="0">
                  <a:ln>
                    <a:noFill/>
                  </a:ln>
                  <a:solidFill>
                    <a:srgbClr val="FF0066"/>
                  </a:solidFill>
                  <a:effectLst/>
                  <a:uLnTx/>
                  <a:uFillTx/>
                  <a:latin typeface="Arial" panose="020B0604020202020204" pitchFamily="34" charset="0"/>
                  <a:ea typeface="楷体_GB2312" pitchFamily="49" charset="-122"/>
                  <a:cs typeface="Arial" panose="020B0604020202020204" pitchFamily="34" charset="0"/>
                </a:rPr>
                <a:t>1</a:t>
              </a:r>
            </a:p>
          </p:txBody>
        </p:sp>
        <p:sp>
          <p:nvSpPr>
            <p:cNvPr id="9" name="Rectangle 20">
              <a:extLst>
                <a:ext uri="{FF2B5EF4-FFF2-40B4-BE49-F238E27FC236}">
                  <a16:creationId xmlns:a16="http://schemas.microsoft.com/office/drawing/2014/main" id="{CFBD9E16-898D-466C-B2AC-279B8459149B}"/>
                </a:ext>
              </a:extLst>
            </p:cNvPr>
            <p:cNvSpPr>
              <a:spLocks noChangeArrowheads="1"/>
            </p:cNvSpPr>
            <p:nvPr/>
          </p:nvSpPr>
          <p:spPr bwMode="auto">
            <a:xfrm>
              <a:off x="2177" y="1971"/>
              <a:ext cx="1392" cy="816"/>
            </a:xfrm>
            <a:prstGeom prst="rect">
              <a:avLst/>
            </a:prstGeom>
            <a:solidFill>
              <a:srgbClr val="CCFFFF"/>
            </a:solidFill>
            <a:ln w="38100">
              <a:solidFill>
                <a:srgbClr val="996600"/>
              </a:solidFill>
              <a:miter lim="800000"/>
              <a:headEnd/>
              <a:tailEnd/>
            </a:ln>
            <a:effectLst/>
          </p:spPr>
          <p:txBody>
            <a:bodyPr wrap="none" lIns="90000" tIns="46800" rIns="90000" bIns="468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3200" b="0" i="0" u="none" strike="noStrike" kern="1200" cap="none" spc="0" normalizeH="0" baseline="0" noProof="0" dirty="0">
                  <a:ln>
                    <a:noFill/>
                  </a:ln>
                  <a:solidFill>
                    <a:srgbClr val="996600"/>
                  </a:solidFill>
                  <a:effectLst>
                    <a:outerShdw blurRad="38100" dist="38100" dir="2700000" algn="tl">
                      <a:srgbClr val="000000"/>
                    </a:outerShdw>
                  </a:effectLst>
                  <a:uLnTx/>
                  <a:uFillTx/>
                  <a:latin typeface="+mn-ea"/>
                  <a:ea typeface="+mn-ea"/>
                  <a:cs typeface="Arial" panose="020B0604020202020204" pitchFamily="34" charset="0"/>
                </a:rPr>
                <a:t> 译码器</a:t>
              </a:r>
            </a:p>
          </p:txBody>
        </p:sp>
        <p:sp>
          <p:nvSpPr>
            <p:cNvPr id="10" name="Line 21">
              <a:extLst>
                <a:ext uri="{FF2B5EF4-FFF2-40B4-BE49-F238E27FC236}">
                  <a16:creationId xmlns:a16="http://schemas.microsoft.com/office/drawing/2014/main" id="{5B7216BB-8090-4805-B0EE-984EF5EAFA3B}"/>
                </a:ext>
              </a:extLst>
            </p:cNvPr>
            <p:cNvSpPr>
              <a:spLocks noChangeShapeType="1"/>
            </p:cNvSpPr>
            <p:nvPr/>
          </p:nvSpPr>
          <p:spPr bwMode="auto">
            <a:xfrm>
              <a:off x="3569" y="2066"/>
              <a:ext cx="272" cy="0"/>
            </a:xfrm>
            <a:prstGeom prst="line">
              <a:avLst/>
            </a:prstGeom>
            <a:noFill/>
            <a:ln w="28575">
              <a:solidFill>
                <a:srgbClr val="996600"/>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1" name="Line 22">
              <a:extLst>
                <a:ext uri="{FF2B5EF4-FFF2-40B4-BE49-F238E27FC236}">
                  <a16:creationId xmlns:a16="http://schemas.microsoft.com/office/drawing/2014/main" id="{737D7C05-F1D5-4D48-A917-30BD72FF4825}"/>
                </a:ext>
              </a:extLst>
            </p:cNvPr>
            <p:cNvSpPr>
              <a:spLocks noChangeShapeType="1"/>
            </p:cNvSpPr>
            <p:nvPr/>
          </p:nvSpPr>
          <p:spPr bwMode="auto">
            <a:xfrm>
              <a:off x="3713" y="2307"/>
              <a:ext cx="0" cy="336"/>
            </a:xfrm>
            <a:prstGeom prst="line">
              <a:avLst/>
            </a:prstGeom>
            <a:noFill/>
            <a:ln w="28575">
              <a:solidFill>
                <a:srgbClr val="996600"/>
              </a:solidFill>
              <a:prstDash val="sysDot"/>
              <a:round/>
              <a:headEnd/>
              <a:tailEnd/>
            </a:ln>
            <a:extLst>
              <a:ext uri="{909E8E84-426E-40DD-AFC4-6F175D3DCCD1}">
                <a14:hiddenFill xmlns:a14="http://schemas.microsoft.com/office/drawing/2010/main">
                  <a:noFill/>
                </a14:hiddenFill>
              </a:ext>
            </a:ex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2" name="Line 23">
              <a:extLst>
                <a:ext uri="{FF2B5EF4-FFF2-40B4-BE49-F238E27FC236}">
                  <a16:creationId xmlns:a16="http://schemas.microsoft.com/office/drawing/2014/main" id="{117E8210-E7C3-4E91-BA88-316B4F8642CD}"/>
                </a:ext>
              </a:extLst>
            </p:cNvPr>
            <p:cNvSpPr>
              <a:spLocks noChangeShapeType="1"/>
            </p:cNvSpPr>
            <p:nvPr/>
          </p:nvSpPr>
          <p:spPr bwMode="auto">
            <a:xfrm>
              <a:off x="1985" y="2307"/>
              <a:ext cx="0" cy="336"/>
            </a:xfrm>
            <a:prstGeom prst="line">
              <a:avLst/>
            </a:prstGeom>
            <a:noFill/>
            <a:ln w="28575">
              <a:solidFill>
                <a:srgbClr val="996600"/>
              </a:solidFill>
              <a:prstDash val="sysDot"/>
              <a:round/>
              <a:headEnd/>
              <a:tailEnd/>
            </a:ln>
            <a:extLst>
              <a:ext uri="{909E8E84-426E-40DD-AFC4-6F175D3DCCD1}">
                <a14:hiddenFill xmlns:a14="http://schemas.microsoft.com/office/drawing/2010/main">
                  <a:noFill/>
                </a14:hiddenFill>
              </a:ext>
            </a:ex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3" name="Text Box 24">
              <a:extLst>
                <a:ext uri="{FF2B5EF4-FFF2-40B4-BE49-F238E27FC236}">
                  <a16:creationId xmlns:a16="http://schemas.microsoft.com/office/drawing/2014/main" id="{AC9288D3-E79E-4A2E-B9C0-79CAE2C4C01A}"/>
                </a:ext>
              </a:extLst>
            </p:cNvPr>
            <p:cNvSpPr txBox="1">
              <a:spLocks noChangeArrowheads="1"/>
            </p:cNvSpPr>
            <p:nvPr/>
          </p:nvSpPr>
          <p:spPr bwMode="auto">
            <a:xfrm>
              <a:off x="3785" y="2127"/>
              <a:ext cx="480"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2800" b="1" i="1" u="none" strike="noStrike" kern="1200" cap="none" spc="0" normalizeH="0" baseline="0" noProof="0">
                  <a:ln>
                    <a:noFill/>
                  </a:ln>
                  <a:solidFill>
                    <a:srgbClr val="FF0066"/>
                  </a:solidFill>
                  <a:effectLst/>
                  <a:uLnTx/>
                  <a:uFillTx/>
                  <a:latin typeface="Arial" panose="020B0604020202020204" pitchFamily="34" charset="0"/>
                  <a:ea typeface="楷体_GB2312" pitchFamily="49" charset="-122"/>
                  <a:cs typeface="Arial" panose="020B0604020202020204" pitchFamily="34" charset="0"/>
                </a:rPr>
                <a:t>Y</a:t>
              </a:r>
              <a:r>
                <a:rPr kumimoji="0" lang="en-US" altLang="zh-CN" sz="2800" b="1" i="0" u="none" strike="noStrike" kern="1200" cap="none" spc="0" normalizeH="0" baseline="-25000" noProof="0">
                  <a:ln>
                    <a:noFill/>
                  </a:ln>
                  <a:solidFill>
                    <a:srgbClr val="FF0066"/>
                  </a:solidFill>
                  <a:effectLst/>
                  <a:uLnTx/>
                  <a:uFillTx/>
                  <a:latin typeface="Arial" panose="020B0604020202020204" pitchFamily="34" charset="0"/>
                  <a:ea typeface="楷体_GB2312" pitchFamily="49" charset="-122"/>
                  <a:cs typeface="Arial" panose="020B0604020202020204" pitchFamily="34" charset="0"/>
                </a:rPr>
                <a:t>2</a:t>
              </a:r>
            </a:p>
          </p:txBody>
        </p:sp>
        <p:sp>
          <p:nvSpPr>
            <p:cNvPr id="14" name="Text Box 25">
              <a:extLst>
                <a:ext uri="{FF2B5EF4-FFF2-40B4-BE49-F238E27FC236}">
                  <a16:creationId xmlns:a16="http://schemas.microsoft.com/office/drawing/2014/main" id="{E8F789EA-617D-4F21-B867-4FB17B1D4466}"/>
                </a:ext>
              </a:extLst>
            </p:cNvPr>
            <p:cNvSpPr txBox="1">
              <a:spLocks noChangeArrowheads="1"/>
            </p:cNvSpPr>
            <p:nvPr/>
          </p:nvSpPr>
          <p:spPr bwMode="auto">
            <a:xfrm>
              <a:off x="3785" y="2535"/>
              <a:ext cx="480"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2800" b="1" i="1" u="none" strike="noStrike" kern="1200" cap="none" spc="0" normalizeH="0" baseline="0" noProof="0">
                  <a:ln>
                    <a:noFill/>
                  </a:ln>
                  <a:solidFill>
                    <a:srgbClr val="FF0066"/>
                  </a:solidFill>
                  <a:effectLst/>
                  <a:uLnTx/>
                  <a:uFillTx/>
                  <a:latin typeface="Arial" panose="020B0604020202020204" pitchFamily="34" charset="0"/>
                  <a:ea typeface="楷体_GB2312" pitchFamily="49" charset="-122"/>
                  <a:cs typeface="Arial" panose="020B0604020202020204" pitchFamily="34" charset="0"/>
                </a:rPr>
                <a:t>Y</a:t>
              </a:r>
              <a:r>
                <a:rPr kumimoji="0" lang="en-US" altLang="zh-CN" sz="2800" b="1" i="1" u="none" strike="noStrike" kern="1200" cap="none" spc="0" normalizeH="0" baseline="-25000" noProof="0">
                  <a:ln>
                    <a:noFill/>
                  </a:ln>
                  <a:solidFill>
                    <a:srgbClr val="FF0066"/>
                  </a:solidFill>
                  <a:effectLst/>
                  <a:uLnTx/>
                  <a:uFillTx/>
                  <a:latin typeface="Arial" panose="020B0604020202020204" pitchFamily="34" charset="0"/>
                  <a:ea typeface="楷体_GB2312" pitchFamily="49" charset="-122"/>
                  <a:cs typeface="Arial" panose="020B0604020202020204" pitchFamily="34" charset="0"/>
                </a:rPr>
                <a:t>m</a:t>
              </a:r>
            </a:p>
          </p:txBody>
        </p:sp>
        <p:sp>
          <p:nvSpPr>
            <p:cNvPr id="15" name="Text Box 26">
              <a:extLst>
                <a:ext uri="{FF2B5EF4-FFF2-40B4-BE49-F238E27FC236}">
                  <a16:creationId xmlns:a16="http://schemas.microsoft.com/office/drawing/2014/main" id="{04E7B4CD-6C22-4740-98C1-EA5B307ACE02}"/>
                </a:ext>
              </a:extLst>
            </p:cNvPr>
            <p:cNvSpPr txBox="1">
              <a:spLocks noChangeArrowheads="1"/>
            </p:cNvSpPr>
            <p:nvPr/>
          </p:nvSpPr>
          <p:spPr bwMode="auto">
            <a:xfrm>
              <a:off x="1601" y="2091"/>
              <a:ext cx="384"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2800" b="1" i="1" u="none" strike="noStrike" kern="1200" cap="none" spc="0" normalizeH="0" baseline="0" noProof="0">
                  <a:ln>
                    <a:noFill/>
                  </a:ln>
                  <a:solidFill>
                    <a:srgbClr val="FF0066"/>
                  </a:solidFill>
                  <a:effectLst/>
                  <a:uLnTx/>
                  <a:uFillTx/>
                  <a:latin typeface="Arial" panose="020B0604020202020204" pitchFamily="34" charset="0"/>
                  <a:ea typeface="楷体_GB2312" pitchFamily="49" charset="-122"/>
                  <a:cs typeface="Arial" panose="020B0604020202020204" pitchFamily="34" charset="0"/>
                </a:rPr>
                <a:t>I</a:t>
              </a:r>
              <a:r>
                <a:rPr kumimoji="0" lang="en-US" altLang="zh-CN" sz="2800" b="1" i="0" u="none" strike="noStrike" kern="1200" cap="none" spc="0" normalizeH="0" baseline="-25000" noProof="0">
                  <a:ln>
                    <a:noFill/>
                  </a:ln>
                  <a:solidFill>
                    <a:srgbClr val="FF0066"/>
                  </a:solidFill>
                  <a:effectLst/>
                  <a:uLnTx/>
                  <a:uFillTx/>
                  <a:latin typeface="Arial" panose="020B0604020202020204" pitchFamily="34" charset="0"/>
                  <a:ea typeface="楷体_GB2312" pitchFamily="49" charset="-122"/>
                  <a:cs typeface="Arial" panose="020B0604020202020204" pitchFamily="34" charset="0"/>
                </a:rPr>
                <a:t>2</a:t>
              </a:r>
            </a:p>
          </p:txBody>
        </p:sp>
        <p:sp>
          <p:nvSpPr>
            <p:cNvPr id="16" name="Text Box 27">
              <a:extLst>
                <a:ext uri="{FF2B5EF4-FFF2-40B4-BE49-F238E27FC236}">
                  <a16:creationId xmlns:a16="http://schemas.microsoft.com/office/drawing/2014/main" id="{8CBCA07E-8B34-4C02-B06D-7FA99F783AB4}"/>
                </a:ext>
              </a:extLst>
            </p:cNvPr>
            <p:cNvSpPr txBox="1">
              <a:spLocks noChangeArrowheads="1"/>
            </p:cNvSpPr>
            <p:nvPr/>
          </p:nvSpPr>
          <p:spPr bwMode="auto">
            <a:xfrm>
              <a:off x="1601" y="2499"/>
              <a:ext cx="384"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2800" b="1" i="1" u="none" strike="noStrike" kern="1200" cap="none" spc="0" normalizeH="0" baseline="0" noProof="0">
                  <a:ln>
                    <a:noFill/>
                  </a:ln>
                  <a:solidFill>
                    <a:srgbClr val="FF0066"/>
                  </a:solidFill>
                  <a:effectLst/>
                  <a:uLnTx/>
                  <a:uFillTx/>
                  <a:latin typeface="Arial" panose="020B0604020202020204" pitchFamily="34" charset="0"/>
                  <a:ea typeface="楷体_GB2312" pitchFamily="49" charset="-122"/>
                  <a:cs typeface="Arial" panose="020B0604020202020204" pitchFamily="34" charset="0"/>
                </a:rPr>
                <a:t>I</a:t>
              </a:r>
              <a:r>
                <a:rPr kumimoji="0" lang="en-US" altLang="zh-CN" sz="2800" b="1" i="1" u="none" strike="noStrike" kern="1200" cap="none" spc="0" normalizeH="0" baseline="-25000" noProof="0">
                  <a:ln>
                    <a:noFill/>
                  </a:ln>
                  <a:solidFill>
                    <a:srgbClr val="FF0066"/>
                  </a:solidFill>
                  <a:effectLst/>
                  <a:uLnTx/>
                  <a:uFillTx/>
                  <a:latin typeface="Arial" panose="020B0604020202020204" pitchFamily="34" charset="0"/>
                  <a:ea typeface="楷体_GB2312" pitchFamily="49" charset="-122"/>
                  <a:cs typeface="Arial" panose="020B0604020202020204" pitchFamily="34" charset="0"/>
                </a:rPr>
                <a:t>n</a:t>
              </a:r>
            </a:p>
          </p:txBody>
        </p:sp>
        <p:sp>
          <p:nvSpPr>
            <p:cNvPr id="17" name="Text Box 28">
              <a:extLst>
                <a:ext uri="{FF2B5EF4-FFF2-40B4-BE49-F238E27FC236}">
                  <a16:creationId xmlns:a16="http://schemas.microsoft.com/office/drawing/2014/main" id="{450CDB83-59AD-45F7-9BB4-0C721AE37A90}"/>
                </a:ext>
              </a:extLst>
            </p:cNvPr>
            <p:cNvSpPr txBox="1">
              <a:spLocks noChangeArrowheads="1"/>
            </p:cNvSpPr>
            <p:nvPr/>
          </p:nvSpPr>
          <p:spPr bwMode="auto">
            <a:xfrm>
              <a:off x="4084" y="2238"/>
              <a:ext cx="969"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square" lIns="90000" tIns="46800" rIns="90000" bIns="46800">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zh-CN" altLang="en-US" sz="2800" b="1" i="0" u="none" strike="noStrike" kern="1200" cap="none" spc="0" normalizeH="0" baseline="0" noProof="0" dirty="0">
                  <a:ln>
                    <a:noFill/>
                  </a:ln>
                  <a:solidFill>
                    <a:srgbClr val="0033CC"/>
                  </a:solidFill>
                  <a:effectLst/>
                  <a:uLnTx/>
                  <a:uFillTx/>
                  <a:latin typeface="Arial" panose="020B0604020202020204" pitchFamily="34" charset="0"/>
                  <a:ea typeface="黑体" pitchFamily="49" charset="-122"/>
                  <a:cs typeface="Arial" panose="020B0604020202020204" pitchFamily="34" charset="0"/>
                </a:rPr>
                <a:t>输出</a:t>
              </a:r>
            </a:p>
          </p:txBody>
        </p:sp>
        <p:sp>
          <p:nvSpPr>
            <p:cNvPr id="18" name="Text Box 29">
              <a:extLst>
                <a:ext uri="{FF2B5EF4-FFF2-40B4-BE49-F238E27FC236}">
                  <a16:creationId xmlns:a16="http://schemas.microsoft.com/office/drawing/2014/main" id="{A731A175-48B2-43D1-853C-828059FECE54}"/>
                </a:ext>
              </a:extLst>
            </p:cNvPr>
            <p:cNvSpPr txBox="1">
              <a:spLocks noChangeArrowheads="1"/>
            </p:cNvSpPr>
            <p:nvPr/>
          </p:nvSpPr>
          <p:spPr bwMode="auto">
            <a:xfrm>
              <a:off x="1072" y="2238"/>
              <a:ext cx="843"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square" lIns="90000" tIns="46800" rIns="90000" bIns="46800">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lang="zh-CN" altLang="en-US" sz="2800" noProof="0" dirty="0">
                  <a:solidFill>
                    <a:srgbClr val="0033CC"/>
                  </a:solidFill>
                  <a:latin typeface="Arial" panose="020B0604020202020204" pitchFamily="34" charset="0"/>
                  <a:ea typeface="黑体" pitchFamily="49" charset="-122"/>
                  <a:cs typeface="Arial" panose="020B0604020202020204" pitchFamily="34" charset="0"/>
                </a:rPr>
                <a:t>输入</a:t>
              </a:r>
              <a:endParaRPr kumimoji="0" lang="zh-CN" altLang="en-US" sz="2800" b="1" i="0" u="none" strike="noStrike" kern="1200" cap="none" spc="0" normalizeH="0" baseline="0" noProof="0" dirty="0">
                <a:ln>
                  <a:noFill/>
                </a:ln>
                <a:solidFill>
                  <a:srgbClr val="0033CC"/>
                </a:solidFill>
                <a:effectLst/>
                <a:uLnTx/>
                <a:uFillTx/>
                <a:latin typeface="Arial" panose="020B0604020202020204" pitchFamily="34" charset="0"/>
                <a:ea typeface="黑体" pitchFamily="49" charset="-122"/>
                <a:cs typeface="Arial" panose="020B0604020202020204" pitchFamily="34" charset="0"/>
              </a:endParaRPr>
            </a:p>
          </p:txBody>
        </p:sp>
        <p:sp>
          <p:nvSpPr>
            <p:cNvPr id="19" name="Line 31">
              <a:extLst>
                <a:ext uri="{FF2B5EF4-FFF2-40B4-BE49-F238E27FC236}">
                  <a16:creationId xmlns:a16="http://schemas.microsoft.com/office/drawing/2014/main" id="{1A7B262D-EC20-48C0-A97A-328B8E3A7E0B}"/>
                </a:ext>
              </a:extLst>
            </p:cNvPr>
            <p:cNvSpPr>
              <a:spLocks noChangeShapeType="1"/>
            </p:cNvSpPr>
            <p:nvPr/>
          </p:nvSpPr>
          <p:spPr bwMode="auto">
            <a:xfrm>
              <a:off x="3571" y="2243"/>
              <a:ext cx="272" cy="0"/>
            </a:xfrm>
            <a:prstGeom prst="line">
              <a:avLst/>
            </a:prstGeom>
            <a:noFill/>
            <a:ln w="28575">
              <a:solidFill>
                <a:srgbClr val="996600"/>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0" name="Line 32">
              <a:extLst>
                <a:ext uri="{FF2B5EF4-FFF2-40B4-BE49-F238E27FC236}">
                  <a16:creationId xmlns:a16="http://schemas.microsoft.com/office/drawing/2014/main" id="{C73E49EF-1167-4B37-9A57-9A067586427B}"/>
                </a:ext>
              </a:extLst>
            </p:cNvPr>
            <p:cNvSpPr>
              <a:spLocks noChangeShapeType="1"/>
            </p:cNvSpPr>
            <p:nvPr/>
          </p:nvSpPr>
          <p:spPr bwMode="auto">
            <a:xfrm>
              <a:off x="3570" y="2691"/>
              <a:ext cx="272" cy="0"/>
            </a:xfrm>
            <a:prstGeom prst="line">
              <a:avLst/>
            </a:prstGeom>
            <a:noFill/>
            <a:ln w="28575">
              <a:solidFill>
                <a:srgbClr val="996600"/>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1" name="Line 33">
              <a:extLst>
                <a:ext uri="{FF2B5EF4-FFF2-40B4-BE49-F238E27FC236}">
                  <a16:creationId xmlns:a16="http://schemas.microsoft.com/office/drawing/2014/main" id="{329FC5CF-C158-4ADD-9D91-D42369AE9DED}"/>
                </a:ext>
              </a:extLst>
            </p:cNvPr>
            <p:cNvSpPr>
              <a:spLocks noChangeShapeType="1"/>
            </p:cNvSpPr>
            <p:nvPr/>
          </p:nvSpPr>
          <p:spPr bwMode="auto">
            <a:xfrm>
              <a:off x="1893" y="2243"/>
              <a:ext cx="272" cy="0"/>
            </a:xfrm>
            <a:prstGeom prst="line">
              <a:avLst/>
            </a:prstGeom>
            <a:noFill/>
            <a:ln w="28575">
              <a:solidFill>
                <a:srgbClr val="996600"/>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2" name="Line 34">
              <a:extLst>
                <a:ext uri="{FF2B5EF4-FFF2-40B4-BE49-F238E27FC236}">
                  <a16:creationId xmlns:a16="http://schemas.microsoft.com/office/drawing/2014/main" id="{4042EA80-1FFF-44A2-8EB2-FF6262653F74}"/>
                </a:ext>
              </a:extLst>
            </p:cNvPr>
            <p:cNvSpPr>
              <a:spLocks noChangeShapeType="1"/>
            </p:cNvSpPr>
            <p:nvPr/>
          </p:nvSpPr>
          <p:spPr bwMode="auto">
            <a:xfrm>
              <a:off x="1908" y="2691"/>
              <a:ext cx="272" cy="0"/>
            </a:xfrm>
            <a:prstGeom prst="line">
              <a:avLst/>
            </a:prstGeom>
            <a:noFill/>
            <a:ln w="28575">
              <a:solidFill>
                <a:srgbClr val="996600"/>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3" name="Line 35">
              <a:extLst>
                <a:ext uri="{FF2B5EF4-FFF2-40B4-BE49-F238E27FC236}">
                  <a16:creationId xmlns:a16="http://schemas.microsoft.com/office/drawing/2014/main" id="{185B1142-FFFB-4DAC-BD9A-3CB93CECA469}"/>
                </a:ext>
              </a:extLst>
            </p:cNvPr>
            <p:cNvSpPr>
              <a:spLocks noChangeShapeType="1"/>
            </p:cNvSpPr>
            <p:nvPr/>
          </p:nvSpPr>
          <p:spPr bwMode="auto">
            <a:xfrm>
              <a:off x="1902" y="2066"/>
              <a:ext cx="272" cy="0"/>
            </a:xfrm>
            <a:prstGeom prst="line">
              <a:avLst/>
            </a:prstGeom>
            <a:noFill/>
            <a:ln w="28575">
              <a:solidFill>
                <a:srgbClr val="996600"/>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grpSp>
      <p:sp>
        <p:nvSpPr>
          <p:cNvPr id="24" name="灯片编号占位符 6">
            <a:extLst>
              <a:ext uri="{FF2B5EF4-FFF2-40B4-BE49-F238E27FC236}">
                <a16:creationId xmlns:a16="http://schemas.microsoft.com/office/drawing/2014/main" id="{0C23EA22-A00E-1A40-8288-E896B3CFDF16}"/>
              </a:ext>
            </a:extLst>
          </p:cNvPr>
          <p:cNvSpPr txBox="1">
            <a:spLocks/>
          </p:cNvSpPr>
          <p:nvPr/>
        </p:nvSpPr>
        <p:spPr bwMode="auto">
          <a:xfrm>
            <a:off x="6553200" y="6265860"/>
            <a:ext cx="213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4600" b="1" kern="1200">
                <a:solidFill>
                  <a:srgbClr val="FF3300"/>
                </a:solidFill>
                <a:latin typeface="Garamond" pitchFamily="18" charset="0"/>
                <a:ea typeface="宋体" charset="-122"/>
                <a:cs typeface="+mn-cs"/>
              </a:defRPr>
            </a:lvl1pPr>
            <a:lvl2pPr marL="742950" indent="-28575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2pPr>
            <a:lvl3pPr marL="11430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3pPr>
            <a:lvl4pPr marL="16002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4pPr>
            <a:lvl5pPr marL="20574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5pPr>
            <a:lvl6pPr marL="25146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6pPr>
            <a:lvl7pPr marL="29718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7pPr>
            <a:lvl8pPr marL="34290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8pPr>
            <a:lvl9pPr marL="38862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9pPr>
          </a:lstStyle>
          <a:p>
            <a:pPr eaLnBrk="1" hangingPunct="1"/>
            <a:fld id="{CCE6D788-BCB5-407E-9DED-68D155892338}" type="slidenum">
              <a:rPr lang="en-US" altLang="zh-CN" sz="1400" smtClean="0">
                <a:solidFill>
                  <a:schemeClr val="tx1"/>
                </a:solidFill>
                <a:latin typeface="+mn-lt"/>
              </a:rPr>
              <a:pPr eaLnBrk="1" hangingPunct="1"/>
              <a:t>61</a:t>
            </a:fld>
            <a:endParaRPr lang="en-US" altLang="zh-CN" sz="1400" dirty="0">
              <a:solidFill>
                <a:schemeClr val="tx1"/>
              </a:solidFill>
              <a:latin typeface="+mn-lt"/>
            </a:endParaRPr>
          </a:p>
        </p:txBody>
      </p:sp>
    </p:spTree>
    <p:extLst>
      <p:ext uri="{BB962C8B-B14F-4D97-AF65-F5344CB8AC3E}">
        <p14:creationId xmlns:p14="http://schemas.microsoft.com/office/powerpoint/2010/main" val="394021949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a:xfrm>
            <a:off x="564827" y="137358"/>
            <a:ext cx="8229600" cy="1143000"/>
          </a:xfrm>
        </p:spPr>
        <p:txBody>
          <a:bodyPr/>
          <a:lstStyle/>
          <a:p>
            <a:pPr eaLnBrk="1" hangingPunct="1"/>
            <a:r>
              <a:rPr lang="en-US" altLang="zh-CN" b="1" dirty="0">
                <a:latin typeface="Arial" panose="020B0604020202020204" pitchFamily="34" charset="0"/>
                <a:cs typeface="Arial" panose="020B0604020202020204" pitchFamily="34" charset="0"/>
              </a:rPr>
              <a:t>n-2</a:t>
            </a:r>
            <a:r>
              <a:rPr lang="en-US" altLang="zh-CN" b="1" baseline="30000" dirty="0">
                <a:latin typeface="Arial" panose="020B0604020202020204" pitchFamily="34" charset="0"/>
                <a:cs typeface="Arial" panose="020B0604020202020204" pitchFamily="34" charset="0"/>
              </a:rPr>
              <a:t>n</a:t>
            </a:r>
            <a:r>
              <a:rPr lang="zh-CN" altLang="en-US" b="1" dirty="0">
                <a:latin typeface="Arial" panose="020B0604020202020204" pitchFamily="34" charset="0"/>
                <a:cs typeface="Arial" panose="020B0604020202020204" pitchFamily="34" charset="0"/>
              </a:rPr>
              <a:t>线译码器</a:t>
            </a:r>
            <a:endParaRPr lang="en-US" altLang="zh-CN" b="1" dirty="0">
              <a:latin typeface="Arial" panose="020B0604020202020204" pitchFamily="34" charset="0"/>
              <a:cs typeface="Arial" panose="020B0604020202020204" pitchFamily="34" charset="0"/>
            </a:endParaRPr>
          </a:p>
        </p:txBody>
      </p:sp>
      <p:sp>
        <p:nvSpPr>
          <p:cNvPr id="91139" name="Rectangle 3"/>
          <p:cNvSpPr>
            <a:spLocks noChangeArrowheads="1"/>
          </p:cNvSpPr>
          <p:nvPr/>
        </p:nvSpPr>
        <p:spPr bwMode="auto">
          <a:xfrm>
            <a:off x="1951856" y="1523702"/>
            <a:ext cx="1863725" cy="4465637"/>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91140" name="Text Box 4"/>
          <p:cNvSpPr txBox="1">
            <a:spLocks noChangeArrowheads="1"/>
          </p:cNvSpPr>
          <p:nvPr/>
        </p:nvSpPr>
        <p:spPr bwMode="auto">
          <a:xfrm>
            <a:off x="1642871" y="1884064"/>
            <a:ext cx="796925" cy="374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Times New Roman" pitchFamily="18" charset="0"/>
                <a:ea typeface="宋体" charset="-122"/>
                <a:cs typeface="+mn-cs"/>
              </a:rPr>
              <a:t>0</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Times New Roman" pitchFamily="18" charset="0"/>
                <a:ea typeface="宋体" charset="-122"/>
                <a:cs typeface="+mn-cs"/>
              </a:rPr>
              <a:t>1</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Times New Roman" pitchFamily="18" charset="0"/>
                <a:ea typeface="宋体" charset="-122"/>
                <a:cs typeface="+mn-cs"/>
              </a:rPr>
              <a:t>2</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Times New Roman" pitchFamily="18" charset="0"/>
                <a:ea typeface="宋体" charset="-122"/>
                <a:cs typeface="+mn-cs"/>
              </a:rPr>
              <a:t>.</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Times New Roman" pitchFamily="18" charset="0"/>
                <a:ea typeface="宋体" charset="-122"/>
                <a:cs typeface="+mn-cs"/>
              </a:rPr>
              <a:t>.</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Times New Roman" pitchFamily="18" charset="0"/>
                <a:ea typeface="宋体" charset="-122"/>
                <a:cs typeface="+mn-cs"/>
              </a:rPr>
              <a:t>.</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Times New Roman" pitchFamily="18" charset="0"/>
                <a:ea typeface="宋体" charset="-122"/>
                <a:cs typeface="+mn-cs"/>
              </a:rPr>
              <a:t>n-1</a:t>
            </a:r>
          </a:p>
        </p:txBody>
      </p:sp>
      <p:sp>
        <p:nvSpPr>
          <p:cNvPr id="91141" name="Text Box 5"/>
          <p:cNvSpPr txBox="1">
            <a:spLocks noChangeArrowheads="1"/>
          </p:cNvSpPr>
          <p:nvPr/>
        </p:nvSpPr>
        <p:spPr bwMode="auto">
          <a:xfrm>
            <a:off x="3148831" y="1884064"/>
            <a:ext cx="796925" cy="374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Times New Roman" pitchFamily="18" charset="0"/>
                <a:ea typeface="宋体" charset="-122"/>
                <a:cs typeface="+mn-cs"/>
              </a:rPr>
              <a:t>0</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Times New Roman" pitchFamily="18" charset="0"/>
                <a:ea typeface="宋体" charset="-122"/>
                <a:cs typeface="+mn-cs"/>
              </a:rPr>
              <a:t>1</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Times New Roman" pitchFamily="18" charset="0"/>
                <a:ea typeface="宋体" charset="-122"/>
                <a:cs typeface="+mn-cs"/>
              </a:rPr>
              <a:t>2</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Times New Roman" pitchFamily="18" charset="0"/>
                <a:ea typeface="宋体" charset="-122"/>
                <a:cs typeface="+mn-cs"/>
              </a:rPr>
              <a:t>.</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Times New Roman" pitchFamily="18" charset="0"/>
                <a:ea typeface="宋体" charset="-122"/>
                <a:cs typeface="+mn-cs"/>
              </a:rPr>
              <a:t>.</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Times New Roman" pitchFamily="18" charset="0"/>
                <a:ea typeface="宋体" charset="-122"/>
                <a:cs typeface="+mn-cs"/>
              </a:rPr>
              <a:t>.</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Times New Roman" pitchFamily="18" charset="0"/>
                <a:ea typeface="宋体" charset="-122"/>
                <a:cs typeface="+mn-cs"/>
              </a:rPr>
              <a:t>2</a:t>
            </a:r>
            <a:r>
              <a:rPr kumimoji="1" lang="en-US" altLang="zh-CN" sz="2400" b="0" i="0" u="none" strike="noStrike" kern="1200" cap="none" spc="0" normalizeH="0" baseline="30000" noProof="0" dirty="0">
                <a:ln>
                  <a:noFill/>
                </a:ln>
                <a:solidFill>
                  <a:srgbClr val="000000"/>
                </a:solidFill>
                <a:effectLst/>
                <a:uLnTx/>
                <a:uFillTx/>
                <a:latin typeface="Times New Roman" pitchFamily="18" charset="0"/>
                <a:ea typeface="宋体" charset="-122"/>
                <a:cs typeface="+mn-cs"/>
              </a:rPr>
              <a:t>n</a:t>
            </a:r>
            <a:r>
              <a:rPr kumimoji="1" lang="en-US" altLang="zh-CN" sz="2400" b="0" i="0" u="none" strike="noStrike" kern="1200" cap="none" spc="0" normalizeH="0" baseline="0" noProof="0" dirty="0">
                <a:ln>
                  <a:noFill/>
                </a:ln>
                <a:solidFill>
                  <a:srgbClr val="000000"/>
                </a:solidFill>
                <a:effectLst/>
                <a:uLnTx/>
                <a:uFillTx/>
                <a:latin typeface="Times New Roman" pitchFamily="18" charset="0"/>
                <a:ea typeface="宋体" charset="-122"/>
                <a:cs typeface="+mn-cs"/>
              </a:rPr>
              <a:t>-1</a:t>
            </a:r>
          </a:p>
        </p:txBody>
      </p:sp>
      <p:sp>
        <p:nvSpPr>
          <p:cNvPr id="91142" name="Line 6"/>
          <p:cNvSpPr>
            <a:spLocks noChangeShapeType="1"/>
          </p:cNvSpPr>
          <p:nvPr/>
        </p:nvSpPr>
        <p:spPr bwMode="auto">
          <a:xfrm>
            <a:off x="1007294" y="2053601"/>
            <a:ext cx="665162" cy="0"/>
          </a:xfrm>
          <a:prstGeom prst="line">
            <a:avLst/>
          </a:prstGeom>
          <a:noFill/>
          <a:ln w="19050" cap="sq">
            <a:solidFill>
              <a:schemeClr val="tx1"/>
            </a:solidFill>
            <a:round/>
            <a:headEnd type="none" w="sm" len="sm"/>
            <a:tailEnd type="triangle" w="lg"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91143" name="Line 7"/>
          <p:cNvSpPr>
            <a:spLocks noChangeShapeType="1"/>
          </p:cNvSpPr>
          <p:nvPr/>
        </p:nvSpPr>
        <p:spPr bwMode="auto">
          <a:xfrm>
            <a:off x="1007294" y="2629864"/>
            <a:ext cx="665162" cy="0"/>
          </a:xfrm>
          <a:prstGeom prst="line">
            <a:avLst/>
          </a:prstGeom>
          <a:noFill/>
          <a:ln w="19050" cap="sq">
            <a:solidFill>
              <a:schemeClr val="tx1"/>
            </a:solidFill>
            <a:round/>
            <a:headEnd type="none" w="sm" len="sm"/>
            <a:tailEnd type="triangle" w="lg"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91144" name="Line 8"/>
          <p:cNvSpPr>
            <a:spLocks noChangeShapeType="1"/>
          </p:cNvSpPr>
          <p:nvPr/>
        </p:nvSpPr>
        <p:spPr bwMode="auto">
          <a:xfrm>
            <a:off x="1007294" y="3134689"/>
            <a:ext cx="665162" cy="0"/>
          </a:xfrm>
          <a:prstGeom prst="line">
            <a:avLst/>
          </a:prstGeom>
          <a:noFill/>
          <a:ln w="19050" cap="sq">
            <a:solidFill>
              <a:schemeClr val="tx1"/>
            </a:solidFill>
            <a:round/>
            <a:headEnd type="none" w="sm" len="sm"/>
            <a:tailEnd type="triangle" w="lg"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91145" name="Line 9"/>
          <p:cNvSpPr>
            <a:spLocks noChangeShapeType="1"/>
          </p:cNvSpPr>
          <p:nvPr/>
        </p:nvSpPr>
        <p:spPr bwMode="auto">
          <a:xfrm>
            <a:off x="1007294" y="5366714"/>
            <a:ext cx="665162" cy="0"/>
          </a:xfrm>
          <a:prstGeom prst="line">
            <a:avLst/>
          </a:prstGeom>
          <a:noFill/>
          <a:ln w="19050" cap="sq">
            <a:solidFill>
              <a:schemeClr val="tx1"/>
            </a:solidFill>
            <a:round/>
            <a:headEnd type="none" w="sm" len="sm"/>
            <a:tailEnd type="triangle" w="lg"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91146" name="Line 10"/>
          <p:cNvSpPr>
            <a:spLocks noChangeShapeType="1"/>
          </p:cNvSpPr>
          <p:nvPr/>
        </p:nvSpPr>
        <p:spPr bwMode="auto">
          <a:xfrm>
            <a:off x="3813994" y="2099964"/>
            <a:ext cx="665162" cy="0"/>
          </a:xfrm>
          <a:prstGeom prst="line">
            <a:avLst/>
          </a:prstGeom>
          <a:noFill/>
          <a:ln w="19050" cap="sq">
            <a:solidFill>
              <a:schemeClr val="tx1"/>
            </a:solidFill>
            <a:round/>
            <a:headEnd type="none" w="sm" len="sm"/>
            <a:tailEnd type="triangle" w="lg"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91147" name="Line 11"/>
          <p:cNvSpPr>
            <a:spLocks noChangeShapeType="1"/>
          </p:cNvSpPr>
          <p:nvPr/>
        </p:nvSpPr>
        <p:spPr bwMode="auto">
          <a:xfrm>
            <a:off x="3813994" y="2676227"/>
            <a:ext cx="665162" cy="0"/>
          </a:xfrm>
          <a:prstGeom prst="line">
            <a:avLst/>
          </a:prstGeom>
          <a:noFill/>
          <a:ln w="19050" cap="sq">
            <a:solidFill>
              <a:schemeClr val="tx1"/>
            </a:solidFill>
            <a:round/>
            <a:headEnd type="none" w="sm" len="sm"/>
            <a:tailEnd type="triangle" w="lg"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91148" name="Line 12"/>
          <p:cNvSpPr>
            <a:spLocks noChangeShapeType="1"/>
          </p:cNvSpPr>
          <p:nvPr/>
        </p:nvSpPr>
        <p:spPr bwMode="auto">
          <a:xfrm>
            <a:off x="3813994" y="3181052"/>
            <a:ext cx="665162" cy="0"/>
          </a:xfrm>
          <a:prstGeom prst="line">
            <a:avLst/>
          </a:prstGeom>
          <a:noFill/>
          <a:ln w="19050" cap="sq">
            <a:solidFill>
              <a:schemeClr val="tx1"/>
            </a:solidFill>
            <a:round/>
            <a:headEnd type="none" w="sm" len="sm"/>
            <a:tailEnd type="triangle" w="lg"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91149" name="Line 13"/>
          <p:cNvSpPr>
            <a:spLocks noChangeShapeType="1"/>
          </p:cNvSpPr>
          <p:nvPr/>
        </p:nvSpPr>
        <p:spPr bwMode="auto">
          <a:xfrm>
            <a:off x="3813994" y="5413077"/>
            <a:ext cx="665162" cy="0"/>
          </a:xfrm>
          <a:prstGeom prst="line">
            <a:avLst/>
          </a:prstGeom>
          <a:noFill/>
          <a:ln w="19050" cap="sq">
            <a:solidFill>
              <a:schemeClr val="tx1"/>
            </a:solidFill>
            <a:round/>
            <a:headEnd type="none" w="sm" len="sm"/>
            <a:tailEnd type="triangle" w="lg"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91150" name="AutoShape 14"/>
          <p:cNvSpPr>
            <a:spLocks/>
          </p:cNvSpPr>
          <p:nvPr/>
        </p:nvSpPr>
        <p:spPr bwMode="auto">
          <a:xfrm>
            <a:off x="608831" y="2053601"/>
            <a:ext cx="200025" cy="3313113"/>
          </a:xfrm>
          <a:prstGeom prst="leftBrace">
            <a:avLst>
              <a:gd name="adj1" fmla="val 138029"/>
              <a:gd name="adj2" fmla="val 50000"/>
            </a:avLst>
          </a:pr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91151" name="AutoShape 15"/>
          <p:cNvSpPr>
            <a:spLocks/>
          </p:cNvSpPr>
          <p:nvPr/>
        </p:nvSpPr>
        <p:spPr bwMode="auto">
          <a:xfrm>
            <a:off x="4610919" y="2028527"/>
            <a:ext cx="198437" cy="3384550"/>
          </a:xfrm>
          <a:prstGeom prst="rightBrace">
            <a:avLst>
              <a:gd name="adj1" fmla="val 142134"/>
              <a:gd name="adj2" fmla="val 50000"/>
            </a:avLst>
          </a:pr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91152" name="Text Box 16"/>
          <p:cNvSpPr txBox="1">
            <a:spLocks noChangeArrowheads="1"/>
          </p:cNvSpPr>
          <p:nvPr/>
        </p:nvSpPr>
        <p:spPr bwMode="auto">
          <a:xfrm>
            <a:off x="700180" y="3427114"/>
            <a:ext cx="995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输入</a:t>
            </a:r>
            <a:endParaRPr kumimoji="1" lang="en-US" altLang="zh-CN"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endParaRPr>
          </a:p>
        </p:txBody>
      </p:sp>
      <p:sp>
        <p:nvSpPr>
          <p:cNvPr id="91153" name="Text Box 17"/>
          <p:cNvSpPr txBox="1">
            <a:spLocks noChangeArrowheads="1"/>
          </p:cNvSpPr>
          <p:nvPr/>
        </p:nvSpPr>
        <p:spPr bwMode="auto">
          <a:xfrm>
            <a:off x="3945756" y="3492202"/>
            <a:ext cx="1130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输出</a:t>
            </a:r>
            <a:endParaRPr kumimoji="1" lang="en-US" altLang="zh-CN"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endParaRPr>
          </a:p>
        </p:txBody>
      </p:sp>
      <p:sp>
        <p:nvSpPr>
          <p:cNvPr id="91154" name="Rectangle 18"/>
          <p:cNvSpPr>
            <a:spLocks noChangeArrowheads="1"/>
          </p:cNvSpPr>
          <p:nvPr/>
        </p:nvSpPr>
        <p:spPr bwMode="auto">
          <a:xfrm>
            <a:off x="2310631" y="1566564"/>
            <a:ext cx="1030288"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n-to-2</a:t>
            </a:r>
            <a:r>
              <a:rPr kumimoji="0" lang="en-US" altLang="zh-CN" sz="2400" b="0" i="0" u="none" strike="noStrike" kern="1200" cap="none" spc="0" normalizeH="0" baseline="30000" noProof="0" dirty="0">
                <a:ln>
                  <a:noFill/>
                </a:ln>
                <a:solidFill>
                  <a:srgbClr val="000000"/>
                </a:solidFill>
                <a:effectLst/>
                <a:uLnTx/>
                <a:uFillTx/>
                <a:latin typeface="Times New Roman" pitchFamily="18" charset="0"/>
                <a:ea typeface="宋体" pitchFamily="2" charset="-122"/>
                <a:cs typeface="+mn-cs"/>
              </a:rPr>
              <a:t>n</a:t>
            </a:r>
            <a:endParaRPr kumimoji="0" lang="en-US" altLang="zh-CN" sz="2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DEC</a:t>
            </a:r>
          </a:p>
        </p:txBody>
      </p:sp>
      <p:sp>
        <p:nvSpPr>
          <p:cNvPr id="91155" name="Line 19"/>
          <p:cNvSpPr>
            <a:spLocks noChangeShapeType="1"/>
          </p:cNvSpPr>
          <p:nvPr/>
        </p:nvSpPr>
        <p:spPr bwMode="auto">
          <a:xfrm>
            <a:off x="2796406" y="5982989"/>
            <a:ext cx="0" cy="533400"/>
          </a:xfrm>
          <a:prstGeom prst="line">
            <a:avLst/>
          </a:prstGeom>
          <a:noFill/>
          <a:ln w="1905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91156" name="Text Box 20"/>
          <p:cNvSpPr txBox="1">
            <a:spLocks noChangeArrowheads="1"/>
          </p:cNvSpPr>
          <p:nvPr/>
        </p:nvSpPr>
        <p:spPr bwMode="auto">
          <a:xfrm>
            <a:off x="2872606" y="6135389"/>
            <a:ext cx="1219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使能端</a:t>
            </a:r>
            <a:endParaRPr kumimoji="1" lang="en-US" altLang="zh-CN"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endParaRPr>
          </a:p>
        </p:txBody>
      </p:sp>
      <p:sp>
        <p:nvSpPr>
          <p:cNvPr id="22" name="Rectangle 4">
            <a:extLst>
              <a:ext uri="{FF2B5EF4-FFF2-40B4-BE49-F238E27FC236}">
                <a16:creationId xmlns:a16="http://schemas.microsoft.com/office/drawing/2014/main" id="{D8A182F5-E591-41C7-AC69-512C6AFB02F7}"/>
              </a:ext>
            </a:extLst>
          </p:cNvPr>
          <p:cNvSpPr>
            <a:spLocks noChangeArrowheads="1"/>
          </p:cNvSpPr>
          <p:nvPr/>
        </p:nvSpPr>
        <p:spPr bwMode="auto">
          <a:xfrm>
            <a:off x="5993246" y="1700212"/>
            <a:ext cx="1863725" cy="4248150"/>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3" name="Text Box 5">
            <a:extLst>
              <a:ext uri="{FF2B5EF4-FFF2-40B4-BE49-F238E27FC236}">
                <a16:creationId xmlns:a16="http://schemas.microsoft.com/office/drawing/2014/main" id="{BF1DF9A7-AC51-45EA-BA40-A54CA635C3AF}"/>
              </a:ext>
            </a:extLst>
          </p:cNvPr>
          <p:cNvSpPr txBox="1">
            <a:spLocks noChangeArrowheads="1"/>
          </p:cNvSpPr>
          <p:nvPr/>
        </p:nvSpPr>
        <p:spPr bwMode="auto">
          <a:xfrm>
            <a:off x="5993246" y="3116262"/>
            <a:ext cx="796925"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Times New Roman" pitchFamily="18" charset="0"/>
                <a:ea typeface="宋体" charset="-122"/>
                <a:cs typeface="+mn-cs"/>
              </a:rPr>
              <a:t>A</a:t>
            </a:r>
            <a:r>
              <a:rPr kumimoji="1" lang="en-US" altLang="zh-CN" sz="2400" b="0" i="0" u="none" strike="noStrike" kern="1200" cap="none" spc="0" normalizeH="0" baseline="-25000" noProof="0">
                <a:ln>
                  <a:noFill/>
                </a:ln>
                <a:solidFill>
                  <a:srgbClr val="000000"/>
                </a:solidFill>
                <a:effectLst/>
                <a:uLnTx/>
                <a:uFillTx/>
                <a:latin typeface="Times New Roman" pitchFamily="18" charset="0"/>
                <a:ea typeface="宋体" charset="-122"/>
                <a:cs typeface="+mn-cs"/>
              </a:rPr>
              <a:t>0</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Times New Roman" pitchFamily="18" charset="0"/>
                <a:ea typeface="宋体" charset="-122"/>
                <a:cs typeface="+mn-cs"/>
              </a:rPr>
              <a:t>A</a:t>
            </a:r>
            <a:r>
              <a:rPr kumimoji="1" lang="en-US" altLang="zh-CN" sz="2400" b="0" i="0" u="none" strike="noStrike" kern="1200" cap="none" spc="0" normalizeH="0" baseline="-25000" noProof="0">
                <a:ln>
                  <a:noFill/>
                </a:ln>
                <a:solidFill>
                  <a:srgbClr val="000000"/>
                </a:solidFill>
                <a:effectLst/>
                <a:uLnTx/>
                <a:uFillTx/>
                <a:latin typeface="Times New Roman" pitchFamily="18" charset="0"/>
                <a:ea typeface="宋体" charset="-122"/>
                <a:cs typeface="+mn-cs"/>
              </a:rPr>
              <a:t>1</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Times New Roman" pitchFamily="18" charset="0"/>
                <a:ea typeface="宋体" charset="-122"/>
                <a:cs typeface="+mn-cs"/>
              </a:rPr>
              <a:t>A</a:t>
            </a:r>
            <a:r>
              <a:rPr kumimoji="1" lang="en-US" altLang="zh-CN" sz="2400" b="0" i="0" u="none" strike="noStrike" kern="1200" cap="none" spc="0" normalizeH="0" baseline="-25000" noProof="0">
                <a:ln>
                  <a:noFill/>
                </a:ln>
                <a:solidFill>
                  <a:srgbClr val="000000"/>
                </a:solidFill>
                <a:effectLst/>
                <a:uLnTx/>
                <a:uFillTx/>
                <a:latin typeface="Times New Roman" pitchFamily="18" charset="0"/>
                <a:ea typeface="宋体" charset="-122"/>
                <a:cs typeface="+mn-cs"/>
              </a:rPr>
              <a:t>2</a:t>
            </a:r>
          </a:p>
        </p:txBody>
      </p:sp>
      <p:sp>
        <p:nvSpPr>
          <p:cNvPr id="24" name="Text Box 6">
            <a:extLst>
              <a:ext uri="{FF2B5EF4-FFF2-40B4-BE49-F238E27FC236}">
                <a16:creationId xmlns:a16="http://schemas.microsoft.com/office/drawing/2014/main" id="{7E3569C3-54A8-4B75-BEF9-B60708ED19F7}"/>
              </a:ext>
            </a:extLst>
          </p:cNvPr>
          <p:cNvSpPr txBox="1">
            <a:spLocks noChangeArrowheads="1"/>
          </p:cNvSpPr>
          <p:nvPr/>
        </p:nvSpPr>
        <p:spPr bwMode="auto">
          <a:xfrm>
            <a:off x="7190221" y="2060575"/>
            <a:ext cx="796925" cy="352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Times New Roman" pitchFamily="18" charset="0"/>
                <a:ea typeface="宋体" charset="-122"/>
                <a:cs typeface="+mn-cs"/>
              </a:rPr>
              <a:t>Y</a:t>
            </a:r>
            <a:r>
              <a:rPr kumimoji="1" lang="en-US" altLang="zh-CN" sz="2400" b="0" i="0" u="none" strike="noStrike" kern="1200" cap="none" spc="0" normalizeH="0" baseline="-25000" noProof="0" dirty="0">
                <a:ln>
                  <a:noFill/>
                </a:ln>
                <a:solidFill>
                  <a:srgbClr val="000000"/>
                </a:solidFill>
                <a:effectLst/>
                <a:uLnTx/>
                <a:uFillTx/>
                <a:latin typeface="Times New Roman" pitchFamily="18" charset="0"/>
                <a:ea typeface="宋体" charset="-122"/>
                <a:cs typeface="+mn-cs"/>
              </a:rPr>
              <a:t>0</a:t>
            </a:r>
          </a:p>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Times New Roman" pitchFamily="18" charset="0"/>
                <a:ea typeface="宋体" charset="-122"/>
                <a:cs typeface="+mn-cs"/>
              </a:rPr>
              <a:t>Y</a:t>
            </a:r>
            <a:r>
              <a:rPr kumimoji="1" lang="en-US" altLang="zh-CN" sz="2400" b="0" i="0" u="none" strike="noStrike" kern="1200" cap="none" spc="0" normalizeH="0" baseline="-25000" noProof="0" dirty="0">
                <a:ln>
                  <a:noFill/>
                </a:ln>
                <a:solidFill>
                  <a:srgbClr val="000000"/>
                </a:solidFill>
                <a:effectLst/>
                <a:uLnTx/>
                <a:uFillTx/>
                <a:latin typeface="Times New Roman" pitchFamily="18" charset="0"/>
                <a:ea typeface="宋体" charset="-122"/>
                <a:cs typeface="+mn-cs"/>
              </a:rPr>
              <a:t>1</a:t>
            </a:r>
          </a:p>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Times New Roman" pitchFamily="18" charset="0"/>
                <a:ea typeface="宋体" charset="-122"/>
                <a:cs typeface="+mn-cs"/>
              </a:rPr>
              <a:t>Y</a:t>
            </a:r>
            <a:r>
              <a:rPr kumimoji="1" lang="en-US" altLang="zh-CN" sz="2400" b="0" i="0" u="none" strike="noStrike" kern="1200" cap="none" spc="0" normalizeH="0" baseline="-25000" noProof="0" dirty="0">
                <a:ln>
                  <a:noFill/>
                </a:ln>
                <a:solidFill>
                  <a:srgbClr val="000000"/>
                </a:solidFill>
                <a:effectLst/>
                <a:uLnTx/>
                <a:uFillTx/>
                <a:latin typeface="Times New Roman" pitchFamily="18" charset="0"/>
                <a:ea typeface="宋体" charset="-122"/>
                <a:cs typeface="+mn-cs"/>
              </a:rPr>
              <a:t>2</a:t>
            </a:r>
          </a:p>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Times New Roman" pitchFamily="18" charset="0"/>
                <a:ea typeface="宋体" charset="-122"/>
                <a:cs typeface="+mn-cs"/>
              </a:rPr>
              <a:t>Y</a:t>
            </a:r>
            <a:r>
              <a:rPr kumimoji="1" lang="en-US" altLang="zh-CN" sz="2400" b="0" i="0" u="none" strike="noStrike" kern="1200" cap="none" spc="0" normalizeH="0" baseline="-25000" noProof="0" dirty="0">
                <a:ln>
                  <a:noFill/>
                </a:ln>
                <a:solidFill>
                  <a:srgbClr val="000000"/>
                </a:solidFill>
                <a:effectLst/>
                <a:uLnTx/>
                <a:uFillTx/>
                <a:latin typeface="Times New Roman" pitchFamily="18" charset="0"/>
                <a:ea typeface="宋体" charset="-122"/>
                <a:cs typeface="+mn-cs"/>
              </a:rPr>
              <a:t>3</a:t>
            </a:r>
          </a:p>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Times New Roman" pitchFamily="18" charset="0"/>
                <a:ea typeface="宋体" charset="-122"/>
                <a:cs typeface="+mn-cs"/>
              </a:rPr>
              <a:t>Y</a:t>
            </a:r>
            <a:r>
              <a:rPr kumimoji="1" lang="en-US" altLang="zh-CN" sz="2400" b="0" i="0" u="none" strike="noStrike" kern="1200" cap="none" spc="0" normalizeH="0" baseline="-25000" noProof="0" dirty="0">
                <a:ln>
                  <a:noFill/>
                </a:ln>
                <a:solidFill>
                  <a:srgbClr val="000000"/>
                </a:solidFill>
                <a:effectLst/>
                <a:uLnTx/>
                <a:uFillTx/>
                <a:latin typeface="Times New Roman" pitchFamily="18" charset="0"/>
                <a:ea typeface="宋体" charset="-122"/>
                <a:cs typeface="+mn-cs"/>
              </a:rPr>
              <a:t>4</a:t>
            </a:r>
          </a:p>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Times New Roman" pitchFamily="18" charset="0"/>
                <a:ea typeface="宋体" charset="-122"/>
                <a:cs typeface="+mn-cs"/>
              </a:rPr>
              <a:t>Y</a:t>
            </a:r>
            <a:r>
              <a:rPr kumimoji="1" lang="en-US" altLang="zh-CN" sz="2400" b="0" i="0" u="none" strike="noStrike" kern="1200" cap="none" spc="0" normalizeH="0" baseline="-25000" noProof="0" dirty="0">
                <a:ln>
                  <a:noFill/>
                </a:ln>
                <a:solidFill>
                  <a:srgbClr val="000000"/>
                </a:solidFill>
                <a:effectLst/>
                <a:uLnTx/>
                <a:uFillTx/>
                <a:latin typeface="Times New Roman" pitchFamily="18" charset="0"/>
                <a:ea typeface="宋体" charset="-122"/>
                <a:cs typeface="+mn-cs"/>
              </a:rPr>
              <a:t>5</a:t>
            </a:r>
          </a:p>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Times New Roman" pitchFamily="18" charset="0"/>
                <a:ea typeface="宋体" charset="-122"/>
                <a:cs typeface="+mn-cs"/>
              </a:rPr>
              <a:t>Y</a:t>
            </a:r>
            <a:r>
              <a:rPr kumimoji="1" lang="en-US" altLang="zh-CN" sz="2400" b="0" i="0" u="none" strike="noStrike" kern="1200" cap="none" spc="0" normalizeH="0" baseline="-25000" noProof="0" dirty="0">
                <a:ln>
                  <a:noFill/>
                </a:ln>
                <a:solidFill>
                  <a:srgbClr val="000000"/>
                </a:solidFill>
                <a:effectLst/>
                <a:uLnTx/>
                <a:uFillTx/>
                <a:latin typeface="Times New Roman" pitchFamily="18" charset="0"/>
                <a:ea typeface="宋体" charset="-122"/>
                <a:cs typeface="+mn-cs"/>
              </a:rPr>
              <a:t>6</a:t>
            </a:r>
          </a:p>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Times New Roman" pitchFamily="18" charset="0"/>
                <a:ea typeface="宋体" charset="-122"/>
                <a:cs typeface="+mn-cs"/>
              </a:rPr>
              <a:t>Y</a:t>
            </a:r>
            <a:r>
              <a:rPr kumimoji="1" lang="en-US" altLang="zh-CN" sz="2400" b="0" i="0" u="none" strike="noStrike" kern="1200" cap="none" spc="0" normalizeH="0" baseline="-25000" noProof="0" dirty="0">
                <a:ln>
                  <a:noFill/>
                </a:ln>
                <a:solidFill>
                  <a:srgbClr val="000000"/>
                </a:solidFill>
                <a:effectLst/>
                <a:uLnTx/>
                <a:uFillTx/>
                <a:latin typeface="Times New Roman" pitchFamily="18" charset="0"/>
                <a:ea typeface="宋体" charset="-122"/>
                <a:cs typeface="+mn-cs"/>
              </a:rPr>
              <a:t>7</a:t>
            </a:r>
          </a:p>
        </p:txBody>
      </p:sp>
      <p:sp>
        <p:nvSpPr>
          <p:cNvPr id="25" name="Line 7">
            <a:extLst>
              <a:ext uri="{FF2B5EF4-FFF2-40B4-BE49-F238E27FC236}">
                <a16:creationId xmlns:a16="http://schemas.microsoft.com/office/drawing/2014/main" id="{9A83DE57-6A01-4AD5-8A42-11C49B665D1F}"/>
              </a:ext>
            </a:extLst>
          </p:cNvPr>
          <p:cNvSpPr>
            <a:spLocks noChangeShapeType="1"/>
          </p:cNvSpPr>
          <p:nvPr/>
        </p:nvSpPr>
        <p:spPr bwMode="auto">
          <a:xfrm>
            <a:off x="5328084" y="3316287"/>
            <a:ext cx="665162" cy="0"/>
          </a:xfrm>
          <a:prstGeom prst="line">
            <a:avLst/>
          </a:prstGeom>
          <a:noFill/>
          <a:ln w="19050" cap="sq">
            <a:solidFill>
              <a:schemeClr val="tx1"/>
            </a:solidFill>
            <a:round/>
            <a:headEnd type="none" w="sm" len="sm"/>
            <a:tailEnd type="triangle" w="lg"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6" name="Line 8">
            <a:extLst>
              <a:ext uri="{FF2B5EF4-FFF2-40B4-BE49-F238E27FC236}">
                <a16:creationId xmlns:a16="http://schemas.microsoft.com/office/drawing/2014/main" id="{D169B2FC-D8DE-43DE-9F1D-C284D8984E9A}"/>
              </a:ext>
            </a:extLst>
          </p:cNvPr>
          <p:cNvSpPr>
            <a:spLocks noChangeShapeType="1"/>
          </p:cNvSpPr>
          <p:nvPr/>
        </p:nvSpPr>
        <p:spPr bwMode="auto">
          <a:xfrm>
            <a:off x="5328084" y="3892550"/>
            <a:ext cx="665162" cy="0"/>
          </a:xfrm>
          <a:prstGeom prst="line">
            <a:avLst/>
          </a:prstGeom>
          <a:noFill/>
          <a:ln w="19050" cap="sq">
            <a:solidFill>
              <a:schemeClr val="tx1"/>
            </a:solidFill>
            <a:round/>
            <a:headEnd type="none" w="sm" len="sm"/>
            <a:tailEnd type="triangle" w="lg"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7" name="Line 9">
            <a:extLst>
              <a:ext uri="{FF2B5EF4-FFF2-40B4-BE49-F238E27FC236}">
                <a16:creationId xmlns:a16="http://schemas.microsoft.com/office/drawing/2014/main" id="{C1172882-B88D-4FDF-A384-4966DD6119CE}"/>
              </a:ext>
            </a:extLst>
          </p:cNvPr>
          <p:cNvSpPr>
            <a:spLocks noChangeShapeType="1"/>
          </p:cNvSpPr>
          <p:nvPr/>
        </p:nvSpPr>
        <p:spPr bwMode="auto">
          <a:xfrm>
            <a:off x="5328084" y="4397375"/>
            <a:ext cx="665162" cy="0"/>
          </a:xfrm>
          <a:prstGeom prst="line">
            <a:avLst/>
          </a:prstGeom>
          <a:noFill/>
          <a:ln w="19050" cap="sq">
            <a:solidFill>
              <a:schemeClr val="tx1"/>
            </a:solidFill>
            <a:round/>
            <a:headEnd type="none" w="sm" len="sm"/>
            <a:tailEnd type="triangle" w="lg"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 name="Line 10">
            <a:extLst>
              <a:ext uri="{FF2B5EF4-FFF2-40B4-BE49-F238E27FC236}">
                <a16:creationId xmlns:a16="http://schemas.microsoft.com/office/drawing/2014/main" id="{CC3C7B93-7C28-4A4A-89CC-1E9EC5C863B7}"/>
              </a:ext>
            </a:extLst>
          </p:cNvPr>
          <p:cNvSpPr>
            <a:spLocks noChangeShapeType="1"/>
          </p:cNvSpPr>
          <p:nvPr/>
        </p:nvSpPr>
        <p:spPr bwMode="auto">
          <a:xfrm>
            <a:off x="7855384" y="2276475"/>
            <a:ext cx="665162" cy="0"/>
          </a:xfrm>
          <a:prstGeom prst="line">
            <a:avLst/>
          </a:prstGeom>
          <a:noFill/>
          <a:ln w="19050" cap="sq">
            <a:solidFill>
              <a:schemeClr val="tx1"/>
            </a:solidFill>
            <a:round/>
            <a:headEnd type="none" w="sm" len="sm"/>
            <a:tailEnd type="triangle" w="lg"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9" name="Line 11">
            <a:extLst>
              <a:ext uri="{FF2B5EF4-FFF2-40B4-BE49-F238E27FC236}">
                <a16:creationId xmlns:a16="http://schemas.microsoft.com/office/drawing/2014/main" id="{B4D54858-EB95-4685-B780-40BF47F7407E}"/>
              </a:ext>
            </a:extLst>
          </p:cNvPr>
          <p:cNvSpPr>
            <a:spLocks noChangeShapeType="1"/>
          </p:cNvSpPr>
          <p:nvPr/>
        </p:nvSpPr>
        <p:spPr bwMode="auto">
          <a:xfrm>
            <a:off x="7855384" y="2717800"/>
            <a:ext cx="665162" cy="0"/>
          </a:xfrm>
          <a:prstGeom prst="line">
            <a:avLst/>
          </a:prstGeom>
          <a:noFill/>
          <a:ln w="19050" cap="sq">
            <a:solidFill>
              <a:schemeClr val="tx1"/>
            </a:solidFill>
            <a:round/>
            <a:headEnd type="none" w="sm" len="sm"/>
            <a:tailEnd type="triangle" w="lg"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30" name="Line 12">
            <a:extLst>
              <a:ext uri="{FF2B5EF4-FFF2-40B4-BE49-F238E27FC236}">
                <a16:creationId xmlns:a16="http://schemas.microsoft.com/office/drawing/2014/main" id="{5071862A-1D61-4175-951B-BD4213378FBB}"/>
              </a:ext>
            </a:extLst>
          </p:cNvPr>
          <p:cNvSpPr>
            <a:spLocks noChangeShapeType="1"/>
          </p:cNvSpPr>
          <p:nvPr/>
        </p:nvSpPr>
        <p:spPr bwMode="auto">
          <a:xfrm>
            <a:off x="7855384" y="3160712"/>
            <a:ext cx="665162" cy="0"/>
          </a:xfrm>
          <a:prstGeom prst="line">
            <a:avLst/>
          </a:prstGeom>
          <a:noFill/>
          <a:ln w="19050" cap="sq">
            <a:solidFill>
              <a:schemeClr val="tx1"/>
            </a:solidFill>
            <a:round/>
            <a:headEnd type="none" w="sm" len="sm"/>
            <a:tailEnd type="triangle" w="lg"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31" name="Line 13">
            <a:extLst>
              <a:ext uri="{FF2B5EF4-FFF2-40B4-BE49-F238E27FC236}">
                <a16:creationId xmlns:a16="http://schemas.microsoft.com/office/drawing/2014/main" id="{45A1970F-64AA-4350-91B8-C83822110506}"/>
              </a:ext>
            </a:extLst>
          </p:cNvPr>
          <p:cNvSpPr>
            <a:spLocks noChangeShapeType="1"/>
          </p:cNvSpPr>
          <p:nvPr/>
        </p:nvSpPr>
        <p:spPr bwMode="auto">
          <a:xfrm>
            <a:off x="7855384" y="5372100"/>
            <a:ext cx="665162" cy="0"/>
          </a:xfrm>
          <a:prstGeom prst="line">
            <a:avLst/>
          </a:prstGeom>
          <a:noFill/>
          <a:ln w="19050" cap="sq">
            <a:solidFill>
              <a:schemeClr val="tx1"/>
            </a:solidFill>
            <a:round/>
            <a:headEnd type="none" w="sm" len="sm"/>
            <a:tailEnd type="triangle" w="lg"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32" name="Rectangle 14">
            <a:extLst>
              <a:ext uri="{FF2B5EF4-FFF2-40B4-BE49-F238E27FC236}">
                <a16:creationId xmlns:a16="http://schemas.microsoft.com/office/drawing/2014/main" id="{8BBDC808-9A2D-42A8-A48C-8E97C03C3156}"/>
              </a:ext>
            </a:extLst>
          </p:cNvPr>
          <p:cNvSpPr>
            <a:spLocks noChangeArrowheads="1"/>
          </p:cNvSpPr>
          <p:nvPr/>
        </p:nvSpPr>
        <p:spPr bwMode="auto">
          <a:xfrm>
            <a:off x="6404409" y="1743075"/>
            <a:ext cx="928687"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3-to-8</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DEC</a:t>
            </a:r>
          </a:p>
        </p:txBody>
      </p:sp>
      <p:sp>
        <p:nvSpPr>
          <p:cNvPr id="33" name="Line 15">
            <a:extLst>
              <a:ext uri="{FF2B5EF4-FFF2-40B4-BE49-F238E27FC236}">
                <a16:creationId xmlns:a16="http://schemas.microsoft.com/office/drawing/2014/main" id="{0E2DE11E-1827-4452-8B1B-0E028486B00B}"/>
              </a:ext>
            </a:extLst>
          </p:cNvPr>
          <p:cNvSpPr>
            <a:spLocks noChangeShapeType="1"/>
          </p:cNvSpPr>
          <p:nvPr/>
        </p:nvSpPr>
        <p:spPr bwMode="auto">
          <a:xfrm>
            <a:off x="7855384" y="3602037"/>
            <a:ext cx="665162" cy="0"/>
          </a:xfrm>
          <a:prstGeom prst="line">
            <a:avLst/>
          </a:prstGeom>
          <a:noFill/>
          <a:ln w="19050" cap="sq">
            <a:solidFill>
              <a:schemeClr val="tx1"/>
            </a:solidFill>
            <a:round/>
            <a:headEnd type="none" w="sm" len="sm"/>
            <a:tailEnd type="triangle" w="lg"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34" name="Line 16">
            <a:extLst>
              <a:ext uri="{FF2B5EF4-FFF2-40B4-BE49-F238E27FC236}">
                <a16:creationId xmlns:a16="http://schemas.microsoft.com/office/drawing/2014/main" id="{9D095C57-1168-45F4-B392-E7CB9A89D0EA}"/>
              </a:ext>
            </a:extLst>
          </p:cNvPr>
          <p:cNvSpPr>
            <a:spLocks noChangeShapeType="1"/>
          </p:cNvSpPr>
          <p:nvPr/>
        </p:nvSpPr>
        <p:spPr bwMode="auto">
          <a:xfrm>
            <a:off x="7855384" y="4044950"/>
            <a:ext cx="665162" cy="0"/>
          </a:xfrm>
          <a:prstGeom prst="line">
            <a:avLst/>
          </a:prstGeom>
          <a:noFill/>
          <a:ln w="19050" cap="sq">
            <a:solidFill>
              <a:schemeClr val="tx1"/>
            </a:solidFill>
            <a:round/>
            <a:headEnd type="none" w="sm" len="sm"/>
            <a:tailEnd type="triangle" w="lg"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35" name="Line 17">
            <a:extLst>
              <a:ext uri="{FF2B5EF4-FFF2-40B4-BE49-F238E27FC236}">
                <a16:creationId xmlns:a16="http://schemas.microsoft.com/office/drawing/2014/main" id="{35D2172F-FDE2-4B7B-80B5-59008DD0AE8C}"/>
              </a:ext>
            </a:extLst>
          </p:cNvPr>
          <p:cNvSpPr>
            <a:spLocks noChangeShapeType="1"/>
          </p:cNvSpPr>
          <p:nvPr/>
        </p:nvSpPr>
        <p:spPr bwMode="auto">
          <a:xfrm>
            <a:off x="7855384" y="4486275"/>
            <a:ext cx="665162" cy="0"/>
          </a:xfrm>
          <a:prstGeom prst="line">
            <a:avLst/>
          </a:prstGeom>
          <a:noFill/>
          <a:ln w="19050" cap="sq">
            <a:solidFill>
              <a:schemeClr val="tx1"/>
            </a:solidFill>
            <a:round/>
            <a:headEnd type="none" w="sm" len="sm"/>
            <a:tailEnd type="triangle" w="lg"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36" name="Line 18">
            <a:extLst>
              <a:ext uri="{FF2B5EF4-FFF2-40B4-BE49-F238E27FC236}">
                <a16:creationId xmlns:a16="http://schemas.microsoft.com/office/drawing/2014/main" id="{BEC30555-B17C-4532-BFA4-894E0CE44598}"/>
              </a:ext>
            </a:extLst>
          </p:cNvPr>
          <p:cNvSpPr>
            <a:spLocks noChangeShapeType="1"/>
          </p:cNvSpPr>
          <p:nvPr/>
        </p:nvSpPr>
        <p:spPr bwMode="auto">
          <a:xfrm>
            <a:off x="7855384" y="4929187"/>
            <a:ext cx="665162" cy="0"/>
          </a:xfrm>
          <a:prstGeom prst="line">
            <a:avLst/>
          </a:prstGeom>
          <a:noFill/>
          <a:ln w="19050" cap="sq">
            <a:solidFill>
              <a:schemeClr val="tx1"/>
            </a:solidFill>
            <a:round/>
            <a:headEnd type="none" w="sm" len="sm"/>
            <a:tailEnd type="triangle" w="lg"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37" name="灯片编号占位符 6">
            <a:extLst>
              <a:ext uri="{FF2B5EF4-FFF2-40B4-BE49-F238E27FC236}">
                <a16:creationId xmlns:a16="http://schemas.microsoft.com/office/drawing/2014/main" id="{AB49A24D-3307-284D-86C4-B82103AFE03F}"/>
              </a:ext>
            </a:extLst>
          </p:cNvPr>
          <p:cNvSpPr txBox="1">
            <a:spLocks/>
          </p:cNvSpPr>
          <p:nvPr/>
        </p:nvSpPr>
        <p:spPr bwMode="auto">
          <a:xfrm>
            <a:off x="6553200" y="6265860"/>
            <a:ext cx="213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4600" b="1" kern="1200">
                <a:solidFill>
                  <a:srgbClr val="FF3300"/>
                </a:solidFill>
                <a:latin typeface="Garamond" pitchFamily="18" charset="0"/>
                <a:ea typeface="宋体" charset="-122"/>
                <a:cs typeface="+mn-cs"/>
              </a:defRPr>
            </a:lvl1pPr>
            <a:lvl2pPr marL="742950" indent="-28575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2pPr>
            <a:lvl3pPr marL="11430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3pPr>
            <a:lvl4pPr marL="16002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4pPr>
            <a:lvl5pPr marL="20574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5pPr>
            <a:lvl6pPr marL="25146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6pPr>
            <a:lvl7pPr marL="29718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7pPr>
            <a:lvl8pPr marL="34290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8pPr>
            <a:lvl9pPr marL="38862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9pPr>
          </a:lstStyle>
          <a:p>
            <a:pPr eaLnBrk="1" hangingPunct="1"/>
            <a:fld id="{CCE6D788-BCB5-407E-9DED-68D155892338}" type="slidenum">
              <a:rPr lang="en-US" altLang="zh-CN" sz="1400" smtClean="0">
                <a:solidFill>
                  <a:schemeClr val="tx1"/>
                </a:solidFill>
                <a:latin typeface="+mn-lt"/>
              </a:rPr>
              <a:pPr eaLnBrk="1" hangingPunct="1"/>
              <a:t>62</a:t>
            </a:fld>
            <a:endParaRPr lang="en-US" altLang="zh-CN" sz="1400" dirty="0">
              <a:solidFill>
                <a:schemeClr val="tx1"/>
              </a:solidFill>
              <a:latin typeface="+mn-lt"/>
            </a:endParaRPr>
          </a:p>
        </p:txBody>
      </p:sp>
    </p:spTree>
    <p:extLst>
      <p:ext uri="{BB962C8B-B14F-4D97-AF65-F5344CB8AC3E}">
        <p14:creationId xmlns:p14="http://schemas.microsoft.com/office/powerpoint/2010/main" val="333866885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245D4F-D141-6442-9E0D-5D3D5BF72866}"/>
              </a:ext>
            </a:extLst>
          </p:cNvPr>
          <p:cNvSpPr/>
          <p:nvPr/>
        </p:nvSpPr>
        <p:spPr bwMode="auto">
          <a:xfrm>
            <a:off x="1151620" y="1772816"/>
            <a:ext cx="2232248" cy="3600400"/>
          </a:xfrm>
          <a:prstGeom prst="rect">
            <a:avLst/>
          </a:prstGeom>
          <a:solidFill>
            <a:schemeClr val="accent6">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1800" b="0" i="0" u="none" strike="noStrike" cap="none" normalizeH="0" baseline="0">
              <a:ln>
                <a:noFill/>
              </a:ln>
              <a:solidFill>
                <a:schemeClr val="tx1"/>
              </a:solidFill>
              <a:effectLst/>
              <a:latin typeface="Arial" charset="0"/>
            </a:endParaRPr>
          </a:p>
        </p:txBody>
      </p:sp>
      <p:sp>
        <p:nvSpPr>
          <p:cNvPr id="22531" name="Rectangle 2"/>
          <p:cNvSpPr>
            <a:spLocks noGrp="1" noChangeArrowheads="1"/>
          </p:cNvSpPr>
          <p:nvPr>
            <p:ph type="title"/>
          </p:nvPr>
        </p:nvSpPr>
        <p:spPr>
          <a:xfrm>
            <a:off x="528144" y="137358"/>
            <a:ext cx="8229600" cy="1143000"/>
          </a:xfrm>
        </p:spPr>
        <p:txBody>
          <a:bodyPr/>
          <a:lstStyle/>
          <a:p>
            <a:pPr eaLnBrk="1" hangingPunct="1"/>
            <a:r>
              <a:rPr lang="zh-CN" altLang="en-US" b="1" dirty="0"/>
              <a:t>设计一种</a:t>
            </a:r>
            <a:r>
              <a:rPr lang="en-US" altLang="zh-CN" b="1" dirty="0"/>
              <a:t>3-8</a:t>
            </a:r>
            <a:r>
              <a:rPr lang="zh-CN" altLang="en-US" b="1" dirty="0"/>
              <a:t>译码器</a:t>
            </a:r>
            <a:endParaRPr lang="en-US" altLang="zh-CN" b="1" dirty="0"/>
          </a:p>
        </p:txBody>
      </p:sp>
      <p:pic>
        <p:nvPicPr>
          <p:cNvPr id="4" name="Picture 3">
            <a:extLst>
              <a:ext uri="{FF2B5EF4-FFF2-40B4-BE49-F238E27FC236}">
                <a16:creationId xmlns:a16="http://schemas.microsoft.com/office/drawing/2014/main" id="{DED69725-5A50-6D42-A379-D4167D30DAA3}"/>
              </a:ext>
            </a:extLst>
          </p:cNvPr>
          <p:cNvPicPr>
            <a:picLocks noChangeAspect="1"/>
          </p:cNvPicPr>
          <p:nvPr/>
        </p:nvPicPr>
        <p:blipFill>
          <a:blip r:embed="rId3"/>
          <a:stretch>
            <a:fillRect/>
          </a:stretch>
        </p:blipFill>
        <p:spPr>
          <a:xfrm>
            <a:off x="218088" y="1772816"/>
            <a:ext cx="8849712" cy="3838657"/>
          </a:xfrm>
          <a:prstGeom prst="rect">
            <a:avLst/>
          </a:prstGeom>
        </p:spPr>
      </p:pic>
      <p:sp>
        <p:nvSpPr>
          <p:cNvPr id="6" name="灯片编号占位符 6">
            <a:extLst>
              <a:ext uri="{FF2B5EF4-FFF2-40B4-BE49-F238E27FC236}">
                <a16:creationId xmlns:a16="http://schemas.microsoft.com/office/drawing/2014/main" id="{39057BAB-0AD9-E14D-9AC9-EE6117235A3D}"/>
              </a:ext>
            </a:extLst>
          </p:cNvPr>
          <p:cNvSpPr txBox="1">
            <a:spLocks/>
          </p:cNvSpPr>
          <p:nvPr/>
        </p:nvSpPr>
        <p:spPr bwMode="auto">
          <a:xfrm>
            <a:off x="6553200" y="6265860"/>
            <a:ext cx="213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4600" b="1" kern="1200">
                <a:solidFill>
                  <a:srgbClr val="FF3300"/>
                </a:solidFill>
                <a:latin typeface="Garamond" pitchFamily="18" charset="0"/>
                <a:ea typeface="宋体" charset="-122"/>
                <a:cs typeface="+mn-cs"/>
              </a:defRPr>
            </a:lvl1pPr>
            <a:lvl2pPr marL="742950" indent="-28575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2pPr>
            <a:lvl3pPr marL="11430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3pPr>
            <a:lvl4pPr marL="16002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4pPr>
            <a:lvl5pPr marL="20574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5pPr>
            <a:lvl6pPr marL="25146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6pPr>
            <a:lvl7pPr marL="29718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7pPr>
            <a:lvl8pPr marL="34290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8pPr>
            <a:lvl9pPr marL="38862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9pPr>
          </a:lstStyle>
          <a:p>
            <a:pPr eaLnBrk="1" hangingPunct="1"/>
            <a:fld id="{CCE6D788-BCB5-407E-9DED-68D155892338}" type="slidenum">
              <a:rPr lang="en-US" altLang="zh-CN" sz="1400" smtClean="0">
                <a:solidFill>
                  <a:schemeClr val="tx1"/>
                </a:solidFill>
                <a:latin typeface="+mn-lt"/>
              </a:rPr>
              <a:pPr eaLnBrk="1" hangingPunct="1"/>
              <a:t>63</a:t>
            </a:fld>
            <a:endParaRPr lang="en-US" altLang="zh-CN" sz="1400" dirty="0">
              <a:solidFill>
                <a:schemeClr val="tx1"/>
              </a:solidFill>
              <a:latin typeface="+mn-lt"/>
            </a:endParaRPr>
          </a:p>
        </p:txBody>
      </p:sp>
      <mc:AlternateContent xmlns:mc="http://schemas.openxmlformats.org/markup-compatibility/2006" xmlns:p14="http://schemas.microsoft.com/office/powerpoint/2010/main">
        <mc:Choice Requires="p14">
          <p:contentPart p14:bwMode="auto" r:id="rId4">
            <p14:nvContentPartPr>
              <p14:cNvPr id="3" name="墨迹 2">
                <a:extLst>
                  <a:ext uri="{FF2B5EF4-FFF2-40B4-BE49-F238E27FC236}">
                    <a16:creationId xmlns:a16="http://schemas.microsoft.com/office/drawing/2014/main" id="{E52AFD91-3175-419E-9848-EC211462A3DF}"/>
                  </a:ext>
                </a:extLst>
              </p14:cNvPr>
              <p14:cNvContentPartPr/>
              <p14:nvPr/>
            </p14:nvContentPartPr>
            <p14:xfrm>
              <a:off x="3406320" y="1730160"/>
              <a:ext cx="5032080" cy="3738240"/>
            </p14:xfrm>
          </p:contentPart>
        </mc:Choice>
        <mc:Fallback xmlns="">
          <p:pic>
            <p:nvPicPr>
              <p:cNvPr id="3" name="墨迹 2">
                <a:extLst>
                  <a:ext uri="{FF2B5EF4-FFF2-40B4-BE49-F238E27FC236}">
                    <a16:creationId xmlns:a16="http://schemas.microsoft.com/office/drawing/2014/main" id="{E52AFD91-3175-419E-9848-EC211462A3DF}"/>
                  </a:ext>
                </a:extLst>
              </p:cNvPr>
              <p:cNvPicPr/>
              <p:nvPr/>
            </p:nvPicPr>
            <p:blipFill>
              <a:blip r:embed="rId5"/>
              <a:stretch>
                <a:fillRect/>
              </a:stretch>
            </p:blipFill>
            <p:spPr>
              <a:xfrm>
                <a:off x="3396960" y="1720800"/>
                <a:ext cx="5050800" cy="3756960"/>
              </a:xfrm>
              <a:prstGeom prst="rect">
                <a:avLst/>
              </a:prstGeom>
            </p:spPr>
          </p:pic>
        </mc:Fallback>
      </mc:AlternateContent>
    </p:spTree>
    <p:extLst>
      <p:ext uri="{BB962C8B-B14F-4D97-AF65-F5344CB8AC3E}">
        <p14:creationId xmlns:p14="http://schemas.microsoft.com/office/powerpoint/2010/main" val="307403679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62" name="Rectangle 2"/>
          <p:cNvSpPr>
            <a:spLocks noGrp="1" noChangeArrowheads="1"/>
          </p:cNvSpPr>
          <p:nvPr>
            <p:ph type="title"/>
          </p:nvPr>
        </p:nvSpPr>
        <p:spPr/>
        <p:txBody>
          <a:bodyPr/>
          <a:lstStyle/>
          <a:p>
            <a:pPr eaLnBrk="1" hangingPunct="1"/>
            <a:r>
              <a:rPr lang="zh-CN" altLang="en-US" b="1" dirty="0"/>
              <a:t>写出布尔表达式</a:t>
            </a:r>
            <a:endParaRPr lang="en-US" altLang="zh-CN" b="1" dirty="0"/>
          </a:p>
        </p:txBody>
      </p:sp>
      <p:graphicFrame>
        <p:nvGraphicFramePr>
          <p:cNvPr id="23554" name="Object 3"/>
          <p:cNvGraphicFramePr>
            <a:graphicFrameLocks noGrp="1" noChangeAspect="1"/>
          </p:cNvGraphicFramePr>
          <p:nvPr>
            <p:ph sz="half" idx="4294967295"/>
            <p:extLst>
              <p:ext uri="{D42A27DB-BD31-4B8C-83A1-F6EECF244321}">
                <p14:modId xmlns:p14="http://schemas.microsoft.com/office/powerpoint/2010/main" val="935839998"/>
              </p:ext>
            </p:extLst>
          </p:nvPr>
        </p:nvGraphicFramePr>
        <p:xfrm>
          <a:off x="1623210" y="1608163"/>
          <a:ext cx="2687622" cy="615950"/>
        </p:xfrm>
        <a:graphic>
          <a:graphicData uri="http://schemas.openxmlformats.org/presentationml/2006/ole">
            <mc:AlternateContent xmlns:mc="http://schemas.openxmlformats.org/markup-compatibility/2006">
              <mc:Choice xmlns:v="urn:schemas-microsoft-com:vml" Requires="v">
                <p:oleObj name="Equation" r:id="rId3" imgW="1054080" imgH="241200" progId="Equation.DSMT4">
                  <p:embed/>
                </p:oleObj>
              </mc:Choice>
              <mc:Fallback>
                <p:oleObj name="Equation" r:id="rId3" imgW="1054080" imgH="241200" progId="Equation.DSMT4">
                  <p:embed/>
                  <p:pic>
                    <p:nvPicPr>
                      <p:cNvPr id="23554"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23210" y="1608163"/>
                        <a:ext cx="2687622" cy="615950"/>
                      </a:xfrm>
                      <a:prstGeom prst="rect">
                        <a:avLst/>
                      </a:prstGeom>
                      <a:noFill/>
                      <a:ln>
                        <a:noFill/>
                      </a:ln>
                      <a:effectLst/>
                    </p:spPr>
                  </p:pic>
                </p:oleObj>
              </mc:Fallback>
            </mc:AlternateContent>
          </a:graphicData>
        </a:graphic>
      </p:graphicFrame>
      <p:graphicFrame>
        <p:nvGraphicFramePr>
          <p:cNvPr id="23555" name="Object 4"/>
          <p:cNvGraphicFramePr>
            <a:graphicFrameLocks noGrp="1" noChangeAspect="1"/>
          </p:cNvGraphicFramePr>
          <p:nvPr>
            <p:ph sz="quarter" idx="4294967295"/>
            <p:extLst>
              <p:ext uri="{D42A27DB-BD31-4B8C-83A1-F6EECF244321}">
                <p14:modId xmlns:p14="http://schemas.microsoft.com/office/powerpoint/2010/main" val="890896796"/>
              </p:ext>
            </p:extLst>
          </p:nvPr>
        </p:nvGraphicFramePr>
        <p:xfrm>
          <a:off x="1659016" y="2132856"/>
          <a:ext cx="2624952" cy="615950"/>
        </p:xfrm>
        <a:graphic>
          <a:graphicData uri="http://schemas.openxmlformats.org/presentationml/2006/ole">
            <mc:AlternateContent xmlns:mc="http://schemas.openxmlformats.org/markup-compatibility/2006">
              <mc:Choice xmlns:v="urn:schemas-microsoft-com:vml" Requires="v">
                <p:oleObj name="Equation" r:id="rId5" imgW="1028520" imgH="241200" progId="Equation.DSMT4">
                  <p:embed/>
                </p:oleObj>
              </mc:Choice>
              <mc:Fallback>
                <p:oleObj name="Equation" r:id="rId5" imgW="1028520" imgH="241200" progId="Equation.DSMT4">
                  <p:embed/>
                  <p:pic>
                    <p:nvPicPr>
                      <p:cNvPr id="23555"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59016" y="2132856"/>
                        <a:ext cx="2624952" cy="615950"/>
                      </a:xfrm>
                      <a:prstGeom prst="rect">
                        <a:avLst/>
                      </a:prstGeom>
                      <a:noFill/>
                      <a:ln>
                        <a:noFill/>
                      </a:ln>
                      <a:effectLst/>
                    </p:spPr>
                  </p:pic>
                </p:oleObj>
              </mc:Fallback>
            </mc:AlternateContent>
          </a:graphicData>
        </a:graphic>
      </p:graphicFrame>
      <p:pic>
        <p:nvPicPr>
          <p:cNvPr id="31755" name="Picture 11" descr="Decoder"/>
          <p:cNvPicPr>
            <a:picLocks noGrp="1" noChangeAspect="1" noChangeArrowheads="1"/>
          </p:cNvPicPr>
          <p:nvPr>
            <p:ph sz="quarter" idx="4294967295"/>
          </p:nvPr>
        </p:nvPicPr>
        <p:blipFill>
          <a:blip r:embed="rId7">
            <a:extLst>
              <a:ext uri="{28A0092B-C50C-407E-A947-70E740481C1C}">
                <a14:useLocalDpi xmlns:a14="http://schemas.microsoft.com/office/drawing/2010/main"/>
              </a:ext>
            </a:extLst>
          </a:blip>
          <a:srcRect/>
          <a:stretch>
            <a:fillRect/>
          </a:stretch>
        </p:blipFill>
        <p:spPr>
          <a:xfrm>
            <a:off x="5760132" y="1376772"/>
            <a:ext cx="2327275" cy="5292725"/>
          </a:xfrm>
          <a:noFill/>
        </p:spPr>
      </p:pic>
      <p:graphicFrame>
        <p:nvGraphicFramePr>
          <p:cNvPr id="23556" name="Object 5"/>
          <p:cNvGraphicFramePr>
            <a:graphicFrameLocks noChangeAspect="1"/>
          </p:cNvGraphicFramePr>
          <p:nvPr>
            <p:extLst>
              <p:ext uri="{D42A27DB-BD31-4B8C-83A1-F6EECF244321}">
                <p14:modId xmlns:p14="http://schemas.microsoft.com/office/powerpoint/2010/main" val="1925797255"/>
              </p:ext>
            </p:extLst>
          </p:nvPr>
        </p:nvGraphicFramePr>
        <p:xfrm>
          <a:off x="1625340" y="2728937"/>
          <a:ext cx="2690813" cy="615950"/>
        </p:xfrm>
        <a:graphic>
          <a:graphicData uri="http://schemas.openxmlformats.org/presentationml/2006/ole">
            <mc:AlternateContent xmlns:mc="http://schemas.openxmlformats.org/markup-compatibility/2006">
              <mc:Choice xmlns:v="urn:schemas-microsoft-com:vml" Requires="v">
                <p:oleObj name="Equation" r:id="rId8" imgW="1054080" imgH="241200" progId="Equation.DSMT4">
                  <p:embed/>
                </p:oleObj>
              </mc:Choice>
              <mc:Fallback>
                <p:oleObj name="Equation" r:id="rId8" imgW="1054080" imgH="241200" progId="Equation.DSMT4">
                  <p:embed/>
                  <p:pic>
                    <p:nvPicPr>
                      <p:cNvPr id="23556"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25340" y="2728937"/>
                        <a:ext cx="2690813" cy="615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57" name="Object 6"/>
          <p:cNvGraphicFramePr>
            <a:graphicFrameLocks noChangeAspect="1"/>
          </p:cNvGraphicFramePr>
          <p:nvPr>
            <p:extLst>
              <p:ext uri="{D42A27DB-BD31-4B8C-83A1-F6EECF244321}">
                <p14:modId xmlns:p14="http://schemas.microsoft.com/office/powerpoint/2010/main" val="2356693987"/>
              </p:ext>
            </p:extLst>
          </p:nvPr>
        </p:nvGraphicFramePr>
        <p:xfrm>
          <a:off x="1625340" y="3313137"/>
          <a:ext cx="2690813" cy="615950"/>
        </p:xfrm>
        <a:graphic>
          <a:graphicData uri="http://schemas.openxmlformats.org/presentationml/2006/ole">
            <mc:AlternateContent xmlns:mc="http://schemas.openxmlformats.org/markup-compatibility/2006">
              <mc:Choice xmlns:v="urn:schemas-microsoft-com:vml" Requires="v">
                <p:oleObj name="Equation" r:id="rId10" imgW="1054080" imgH="241200" progId="Equation.DSMT4">
                  <p:embed/>
                </p:oleObj>
              </mc:Choice>
              <mc:Fallback>
                <p:oleObj name="Equation" r:id="rId10" imgW="1054080" imgH="241200" progId="Equation.DSMT4">
                  <p:embed/>
                  <p:pic>
                    <p:nvPicPr>
                      <p:cNvPr id="23557"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625340" y="3313137"/>
                        <a:ext cx="2690813" cy="615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58" name="Object 7"/>
          <p:cNvGraphicFramePr>
            <a:graphicFrameLocks noChangeAspect="1"/>
          </p:cNvGraphicFramePr>
          <p:nvPr>
            <p:extLst>
              <p:ext uri="{D42A27DB-BD31-4B8C-83A1-F6EECF244321}">
                <p14:modId xmlns:p14="http://schemas.microsoft.com/office/powerpoint/2010/main" val="3390075527"/>
              </p:ext>
            </p:extLst>
          </p:nvPr>
        </p:nvGraphicFramePr>
        <p:xfrm>
          <a:off x="1625340" y="3898925"/>
          <a:ext cx="2690813" cy="615950"/>
        </p:xfrm>
        <a:graphic>
          <a:graphicData uri="http://schemas.openxmlformats.org/presentationml/2006/ole">
            <mc:AlternateContent xmlns:mc="http://schemas.openxmlformats.org/markup-compatibility/2006">
              <mc:Choice xmlns:v="urn:schemas-microsoft-com:vml" Requires="v">
                <p:oleObj name="Equation" r:id="rId12" imgW="1054080" imgH="241200" progId="Equation.DSMT4">
                  <p:embed/>
                </p:oleObj>
              </mc:Choice>
              <mc:Fallback>
                <p:oleObj name="Equation" r:id="rId12" imgW="1054080" imgH="241200" progId="Equation.DSMT4">
                  <p:embed/>
                  <p:pic>
                    <p:nvPicPr>
                      <p:cNvPr id="23558"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625340" y="3898925"/>
                        <a:ext cx="2690813" cy="615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59" name="Object 8"/>
          <p:cNvGraphicFramePr>
            <a:graphicFrameLocks noChangeAspect="1"/>
          </p:cNvGraphicFramePr>
          <p:nvPr>
            <p:extLst>
              <p:ext uri="{D42A27DB-BD31-4B8C-83A1-F6EECF244321}">
                <p14:modId xmlns:p14="http://schemas.microsoft.com/office/powerpoint/2010/main" val="3771241921"/>
              </p:ext>
            </p:extLst>
          </p:nvPr>
        </p:nvGraphicFramePr>
        <p:xfrm>
          <a:off x="1625340" y="4483125"/>
          <a:ext cx="2690813" cy="615950"/>
        </p:xfrm>
        <a:graphic>
          <a:graphicData uri="http://schemas.openxmlformats.org/presentationml/2006/ole">
            <mc:AlternateContent xmlns:mc="http://schemas.openxmlformats.org/markup-compatibility/2006">
              <mc:Choice xmlns:v="urn:schemas-microsoft-com:vml" Requires="v">
                <p:oleObj name="Equation" r:id="rId14" imgW="1054080" imgH="241200" progId="Equation.DSMT4">
                  <p:embed/>
                </p:oleObj>
              </mc:Choice>
              <mc:Fallback>
                <p:oleObj name="Equation" r:id="rId14" imgW="1054080" imgH="241200" progId="Equation.DSMT4">
                  <p:embed/>
                  <p:pic>
                    <p:nvPicPr>
                      <p:cNvPr id="23559" name="Object 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625340" y="4483125"/>
                        <a:ext cx="2690813" cy="615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60" name="Object 9"/>
          <p:cNvGraphicFramePr>
            <a:graphicFrameLocks noChangeAspect="1"/>
          </p:cNvGraphicFramePr>
          <p:nvPr>
            <p:extLst>
              <p:ext uri="{D42A27DB-BD31-4B8C-83A1-F6EECF244321}">
                <p14:modId xmlns:p14="http://schemas.microsoft.com/office/powerpoint/2010/main" val="396738667"/>
              </p:ext>
            </p:extLst>
          </p:nvPr>
        </p:nvGraphicFramePr>
        <p:xfrm>
          <a:off x="1625340" y="5068912"/>
          <a:ext cx="2690813" cy="615950"/>
        </p:xfrm>
        <a:graphic>
          <a:graphicData uri="http://schemas.openxmlformats.org/presentationml/2006/ole">
            <mc:AlternateContent xmlns:mc="http://schemas.openxmlformats.org/markup-compatibility/2006">
              <mc:Choice xmlns:v="urn:schemas-microsoft-com:vml" Requires="v">
                <p:oleObj name="Equation" r:id="rId16" imgW="1054080" imgH="241200" progId="Equation.DSMT4">
                  <p:embed/>
                </p:oleObj>
              </mc:Choice>
              <mc:Fallback>
                <p:oleObj name="Equation" r:id="rId16" imgW="1054080" imgH="241200" progId="Equation.DSMT4">
                  <p:embed/>
                  <p:pic>
                    <p:nvPicPr>
                      <p:cNvPr id="23560" name="Object 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625340" y="5068912"/>
                        <a:ext cx="2690813" cy="615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61" name="Object 10"/>
          <p:cNvGraphicFramePr>
            <a:graphicFrameLocks noChangeAspect="1"/>
          </p:cNvGraphicFramePr>
          <p:nvPr>
            <p:extLst>
              <p:ext uri="{D42A27DB-BD31-4B8C-83A1-F6EECF244321}">
                <p14:modId xmlns:p14="http://schemas.microsoft.com/office/powerpoint/2010/main" val="2688749527"/>
              </p:ext>
            </p:extLst>
          </p:nvPr>
        </p:nvGraphicFramePr>
        <p:xfrm>
          <a:off x="1623753" y="5653112"/>
          <a:ext cx="2693987" cy="584200"/>
        </p:xfrm>
        <a:graphic>
          <a:graphicData uri="http://schemas.openxmlformats.org/presentationml/2006/ole">
            <mc:AlternateContent xmlns:mc="http://schemas.openxmlformats.org/markup-compatibility/2006">
              <mc:Choice xmlns:v="urn:schemas-microsoft-com:vml" Requires="v">
                <p:oleObj name="Equation" r:id="rId18" imgW="1054080" imgH="228600" progId="Equation.DSMT4">
                  <p:embed/>
                </p:oleObj>
              </mc:Choice>
              <mc:Fallback>
                <p:oleObj name="Equation" r:id="rId18" imgW="1054080" imgH="228600" progId="Equation.DSMT4">
                  <p:embed/>
                  <p:pic>
                    <p:nvPicPr>
                      <p:cNvPr id="23561" name="Object 1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623753" y="5653112"/>
                        <a:ext cx="2693987"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 name="灯片编号占位符 6">
            <a:extLst>
              <a:ext uri="{FF2B5EF4-FFF2-40B4-BE49-F238E27FC236}">
                <a16:creationId xmlns:a16="http://schemas.microsoft.com/office/drawing/2014/main" id="{52C94CD0-3C04-C04B-A9D8-298A17510266}"/>
              </a:ext>
            </a:extLst>
          </p:cNvPr>
          <p:cNvSpPr txBox="1">
            <a:spLocks/>
          </p:cNvSpPr>
          <p:nvPr/>
        </p:nvSpPr>
        <p:spPr bwMode="auto">
          <a:xfrm>
            <a:off x="6553200" y="6265860"/>
            <a:ext cx="213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4600" b="1" kern="1200">
                <a:solidFill>
                  <a:srgbClr val="FF3300"/>
                </a:solidFill>
                <a:latin typeface="Garamond" pitchFamily="18" charset="0"/>
                <a:ea typeface="宋体" charset="-122"/>
                <a:cs typeface="+mn-cs"/>
              </a:defRPr>
            </a:lvl1pPr>
            <a:lvl2pPr marL="742950" indent="-28575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2pPr>
            <a:lvl3pPr marL="11430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3pPr>
            <a:lvl4pPr marL="16002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4pPr>
            <a:lvl5pPr marL="20574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5pPr>
            <a:lvl6pPr marL="25146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6pPr>
            <a:lvl7pPr marL="29718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7pPr>
            <a:lvl8pPr marL="34290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8pPr>
            <a:lvl9pPr marL="38862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9pPr>
          </a:lstStyle>
          <a:p>
            <a:pPr eaLnBrk="1" hangingPunct="1"/>
            <a:fld id="{CCE6D788-BCB5-407E-9DED-68D155892338}" type="slidenum">
              <a:rPr lang="en-US" altLang="zh-CN" sz="1400" smtClean="0">
                <a:solidFill>
                  <a:schemeClr val="tx1"/>
                </a:solidFill>
                <a:latin typeface="+mn-lt"/>
              </a:rPr>
              <a:pPr eaLnBrk="1" hangingPunct="1"/>
              <a:t>64</a:t>
            </a:fld>
            <a:endParaRPr lang="en-US" altLang="zh-CN" sz="1400" dirty="0">
              <a:solidFill>
                <a:schemeClr val="tx1"/>
              </a:solidFill>
              <a:latin typeface="+mn-lt"/>
            </a:endParaRPr>
          </a:p>
        </p:txBody>
      </p:sp>
    </p:spTree>
    <p:extLst>
      <p:ext uri="{BB962C8B-B14F-4D97-AF65-F5344CB8AC3E}">
        <p14:creationId xmlns:p14="http://schemas.microsoft.com/office/powerpoint/2010/main" val="1670331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17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标题 1"/>
          <p:cNvSpPr>
            <a:spLocks noGrp="1"/>
          </p:cNvSpPr>
          <p:nvPr>
            <p:ph type="title"/>
          </p:nvPr>
        </p:nvSpPr>
        <p:spPr>
          <a:xfrm>
            <a:off x="660239" y="148296"/>
            <a:ext cx="8229600" cy="1143000"/>
          </a:xfrm>
        </p:spPr>
        <p:txBody>
          <a:bodyPr/>
          <a:lstStyle/>
          <a:p>
            <a:r>
              <a:rPr lang="zh-CN" altLang="en-US" b="1" dirty="0"/>
              <a:t>处理器中利用译码器寻址</a:t>
            </a:r>
          </a:p>
        </p:txBody>
      </p:sp>
      <p:sp>
        <p:nvSpPr>
          <p:cNvPr id="57" name="幻灯片编号占位符 1">
            <a:extLst>
              <a:ext uri="{FF2B5EF4-FFF2-40B4-BE49-F238E27FC236}">
                <a16:creationId xmlns:a16="http://schemas.microsoft.com/office/drawing/2014/main" id="{AC09121F-3EE7-9E48-9D70-777BD2B46E64}"/>
              </a:ext>
            </a:extLst>
          </p:cNvPr>
          <p:cNvSpPr>
            <a:spLocks noGrp="1"/>
          </p:cNvSpPr>
          <p:nvPr>
            <p:ph type="sldNum" sz="quarter" idx="12"/>
          </p:nvPr>
        </p:nvSpPr>
        <p:spPr/>
        <p:txBody>
          <a:bodyPr/>
          <a:lstStyle/>
          <a:p>
            <a:pPr>
              <a:defRPr/>
            </a:pPr>
            <a:fld id="{32A7F497-9298-4E9C-9D52-2133934E05FC}" type="slidenum">
              <a:rPr lang="zh-CN" altLang="en-US" b="1" smtClean="0"/>
              <a:pPr>
                <a:defRPr/>
              </a:pPr>
              <a:t>65</a:t>
            </a:fld>
            <a:endParaRPr lang="en-US" altLang="zh-CN" b="1"/>
          </a:p>
        </p:txBody>
      </p:sp>
      <p:sp>
        <p:nvSpPr>
          <p:cNvPr id="98308" name="Text Box 3"/>
          <p:cNvSpPr txBox="1">
            <a:spLocks noChangeArrowheads="1"/>
          </p:cNvSpPr>
          <p:nvPr/>
        </p:nvSpPr>
        <p:spPr bwMode="auto">
          <a:xfrm>
            <a:off x="1080926" y="1728978"/>
            <a:ext cx="1125538" cy="52322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ctr" eaLnBrk="1" hangingPunct="1">
              <a:spcBef>
                <a:spcPct val="50000"/>
              </a:spcBef>
            </a:pPr>
            <a:r>
              <a:rPr lang="en-US" altLang="zh-CN" sz="2800" dirty="0">
                <a:solidFill>
                  <a:schemeClr val="tx1"/>
                </a:solidFill>
                <a:latin typeface="+mn-lt"/>
                <a:ea typeface="黑体" panose="02010609060101010101" pitchFamily="49" charset="-122"/>
              </a:rPr>
              <a:t>0</a:t>
            </a:r>
            <a:r>
              <a:rPr lang="zh-CN" altLang="en-US" sz="2800" dirty="0">
                <a:solidFill>
                  <a:schemeClr val="tx1"/>
                </a:solidFill>
                <a:latin typeface="+mn-lt"/>
                <a:ea typeface="黑体" panose="02010609060101010101" pitchFamily="49" charset="-122"/>
              </a:rPr>
              <a:t>单元</a:t>
            </a:r>
          </a:p>
        </p:txBody>
      </p:sp>
      <p:sp>
        <p:nvSpPr>
          <p:cNvPr id="98309" name="Text Box 4"/>
          <p:cNvSpPr txBox="1">
            <a:spLocks noChangeArrowheads="1"/>
          </p:cNvSpPr>
          <p:nvPr/>
        </p:nvSpPr>
        <p:spPr bwMode="auto">
          <a:xfrm>
            <a:off x="1088864" y="2429066"/>
            <a:ext cx="1125537" cy="52322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ctr" eaLnBrk="1" hangingPunct="1">
              <a:spcBef>
                <a:spcPct val="50000"/>
              </a:spcBef>
            </a:pPr>
            <a:r>
              <a:rPr lang="en-US" altLang="zh-CN" sz="2800">
                <a:solidFill>
                  <a:schemeClr val="tx1"/>
                </a:solidFill>
                <a:latin typeface="+mn-lt"/>
                <a:ea typeface="黑体" panose="02010609060101010101" pitchFamily="49" charset="-122"/>
              </a:rPr>
              <a:t>1</a:t>
            </a:r>
            <a:r>
              <a:rPr lang="zh-CN" altLang="en-US" sz="2800">
                <a:solidFill>
                  <a:schemeClr val="tx1"/>
                </a:solidFill>
                <a:latin typeface="+mn-lt"/>
                <a:ea typeface="黑体" panose="02010609060101010101" pitchFamily="49" charset="-122"/>
              </a:rPr>
              <a:t>单元</a:t>
            </a:r>
          </a:p>
        </p:txBody>
      </p:sp>
      <p:sp>
        <p:nvSpPr>
          <p:cNvPr id="98310" name="Text Box 5"/>
          <p:cNvSpPr txBox="1">
            <a:spLocks noChangeArrowheads="1"/>
          </p:cNvSpPr>
          <p:nvPr/>
        </p:nvSpPr>
        <p:spPr bwMode="auto">
          <a:xfrm>
            <a:off x="1068226" y="3072003"/>
            <a:ext cx="1125538" cy="52322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ctr" eaLnBrk="1" hangingPunct="1">
              <a:spcBef>
                <a:spcPct val="50000"/>
              </a:spcBef>
            </a:pPr>
            <a:r>
              <a:rPr lang="en-US" altLang="zh-CN" sz="2800">
                <a:solidFill>
                  <a:schemeClr val="tx1"/>
                </a:solidFill>
                <a:latin typeface="+mn-lt"/>
                <a:ea typeface="黑体" panose="02010609060101010101" pitchFamily="49" charset="-122"/>
              </a:rPr>
              <a:t>2</a:t>
            </a:r>
            <a:r>
              <a:rPr lang="zh-CN" altLang="en-US" sz="2800">
                <a:solidFill>
                  <a:schemeClr val="tx1"/>
                </a:solidFill>
                <a:latin typeface="+mn-lt"/>
                <a:ea typeface="黑体" panose="02010609060101010101" pitchFamily="49" charset="-122"/>
              </a:rPr>
              <a:t>单元</a:t>
            </a:r>
          </a:p>
        </p:txBody>
      </p:sp>
      <p:sp>
        <p:nvSpPr>
          <p:cNvPr id="98311" name="Text Box 6"/>
          <p:cNvSpPr txBox="1">
            <a:spLocks noChangeArrowheads="1"/>
          </p:cNvSpPr>
          <p:nvPr/>
        </p:nvSpPr>
        <p:spPr bwMode="auto">
          <a:xfrm>
            <a:off x="1077751" y="3745103"/>
            <a:ext cx="1125538" cy="52322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ctr" eaLnBrk="1" hangingPunct="1">
              <a:spcBef>
                <a:spcPct val="50000"/>
              </a:spcBef>
            </a:pPr>
            <a:r>
              <a:rPr lang="en-US" altLang="zh-CN" sz="2800">
                <a:solidFill>
                  <a:schemeClr val="tx1"/>
                </a:solidFill>
                <a:latin typeface="+mn-lt"/>
                <a:ea typeface="黑体" panose="02010609060101010101" pitchFamily="49" charset="-122"/>
              </a:rPr>
              <a:t>3</a:t>
            </a:r>
            <a:r>
              <a:rPr lang="zh-CN" altLang="en-US" sz="2800">
                <a:solidFill>
                  <a:schemeClr val="tx1"/>
                </a:solidFill>
                <a:latin typeface="+mn-lt"/>
                <a:ea typeface="黑体" panose="02010609060101010101" pitchFamily="49" charset="-122"/>
              </a:rPr>
              <a:t>单元</a:t>
            </a:r>
          </a:p>
        </p:txBody>
      </p:sp>
      <p:sp>
        <p:nvSpPr>
          <p:cNvPr id="98312" name="Text Box 7"/>
          <p:cNvSpPr txBox="1">
            <a:spLocks noChangeArrowheads="1"/>
          </p:cNvSpPr>
          <p:nvPr/>
        </p:nvSpPr>
        <p:spPr bwMode="auto">
          <a:xfrm>
            <a:off x="2633501" y="1714691"/>
            <a:ext cx="1414463" cy="52322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ctr" eaLnBrk="1" hangingPunct="1">
              <a:spcBef>
                <a:spcPct val="50000"/>
              </a:spcBef>
            </a:pPr>
            <a:r>
              <a:rPr lang="zh-CN" altLang="en-US" sz="2800" dirty="0">
                <a:solidFill>
                  <a:schemeClr val="tx1"/>
                </a:solidFill>
                <a:latin typeface="+mn-lt"/>
                <a:ea typeface="黑体" panose="02010609060101010101" pitchFamily="49" charset="-122"/>
              </a:rPr>
              <a:t>控制门</a:t>
            </a:r>
          </a:p>
        </p:txBody>
      </p:sp>
      <p:sp>
        <p:nvSpPr>
          <p:cNvPr id="98313" name="Text Box 8"/>
          <p:cNvSpPr txBox="1">
            <a:spLocks noChangeArrowheads="1"/>
          </p:cNvSpPr>
          <p:nvPr/>
        </p:nvSpPr>
        <p:spPr bwMode="auto">
          <a:xfrm>
            <a:off x="2647789" y="2414778"/>
            <a:ext cx="1414462" cy="52322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ctr" eaLnBrk="1" hangingPunct="1">
              <a:spcBef>
                <a:spcPct val="50000"/>
              </a:spcBef>
            </a:pPr>
            <a:r>
              <a:rPr lang="zh-CN" altLang="en-US" sz="2800">
                <a:solidFill>
                  <a:schemeClr val="tx1"/>
                </a:solidFill>
                <a:latin typeface="+mn-lt"/>
                <a:ea typeface="黑体" panose="02010609060101010101" pitchFamily="49" charset="-122"/>
              </a:rPr>
              <a:t>控制门</a:t>
            </a:r>
          </a:p>
        </p:txBody>
      </p:sp>
      <p:sp>
        <p:nvSpPr>
          <p:cNvPr id="98314" name="Text Box 9"/>
          <p:cNvSpPr txBox="1">
            <a:spLocks noChangeArrowheads="1"/>
          </p:cNvSpPr>
          <p:nvPr/>
        </p:nvSpPr>
        <p:spPr bwMode="auto">
          <a:xfrm>
            <a:off x="2655726" y="3072003"/>
            <a:ext cx="1414463" cy="52322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ctr" eaLnBrk="1" hangingPunct="1">
              <a:spcBef>
                <a:spcPct val="50000"/>
              </a:spcBef>
            </a:pPr>
            <a:r>
              <a:rPr lang="zh-CN" altLang="en-US" sz="2800">
                <a:solidFill>
                  <a:schemeClr val="tx1"/>
                </a:solidFill>
                <a:latin typeface="+mn-lt"/>
                <a:ea typeface="黑体" panose="02010609060101010101" pitchFamily="49" charset="-122"/>
              </a:rPr>
              <a:t>控制门</a:t>
            </a:r>
          </a:p>
        </p:txBody>
      </p:sp>
      <p:sp>
        <p:nvSpPr>
          <p:cNvPr id="98315" name="Text Box 10"/>
          <p:cNvSpPr txBox="1">
            <a:spLocks noChangeArrowheads="1"/>
          </p:cNvSpPr>
          <p:nvPr/>
        </p:nvSpPr>
        <p:spPr bwMode="auto">
          <a:xfrm>
            <a:off x="2649376" y="3700653"/>
            <a:ext cx="1414463" cy="52322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ctr" eaLnBrk="1" hangingPunct="1">
              <a:spcBef>
                <a:spcPct val="50000"/>
              </a:spcBef>
            </a:pPr>
            <a:r>
              <a:rPr lang="zh-CN" altLang="en-US" sz="2800">
                <a:solidFill>
                  <a:schemeClr val="tx1"/>
                </a:solidFill>
                <a:latin typeface="+mn-lt"/>
                <a:ea typeface="黑体" panose="02010609060101010101" pitchFamily="49" charset="-122"/>
              </a:rPr>
              <a:t>控制门</a:t>
            </a:r>
          </a:p>
        </p:txBody>
      </p:sp>
      <p:sp>
        <p:nvSpPr>
          <p:cNvPr id="98316" name="Rectangle 11"/>
          <p:cNvSpPr>
            <a:spLocks noChangeArrowheads="1"/>
          </p:cNvSpPr>
          <p:nvPr/>
        </p:nvSpPr>
        <p:spPr bwMode="auto">
          <a:xfrm>
            <a:off x="2968464" y="5007632"/>
            <a:ext cx="2568575" cy="752475"/>
          </a:xfrm>
          <a:prstGeom prst="rect">
            <a:avLst/>
          </a:prstGeom>
          <a:solidFill>
            <a:srgbClr val="FFFFFF"/>
          </a:solidFill>
          <a:ln w="28575">
            <a:solidFill>
              <a:schemeClr val="tx1"/>
            </a:solidFill>
            <a:miter lim="800000"/>
            <a:headEnd/>
            <a:tailEnd/>
          </a:ln>
        </p:spPr>
        <p:txBody>
          <a:bodyPr wrap="none" anchor="ctr"/>
          <a:lstStyle/>
          <a:p>
            <a:endParaRPr lang="zh-CN" altLang="en-US">
              <a:latin typeface="+mn-lt"/>
              <a:ea typeface="黑体" panose="02010609060101010101" pitchFamily="49" charset="-122"/>
            </a:endParaRPr>
          </a:p>
        </p:txBody>
      </p:sp>
      <p:sp>
        <p:nvSpPr>
          <p:cNvPr id="98317" name="Text Box 12"/>
          <p:cNvSpPr txBox="1">
            <a:spLocks noChangeArrowheads="1"/>
          </p:cNvSpPr>
          <p:nvPr/>
        </p:nvSpPr>
        <p:spPr bwMode="auto">
          <a:xfrm>
            <a:off x="3206589" y="5142570"/>
            <a:ext cx="1981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ctr" eaLnBrk="1" hangingPunct="1">
              <a:spcBef>
                <a:spcPct val="50000"/>
              </a:spcBef>
            </a:pPr>
            <a:r>
              <a:rPr lang="zh-CN" altLang="en-US" sz="2800" dirty="0">
                <a:solidFill>
                  <a:schemeClr val="tx1"/>
                </a:solidFill>
                <a:latin typeface="+mn-lt"/>
                <a:ea typeface="黑体" panose="02010609060101010101" pitchFamily="49" charset="-122"/>
              </a:rPr>
              <a:t>译码器</a:t>
            </a:r>
          </a:p>
        </p:txBody>
      </p:sp>
      <p:sp>
        <p:nvSpPr>
          <p:cNvPr id="98318" name="Text Box 13"/>
          <p:cNvSpPr txBox="1">
            <a:spLocks noChangeArrowheads="1"/>
          </p:cNvSpPr>
          <p:nvPr/>
        </p:nvSpPr>
        <p:spPr bwMode="auto">
          <a:xfrm>
            <a:off x="2825589" y="5817257"/>
            <a:ext cx="8001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eaLnBrk="1" hangingPunct="1">
              <a:spcBef>
                <a:spcPct val="50000"/>
              </a:spcBef>
            </a:pPr>
            <a:r>
              <a:rPr lang="en-US" altLang="zh-CN" sz="2800">
                <a:solidFill>
                  <a:schemeClr val="tx1"/>
                </a:solidFill>
                <a:latin typeface="+mn-lt"/>
                <a:ea typeface="黑体" panose="02010609060101010101" pitchFamily="49" charset="-122"/>
              </a:rPr>
              <a:t>A</a:t>
            </a:r>
            <a:r>
              <a:rPr lang="en-US" altLang="zh-CN" sz="2800" baseline="-25000">
                <a:solidFill>
                  <a:schemeClr val="tx1"/>
                </a:solidFill>
                <a:latin typeface="+mn-lt"/>
                <a:ea typeface="黑体" panose="02010609060101010101" pitchFamily="49" charset="-122"/>
              </a:rPr>
              <a:t>1</a:t>
            </a:r>
            <a:endParaRPr lang="en-US" altLang="zh-CN" sz="2800">
              <a:solidFill>
                <a:schemeClr val="tx1"/>
              </a:solidFill>
              <a:latin typeface="+mn-lt"/>
              <a:ea typeface="黑体" panose="02010609060101010101" pitchFamily="49" charset="-122"/>
            </a:endParaRPr>
          </a:p>
        </p:txBody>
      </p:sp>
      <p:sp>
        <p:nvSpPr>
          <p:cNvPr id="98319" name="Text Box 14"/>
          <p:cNvSpPr txBox="1">
            <a:spLocks noChangeArrowheads="1"/>
          </p:cNvSpPr>
          <p:nvPr/>
        </p:nvSpPr>
        <p:spPr bwMode="auto">
          <a:xfrm>
            <a:off x="4235289" y="5798207"/>
            <a:ext cx="8001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eaLnBrk="1" hangingPunct="1">
              <a:spcBef>
                <a:spcPct val="50000"/>
              </a:spcBef>
            </a:pPr>
            <a:r>
              <a:rPr lang="en-US" altLang="zh-CN" sz="2800">
                <a:solidFill>
                  <a:schemeClr val="tx1"/>
                </a:solidFill>
                <a:latin typeface="+mn-lt"/>
                <a:ea typeface="黑体" panose="02010609060101010101" pitchFamily="49" charset="-122"/>
              </a:rPr>
              <a:t>A</a:t>
            </a:r>
            <a:r>
              <a:rPr lang="en-US" altLang="zh-CN" sz="2800" baseline="-25000">
                <a:solidFill>
                  <a:schemeClr val="tx1"/>
                </a:solidFill>
                <a:latin typeface="+mn-lt"/>
                <a:ea typeface="黑体" panose="02010609060101010101" pitchFamily="49" charset="-122"/>
              </a:rPr>
              <a:t>0</a:t>
            </a:r>
            <a:endParaRPr lang="en-US" altLang="zh-CN" sz="2800">
              <a:solidFill>
                <a:schemeClr val="tx1"/>
              </a:solidFill>
              <a:latin typeface="+mn-lt"/>
              <a:ea typeface="黑体" panose="02010609060101010101" pitchFamily="49" charset="-122"/>
            </a:endParaRPr>
          </a:p>
        </p:txBody>
      </p:sp>
      <p:grpSp>
        <p:nvGrpSpPr>
          <p:cNvPr id="98320" name="Group 15"/>
          <p:cNvGrpSpPr>
            <a:grpSpLocks/>
          </p:cNvGrpSpPr>
          <p:nvPr/>
        </p:nvGrpSpPr>
        <p:grpSpPr bwMode="auto">
          <a:xfrm>
            <a:off x="4897821" y="4486660"/>
            <a:ext cx="1095375" cy="519112"/>
            <a:chOff x="3765" y="2808"/>
            <a:chExt cx="690" cy="327"/>
          </a:xfrm>
        </p:grpSpPr>
        <p:sp>
          <p:nvSpPr>
            <p:cNvPr id="98358" name="Text Box 16"/>
            <p:cNvSpPr txBox="1">
              <a:spLocks noChangeArrowheads="1"/>
            </p:cNvSpPr>
            <p:nvPr/>
          </p:nvSpPr>
          <p:spPr bwMode="auto">
            <a:xfrm>
              <a:off x="3765" y="2808"/>
              <a:ext cx="69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eaLnBrk="1" hangingPunct="1">
                <a:spcBef>
                  <a:spcPct val="50000"/>
                </a:spcBef>
              </a:pPr>
              <a:r>
                <a:rPr lang="en-US" altLang="zh-CN" sz="2800" dirty="0">
                  <a:solidFill>
                    <a:schemeClr val="tx1"/>
                  </a:solidFill>
                  <a:latin typeface="+mn-lt"/>
                  <a:ea typeface="黑体" panose="02010609060101010101" pitchFamily="49" charset="-122"/>
                </a:rPr>
                <a:t>Y</a:t>
              </a:r>
              <a:r>
                <a:rPr lang="en-US" altLang="zh-CN" sz="2800" baseline="-25000" dirty="0">
                  <a:solidFill>
                    <a:schemeClr val="tx1"/>
                  </a:solidFill>
                  <a:latin typeface="+mn-lt"/>
                  <a:ea typeface="黑体" panose="02010609060101010101" pitchFamily="49" charset="-122"/>
                </a:rPr>
                <a:t>0</a:t>
              </a:r>
              <a:endParaRPr lang="en-US" altLang="zh-CN" sz="2800" dirty="0">
                <a:solidFill>
                  <a:schemeClr val="tx1"/>
                </a:solidFill>
                <a:latin typeface="+mn-lt"/>
                <a:ea typeface="黑体" panose="02010609060101010101" pitchFamily="49" charset="-122"/>
              </a:endParaRPr>
            </a:p>
          </p:txBody>
        </p:sp>
        <p:sp>
          <p:nvSpPr>
            <p:cNvPr id="98359" name="Line 17"/>
            <p:cNvSpPr>
              <a:spLocks noChangeShapeType="1"/>
            </p:cNvSpPr>
            <p:nvPr/>
          </p:nvSpPr>
          <p:spPr bwMode="auto">
            <a:xfrm>
              <a:off x="3791" y="2855"/>
              <a:ext cx="20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n-lt"/>
                <a:ea typeface="黑体" panose="02010609060101010101" pitchFamily="49" charset="-122"/>
              </a:endParaRPr>
            </a:p>
          </p:txBody>
        </p:sp>
      </p:grpSp>
      <p:grpSp>
        <p:nvGrpSpPr>
          <p:cNvPr id="98321" name="Group 18"/>
          <p:cNvGrpSpPr>
            <a:grpSpLocks/>
          </p:cNvGrpSpPr>
          <p:nvPr/>
        </p:nvGrpSpPr>
        <p:grpSpPr bwMode="auto">
          <a:xfrm>
            <a:off x="4217829" y="4501220"/>
            <a:ext cx="666750" cy="525462"/>
            <a:chOff x="3762" y="2804"/>
            <a:chExt cx="420" cy="331"/>
          </a:xfrm>
        </p:grpSpPr>
        <p:sp>
          <p:nvSpPr>
            <p:cNvPr id="98356" name="Text Box 19"/>
            <p:cNvSpPr txBox="1">
              <a:spLocks noChangeArrowheads="1"/>
            </p:cNvSpPr>
            <p:nvPr/>
          </p:nvSpPr>
          <p:spPr bwMode="auto">
            <a:xfrm>
              <a:off x="3762" y="2804"/>
              <a:ext cx="420"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eaLnBrk="1" hangingPunct="1">
                <a:spcBef>
                  <a:spcPct val="50000"/>
                </a:spcBef>
              </a:pPr>
              <a:r>
                <a:rPr lang="en-US" altLang="zh-CN" sz="2800">
                  <a:solidFill>
                    <a:schemeClr val="tx1"/>
                  </a:solidFill>
                  <a:latin typeface="+mn-lt"/>
                  <a:ea typeface="黑体" panose="02010609060101010101" pitchFamily="49" charset="-122"/>
                </a:rPr>
                <a:t>Y</a:t>
              </a:r>
              <a:r>
                <a:rPr lang="en-US" altLang="zh-CN" sz="2800" baseline="-25000">
                  <a:solidFill>
                    <a:schemeClr val="tx1"/>
                  </a:solidFill>
                  <a:latin typeface="+mn-lt"/>
                  <a:ea typeface="黑体" panose="02010609060101010101" pitchFamily="49" charset="-122"/>
                </a:rPr>
                <a:t>1</a:t>
              </a:r>
              <a:endParaRPr lang="en-US" altLang="zh-CN" sz="2800">
                <a:solidFill>
                  <a:schemeClr val="tx1"/>
                </a:solidFill>
                <a:latin typeface="+mn-lt"/>
                <a:ea typeface="黑体" panose="02010609060101010101" pitchFamily="49" charset="-122"/>
              </a:endParaRPr>
            </a:p>
          </p:txBody>
        </p:sp>
        <p:sp>
          <p:nvSpPr>
            <p:cNvPr id="98357" name="Line 20"/>
            <p:cNvSpPr>
              <a:spLocks noChangeShapeType="1"/>
            </p:cNvSpPr>
            <p:nvPr/>
          </p:nvSpPr>
          <p:spPr bwMode="auto">
            <a:xfrm>
              <a:off x="3791" y="2855"/>
              <a:ext cx="20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n-lt"/>
                <a:ea typeface="黑体" panose="02010609060101010101" pitchFamily="49" charset="-122"/>
              </a:endParaRPr>
            </a:p>
          </p:txBody>
        </p:sp>
      </p:grpSp>
      <p:grpSp>
        <p:nvGrpSpPr>
          <p:cNvPr id="98322" name="Group 21"/>
          <p:cNvGrpSpPr>
            <a:grpSpLocks/>
          </p:cNvGrpSpPr>
          <p:nvPr/>
        </p:nvGrpSpPr>
        <p:grpSpPr bwMode="auto">
          <a:xfrm>
            <a:off x="3584416" y="4501216"/>
            <a:ext cx="596900" cy="523874"/>
            <a:chOff x="3756" y="2816"/>
            <a:chExt cx="376" cy="330"/>
          </a:xfrm>
        </p:grpSpPr>
        <p:sp>
          <p:nvSpPr>
            <p:cNvPr id="98354" name="Text Box 22"/>
            <p:cNvSpPr txBox="1">
              <a:spLocks noChangeArrowheads="1"/>
            </p:cNvSpPr>
            <p:nvPr/>
          </p:nvSpPr>
          <p:spPr bwMode="auto">
            <a:xfrm>
              <a:off x="3756" y="2816"/>
              <a:ext cx="37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eaLnBrk="1" hangingPunct="1">
                <a:spcBef>
                  <a:spcPct val="50000"/>
                </a:spcBef>
              </a:pPr>
              <a:r>
                <a:rPr lang="en-US" altLang="zh-CN" sz="2800" dirty="0">
                  <a:solidFill>
                    <a:schemeClr val="tx1"/>
                  </a:solidFill>
                  <a:latin typeface="+mn-lt"/>
                  <a:ea typeface="黑体" panose="02010609060101010101" pitchFamily="49" charset="-122"/>
                </a:rPr>
                <a:t>Y</a:t>
              </a:r>
              <a:r>
                <a:rPr lang="en-US" altLang="zh-CN" sz="2800" baseline="-25000" dirty="0">
                  <a:solidFill>
                    <a:schemeClr val="tx1"/>
                  </a:solidFill>
                  <a:latin typeface="+mn-lt"/>
                  <a:ea typeface="黑体" panose="02010609060101010101" pitchFamily="49" charset="-122"/>
                </a:rPr>
                <a:t>2</a:t>
              </a:r>
              <a:endParaRPr lang="en-US" altLang="zh-CN" sz="2800" dirty="0">
                <a:solidFill>
                  <a:schemeClr val="tx1"/>
                </a:solidFill>
                <a:latin typeface="+mn-lt"/>
                <a:ea typeface="黑体" panose="02010609060101010101" pitchFamily="49" charset="-122"/>
              </a:endParaRPr>
            </a:p>
          </p:txBody>
        </p:sp>
        <p:sp>
          <p:nvSpPr>
            <p:cNvPr id="98355" name="Line 23"/>
            <p:cNvSpPr>
              <a:spLocks noChangeShapeType="1"/>
            </p:cNvSpPr>
            <p:nvPr/>
          </p:nvSpPr>
          <p:spPr bwMode="auto">
            <a:xfrm>
              <a:off x="3791" y="2855"/>
              <a:ext cx="20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n-lt"/>
                <a:ea typeface="黑体" panose="02010609060101010101" pitchFamily="49" charset="-122"/>
              </a:endParaRPr>
            </a:p>
          </p:txBody>
        </p:sp>
      </p:grpSp>
      <p:grpSp>
        <p:nvGrpSpPr>
          <p:cNvPr id="98323" name="Group 24"/>
          <p:cNvGrpSpPr>
            <a:grpSpLocks/>
          </p:cNvGrpSpPr>
          <p:nvPr/>
        </p:nvGrpSpPr>
        <p:grpSpPr bwMode="auto">
          <a:xfrm>
            <a:off x="2849406" y="4490103"/>
            <a:ext cx="657225" cy="523874"/>
            <a:chOff x="3743" y="2813"/>
            <a:chExt cx="414" cy="330"/>
          </a:xfrm>
        </p:grpSpPr>
        <p:sp>
          <p:nvSpPr>
            <p:cNvPr id="98352" name="Text Box 25"/>
            <p:cNvSpPr txBox="1">
              <a:spLocks noChangeArrowheads="1"/>
            </p:cNvSpPr>
            <p:nvPr/>
          </p:nvSpPr>
          <p:spPr bwMode="auto">
            <a:xfrm>
              <a:off x="3743" y="2813"/>
              <a:ext cx="41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eaLnBrk="1" hangingPunct="1">
                <a:spcBef>
                  <a:spcPct val="50000"/>
                </a:spcBef>
              </a:pPr>
              <a:r>
                <a:rPr lang="en-US" altLang="zh-CN" sz="2800" dirty="0">
                  <a:solidFill>
                    <a:schemeClr val="tx1"/>
                  </a:solidFill>
                  <a:latin typeface="+mn-lt"/>
                  <a:ea typeface="黑体" panose="02010609060101010101" pitchFamily="49" charset="-122"/>
                </a:rPr>
                <a:t>Y</a:t>
              </a:r>
              <a:r>
                <a:rPr lang="en-US" altLang="zh-CN" sz="2800" baseline="-25000" dirty="0">
                  <a:solidFill>
                    <a:schemeClr val="tx1"/>
                  </a:solidFill>
                  <a:latin typeface="+mn-lt"/>
                  <a:ea typeface="黑体" panose="02010609060101010101" pitchFamily="49" charset="-122"/>
                </a:rPr>
                <a:t>3</a:t>
              </a:r>
              <a:endParaRPr lang="en-US" altLang="zh-CN" sz="2800" dirty="0">
                <a:solidFill>
                  <a:schemeClr val="tx1"/>
                </a:solidFill>
                <a:latin typeface="+mn-lt"/>
                <a:ea typeface="黑体" panose="02010609060101010101" pitchFamily="49" charset="-122"/>
              </a:endParaRPr>
            </a:p>
          </p:txBody>
        </p:sp>
        <p:sp>
          <p:nvSpPr>
            <p:cNvPr id="98353" name="Line 26"/>
            <p:cNvSpPr>
              <a:spLocks noChangeShapeType="1"/>
            </p:cNvSpPr>
            <p:nvPr/>
          </p:nvSpPr>
          <p:spPr bwMode="auto">
            <a:xfrm>
              <a:off x="3791" y="2855"/>
              <a:ext cx="20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n-lt"/>
                <a:ea typeface="黑体" panose="02010609060101010101" pitchFamily="49" charset="-122"/>
              </a:endParaRPr>
            </a:p>
          </p:txBody>
        </p:sp>
      </p:grpSp>
      <p:sp>
        <p:nvSpPr>
          <p:cNvPr id="98325" name="Text Box 28"/>
          <p:cNvSpPr txBox="1">
            <a:spLocks noChangeArrowheads="1"/>
          </p:cNvSpPr>
          <p:nvPr/>
        </p:nvSpPr>
        <p:spPr bwMode="auto">
          <a:xfrm>
            <a:off x="6854664" y="1616732"/>
            <a:ext cx="1509712" cy="2678113"/>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ctr" eaLnBrk="1" hangingPunct="1">
              <a:spcBef>
                <a:spcPct val="50000"/>
              </a:spcBef>
            </a:pPr>
            <a:r>
              <a:rPr lang="en-US" altLang="zh-CN" sz="2800" dirty="0">
                <a:solidFill>
                  <a:schemeClr val="tx1"/>
                </a:solidFill>
                <a:latin typeface="+mn-lt"/>
                <a:ea typeface="黑体" panose="02010609060101010101" pitchFamily="49" charset="-122"/>
              </a:rPr>
              <a:t> </a:t>
            </a:r>
          </a:p>
          <a:p>
            <a:pPr algn="ctr" eaLnBrk="1" hangingPunct="1">
              <a:spcBef>
                <a:spcPct val="50000"/>
              </a:spcBef>
            </a:pPr>
            <a:r>
              <a:rPr lang="zh-CN" altLang="en-US" sz="2800" dirty="0">
                <a:solidFill>
                  <a:schemeClr val="tx1"/>
                </a:solidFill>
                <a:latin typeface="+mn-lt"/>
                <a:ea typeface="黑体" panose="02010609060101010101" pitchFamily="49" charset="-122"/>
              </a:rPr>
              <a:t>计算机中央控制单元 </a:t>
            </a:r>
          </a:p>
          <a:p>
            <a:pPr algn="ctr" eaLnBrk="1" hangingPunct="1">
              <a:spcBef>
                <a:spcPct val="50000"/>
              </a:spcBef>
            </a:pPr>
            <a:r>
              <a:rPr lang="zh-CN" altLang="en-US" sz="2800" dirty="0">
                <a:solidFill>
                  <a:schemeClr val="tx1"/>
                </a:solidFill>
                <a:latin typeface="+mn-lt"/>
                <a:ea typeface="黑体" panose="02010609060101010101" pitchFamily="49" charset="-122"/>
              </a:rPr>
              <a:t>   </a:t>
            </a:r>
            <a:r>
              <a:rPr lang="en-US" altLang="zh-CN" sz="2800" dirty="0">
                <a:solidFill>
                  <a:schemeClr val="tx1"/>
                </a:solidFill>
                <a:latin typeface="+mn-lt"/>
                <a:ea typeface="黑体" panose="02010609060101010101" pitchFamily="49" charset="-122"/>
              </a:rPr>
              <a:t>(CPU)</a:t>
            </a:r>
          </a:p>
        </p:txBody>
      </p:sp>
      <p:sp>
        <p:nvSpPr>
          <p:cNvPr id="98326" name="Line 29"/>
          <p:cNvSpPr>
            <a:spLocks noChangeShapeType="1"/>
          </p:cNvSpPr>
          <p:nvPr/>
        </p:nvSpPr>
        <p:spPr bwMode="auto">
          <a:xfrm flipV="1">
            <a:off x="4070189" y="1962807"/>
            <a:ext cx="1816100" cy="0"/>
          </a:xfrm>
          <a:prstGeom prst="line">
            <a:avLst/>
          </a:prstGeom>
          <a:noFill/>
          <a:ln w="28575" cap="rnd">
            <a:solidFill>
              <a:srgbClr val="0000FF"/>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latin typeface="+mn-lt"/>
              <a:ea typeface="黑体" panose="02010609060101010101" pitchFamily="49" charset="-122"/>
            </a:endParaRPr>
          </a:p>
        </p:txBody>
      </p:sp>
      <p:sp>
        <p:nvSpPr>
          <p:cNvPr id="98327" name="Line 30"/>
          <p:cNvSpPr>
            <a:spLocks noChangeShapeType="1"/>
          </p:cNvSpPr>
          <p:nvPr/>
        </p:nvSpPr>
        <p:spPr bwMode="auto">
          <a:xfrm flipV="1">
            <a:off x="4049551" y="4018620"/>
            <a:ext cx="1844675" cy="1587"/>
          </a:xfrm>
          <a:prstGeom prst="line">
            <a:avLst/>
          </a:prstGeom>
          <a:noFill/>
          <a:ln w="28575">
            <a:solidFill>
              <a:srgbClr val="0000FF"/>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latin typeface="+mn-lt"/>
              <a:ea typeface="黑体" panose="02010609060101010101" pitchFamily="49" charset="-122"/>
            </a:endParaRPr>
          </a:p>
        </p:txBody>
      </p:sp>
      <p:sp>
        <p:nvSpPr>
          <p:cNvPr id="98328" name="Line 31"/>
          <p:cNvSpPr>
            <a:spLocks noChangeShapeType="1"/>
          </p:cNvSpPr>
          <p:nvPr/>
        </p:nvSpPr>
        <p:spPr bwMode="auto">
          <a:xfrm flipV="1">
            <a:off x="4086064" y="3332820"/>
            <a:ext cx="1803400" cy="1587"/>
          </a:xfrm>
          <a:prstGeom prst="line">
            <a:avLst/>
          </a:prstGeom>
          <a:noFill/>
          <a:ln w="28575">
            <a:solidFill>
              <a:srgbClr val="0000FF"/>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latin typeface="+mn-lt"/>
              <a:ea typeface="黑体" panose="02010609060101010101" pitchFamily="49" charset="-122"/>
            </a:endParaRPr>
          </a:p>
        </p:txBody>
      </p:sp>
      <p:sp>
        <p:nvSpPr>
          <p:cNvPr id="98329" name="Line 32"/>
          <p:cNvSpPr>
            <a:spLocks noChangeShapeType="1"/>
          </p:cNvSpPr>
          <p:nvPr/>
        </p:nvSpPr>
        <p:spPr bwMode="auto">
          <a:xfrm>
            <a:off x="4078126" y="2651782"/>
            <a:ext cx="1789113" cy="0"/>
          </a:xfrm>
          <a:prstGeom prst="line">
            <a:avLst/>
          </a:prstGeom>
          <a:noFill/>
          <a:ln w="28575" cap="rnd">
            <a:solidFill>
              <a:srgbClr val="0000FF"/>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latin typeface="+mn-lt"/>
              <a:ea typeface="黑体" panose="02010609060101010101" pitchFamily="49" charset="-122"/>
            </a:endParaRPr>
          </a:p>
        </p:txBody>
      </p:sp>
      <p:sp>
        <p:nvSpPr>
          <p:cNvPr id="98330" name="Line 33"/>
          <p:cNvSpPr>
            <a:spLocks noChangeShapeType="1"/>
          </p:cNvSpPr>
          <p:nvPr/>
        </p:nvSpPr>
        <p:spPr bwMode="auto">
          <a:xfrm>
            <a:off x="5887876" y="1977095"/>
            <a:ext cx="0" cy="2035175"/>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n-lt"/>
              <a:ea typeface="黑体" panose="02010609060101010101" pitchFamily="49" charset="-122"/>
            </a:endParaRPr>
          </a:p>
        </p:txBody>
      </p:sp>
      <p:sp>
        <p:nvSpPr>
          <p:cNvPr id="98331" name="Line 34"/>
          <p:cNvSpPr>
            <a:spLocks noChangeShapeType="1"/>
          </p:cNvSpPr>
          <p:nvPr/>
        </p:nvSpPr>
        <p:spPr bwMode="auto">
          <a:xfrm flipV="1">
            <a:off x="4227351" y="3494745"/>
            <a:ext cx="0" cy="1485900"/>
          </a:xfrm>
          <a:prstGeom prst="line">
            <a:avLst/>
          </a:prstGeom>
          <a:noFill/>
          <a:ln w="19050">
            <a:solidFill>
              <a:schemeClr val="accent5">
                <a:lumMod val="75000"/>
              </a:schemeClr>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n-lt"/>
              <a:ea typeface="黑体" panose="02010609060101010101" pitchFamily="49" charset="-122"/>
            </a:endParaRPr>
          </a:p>
        </p:txBody>
      </p:sp>
      <p:sp>
        <p:nvSpPr>
          <p:cNvPr id="98332" name="Line 35"/>
          <p:cNvSpPr>
            <a:spLocks noChangeShapeType="1"/>
          </p:cNvSpPr>
          <p:nvPr/>
        </p:nvSpPr>
        <p:spPr bwMode="auto">
          <a:xfrm flipV="1">
            <a:off x="4776626" y="2842282"/>
            <a:ext cx="0" cy="2135188"/>
          </a:xfrm>
          <a:prstGeom prst="line">
            <a:avLst/>
          </a:prstGeom>
          <a:noFill/>
          <a:ln w="19050">
            <a:solidFill>
              <a:schemeClr val="accent5">
                <a:lumMod val="75000"/>
              </a:schemeClr>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n-lt"/>
              <a:ea typeface="黑体" panose="02010609060101010101" pitchFamily="49" charset="-122"/>
            </a:endParaRPr>
          </a:p>
        </p:txBody>
      </p:sp>
      <p:sp>
        <p:nvSpPr>
          <p:cNvPr id="98333" name="Line 36"/>
          <p:cNvSpPr>
            <a:spLocks noChangeShapeType="1"/>
          </p:cNvSpPr>
          <p:nvPr/>
        </p:nvSpPr>
        <p:spPr bwMode="auto">
          <a:xfrm flipV="1">
            <a:off x="5342496" y="2150132"/>
            <a:ext cx="0" cy="2857500"/>
          </a:xfrm>
          <a:prstGeom prst="line">
            <a:avLst/>
          </a:prstGeom>
          <a:noFill/>
          <a:ln w="19050">
            <a:solidFill>
              <a:schemeClr val="accent5">
                <a:lumMod val="75000"/>
              </a:schemeClr>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n-lt"/>
              <a:ea typeface="黑体" panose="02010609060101010101" pitchFamily="49" charset="-122"/>
            </a:endParaRPr>
          </a:p>
        </p:txBody>
      </p:sp>
      <p:sp>
        <p:nvSpPr>
          <p:cNvPr id="98334" name="Line 37"/>
          <p:cNvSpPr>
            <a:spLocks noChangeShapeType="1"/>
          </p:cNvSpPr>
          <p:nvPr/>
        </p:nvSpPr>
        <p:spPr bwMode="auto">
          <a:xfrm flipH="1">
            <a:off x="7315039" y="4313895"/>
            <a:ext cx="0" cy="1898650"/>
          </a:xfrm>
          <a:prstGeom prst="line">
            <a:avLst/>
          </a:prstGeom>
          <a:noFill/>
          <a:ln w="28575">
            <a:solidFill>
              <a:srgbClr val="FF00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n-lt"/>
              <a:ea typeface="黑体" panose="02010609060101010101" pitchFamily="49" charset="-122"/>
            </a:endParaRPr>
          </a:p>
        </p:txBody>
      </p:sp>
      <p:sp>
        <p:nvSpPr>
          <p:cNvPr id="98335" name="Line 38"/>
          <p:cNvSpPr>
            <a:spLocks noChangeShapeType="1"/>
          </p:cNvSpPr>
          <p:nvPr/>
        </p:nvSpPr>
        <p:spPr bwMode="auto">
          <a:xfrm>
            <a:off x="4884579" y="6188819"/>
            <a:ext cx="2424113" cy="0"/>
          </a:xfrm>
          <a:prstGeom prst="line">
            <a:avLst/>
          </a:prstGeom>
          <a:noFill/>
          <a:ln w="28575">
            <a:solidFill>
              <a:srgbClr val="FF00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n-lt"/>
              <a:ea typeface="黑体" panose="02010609060101010101" pitchFamily="49" charset="-122"/>
            </a:endParaRPr>
          </a:p>
        </p:txBody>
      </p:sp>
      <p:sp>
        <p:nvSpPr>
          <p:cNvPr id="98336" name="Line 39"/>
          <p:cNvSpPr>
            <a:spLocks noChangeShapeType="1"/>
          </p:cNvSpPr>
          <p:nvPr/>
        </p:nvSpPr>
        <p:spPr bwMode="auto">
          <a:xfrm>
            <a:off x="3506626" y="6405264"/>
            <a:ext cx="4610100" cy="0"/>
          </a:xfrm>
          <a:prstGeom prst="line">
            <a:avLst/>
          </a:prstGeom>
          <a:noFill/>
          <a:ln w="28575">
            <a:solidFill>
              <a:srgbClr val="FF00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n-lt"/>
              <a:ea typeface="黑体" panose="02010609060101010101" pitchFamily="49" charset="-122"/>
            </a:endParaRPr>
          </a:p>
        </p:txBody>
      </p:sp>
      <p:sp>
        <p:nvSpPr>
          <p:cNvPr id="98337" name="Line 40"/>
          <p:cNvSpPr>
            <a:spLocks noChangeShapeType="1"/>
          </p:cNvSpPr>
          <p:nvPr/>
        </p:nvSpPr>
        <p:spPr bwMode="auto">
          <a:xfrm flipV="1">
            <a:off x="8116726" y="4302782"/>
            <a:ext cx="0" cy="2114550"/>
          </a:xfrm>
          <a:prstGeom prst="line">
            <a:avLst/>
          </a:prstGeom>
          <a:noFill/>
          <a:ln w="28575">
            <a:solidFill>
              <a:srgbClr val="FF00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n-lt"/>
              <a:ea typeface="黑体" panose="02010609060101010101" pitchFamily="49" charset="-122"/>
            </a:endParaRPr>
          </a:p>
        </p:txBody>
      </p:sp>
      <p:sp>
        <p:nvSpPr>
          <p:cNvPr id="98338" name="Line 41"/>
          <p:cNvSpPr>
            <a:spLocks noChangeShapeType="1"/>
          </p:cNvSpPr>
          <p:nvPr/>
        </p:nvSpPr>
        <p:spPr bwMode="auto">
          <a:xfrm flipV="1">
            <a:off x="3506626" y="5769632"/>
            <a:ext cx="0" cy="647700"/>
          </a:xfrm>
          <a:prstGeom prst="line">
            <a:avLst/>
          </a:prstGeom>
          <a:noFill/>
          <a:ln w="28575">
            <a:solidFill>
              <a:srgbClr val="FF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mn-lt"/>
              <a:ea typeface="黑体" panose="02010609060101010101" pitchFamily="49" charset="-122"/>
            </a:endParaRPr>
          </a:p>
        </p:txBody>
      </p:sp>
      <p:sp>
        <p:nvSpPr>
          <p:cNvPr id="98339" name="Line 42"/>
          <p:cNvSpPr>
            <a:spLocks noChangeShapeType="1"/>
          </p:cNvSpPr>
          <p:nvPr/>
        </p:nvSpPr>
        <p:spPr bwMode="auto">
          <a:xfrm flipV="1">
            <a:off x="4897276" y="5769632"/>
            <a:ext cx="0" cy="438150"/>
          </a:xfrm>
          <a:prstGeom prst="line">
            <a:avLst/>
          </a:prstGeom>
          <a:noFill/>
          <a:ln w="28575">
            <a:solidFill>
              <a:srgbClr val="FF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mn-lt"/>
              <a:ea typeface="黑体" panose="02010609060101010101" pitchFamily="49" charset="-122"/>
            </a:endParaRPr>
          </a:p>
        </p:txBody>
      </p:sp>
      <p:sp>
        <p:nvSpPr>
          <p:cNvPr id="98340" name="Line 43"/>
          <p:cNvSpPr>
            <a:spLocks noChangeShapeType="1"/>
          </p:cNvSpPr>
          <p:nvPr/>
        </p:nvSpPr>
        <p:spPr bwMode="auto">
          <a:xfrm flipV="1">
            <a:off x="3462176" y="4228170"/>
            <a:ext cx="0" cy="765175"/>
          </a:xfrm>
          <a:prstGeom prst="line">
            <a:avLst/>
          </a:prstGeom>
          <a:noFill/>
          <a:ln w="19050">
            <a:solidFill>
              <a:schemeClr val="accent5">
                <a:lumMod val="75000"/>
              </a:schemeClr>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mn-lt"/>
              <a:ea typeface="黑体" panose="02010609060101010101" pitchFamily="49" charset="-122"/>
            </a:endParaRPr>
          </a:p>
        </p:txBody>
      </p:sp>
      <p:sp>
        <p:nvSpPr>
          <p:cNvPr id="98341" name="Line 44"/>
          <p:cNvSpPr>
            <a:spLocks noChangeShapeType="1"/>
          </p:cNvSpPr>
          <p:nvPr/>
        </p:nvSpPr>
        <p:spPr bwMode="auto">
          <a:xfrm flipH="1">
            <a:off x="4068601" y="3491570"/>
            <a:ext cx="158750" cy="0"/>
          </a:xfrm>
          <a:prstGeom prst="line">
            <a:avLst/>
          </a:prstGeom>
          <a:noFill/>
          <a:ln w="19050">
            <a:solidFill>
              <a:schemeClr val="accent5">
                <a:lumMod val="75000"/>
              </a:schemeClr>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mn-lt"/>
              <a:ea typeface="黑体" panose="02010609060101010101" pitchFamily="49" charset="-122"/>
            </a:endParaRPr>
          </a:p>
        </p:txBody>
      </p:sp>
      <p:sp>
        <p:nvSpPr>
          <p:cNvPr id="98342" name="Line 45"/>
          <p:cNvSpPr>
            <a:spLocks noChangeShapeType="1"/>
          </p:cNvSpPr>
          <p:nvPr/>
        </p:nvSpPr>
        <p:spPr bwMode="auto">
          <a:xfrm flipH="1">
            <a:off x="4068601" y="2856570"/>
            <a:ext cx="706438" cy="0"/>
          </a:xfrm>
          <a:prstGeom prst="line">
            <a:avLst/>
          </a:prstGeom>
          <a:noFill/>
          <a:ln w="19050">
            <a:solidFill>
              <a:schemeClr val="accent5">
                <a:lumMod val="75000"/>
              </a:schemeClr>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mn-lt"/>
              <a:ea typeface="黑体" panose="02010609060101010101" pitchFamily="49" charset="-122"/>
            </a:endParaRPr>
          </a:p>
        </p:txBody>
      </p:sp>
      <p:sp>
        <p:nvSpPr>
          <p:cNvPr id="98343" name="Line 46"/>
          <p:cNvSpPr>
            <a:spLocks noChangeShapeType="1"/>
          </p:cNvSpPr>
          <p:nvPr/>
        </p:nvSpPr>
        <p:spPr bwMode="auto">
          <a:xfrm flipH="1">
            <a:off x="4040026" y="2150132"/>
            <a:ext cx="1312863" cy="0"/>
          </a:xfrm>
          <a:prstGeom prst="line">
            <a:avLst/>
          </a:prstGeom>
          <a:noFill/>
          <a:ln w="19050">
            <a:solidFill>
              <a:schemeClr val="accent5">
                <a:lumMod val="75000"/>
              </a:schemeClr>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mn-lt"/>
              <a:ea typeface="黑体" panose="02010609060101010101" pitchFamily="49" charset="-122"/>
            </a:endParaRPr>
          </a:p>
        </p:txBody>
      </p:sp>
      <p:sp>
        <p:nvSpPr>
          <p:cNvPr id="98344" name="Text Box 47"/>
          <p:cNvSpPr txBox="1">
            <a:spLocks noChangeArrowheads="1"/>
          </p:cNvSpPr>
          <p:nvPr/>
        </p:nvSpPr>
        <p:spPr bwMode="auto">
          <a:xfrm>
            <a:off x="5524339" y="1351756"/>
            <a:ext cx="1314450" cy="52863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eaLnBrk="1" hangingPunct="1">
              <a:spcBef>
                <a:spcPct val="50000"/>
              </a:spcBef>
            </a:pPr>
            <a:r>
              <a:rPr lang="zh-CN" altLang="en-US" sz="2800" dirty="0">
                <a:solidFill>
                  <a:srgbClr val="0000FF"/>
                </a:solidFill>
                <a:latin typeface="+mn-lt"/>
                <a:ea typeface="黑体" panose="02010609060101010101" pitchFamily="49" charset="-122"/>
              </a:rPr>
              <a:t>数据线</a:t>
            </a:r>
          </a:p>
        </p:txBody>
      </p:sp>
      <p:sp>
        <p:nvSpPr>
          <p:cNvPr id="98345" name="Text Box 48"/>
          <p:cNvSpPr txBox="1">
            <a:spLocks noChangeArrowheads="1"/>
          </p:cNvSpPr>
          <p:nvPr/>
        </p:nvSpPr>
        <p:spPr bwMode="auto">
          <a:xfrm>
            <a:off x="5644989" y="5660181"/>
            <a:ext cx="1357312" cy="52863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eaLnBrk="1" hangingPunct="1">
              <a:spcBef>
                <a:spcPct val="50000"/>
              </a:spcBef>
            </a:pPr>
            <a:r>
              <a:rPr lang="zh-CN" altLang="en-US" sz="2800" dirty="0">
                <a:solidFill>
                  <a:srgbClr val="C00000"/>
                </a:solidFill>
                <a:latin typeface="+mn-lt"/>
                <a:ea typeface="黑体" panose="02010609060101010101" pitchFamily="49" charset="-122"/>
              </a:rPr>
              <a:t>地址线 </a:t>
            </a:r>
          </a:p>
        </p:txBody>
      </p:sp>
      <p:sp>
        <p:nvSpPr>
          <p:cNvPr id="98346" name="Text Box 49"/>
          <p:cNvSpPr txBox="1">
            <a:spLocks noChangeArrowheads="1"/>
          </p:cNvSpPr>
          <p:nvPr/>
        </p:nvSpPr>
        <p:spPr bwMode="auto">
          <a:xfrm>
            <a:off x="935596" y="4486282"/>
            <a:ext cx="2178050" cy="52863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eaLnBrk="1" hangingPunct="1">
              <a:spcBef>
                <a:spcPct val="50000"/>
              </a:spcBef>
            </a:pPr>
            <a:r>
              <a:rPr lang="zh-CN" altLang="en-US" sz="2800">
                <a:solidFill>
                  <a:schemeClr val="accent5">
                    <a:lumMod val="50000"/>
                  </a:schemeClr>
                </a:solidFill>
                <a:latin typeface="+mn-lt"/>
                <a:ea typeface="黑体" panose="02010609060101010101" pitchFamily="49" charset="-122"/>
              </a:rPr>
              <a:t>单元选择线</a:t>
            </a:r>
          </a:p>
        </p:txBody>
      </p:sp>
      <p:sp>
        <p:nvSpPr>
          <p:cNvPr id="98347" name="Line 50"/>
          <p:cNvSpPr>
            <a:spLocks noChangeShapeType="1"/>
          </p:cNvSpPr>
          <p:nvPr/>
        </p:nvSpPr>
        <p:spPr bwMode="auto">
          <a:xfrm>
            <a:off x="5886289" y="2943882"/>
            <a:ext cx="952500" cy="0"/>
          </a:xfrm>
          <a:prstGeom prst="line">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mn-lt"/>
              <a:ea typeface="黑体" panose="02010609060101010101" pitchFamily="49" charset="-122"/>
            </a:endParaRPr>
          </a:p>
        </p:txBody>
      </p:sp>
      <p:sp>
        <p:nvSpPr>
          <p:cNvPr id="98348" name="Line 51"/>
          <p:cNvSpPr>
            <a:spLocks noChangeShapeType="1"/>
          </p:cNvSpPr>
          <p:nvPr/>
        </p:nvSpPr>
        <p:spPr bwMode="auto">
          <a:xfrm>
            <a:off x="2206464" y="1977095"/>
            <a:ext cx="433387" cy="0"/>
          </a:xfrm>
          <a:prstGeom prst="line">
            <a:avLst/>
          </a:prstGeom>
          <a:noFill/>
          <a:ln w="28575">
            <a:solidFill>
              <a:srgbClr val="0000FF"/>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mn-lt"/>
              <a:ea typeface="黑体" panose="02010609060101010101" pitchFamily="49" charset="-122"/>
            </a:endParaRPr>
          </a:p>
        </p:txBody>
      </p:sp>
      <p:sp>
        <p:nvSpPr>
          <p:cNvPr id="98349" name="Line 52"/>
          <p:cNvSpPr>
            <a:spLocks noChangeShapeType="1"/>
          </p:cNvSpPr>
          <p:nvPr/>
        </p:nvSpPr>
        <p:spPr bwMode="auto">
          <a:xfrm>
            <a:off x="2230276" y="2691470"/>
            <a:ext cx="433388" cy="0"/>
          </a:xfrm>
          <a:prstGeom prst="line">
            <a:avLst/>
          </a:prstGeom>
          <a:noFill/>
          <a:ln w="28575">
            <a:solidFill>
              <a:srgbClr val="0000FF"/>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mn-lt"/>
              <a:ea typeface="黑体" panose="02010609060101010101" pitchFamily="49" charset="-122"/>
            </a:endParaRPr>
          </a:p>
        </p:txBody>
      </p:sp>
      <p:sp>
        <p:nvSpPr>
          <p:cNvPr id="98350" name="Line 53"/>
          <p:cNvSpPr>
            <a:spLocks noChangeShapeType="1"/>
          </p:cNvSpPr>
          <p:nvPr/>
        </p:nvSpPr>
        <p:spPr bwMode="auto">
          <a:xfrm>
            <a:off x="2209639" y="3348695"/>
            <a:ext cx="433387" cy="0"/>
          </a:xfrm>
          <a:prstGeom prst="line">
            <a:avLst/>
          </a:prstGeom>
          <a:noFill/>
          <a:ln w="28575">
            <a:solidFill>
              <a:srgbClr val="0000FF"/>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mn-lt"/>
              <a:ea typeface="黑体" panose="02010609060101010101" pitchFamily="49" charset="-122"/>
            </a:endParaRPr>
          </a:p>
        </p:txBody>
      </p:sp>
      <p:sp>
        <p:nvSpPr>
          <p:cNvPr id="98351" name="Line 54"/>
          <p:cNvSpPr>
            <a:spLocks noChangeShapeType="1"/>
          </p:cNvSpPr>
          <p:nvPr/>
        </p:nvSpPr>
        <p:spPr bwMode="auto">
          <a:xfrm>
            <a:off x="2217576" y="4021795"/>
            <a:ext cx="433388" cy="0"/>
          </a:xfrm>
          <a:prstGeom prst="line">
            <a:avLst/>
          </a:prstGeom>
          <a:noFill/>
          <a:ln w="28575">
            <a:solidFill>
              <a:srgbClr val="0000FF"/>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mn-lt"/>
              <a:ea typeface="黑体" panose="02010609060101010101" pitchFamily="49" charset="-122"/>
            </a:endParaRPr>
          </a:p>
        </p:txBody>
      </p:sp>
    </p:spTree>
    <p:extLst>
      <p:ext uri="{BB962C8B-B14F-4D97-AF65-F5344CB8AC3E}">
        <p14:creationId xmlns:p14="http://schemas.microsoft.com/office/powerpoint/2010/main" val="235933874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标题 1">
            <a:extLst>
              <a:ext uri="{FF2B5EF4-FFF2-40B4-BE49-F238E27FC236}">
                <a16:creationId xmlns:a16="http://schemas.microsoft.com/office/drawing/2014/main" id="{27C587AF-00CA-3244-B426-A66DD537DA49}"/>
              </a:ext>
            </a:extLst>
          </p:cNvPr>
          <p:cNvSpPr>
            <a:spLocks noGrp="1"/>
          </p:cNvSpPr>
          <p:nvPr>
            <p:ph type="title"/>
          </p:nvPr>
        </p:nvSpPr>
        <p:spPr>
          <a:xfrm>
            <a:off x="287524" y="361503"/>
            <a:ext cx="8555868" cy="727237"/>
          </a:xfrm>
          <a:solidFill>
            <a:schemeClr val="bg1"/>
          </a:solidFill>
        </p:spPr>
        <p:txBody>
          <a:bodyPr/>
          <a:lstStyle/>
          <a:p>
            <a:r>
              <a:rPr lang="zh-CN" altLang="en-US" dirty="0">
                <a:latin typeface="Arial" panose="020B0604020202020204" pitchFamily="34" charset="0"/>
                <a:cs typeface="Arial" panose="020B0604020202020204" pitchFamily="34" charset="0"/>
              </a:rPr>
              <a:t>多路选择器</a:t>
            </a:r>
            <a:r>
              <a:rPr lang="en-US" altLang="zh-CN" dirty="0">
                <a:latin typeface="Arial" panose="020B0604020202020204" pitchFamily="34" charset="0"/>
                <a:cs typeface="Arial" panose="020B0604020202020204" pitchFamily="34" charset="0"/>
              </a:rPr>
              <a:t>Multiplexer</a:t>
            </a:r>
          </a:p>
        </p:txBody>
      </p:sp>
      <p:sp>
        <p:nvSpPr>
          <p:cNvPr id="24" name="内容占位符 6">
            <a:extLst>
              <a:ext uri="{FF2B5EF4-FFF2-40B4-BE49-F238E27FC236}">
                <a16:creationId xmlns:a16="http://schemas.microsoft.com/office/drawing/2014/main" id="{D22F8B56-E81D-B74B-8C51-97E8AA060173}"/>
              </a:ext>
            </a:extLst>
          </p:cNvPr>
          <p:cNvSpPr>
            <a:spLocks noGrp="1"/>
          </p:cNvSpPr>
          <p:nvPr>
            <p:ph idx="1"/>
          </p:nvPr>
        </p:nvSpPr>
        <p:spPr>
          <a:xfrm>
            <a:off x="5201066" y="2237134"/>
            <a:ext cx="3702682" cy="3640138"/>
          </a:xfrm>
        </p:spPr>
        <p:txBody>
          <a:bodyPr/>
          <a:lstStyle/>
          <a:p>
            <a:r>
              <a:rPr lang="en-US" altLang="zh-CN" sz="2800" dirty="0">
                <a:latin typeface="Arial" panose="020B0604020202020204" pitchFamily="34" charset="0"/>
                <a:cs typeface="Arial" panose="020B0604020202020204" pitchFamily="34" charset="0"/>
              </a:rPr>
              <a:t>8 input signals</a:t>
            </a:r>
          </a:p>
          <a:p>
            <a:pPr lvl="1"/>
            <a:r>
              <a:rPr lang="en-US" altLang="zh-CN" sz="2400" dirty="0">
                <a:latin typeface="Arial" panose="020B0604020202020204" pitchFamily="34" charset="0"/>
                <a:cs typeface="Arial" panose="020B0604020202020204" pitchFamily="34" charset="0"/>
              </a:rPr>
              <a:t>D</a:t>
            </a:r>
            <a:r>
              <a:rPr lang="en-US" altLang="zh-CN" sz="2400" baseline="-25000" dirty="0">
                <a:latin typeface="Arial" panose="020B0604020202020204" pitchFamily="34" charset="0"/>
                <a:cs typeface="Arial" panose="020B0604020202020204" pitchFamily="34" charset="0"/>
              </a:rPr>
              <a:t>7</a:t>
            </a:r>
            <a:r>
              <a:rPr lang="en-US" altLang="zh-CN" sz="2400" dirty="0">
                <a:latin typeface="Arial" panose="020B0604020202020204" pitchFamily="34" charset="0"/>
                <a:cs typeface="Arial" panose="020B0604020202020204" pitchFamily="34" charset="0"/>
              </a:rPr>
              <a:t>D</a:t>
            </a:r>
            <a:r>
              <a:rPr lang="en-US" altLang="zh-CN" sz="2400" baseline="-25000" dirty="0">
                <a:latin typeface="Arial" panose="020B0604020202020204" pitchFamily="34" charset="0"/>
                <a:cs typeface="Arial" panose="020B0604020202020204" pitchFamily="34" charset="0"/>
              </a:rPr>
              <a:t>6</a:t>
            </a:r>
            <a:r>
              <a:rPr lang="en-US" altLang="zh-CN" sz="2400" dirty="0">
                <a:latin typeface="Arial" panose="020B0604020202020204" pitchFamily="34" charset="0"/>
                <a:cs typeface="Arial" panose="020B0604020202020204" pitchFamily="34" charset="0"/>
              </a:rPr>
              <a:t>D</a:t>
            </a:r>
            <a:r>
              <a:rPr lang="en-US" altLang="zh-CN" sz="2400" baseline="-25000" dirty="0">
                <a:latin typeface="Arial" panose="020B0604020202020204" pitchFamily="34" charset="0"/>
                <a:cs typeface="Arial" panose="020B0604020202020204" pitchFamily="34" charset="0"/>
              </a:rPr>
              <a:t>5</a:t>
            </a:r>
            <a:r>
              <a:rPr lang="en-US" altLang="zh-CN" sz="2400" dirty="0">
                <a:latin typeface="Arial" panose="020B0604020202020204" pitchFamily="34" charset="0"/>
                <a:cs typeface="Arial" panose="020B0604020202020204" pitchFamily="34" charset="0"/>
              </a:rPr>
              <a:t>D</a:t>
            </a:r>
            <a:r>
              <a:rPr lang="en-US" altLang="zh-CN" sz="2400" baseline="-25000" dirty="0">
                <a:latin typeface="Arial" panose="020B0604020202020204" pitchFamily="34" charset="0"/>
                <a:cs typeface="Arial" panose="020B0604020202020204" pitchFamily="34" charset="0"/>
              </a:rPr>
              <a:t>4</a:t>
            </a:r>
            <a:r>
              <a:rPr lang="en-US" altLang="zh-CN" sz="2400" dirty="0">
                <a:latin typeface="Arial" panose="020B0604020202020204" pitchFamily="34" charset="0"/>
                <a:cs typeface="Arial" panose="020B0604020202020204" pitchFamily="34" charset="0"/>
              </a:rPr>
              <a:t>D</a:t>
            </a:r>
            <a:r>
              <a:rPr lang="en-US" altLang="zh-CN" sz="2400" baseline="-25000" dirty="0">
                <a:latin typeface="Arial" panose="020B0604020202020204" pitchFamily="34" charset="0"/>
                <a:cs typeface="Arial" panose="020B0604020202020204" pitchFamily="34" charset="0"/>
              </a:rPr>
              <a:t>3</a:t>
            </a:r>
            <a:r>
              <a:rPr lang="en-US" altLang="zh-CN" sz="2400" dirty="0">
                <a:latin typeface="Arial" panose="020B0604020202020204" pitchFamily="34" charset="0"/>
                <a:cs typeface="Arial" panose="020B0604020202020204" pitchFamily="34" charset="0"/>
              </a:rPr>
              <a:t>D</a:t>
            </a:r>
            <a:r>
              <a:rPr lang="en-US" altLang="zh-CN" sz="2400" baseline="-25000" dirty="0">
                <a:latin typeface="Arial" panose="020B0604020202020204" pitchFamily="34" charset="0"/>
                <a:cs typeface="Arial" panose="020B0604020202020204" pitchFamily="34" charset="0"/>
              </a:rPr>
              <a:t>2</a:t>
            </a:r>
            <a:r>
              <a:rPr lang="en-US" altLang="zh-CN" sz="2400" dirty="0">
                <a:latin typeface="Arial" panose="020B0604020202020204" pitchFamily="34" charset="0"/>
                <a:cs typeface="Arial" panose="020B0604020202020204" pitchFamily="34" charset="0"/>
              </a:rPr>
              <a:t>D</a:t>
            </a:r>
            <a:r>
              <a:rPr lang="en-US" altLang="zh-CN" sz="2400" baseline="-25000" dirty="0">
                <a:latin typeface="Arial" panose="020B0604020202020204" pitchFamily="34" charset="0"/>
                <a:cs typeface="Arial" panose="020B0604020202020204" pitchFamily="34" charset="0"/>
              </a:rPr>
              <a:t>1</a:t>
            </a:r>
            <a:r>
              <a:rPr lang="en-US" altLang="zh-CN" sz="2400" dirty="0">
                <a:latin typeface="Arial" panose="020B0604020202020204" pitchFamily="34" charset="0"/>
                <a:cs typeface="Arial" panose="020B0604020202020204" pitchFamily="34" charset="0"/>
              </a:rPr>
              <a:t>D</a:t>
            </a:r>
            <a:r>
              <a:rPr lang="en-US" altLang="zh-CN" sz="2400" baseline="-25000" dirty="0">
                <a:latin typeface="Arial" panose="020B0604020202020204" pitchFamily="34" charset="0"/>
                <a:cs typeface="Arial" panose="020B0604020202020204" pitchFamily="34" charset="0"/>
              </a:rPr>
              <a:t>0</a:t>
            </a:r>
          </a:p>
          <a:p>
            <a:r>
              <a:rPr lang="en-US" altLang="zh-CN" sz="2800" dirty="0">
                <a:latin typeface="Arial" panose="020B0604020202020204" pitchFamily="34" charset="0"/>
                <a:cs typeface="Arial" panose="020B0604020202020204" pitchFamily="34" charset="0"/>
              </a:rPr>
              <a:t>3 input signals</a:t>
            </a:r>
          </a:p>
          <a:p>
            <a:pPr lvl="1"/>
            <a:r>
              <a:rPr lang="en-US" altLang="zh-CN" sz="2400" dirty="0">
                <a:latin typeface="Arial" panose="020B0604020202020204" pitchFamily="34" charset="0"/>
                <a:cs typeface="Arial" panose="020B0604020202020204" pitchFamily="34" charset="0"/>
              </a:rPr>
              <a:t>Address: A</a:t>
            </a:r>
            <a:r>
              <a:rPr lang="en-US" altLang="zh-CN" sz="2400" baseline="-25000" dirty="0">
                <a:latin typeface="Arial" panose="020B0604020202020204" pitchFamily="34" charset="0"/>
                <a:cs typeface="Arial" panose="020B0604020202020204" pitchFamily="34" charset="0"/>
              </a:rPr>
              <a:t>2</a:t>
            </a:r>
            <a:r>
              <a:rPr lang="en-US" altLang="zh-CN" sz="2400" dirty="0">
                <a:latin typeface="Arial" panose="020B0604020202020204" pitchFamily="34" charset="0"/>
                <a:cs typeface="Arial" panose="020B0604020202020204" pitchFamily="34" charset="0"/>
              </a:rPr>
              <a:t>A</a:t>
            </a:r>
            <a:r>
              <a:rPr lang="en-US" altLang="zh-CN" sz="2400" baseline="-25000" dirty="0">
                <a:latin typeface="Arial" panose="020B0604020202020204" pitchFamily="34" charset="0"/>
                <a:cs typeface="Arial" panose="020B0604020202020204" pitchFamily="34" charset="0"/>
              </a:rPr>
              <a:t>1</a:t>
            </a:r>
            <a:r>
              <a:rPr lang="en-US" altLang="zh-CN" sz="2400" dirty="0">
                <a:latin typeface="Arial" panose="020B0604020202020204" pitchFamily="34" charset="0"/>
                <a:cs typeface="Arial" panose="020B0604020202020204" pitchFamily="34" charset="0"/>
              </a:rPr>
              <a:t>A</a:t>
            </a:r>
            <a:r>
              <a:rPr lang="en-US" altLang="zh-CN" sz="2400" baseline="-25000" dirty="0">
                <a:latin typeface="Arial" panose="020B0604020202020204" pitchFamily="34" charset="0"/>
                <a:cs typeface="Arial" panose="020B0604020202020204" pitchFamily="34" charset="0"/>
              </a:rPr>
              <a:t>0</a:t>
            </a:r>
          </a:p>
          <a:p>
            <a:r>
              <a:rPr lang="en-US" altLang="zh-CN" sz="2800" dirty="0">
                <a:latin typeface="Arial" panose="020B0604020202020204" pitchFamily="34" charset="0"/>
                <a:cs typeface="Arial" panose="020B0604020202020204" pitchFamily="34" charset="0"/>
              </a:rPr>
              <a:t>1 output</a:t>
            </a:r>
          </a:p>
          <a:p>
            <a:pPr lvl="1"/>
            <a:r>
              <a:rPr lang="en-US" altLang="zh-CN" sz="2400" dirty="0">
                <a:latin typeface="Arial" panose="020B0604020202020204" pitchFamily="34" charset="0"/>
                <a:cs typeface="Arial" panose="020B0604020202020204" pitchFamily="34" charset="0"/>
              </a:rPr>
              <a:t>Q = D</a:t>
            </a:r>
            <a:r>
              <a:rPr lang="en-US" altLang="zh-CN" sz="2400" baseline="-25000" dirty="0">
                <a:latin typeface="Arial" panose="020B0604020202020204" pitchFamily="34" charset="0"/>
                <a:cs typeface="Arial" panose="020B0604020202020204" pitchFamily="34" charset="0"/>
              </a:rPr>
              <a:t>A</a:t>
            </a:r>
            <a:r>
              <a:rPr lang="en-US" altLang="zh-CN" sz="1400" baseline="-25000" dirty="0">
                <a:latin typeface="Arial" panose="020B0604020202020204" pitchFamily="34" charset="0"/>
                <a:cs typeface="Arial" panose="020B0604020202020204" pitchFamily="34" charset="0"/>
              </a:rPr>
              <a:t>2</a:t>
            </a:r>
            <a:r>
              <a:rPr lang="en-US" altLang="zh-CN" sz="2400" baseline="-25000" dirty="0">
                <a:latin typeface="Arial" panose="020B0604020202020204" pitchFamily="34" charset="0"/>
                <a:cs typeface="Arial" panose="020B0604020202020204" pitchFamily="34" charset="0"/>
              </a:rPr>
              <a:t>A</a:t>
            </a:r>
            <a:r>
              <a:rPr lang="en-US" altLang="zh-CN" sz="1400" baseline="-25000" dirty="0">
                <a:latin typeface="Arial" panose="020B0604020202020204" pitchFamily="34" charset="0"/>
                <a:cs typeface="Arial" panose="020B0604020202020204" pitchFamily="34" charset="0"/>
              </a:rPr>
              <a:t>1</a:t>
            </a:r>
            <a:r>
              <a:rPr lang="en-US" altLang="zh-CN" sz="2400" baseline="-25000" dirty="0">
                <a:latin typeface="Arial" panose="020B0604020202020204" pitchFamily="34" charset="0"/>
                <a:cs typeface="Arial" panose="020B0604020202020204" pitchFamily="34" charset="0"/>
              </a:rPr>
              <a:t>A</a:t>
            </a:r>
            <a:r>
              <a:rPr lang="en-US" altLang="zh-CN" sz="1400" baseline="-25000" dirty="0">
                <a:latin typeface="Arial" panose="020B0604020202020204" pitchFamily="34" charset="0"/>
                <a:cs typeface="Arial" panose="020B0604020202020204" pitchFamily="34" charset="0"/>
              </a:rPr>
              <a:t>0</a:t>
            </a:r>
            <a:endParaRPr lang="zh-CN" altLang="en-US" sz="2400" baseline="-25000" dirty="0">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FD46579E-601B-6D4B-A8AD-F72562B76ECA}"/>
              </a:ext>
            </a:extLst>
          </p:cNvPr>
          <p:cNvSpPr>
            <a:spLocks noGrp="1"/>
          </p:cNvSpPr>
          <p:nvPr>
            <p:ph type="sldNum" sz="quarter" idx="12"/>
          </p:nvPr>
        </p:nvSpPr>
        <p:spPr/>
        <p:txBody>
          <a:bodyPr/>
          <a:lstStyle/>
          <a:p>
            <a:pPr>
              <a:defRPr/>
            </a:pPr>
            <a:fld id="{A88D0608-5506-4AD0-BB9E-DF761E8BFA1F}" type="slidenum">
              <a:rPr lang="zh-CN" altLang="en-US" smtClean="0">
                <a:latin typeface="Arial" panose="020B0604020202020204" pitchFamily="34" charset="0"/>
                <a:cs typeface="Arial" panose="020B0604020202020204" pitchFamily="34" charset="0"/>
              </a:rPr>
              <a:pPr>
                <a:defRPr/>
              </a:pPr>
              <a:t>66</a:t>
            </a:fld>
            <a:endParaRPr lang="en-US" altLang="zh-CN" dirty="0">
              <a:latin typeface="Arial" panose="020B0604020202020204" pitchFamily="34" charset="0"/>
              <a:cs typeface="Arial" panose="020B0604020202020204" pitchFamily="34" charset="0"/>
            </a:endParaRPr>
          </a:p>
        </p:txBody>
      </p:sp>
      <p:sp>
        <p:nvSpPr>
          <p:cNvPr id="100355" name="Rectangle 3"/>
          <p:cNvSpPr>
            <a:spLocks noChangeArrowheads="1"/>
          </p:cNvSpPr>
          <p:nvPr/>
        </p:nvSpPr>
        <p:spPr bwMode="auto">
          <a:xfrm>
            <a:off x="1741398" y="2028750"/>
            <a:ext cx="2201538" cy="3640138"/>
          </a:xfrm>
          <a:prstGeom prst="rect">
            <a:avLst/>
          </a:prstGeom>
          <a:solidFill>
            <a:schemeClr val="accent2">
              <a:lumMod val="20000"/>
              <a:lumOff val="80000"/>
            </a:schemeClr>
          </a:solidFill>
          <a:ln w="12700" cap="sq">
            <a:solidFill>
              <a:schemeClr val="tx1"/>
            </a:solidFill>
            <a:miter lim="800000"/>
            <a:headEnd type="none" w="sm" len="sm"/>
            <a:tailEnd type="none" w="sm" len="sm"/>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00356" name="Text Box 4"/>
          <p:cNvSpPr txBox="1">
            <a:spLocks noChangeArrowheads="1"/>
          </p:cNvSpPr>
          <p:nvPr/>
        </p:nvSpPr>
        <p:spPr bwMode="auto">
          <a:xfrm>
            <a:off x="1722347" y="2257350"/>
            <a:ext cx="796925"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0</a:t>
            </a:r>
          </a:p>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1</a:t>
            </a:r>
          </a:p>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2</a:t>
            </a:r>
          </a:p>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a:t>
            </a:r>
          </a:p>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a:t>
            </a:r>
          </a:p>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2</a:t>
            </a:r>
            <a:r>
              <a:rPr kumimoji="1" lang="en-US" altLang="zh-CN" sz="2400" b="0" i="0" u="none" strike="noStrike" kern="1200" cap="none" spc="0" normalizeH="0" baseline="30000" noProof="0">
                <a:ln>
                  <a:noFill/>
                </a:ln>
                <a:solidFill>
                  <a:srgbClr val="000000"/>
                </a:solidFill>
                <a:effectLst/>
                <a:uLnTx/>
                <a:uFillTx/>
                <a:latin typeface="Arial" panose="020B0604020202020204" pitchFamily="34" charset="0"/>
                <a:cs typeface="Arial" panose="020B0604020202020204" pitchFamily="34" charset="0"/>
              </a:rPr>
              <a:t>n</a:t>
            </a:r>
            <a:r>
              <a:rPr kumimoji="1" lang="en-US" altLang="zh-CN" sz="24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-1</a:t>
            </a:r>
          </a:p>
        </p:txBody>
      </p:sp>
      <p:sp>
        <p:nvSpPr>
          <p:cNvPr id="100357" name="Line 5"/>
          <p:cNvSpPr>
            <a:spLocks noChangeShapeType="1"/>
          </p:cNvSpPr>
          <p:nvPr/>
        </p:nvSpPr>
        <p:spPr bwMode="auto">
          <a:xfrm>
            <a:off x="1371547" y="2485950"/>
            <a:ext cx="360000" cy="0"/>
          </a:xfrm>
          <a:prstGeom prst="line">
            <a:avLst/>
          </a:prstGeom>
          <a:noFill/>
          <a:ln w="19050" cap="sq">
            <a:solidFill>
              <a:schemeClr val="tx1"/>
            </a:solidFill>
            <a:round/>
            <a:headEnd type="none" w="sm" len="sm"/>
            <a:tailEnd type="triangle" w="lg"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00358" name="Line 6"/>
          <p:cNvSpPr>
            <a:spLocks noChangeShapeType="1"/>
          </p:cNvSpPr>
          <p:nvPr/>
        </p:nvSpPr>
        <p:spPr bwMode="auto">
          <a:xfrm>
            <a:off x="1371547" y="2943150"/>
            <a:ext cx="360000" cy="0"/>
          </a:xfrm>
          <a:prstGeom prst="line">
            <a:avLst/>
          </a:prstGeom>
          <a:noFill/>
          <a:ln w="19050" cap="sq">
            <a:solidFill>
              <a:schemeClr val="tx1"/>
            </a:solidFill>
            <a:round/>
            <a:headEnd type="none" w="sm" len="sm"/>
            <a:tailEnd type="triangle" w="lg"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00359" name="Line 7"/>
          <p:cNvSpPr>
            <a:spLocks noChangeShapeType="1"/>
          </p:cNvSpPr>
          <p:nvPr/>
        </p:nvSpPr>
        <p:spPr bwMode="auto">
          <a:xfrm>
            <a:off x="1371547" y="3400350"/>
            <a:ext cx="360000" cy="0"/>
          </a:xfrm>
          <a:prstGeom prst="line">
            <a:avLst/>
          </a:prstGeom>
          <a:noFill/>
          <a:ln w="19050" cap="sq">
            <a:solidFill>
              <a:schemeClr val="tx1"/>
            </a:solidFill>
            <a:round/>
            <a:headEnd type="none" w="sm" len="sm"/>
            <a:tailEnd type="triangle" w="lg"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00360" name="Line 8"/>
          <p:cNvSpPr>
            <a:spLocks noChangeShapeType="1"/>
          </p:cNvSpPr>
          <p:nvPr/>
        </p:nvSpPr>
        <p:spPr bwMode="auto">
          <a:xfrm>
            <a:off x="1371547" y="4733850"/>
            <a:ext cx="360000" cy="0"/>
          </a:xfrm>
          <a:prstGeom prst="line">
            <a:avLst/>
          </a:prstGeom>
          <a:noFill/>
          <a:ln w="19050" cap="sq">
            <a:solidFill>
              <a:schemeClr val="tx1"/>
            </a:solidFill>
            <a:round/>
            <a:headEnd type="none" w="sm" len="sm"/>
            <a:tailEnd type="triangle" w="lg"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00361" name="Line 9"/>
          <p:cNvSpPr>
            <a:spLocks noChangeShapeType="1"/>
          </p:cNvSpPr>
          <p:nvPr/>
        </p:nvSpPr>
        <p:spPr bwMode="auto">
          <a:xfrm rot="5400000">
            <a:off x="1961446" y="5848889"/>
            <a:ext cx="360000" cy="0"/>
          </a:xfrm>
          <a:prstGeom prst="line">
            <a:avLst/>
          </a:prstGeom>
          <a:noFill/>
          <a:ln w="19050" cap="sq">
            <a:solidFill>
              <a:schemeClr val="tx1"/>
            </a:solidFill>
            <a:round/>
            <a:headEnd type="triangle" w="med" len="med"/>
            <a:tailEnd type="none" w="lg"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00362" name="Line 10"/>
          <p:cNvSpPr>
            <a:spLocks noChangeShapeType="1"/>
          </p:cNvSpPr>
          <p:nvPr/>
        </p:nvSpPr>
        <p:spPr bwMode="auto">
          <a:xfrm rot="5400000">
            <a:off x="2359909" y="5848889"/>
            <a:ext cx="360000" cy="0"/>
          </a:xfrm>
          <a:prstGeom prst="line">
            <a:avLst/>
          </a:prstGeom>
          <a:noFill/>
          <a:ln w="19050" cap="sq">
            <a:solidFill>
              <a:schemeClr val="tx1"/>
            </a:solidFill>
            <a:round/>
            <a:headEnd type="triangle" w="med" len="med"/>
            <a:tailEnd type="none" w="lg"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00363" name="Line 11"/>
          <p:cNvSpPr>
            <a:spLocks noChangeShapeType="1"/>
          </p:cNvSpPr>
          <p:nvPr/>
        </p:nvSpPr>
        <p:spPr bwMode="auto">
          <a:xfrm rot="5400000">
            <a:off x="3314196" y="5848889"/>
            <a:ext cx="360000" cy="0"/>
          </a:xfrm>
          <a:prstGeom prst="line">
            <a:avLst/>
          </a:prstGeom>
          <a:noFill/>
          <a:ln w="19050" cap="sq">
            <a:solidFill>
              <a:schemeClr val="tx1"/>
            </a:solidFill>
            <a:round/>
            <a:headEnd type="triangle" w="med" len="med"/>
            <a:tailEnd type="none" w="lg"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00364" name="Line 12"/>
          <p:cNvSpPr>
            <a:spLocks noChangeShapeType="1"/>
          </p:cNvSpPr>
          <p:nvPr/>
        </p:nvSpPr>
        <p:spPr bwMode="auto">
          <a:xfrm>
            <a:off x="3942936" y="3633415"/>
            <a:ext cx="991419" cy="0"/>
          </a:xfrm>
          <a:prstGeom prst="line">
            <a:avLst/>
          </a:prstGeom>
          <a:noFill/>
          <a:ln w="19050" cap="sq">
            <a:solidFill>
              <a:schemeClr val="tx1"/>
            </a:solidFill>
            <a:round/>
            <a:headEnd type="none" w="sm" len="sm"/>
            <a:tailEnd type="triangle" w="lg"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00365" name="AutoShape 13"/>
          <p:cNvSpPr>
            <a:spLocks/>
          </p:cNvSpPr>
          <p:nvPr/>
        </p:nvSpPr>
        <p:spPr bwMode="auto">
          <a:xfrm>
            <a:off x="1079612" y="2485950"/>
            <a:ext cx="330200" cy="2247900"/>
          </a:xfrm>
          <a:prstGeom prst="leftBrace">
            <a:avLst>
              <a:gd name="adj1" fmla="val 67321"/>
              <a:gd name="adj2" fmla="val 50000"/>
            </a:avLst>
          </a:pr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00366" name="AutoShape 14"/>
          <p:cNvSpPr>
            <a:spLocks/>
          </p:cNvSpPr>
          <p:nvPr/>
        </p:nvSpPr>
        <p:spPr bwMode="auto">
          <a:xfrm rot="5400000">
            <a:off x="2668972" y="5440734"/>
            <a:ext cx="287338" cy="1593850"/>
          </a:xfrm>
          <a:prstGeom prst="rightBrace">
            <a:avLst>
              <a:gd name="adj1" fmla="val 46225"/>
              <a:gd name="adj2" fmla="val 50000"/>
            </a:avLst>
          </a:pr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00367" name="Text Box 15"/>
          <p:cNvSpPr txBox="1">
            <a:spLocks noChangeArrowheads="1"/>
          </p:cNvSpPr>
          <p:nvPr/>
        </p:nvSpPr>
        <p:spPr bwMode="auto">
          <a:xfrm>
            <a:off x="251444" y="3363379"/>
            <a:ext cx="90407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Input</a:t>
            </a:r>
          </a:p>
        </p:txBody>
      </p:sp>
      <p:sp>
        <p:nvSpPr>
          <p:cNvPr id="100368" name="Text Box 16"/>
          <p:cNvSpPr txBox="1">
            <a:spLocks noChangeArrowheads="1"/>
          </p:cNvSpPr>
          <p:nvPr/>
        </p:nvSpPr>
        <p:spPr bwMode="auto">
          <a:xfrm>
            <a:off x="3913560" y="3183359"/>
            <a:ext cx="13065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Output</a:t>
            </a:r>
          </a:p>
        </p:txBody>
      </p:sp>
      <p:sp>
        <p:nvSpPr>
          <p:cNvPr id="100369" name="Rectangle 17"/>
          <p:cNvSpPr>
            <a:spLocks noChangeArrowheads="1"/>
          </p:cNvSpPr>
          <p:nvPr/>
        </p:nvSpPr>
        <p:spPr bwMode="auto">
          <a:xfrm>
            <a:off x="2338297" y="2150988"/>
            <a:ext cx="110318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2</a:t>
            </a:r>
            <a:r>
              <a:rPr kumimoji="0" lang="en-US" altLang="zh-CN" sz="2400" b="0" i="0" u="none" strike="noStrike" kern="1200" cap="none" spc="0" normalizeH="0" baseline="30000" noProof="0" dirty="0">
                <a:ln>
                  <a:noFill/>
                </a:ln>
                <a:solidFill>
                  <a:srgbClr val="000000"/>
                </a:solidFill>
                <a:effectLst/>
                <a:uLnTx/>
                <a:uFillTx/>
                <a:latin typeface="Arial" panose="020B0604020202020204" pitchFamily="34" charset="0"/>
                <a:cs typeface="Arial" panose="020B0604020202020204" pitchFamily="34" charset="0"/>
              </a:rPr>
              <a:t>n</a:t>
            </a: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-to-1</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MUX</a:t>
            </a:r>
          </a:p>
        </p:txBody>
      </p:sp>
      <p:sp>
        <p:nvSpPr>
          <p:cNvPr id="100370" name="Text Box 18"/>
          <p:cNvSpPr txBox="1">
            <a:spLocks noChangeArrowheads="1"/>
          </p:cNvSpPr>
          <p:nvPr/>
        </p:nvSpPr>
        <p:spPr bwMode="auto">
          <a:xfrm>
            <a:off x="2108411" y="6315707"/>
            <a:ext cx="15938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Selection</a:t>
            </a:r>
          </a:p>
        </p:txBody>
      </p:sp>
      <p:sp>
        <p:nvSpPr>
          <p:cNvPr id="100371" name="Text Box 19"/>
          <p:cNvSpPr txBox="1">
            <a:spLocks noChangeArrowheads="1"/>
          </p:cNvSpPr>
          <p:nvPr/>
        </p:nvSpPr>
        <p:spPr bwMode="auto">
          <a:xfrm>
            <a:off x="1811768" y="5229894"/>
            <a:ext cx="23256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S</a:t>
            </a:r>
            <a:r>
              <a:rPr kumimoji="1" lang="en-US" altLang="zh-CN" sz="2400" b="0" i="0" u="none" strike="noStrike" kern="1200" cap="none" spc="0" normalizeH="0" baseline="-25000" noProof="0" dirty="0">
                <a:ln>
                  <a:noFill/>
                </a:ln>
                <a:solidFill>
                  <a:srgbClr val="000000"/>
                </a:solidFill>
                <a:effectLst/>
                <a:uLnTx/>
                <a:uFillTx/>
                <a:latin typeface="Arial" panose="020B0604020202020204" pitchFamily="34" charset="0"/>
                <a:cs typeface="Arial" panose="020B0604020202020204" pitchFamily="34" charset="0"/>
              </a:rPr>
              <a:t>0</a:t>
            </a:r>
            <a:r>
              <a:rPr kumimoji="1" lang="en-US" altLang="zh-CN" sz="24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   S</a:t>
            </a:r>
            <a:r>
              <a:rPr kumimoji="1" lang="en-US" altLang="zh-CN" sz="2400" b="0" i="0" u="none" strike="noStrike" kern="1200" cap="none" spc="0" normalizeH="0" baseline="-25000" noProof="0" dirty="0">
                <a:ln>
                  <a:noFill/>
                </a:ln>
                <a:solidFill>
                  <a:srgbClr val="000000"/>
                </a:solidFill>
                <a:effectLst/>
                <a:uLnTx/>
                <a:uFillTx/>
                <a:latin typeface="Arial" panose="020B0604020202020204" pitchFamily="34" charset="0"/>
                <a:cs typeface="Arial" panose="020B0604020202020204" pitchFamily="34" charset="0"/>
              </a:rPr>
              <a:t>1  </a:t>
            </a:r>
            <a:r>
              <a:rPr kumimoji="1" lang="en-US" altLang="zh-CN" sz="2800" b="1" i="0" u="none" strike="noStrike" kern="1200" cap="none" spc="0" normalizeH="0" baseline="-25000" noProof="0" dirty="0">
                <a:ln>
                  <a:noFill/>
                </a:ln>
                <a:solidFill>
                  <a:srgbClr val="000000"/>
                </a:solidFill>
                <a:effectLst/>
                <a:uLnTx/>
                <a:uFillTx/>
                <a:latin typeface="Arial" panose="020B0604020202020204" pitchFamily="34" charset="0"/>
                <a:cs typeface="Arial" panose="020B0604020202020204" pitchFamily="34" charset="0"/>
              </a:rPr>
              <a:t> </a:t>
            </a:r>
            <a:r>
              <a:rPr kumimoji="1" lang="en-US" altLang="zh-CN" sz="2800" b="1" i="0" u="none" strike="noStrike" kern="1200" cap="none" spc="0" normalizeH="0" baseline="-25000" noProof="0" dirty="0">
                <a:ln>
                  <a:noFill/>
                </a:ln>
                <a:solidFill>
                  <a:srgbClr val="000000"/>
                </a:solidFill>
                <a:effectLst/>
                <a:uLnTx/>
                <a:uFillTx/>
                <a:latin typeface="Arial" panose="020B0604020202020204" pitchFamily="34" charset="0"/>
                <a:cs typeface="Arial" panose="020B0604020202020204" pitchFamily="34" charset="0"/>
                <a:sym typeface="Symbol" pitchFamily="18" charset="2"/>
              </a:rPr>
              <a:t></a:t>
            </a:r>
            <a:r>
              <a:rPr kumimoji="1" lang="en-US" altLang="zh-CN" sz="2400" b="0" i="0" u="none" strike="noStrike" kern="1200" cap="none" spc="0" normalizeH="0" baseline="-25000" noProof="0" dirty="0">
                <a:ln>
                  <a:noFill/>
                </a:ln>
                <a:solidFill>
                  <a:srgbClr val="000000"/>
                </a:solidFill>
                <a:effectLst/>
                <a:uLnTx/>
                <a:uFillTx/>
                <a:latin typeface="Arial" panose="020B0604020202020204" pitchFamily="34" charset="0"/>
                <a:cs typeface="Arial" panose="020B0604020202020204" pitchFamily="34" charset="0"/>
                <a:sym typeface="Symbol" pitchFamily="18" charset="2"/>
              </a:rPr>
              <a:t>   </a:t>
            </a:r>
            <a:r>
              <a:rPr kumimoji="1" lang="en-US" altLang="zh-CN" sz="24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S</a:t>
            </a:r>
            <a:r>
              <a:rPr kumimoji="1" lang="en-US" altLang="zh-CN" sz="2400" b="0" i="0" u="none" strike="noStrike" kern="1200" cap="none" spc="0" normalizeH="0" baseline="-25000" noProof="0" dirty="0">
                <a:ln>
                  <a:noFill/>
                </a:ln>
                <a:solidFill>
                  <a:srgbClr val="000000"/>
                </a:solidFill>
                <a:effectLst/>
                <a:uLnTx/>
                <a:uFillTx/>
                <a:latin typeface="Arial" panose="020B0604020202020204" pitchFamily="34" charset="0"/>
                <a:cs typeface="Arial" panose="020B0604020202020204" pitchFamily="34" charset="0"/>
              </a:rPr>
              <a:t>n-1</a:t>
            </a:r>
          </a:p>
        </p:txBody>
      </p:sp>
      <p:sp>
        <p:nvSpPr>
          <p:cNvPr id="100372" name="Line 20"/>
          <p:cNvSpPr>
            <a:spLocks noChangeShapeType="1"/>
          </p:cNvSpPr>
          <p:nvPr/>
        </p:nvSpPr>
        <p:spPr bwMode="auto">
          <a:xfrm>
            <a:off x="1369960" y="5157762"/>
            <a:ext cx="360000" cy="0"/>
          </a:xfrm>
          <a:prstGeom prst="line">
            <a:avLst/>
          </a:prstGeom>
          <a:noFill/>
          <a:ln w="19050" cap="sq">
            <a:solidFill>
              <a:schemeClr val="tx1"/>
            </a:solidFill>
            <a:round/>
            <a:headEnd type="none" w="sm" len="sm"/>
            <a:tailEnd type="triangle" w="lg"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00373" name="Text Box 21"/>
          <p:cNvSpPr txBox="1">
            <a:spLocks noChangeArrowheads="1"/>
          </p:cNvSpPr>
          <p:nvPr/>
        </p:nvSpPr>
        <p:spPr bwMode="auto">
          <a:xfrm>
            <a:off x="1674722" y="4941862"/>
            <a:ext cx="333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E</a:t>
            </a:r>
          </a:p>
        </p:txBody>
      </p:sp>
      <p:sp>
        <p:nvSpPr>
          <p:cNvPr id="100374" name="Text Box 22"/>
          <p:cNvSpPr txBox="1">
            <a:spLocks noChangeArrowheads="1"/>
          </p:cNvSpPr>
          <p:nvPr/>
        </p:nvSpPr>
        <p:spPr bwMode="auto">
          <a:xfrm>
            <a:off x="71500" y="4911551"/>
            <a:ext cx="14431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Enabler</a:t>
            </a:r>
          </a:p>
        </p:txBody>
      </p:sp>
      <p:sp>
        <p:nvSpPr>
          <p:cNvPr id="28" name="内容占位符 2">
            <a:extLst>
              <a:ext uri="{FF2B5EF4-FFF2-40B4-BE49-F238E27FC236}">
                <a16:creationId xmlns:a16="http://schemas.microsoft.com/office/drawing/2014/main" id="{7DB4C3EA-8530-2E41-8987-FA4A85FFD65F}"/>
              </a:ext>
            </a:extLst>
          </p:cNvPr>
          <p:cNvSpPr txBox="1">
            <a:spLocks/>
          </p:cNvSpPr>
          <p:nvPr/>
        </p:nvSpPr>
        <p:spPr bwMode="gray">
          <a:xfrm>
            <a:off x="457201" y="1339788"/>
            <a:ext cx="8229600" cy="79306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490538" indent="-490538" algn="l" rtl="0" eaLnBrk="1" fontAlgn="base" hangingPunct="0">
              <a:lnSpc>
                <a:spcPct val="120000"/>
              </a:lnSpc>
              <a:spcBef>
                <a:spcPct val="20000"/>
              </a:spcBef>
              <a:spcAft>
                <a:spcPct val="0"/>
              </a:spcAft>
              <a:buClr>
                <a:schemeClr val="hlink"/>
              </a:buClr>
              <a:buFont typeface="Wingdings" pitchFamily="2" charset="2"/>
              <a:buChar char="v"/>
              <a:tabLst/>
              <a:defRPr sz="3200" baseline="0">
                <a:solidFill>
                  <a:srgbClr val="080808"/>
                </a:solidFill>
                <a:latin typeface="+mn-lt"/>
                <a:ea typeface="黑体" pitchFamily="49" charset="-122"/>
                <a:cs typeface="+mn-cs"/>
              </a:defRPr>
            </a:lvl1pPr>
            <a:lvl2pPr marL="804863" indent="-347663" algn="l" rtl="0" eaLnBrk="1" fontAlgn="base" hangingPunct="0">
              <a:lnSpc>
                <a:spcPct val="120000"/>
              </a:lnSpc>
              <a:spcBef>
                <a:spcPct val="20000"/>
              </a:spcBef>
              <a:spcAft>
                <a:spcPct val="0"/>
              </a:spcAft>
              <a:buClr>
                <a:schemeClr val="accent1"/>
              </a:buClr>
              <a:buFont typeface="Wingdings" pitchFamily="2" charset="2"/>
              <a:buChar char="§"/>
              <a:tabLst/>
              <a:defRPr sz="2800" baseline="0">
                <a:solidFill>
                  <a:srgbClr val="080808"/>
                </a:solidFill>
                <a:latin typeface="+mn-lt"/>
                <a:ea typeface="黑体" pitchFamily="49" charset="-122"/>
              </a:defRPr>
            </a:lvl2pPr>
            <a:lvl3pPr marL="1255713" indent="-341313" algn="l" rtl="0" eaLnBrk="1" fontAlgn="base" hangingPunct="0">
              <a:lnSpc>
                <a:spcPct val="120000"/>
              </a:lnSpc>
              <a:spcBef>
                <a:spcPct val="20000"/>
              </a:spcBef>
              <a:spcAft>
                <a:spcPct val="0"/>
              </a:spcAft>
              <a:buClr>
                <a:schemeClr val="tx1"/>
              </a:buClr>
              <a:buChar char="•"/>
              <a:tabLst/>
              <a:defRPr sz="2000" baseline="0">
                <a:solidFill>
                  <a:srgbClr val="080808"/>
                </a:solidFill>
                <a:latin typeface="+mn-lt"/>
                <a:ea typeface="黑体" pitchFamily="49" charset="-122"/>
              </a:defRPr>
            </a:lvl3pPr>
            <a:lvl4pPr marL="1371600" indent="0" algn="l" rtl="0" eaLnBrk="1" fontAlgn="base" hangingPunct="0">
              <a:lnSpc>
                <a:spcPct val="120000"/>
              </a:lnSpc>
              <a:spcBef>
                <a:spcPct val="20000"/>
              </a:spcBef>
              <a:spcAft>
                <a:spcPct val="0"/>
              </a:spcAft>
              <a:buNone/>
              <a:defRPr sz="2800" baseline="0">
                <a:solidFill>
                  <a:srgbClr val="080808"/>
                </a:solidFill>
                <a:latin typeface="+mn-lt"/>
                <a:ea typeface="黑体" pitchFamily="49" charset="-122"/>
              </a:defRPr>
            </a:lvl4pPr>
            <a:lvl5pPr marL="2057400" indent="-228600" algn="l" rtl="0" eaLnBrk="1" fontAlgn="base" hangingPunct="0">
              <a:lnSpc>
                <a:spcPct val="120000"/>
              </a:lnSpc>
              <a:spcBef>
                <a:spcPct val="20000"/>
              </a:spcBef>
              <a:spcAft>
                <a:spcPct val="0"/>
              </a:spcAft>
              <a:buChar char="»"/>
              <a:defRPr sz="2800" baseline="0">
                <a:solidFill>
                  <a:srgbClr val="080808"/>
                </a:solidFill>
                <a:latin typeface="+mn-lt"/>
                <a:ea typeface="黑体" pitchFamily="49" charset="-122"/>
              </a:defRPr>
            </a:lvl5pPr>
            <a:lvl6pPr marL="2514600" indent="-228600" algn="l" rtl="0" fontAlgn="base">
              <a:lnSpc>
                <a:spcPct val="120000"/>
              </a:lnSpc>
              <a:spcBef>
                <a:spcPct val="20000"/>
              </a:spcBef>
              <a:spcAft>
                <a:spcPct val="0"/>
              </a:spcAft>
              <a:buChar char="»"/>
              <a:defRPr sz="2800">
                <a:solidFill>
                  <a:srgbClr val="080808"/>
                </a:solidFill>
                <a:latin typeface="+mn-lt"/>
                <a:ea typeface="+mn-ea"/>
              </a:defRPr>
            </a:lvl6pPr>
            <a:lvl7pPr marL="2971800" indent="-228600" algn="l" rtl="0" fontAlgn="base">
              <a:lnSpc>
                <a:spcPct val="120000"/>
              </a:lnSpc>
              <a:spcBef>
                <a:spcPct val="20000"/>
              </a:spcBef>
              <a:spcAft>
                <a:spcPct val="0"/>
              </a:spcAft>
              <a:buChar char="»"/>
              <a:defRPr sz="2800">
                <a:solidFill>
                  <a:srgbClr val="080808"/>
                </a:solidFill>
                <a:latin typeface="+mn-lt"/>
                <a:ea typeface="+mn-ea"/>
              </a:defRPr>
            </a:lvl7pPr>
            <a:lvl8pPr marL="3429000" indent="-228600" algn="l" rtl="0" fontAlgn="base">
              <a:lnSpc>
                <a:spcPct val="120000"/>
              </a:lnSpc>
              <a:spcBef>
                <a:spcPct val="20000"/>
              </a:spcBef>
              <a:spcAft>
                <a:spcPct val="0"/>
              </a:spcAft>
              <a:buChar char="»"/>
              <a:defRPr sz="2800">
                <a:solidFill>
                  <a:srgbClr val="080808"/>
                </a:solidFill>
                <a:latin typeface="+mn-lt"/>
                <a:ea typeface="+mn-ea"/>
              </a:defRPr>
            </a:lvl8pPr>
            <a:lvl9pPr marL="3886200" indent="-228600" algn="l" rtl="0" fontAlgn="base">
              <a:lnSpc>
                <a:spcPct val="120000"/>
              </a:lnSpc>
              <a:spcBef>
                <a:spcPct val="20000"/>
              </a:spcBef>
              <a:spcAft>
                <a:spcPct val="0"/>
              </a:spcAft>
              <a:buChar char="»"/>
              <a:defRPr sz="2800">
                <a:solidFill>
                  <a:srgbClr val="080808"/>
                </a:solidFill>
                <a:latin typeface="+mn-lt"/>
                <a:ea typeface="+mn-ea"/>
              </a:defRPr>
            </a:lvl9pPr>
          </a:lstStyle>
          <a:p>
            <a:pPr lvl="1">
              <a:buClr>
                <a:srgbClr val="000000"/>
              </a:buClr>
              <a:buFont typeface="Arial" panose="020B0604020202020204" pitchFamily="34" charset="0"/>
              <a:buChar char="•"/>
            </a:pPr>
            <a:r>
              <a:rPr lang="zh-CN" altLang="en-US" b="1" kern="0" dirty="0">
                <a:latin typeface="Arial" panose="020B0604020202020204" pitchFamily="34" charset="0"/>
                <a:cs typeface="Arial" panose="020B0604020202020204" pitchFamily="34" charset="0"/>
              </a:rPr>
              <a:t>从多个输入数据中选一个作为输出</a:t>
            </a:r>
            <a:endParaRPr lang="en-US" altLang="zh-CN" b="1" kern="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362251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p:txBody>
          <a:bodyPr/>
          <a:lstStyle/>
          <a:p>
            <a:pPr eaLnBrk="1" hangingPunct="1"/>
            <a:r>
              <a:rPr lang="zh-CN" altLang="en-US" dirty="0"/>
              <a:t>功能表</a:t>
            </a:r>
            <a:endParaRPr lang="en-US" altLang="zh-CN" dirty="0"/>
          </a:p>
        </p:txBody>
      </p:sp>
      <p:graphicFrame>
        <p:nvGraphicFramePr>
          <p:cNvPr id="690179" name="Group 3"/>
          <p:cNvGraphicFramePr>
            <a:graphicFrameLocks noGrp="1"/>
          </p:cNvGraphicFramePr>
          <p:nvPr>
            <p:ph idx="1"/>
            <p:extLst>
              <p:ext uri="{D42A27DB-BD31-4B8C-83A1-F6EECF244321}">
                <p14:modId xmlns:p14="http://schemas.microsoft.com/office/powerpoint/2010/main" val="4136154978"/>
              </p:ext>
            </p:extLst>
          </p:nvPr>
        </p:nvGraphicFramePr>
        <p:xfrm>
          <a:off x="2159730" y="1436848"/>
          <a:ext cx="4824538" cy="4116388"/>
        </p:xfrm>
        <a:graphic>
          <a:graphicData uri="http://schemas.openxmlformats.org/drawingml/2006/table">
            <a:tbl>
              <a:tblPr/>
              <a:tblGrid>
                <a:gridCol w="1206135">
                  <a:extLst>
                    <a:ext uri="{9D8B030D-6E8A-4147-A177-3AD203B41FA5}">
                      <a16:colId xmlns:a16="http://schemas.microsoft.com/office/drawing/2014/main" val="20000"/>
                    </a:ext>
                  </a:extLst>
                </a:gridCol>
                <a:gridCol w="1206134">
                  <a:extLst>
                    <a:ext uri="{9D8B030D-6E8A-4147-A177-3AD203B41FA5}">
                      <a16:colId xmlns:a16="http://schemas.microsoft.com/office/drawing/2014/main" val="20001"/>
                    </a:ext>
                  </a:extLst>
                </a:gridCol>
                <a:gridCol w="1206135">
                  <a:extLst>
                    <a:ext uri="{9D8B030D-6E8A-4147-A177-3AD203B41FA5}">
                      <a16:colId xmlns:a16="http://schemas.microsoft.com/office/drawing/2014/main" val="20002"/>
                    </a:ext>
                  </a:extLst>
                </a:gridCol>
                <a:gridCol w="1206134">
                  <a:extLst>
                    <a:ext uri="{9D8B030D-6E8A-4147-A177-3AD203B41FA5}">
                      <a16:colId xmlns:a16="http://schemas.microsoft.com/office/drawing/2014/main" val="20003"/>
                    </a:ext>
                  </a:extLst>
                </a:gridCol>
              </a:tblGrid>
              <a:tr h="436563">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charset="-122"/>
                        </a:rPr>
                        <a:t>A</a:t>
                      </a:r>
                      <a:r>
                        <a:rPr kumimoji="0" lang="en-US" altLang="zh-CN" sz="2400" b="0" i="0" u="none" strike="noStrike" cap="none" normalizeH="0" baseline="-25000" dirty="0">
                          <a:ln>
                            <a:noFill/>
                          </a:ln>
                          <a:solidFill>
                            <a:schemeClr val="tx1"/>
                          </a:solidFill>
                          <a:effectLst/>
                          <a:latin typeface="Arial" charset="0"/>
                          <a:ea typeface="宋体" charset="-122"/>
                        </a:rPr>
                        <a:t>2</a:t>
                      </a:r>
                      <a:endParaRPr kumimoji="0" lang="en-US" altLang="zh-CN" sz="2400" b="0" i="0" u="none" strike="noStrike" cap="none" normalizeH="0" baseline="0" dirty="0">
                        <a:ln>
                          <a:noFill/>
                        </a:ln>
                        <a:solidFill>
                          <a:schemeClr val="tx1"/>
                        </a:solidFill>
                        <a:effectLst/>
                        <a:latin typeface="Arial" charset="0"/>
                        <a:ea typeface="宋体" charset="-122"/>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A</a:t>
                      </a:r>
                      <a:r>
                        <a:rPr kumimoji="0" lang="en-US" altLang="zh-CN" sz="2400" b="0" i="0" u="none" strike="noStrike" cap="none" normalizeH="0" baseline="-25000">
                          <a:ln>
                            <a:noFill/>
                          </a:ln>
                          <a:solidFill>
                            <a:schemeClr val="tx1"/>
                          </a:solidFill>
                          <a:effectLst/>
                          <a:latin typeface="Arial" charset="0"/>
                          <a:ea typeface="宋体" charset="-122"/>
                        </a:rPr>
                        <a:t>1</a:t>
                      </a:r>
                      <a:endParaRPr kumimoji="0" lang="en-US" altLang="zh-CN" sz="2400" b="0" i="0" u="none" strike="noStrike" cap="none" normalizeH="0" baseline="0">
                        <a:ln>
                          <a:noFill/>
                        </a:ln>
                        <a:solidFill>
                          <a:schemeClr val="tx1"/>
                        </a:solidFill>
                        <a:effectLst/>
                        <a:latin typeface="Arial" charset="0"/>
                        <a:ea typeface="宋体"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A</a:t>
                      </a:r>
                      <a:r>
                        <a:rPr kumimoji="0" lang="en-US" altLang="zh-CN" sz="2400" b="0" i="0" u="none" strike="noStrike" cap="none" normalizeH="0" baseline="-25000">
                          <a:ln>
                            <a:noFill/>
                          </a:ln>
                          <a:solidFill>
                            <a:schemeClr val="tx1"/>
                          </a:solidFill>
                          <a:effectLst/>
                          <a:latin typeface="Arial" charset="0"/>
                          <a:ea typeface="宋体" charset="-122"/>
                        </a:rPr>
                        <a:t>0</a:t>
                      </a:r>
                      <a:endParaRPr kumimoji="0" lang="en-US" altLang="zh-CN" sz="2400" b="0" i="0" u="none" strike="noStrike" cap="none" normalizeH="0" baseline="0">
                        <a:ln>
                          <a:noFill/>
                        </a:ln>
                        <a:solidFill>
                          <a:schemeClr val="tx1"/>
                        </a:solidFill>
                        <a:effectLst/>
                        <a:latin typeface="Arial" charset="0"/>
                        <a:ea typeface="宋体"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Q</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457200">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0</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charset="-122"/>
                        </a:rPr>
                        <a:t>D</a:t>
                      </a:r>
                      <a:r>
                        <a:rPr kumimoji="0" lang="en-US" altLang="zh-CN" sz="2400" b="0" i="0" u="none" strike="noStrike" cap="none" normalizeH="0" baseline="-25000" dirty="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457200">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0</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D</a:t>
                      </a:r>
                      <a:r>
                        <a:rPr kumimoji="0" lang="en-US" altLang="zh-CN" sz="2400" b="0" i="0" u="none" strike="noStrike" cap="none" normalizeH="0" baseline="-2500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57200">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0</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D</a:t>
                      </a:r>
                      <a:r>
                        <a:rPr kumimoji="0" lang="en-US" altLang="zh-CN" sz="2400" b="0" i="0" u="none" strike="noStrike" cap="none" normalizeH="0" baseline="-25000">
                          <a:ln>
                            <a:noFill/>
                          </a:ln>
                          <a:solidFill>
                            <a:schemeClr val="tx1"/>
                          </a:solidFill>
                          <a:effectLst/>
                          <a:latin typeface="Arial" charset="0"/>
                          <a:ea typeface="宋体" charset="-122"/>
                        </a:rPr>
                        <a:t>2</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458788">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0</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D</a:t>
                      </a:r>
                      <a:r>
                        <a:rPr kumimoji="0" lang="en-US" altLang="zh-CN" sz="2400" b="0" i="0" u="none" strike="noStrike" cap="none" normalizeH="0" baseline="-25000">
                          <a:ln>
                            <a:noFill/>
                          </a:ln>
                          <a:solidFill>
                            <a:schemeClr val="tx1"/>
                          </a:solidFill>
                          <a:effectLst/>
                          <a:latin typeface="Arial" charset="0"/>
                          <a:ea typeface="宋体" charset="-122"/>
                        </a:rPr>
                        <a:t>3</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457200">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1</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D</a:t>
                      </a:r>
                      <a:r>
                        <a:rPr kumimoji="0" lang="en-US" altLang="zh-CN" sz="2400" b="0" i="0" u="none" strike="noStrike" cap="none" normalizeH="0" baseline="-25000">
                          <a:ln>
                            <a:noFill/>
                          </a:ln>
                          <a:solidFill>
                            <a:schemeClr val="tx1"/>
                          </a:solidFill>
                          <a:effectLst/>
                          <a:latin typeface="Arial" charset="0"/>
                          <a:ea typeface="宋体" charset="-122"/>
                        </a:rPr>
                        <a:t>4</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457200">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1</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D</a:t>
                      </a:r>
                      <a:r>
                        <a:rPr kumimoji="0" lang="en-US" altLang="zh-CN" sz="2400" b="0" i="0" u="none" strike="noStrike" cap="none" normalizeH="0" baseline="-25000">
                          <a:ln>
                            <a:noFill/>
                          </a:ln>
                          <a:solidFill>
                            <a:schemeClr val="tx1"/>
                          </a:solidFill>
                          <a:effectLst/>
                          <a:latin typeface="Arial" charset="0"/>
                          <a:ea typeface="宋体" charset="-122"/>
                        </a:rPr>
                        <a:t>5</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r h="457200">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1</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charset="-122"/>
                        </a:rPr>
                        <a:t>D</a:t>
                      </a:r>
                      <a:r>
                        <a:rPr kumimoji="0" lang="en-US" altLang="zh-CN" sz="2400" b="0" i="0" u="none" strike="noStrike" cap="none" normalizeH="0" baseline="-25000" dirty="0">
                          <a:ln>
                            <a:noFill/>
                          </a:ln>
                          <a:solidFill>
                            <a:schemeClr val="tx1"/>
                          </a:solidFill>
                          <a:effectLst/>
                          <a:latin typeface="Arial" charset="0"/>
                          <a:ea typeface="宋体" charset="-122"/>
                        </a:rPr>
                        <a:t>6</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7"/>
                  </a:ext>
                </a:extLst>
              </a:tr>
              <a:tr h="457200">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1</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charset="-122"/>
                        </a:rPr>
                        <a:t>D</a:t>
                      </a:r>
                      <a:r>
                        <a:rPr kumimoji="0" lang="en-US" altLang="zh-CN" sz="2400" b="0" i="0" u="none" strike="noStrike" cap="none" normalizeH="0" baseline="-25000" dirty="0">
                          <a:ln>
                            <a:noFill/>
                          </a:ln>
                          <a:solidFill>
                            <a:schemeClr val="tx1"/>
                          </a:solidFill>
                          <a:effectLst/>
                          <a:latin typeface="Arial" charset="0"/>
                          <a:ea typeface="宋体" charset="-122"/>
                        </a:rPr>
                        <a:t>7</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8"/>
                  </a:ext>
                </a:extLst>
              </a:tr>
            </a:tbl>
          </a:graphicData>
        </a:graphic>
      </p:graphicFrame>
      <p:graphicFrame>
        <p:nvGraphicFramePr>
          <p:cNvPr id="37890" name="Object 55"/>
          <p:cNvGraphicFramePr>
            <a:graphicFrameLocks noGrp="1" noChangeAspect="1"/>
          </p:cNvGraphicFramePr>
          <p:nvPr>
            <p:ph sz="half" idx="4294967295"/>
            <p:extLst>
              <p:ext uri="{D42A27DB-BD31-4B8C-83A1-F6EECF244321}">
                <p14:modId xmlns:p14="http://schemas.microsoft.com/office/powerpoint/2010/main" val="2587723627"/>
              </p:ext>
            </p:extLst>
          </p:nvPr>
        </p:nvGraphicFramePr>
        <p:xfrm>
          <a:off x="1752600" y="5658060"/>
          <a:ext cx="5867400" cy="903288"/>
        </p:xfrm>
        <a:graphic>
          <a:graphicData uri="http://schemas.openxmlformats.org/presentationml/2006/ole">
            <mc:AlternateContent xmlns:mc="http://schemas.openxmlformats.org/markup-compatibility/2006">
              <mc:Choice xmlns:v="urn:schemas-microsoft-com:vml" Requires="v">
                <p:oleObj name="Equation" r:id="rId3" imgW="3136680" imgH="482400" progId="Equation.DSMT4">
                  <p:embed/>
                </p:oleObj>
              </mc:Choice>
              <mc:Fallback>
                <p:oleObj name="Equation" r:id="rId3" imgW="3136680" imgH="482400" progId="Equation.DSMT4">
                  <p:embed/>
                  <p:pic>
                    <p:nvPicPr>
                      <p:cNvPr id="37890" name="Object 5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5658060"/>
                        <a:ext cx="5867400" cy="903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灯片编号占位符 6">
            <a:extLst>
              <a:ext uri="{FF2B5EF4-FFF2-40B4-BE49-F238E27FC236}">
                <a16:creationId xmlns:a16="http://schemas.microsoft.com/office/drawing/2014/main" id="{B402586A-F623-6349-B307-839C85577B82}"/>
              </a:ext>
            </a:extLst>
          </p:cNvPr>
          <p:cNvSpPr txBox="1">
            <a:spLocks/>
          </p:cNvSpPr>
          <p:nvPr/>
        </p:nvSpPr>
        <p:spPr bwMode="auto">
          <a:xfrm>
            <a:off x="6553200" y="6265860"/>
            <a:ext cx="213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4600" b="1" kern="1200">
                <a:solidFill>
                  <a:srgbClr val="FF3300"/>
                </a:solidFill>
                <a:latin typeface="Garamond" pitchFamily="18" charset="0"/>
                <a:ea typeface="宋体" charset="-122"/>
                <a:cs typeface="+mn-cs"/>
              </a:defRPr>
            </a:lvl1pPr>
            <a:lvl2pPr marL="742950" indent="-28575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2pPr>
            <a:lvl3pPr marL="11430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3pPr>
            <a:lvl4pPr marL="16002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4pPr>
            <a:lvl5pPr marL="20574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5pPr>
            <a:lvl6pPr marL="25146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6pPr>
            <a:lvl7pPr marL="29718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7pPr>
            <a:lvl8pPr marL="34290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8pPr>
            <a:lvl9pPr marL="38862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9pPr>
          </a:lstStyle>
          <a:p>
            <a:pPr eaLnBrk="1" hangingPunct="1"/>
            <a:fld id="{CCE6D788-BCB5-407E-9DED-68D155892338}" type="slidenum">
              <a:rPr lang="en-US" altLang="zh-CN" sz="1400" smtClean="0">
                <a:solidFill>
                  <a:schemeClr val="tx1"/>
                </a:solidFill>
                <a:latin typeface="+mn-lt"/>
              </a:rPr>
              <a:pPr eaLnBrk="1" hangingPunct="1"/>
              <a:t>67</a:t>
            </a:fld>
            <a:endParaRPr lang="en-US" altLang="zh-CN" sz="1400" dirty="0">
              <a:solidFill>
                <a:schemeClr val="tx1"/>
              </a:solidFill>
              <a:latin typeface="+mn-lt"/>
            </a:endParaRPr>
          </a:p>
        </p:txBody>
      </p:sp>
    </p:spTree>
    <p:extLst>
      <p:ext uri="{BB962C8B-B14F-4D97-AF65-F5344CB8AC3E}">
        <p14:creationId xmlns:p14="http://schemas.microsoft.com/office/powerpoint/2010/main" val="37502905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p:nvPr>
        </p:nvSpPr>
        <p:spPr>
          <a:xfrm>
            <a:off x="1339515" y="282352"/>
            <a:ext cx="6464969" cy="914400"/>
          </a:xfrm>
        </p:spPr>
        <p:txBody>
          <a:bodyPr/>
          <a:lstStyle/>
          <a:p>
            <a:pPr eaLnBrk="1" hangingPunct="1"/>
            <a:r>
              <a:rPr lang="zh-CN" altLang="en-US" b="1" dirty="0"/>
              <a:t>两级与或逻辑电路</a:t>
            </a:r>
            <a:endParaRPr lang="en-US" altLang="zh-CN" b="1" dirty="0"/>
          </a:p>
        </p:txBody>
      </p:sp>
      <p:graphicFrame>
        <p:nvGraphicFramePr>
          <p:cNvPr id="29698" name="Object 4"/>
          <p:cNvGraphicFramePr>
            <a:graphicFrameLocks noGrp="1" noChangeAspect="1"/>
          </p:cNvGraphicFramePr>
          <p:nvPr>
            <p:ph sz="half" idx="4294967295"/>
            <p:extLst>
              <p:ext uri="{D42A27DB-BD31-4B8C-83A1-F6EECF244321}">
                <p14:modId xmlns:p14="http://schemas.microsoft.com/office/powerpoint/2010/main" val="2328266812"/>
              </p:ext>
            </p:extLst>
          </p:nvPr>
        </p:nvGraphicFramePr>
        <p:xfrm>
          <a:off x="405417" y="2897811"/>
          <a:ext cx="3505200" cy="2251075"/>
        </p:xfrm>
        <a:graphic>
          <a:graphicData uri="http://schemas.openxmlformats.org/presentationml/2006/ole">
            <mc:AlternateContent xmlns:mc="http://schemas.openxmlformats.org/markup-compatibility/2006">
              <mc:Choice xmlns:v="urn:schemas-microsoft-com:vml" Requires="v">
                <p:oleObj name="Equation" r:id="rId3" imgW="1638000" imgH="990360" progId="Equation.DSMT4">
                  <p:embed/>
                </p:oleObj>
              </mc:Choice>
              <mc:Fallback>
                <p:oleObj name="Equation" r:id="rId3" imgW="1638000" imgH="990360" progId="Equation.DSMT4">
                  <p:embed/>
                  <p:pic>
                    <p:nvPicPr>
                      <p:cNvPr id="2969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5417" y="2897811"/>
                        <a:ext cx="3505200" cy="2251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灯片编号占位符 6">
            <a:extLst>
              <a:ext uri="{FF2B5EF4-FFF2-40B4-BE49-F238E27FC236}">
                <a16:creationId xmlns:a16="http://schemas.microsoft.com/office/drawing/2014/main" id="{A18A6DCD-8D15-1248-96A0-CFE6E272FEF1}"/>
              </a:ext>
            </a:extLst>
          </p:cNvPr>
          <p:cNvSpPr txBox="1">
            <a:spLocks/>
          </p:cNvSpPr>
          <p:nvPr/>
        </p:nvSpPr>
        <p:spPr bwMode="auto">
          <a:xfrm>
            <a:off x="6553200" y="6265860"/>
            <a:ext cx="213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4600" b="1" kern="1200">
                <a:solidFill>
                  <a:srgbClr val="FF3300"/>
                </a:solidFill>
                <a:latin typeface="Garamond" pitchFamily="18" charset="0"/>
                <a:ea typeface="宋体" charset="-122"/>
                <a:cs typeface="+mn-cs"/>
              </a:defRPr>
            </a:lvl1pPr>
            <a:lvl2pPr marL="742950" indent="-28575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2pPr>
            <a:lvl3pPr marL="11430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3pPr>
            <a:lvl4pPr marL="16002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4pPr>
            <a:lvl5pPr marL="20574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5pPr>
            <a:lvl6pPr marL="25146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6pPr>
            <a:lvl7pPr marL="29718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7pPr>
            <a:lvl8pPr marL="34290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8pPr>
            <a:lvl9pPr marL="38862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9pPr>
          </a:lstStyle>
          <a:p>
            <a:pPr eaLnBrk="1" hangingPunct="1"/>
            <a:fld id="{CCE6D788-BCB5-407E-9DED-68D155892338}" type="slidenum">
              <a:rPr lang="en-US" altLang="zh-CN" sz="1400" smtClean="0">
                <a:solidFill>
                  <a:schemeClr val="tx1"/>
                </a:solidFill>
                <a:latin typeface="+mn-lt"/>
              </a:rPr>
              <a:pPr eaLnBrk="1" hangingPunct="1"/>
              <a:t>68</a:t>
            </a:fld>
            <a:endParaRPr lang="en-US" altLang="zh-CN" sz="1400" dirty="0">
              <a:solidFill>
                <a:schemeClr val="tx1"/>
              </a:solidFill>
              <a:latin typeface="+mn-lt"/>
            </a:endParaRPr>
          </a:p>
        </p:txBody>
      </p:sp>
      <p:grpSp>
        <p:nvGrpSpPr>
          <p:cNvPr id="2" name="组合 1">
            <a:extLst>
              <a:ext uri="{FF2B5EF4-FFF2-40B4-BE49-F238E27FC236}">
                <a16:creationId xmlns:a16="http://schemas.microsoft.com/office/drawing/2014/main" id="{3B85FBBC-31E3-2655-591E-F1CA4CF3FD86}"/>
              </a:ext>
            </a:extLst>
          </p:cNvPr>
          <p:cNvGrpSpPr/>
          <p:nvPr/>
        </p:nvGrpSpPr>
        <p:grpSpPr>
          <a:xfrm>
            <a:off x="4399642" y="1237737"/>
            <a:ext cx="4328795" cy="5485323"/>
            <a:chOff x="587987" y="1175437"/>
            <a:chExt cx="5261722" cy="6667503"/>
          </a:xfrm>
        </p:grpSpPr>
        <p:grpSp>
          <p:nvGrpSpPr>
            <p:cNvPr id="3" name="组合 2">
              <a:extLst>
                <a:ext uri="{FF2B5EF4-FFF2-40B4-BE49-F238E27FC236}">
                  <a16:creationId xmlns:a16="http://schemas.microsoft.com/office/drawing/2014/main" id="{2647420A-9E0C-F0CB-D4C3-8ADA44A598EB}"/>
                </a:ext>
              </a:extLst>
            </p:cNvPr>
            <p:cNvGrpSpPr/>
            <p:nvPr/>
          </p:nvGrpSpPr>
          <p:grpSpPr>
            <a:xfrm>
              <a:off x="1279869" y="1542187"/>
              <a:ext cx="1482862" cy="6300000"/>
              <a:chOff x="1279869" y="1542187"/>
              <a:chExt cx="1482862" cy="6300000"/>
            </a:xfrm>
          </p:grpSpPr>
          <p:grpSp>
            <p:nvGrpSpPr>
              <p:cNvPr id="691205" name="组合 691204">
                <a:extLst>
                  <a:ext uri="{FF2B5EF4-FFF2-40B4-BE49-F238E27FC236}">
                    <a16:creationId xmlns:a16="http://schemas.microsoft.com/office/drawing/2014/main" id="{017FE3A0-348C-7677-ABBB-A603866A2F1C}"/>
                  </a:ext>
                </a:extLst>
              </p:cNvPr>
              <p:cNvGrpSpPr/>
              <p:nvPr/>
            </p:nvGrpSpPr>
            <p:grpSpPr>
              <a:xfrm>
                <a:off x="1279869" y="1542187"/>
                <a:ext cx="428625" cy="6300000"/>
                <a:chOff x="762000" y="1542187"/>
                <a:chExt cx="428625" cy="6300000"/>
              </a:xfrm>
            </p:grpSpPr>
            <p:sp>
              <p:nvSpPr>
                <p:cNvPr id="691218" name="Freeform 17">
                  <a:extLst>
                    <a:ext uri="{FF2B5EF4-FFF2-40B4-BE49-F238E27FC236}">
                      <a16:creationId xmlns:a16="http://schemas.microsoft.com/office/drawing/2014/main" id="{44C43358-826E-C2FD-E953-C2D79BA26E64}"/>
                    </a:ext>
                  </a:extLst>
                </p:cNvPr>
                <p:cNvSpPr>
                  <a:spLocks noEditPoints="1"/>
                </p:cNvSpPr>
                <p:nvPr/>
              </p:nvSpPr>
              <p:spPr bwMode="auto">
                <a:xfrm>
                  <a:off x="873125" y="1889125"/>
                  <a:ext cx="317500" cy="365125"/>
                </a:xfrm>
                <a:custGeom>
                  <a:avLst/>
                  <a:gdLst>
                    <a:gd name="T0" fmla="*/ 302 w 605"/>
                    <a:gd name="T1" fmla="*/ 605 h 696"/>
                    <a:gd name="T2" fmla="*/ 257 w 605"/>
                    <a:gd name="T3" fmla="*/ 650 h 696"/>
                    <a:gd name="T4" fmla="*/ 302 w 605"/>
                    <a:gd name="T5" fmla="*/ 696 h 696"/>
                    <a:gd name="T6" fmla="*/ 348 w 605"/>
                    <a:gd name="T7" fmla="*/ 650 h 696"/>
                    <a:gd name="T8" fmla="*/ 302 w 605"/>
                    <a:gd name="T9" fmla="*/ 605 h 696"/>
                    <a:gd name="T10" fmla="*/ 605 w 605"/>
                    <a:gd name="T11" fmla="*/ 0 h 696"/>
                    <a:gd name="T12" fmla="*/ 302 w 605"/>
                    <a:gd name="T13" fmla="*/ 605 h 696"/>
                    <a:gd name="T14" fmla="*/ 0 w 605"/>
                    <a:gd name="T15" fmla="*/ 0 h 696"/>
                    <a:gd name="T16" fmla="*/ 605 w 605"/>
                    <a:gd name="T17"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5" h="696">
                      <a:moveTo>
                        <a:pt x="302" y="605"/>
                      </a:moveTo>
                      <a:cubicBezTo>
                        <a:pt x="277" y="605"/>
                        <a:pt x="257" y="625"/>
                        <a:pt x="257" y="650"/>
                      </a:cubicBezTo>
                      <a:cubicBezTo>
                        <a:pt x="257" y="675"/>
                        <a:pt x="277" y="696"/>
                        <a:pt x="302" y="696"/>
                      </a:cubicBezTo>
                      <a:cubicBezTo>
                        <a:pt x="327" y="696"/>
                        <a:pt x="348" y="675"/>
                        <a:pt x="348" y="650"/>
                      </a:cubicBezTo>
                      <a:cubicBezTo>
                        <a:pt x="348" y="625"/>
                        <a:pt x="327" y="605"/>
                        <a:pt x="302" y="605"/>
                      </a:cubicBezTo>
                      <a:close/>
                      <a:moveTo>
                        <a:pt x="605" y="0"/>
                      </a:moveTo>
                      <a:lnTo>
                        <a:pt x="302" y="605"/>
                      </a:lnTo>
                      <a:lnTo>
                        <a:pt x="0" y="0"/>
                      </a:lnTo>
                      <a:lnTo>
                        <a:pt x="605" y="0"/>
                      </a:lnTo>
                      <a:close/>
                    </a:path>
                  </a:pathLst>
                </a:custGeom>
                <a:solidFill>
                  <a:srgbClr val="FFFFFF"/>
                </a:solidFill>
                <a:ln w="190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91219" name="Freeform 18">
                  <a:extLst>
                    <a:ext uri="{FF2B5EF4-FFF2-40B4-BE49-F238E27FC236}">
                      <a16:creationId xmlns:a16="http://schemas.microsoft.com/office/drawing/2014/main" id="{9B366BD5-283B-05F2-3048-C95DD1AD00E5}"/>
                    </a:ext>
                  </a:extLst>
                </p:cNvPr>
                <p:cNvSpPr>
                  <a:spLocks noEditPoints="1"/>
                </p:cNvSpPr>
                <p:nvPr/>
              </p:nvSpPr>
              <p:spPr bwMode="auto">
                <a:xfrm>
                  <a:off x="873125" y="1889125"/>
                  <a:ext cx="317500" cy="365125"/>
                </a:xfrm>
                <a:custGeom>
                  <a:avLst/>
                  <a:gdLst>
                    <a:gd name="T0" fmla="*/ 302 w 605"/>
                    <a:gd name="T1" fmla="*/ 605 h 696"/>
                    <a:gd name="T2" fmla="*/ 257 w 605"/>
                    <a:gd name="T3" fmla="*/ 650 h 696"/>
                    <a:gd name="T4" fmla="*/ 302 w 605"/>
                    <a:gd name="T5" fmla="*/ 696 h 696"/>
                    <a:gd name="T6" fmla="*/ 348 w 605"/>
                    <a:gd name="T7" fmla="*/ 650 h 696"/>
                    <a:gd name="T8" fmla="*/ 302 w 605"/>
                    <a:gd name="T9" fmla="*/ 605 h 696"/>
                    <a:gd name="T10" fmla="*/ 605 w 605"/>
                    <a:gd name="T11" fmla="*/ 0 h 696"/>
                    <a:gd name="T12" fmla="*/ 302 w 605"/>
                    <a:gd name="T13" fmla="*/ 605 h 696"/>
                    <a:gd name="T14" fmla="*/ 0 w 605"/>
                    <a:gd name="T15" fmla="*/ 0 h 696"/>
                    <a:gd name="T16" fmla="*/ 605 w 605"/>
                    <a:gd name="T17"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5" h="696">
                      <a:moveTo>
                        <a:pt x="302" y="605"/>
                      </a:moveTo>
                      <a:cubicBezTo>
                        <a:pt x="277" y="605"/>
                        <a:pt x="257" y="625"/>
                        <a:pt x="257" y="650"/>
                      </a:cubicBezTo>
                      <a:cubicBezTo>
                        <a:pt x="257" y="675"/>
                        <a:pt x="277" y="696"/>
                        <a:pt x="302" y="696"/>
                      </a:cubicBezTo>
                      <a:cubicBezTo>
                        <a:pt x="327" y="696"/>
                        <a:pt x="348" y="675"/>
                        <a:pt x="348" y="650"/>
                      </a:cubicBezTo>
                      <a:cubicBezTo>
                        <a:pt x="348" y="625"/>
                        <a:pt x="327" y="605"/>
                        <a:pt x="302" y="605"/>
                      </a:cubicBezTo>
                      <a:close/>
                      <a:moveTo>
                        <a:pt x="605" y="0"/>
                      </a:moveTo>
                      <a:lnTo>
                        <a:pt x="302" y="605"/>
                      </a:lnTo>
                      <a:lnTo>
                        <a:pt x="0" y="0"/>
                      </a:lnTo>
                      <a:lnTo>
                        <a:pt x="605" y="0"/>
                      </a:lnTo>
                      <a:close/>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91220" name="Line 19">
                  <a:extLst>
                    <a:ext uri="{FF2B5EF4-FFF2-40B4-BE49-F238E27FC236}">
                      <a16:creationId xmlns:a16="http://schemas.microsoft.com/office/drawing/2014/main" id="{B1A2C980-6DFC-79AA-341F-6EC88ED7A22A}"/>
                    </a:ext>
                  </a:extLst>
                </p:cNvPr>
                <p:cNvSpPr>
                  <a:spLocks noChangeShapeType="1"/>
                </p:cNvSpPr>
                <p:nvPr/>
              </p:nvSpPr>
              <p:spPr bwMode="auto">
                <a:xfrm>
                  <a:off x="1031875" y="2262187"/>
                  <a:ext cx="0" cy="5580000"/>
                </a:xfrm>
                <a:prstGeom prst="line">
                  <a:avLst/>
                </a:prstGeom>
                <a:noFill/>
                <a:ln w="19050"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91221" name="Line 20">
                  <a:extLst>
                    <a:ext uri="{FF2B5EF4-FFF2-40B4-BE49-F238E27FC236}">
                      <a16:creationId xmlns:a16="http://schemas.microsoft.com/office/drawing/2014/main" id="{7C196FAB-0277-ACE8-7AF2-053F5CEFB985}"/>
                    </a:ext>
                  </a:extLst>
                </p:cNvPr>
                <p:cNvSpPr>
                  <a:spLocks noChangeShapeType="1"/>
                </p:cNvSpPr>
                <p:nvPr/>
              </p:nvSpPr>
              <p:spPr bwMode="auto">
                <a:xfrm>
                  <a:off x="762000" y="1542187"/>
                  <a:ext cx="0" cy="6300000"/>
                </a:xfrm>
                <a:prstGeom prst="line">
                  <a:avLst/>
                </a:prstGeom>
                <a:noFill/>
                <a:ln w="19050"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91222" name="Freeform 21">
                  <a:extLst>
                    <a:ext uri="{FF2B5EF4-FFF2-40B4-BE49-F238E27FC236}">
                      <a16:creationId xmlns:a16="http://schemas.microsoft.com/office/drawing/2014/main" id="{C74F5724-F736-6999-B8FF-ACB23463FD34}"/>
                    </a:ext>
                  </a:extLst>
                </p:cNvPr>
                <p:cNvSpPr>
                  <a:spLocks/>
                </p:cNvSpPr>
                <p:nvPr/>
              </p:nvSpPr>
              <p:spPr bwMode="auto">
                <a:xfrm>
                  <a:off x="762001" y="1712913"/>
                  <a:ext cx="269874" cy="176213"/>
                </a:xfrm>
                <a:custGeom>
                  <a:avLst/>
                  <a:gdLst>
                    <a:gd name="T0" fmla="*/ 200 w 200"/>
                    <a:gd name="T1" fmla="*/ 111 h 111"/>
                    <a:gd name="T2" fmla="*/ 200 w 200"/>
                    <a:gd name="T3" fmla="*/ 0 h 111"/>
                    <a:gd name="T4" fmla="*/ 0 w 200"/>
                    <a:gd name="T5" fmla="*/ 0 h 111"/>
                  </a:gdLst>
                  <a:ahLst/>
                  <a:cxnLst>
                    <a:cxn ang="0">
                      <a:pos x="T0" y="T1"/>
                    </a:cxn>
                    <a:cxn ang="0">
                      <a:pos x="T2" y="T3"/>
                    </a:cxn>
                    <a:cxn ang="0">
                      <a:pos x="T4" y="T5"/>
                    </a:cxn>
                  </a:cxnLst>
                  <a:rect l="0" t="0" r="r" b="b"/>
                  <a:pathLst>
                    <a:path w="200" h="111">
                      <a:moveTo>
                        <a:pt x="200" y="111"/>
                      </a:moveTo>
                      <a:lnTo>
                        <a:pt x="200" y="0"/>
                      </a:lnTo>
                      <a:lnTo>
                        <a:pt x="0" y="0"/>
                      </a:lnTo>
                    </a:path>
                  </a:pathLst>
                </a:custGeom>
                <a:noFill/>
                <a:ln w="19050" cap="rnd">
                  <a:solidFill>
                    <a:srgbClr val="000000"/>
                  </a:solidFill>
                  <a:prstDash val="solid"/>
                  <a:round/>
                  <a:headEnd/>
                  <a:tailEnd type="oval"/>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691206" name="组合 691205">
                <a:extLst>
                  <a:ext uri="{FF2B5EF4-FFF2-40B4-BE49-F238E27FC236}">
                    <a16:creationId xmlns:a16="http://schemas.microsoft.com/office/drawing/2014/main" id="{0C661D6F-3678-2883-5888-BF2A6B76DCC3}"/>
                  </a:ext>
                </a:extLst>
              </p:cNvPr>
              <p:cNvGrpSpPr/>
              <p:nvPr/>
            </p:nvGrpSpPr>
            <p:grpSpPr>
              <a:xfrm>
                <a:off x="1795014" y="1542187"/>
                <a:ext cx="428625" cy="6300000"/>
                <a:chOff x="762000" y="1542187"/>
                <a:chExt cx="428625" cy="6300000"/>
              </a:xfrm>
            </p:grpSpPr>
            <p:sp>
              <p:nvSpPr>
                <p:cNvPr id="691213" name="Freeform 17">
                  <a:extLst>
                    <a:ext uri="{FF2B5EF4-FFF2-40B4-BE49-F238E27FC236}">
                      <a16:creationId xmlns:a16="http://schemas.microsoft.com/office/drawing/2014/main" id="{1406491B-D30E-6E3D-4B6D-23BBC2F728A0}"/>
                    </a:ext>
                  </a:extLst>
                </p:cNvPr>
                <p:cNvSpPr>
                  <a:spLocks noEditPoints="1"/>
                </p:cNvSpPr>
                <p:nvPr/>
              </p:nvSpPr>
              <p:spPr bwMode="auto">
                <a:xfrm>
                  <a:off x="873125" y="1889125"/>
                  <a:ext cx="317500" cy="365125"/>
                </a:xfrm>
                <a:custGeom>
                  <a:avLst/>
                  <a:gdLst>
                    <a:gd name="T0" fmla="*/ 302 w 605"/>
                    <a:gd name="T1" fmla="*/ 605 h 696"/>
                    <a:gd name="T2" fmla="*/ 257 w 605"/>
                    <a:gd name="T3" fmla="*/ 650 h 696"/>
                    <a:gd name="T4" fmla="*/ 302 w 605"/>
                    <a:gd name="T5" fmla="*/ 696 h 696"/>
                    <a:gd name="T6" fmla="*/ 348 w 605"/>
                    <a:gd name="T7" fmla="*/ 650 h 696"/>
                    <a:gd name="T8" fmla="*/ 302 w 605"/>
                    <a:gd name="T9" fmla="*/ 605 h 696"/>
                    <a:gd name="T10" fmla="*/ 605 w 605"/>
                    <a:gd name="T11" fmla="*/ 0 h 696"/>
                    <a:gd name="T12" fmla="*/ 302 w 605"/>
                    <a:gd name="T13" fmla="*/ 605 h 696"/>
                    <a:gd name="T14" fmla="*/ 0 w 605"/>
                    <a:gd name="T15" fmla="*/ 0 h 696"/>
                    <a:gd name="T16" fmla="*/ 605 w 605"/>
                    <a:gd name="T17"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5" h="696">
                      <a:moveTo>
                        <a:pt x="302" y="605"/>
                      </a:moveTo>
                      <a:cubicBezTo>
                        <a:pt x="277" y="605"/>
                        <a:pt x="257" y="625"/>
                        <a:pt x="257" y="650"/>
                      </a:cubicBezTo>
                      <a:cubicBezTo>
                        <a:pt x="257" y="675"/>
                        <a:pt x="277" y="696"/>
                        <a:pt x="302" y="696"/>
                      </a:cubicBezTo>
                      <a:cubicBezTo>
                        <a:pt x="327" y="696"/>
                        <a:pt x="348" y="675"/>
                        <a:pt x="348" y="650"/>
                      </a:cubicBezTo>
                      <a:cubicBezTo>
                        <a:pt x="348" y="625"/>
                        <a:pt x="327" y="605"/>
                        <a:pt x="302" y="605"/>
                      </a:cubicBezTo>
                      <a:close/>
                      <a:moveTo>
                        <a:pt x="605" y="0"/>
                      </a:moveTo>
                      <a:lnTo>
                        <a:pt x="302" y="605"/>
                      </a:lnTo>
                      <a:lnTo>
                        <a:pt x="0" y="0"/>
                      </a:lnTo>
                      <a:lnTo>
                        <a:pt x="605" y="0"/>
                      </a:lnTo>
                      <a:close/>
                    </a:path>
                  </a:pathLst>
                </a:custGeom>
                <a:solidFill>
                  <a:srgbClr val="FFFFFF"/>
                </a:solidFill>
                <a:ln w="190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91214" name="Freeform 18">
                  <a:extLst>
                    <a:ext uri="{FF2B5EF4-FFF2-40B4-BE49-F238E27FC236}">
                      <a16:creationId xmlns:a16="http://schemas.microsoft.com/office/drawing/2014/main" id="{3CDBFFEB-8B1B-C299-DE29-F84CFC2FF336}"/>
                    </a:ext>
                  </a:extLst>
                </p:cNvPr>
                <p:cNvSpPr>
                  <a:spLocks noEditPoints="1"/>
                </p:cNvSpPr>
                <p:nvPr/>
              </p:nvSpPr>
              <p:spPr bwMode="auto">
                <a:xfrm>
                  <a:off x="873125" y="1889125"/>
                  <a:ext cx="317500" cy="365125"/>
                </a:xfrm>
                <a:custGeom>
                  <a:avLst/>
                  <a:gdLst>
                    <a:gd name="T0" fmla="*/ 302 w 605"/>
                    <a:gd name="T1" fmla="*/ 605 h 696"/>
                    <a:gd name="T2" fmla="*/ 257 w 605"/>
                    <a:gd name="T3" fmla="*/ 650 h 696"/>
                    <a:gd name="T4" fmla="*/ 302 w 605"/>
                    <a:gd name="T5" fmla="*/ 696 h 696"/>
                    <a:gd name="T6" fmla="*/ 348 w 605"/>
                    <a:gd name="T7" fmla="*/ 650 h 696"/>
                    <a:gd name="T8" fmla="*/ 302 w 605"/>
                    <a:gd name="T9" fmla="*/ 605 h 696"/>
                    <a:gd name="T10" fmla="*/ 605 w 605"/>
                    <a:gd name="T11" fmla="*/ 0 h 696"/>
                    <a:gd name="T12" fmla="*/ 302 w 605"/>
                    <a:gd name="T13" fmla="*/ 605 h 696"/>
                    <a:gd name="T14" fmla="*/ 0 w 605"/>
                    <a:gd name="T15" fmla="*/ 0 h 696"/>
                    <a:gd name="T16" fmla="*/ 605 w 605"/>
                    <a:gd name="T17"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5" h="696">
                      <a:moveTo>
                        <a:pt x="302" y="605"/>
                      </a:moveTo>
                      <a:cubicBezTo>
                        <a:pt x="277" y="605"/>
                        <a:pt x="257" y="625"/>
                        <a:pt x="257" y="650"/>
                      </a:cubicBezTo>
                      <a:cubicBezTo>
                        <a:pt x="257" y="675"/>
                        <a:pt x="277" y="696"/>
                        <a:pt x="302" y="696"/>
                      </a:cubicBezTo>
                      <a:cubicBezTo>
                        <a:pt x="327" y="696"/>
                        <a:pt x="348" y="675"/>
                        <a:pt x="348" y="650"/>
                      </a:cubicBezTo>
                      <a:cubicBezTo>
                        <a:pt x="348" y="625"/>
                        <a:pt x="327" y="605"/>
                        <a:pt x="302" y="605"/>
                      </a:cubicBezTo>
                      <a:close/>
                      <a:moveTo>
                        <a:pt x="605" y="0"/>
                      </a:moveTo>
                      <a:lnTo>
                        <a:pt x="302" y="605"/>
                      </a:lnTo>
                      <a:lnTo>
                        <a:pt x="0" y="0"/>
                      </a:lnTo>
                      <a:lnTo>
                        <a:pt x="605" y="0"/>
                      </a:lnTo>
                      <a:close/>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91215" name="Line 19">
                  <a:extLst>
                    <a:ext uri="{FF2B5EF4-FFF2-40B4-BE49-F238E27FC236}">
                      <a16:creationId xmlns:a16="http://schemas.microsoft.com/office/drawing/2014/main" id="{E57241E7-B92B-E7D5-0159-EBF9D7E99107}"/>
                    </a:ext>
                  </a:extLst>
                </p:cNvPr>
                <p:cNvSpPr>
                  <a:spLocks noChangeShapeType="1"/>
                </p:cNvSpPr>
                <p:nvPr/>
              </p:nvSpPr>
              <p:spPr bwMode="auto">
                <a:xfrm>
                  <a:off x="1031875" y="2262187"/>
                  <a:ext cx="0" cy="5580000"/>
                </a:xfrm>
                <a:prstGeom prst="line">
                  <a:avLst/>
                </a:prstGeom>
                <a:noFill/>
                <a:ln w="19050"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91216" name="Line 20">
                  <a:extLst>
                    <a:ext uri="{FF2B5EF4-FFF2-40B4-BE49-F238E27FC236}">
                      <a16:creationId xmlns:a16="http://schemas.microsoft.com/office/drawing/2014/main" id="{5CB423AD-6430-7E53-D695-8AB80B3520D3}"/>
                    </a:ext>
                  </a:extLst>
                </p:cNvPr>
                <p:cNvSpPr>
                  <a:spLocks noChangeShapeType="1"/>
                </p:cNvSpPr>
                <p:nvPr/>
              </p:nvSpPr>
              <p:spPr bwMode="auto">
                <a:xfrm>
                  <a:off x="762000" y="1542187"/>
                  <a:ext cx="0" cy="6300000"/>
                </a:xfrm>
                <a:prstGeom prst="line">
                  <a:avLst/>
                </a:prstGeom>
                <a:noFill/>
                <a:ln w="19050"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91217" name="Freeform 21">
                  <a:extLst>
                    <a:ext uri="{FF2B5EF4-FFF2-40B4-BE49-F238E27FC236}">
                      <a16:creationId xmlns:a16="http://schemas.microsoft.com/office/drawing/2014/main" id="{0E00662F-7591-9D02-494C-CC20EF49C3AE}"/>
                    </a:ext>
                  </a:extLst>
                </p:cNvPr>
                <p:cNvSpPr>
                  <a:spLocks/>
                </p:cNvSpPr>
                <p:nvPr/>
              </p:nvSpPr>
              <p:spPr bwMode="auto">
                <a:xfrm>
                  <a:off x="762001" y="1712913"/>
                  <a:ext cx="269874" cy="176213"/>
                </a:xfrm>
                <a:custGeom>
                  <a:avLst/>
                  <a:gdLst>
                    <a:gd name="T0" fmla="*/ 200 w 200"/>
                    <a:gd name="T1" fmla="*/ 111 h 111"/>
                    <a:gd name="T2" fmla="*/ 200 w 200"/>
                    <a:gd name="T3" fmla="*/ 0 h 111"/>
                    <a:gd name="T4" fmla="*/ 0 w 200"/>
                    <a:gd name="T5" fmla="*/ 0 h 111"/>
                  </a:gdLst>
                  <a:ahLst/>
                  <a:cxnLst>
                    <a:cxn ang="0">
                      <a:pos x="T0" y="T1"/>
                    </a:cxn>
                    <a:cxn ang="0">
                      <a:pos x="T2" y="T3"/>
                    </a:cxn>
                    <a:cxn ang="0">
                      <a:pos x="T4" y="T5"/>
                    </a:cxn>
                  </a:cxnLst>
                  <a:rect l="0" t="0" r="r" b="b"/>
                  <a:pathLst>
                    <a:path w="200" h="111">
                      <a:moveTo>
                        <a:pt x="200" y="111"/>
                      </a:moveTo>
                      <a:lnTo>
                        <a:pt x="200" y="0"/>
                      </a:lnTo>
                      <a:lnTo>
                        <a:pt x="0" y="0"/>
                      </a:lnTo>
                    </a:path>
                  </a:pathLst>
                </a:custGeom>
                <a:noFill/>
                <a:ln w="19050" cap="rnd">
                  <a:solidFill>
                    <a:srgbClr val="000000"/>
                  </a:solidFill>
                  <a:prstDash val="solid"/>
                  <a:round/>
                  <a:headEnd/>
                  <a:tailEnd type="oval"/>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691207" name="组合 691206">
                <a:extLst>
                  <a:ext uri="{FF2B5EF4-FFF2-40B4-BE49-F238E27FC236}">
                    <a16:creationId xmlns:a16="http://schemas.microsoft.com/office/drawing/2014/main" id="{A7E02F73-76EE-FD2C-CD7A-4AE1AFF1B0B3}"/>
                  </a:ext>
                </a:extLst>
              </p:cNvPr>
              <p:cNvGrpSpPr/>
              <p:nvPr/>
            </p:nvGrpSpPr>
            <p:grpSpPr>
              <a:xfrm>
                <a:off x="2334106" y="1542187"/>
                <a:ext cx="428625" cy="6300000"/>
                <a:chOff x="762000" y="1542187"/>
                <a:chExt cx="428625" cy="6300000"/>
              </a:xfrm>
            </p:grpSpPr>
            <p:sp>
              <p:nvSpPr>
                <p:cNvPr id="691208" name="Freeform 17">
                  <a:extLst>
                    <a:ext uri="{FF2B5EF4-FFF2-40B4-BE49-F238E27FC236}">
                      <a16:creationId xmlns:a16="http://schemas.microsoft.com/office/drawing/2014/main" id="{ABC27B23-5DD8-BDEF-1943-15AF94EFD8FA}"/>
                    </a:ext>
                  </a:extLst>
                </p:cNvPr>
                <p:cNvSpPr>
                  <a:spLocks noEditPoints="1"/>
                </p:cNvSpPr>
                <p:nvPr/>
              </p:nvSpPr>
              <p:spPr bwMode="auto">
                <a:xfrm>
                  <a:off x="873125" y="1889125"/>
                  <a:ext cx="317500" cy="365125"/>
                </a:xfrm>
                <a:custGeom>
                  <a:avLst/>
                  <a:gdLst>
                    <a:gd name="T0" fmla="*/ 302 w 605"/>
                    <a:gd name="T1" fmla="*/ 605 h 696"/>
                    <a:gd name="T2" fmla="*/ 257 w 605"/>
                    <a:gd name="T3" fmla="*/ 650 h 696"/>
                    <a:gd name="T4" fmla="*/ 302 w 605"/>
                    <a:gd name="T5" fmla="*/ 696 h 696"/>
                    <a:gd name="T6" fmla="*/ 348 w 605"/>
                    <a:gd name="T7" fmla="*/ 650 h 696"/>
                    <a:gd name="T8" fmla="*/ 302 w 605"/>
                    <a:gd name="T9" fmla="*/ 605 h 696"/>
                    <a:gd name="T10" fmla="*/ 605 w 605"/>
                    <a:gd name="T11" fmla="*/ 0 h 696"/>
                    <a:gd name="T12" fmla="*/ 302 w 605"/>
                    <a:gd name="T13" fmla="*/ 605 h 696"/>
                    <a:gd name="T14" fmla="*/ 0 w 605"/>
                    <a:gd name="T15" fmla="*/ 0 h 696"/>
                    <a:gd name="T16" fmla="*/ 605 w 605"/>
                    <a:gd name="T17"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5" h="696">
                      <a:moveTo>
                        <a:pt x="302" y="605"/>
                      </a:moveTo>
                      <a:cubicBezTo>
                        <a:pt x="277" y="605"/>
                        <a:pt x="257" y="625"/>
                        <a:pt x="257" y="650"/>
                      </a:cubicBezTo>
                      <a:cubicBezTo>
                        <a:pt x="257" y="675"/>
                        <a:pt x="277" y="696"/>
                        <a:pt x="302" y="696"/>
                      </a:cubicBezTo>
                      <a:cubicBezTo>
                        <a:pt x="327" y="696"/>
                        <a:pt x="348" y="675"/>
                        <a:pt x="348" y="650"/>
                      </a:cubicBezTo>
                      <a:cubicBezTo>
                        <a:pt x="348" y="625"/>
                        <a:pt x="327" y="605"/>
                        <a:pt x="302" y="605"/>
                      </a:cubicBezTo>
                      <a:close/>
                      <a:moveTo>
                        <a:pt x="605" y="0"/>
                      </a:moveTo>
                      <a:lnTo>
                        <a:pt x="302" y="605"/>
                      </a:lnTo>
                      <a:lnTo>
                        <a:pt x="0" y="0"/>
                      </a:lnTo>
                      <a:lnTo>
                        <a:pt x="605" y="0"/>
                      </a:lnTo>
                      <a:close/>
                    </a:path>
                  </a:pathLst>
                </a:custGeom>
                <a:solidFill>
                  <a:srgbClr val="FFFFFF"/>
                </a:solidFill>
                <a:ln w="190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91209" name="Freeform 18">
                  <a:extLst>
                    <a:ext uri="{FF2B5EF4-FFF2-40B4-BE49-F238E27FC236}">
                      <a16:creationId xmlns:a16="http://schemas.microsoft.com/office/drawing/2014/main" id="{23800185-DCF0-5389-B887-11F06D46C64F}"/>
                    </a:ext>
                  </a:extLst>
                </p:cNvPr>
                <p:cNvSpPr>
                  <a:spLocks noEditPoints="1"/>
                </p:cNvSpPr>
                <p:nvPr/>
              </p:nvSpPr>
              <p:spPr bwMode="auto">
                <a:xfrm>
                  <a:off x="873125" y="1889125"/>
                  <a:ext cx="317500" cy="365125"/>
                </a:xfrm>
                <a:custGeom>
                  <a:avLst/>
                  <a:gdLst>
                    <a:gd name="T0" fmla="*/ 302 w 605"/>
                    <a:gd name="T1" fmla="*/ 605 h 696"/>
                    <a:gd name="T2" fmla="*/ 257 w 605"/>
                    <a:gd name="T3" fmla="*/ 650 h 696"/>
                    <a:gd name="T4" fmla="*/ 302 w 605"/>
                    <a:gd name="T5" fmla="*/ 696 h 696"/>
                    <a:gd name="T6" fmla="*/ 348 w 605"/>
                    <a:gd name="T7" fmla="*/ 650 h 696"/>
                    <a:gd name="T8" fmla="*/ 302 w 605"/>
                    <a:gd name="T9" fmla="*/ 605 h 696"/>
                    <a:gd name="T10" fmla="*/ 605 w 605"/>
                    <a:gd name="T11" fmla="*/ 0 h 696"/>
                    <a:gd name="T12" fmla="*/ 302 w 605"/>
                    <a:gd name="T13" fmla="*/ 605 h 696"/>
                    <a:gd name="T14" fmla="*/ 0 w 605"/>
                    <a:gd name="T15" fmla="*/ 0 h 696"/>
                    <a:gd name="T16" fmla="*/ 605 w 605"/>
                    <a:gd name="T17"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5" h="696">
                      <a:moveTo>
                        <a:pt x="302" y="605"/>
                      </a:moveTo>
                      <a:cubicBezTo>
                        <a:pt x="277" y="605"/>
                        <a:pt x="257" y="625"/>
                        <a:pt x="257" y="650"/>
                      </a:cubicBezTo>
                      <a:cubicBezTo>
                        <a:pt x="257" y="675"/>
                        <a:pt x="277" y="696"/>
                        <a:pt x="302" y="696"/>
                      </a:cubicBezTo>
                      <a:cubicBezTo>
                        <a:pt x="327" y="696"/>
                        <a:pt x="348" y="675"/>
                        <a:pt x="348" y="650"/>
                      </a:cubicBezTo>
                      <a:cubicBezTo>
                        <a:pt x="348" y="625"/>
                        <a:pt x="327" y="605"/>
                        <a:pt x="302" y="605"/>
                      </a:cubicBezTo>
                      <a:close/>
                      <a:moveTo>
                        <a:pt x="605" y="0"/>
                      </a:moveTo>
                      <a:lnTo>
                        <a:pt x="302" y="605"/>
                      </a:lnTo>
                      <a:lnTo>
                        <a:pt x="0" y="0"/>
                      </a:lnTo>
                      <a:lnTo>
                        <a:pt x="605" y="0"/>
                      </a:lnTo>
                      <a:close/>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91210" name="Line 19">
                  <a:extLst>
                    <a:ext uri="{FF2B5EF4-FFF2-40B4-BE49-F238E27FC236}">
                      <a16:creationId xmlns:a16="http://schemas.microsoft.com/office/drawing/2014/main" id="{621B0979-DBB8-8F71-32D7-9024F06FF7B8}"/>
                    </a:ext>
                  </a:extLst>
                </p:cNvPr>
                <p:cNvSpPr>
                  <a:spLocks noChangeShapeType="1"/>
                </p:cNvSpPr>
                <p:nvPr/>
              </p:nvSpPr>
              <p:spPr bwMode="auto">
                <a:xfrm>
                  <a:off x="1031875" y="2262187"/>
                  <a:ext cx="0" cy="5580000"/>
                </a:xfrm>
                <a:prstGeom prst="line">
                  <a:avLst/>
                </a:prstGeom>
                <a:noFill/>
                <a:ln w="19050"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91211" name="Line 20">
                  <a:extLst>
                    <a:ext uri="{FF2B5EF4-FFF2-40B4-BE49-F238E27FC236}">
                      <a16:creationId xmlns:a16="http://schemas.microsoft.com/office/drawing/2014/main" id="{9F9FAEC9-2FB5-880E-1F38-FA2F8E35FC63}"/>
                    </a:ext>
                  </a:extLst>
                </p:cNvPr>
                <p:cNvSpPr>
                  <a:spLocks noChangeShapeType="1"/>
                </p:cNvSpPr>
                <p:nvPr/>
              </p:nvSpPr>
              <p:spPr bwMode="auto">
                <a:xfrm>
                  <a:off x="762000" y="1542187"/>
                  <a:ext cx="0" cy="6300000"/>
                </a:xfrm>
                <a:prstGeom prst="line">
                  <a:avLst/>
                </a:prstGeom>
                <a:noFill/>
                <a:ln w="19050"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91212" name="Freeform 21">
                  <a:extLst>
                    <a:ext uri="{FF2B5EF4-FFF2-40B4-BE49-F238E27FC236}">
                      <a16:creationId xmlns:a16="http://schemas.microsoft.com/office/drawing/2014/main" id="{1C47F1DC-1CA9-BF1E-D1CC-498BDB720A04}"/>
                    </a:ext>
                  </a:extLst>
                </p:cNvPr>
                <p:cNvSpPr>
                  <a:spLocks/>
                </p:cNvSpPr>
                <p:nvPr/>
              </p:nvSpPr>
              <p:spPr bwMode="auto">
                <a:xfrm>
                  <a:off x="762001" y="1712913"/>
                  <a:ext cx="269874" cy="176213"/>
                </a:xfrm>
                <a:custGeom>
                  <a:avLst/>
                  <a:gdLst>
                    <a:gd name="T0" fmla="*/ 200 w 200"/>
                    <a:gd name="T1" fmla="*/ 111 h 111"/>
                    <a:gd name="T2" fmla="*/ 200 w 200"/>
                    <a:gd name="T3" fmla="*/ 0 h 111"/>
                    <a:gd name="T4" fmla="*/ 0 w 200"/>
                    <a:gd name="T5" fmla="*/ 0 h 111"/>
                  </a:gdLst>
                  <a:ahLst/>
                  <a:cxnLst>
                    <a:cxn ang="0">
                      <a:pos x="T0" y="T1"/>
                    </a:cxn>
                    <a:cxn ang="0">
                      <a:pos x="T2" y="T3"/>
                    </a:cxn>
                    <a:cxn ang="0">
                      <a:pos x="T4" y="T5"/>
                    </a:cxn>
                  </a:cxnLst>
                  <a:rect l="0" t="0" r="r" b="b"/>
                  <a:pathLst>
                    <a:path w="200" h="111">
                      <a:moveTo>
                        <a:pt x="200" y="111"/>
                      </a:moveTo>
                      <a:lnTo>
                        <a:pt x="200" y="0"/>
                      </a:lnTo>
                      <a:lnTo>
                        <a:pt x="0" y="0"/>
                      </a:lnTo>
                    </a:path>
                  </a:pathLst>
                </a:custGeom>
                <a:noFill/>
                <a:ln w="19050" cap="rnd">
                  <a:solidFill>
                    <a:srgbClr val="000000"/>
                  </a:solidFill>
                  <a:prstDash val="solid"/>
                  <a:round/>
                  <a:headEnd/>
                  <a:tailEnd type="oval"/>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4" name="组合 3">
              <a:extLst>
                <a:ext uri="{FF2B5EF4-FFF2-40B4-BE49-F238E27FC236}">
                  <a16:creationId xmlns:a16="http://schemas.microsoft.com/office/drawing/2014/main" id="{5CAEEBB6-DC01-7D08-9F3D-40E12F0724C2}"/>
                </a:ext>
              </a:extLst>
            </p:cNvPr>
            <p:cNvGrpSpPr/>
            <p:nvPr/>
          </p:nvGrpSpPr>
          <p:grpSpPr>
            <a:xfrm>
              <a:off x="1031875" y="2438400"/>
              <a:ext cx="2703219" cy="506413"/>
              <a:chOff x="1031875" y="2590800"/>
              <a:chExt cx="2703219" cy="506413"/>
            </a:xfrm>
          </p:grpSpPr>
          <p:grpSp>
            <p:nvGrpSpPr>
              <p:cNvPr id="29753" name="组合 29752">
                <a:extLst>
                  <a:ext uri="{FF2B5EF4-FFF2-40B4-BE49-F238E27FC236}">
                    <a16:creationId xmlns:a16="http://schemas.microsoft.com/office/drawing/2014/main" id="{3154EB4D-E355-0B46-B498-5E2A0D201CAF}"/>
                  </a:ext>
                </a:extLst>
              </p:cNvPr>
              <p:cNvGrpSpPr/>
              <p:nvPr/>
            </p:nvGrpSpPr>
            <p:grpSpPr>
              <a:xfrm>
                <a:off x="2974681" y="2590800"/>
                <a:ext cx="760413" cy="506413"/>
                <a:chOff x="3260036" y="2755900"/>
                <a:chExt cx="760413" cy="506413"/>
              </a:xfrm>
            </p:grpSpPr>
            <p:sp>
              <p:nvSpPr>
                <p:cNvPr id="29758" name="Freeform 7">
                  <a:extLst>
                    <a:ext uri="{FF2B5EF4-FFF2-40B4-BE49-F238E27FC236}">
                      <a16:creationId xmlns:a16="http://schemas.microsoft.com/office/drawing/2014/main" id="{BE7BBE3B-D096-CFCE-0D75-8086B7F0755B}"/>
                    </a:ext>
                  </a:extLst>
                </p:cNvPr>
                <p:cNvSpPr>
                  <a:spLocks noEditPoints="1"/>
                </p:cNvSpPr>
                <p:nvPr/>
              </p:nvSpPr>
              <p:spPr bwMode="auto">
                <a:xfrm>
                  <a:off x="3260036" y="2913063"/>
                  <a:ext cx="760413" cy="190500"/>
                </a:xfrm>
                <a:custGeom>
                  <a:avLst/>
                  <a:gdLst>
                    <a:gd name="T0" fmla="*/ 0 w 479"/>
                    <a:gd name="T1" fmla="*/ 0 h 120"/>
                    <a:gd name="T2" fmla="*/ 240 w 479"/>
                    <a:gd name="T3" fmla="*/ 0 h 120"/>
                    <a:gd name="T4" fmla="*/ 0 w 479"/>
                    <a:gd name="T5" fmla="*/ 120 h 120"/>
                    <a:gd name="T6" fmla="*/ 240 w 479"/>
                    <a:gd name="T7" fmla="*/ 120 h 120"/>
                    <a:gd name="T8" fmla="*/ 479 w 479"/>
                    <a:gd name="T9" fmla="*/ 60 h 120"/>
                    <a:gd name="T10" fmla="*/ 240 w 479"/>
                    <a:gd name="T11" fmla="*/ 60 h 120"/>
                  </a:gdLst>
                  <a:ahLst/>
                  <a:cxnLst>
                    <a:cxn ang="0">
                      <a:pos x="T0" y="T1"/>
                    </a:cxn>
                    <a:cxn ang="0">
                      <a:pos x="T2" y="T3"/>
                    </a:cxn>
                    <a:cxn ang="0">
                      <a:pos x="T4" y="T5"/>
                    </a:cxn>
                    <a:cxn ang="0">
                      <a:pos x="T6" y="T7"/>
                    </a:cxn>
                    <a:cxn ang="0">
                      <a:pos x="T8" y="T9"/>
                    </a:cxn>
                    <a:cxn ang="0">
                      <a:pos x="T10" y="T11"/>
                    </a:cxn>
                  </a:cxnLst>
                  <a:rect l="0" t="0" r="r" b="b"/>
                  <a:pathLst>
                    <a:path w="479" h="120">
                      <a:moveTo>
                        <a:pt x="0" y="0"/>
                      </a:moveTo>
                      <a:lnTo>
                        <a:pt x="240" y="0"/>
                      </a:lnTo>
                      <a:moveTo>
                        <a:pt x="0" y="120"/>
                      </a:moveTo>
                      <a:lnTo>
                        <a:pt x="240" y="120"/>
                      </a:lnTo>
                      <a:moveTo>
                        <a:pt x="479" y="60"/>
                      </a:moveTo>
                      <a:lnTo>
                        <a:pt x="240" y="60"/>
                      </a:lnTo>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9759" name="Freeform 8">
                  <a:extLst>
                    <a:ext uri="{FF2B5EF4-FFF2-40B4-BE49-F238E27FC236}">
                      <a16:creationId xmlns:a16="http://schemas.microsoft.com/office/drawing/2014/main" id="{58957404-70EF-7353-B29C-8D472FB7EEF2}"/>
                    </a:ext>
                  </a:extLst>
                </p:cNvPr>
                <p:cNvSpPr>
                  <a:spLocks/>
                </p:cNvSpPr>
                <p:nvPr/>
              </p:nvSpPr>
              <p:spPr bwMode="auto">
                <a:xfrm>
                  <a:off x="3393386" y="2819400"/>
                  <a:ext cx="495300" cy="379413"/>
                </a:xfrm>
                <a:custGeom>
                  <a:avLst/>
                  <a:gdLst>
                    <a:gd name="T0" fmla="*/ 944 w 944"/>
                    <a:gd name="T1" fmla="*/ 363 h 726"/>
                    <a:gd name="T2" fmla="*/ 283 w 944"/>
                    <a:gd name="T3" fmla="*/ 726 h 726"/>
                    <a:gd name="T4" fmla="*/ 0 w 944"/>
                    <a:gd name="T5" fmla="*/ 726 h 726"/>
                    <a:gd name="T6" fmla="*/ 0 w 944"/>
                    <a:gd name="T7" fmla="*/ 0 h 726"/>
                    <a:gd name="T8" fmla="*/ 283 w 944"/>
                    <a:gd name="T9" fmla="*/ 0 h 726"/>
                    <a:gd name="T10" fmla="*/ 944 w 944"/>
                    <a:gd name="T11" fmla="*/ 363 h 726"/>
                  </a:gdLst>
                  <a:ahLst/>
                  <a:cxnLst>
                    <a:cxn ang="0">
                      <a:pos x="T0" y="T1"/>
                    </a:cxn>
                    <a:cxn ang="0">
                      <a:pos x="T2" y="T3"/>
                    </a:cxn>
                    <a:cxn ang="0">
                      <a:pos x="T4" y="T5"/>
                    </a:cxn>
                    <a:cxn ang="0">
                      <a:pos x="T6" y="T7"/>
                    </a:cxn>
                    <a:cxn ang="0">
                      <a:pos x="T8" y="T9"/>
                    </a:cxn>
                    <a:cxn ang="0">
                      <a:pos x="T10" y="T11"/>
                    </a:cxn>
                  </a:cxnLst>
                  <a:rect l="0" t="0" r="r" b="b"/>
                  <a:pathLst>
                    <a:path w="944" h="726">
                      <a:moveTo>
                        <a:pt x="944" y="363"/>
                      </a:moveTo>
                      <a:cubicBezTo>
                        <a:pt x="831" y="542"/>
                        <a:pt x="585" y="676"/>
                        <a:pt x="283" y="726"/>
                      </a:cubicBezTo>
                      <a:lnTo>
                        <a:pt x="0" y="726"/>
                      </a:lnTo>
                      <a:cubicBezTo>
                        <a:pt x="176" y="496"/>
                        <a:pt x="176" y="230"/>
                        <a:pt x="0" y="0"/>
                      </a:cubicBezTo>
                      <a:lnTo>
                        <a:pt x="283" y="0"/>
                      </a:lnTo>
                      <a:cubicBezTo>
                        <a:pt x="587" y="48"/>
                        <a:pt x="833" y="183"/>
                        <a:pt x="944" y="363"/>
                      </a:cubicBezTo>
                      <a:close/>
                    </a:path>
                  </a:pathLst>
                </a:custGeom>
                <a:solidFill>
                  <a:srgbClr val="FFFFFF"/>
                </a:solidFill>
                <a:ln w="190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91200" name="Freeform 9">
                  <a:extLst>
                    <a:ext uri="{FF2B5EF4-FFF2-40B4-BE49-F238E27FC236}">
                      <a16:creationId xmlns:a16="http://schemas.microsoft.com/office/drawing/2014/main" id="{B00E25E8-F5B4-7DF8-86F1-207EB65066AB}"/>
                    </a:ext>
                  </a:extLst>
                </p:cNvPr>
                <p:cNvSpPr>
                  <a:spLocks/>
                </p:cNvSpPr>
                <p:nvPr/>
              </p:nvSpPr>
              <p:spPr bwMode="auto">
                <a:xfrm>
                  <a:off x="3393386" y="2819400"/>
                  <a:ext cx="495300" cy="379413"/>
                </a:xfrm>
                <a:custGeom>
                  <a:avLst/>
                  <a:gdLst>
                    <a:gd name="T0" fmla="*/ 944 w 944"/>
                    <a:gd name="T1" fmla="*/ 363 h 726"/>
                    <a:gd name="T2" fmla="*/ 283 w 944"/>
                    <a:gd name="T3" fmla="*/ 726 h 726"/>
                    <a:gd name="T4" fmla="*/ 0 w 944"/>
                    <a:gd name="T5" fmla="*/ 726 h 726"/>
                    <a:gd name="T6" fmla="*/ 0 w 944"/>
                    <a:gd name="T7" fmla="*/ 0 h 726"/>
                    <a:gd name="T8" fmla="*/ 283 w 944"/>
                    <a:gd name="T9" fmla="*/ 0 h 726"/>
                    <a:gd name="T10" fmla="*/ 944 w 944"/>
                    <a:gd name="T11" fmla="*/ 363 h 726"/>
                  </a:gdLst>
                  <a:ahLst/>
                  <a:cxnLst>
                    <a:cxn ang="0">
                      <a:pos x="T0" y="T1"/>
                    </a:cxn>
                    <a:cxn ang="0">
                      <a:pos x="T2" y="T3"/>
                    </a:cxn>
                    <a:cxn ang="0">
                      <a:pos x="T4" y="T5"/>
                    </a:cxn>
                    <a:cxn ang="0">
                      <a:pos x="T6" y="T7"/>
                    </a:cxn>
                    <a:cxn ang="0">
                      <a:pos x="T8" y="T9"/>
                    </a:cxn>
                    <a:cxn ang="0">
                      <a:pos x="T10" y="T11"/>
                    </a:cxn>
                  </a:cxnLst>
                  <a:rect l="0" t="0" r="r" b="b"/>
                  <a:pathLst>
                    <a:path w="944" h="726">
                      <a:moveTo>
                        <a:pt x="944" y="363"/>
                      </a:moveTo>
                      <a:cubicBezTo>
                        <a:pt x="831" y="542"/>
                        <a:pt x="585" y="676"/>
                        <a:pt x="283" y="726"/>
                      </a:cubicBezTo>
                      <a:lnTo>
                        <a:pt x="0" y="726"/>
                      </a:lnTo>
                      <a:cubicBezTo>
                        <a:pt x="176" y="496"/>
                        <a:pt x="176" y="230"/>
                        <a:pt x="0" y="0"/>
                      </a:cubicBezTo>
                      <a:lnTo>
                        <a:pt x="283" y="0"/>
                      </a:lnTo>
                      <a:cubicBezTo>
                        <a:pt x="587" y="48"/>
                        <a:pt x="833" y="183"/>
                        <a:pt x="944" y="363"/>
                      </a:cubicBezTo>
                      <a:close/>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91201" name="Freeform 10">
                  <a:extLst>
                    <a:ext uri="{FF2B5EF4-FFF2-40B4-BE49-F238E27FC236}">
                      <a16:creationId xmlns:a16="http://schemas.microsoft.com/office/drawing/2014/main" id="{1D4C4B02-32E8-9E07-F09C-4D0491B2195B}"/>
                    </a:ext>
                  </a:extLst>
                </p:cNvPr>
                <p:cNvSpPr>
                  <a:spLocks noEditPoints="1"/>
                </p:cNvSpPr>
                <p:nvPr/>
              </p:nvSpPr>
              <p:spPr bwMode="auto">
                <a:xfrm>
                  <a:off x="3260036" y="2755900"/>
                  <a:ext cx="133350" cy="506413"/>
                </a:xfrm>
                <a:custGeom>
                  <a:avLst/>
                  <a:gdLst>
                    <a:gd name="T0" fmla="*/ 84 w 84"/>
                    <a:gd name="T1" fmla="*/ 279 h 319"/>
                    <a:gd name="T2" fmla="*/ 84 w 84"/>
                    <a:gd name="T3" fmla="*/ 319 h 319"/>
                    <a:gd name="T4" fmla="*/ 0 w 84"/>
                    <a:gd name="T5" fmla="*/ 319 h 319"/>
                    <a:gd name="T6" fmla="*/ 84 w 84"/>
                    <a:gd name="T7" fmla="*/ 40 h 319"/>
                    <a:gd name="T8" fmla="*/ 84 w 84"/>
                    <a:gd name="T9" fmla="*/ 0 h 319"/>
                    <a:gd name="T10" fmla="*/ 0 w 84"/>
                    <a:gd name="T11" fmla="*/ 0 h 319"/>
                  </a:gdLst>
                  <a:ahLst/>
                  <a:cxnLst>
                    <a:cxn ang="0">
                      <a:pos x="T0" y="T1"/>
                    </a:cxn>
                    <a:cxn ang="0">
                      <a:pos x="T2" y="T3"/>
                    </a:cxn>
                    <a:cxn ang="0">
                      <a:pos x="T4" y="T5"/>
                    </a:cxn>
                    <a:cxn ang="0">
                      <a:pos x="T6" y="T7"/>
                    </a:cxn>
                    <a:cxn ang="0">
                      <a:pos x="T8" y="T9"/>
                    </a:cxn>
                    <a:cxn ang="0">
                      <a:pos x="T10" y="T11"/>
                    </a:cxn>
                  </a:cxnLst>
                  <a:rect l="0" t="0" r="r" b="b"/>
                  <a:pathLst>
                    <a:path w="84" h="319">
                      <a:moveTo>
                        <a:pt x="84" y="279"/>
                      </a:moveTo>
                      <a:lnTo>
                        <a:pt x="84" y="319"/>
                      </a:lnTo>
                      <a:lnTo>
                        <a:pt x="0" y="319"/>
                      </a:lnTo>
                      <a:moveTo>
                        <a:pt x="84" y="40"/>
                      </a:moveTo>
                      <a:lnTo>
                        <a:pt x="84" y="0"/>
                      </a:lnTo>
                      <a:lnTo>
                        <a:pt x="0" y="0"/>
                      </a:lnTo>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91202" name="Freeform 11">
                  <a:extLst>
                    <a:ext uri="{FF2B5EF4-FFF2-40B4-BE49-F238E27FC236}">
                      <a16:creationId xmlns:a16="http://schemas.microsoft.com/office/drawing/2014/main" id="{3BEB2FD6-377D-91BD-8079-BF9B1DCB359A}"/>
                    </a:ext>
                  </a:extLst>
                </p:cNvPr>
                <p:cNvSpPr>
                  <a:spLocks/>
                </p:cNvSpPr>
                <p:nvPr/>
              </p:nvSpPr>
              <p:spPr bwMode="auto">
                <a:xfrm>
                  <a:off x="3393386" y="2819400"/>
                  <a:ext cx="495300" cy="379413"/>
                </a:xfrm>
                <a:custGeom>
                  <a:avLst/>
                  <a:gdLst>
                    <a:gd name="T0" fmla="*/ 581 w 944"/>
                    <a:gd name="T1" fmla="*/ 726 h 726"/>
                    <a:gd name="T2" fmla="*/ 0 w 944"/>
                    <a:gd name="T3" fmla="*/ 726 h 726"/>
                    <a:gd name="T4" fmla="*/ 0 w 944"/>
                    <a:gd name="T5" fmla="*/ 0 h 726"/>
                    <a:gd name="T6" fmla="*/ 581 w 944"/>
                    <a:gd name="T7" fmla="*/ 0 h 726"/>
                    <a:gd name="T8" fmla="*/ 944 w 944"/>
                    <a:gd name="T9" fmla="*/ 363 h 726"/>
                    <a:gd name="T10" fmla="*/ 581 w 944"/>
                    <a:gd name="T11" fmla="*/ 726 h 726"/>
                  </a:gdLst>
                  <a:ahLst/>
                  <a:cxnLst>
                    <a:cxn ang="0">
                      <a:pos x="T0" y="T1"/>
                    </a:cxn>
                    <a:cxn ang="0">
                      <a:pos x="T2" y="T3"/>
                    </a:cxn>
                    <a:cxn ang="0">
                      <a:pos x="T4" y="T5"/>
                    </a:cxn>
                    <a:cxn ang="0">
                      <a:pos x="T6" y="T7"/>
                    </a:cxn>
                    <a:cxn ang="0">
                      <a:pos x="T8" y="T9"/>
                    </a:cxn>
                    <a:cxn ang="0">
                      <a:pos x="T10" y="T11"/>
                    </a:cxn>
                  </a:cxnLst>
                  <a:rect l="0" t="0" r="r" b="b"/>
                  <a:pathLst>
                    <a:path w="944" h="726">
                      <a:moveTo>
                        <a:pt x="581" y="726"/>
                      </a:moveTo>
                      <a:lnTo>
                        <a:pt x="0" y="726"/>
                      </a:lnTo>
                      <a:lnTo>
                        <a:pt x="0" y="0"/>
                      </a:lnTo>
                      <a:lnTo>
                        <a:pt x="581" y="0"/>
                      </a:lnTo>
                      <a:cubicBezTo>
                        <a:pt x="781" y="0"/>
                        <a:pt x="944" y="162"/>
                        <a:pt x="944" y="363"/>
                      </a:cubicBezTo>
                      <a:cubicBezTo>
                        <a:pt x="944" y="563"/>
                        <a:pt x="781" y="726"/>
                        <a:pt x="581" y="726"/>
                      </a:cubicBezTo>
                      <a:close/>
                    </a:path>
                  </a:pathLst>
                </a:custGeom>
                <a:solidFill>
                  <a:srgbClr val="FFFFFF"/>
                </a:solidFill>
                <a:ln w="190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91204" name="Freeform 12">
                  <a:extLst>
                    <a:ext uri="{FF2B5EF4-FFF2-40B4-BE49-F238E27FC236}">
                      <a16:creationId xmlns:a16="http://schemas.microsoft.com/office/drawing/2014/main" id="{71DD8B0A-1E51-C83A-D515-F8D0B717C4FC}"/>
                    </a:ext>
                  </a:extLst>
                </p:cNvPr>
                <p:cNvSpPr>
                  <a:spLocks/>
                </p:cNvSpPr>
                <p:nvPr/>
              </p:nvSpPr>
              <p:spPr bwMode="auto">
                <a:xfrm>
                  <a:off x="3393386" y="2819400"/>
                  <a:ext cx="495300" cy="379413"/>
                </a:xfrm>
                <a:custGeom>
                  <a:avLst/>
                  <a:gdLst>
                    <a:gd name="T0" fmla="*/ 581 w 944"/>
                    <a:gd name="T1" fmla="*/ 726 h 726"/>
                    <a:gd name="T2" fmla="*/ 0 w 944"/>
                    <a:gd name="T3" fmla="*/ 726 h 726"/>
                    <a:gd name="T4" fmla="*/ 0 w 944"/>
                    <a:gd name="T5" fmla="*/ 0 h 726"/>
                    <a:gd name="T6" fmla="*/ 581 w 944"/>
                    <a:gd name="T7" fmla="*/ 0 h 726"/>
                    <a:gd name="T8" fmla="*/ 944 w 944"/>
                    <a:gd name="T9" fmla="*/ 363 h 726"/>
                    <a:gd name="T10" fmla="*/ 581 w 944"/>
                    <a:gd name="T11" fmla="*/ 726 h 726"/>
                  </a:gdLst>
                  <a:ahLst/>
                  <a:cxnLst>
                    <a:cxn ang="0">
                      <a:pos x="T0" y="T1"/>
                    </a:cxn>
                    <a:cxn ang="0">
                      <a:pos x="T2" y="T3"/>
                    </a:cxn>
                    <a:cxn ang="0">
                      <a:pos x="T4" y="T5"/>
                    </a:cxn>
                    <a:cxn ang="0">
                      <a:pos x="T6" y="T7"/>
                    </a:cxn>
                    <a:cxn ang="0">
                      <a:pos x="T8" y="T9"/>
                    </a:cxn>
                    <a:cxn ang="0">
                      <a:pos x="T10" y="T11"/>
                    </a:cxn>
                  </a:cxnLst>
                  <a:rect l="0" t="0" r="r" b="b"/>
                  <a:pathLst>
                    <a:path w="944" h="726">
                      <a:moveTo>
                        <a:pt x="581" y="726"/>
                      </a:moveTo>
                      <a:lnTo>
                        <a:pt x="0" y="726"/>
                      </a:lnTo>
                      <a:lnTo>
                        <a:pt x="0" y="0"/>
                      </a:lnTo>
                      <a:lnTo>
                        <a:pt x="581" y="0"/>
                      </a:lnTo>
                      <a:cubicBezTo>
                        <a:pt x="781" y="0"/>
                        <a:pt x="944" y="162"/>
                        <a:pt x="944" y="363"/>
                      </a:cubicBezTo>
                      <a:cubicBezTo>
                        <a:pt x="944" y="563"/>
                        <a:pt x="781" y="726"/>
                        <a:pt x="581" y="726"/>
                      </a:cubicBezTo>
                      <a:close/>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cxnSp>
            <p:nvCxnSpPr>
              <p:cNvPr id="29754" name="直线连接符 29753">
                <a:extLst>
                  <a:ext uri="{FF2B5EF4-FFF2-40B4-BE49-F238E27FC236}">
                    <a16:creationId xmlns:a16="http://schemas.microsoft.com/office/drawing/2014/main" id="{3D9D3F9F-054E-23C4-E8DF-BB57ED215FC0}"/>
                  </a:ext>
                </a:extLst>
              </p:cNvPr>
              <p:cNvCxnSpPr>
                <a:cxnSpLocks/>
              </p:cNvCxnSpPr>
              <p:nvPr/>
            </p:nvCxnSpPr>
            <p:spPr>
              <a:xfrm flipH="1">
                <a:off x="1549744" y="2590800"/>
                <a:ext cx="1424937" cy="0"/>
              </a:xfrm>
              <a:prstGeom prst="line">
                <a:avLst/>
              </a:prstGeom>
              <a:noFill/>
              <a:ln w="19050" cap="rnd">
                <a:solidFill>
                  <a:srgbClr val="000000"/>
                </a:solidFill>
                <a:prstDash val="solid"/>
                <a:round/>
                <a:headEnd/>
                <a:tailEnd type="oval"/>
              </a:ln>
              <a:extLst>
                <a:ext uri="{909E8E84-426E-40DD-AFC4-6F175D3DCCD1}">
                  <a14:hiddenFill xmlns:a14="http://schemas.microsoft.com/office/drawing/2010/main">
                    <a:noFill/>
                  </a14:hiddenFill>
                </a:ext>
              </a:extLst>
            </p:spPr>
          </p:cxnSp>
          <p:cxnSp>
            <p:nvCxnSpPr>
              <p:cNvPr id="29755" name="直线连接符 29754">
                <a:extLst>
                  <a:ext uri="{FF2B5EF4-FFF2-40B4-BE49-F238E27FC236}">
                    <a16:creationId xmlns:a16="http://schemas.microsoft.com/office/drawing/2014/main" id="{0D2B54FC-031E-E2AE-6BE3-0420082BB678}"/>
                  </a:ext>
                </a:extLst>
              </p:cNvPr>
              <p:cNvCxnSpPr>
                <a:cxnSpLocks/>
              </p:cNvCxnSpPr>
              <p:nvPr/>
            </p:nvCxnSpPr>
            <p:spPr>
              <a:xfrm flipH="1">
                <a:off x="2064889" y="2747963"/>
                <a:ext cx="909792" cy="0"/>
              </a:xfrm>
              <a:prstGeom prst="line">
                <a:avLst/>
              </a:prstGeom>
              <a:noFill/>
              <a:ln w="19050" cap="rnd">
                <a:solidFill>
                  <a:srgbClr val="000000"/>
                </a:solidFill>
                <a:prstDash val="solid"/>
                <a:round/>
                <a:headEnd/>
                <a:tailEnd type="oval"/>
              </a:ln>
              <a:extLst>
                <a:ext uri="{909E8E84-426E-40DD-AFC4-6F175D3DCCD1}">
                  <a14:hiddenFill xmlns:a14="http://schemas.microsoft.com/office/drawing/2010/main">
                    <a:noFill/>
                  </a14:hiddenFill>
                </a:ext>
              </a:extLst>
            </p:spPr>
          </p:cxnSp>
          <p:cxnSp>
            <p:nvCxnSpPr>
              <p:cNvPr id="29756" name="直线连接符 29755">
                <a:extLst>
                  <a:ext uri="{FF2B5EF4-FFF2-40B4-BE49-F238E27FC236}">
                    <a16:creationId xmlns:a16="http://schemas.microsoft.com/office/drawing/2014/main" id="{28A28204-CCEC-756E-E07D-EBC245AA2F64}"/>
                  </a:ext>
                </a:extLst>
              </p:cNvPr>
              <p:cNvCxnSpPr>
                <a:cxnSpLocks/>
              </p:cNvCxnSpPr>
              <p:nvPr/>
            </p:nvCxnSpPr>
            <p:spPr>
              <a:xfrm flipH="1">
                <a:off x="2603981" y="2938463"/>
                <a:ext cx="370700" cy="0"/>
              </a:xfrm>
              <a:prstGeom prst="line">
                <a:avLst/>
              </a:prstGeom>
              <a:noFill/>
              <a:ln w="19050" cap="rnd">
                <a:solidFill>
                  <a:srgbClr val="000000"/>
                </a:solidFill>
                <a:prstDash val="solid"/>
                <a:round/>
                <a:headEnd/>
                <a:tailEnd type="oval"/>
              </a:ln>
              <a:extLst>
                <a:ext uri="{909E8E84-426E-40DD-AFC4-6F175D3DCCD1}">
                  <a14:hiddenFill xmlns:a14="http://schemas.microsoft.com/office/drawing/2010/main">
                    <a:noFill/>
                  </a14:hiddenFill>
                </a:ext>
              </a:extLst>
            </p:spPr>
          </p:cxnSp>
          <p:cxnSp>
            <p:nvCxnSpPr>
              <p:cNvPr id="29757" name="直线连接符 29756">
                <a:extLst>
                  <a:ext uri="{FF2B5EF4-FFF2-40B4-BE49-F238E27FC236}">
                    <a16:creationId xmlns:a16="http://schemas.microsoft.com/office/drawing/2014/main" id="{DF05D14C-4A71-8B40-057B-BC0F2EC3ED03}"/>
                  </a:ext>
                </a:extLst>
              </p:cNvPr>
              <p:cNvCxnSpPr>
                <a:cxnSpLocks/>
              </p:cNvCxnSpPr>
              <p:nvPr/>
            </p:nvCxnSpPr>
            <p:spPr>
              <a:xfrm flipH="1">
                <a:off x="1031875" y="3097213"/>
                <a:ext cx="1942806" cy="0"/>
              </a:xfrm>
              <a:prstGeom prst="line">
                <a:avLst/>
              </a:prstGeom>
              <a:noFill/>
              <a:ln w="19050" cap="rnd">
                <a:solidFill>
                  <a:srgbClr val="000000"/>
                </a:solidFill>
                <a:prstDash val="solid"/>
                <a:round/>
                <a:headEnd/>
                <a:tailEnd type="none"/>
              </a:ln>
              <a:extLst>
                <a:ext uri="{909E8E84-426E-40DD-AFC4-6F175D3DCCD1}">
                  <a14:hiddenFill xmlns:a14="http://schemas.microsoft.com/office/drawing/2010/main">
                    <a:noFill/>
                  </a14:hiddenFill>
                </a:ext>
              </a:extLst>
            </p:spPr>
          </p:cxnSp>
        </p:grpSp>
        <p:grpSp>
          <p:nvGrpSpPr>
            <p:cNvPr id="5" name="组合 4">
              <a:extLst>
                <a:ext uri="{FF2B5EF4-FFF2-40B4-BE49-F238E27FC236}">
                  <a16:creationId xmlns:a16="http://schemas.microsoft.com/office/drawing/2014/main" id="{89B680E2-CB49-4634-AA88-CB551C7FF3D2}"/>
                </a:ext>
              </a:extLst>
            </p:cNvPr>
            <p:cNvGrpSpPr/>
            <p:nvPr/>
          </p:nvGrpSpPr>
          <p:grpSpPr>
            <a:xfrm>
              <a:off x="1031875" y="3124200"/>
              <a:ext cx="2703219" cy="506413"/>
              <a:chOff x="1031875" y="2590800"/>
              <a:chExt cx="2703219" cy="506413"/>
            </a:xfrm>
          </p:grpSpPr>
          <p:grpSp>
            <p:nvGrpSpPr>
              <p:cNvPr id="29742" name="组合 29741">
                <a:extLst>
                  <a:ext uri="{FF2B5EF4-FFF2-40B4-BE49-F238E27FC236}">
                    <a16:creationId xmlns:a16="http://schemas.microsoft.com/office/drawing/2014/main" id="{58DA7F6B-9901-9C2A-852F-B96D5C62A5AC}"/>
                  </a:ext>
                </a:extLst>
              </p:cNvPr>
              <p:cNvGrpSpPr/>
              <p:nvPr/>
            </p:nvGrpSpPr>
            <p:grpSpPr>
              <a:xfrm>
                <a:off x="2974681" y="2590800"/>
                <a:ext cx="760413" cy="506413"/>
                <a:chOff x="3260036" y="2755900"/>
                <a:chExt cx="760413" cy="506413"/>
              </a:xfrm>
            </p:grpSpPr>
            <p:sp>
              <p:nvSpPr>
                <p:cNvPr id="29747" name="Freeform 7">
                  <a:extLst>
                    <a:ext uri="{FF2B5EF4-FFF2-40B4-BE49-F238E27FC236}">
                      <a16:creationId xmlns:a16="http://schemas.microsoft.com/office/drawing/2014/main" id="{63798F20-08EE-D510-85AC-934E3B366B2A}"/>
                    </a:ext>
                  </a:extLst>
                </p:cNvPr>
                <p:cNvSpPr>
                  <a:spLocks noEditPoints="1"/>
                </p:cNvSpPr>
                <p:nvPr/>
              </p:nvSpPr>
              <p:spPr bwMode="auto">
                <a:xfrm>
                  <a:off x="3260036" y="2913063"/>
                  <a:ext cx="760413" cy="190500"/>
                </a:xfrm>
                <a:custGeom>
                  <a:avLst/>
                  <a:gdLst>
                    <a:gd name="T0" fmla="*/ 0 w 479"/>
                    <a:gd name="T1" fmla="*/ 0 h 120"/>
                    <a:gd name="T2" fmla="*/ 240 w 479"/>
                    <a:gd name="T3" fmla="*/ 0 h 120"/>
                    <a:gd name="T4" fmla="*/ 0 w 479"/>
                    <a:gd name="T5" fmla="*/ 120 h 120"/>
                    <a:gd name="T6" fmla="*/ 240 w 479"/>
                    <a:gd name="T7" fmla="*/ 120 h 120"/>
                    <a:gd name="T8" fmla="*/ 479 w 479"/>
                    <a:gd name="T9" fmla="*/ 60 h 120"/>
                    <a:gd name="T10" fmla="*/ 240 w 479"/>
                    <a:gd name="T11" fmla="*/ 60 h 120"/>
                  </a:gdLst>
                  <a:ahLst/>
                  <a:cxnLst>
                    <a:cxn ang="0">
                      <a:pos x="T0" y="T1"/>
                    </a:cxn>
                    <a:cxn ang="0">
                      <a:pos x="T2" y="T3"/>
                    </a:cxn>
                    <a:cxn ang="0">
                      <a:pos x="T4" y="T5"/>
                    </a:cxn>
                    <a:cxn ang="0">
                      <a:pos x="T6" y="T7"/>
                    </a:cxn>
                    <a:cxn ang="0">
                      <a:pos x="T8" y="T9"/>
                    </a:cxn>
                    <a:cxn ang="0">
                      <a:pos x="T10" y="T11"/>
                    </a:cxn>
                  </a:cxnLst>
                  <a:rect l="0" t="0" r="r" b="b"/>
                  <a:pathLst>
                    <a:path w="479" h="120">
                      <a:moveTo>
                        <a:pt x="0" y="0"/>
                      </a:moveTo>
                      <a:lnTo>
                        <a:pt x="240" y="0"/>
                      </a:lnTo>
                      <a:moveTo>
                        <a:pt x="0" y="120"/>
                      </a:moveTo>
                      <a:lnTo>
                        <a:pt x="240" y="120"/>
                      </a:lnTo>
                      <a:moveTo>
                        <a:pt x="479" y="60"/>
                      </a:moveTo>
                      <a:lnTo>
                        <a:pt x="240" y="60"/>
                      </a:lnTo>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9748" name="Freeform 8">
                  <a:extLst>
                    <a:ext uri="{FF2B5EF4-FFF2-40B4-BE49-F238E27FC236}">
                      <a16:creationId xmlns:a16="http://schemas.microsoft.com/office/drawing/2014/main" id="{FB88C491-6B71-A3F2-A86E-649D82017855}"/>
                    </a:ext>
                  </a:extLst>
                </p:cNvPr>
                <p:cNvSpPr>
                  <a:spLocks/>
                </p:cNvSpPr>
                <p:nvPr/>
              </p:nvSpPr>
              <p:spPr bwMode="auto">
                <a:xfrm>
                  <a:off x="3393386" y="2819400"/>
                  <a:ext cx="495300" cy="379413"/>
                </a:xfrm>
                <a:custGeom>
                  <a:avLst/>
                  <a:gdLst>
                    <a:gd name="T0" fmla="*/ 944 w 944"/>
                    <a:gd name="T1" fmla="*/ 363 h 726"/>
                    <a:gd name="T2" fmla="*/ 283 w 944"/>
                    <a:gd name="T3" fmla="*/ 726 h 726"/>
                    <a:gd name="T4" fmla="*/ 0 w 944"/>
                    <a:gd name="T5" fmla="*/ 726 h 726"/>
                    <a:gd name="T6" fmla="*/ 0 w 944"/>
                    <a:gd name="T7" fmla="*/ 0 h 726"/>
                    <a:gd name="T8" fmla="*/ 283 w 944"/>
                    <a:gd name="T9" fmla="*/ 0 h 726"/>
                    <a:gd name="T10" fmla="*/ 944 w 944"/>
                    <a:gd name="T11" fmla="*/ 363 h 726"/>
                  </a:gdLst>
                  <a:ahLst/>
                  <a:cxnLst>
                    <a:cxn ang="0">
                      <a:pos x="T0" y="T1"/>
                    </a:cxn>
                    <a:cxn ang="0">
                      <a:pos x="T2" y="T3"/>
                    </a:cxn>
                    <a:cxn ang="0">
                      <a:pos x="T4" y="T5"/>
                    </a:cxn>
                    <a:cxn ang="0">
                      <a:pos x="T6" y="T7"/>
                    </a:cxn>
                    <a:cxn ang="0">
                      <a:pos x="T8" y="T9"/>
                    </a:cxn>
                    <a:cxn ang="0">
                      <a:pos x="T10" y="T11"/>
                    </a:cxn>
                  </a:cxnLst>
                  <a:rect l="0" t="0" r="r" b="b"/>
                  <a:pathLst>
                    <a:path w="944" h="726">
                      <a:moveTo>
                        <a:pt x="944" y="363"/>
                      </a:moveTo>
                      <a:cubicBezTo>
                        <a:pt x="831" y="542"/>
                        <a:pt x="585" y="676"/>
                        <a:pt x="283" y="726"/>
                      </a:cubicBezTo>
                      <a:lnTo>
                        <a:pt x="0" y="726"/>
                      </a:lnTo>
                      <a:cubicBezTo>
                        <a:pt x="176" y="496"/>
                        <a:pt x="176" y="230"/>
                        <a:pt x="0" y="0"/>
                      </a:cubicBezTo>
                      <a:lnTo>
                        <a:pt x="283" y="0"/>
                      </a:lnTo>
                      <a:cubicBezTo>
                        <a:pt x="587" y="48"/>
                        <a:pt x="833" y="183"/>
                        <a:pt x="944" y="363"/>
                      </a:cubicBezTo>
                      <a:close/>
                    </a:path>
                  </a:pathLst>
                </a:custGeom>
                <a:solidFill>
                  <a:srgbClr val="FFFFFF"/>
                </a:solidFill>
                <a:ln w="190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9749" name="Freeform 9">
                  <a:extLst>
                    <a:ext uri="{FF2B5EF4-FFF2-40B4-BE49-F238E27FC236}">
                      <a16:creationId xmlns:a16="http://schemas.microsoft.com/office/drawing/2014/main" id="{8452D22F-FB09-025B-A779-0766FE399A3B}"/>
                    </a:ext>
                  </a:extLst>
                </p:cNvPr>
                <p:cNvSpPr>
                  <a:spLocks/>
                </p:cNvSpPr>
                <p:nvPr/>
              </p:nvSpPr>
              <p:spPr bwMode="auto">
                <a:xfrm>
                  <a:off x="3393386" y="2819400"/>
                  <a:ext cx="495300" cy="379413"/>
                </a:xfrm>
                <a:custGeom>
                  <a:avLst/>
                  <a:gdLst>
                    <a:gd name="T0" fmla="*/ 944 w 944"/>
                    <a:gd name="T1" fmla="*/ 363 h 726"/>
                    <a:gd name="T2" fmla="*/ 283 w 944"/>
                    <a:gd name="T3" fmla="*/ 726 h 726"/>
                    <a:gd name="T4" fmla="*/ 0 w 944"/>
                    <a:gd name="T5" fmla="*/ 726 h 726"/>
                    <a:gd name="T6" fmla="*/ 0 w 944"/>
                    <a:gd name="T7" fmla="*/ 0 h 726"/>
                    <a:gd name="T8" fmla="*/ 283 w 944"/>
                    <a:gd name="T9" fmla="*/ 0 h 726"/>
                    <a:gd name="T10" fmla="*/ 944 w 944"/>
                    <a:gd name="T11" fmla="*/ 363 h 726"/>
                  </a:gdLst>
                  <a:ahLst/>
                  <a:cxnLst>
                    <a:cxn ang="0">
                      <a:pos x="T0" y="T1"/>
                    </a:cxn>
                    <a:cxn ang="0">
                      <a:pos x="T2" y="T3"/>
                    </a:cxn>
                    <a:cxn ang="0">
                      <a:pos x="T4" y="T5"/>
                    </a:cxn>
                    <a:cxn ang="0">
                      <a:pos x="T6" y="T7"/>
                    </a:cxn>
                    <a:cxn ang="0">
                      <a:pos x="T8" y="T9"/>
                    </a:cxn>
                    <a:cxn ang="0">
                      <a:pos x="T10" y="T11"/>
                    </a:cxn>
                  </a:cxnLst>
                  <a:rect l="0" t="0" r="r" b="b"/>
                  <a:pathLst>
                    <a:path w="944" h="726">
                      <a:moveTo>
                        <a:pt x="944" y="363"/>
                      </a:moveTo>
                      <a:cubicBezTo>
                        <a:pt x="831" y="542"/>
                        <a:pt x="585" y="676"/>
                        <a:pt x="283" y="726"/>
                      </a:cubicBezTo>
                      <a:lnTo>
                        <a:pt x="0" y="726"/>
                      </a:lnTo>
                      <a:cubicBezTo>
                        <a:pt x="176" y="496"/>
                        <a:pt x="176" y="230"/>
                        <a:pt x="0" y="0"/>
                      </a:cubicBezTo>
                      <a:lnTo>
                        <a:pt x="283" y="0"/>
                      </a:lnTo>
                      <a:cubicBezTo>
                        <a:pt x="587" y="48"/>
                        <a:pt x="833" y="183"/>
                        <a:pt x="944" y="363"/>
                      </a:cubicBezTo>
                      <a:close/>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9750" name="Freeform 10">
                  <a:extLst>
                    <a:ext uri="{FF2B5EF4-FFF2-40B4-BE49-F238E27FC236}">
                      <a16:creationId xmlns:a16="http://schemas.microsoft.com/office/drawing/2014/main" id="{9066F608-4B08-EC0E-C52C-7CC4EEE3F8F9}"/>
                    </a:ext>
                  </a:extLst>
                </p:cNvPr>
                <p:cNvSpPr>
                  <a:spLocks noEditPoints="1"/>
                </p:cNvSpPr>
                <p:nvPr/>
              </p:nvSpPr>
              <p:spPr bwMode="auto">
                <a:xfrm>
                  <a:off x="3260036" y="2755900"/>
                  <a:ext cx="133350" cy="506413"/>
                </a:xfrm>
                <a:custGeom>
                  <a:avLst/>
                  <a:gdLst>
                    <a:gd name="T0" fmla="*/ 84 w 84"/>
                    <a:gd name="T1" fmla="*/ 279 h 319"/>
                    <a:gd name="T2" fmla="*/ 84 w 84"/>
                    <a:gd name="T3" fmla="*/ 319 h 319"/>
                    <a:gd name="T4" fmla="*/ 0 w 84"/>
                    <a:gd name="T5" fmla="*/ 319 h 319"/>
                    <a:gd name="T6" fmla="*/ 84 w 84"/>
                    <a:gd name="T7" fmla="*/ 40 h 319"/>
                    <a:gd name="T8" fmla="*/ 84 w 84"/>
                    <a:gd name="T9" fmla="*/ 0 h 319"/>
                    <a:gd name="T10" fmla="*/ 0 w 84"/>
                    <a:gd name="T11" fmla="*/ 0 h 319"/>
                  </a:gdLst>
                  <a:ahLst/>
                  <a:cxnLst>
                    <a:cxn ang="0">
                      <a:pos x="T0" y="T1"/>
                    </a:cxn>
                    <a:cxn ang="0">
                      <a:pos x="T2" y="T3"/>
                    </a:cxn>
                    <a:cxn ang="0">
                      <a:pos x="T4" y="T5"/>
                    </a:cxn>
                    <a:cxn ang="0">
                      <a:pos x="T6" y="T7"/>
                    </a:cxn>
                    <a:cxn ang="0">
                      <a:pos x="T8" y="T9"/>
                    </a:cxn>
                    <a:cxn ang="0">
                      <a:pos x="T10" y="T11"/>
                    </a:cxn>
                  </a:cxnLst>
                  <a:rect l="0" t="0" r="r" b="b"/>
                  <a:pathLst>
                    <a:path w="84" h="319">
                      <a:moveTo>
                        <a:pt x="84" y="279"/>
                      </a:moveTo>
                      <a:lnTo>
                        <a:pt x="84" y="319"/>
                      </a:lnTo>
                      <a:lnTo>
                        <a:pt x="0" y="319"/>
                      </a:lnTo>
                      <a:moveTo>
                        <a:pt x="84" y="40"/>
                      </a:moveTo>
                      <a:lnTo>
                        <a:pt x="84" y="0"/>
                      </a:lnTo>
                      <a:lnTo>
                        <a:pt x="0" y="0"/>
                      </a:lnTo>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9751" name="Freeform 11">
                  <a:extLst>
                    <a:ext uri="{FF2B5EF4-FFF2-40B4-BE49-F238E27FC236}">
                      <a16:creationId xmlns:a16="http://schemas.microsoft.com/office/drawing/2014/main" id="{9507DF58-974D-FE2F-DEDE-576FD8BECA94}"/>
                    </a:ext>
                  </a:extLst>
                </p:cNvPr>
                <p:cNvSpPr>
                  <a:spLocks/>
                </p:cNvSpPr>
                <p:nvPr/>
              </p:nvSpPr>
              <p:spPr bwMode="auto">
                <a:xfrm>
                  <a:off x="3393386" y="2819400"/>
                  <a:ext cx="495300" cy="379413"/>
                </a:xfrm>
                <a:custGeom>
                  <a:avLst/>
                  <a:gdLst>
                    <a:gd name="T0" fmla="*/ 581 w 944"/>
                    <a:gd name="T1" fmla="*/ 726 h 726"/>
                    <a:gd name="T2" fmla="*/ 0 w 944"/>
                    <a:gd name="T3" fmla="*/ 726 h 726"/>
                    <a:gd name="T4" fmla="*/ 0 w 944"/>
                    <a:gd name="T5" fmla="*/ 0 h 726"/>
                    <a:gd name="T6" fmla="*/ 581 w 944"/>
                    <a:gd name="T7" fmla="*/ 0 h 726"/>
                    <a:gd name="T8" fmla="*/ 944 w 944"/>
                    <a:gd name="T9" fmla="*/ 363 h 726"/>
                    <a:gd name="T10" fmla="*/ 581 w 944"/>
                    <a:gd name="T11" fmla="*/ 726 h 726"/>
                  </a:gdLst>
                  <a:ahLst/>
                  <a:cxnLst>
                    <a:cxn ang="0">
                      <a:pos x="T0" y="T1"/>
                    </a:cxn>
                    <a:cxn ang="0">
                      <a:pos x="T2" y="T3"/>
                    </a:cxn>
                    <a:cxn ang="0">
                      <a:pos x="T4" y="T5"/>
                    </a:cxn>
                    <a:cxn ang="0">
                      <a:pos x="T6" y="T7"/>
                    </a:cxn>
                    <a:cxn ang="0">
                      <a:pos x="T8" y="T9"/>
                    </a:cxn>
                    <a:cxn ang="0">
                      <a:pos x="T10" y="T11"/>
                    </a:cxn>
                  </a:cxnLst>
                  <a:rect l="0" t="0" r="r" b="b"/>
                  <a:pathLst>
                    <a:path w="944" h="726">
                      <a:moveTo>
                        <a:pt x="581" y="726"/>
                      </a:moveTo>
                      <a:lnTo>
                        <a:pt x="0" y="726"/>
                      </a:lnTo>
                      <a:lnTo>
                        <a:pt x="0" y="0"/>
                      </a:lnTo>
                      <a:lnTo>
                        <a:pt x="581" y="0"/>
                      </a:lnTo>
                      <a:cubicBezTo>
                        <a:pt x="781" y="0"/>
                        <a:pt x="944" y="162"/>
                        <a:pt x="944" y="363"/>
                      </a:cubicBezTo>
                      <a:cubicBezTo>
                        <a:pt x="944" y="563"/>
                        <a:pt x="781" y="726"/>
                        <a:pt x="581" y="726"/>
                      </a:cubicBezTo>
                      <a:close/>
                    </a:path>
                  </a:pathLst>
                </a:custGeom>
                <a:solidFill>
                  <a:srgbClr val="FFFFFF"/>
                </a:solidFill>
                <a:ln w="190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9752" name="Freeform 12">
                  <a:extLst>
                    <a:ext uri="{FF2B5EF4-FFF2-40B4-BE49-F238E27FC236}">
                      <a16:creationId xmlns:a16="http://schemas.microsoft.com/office/drawing/2014/main" id="{BD2D118E-28E0-0019-364B-6D815AF11C15}"/>
                    </a:ext>
                  </a:extLst>
                </p:cNvPr>
                <p:cNvSpPr>
                  <a:spLocks/>
                </p:cNvSpPr>
                <p:nvPr/>
              </p:nvSpPr>
              <p:spPr bwMode="auto">
                <a:xfrm>
                  <a:off x="3393386" y="2819400"/>
                  <a:ext cx="495300" cy="379413"/>
                </a:xfrm>
                <a:custGeom>
                  <a:avLst/>
                  <a:gdLst>
                    <a:gd name="T0" fmla="*/ 581 w 944"/>
                    <a:gd name="T1" fmla="*/ 726 h 726"/>
                    <a:gd name="T2" fmla="*/ 0 w 944"/>
                    <a:gd name="T3" fmla="*/ 726 h 726"/>
                    <a:gd name="T4" fmla="*/ 0 w 944"/>
                    <a:gd name="T5" fmla="*/ 0 h 726"/>
                    <a:gd name="T6" fmla="*/ 581 w 944"/>
                    <a:gd name="T7" fmla="*/ 0 h 726"/>
                    <a:gd name="T8" fmla="*/ 944 w 944"/>
                    <a:gd name="T9" fmla="*/ 363 h 726"/>
                    <a:gd name="T10" fmla="*/ 581 w 944"/>
                    <a:gd name="T11" fmla="*/ 726 h 726"/>
                  </a:gdLst>
                  <a:ahLst/>
                  <a:cxnLst>
                    <a:cxn ang="0">
                      <a:pos x="T0" y="T1"/>
                    </a:cxn>
                    <a:cxn ang="0">
                      <a:pos x="T2" y="T3"/>
                    </a:cxn>
                    <a:cxn ang="0">
                      <a:pos x="T4" y="T5"/>
                    </a:cxn>
                    <a:cxn ang="0">
                      <a:pos x="T6" y="T7"/>
                    </a:cxn>
                    <a:cxn ang="0">
                      <a:pos x="T8" y="T9"/>
                    </a:cxn>
                    <a:cxn ang="0">
                      <a:pos x="T10" y="T11"/>
                    </a:cxn>
                  </a:cxnLst>
                  <a:rect l="0" t="0" r="r" b="b"/>
                  <a:pathLst>
                    <a:path w="944" h="726">
                      <a:moveTo>
                        <a:pt x="581" y="726"/>
                      </a:moveTo>
                      <a:lnTo>
                        <a:pt x="0" y="726"/>
                      </a:lnTo>
                      <a:lnTo>
                        <a:pt x="0" y="0"/>
                      </a:lnTo>
                      <a:lnTo>
                        <a:pt x="581" y="0"/>
                      </a:lnTo>
                      <a:cubicBezTo>
                        <a:pt x="781" y="0"/>
                        <a:pt x="944" y="162"/>
                        <a:pt x="944" y="363"/>
                      </a:cubicBezTo>
                      <a:cubicBezTo>
                        <a:pt x="944" y="563"/>
                        <a:pt x="781" y="726"/>
                        <a:pt x="581" y="726"/>
                      </a:cubicBezTo>
                      <a:close/>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cxnSp>
            <p:nvCxnSpPr>
              <p:cNvPr id="29743" name="直线连接符 29742">
                <a:extLst>
                  <a:ext uri="{FF2B5EF4-FFF2-40B4-BE49-F238E27FC236}">
                    <a16:creationId xmlns:a16="http://schemas.microsoft.com/office/drawing/2014/main" id="{58BDC4FC-4D4D-F34E-3C2B-38DC4B73764E}"/>
                  </a:ext>
                </a:extLst>
              </p:cNvPr>
              <p:cNvCxnSpPr>
                <a:cxnSpLocks/>
              </p:cNvCxnSpPr>
              <p:nvPr/>
            </p:nvCxnSpPr>
            <p:spPr>
              <a:xfrm flipH="1">
                <a:off x="1279869" y="2590800"/>
                <a:ext cx="1694812" cy="0"/>
              </a:xfrm>
              <a:prstGeom prst="line">
                <a:avLst/>
              </a:prstGeom>
              <a:noFill/>
              <a:ln w="19050" cap="rnd">
                <a:solidFill>
                  <a:srgbClr val="000000"/>
                </a:solidFill>
                <a:prstDash val="solid"/>
                <a:round/>
                <a:headEnd/>
                <a:tailEnd type="oval"/>
              </a:ln>
              <a:extLst>
                <a:ext uri="{909E8E84-426E-40DD-AFC4-6F175D3DCCD1}">
                  <a14:hiddenFill xmlns:a14="http://schemas.microsoft.com/office/drawing/2010/main">
                    <a:noFill/>
                  </a14:hiddenFill>
                </a:ext>
              </a:extLst>
            </p:spPr>
          </p:cxnSp>
          <p:cxnSp>
            <p:nvCxnSpPr>
              <p:cNvPr id="29744" name="直线连接符 29743">
                <a:extLst>
                  <a:ext uri="{FF2B5EF4-FFF2-40B4-BE49-F238E27FC236}">
                    <a16:creationId xmlns:a16="http://schemas.microsoft.com/office/drawing/2014/main" id="{EFA11118-5709-1C16-6333-27CCF9D1585F}"/>
                  </a:ext>
                </a:extLst>
              </p:cNvPr>
              <p:cNvCxnSpPr>
                <a:cxnSpLocks/>
              </p:cNvCxnSpPr>
              <p:nvPr/>
            </p:nvCxnSpPr>
            <p:spPr>
              <a:xfrm flipH="1">
                <a:off x="2064889" y="2747963"/>
                <a:ext cx="909792" cy="0"/>
              </a:xfrm>
              <a:prstGeom prst="line">
                <a:avLst/>
              </a:prstGeom>
              <a:noFill/>
              <a:ln w="19050" cap="rnd">
                <a:solidFill>
                  <a:srgbClr val="000000"/>
                </a:solidFill>
                <a:prstDash val="solid"/>
                <a:round/>
                <a:headEnd/>
                <a:tailEnd type="oval"/>
              </a:ln>
              <a:extLst>
                <a:ext uri="{909E8E84-426E-40DD-AFC4-6F175D3DCCD1}">
                  <a14:hiddenFill xmlns:a14="http://schemas.microsoft.com/office/drawing/2010/main">
                    <a:noFill/>
                  </a14:hiddenFill>
                </a:ext>
              </a:extLst>
            </p:spPr>
          </p:cxnSp>
          <p:cxnSp>
            <p:nvCxnSpPr>
              <p:cNvPr id="29745" name="直线连接符 29744">
                <a:extLst>
                  <a:ext uri="{FF2B5EF4-FFF2-40B4-BE49-F238E27FC236}">
                    <a16:creationId xmlns:a16="http://schemas.microsoft.com/office/drawing/2014/main" id="{66C50F70-ADED-2E7F-F01F-D408BCB85376}"/>
                  </a:ext>
                </a:extLst>
              </p:cNvPr>
              <p:cNvCxnSpPr>
                <a:cxnSpLocks/>
              </p:cNvCxnSpPr>
              <p:nvPr/>
            </p:nvCxnSpPr>
            <p:spPr>
              <a:xfrm flipH="1">
                <a:off x="2603981" y="2938463"/>
                <a:ext cx="370700" cy="0"/>
              </a:xfrm>
              <a:prstGeom prst="line">
                <a:avLst/>
              </a:prstGeom>
              <a:noFill/>
              <a:ln w="19050" cap="rnd">
                <a:solidFill>
                  <a:srgbClr val="000000"/>
                </a:solidFill>
                <a:prstDash val="solid"/>
                <a:round/>
                <a:headEnd/>
                <a:tailEnd type="oval"/>
              </a:ln>
              <a:extLst>
                <a:ext uri="{909E8E84-426E-40DD-AFC4-6F175D3DCCD1}">
                  <a14:hiddenFill xmlns:a14="http://schemas.microsoft.com/office/drawing/2010/main">
                    <a:noFill/>
                  </a14:hiddenFill>
                </a:ext>
              </a:extLst>
            </p:spPr>
          </p:cxnSp>
          <p:cxnSp>
            <p:nvCxnSpPr>
              <p:cNvPr id="29746" name="直线连接符 29745">
                <a:extLst>
                  <a:ext uri="{FF2B5EF4-FFF2-40B4-BE49-F238E27FC236}">
                    <a16:creationId xmlns:a16="http://schemas.microsoft.com/office/drawing/2014/main" id="{A3CAE774-0329-DB9A-01DB-B75DC5D9B645}"/>
                  </a:ext>
                </a:extLst>
              </p:cNvPr>
              <p:cNvCxnSpPr>
                <a:cxnSpLocks/>
              </p:cNvCxnSpPr>
              <p:nvPr/>
            </p:nvCxnSpPr>
            <p:spPr>
              <a:xfrm flipH="1">
                <a:off x="1031875" y="3097213"/>
                <a:ext cx="1942806" cy="0"/>
              </a:xfrm>
              <a:prstGeom prst="line">
                <a:avLst/>
              </a:prstGeom>
              <a:noFill/>
              <a:ln w="19050" cap="rnd">
                <a:solidFill>
                  <a:srgbClr val="000000"/>
                </a:solidFill>
                <a:prstDash val="solid"/>
                <a:round/>
                <a:headEnd/>
                <a:tailEnd type="none"/>
              </a:ln>
              <a:extLst>
                <a:ext uri="{909E8E84-426E-40DD-AFC4-6F175D3DCCD1}">
                  <a14:hiddenFill xmlns:a14="http://schemas.microsoft.com/office/drawing/2010/main">
                    <a:noFill/>
                  </a14:hiddenFill>
                </a:ext>
              </a:extLst>
            </p:spPr>
          </p:cxnSp>
        </p:grpSp>
        <p:grpSp>
          <p:nvGrpSpPr>
            <p:cNvPr id="7" name="组合 6">
              <a:extLst>
                <a:ext uri="{FF2B5EF4-FFF2-40B4-BE49-F238E27FC236}">
                  <a16:creationId xmlns:a16="http://schemas.microsoft.com/office/drawing/2014/main" id="{5B3C89C1-66F6-2BBA-6E84-50897BAE83C9}"/>
                </a:ext>
              </a:extLst>
            </p:cNvPr>
            <p:cNvGrpSpPr/>
            <p:nvPr/>
          </p:nvGrpSpPr>
          <p:grpSpPr>
            <a:xfrm>
              <a:off x="1031875" y="3806031"/>
              <a:ext cx="2703219" cy="506413"/>
              <a:chOff x="1031875" y="2590800"/>
              <a:chExt cx="2703219" cy="506413"/>
            </a:xfrm>
          </p:grpSpPr>
          <p:grpSp>
            <p:nvGrpSpPr>
              <p:cNvPr id="29731" name="组合 29730">
                <a:extLst>
                  <a:ext uri="{FF2B5EF4-FFF2-40B4-BE49-F238E27FC236}">
                    <a16:creationId xmlns:a16="http://schemas.microsoft.com/office/drawing/2014/main" id="{DF72DAE1-99EB-9116-D966-3271EFDEC708}"/>
                  </a:ext>
                </a:extLst>
              </p:cNvPr>
              <p:cNvGrpSpPr/>
              <p:nvPr/>
            </p:nvGrpSpPr>
            <p:grpSpPr>
              <a:xfrm>
                <a:off x="2974681" y="2590800"/>
                <a:ext cx="760413" cy="506413"/>
                <a:chOff x="3260036" y="2755900"/>
                <a:chExt cx="760413" cy="506413"/>
              </a:xfrm>
            </p:grpSpPr>
            <p:sp>
              <p:nvSpPr>
                <p:cNvPr id="29736" name="Freeform 7">
                  <a:extLst>
                    <a:ext uri="{FF2B5EF4-FFF2-40B4-BE49-F238E27FC236}">
                      <a16:creationId xmlns:a16="http://schemas.microsoft.com/office/drawing/2014/main" id="{8912EE4A-6B2C-B1BD-1221-609033F0BFC6}"/>
                    </a:ext>
                  </a:extLst>
                </p:cNvPr>
                <p:cNvSpPr>
                  <a:spLocks noEditPoints="1"/>
                </p:cNvSpPr>
                <p:nvPr/>
              </p:nvSpPr>
              <p:spPr bwMode="auto">
                <a:xfrm>
                  <a:off x="3260036" y="2913063"/>
                  <a:ext cx="760413" cy="190500"/>
                </a:xfrm>
                <a:custGeom>
                  <a:avLst/>
                  <a:gdLst>
                    <a:gd name="T0" fmla="*/ 0 w 479"/>
                    <a:gd name="T1" fmla="*/ 0 h 120"/>
                    <a:gd name="T2" fmla="*/ 240 w 479"/>
                    <a:gd name="T3" fmla="*/ 0 h 120"/>
                    <a:gd name="T4" fmla="*/ 0 w 479"/>
                    <a:gd name="T5" fmla="*/ 120 h 120"/>
                    <a:gd name="T6" fmla="*/ 240 w 479"/>
                    <a:gd name="T7" fmla="*/ 120 h 120"/>
                    <a:gd name="T8" fmla="*/ 479 w 479"/>
                    <a:gd name="T9" fmla="*/ 60 h 120"/>
                    <a:gd name="T10" fmla="*/ 240 w 479"/>
                    <a:gd name="T11" fmla="*/ 60 h 120"/>
                  </a:gdLst>
                  <a:ahLst/>
                  <a:cxnLst>
                    <a:cxn ang="0">
                      <a:pos x="T0" y="T1"/>
                    </a:cxn>
                    <a:cxn ang="0">
                      <a:pos x="T2" y="T3"/>
                    </a:cxn>
                    <a:cxn ang="0">
                      <a:pos x="T4" y="T5"/>
                    </a:cxn>
                    <a:cxn ang="0">
                      <a:pos x="T6" y="T7"/>
                    </a:cxn>
                    <a:cxn ang="0">
                      <a:pos x="T8" y="T9"/>
                    </a:cxn>
                    <a:cxn ang="0">
                      <a:pos x="T10" y="T11"/>
                    </a:cxn>
                  </a:cxnLst>
                  <a:rect l="0" t="0" r="r" b="b"/>
                  <a:pathLst>
                    <a:path w="479" h="120">
                      <a:moveTo>
                        <a:pt x="0" y="0"/>
                      </a:moveTo>
                      <a:lnTo>
                        <a:pt x="240" y="0"/>
                      </a:lnTo>
                      <a:moveTo>
                        <a:pt x="0" y="120"/>
                      </a:moveTo>
                      <a:lnTo>
                        <a:pt x="240" y="120"/>
                      </a:lnTo>
                      <a:moveTo>
                        <a:pt x="479" y="60"/>
                      </a:moveTo>
                      <a:lnTo>
                        <a:pt x="240" y="60"/>
                      </a:lnTo>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9737" name="Freeform 8">
                  <a:extLst>
                    <a:ext uri="{FF2B5EF4-FFF2-40B4-BE49-F238E27FC236}">
                      <a16:creationId xmlns:a16="http://schemas.microsoft.com/office/drawing/2014/main" id="{37FBFF3C-BE78-32D4-4610-BEC1373BFE36}"/>
                    </a:ext>
                  </a:extLst>
                </p:cNvPr>
                <p:cNvSpPr>
                  <a:spLocks/>
                </p:cNvSpPr>
                <p:nvPr/>
              </p:nvSpPr>
              <p:spPr bwMode="auto">
                <a:xfrm>
                  <a:off x="3393386" y="2819400"/>
                  <a:ext cx="495300" cy="379413"/>
                </a:xfrm>
                <a:custGeom>
                  <a:avLst/>
                  <a:gdLst>
                    <a:gd name="T0" fmla="*/ 944 w 944"/>
                    <a:gd name="T1" fmla="*/ 363 h 726"/>
                    <a:gd name="T2" fmla="*/ 283 w 944"/>
                    <a:gd name="T3" fmla="*/ 726 h 726"/>
                    <a:gd name="T4" fmla="*/ 0 w 944"/>
                    <a:gd name="T5" fmla="*/ 726 h 726"/>
                    <a:gd name="T6" fmla="*/ 0 w 944"/>
                    <a:gd name="T7" fmla="*/ 0 h 726"/>
                    <a:gd name="T8" fmla="*/ 283 w 944"/>
                    <a:gd name="T9" fmla="*/ 0 h 726"/>
                    <a:gd name="T10" fmla="*/ 944 w 944"/>
                    <a:gd name="T11" fmla="*/ 363 h 726"/>
                  </a:gdLst>
                  <a:ahLst/>
                  <a:cxnLst>
                    <a:cxn ang="0">
                      <a:pos x="T0" y="T1"/>
                    </a:cxn>
                    <a:cxn ang="0">
                      <a:pos x="T2" y="T3"/>
                    </a:cxn>
                    <a:cxn ang="0">
                      <a:pos x="T4" y="T5"/>
                    </a:cxn>
                    <a:cxn ang="0">
                      <a:pos x="T6" y="T7"/>
                    </a:cxn>
                    <a:cxn ang="0">
                      <a:pos x="T8" y="T9"/>
                    </a:cxn>
                    <a:cxn ang="0">
                      <a:pos x="T10" y="T11"/>
                    </a:cxn>
                  </a:cxnLst>
                  <a:rect l="0" t="0" r="r" b="b"/>
                  <a:pathLst>
                    <a:path w="944" h="726">
                      <a:moveTo>
                        <a:pt x="944" y="363"/>
                      </a:moveTo>
                      <a:cubicBezTo>
                        <a:pt x="831" y="542"/>
                        <a:pt x="585" y="676"/>
                        <a:pt x="283" y="726"/>
                      </a:cubicBezTo>
                      <a:lnTo>
                        <a:pt x="0" y="726"/>
                      </a:lnTo>
                      <a:cubicBezTo>
                        <a:pt x="176" y="496"/>
                        <a:pt x="176" y="230"/>
                        <a:pt x="0" y="0"/>
                      </a:cubicBezTo>
                      <a:lnTo>
                        <a:pt x="283" y="0"/>
                      </a:lnTo>
                      <a:cubicBezTo>
                        <a:pt x="587" y="48"/>
                        <a:pt x="833" y="183"/>
                        <a:pt x="944" y="363"/>
                      </a:cubicBezTo>
                      <a:close/>
                    </a:path>
                  </a:pathLst>
                </a:custGeom>
                <a:solidFill>
                  <a:srgbClr val="FFFFFF"/>
                </a:solidFill>
                <a:ln w="190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9738" name="Freeform 9">
                  <a:extLst>
                    <a:ext uri="{FF2B5EF4-FFF2-40B4-BE49-F238E27FC236}">
                      <a16:creationId xmlns:a16="http://schemas.microsoft.com/office/drawing/2014/main" id="{284B9851-77A0-13F6-169C-8D6F56CCF552}"/>
                    </a:ext>
                  </a:extLst>
                </p:cNvPr>
                <p:cNvSpPr>
                  <a:spLocks/>
                </p:cNvSpPr>
                <p:nvPr/>
              </p:nvSpPr>
              <p:spPr bwMode="auto">
                <a:xfrm>
                  <a:off x="3393386" y="2819400"/>
                  <a:ext cx="495300" cy="379413"/>
                </a:xfrm>
                <a:custGeom>
                  <a:avLst/>
                  <a:gdLst>
                    <a:gd name="T0" fmla="*/ 944 w 944"/>
                    <a:gd name="T1" fmla="*/ 363 h 726"/>
                    <a:gd name="T2" fmla="*/ 283 w 944"/>
                    <a:gd name="T3" fmla="*/ 726 h 726"/>
                    <a:gd name="T4" fmla="*/ 0 w 944"/>
                    <a:gd name="T5" fmla="*/ 726 h 726"/>
                    <a:gd name="T6" fmla="*/ 0 w 944"/>
                    <a:gd name="T7" fmla="*/ 0 h 726"/>
                    <a:gd name="T8" fmla="*/ 283 w 944"/>
                    <a:gd name="T9" fmla="*/ 0 h 726"/>
                    <a:gd name="T10" fmla="*/ 944 w 944"/>
                    <a:gd name="T11" fmla="*/ 363 h 726"/>
                  </a:gdLst>
                  <a:ahLst/>
                  <a:cxnLst>
                    <a:cxn ang="0">
                      <a:pos x="T0" y="T1"/>
                    </a:cxn>
                    <a:cxn ang="0">
                      <a:pos x="T2" y="T3"/>
                    </a:cxn>
                    <a:cxn ang="0">
                      <a:pos x="T4" y="T5"/>
                    </a:cxn>
                    <a:cxn ang="0">
                      <a:pos x="T6" y="T7"/>
                    </a:cxn>
                    <a:cxn ang="0">
                      <a:pos x="T8" y="T9"/>
                    </a:cxn>
                    <a:cxn ang="0">
                      <a:pos x="T10" y="T11"/>
                    </a:cxn>
                  </a:cxnLst>
                  <a:rect l="0" t="0" r="r" b="b"/>
                  <a:pathLst>
                    <a:path w="944" h="726">
                      <a:moveTo>
                        <a:pt x="944" y="363"/>
                      </a:moveTo>
                      <a:cubicBezTo>
                        <a:pt x="831" y="542"/>
                        <a:pt x="585" y="676"/>
                        <a:pt x="283" y="726"/>
                      </a:cubicBezTo>
                      <a:lnTo>
                        <a:pt x="0" y="726"/>
                      </a:lnTo>
                      <a:cubicBezTo>
                        <a:pt x="176" y="496"/>
                        <a:pt x="176" y="230"/>
                        <a:pt x="0" y="0"/>
                      </a:cubicBezTo>
                      <a:lnTo>
                        <a:pt x="283" y="0"/>
                      </a:lnTo>
                      <a:cubicBezTo>
                        <a:pt x="587" y="48"/>
                        <a:pt x="833" y="183"/>
                        <a:pt x="944" y="363"/>
                      </a:cubicBezTo>
                      <a:close/>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9739" name="Freeform 10">
                  <a:extLst>
                    <a:ext uri="{FF2B5EF4-FFF2-40B4-BE49-F238E27FC236}">
                      <a16:creationId xmlns:a16="http://schemas.microsoft.com/office/drawing/2014/main" id="{6B7B0EBF-D142-7E58-3459-2EA88830A2A2}"/>
                    </a:ext>
                  </a:extLst>
                </p:cNvPr>
                <p:cNvSpPr>
                  <a:spLocks noEditPoints="1"/>
                </p:cNvSpPr>
                <p:nvPr/>
              </p:nvSpPr>
              <p:spPr bwMode="auto">
                <a:xfrm>
                  <a:off x="3260036" y="2755900"/>
                  <a:ext cx="133350" cy="506413"/>
                </a:xfrm>
                <a:custGeom>
                  <a:avLst/>
                  <a:gdLst>
                    <a:gd name="T0" fmla="*/ 84 w 84"/>
                    <a:gd name="T1" fmla="*/ 279 h 319"/>
                    <a:gd name="T2" fmla="*/ 84 w 84"/>
                    <a:gd name="T3" fmla="*/ 319 h 319"/>
                    <a:gd name="T4" fmla="*/ 0 w 84"/>
                    <a:gd name="T5" fmla="*/ 319 h 319"/>
                    <a:gd name="T6" fmla="*/ 84 w 84"/>
                    <a:gd name="T7" fmla="*/ 40 h 319"/>
                    <a:gd name="T8" fmla="*/ 84 w 84"/>
                    <a:gd name="T9" fmla="*/ 0 h 319"/>
                    <a:gd name="T10" fmla="*/ 0 w 84"/>
                    <a:gd name="T11" fmla="*/ 0 h 319"/>
                  </a:gdLst>
                  <a:ahLst/>
                  <a:cxnLst>
                    <a:cxn ang="0">
                      <a:pos x="T0" y="T1"/>
                    </a:cxn>
                    <a:cxn ang="0">
                      <a:pos x="T2" y="T3"/>
                    </a:cxn>
                    <a:cxn ang="0">
                      <a:pos x="T4" y="T5"/>
                    </a:cxn>
                    <a:cxn ang="0">
                      <a:pos x="T6" y="T7"/>
                    </a:cxn>
                    <a:cxn ang="0">
                      <a:pos x="T8" y="T9"/>
                    </a:cxn>
                    <a:cxn ang="0">
                      <a:pos x="T10" y="T11"/>
                    </a:cxn>
                  </a:cxnLst>
                  <a:rect l="0" t="0" r="r" b="b"/>
                  <a:pathLst>
                    <a:path w="84" h="319">
                      <a:moveTo>
                        <a:pt x="84" y="279"/>
                      </a:moveTo>
                      <a:lnTo>
                        <a:pt x="84" y="319"/>
                      </a:lnTo>
                      <a:lnTo>
                        <a:pt x="0" y="319"/>
                      </a:lnTo>
                      <a:moveTo>
                        <a:pt x="84" y="40"/>
                      </a:moveTo>
                      <a:lnTo>
                        <a:pt x="84" y="0"/>
                      </a:lnTo>
                      <a:lnTo>
                        <a:pt x="0" y="0"/>
                      </a:lnTo>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9740" name="Freeform 11">
                  <a:extLst>
                    <a:ext uri="{FF2B5EF4-FFF2-40B4-BE49-F238E27FC236}">
                      <a16:creationId xmlns:a16="http://schemas.microsoft.com/office/drawing/2014/main" id="{55CDC805-624C-1B69-7FF0-522917B5011C}"/>
                    </a:ext>
                  </a:extLst>
                </p:cNvPr>
                <p:cNvSpPr>
                  <a:spLocks/>
                </p:cNvSpPr>
                <p:nvPr/>
              </p:nvSpPr>
              <p:spPr bwMode="auto">
                <a:xfrm>
                  <a:off x="3393386" y="2819400"/>
                  <a:ext cx="495300" cy="379413"/>
                </a:xfrm>
                <a:custGeom>
                  <a:avLst/>
                  <a:gdLst>
                    <a:gd name="T0" fmla="*/ 581 w 944"/>
                    <a:gd name="T1" fmla="*/ 726 h 726"/>
                    <a:gd name="T2" fmla="*/ 0 w 944"/>
                    <a:gd name="T3" fmla="*/ 726 h 726"/>
                    <a:gd name="T4" fmla="*/ 0 w 944"/>
                    <a:gd name="T5" fmla="*/ 0 h 726"/>
                    <a:gd name="T6" fmla="*/ 581 w 944"/>
                    <a:gd name="T7" fmla="*/ 0 h 726"/>
                    <a:gd name="T8" fmla="*/ 944 w 944"/>
                    <a:gd name="T9" fmla="*/ 363 h 726"/>
                    <a:gd name="T10" fmla="*/ 581 w 944"/>
                    <a:gd name="T11" fmla="*/ 726 h 726"/>
                  </a:gdLst>
                  <a:ahLst/>
                  <a:cxnLst>
                    <a:cxn ang="0">
                      <a:pos x="T0" y="T1"/>
                    </a:cxn>
                    <a:cxn ang="0">
                      <a:pos x="T2" y="T3"/>
                    </a:cxn>
                    <a:cxn ang="0">
                      <a:pos x="T4" y="T5"/>
                    </a:cxn>
                    <a:cxn ang="0">
                      <a:pos x="T6" y="T7"/>
                    </a:cxn>
                    <a:cxn ang="0">
                      <a:pos x="T8" y="T9"/>
                    </a:cxn>
                    <a:cxn ang="0">
                      <a:pos x="T10" y="T11"/>
                    </a:cxn>
                  </a:cxnLst>
                  <a:rect l="0" t="0" r="r" b="b"/>
                  <a:pathLst>
                    <a:path w="944" h="726">
                      <a:moveTo>
                        <a:pt x="581" y="726"/>
                      </a:moveTo>
                      <a:lnTo>
                        <a:pt x="0" y="726"/>
                      </a:lnTo>
                      <a:lnTo>
                        <a:pt x="0" y="0"/>
                      </a:lnTo>
                      <a:lnTo>
                        <a:pt x="581" y="0"/>
                      </a:lnTo>
                      <a:cubicBezTo>
                        <a:pt x="781" y="0"/>
                        <a:pt x="944" y="162"/>
                        <a:pt x="944" y="363"/>
                      </a:cubicBezTo>
                      <a:cubicBezTo>
                        <a:pt x="944" y="563"/>
                        <a:pt x="781" y="726"/>
                        <a:pt x="581" y="726"/>
                      </a:cubicBezTo>
                      <a:close/>
                    </a:path>
                  </a:pathLst>
                </a:custGeom>
                <a:solidFill>
                  <a:srgbClr val="FFFFFF"/>
                </a:solidFill>
                <a:ln w="190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9741" name="Freeform 12">
                  <a:extLst>
                    <a:ext uri="{FF2B5EF4-FFF2-40B4-BE49-F238E27FC236}">
                      <a16:creationId xmlns:a16="http://schemas.microsoft.com/office/drawing/2014/main" id="{07C9C2F4-51C4-3E48-9247-C9393706578D}"/>
                    </a:ext>
                  </a:extLst>
                </p:cNvPr>
                <p:cNvSpPr>
                  <a:spLocks/>
                </p:cNvSpPr>
                <p:nvPr/>
              </p:nvSpPr>
              <p:spPr bwMode="auto">
                <a:xfrm>
                  <a:off x="3393386" y="2819400"/>
                  <a:ext cx="495300" cy="379413"/>
                </a:xfrm>
                <a:custGeom>
                  <a:avLst/>
                  <a:gdLst>
                    <a:gd name="T0" fmla="*/ 581 w 944"/>
                    <a:gd name="T1" fmla="*/ 726 h 726"/>
                    <a:gd name="T2" fmla="*/ 0 w 944"/>
                    <a:gd name="T3" fmla="*/ 726 h 726"/>
                    <a:gd name="T4" fmla="*/ 0 w 944"/>
                    <a:gd name="T5" fmla="*/ 0 h 726"/>
                    <a:gd name="T6" fmla="*/ 581 w 944"/>
                    <a:gd name="T7" fmla="*/ 0 h 726"/>
                    <a:gd name="T8" fmla="*/ 944 w 944"/>
                    <a:gd name="T9" fmla="*/ 363 h 726"/>
                    <a:gd name="T10" fmla="*/ 581 w 944"/>
                    <a:gd name="T11" fmla="*/ 726 h 726"/>
                  </a:gdLst>
                  <a:ahLst/>
                  <a:cxnLst>
                    <a:cxn ang="0">
                      <a:pos x="T0" y="T1"/>
                    </a:cxn>
                    <a:cxn ang="0">
                      <a:pos x="T2" y="T3"/>
                    </a:cxn>
                    <a:cxn ang="0">
                      <a:pos x="T4" y="T5"/>
                    </a:cxn>
                    <a:cxn ang="0">
                      <a:pos x="T6" y="T7"/>
                    </a:cxn>
                    <a:cxn ang="0">
                      <a:pos x="T8" y="T9"/>
                    </a:cxn>
                    <a:cxn ang="0">
                      <a:pos x="T10" y="T11"/>
                    </a:cxn>
                  </a:cxnLst>
                  <a:rect l="0" t="0" r="r" b="b"/>
                  <a:pathLst>
                    <a:path w="944" h="726">
                      <a:moveTo>
                        <a:pt x="581" y="726"/>
                      </a:moveTo>
                      <a:lnTo>
                        <a:pt x="0" y="726"/>
                      </a:lnTo>
                      <a:lnTo>
                        <a:pt x="0" y="0"/>
                      </a:lnTo>
                      <a:lnTo>
                        <a:pt x="581" y="0"/>
                      </a:lnTo>
                      <a:cubicBezTo>
                        <a:pt x="781" y="0"/>
                        <a:pt x="944" y="162"/>
                        <a:pt x="944" y="363"/>
                      </a:cubicBezTo>
                      <a:cubicBezTo>
                        <a:pt x="944" y="563"/>
                        <a:pt x="781" y="726"/>
                        <a:pt x="581" y="726"/>
                      </a:cubicBezTo>
                      <a:close/>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cxnSp>
            <p:nvCxnSpPr>
              <p:cNvPr id="29732" name="直线连接符 29731">
                <a:extLst>
                  <a:ext uri="{FF2B5EF4-FFF2-40B4-BE49-F238E27FC236}">
                    <a16:creationId xmlns:a16="http://schemas.microsoft.com/office/drawing/2014/main" id="{38EBD5DD-8965-12A1-7B65-336B8413C00F}"/>
                  </a:ext>
                </a:extLst>
              </p:cNvPr>
              <p:cNvCxnSpPr>
                <a:cxnSpLocks/>
              </p:cNvCxnSpPr>
              <p:nvPr/>
            </p:nvCxnSpPr>
            <p:spPr>
              <a:xfrm flipH="1">
                <a:off x="1549744" y="2590800"/>
                <a:ext cx="1424937" cy="0"/>
              </a:xfrm>
              <a:prstGeom prst="line">
                <a:avLst/>
              </a:prstGeom>
              <a:noFill/>
              <a:ln w="19050" cap="rnd">
                <a:solidFill>
                  <a:srgbClr val="000000"/>
                </a:solidFill>
                <a:prstDash val="solid"/>
                <a:round/>
                <a:headEnd/>
                <a:tailEnd type="oval"/>
              </a:ln>
              <a:extLst>
                <a:ext uri="{909E8E84-426E-40DD-AFC4-6F175D3DCCD1}">
                  <a14:hiddenFill xmlns:a14="http://schemas.microsoft.com/office/drawing/2010/main">
                    <a:noFill/>
                  </a14:hiddenFill>
                </a:ext>
              </a:extLst>
            </p:spPr>
          </p:cxnSp>
          <p:cxnSp>
            <p:nvCxnSpPr>
              <p:cNvPr id="29733" name="直线连接符 29732">
                <a:extLst>
                  <a:ext uri="{FF2B5EF4-FFF2-40B4-BE49-F238E27FC236}">
                    <a16:creationId xmlns:a16="http://schemas.microsoft.com/office/drawing/2014/main" id="{2AD0929C-ACAA-9E8E-B423-5E7E452663CF}"/>
                  </a:ext>
                </a:extLst>
              </p:cNvPr>
              <p:cNvCxnSpPr>
                <a:cxnSpLocks/>
              </p:cNvCxnSpPr>
              <p:nvPr/>
            </p:nvCxnSpPr>
            <p:spPr>
              <a:xfrm flipH="1">
                <a:off x="1795014" y="2747963"/>
                <a:ext cx="1179667" cy="0"/>
              </a:xfrm>
              <a:prstGeom prst="line">
                <a:avLst/>
              </a:prstGeom>
              <a:noFill/>
              <a:ln w="19050" cap="rnd">
                <a:solidFill>
                  <a:srgbClr val="000000"/>
                </a:solidFill>
                <a:prstDash val="solid"/>
                <a:round/>
                <a:headEnd/>
                <a:tailEnd type="oval"/>
              </a:ln>
              <a:extLst>
                <a:ext uri="{909E8E84-426E-40DD-AFC4-6F175D3DCCD1}">
                  <a14:hiddenFill xmlns:a14="http://schemas.microsoft.com/office/drawing/2010/main">
                    <a:noFill/>
                  </a14:hiddenFill>
                </a:ext>
              </a:extLst>
            </p:spPr>
          </p:cxnSp>
          <p:cxnSp>
            <p:nvCxnSpPr>
              <p:cNvPr id="29734" name="直线连接符 29733">
                <a:extLst>
                  <a:ext uri="{FF2B5EF4-FFF2-40B4-BE49-F238E27FC236}">
                    <a16:creationId xmlns:a16="http://schemas.microsoft.com/office/drawing/2014/main" id="{DE87BDCE-BC35-1022-1CA8-B9A29A031B05}"/>
                  </a:ext>
                </a:extLst>
              </p:cNvPr>
              <p:cNvCxnSpPr>
                <a:cxnSpLocks/>
              </p:cNvCxnSpPr>
              <p:nvPr/>
            </p:nvCxnSpPr>
            <p:spPr>
              <a:xfrm flipH="1">
                <a:off x="2603981" y="2938463"/>
                <a:ext cx="370700" cy="0"/>
              </a:xfrm>
              <a:prstGeom prst="line">
                <a:avLst/>
              </a:prstGeom>
              <a:noFill/>
              <a:ln w="19050" cap="rnd">
                <a:solidFill>
                  <a:srgbClr val="000000"/>
                </a:solidFill>
                <a:prstDash val="solid"/>
                <a:round/>
                <a:headEnd/>
                <a:tailEnd type="oval"/>
              </a:ln>
              <a:extLst>
                <a:ext uri="{909E8E84-426E-40DD-AFC4-6F175D3DCCD1}">
                  <a14:hiddenFill xmlns:a14="http://schemas.microsoft.com/office/drawing/2010/main">
                    <a:noFill/>
                  </a14:hiddenFill>
                </a:ext>
              </a:extLst>
            </p:spPr>
          </p:cxnSp>
          <p:cxnSp>
            <p:nvCxnSpPr>
              <p:cNvPr id="29735" name="直线连接符 29734">
                <a:extLst>
                  <a:ext uri="{FF2B5EF4-FFF2-40B4-BE49-F238E27FC236}">
                    <a16:creationId xmlns:a16="http://schemas.microsoft.com/office/drawing/2014/main" id="{A2BAF999-0C5F-E87A-E2E3-38B497FB45C3}"/>
                  </a:ext>
                </a:extLst>
              </p:cNvPr>
              <p:cNvCxnSpPr>
                <a:cxnSpLocks/>
              </p:cNvCxnSpPr>
              <p:nvPr/>
            </p:nvCxnSpPr>
            <p:spPr>
              <a:xfrm flipH="1">
                <a:off x="1031875" y="3097213"/>
                <a:ext cx="1942806" cy="0"/>
              </a:xfrm>
              <a:prstGeom prst="line">
                <a:avLst/>
              </a:prstGeom>
              <a:noFill/>
              <a:ln w="19050" cap="rnd">
                <a:solidFill>
                  <a:srgbClr val="000000"/>
                </a:solidFill>
                <a:prstDash val="solid"/>
                <a:round/>
                <a:headEnd/>
                <a:tailEnd type="none"/>
              </a:ln>
              <a:extLst>
                <a:ext uri="{909E8E84-426E-40DD-AFC4-6F175D3DCCD1}">
                  <a14:hiddenFill xmlns:a14="http://schemas.microsoft.com/office/drawing/2010/main">
                    <a:noFill/>
                  </a14:hiddenFill>
                </a:ext>
              </a:extLst>
            </p:spPr>
          </p:cxnSp>
        </p:grpSp>
        <p:grpSp>
          <p:nvGrpSpPr>
            <p:cNvPr id="8" name="组合 7">
              <a:extLst>
                <a:ext uri="{FF2B5EF4-FFF2-40B4-BE49-F238E27FC236}">
                  <a16:creationId xmlns:a16="http://schemas.microsoft.com/office/drawing/2014/main" id="{52754BEF-EDC1-AA42-65A4-A4F934CF98E5}"/>
                </a:ext>
              </a:extLst>
            </p:cNvPr>
            <p:cNvGrpSpPr/>
            <p:nvPr/>
          </p:nvGrpSpPr>
          <p:grpSpPr>
            <a:xfrm>
              <a:off x="1031875" y="4491831"/>
              <a:ext cx="2703219" cy="506413"/>
              <a:chOff x="1031875" y="2590800"/>
              <a:chExt cx="2703219" cy="506413"/>
            </a:xfrm>
          </p:grpSpPr>
          <p:grpSp>
            <p:nvGrpSpPr>
              <p:cNvPr id="29720" name="组合 29719">
                <a:extLst>
                  <a:ext uri="{FF2B5EF4-FFF2-40B4-BE49-F238E27FC236}">
                    <a16:creationId xmlns:a16="http://schemas.microsoft.com/office/drawing/2014/main" id="{41C7B434-23E2-F23B-D734-8FAFC0CDFDB1}"/>
                  </a:ext>
                </a:extLst>
              </p:cNvPr>
              <p:cNvGrpSpPr/>
              <p:nvPr/>
            </p:nvGrpSpPr>
            <p:grpSpPr>
              <a:xfrm>
                <a:off x="2974681" y="2590800"/>
                <a:ext cx="760413" cy="506413"/>
                <a:chOff x="3260036" y="2755900"/>
                <a:chExt cx="760413" cy="506413"/>
              </a:xfrm>
            </p:grpSpPr>
            <p:sp>
              <p:nvSpPr>
                <p:cNvPr id="29725" name="Freeform 7">
                  <a:extLst>
                    <a:ext uri="{FF2B5EF4-FFF2-40B4-BE49-F238E27FC236}">
                      <a16:creationId xmlns:a16="http://schemas.microsoft.com/office/drawing/2014/main" id="{53706441-C91B-324F-CCEA-AA00BB79F762}"/>
                    </a:ext>
                  </a:extLst>
                </p:cNvPr>
                <p:cNvSpPr>
                  <a:spLocks noEditPoints="1"/>
                </p:cNvSpPr>
                <p:nvPr/>
              </p:nvSpPr>
              <p:spPr bwMode="auto">
                <a:xfrm>
                  <a:off x="3260036" y="2913063"/>
                  <a:ext cx="760413" cy="190500"/>
                </a:xfrm>
                <a:custGeom>
                  <a:avLst/>
                  <a:gdLst>
                    <a:gd name="T0" fmla="*/ 0 w 479"/>
                    <a:gd name="T1" fmla="*/ 0 h 120"/>
                    <a:gd name="T2" fmla="*/ 240 w 479"/>
                    <a:gd name="T3" fmla="*/ 0 h 120"/>
                    <a:gd name="T4" fmla="*/ 0 w 479"/>
                    <a:gd name="T5" fmla="*/ 120 h 120"/>
                    <a:gd name="T6" fmla="*/ 240 w 479"/>
                    <a:gd name="T7" fmla="*/ 120 h 120"/>
                    <a:gd name="T8" fmla="*/ 479 w 479"/>
                    <a:gd name="T9" fmla="*/ 60 h 120"/>
                    <a:gd name="T10" fmla="*/ 240 w 479"/>
                    <a:gd name="T11" fmla="*/ 60 h 120"/>
                  </a:gdLst>
                  <a:ahLst/>
                  <a:cxnLst>
                    <a:cxn ang="0">
                      <a:pos x="T0" y="T1"/>
                    </a:cxn>
                    <a:cxn ang="0">
                      <a:pos x="T2" y="T3"/>
                    </a:cxn>
                    <a:cxn ang="0">
                      <a:pos x="T4" y="T5"/>
                    </a:cxn>
                    <a:cxn ang="0">
                      <a:pos x="T6" y="T7"/>
                    </a:cxn>
                    <a:cxn ang="0">
                      <a:pos x="T8" y="T9"/>
                    </a:cxn>
                    <a:cxn ang="0">
                      <a:pos x="T10" y="T11"/>
                    </a:cxn>
                  </a:cxnLst>
                  <a:rect l="0" t="0" r="r" b="b"/>
                  <a:pathLst>
                    <a:path w="479" h="120">
                      <a:moveTo>
                        <a:pt x="0" y="0"/>
                      </a:moveTo>
                      <a:lnTo>
                        <a:pt x="240" y="0"/>
                      </a:lnTo>
                      <a:moveTo>
                        <a:pt x="0" y="120"/>
                      </a:moveTo>
                      <a:lnTo>
                        <a:pt x="240" y="120"/>
                      </a:lnTo>
                      <a:moveTo>
                        <a:pt x="479" y="60"/>
                      </a:moveTo>
                      <a:lnTo>
                        <a:pt x="240" y="60"/>
                      </a:lnTo>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9726" name="Freeform 8">
                  <a:extLst>
                    <a:ext uri="{FF2B5EF4-FFF2-40B4-BE49-F238E27FC236}">
                      <a16:creationId xmlns:a16="http://schemas.microsoft.com/office/drawing/2014/main" id="{4EF0B968-DB8C-6955-E9AD-EBB12C59F2F4}"/>
                    </a:ext>
                  </a:extLst>
                </p:cNvPr>
                <p:cNvSpPr>
                  <a:spLocks/>
                </p:cNvSpPr>
                <p:nvPr/>
              </p:nvSpPr>
              <p:spPr bwMode="auto">
                <a:xfrm>
                  <a:off x="3393386" y="2819400"/>
                  <a:ext cx="495300" cy="379413"/>
                </a:xfrm>
                <a:custGeom>
                  <a:avLst/>
                  <a:gdLst>
                    <a:gd name="T0" fmla="*/ 944 w 944"/>
                    <a:gd name="T1" fmla="*/ 363 h 726"/>
                    <a:gd name="T2" fmla="*/ 283 w 944"/>
                    <a:gd name="T3" fmla="*/ 726 h 726"/>
                    <a:gd name="T4" fmla="*/ 0 w 944"/>
                    <a:gd name="T5" fmla="*/ 726 h 726"/>
                    <a:gd name="T6" fmla="*/ 0 w 944"/>
                    <a:gd name="T7" fmla="*/ 0 h 726"/>
                    <a:gd name="T8" fmla="*/ 283 w 944"/>
                    <a:gd name="T9" fmla="*/ 0 h 726"/>
                    <a:gd name="T10" fmla="*/ 944 w 944"/>
                    <a:gd name="T11" fmla="*/ 363 h 726"/>
                  </a:gdLst>
                  <a:ahLst/>
                  <a:cxnLst>
                    <a:cxn ang="0">
                      <a:pos x="T0" y="T1"/>
                    </a:cxn>
                    <a:cxn ang="0">
                      <a:pos x="T2" y="T3"/>
                    </a:cxn>
                    <a:cxn ang="0">
                      <a:pos x="T4" y="T5"/>
                    </a:cxn>
                    <a:cxn ang="0">
                      <a:pos x="T6" y="T7"/>
                    </a:cxn>
                    <a:cxn ang="0">
                      <a:pos x="T8" y="T9"/>
                    </a:cxn>
                    <a:cxn ang="0">
                      <a:pos x="T10" y="T11"/>
                    </a:cxn>
                  </a:cxnLst>
                  <a:rect l="0" t="0" r="r" b="b"/>
                  <a:pathLst>
                    <a:path w="944" h="726">
                      <a:moveTo>
                        <a:pt x="944" y="363"/>
                      </a:moveTo>
                      <a:cubicBezTo>
                        <a:pt x="831" y="542"/>
                        <a:pt x="585" y="676"/>
                        <a:pt x="283" y="726"/>
                      </a:cubicBezTo>
                      <a:lnTo>
                        <a:pt x="0" y="726"/>
                      </a:lnTo>
                      <a:cubicBezTo>
                        <a:pt x="176" y="496"/>
                        <a:pt x="176" y="230"/>
                        <a:pt x="0" y="0"/>
                      </a:cubicBezTo>
                      <a:lnTo>
                        <a:pt x="283" y="0"/>
                      </a:lnTo>
                      <a:cubicBezTo>
                        <a:pt x="587" y="48"/>
                        <a:pt x="833" y="183"/>
                        <a:pt x="944" y="363"/>
                      </a:cubicBezTo>
                      <a:close/>
                    </a:path>
                  </a:pathLst>
                </a:custGeom>
                <a:solidFill>
                  <a:srgbClr val="FFFFFF"/>
                </a:solidFill>
                <a:ln w="190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9727" name="Freeform 9">
                  <a:extLst>
                    <a:ext uri="{FF2B5EF4-FFF2-40B4-BE49-F238E27FC236}">
                      <a16:creationId xmlns:a16="http://schemas.microsoft.com/office/drawing/2014/main" id="{4412AD82-D97C-0AE5-93A5-489BEA2F3298}"/>
                    </a:ext>
                  </a:extLst>
                </p:cNvPr>
                <p:cNvSpPr>
                  <a:spLocks/>
                </p:cNvSpPr>
                <p:nvPr/>
              </p:nvSpPr>
              <p:spPr bwMode="auto">
                <a:xfrm>
                  <a:off x="3393386" y="2819400"/>
                  <a:ext cx="495300" cy="379413"/>
                </a:xfrm>
                <a:custGeom>
                  <a:avLst/>
                  <a:gdLst>
                    <a:gd name="T0" fmla="*/ 944 w 944"/>
                    <a:gd name="T1" fmla="*/ 363 h 726"/>
                    <a:gd name="T2" fmla="*/ 283 w 944"/>
                    <a:gd name="T3" fmla="*/ 726 h 726"/>
                    <a:gd name="T4" fmla="*/ 0 w 944"/>
                    <a:gd name="T5" fmla="*/ 726 h 726"/>
                    <a:gd name="T6" fmla="*/ 0 w 944"/>
                    <a:gd name="T7" fmla="*/ 0 h 726"/>
                    <a:gd name="T8" fmla="*/ 283 w 944"/>
                    <a:gd name="T9" fmla="*/ 0 h 726"/>
                    <a:gd name="T10" fmla="*/ 944 w 944"/>
                    <a:gd name="T11" fmla="*/ 363 h 726"/>
                  </a:gdLst>
                  <a:ahLst/>
                  <a:cxnLst>
                    <a:cxn ang="0">
                      <a:pos x="T0" y="T1"/>
                    </a:cxn>
                    <a:cxn ang="0">
                      <a:pos x="T2" y="T3"/>
                    </a:cxn>
                    <a:cxn ang="0">
                      <a:pos x="T4" y="T5"/>
                    </a:cxn>
                    <a:cxn ang="0">
                      <a:pos x="T6" y="T7"/>
                    </a:cxn>
                    <a:cxn ang="0">
                      <a:pos x="T8" y="T9"/>
                    </a:cxn>
                    <a:cxn ang="0">
                      <a:pos x="T10" y="T11"/>
                    </a:cxn>
                  </a:cxnLst>
                  <a:rect l="0" t="0" r="r" b="b"/>
                  <a:pathLst>
                    <a:path w="944" h="726">
                      <a:moveTo>
                        <a:pt x="944" y="363"/>
                      </a:moveTo>
                      <a:cubicBezTo>
                        <a:pt x="831" y="542"/>
                        <a:pt x="585" y="676"/>
                        <a:pt x="283" y="726"/>
                      </a:cubicBezTo>
                      <a:lnTo>
                        <a:pt x="0" y="726"/>
                      </a:lnTo>
                      <a:cubicBezTo>
                        <a:pt x="176" y="496"/>
                        <a:pt x="176" y="230"/>
                        <a:pt x="0" y="0"/>
                      </a:cubicBezTo>
                      <a:lnTo>
                        <a:pt x="283" y="0"/>
                      </a:lnTo>
                      <a:cubicBezTo>
                        <a:pt x="587" y="48"/>
                        <a:pt x="833" y="183"/>
                        <a:pt x="944" y="363"/>
                      </a:cubicBezTo>
                      <a:close/>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9728" name="Freeform 10">
                  <a:extLst>
                    <a:ext uri="{FF2B5EF4-FFF2-40B4-BE49-F238E27FC236}">
                      <a16:creationId xmlns:a16="http://schemas.microsoft.com/office/drawing/2014/main" id="{031E798E-0530-D2EF-2EDC-BC603E223228}"/>
                    </a:ext>
                  </a:extLst>
                </p:cNvPr>
                <p:cNvSpPr>
                  <a:spLocks noEditPoints="1"/>
                </p:cNvSpPr>
                <p:nvPr/>
              </p:nvSpPr>
              <p:spPr bwMode="auto">
                <a:xfrm>
                  <a:off x="3260036" y="2755900"/>
                  <a:ext cx="133350" cy="506413"/>
                </a:xfrm>
                <a:custGeom>
                  <a:avLst/>
                  <a:gdLst>
                    <a:gd name="T0" fmla="*/ 84 w 84"/>
                    <a:gd name="T1" fmla="*/ 279 h 319"/>
                    <a:gd name="T2" fmla="*/ 84 w 84"/>
                    <a:gd name="T3" fmla="*/ 319 h 319"/>
                    <a:gd name="T4" fmla="*/ 0 w 84"/>
                    <a:gd name="T5" fmla="*/ 319 h 319"/>
                    <a:gd name="T6" fmla="*/ 84 w 84"/>
                    <a:gd name="T7" fmla="*/ 40 h 319"/>
                    <a:gd name="T8" fmla="*/ 84 w 84"/>
                    <a:gd name="T9" fmla="*/ 0 h 319"/>
                    <a:gd name="T10" fmla="*/ 0 w 84"/>
                    <a:gd name="T11" fmla="*/ 0 h 319"/>
                  </a:gdLst>
                  <a:ahLst/>
                  <a:cxnLst>
                    <a:cxn ang="0">
                      <a:pos x="T0" y="T1"/>
                    </a:cxn>
                    <a:cxn ang="0">
                      <a:pos x="T2" y="T3"/>
                    </a:cxn>
                    <a:cxn ang="0">
                      <a:pos x="T4" y="T5"/>
                    </a:cxn>
                    <a:cxn ang="0">
                      <a:pos x="T6" y="T7"/>
                    </a:cxn>
                    <a:cxn ang="0">
                      <a:pos x="T8" y="T9"/>
                    </a:cxn>
                    <a:cxn ang="0">
                      <a:pos x="T10" y="T11"/>
                    </a:cxn>
                  </a:cxnLst>
                  <a:rect l="0" t="0" r="r" b="b"/>
                  <a:pathLst>
                    <a:path w="84" h="319">
                      <a:moveTo>
                        <a:pt x="84" y="279"/>
                      </a:moveTo>
                      <a:lnTo>
                        <a:pt x="84" y="319"/>
                      </a:lnTo>
                      <a:lnTo>
                        <a:pt x="0" y="319"/>
                      </a:lnTo>
                      <a:moveTo>
                        <a:pt x="84" y="40"/>
                      </a:moveTo>
                      <a:lnTo>
                        <a:pt x="84" y="0"/>
                      </a:lnTo>
                      <a:lnTo>
                        <a:pt x="0" y="0"/>
                      </a:lnTo>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9729" name="Freeform 11">
                  <a:extLst>
                    <a:ext uri="{FF2B5EF4-FFF2-40B4-BE49-F238E27FC236}">
                      <a16:creationId xmlns:a16="http://schemas.microsoft.com/office/drawing/2014/main" id="{1FCD61F0-931B-2B6C-D704-EC01B4EF71E7}"/>
                    </a:ext>
                  </a:extLst>
                </p:cNvPr>
                <p:cNvSpPr>
                  <a:spLocks/>
                </p:cNvSpPr>
                <p:nvPr/>
              </p:nvSpPr>
              <p:spPr bwMode="auto">
                <a:xfrm>
                  <a:off x="3393386" y="2819400"/>
                  <a:ext cx="495300" cy="379413"/>
                </a:xfrm>
                <a:custGeom>
                  <a:avLst/>
                  <a:gdLst>
                    <a:gd name="T0" fmla="*/ 581 w 944"/>
                    <a:gd name="T1" fmla="*/ 726 h 726"/>
                    <a:gd name="T2" fmla="*/ 0 w 944"/>
                    <a:gd name="T3" fmla="*/ 726 h 726"/>
                    <a:gd name="T4" fmla="*/ 0 w 944"/>
                    <a:gd name="T5" fmla="*/ 0 h 726"/>
                    <a:gd name="T6" fmla="*/ 581 w 944"/>
                    <a:gd name="T7" fmla="*/ 0 h 726"/>
                    <a:gd name="T8" fmla="*/ 944 w 944"/>
                    <a:gd name="T9" fmla="*/ 363 h 726"/>
                    <a:gd name="T10" fmla="*/ 581 w 944"/>
                    <a:gd name="T11" fmla="*/ 726 h 726"/>
                  </a:gdLst>
                  <a:ahLst/>
                  <a:cxnLst>
                    <a:cxn ang="0">
                      <a:pos x="T0" y="T1"/>
                    </a:cxn>
                    <a:cxn ang="0">
                      <a:pos x="T2" y="T3"/>
                    </a:cxn>
                    <a:cxn ang="0">
                      <a:pos x="T4" y="T5"/>
                    </a:cxn>
                    <a:cxn ang="0">
                      <a:pos x="T6" y="T7"/>
                    </a:cxn>
                    <a:cxn ang="0">
                      <a:pos x="T8" y="T9"/>
                    </a:cxn>
                    <a:cxn ang="0">
                      <a:pos x="T10" y="T11"/>
                    </a:cxn>
                  </a:cxnLst>
                  <a:rect l="0" t="0" r="r" b="b"/>
                  <a:pathLst>
                    <a:path w="944" h="726">
                      <a:moveTo>
                        <a:pt x="581" y="726"/>
                      </a:moveTo>
                      <a:lnTo>
                        <a:pt x="0" y="726"/>
                      </a:lnTo>
                      <a:lnTo>
                        <a:pt x="0" y="0"/>
                      </a:lnTo>
                      <a:lnTo>
                        <a:pt x="581" y="0"/>
                      </a:lnTo>
                      <a:cubicBezTo>
                        <a:pt x="781" y="0"/>
                        <a:pt x="944" y="162"/>
                        <a:pt x="944" y="363"/>
                      </a:cubicBezTo>
                      <a:cubicBezTo>
                        <a:pt x="944" y="563"/>
                        <a:pt x="781" y="726"/>
                        <a:pt x="581" y="726"/>
                      </a:cubicBezTo>
                      <a:close/>
                    </a:path>
                  </a:pathLst>
                </a:custGeom>
                <a:solidFill>
                  <a:srgbClr val="FFFFFF"/>
                </a:solidFill>
                <a:ln w="190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9730" name="Freeform 12">
                  <a:extLst>
                    <a:ext uri="{FF2B5EF4-FFF2-40B4-BE49-F238E27FC236}">
                      <a16:creationId xmlns:a16="http://schemas.microsoft.com/office/drawing/2014/main" id="{1B8027EA-98DF-FB46-DF90-CF9F9645BE26}"/>
                    </a:ext>
                  </a:extLst>
                </p:cNvPr>
                <p:cNvSpPr>
                  <a:spLocks/>
                </p:cNvSpPr>
                <p:nvPr/>
              </p:nvSpPr>
              <p:spPr bwMode="auto">
                <a:xfrm>
                  <a:off x="3393386" y="2819400"/>
                  <a:ext cx="495300" cy="379413"/>
                </a:xfrm>
                <a:custGeom>
                  <a:avLst/>
                  <a:gdLst>
                    <a:gd name="T0" fmla="*/ 581 w 944"/>
                    <a:gd name="T1" fmla="*/ 726 h 726"/>
                    <a:gd name="T2" fmla="*/ 0 w 944"/>
                    <a:gd name="T3" fmla="*/ 726 h 726"/>
                    <a:gd name="T4" fmla="*/ 0 w 944"/>
                    <a:gd name="T5" fmla="*/ 0 h 726"/>
                    <a:gd name="T6" fmla="*/ 581 w 944"/>
                    <a:gd name="T7" fmla="*/ 0 h 726"/>
                    <a:gd name="T8" fmla="*/ 944 w 944"/>
                    <a:gd name="T9" fmla="*/ 363 h 726"/>
                    <a:gd name="T10" fmla="*/ 581 w 944"/>
                    <a:gd name="T11" fmla="*/ 726 h 726"/>
                  </a:gdLst>
                  <a:ahLst/>
                  <a:cxnLst>
                    <a:cxn ang="0">
                      <a:pos x="T0" y="T1"/>
                    </a:cxn>
                    <a:cxn ang="0">
                      <a:pos x="T2" y="T3"/>
                    </a:cxn>
                    <a:cxn ang="0">
                      <a:pos x="T4" y="T5"/>
                    </a:cxn>
                    <a:cxn ang="0">
                      <a:pos x="T6" y="T7"/>
                    </a:cxn>
                    <a:cxn ang="0">
                      <a:pos x="T8" y="T9"/>
                    </a:cxn>
                    <a:cxn ang="0">
                      <a:pos x="T10" y="T11"/>
                    </a:cxn>
                  </a:cxnLst>
                  <a:rect l="0" t="0" r="r" b="b"/>
                  <a:pathLst>
                    <a:path w="944" h="726">
                      <a:moveTo>
                        <a:pt x="581" y="726"/>
                      </a:moveTo>
                      <a:lnTo>
                        <a:pt x="0" y="726"/>
                      </a:lnTo>
                      <a:lnTo>
                        <a:pt x="0" y="0"/>
                      </a:lnTo>
                      <a:lnTo>
                        <a:pt x="581" y="0"/>
                      </a:lnTo>
                      <a:cubicBezTo>
                        <a:pt x="781" y="0"/>
                        <a:pt x="944" y="162"/>
                        <a:pt x="944" y="363"/>
                      </a:cubicBezTo>
                      <a:cubicBezTo>
                        <a:pt x="944" y="563"/>
                        <a:pt x="781" y="726"/>
                        <a:pt x="581" y="726"/>
                      </a:cubicBezTo>
                      <a:close/>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cxnSp>
            <p:nvCxnSpPr>
              <p:cNvPr id="29721" name="直线连接符 29720">
                <a:extLst>
                  <a:ext uri="{FF2B5EF4-FFF2-40B4-BE49-F238E27FC236}">
                    <a16:creationId xmlns:a16="http://schemas.microsoft.com/office/drawing/2014/main" id="{0483DF87-5D00-9B9A-8833-96E4ABEF2FDD}"/>
                  </a:ext>
                </a:extLst>
              </p:cNvPr>
              <p:cNvCxnSpPr>
                <a:cxnSpLocks/>
              </p:cNvCxnSpPr>
              <p:nvPr/>
            </p:nvCxnSpPr>
            <p:spPr>
              <a:xfrm flipH="1">
                <a:off x="1279869" y="2590800"/>
                <a:ext cx="1694812" cy="0"/>
              </a:xfrm>
              <a:prstGeom prst="line">
                <a:avLst/>
              </a:prstGeom>
              <a:noFill/>
              <a:ln w="19050" cap="rnd">
                <a:solidFill>
                  <a:srgbClr val="000000"/>
                </a:solidFill>
                <a:prstDash val="solid"/>
                <a:round/>
                <a:headEnd/>
                <a:tailEnd type="oval"/>
              </a:ln>
              <a:extLst>
                <a:ext uri="{909E8E84-426E-40DD-AFC4-6F175D3DCCD1}">
                  <a14:hiddenFill xmlns:a14="http://schemas.microsoft.com/office/drawing/2010/main">
                    <a:noFill/>
                  </a14:hiddenFill>
                </a:ext>
              </a:extLst>
            </p:spPr>
          </p:cxnSp>
          <p:cxnSp>
            <p:nvCxnSpPr>
              <p:cNvPr id="29722" name="直线连接符 29721">
                <a:extLst>
                  <a:ext uri="{FF2B5EF4-FFF2-40B4-BE49-F238E27FC236}">
                    <a16:creationId xmlns:a16="http://schemas.microsoft.com/office/drawing/2014/main" id="{CB3CA0B7-8AB5-19D1-5835-043FE5775F0C}"/>
                  </a:ext>
                </a:extLst>
              </p:cNvPr>
              <p:cNvCxnSpPr>
                <a:cxnSpLocks/>
              </p:cNvCxnSpPr>
              <p:nvPr/>
            </p:nvCxnSpPr>
            <p:spPr>
              <a:xfrm flipH="1">
                <a:off x="1795014" y="2747963"/>
                <a:ext cx="1179667" cy="0"/>
              </a:xfrm>
              <a:prstGeom prst="line">
                <a:avLst/>
              </a:prstGeom>
              <a:noFill/>
              <a:ln w="19050" cap="rnd">
                <a:solidFill>
                  <a:srgbClr val="000000"/>
                </a:solidFill>
                <a:prstDash val="solid"/>
                <a:round/>
                <a:headEnd/>
                <a:tailEnd type="oval"/>
              </a:ln>
              <a:extLst>
                <a:ext uri="{909E8E84-426E-40DD-AFC4-6F175D3DCCD1}">
                  <a14:hiddenFill xmlns:a14="http://schemas.microsoft.com/office/drawing/2010/main">
                    <a:noFill/>
                  </a14:hiddenFill>
                </a:ext>
              </a:extLst>
            </p:spPr>
          </p:cxnSp>
          <p:cxnSp>
            <p:nvCxnSpPr>
              <p:cNvPr id="29723" name="直线连接符 29722">
                <a:extLst>
                  <a:ext uri="{FF2B5EF4-FFF2-40B4-BE49-F238E27FC236}">
                    <a16:creationId xmlns:a16="http://schemas.microsoft.com/office/drawing/2014/main" id="{B976FD0E-6541-7D78-7565-31F76CA97A26}"/>
                  </a:ext>
                </a:extLst>
              </p:cNvPr>
              <p:cNvCxnSpPr>
                <a:cxnSpLocks/>
              </p:cNvCxnSpPr>
              <p:nvPr/>
            </p:nvCxnSpPr>
            <p:spPr>
              <a:xfrm flipH="1">
                <a:off x="2603981" y="2938463"/>
                <a:ext cx="370700" cy="0"/>
              </a:xfrm>
              <a:prstGeom prst="line">
                <a:avLst/>
              </a:prstGeom>
              <a:noFill/>
              <a:ln w="19050" cap="rnd">
                <a:solidFill>
                  <a:srgbClr val="000000"/>
                </a:solidFill>
                <a:prstDash val="solid"/>
                <a:round/>
                <a:headEnd/>
                <a:tailEnd type="oval"/>
              </a:ln>
              <a:extLst>
                <a:ext uri="{909E8E84-426E-40DD-AFC4-6F175D3DCCD1}">
                  <a14:hiddenFill xmlns:a14="http://schemas.microsoft.com/office/drawing/2010/main">
                    <a:noFill/>
                  </a14:hiddenFill>
                </a:ext>
              </a:extLst>
            </p:spPr>
          </p:cxnSp>
          <p:cxnSp>
            <p:nvCxnSpPr>
              <p:cNvPr id="29724" name="直线连接符 29723">
                <a:extLst>
                  <a:ext uri="{FF2B5EF4-FFF2-40B4-BE49-F238E27FC236}">
                    <a16:creationId xmlns:a16="http://schemas.microsoft.com/office/drawing/2014/main" id="{01AEB4FD-36DD-2926-E30E-E00E37F49390}"/>
                  </a:ext>
                </a:extLst>
              </p:cNvPr>
              <p:cNvCxnSpPr>
                <a:cxnSpLocks/>
              </p:cNvCxnSpPr>
              <p:nvPr/>
            </p:nvCxnSpPr>
            <p:spPr>
              <a:xfrm flipH="1">
                <a:off x="1031875" y="3097213"/>
                <a:ext cx="1942806" cy="0"/>
              </a:xfrm>
              <a:prstGeom prst="line">
                <a:avLst/>
              </a:prstGeom>
              <a:noFill/>
              <a:ln w="19050" cap="rnd">
                <a:solidFill>
                  <a:srgbClr val="000000"/>
                </a:solidFill>
                <a:prstDash val="solid"/>
                <a:round/>
                <a:headEnd/>
                <a:tailEnd type="none"/>
              </a:ln>
              <a:extLst>
                <a:ext uri="{909E8E84-426E-40DD-AFC4-6F175D3DCCD1}">
                  <a14:hiddenFill xmlns:a14="http://schemas.microsoft.com/office/drawing/2010/main">
                    <a:noFill/>
                  </a14:hiddenFill>
                </a:ext>
              </a:extLst>
            </p:spPr>
          </p:cxnSp>
        </p:grpSp>
        <p:grpSp>
          <p:nvGrpSpPr>
            <p:cNvPr id="9" name="组合 8">
              <a:extLst>
                <a:ext uri="{FF2B5EF4-FFF2-40B4-BE49-F238E27FC236}">
                  <a16:creationId xmlns:a16="http://schemas.microsoft.com/office/drawing/2014/main" id="{9D026BF8-5E9B-0446-DCA8-D0E9701D5BD6}"/>
                </a:ext>
              </a:extLst>
            </p:cNvPr>
            <p:cNvGrpSpPr/>
            <p:nvPr/>
          </p:nvGrpSpPr>
          <p:grpSpPr>
            <a:xfrm>
              <a:off x="1031875" y="5145087"/>
              <a:ext cx="2703219" cy="506413"/>
              <a:chOff x="1031875" y="2590800"/>
              <a:chExt cx="2703219" cy="506413"/>
            </a:xfrm>
          </p:grpSpPr>
          <p:grpSp>
            <p:nvGrpSpPr>
              <p:cNvPr id="29709" name="组合 29708">
                <a:extLst>
                  <a:ext uri="{FF2B5EF4-FFF2-40B4-BE49-F238E27FC236}">
                    <a16:creationId xmlns:a16="http://schemas.microsoft.com/office/drawing/2014/main" id="{5260449B-AC82-DA37-A2A8-E4FC28B0CE2A}"/>
                  </a:ext>
                </a:extLst>
              </p:cNvPr>
              <p:cNvGrpSpPr/>
              <p:nvPr/>
            </p:nvGrpSpPr>
            <p:grpSpPr>
              <a:xfrm>
                <a:off x="2974681" y="2590800"/>
                <a:ext cx="760413" cy="506413"/>
                <a:chOff x="3260036" y="2755900"/>
                <a:chExt cx="760413" cy="506413"/>
              </a:xfrm>
            </p:grpSpPr>
            <p:sp>
              <p:nvSpPr>
                <p:cNvPr id="29714" name="Freeform 7">
                  <a:extLst>
                    <a:ext uri="{FF2B5EF4-FFF2-40B4-BE49-F238E27FC236}">
                      <a16:creationId xmlns:a16="http://schemas.microsoft.com/office/drawing/2014/main" id="{7DECC91F-92DD-5CB7-0D08-7ECDE9C53728}"/>
                    </a:ext>
                  </a:extLst>
                </p:cNvPr>
                <p:cNvSpPr>
                  <a:spLocks noEditPoints="1"/>
                </p:cNvSpPr>
                <p:nvPr/>
              </p:nvSpPr>
              <p:spPr bwMode="auto">
                <a:xfrm>
                  <a:off x="3260036" y="2913063"/>
                  <a:ext cx="760413" cy="190500"/>
                </a:xfrm>
                <a:custGeom>
                  <a:avLst/>
                  <a:gdLst>
                    <a:gd name="T0" fmla="*/ 0 w 479"/>
                    <a:gd name="T1" fmla="*/ 0 h 120"/>
                    <a:gd name="T2" fmla="*/ 240 w 479"/>
                    <a:gd name="T3" fmla="*/ 0 h 120"/>
                    <a:gd name="T4" fmla="*/ 0 w 479"/>
                    <a:gd name="T5" fmla="*/ 120 h 120"/>
                    <a:gd name="T6" fmla="*/ 240 w 479"/>
                    <a:gd name="T7" fmla="*/ 120 h 120"/>
                    <a:gd name="T8" fmla="*/ 479 w 479"/>
                    <a:gd name="T9" fmla="*/ 60 h 120"/>
                    <a:gd name="T10" fmla="*/ 240 w 479"/>
                    <a:gd name="T11" fmla="*/ 60 h 120"/>
                  </a:gdLst>
                  <a:ahLst/>
                  <a:cxnLst>
                    <a:cxn ang="0">
                      <a:pos x="T0" y="T1"/>
                    </a:cxn>
                    <a:cxn ang="0">
                      <a:pos x="T2" y="T3"/>
                    </a:cxn>
                    <a:cxn ang="0">
                      <a:pos x="T4" y="T5"/>
                    </a:cxn>
                    <a:cxn ang="0">
                      <a:pos x="T6" y="T7"/>
                    </a:cxn>
                    <a:cxn ang="0">
                      <a:pos x="T8" y="T9"/>
                    </a:cxn>
                    <a:cxn ang="0">
                      <a:pos x="T10" y="T11"/>
                    </a:cxn>
                  </a:cxnLst>
                  <a:rect l="0" t="0" r="r" b="b"/>
                  <a:pathLst>
                    <a:path w="479" h="120">
                      <a:moveTo>
                        <a:pt x="0" y="0"/>
                      </a:moveTo>
                      <a:lnTo>
                        <a:pt x="240" y="0"/>
                      </a:lnTo>
                      <a:moveTo>
                        <a:pt x="0" y="120"/>
                      </a:moveTo>
                      <a:lnTo>
                        <a:pt x="240" y="120"/>
                      </a:lnTo>
                      <a:moveTo>
                        <a:pt x="479" y="60"/>
                      </a:moveTo>
                      <a:lnTo>
                        <a:pt x="240" y="60"/>
                      </a:lnTo>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9715" name="Freeform 8">
                  <a:extLst>
                    <a:ext uri="{FF2B5EF4-FFF2-40B4-BE49-F238E27FC236}">
                      <a16:creationId xmlns:a16="http://schemas.microsoft.com/office/drawing/2014/main" id="{D98D7DC9-5E1E-A0C6-7B27-7417C82953E3}"/>
                    </a:ext>
                  </a:extLst>
                </p:cNvPr>
                <p:cNvSpPr>
                  <a:spLocks/>
                </p:cNvSpPr>
                <p:nvPr/>
              </p:nvSpPr>
              <p:spPr bwMode="auto">
                <a:xfrm>
                  <a:off x="3393386" y="2819400"/>
                  <a:ext cx="495300" cy="379413"/>
                </a:xfrm>
                <a:custGeom>
                  <a:avLst/>
                  <a:gdLst>
                    <a:gd name="T0" fmla="*/ 944 w 944"/>
                    <a:gd name="T1" fmla="*/ 363 h 726"/>
                    <a:gd name="T2" fmla="*/ 283 w 944"/>
                    <a:gd name="T3" fmla="*/ 726 h 726"/>
                    <a:gd name="T4" fmla="*/ 0 w 944"/>
                    <a:gd name="T5" fmla="*/ 726 h 726"/>
                    <a:gd name="T6" fmla="*/ 0 w 944"/>
                    <a:gd name="T7" fmla="*/ 0 h 726"/>
                    <a:gd name="T8" fmla="*/ 283 w 944"/>
                    <a:gd name="T9" fmla="*/ 0 h 726"/>
                    <a:gd name="T10" fmla="*/ 944 w 944"/>
                    <a:gd name="T11" fmla="*/ 363 h 726"/>
                  </a:gdLst>
                  <a:ahLst/>
                  <a:cxnLst>
                    <a:cxn ang="0">
                      <a:pos x="T0" y="T1"/>
                    </a:cxn>
                    <a:cxn ang="0">
                      <a:pos x="T2" y="T3"/>
                    </a:cxn>
                    <a:cxn ang="0">
                      <a:pos x="T4" y="T5"/>
                    </a:cxn>
                    <a:cxn ang="0">
                      <a:pos x="T6" y="T7"/>
                    </a:cxn>
                    <a:cxn ang="0">
                      <a:pos x="T8" y="T9"/>
                    </a:cxn>
                    <a:cxn ang="0">
                      <a:pos x="T10" y="T11"/>
                    </a:cxn>
                  </a:cxnLst>
                  <a:rect l="0" t="0" r="r" b="b"/>
                  <a:pathLst>
                    <a:path w="944" h="726">
                      <a:moveTo>
                        <a:pt x="944" y="363"/>
                      </a:moveTo>
                      <a:cubicBezTo>
                        <a:pt x="831" y="542"/>
                        <a:pt x="585" y="676"/>
                        <a:pt x="283" y="726"/>
                      </a:cubicBezTo>
                      <a:lnTo>
                        <a:pt x="0" y="726"/>
                      </a:lnTo>
                      <a:cubicBezTo>
                        <a:pt x="176" y="496"/>
                        <a:pt x="176" y="230"/>
                        <a:pt x="0" y="0"/>
                      </a:cubicBezTo>
                      <a:lnTo>
                        <a:pt x="283" y="0"/>
                      </a:lnTo>
                      <a:cubicBezTo>
                        <a:pt x="587" y="48"/>
                        <a:pt x="833" y="183"/>
                        <a:pt x="944" y="363"/>
                      </a:cubicBezTo>
                      <a:close/>
                    </a:path>
                  </a:pathLst>
                </a:custGeom>
                <a:solidFill>
                  <a:srgbClr val="FFFFFF"/>
                </a:solidFill>
                <a:ln w="190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9716" name="Freeform 9">
                  <a:extLst>
                    <a:ext uri="{FF2B5EF4-FFF2-40B4-BE49-F238E27FC236}">
                      <a16:creationId xmlns:a16="http://schemas.microsoft.com/office/drawing/2014/main" id="{AD7FD1A8-477E-B0D1-BCB6-B423E5E21167}"/>
                    </a:ext>
                  </a:extLst>
                </p:cNvPr>
                <p:cNvSpPr>
                  <a:spLocks/>
                </p:cNvSpPr>
                <p:nvPr/>
              </p:nvSpPr>
              <p:spPr bwMode="auto">
                <a:xfrm>
                  <a:off x="3393386" y="2819400"/>
                  <a:ext cx="495300" cy="379413"/>
                </a:xfrm>
                <a:custGeom>
                  <a:avLst/>
                  <a:gdLst>
                    <a:gd name="T0" fmla="*/ 944 w 944"/>
                    <a:gd name="T1" fmla="*/ 363 h 726"/>
                    <a:gd name="T2" fmla="*/ 283 w 944"/>
                    <a:gd name="T3" fmla="*/ 726 h 726"/>
                    <a:gd name="T4" fmla="*/ 0 w 944"/>
                    <a:gd name="T5" fmla="*/ 726 h 726"/>
                    <a:gd name="T6" fmla="*/ 0 w 944"/>
                    <a:gd name="T7" fmla="*/ 0 h 726"/>
                    <a:gd name="T8" fmla="*/ 283 w 944"/>
                    <a:gd name="T9" fmla="*/ 0 h 726"/>
                    <a:gd name="T10" fmla="*/ 944 w 944"/>
                    <a:gd name="T11" fmla="*/ 363 h 726"/>
                  </a:gdLst>
                  <a:ahLst/>
                  <a:cxnLst>
                    <a:cxn ang="0">
                      <a:pos x="T0" y="T1"/>
                    </a:cxn>
                    <a:cxn ang="0">
                      <a:pos x="T2" y="T3"/>
                    </a:cxn>
                    <a:cxn ang="0">
                      <a:pos x="T4" y="T5"/>
                    </a:cxn>
                    <a:cxn ang="0">
                      <a:pos x="T6" y="T7"/>
                    </a:cxn>
                    <a:cxn ang="0">
                      <a:pos x="T8" y="T9"/>
                    </a:cxn>
                    <a:cxn ang="0">
                      <a:pos x="T10" y="T11"/>
                    </a:cxn>
                  </a:cxnLst>
                  <a:rect l="0" t="0" r="r" b="b"/>
                  <a:pathLst>
                    <a:path w="944" h="726">
                      <a:moveTo>
                        <a:pt x="944" y="363"/>
                      </a:moveTo>
                      <a:cubicBezTo>
                        <a:pt x="831" y="542"/>
                        <a:pt x="585" y="676"/>
                        <a:pt x="283" y="726"/>
                      </a:cubicBezTo>
                      <a:lnTo>
                        <a:pt x="0" y="726"/>
                      </a:lnTo>
                      <a:cubicBezTo>
                        <a:pt x="176" y="496"/>
                        <a:pt x="176" y="230"/>
                        <a:pt x="0" y="0"/>
                      </a:cubicBezTo>
                      <a:lnTo>
                        <a:pt x="283" y="0"/>
                      </a:lnTo>
                      <a:cubicBezTo>
                        <a:pt x="587" y="48"/>
                        <a:pt x="833" y="183"/>
                        <a:pt x="944" y="363"/>
                      </a:cubicBezTo>
                      <a:close/>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9717" name="Freeform 10">
                  <a:extLst>
                    <a:ext uri="{FF2B5EF4-FFF2-40B4-BE49-F238E27FC236}">
                      <a16:creationId xmlns:a16="http://schemas.microsoft.com/office/drawing/2014/main" id="{F02CA700-08C1-E61E-CE38-81E3B6BF3293}"/>
                    </a:ext>
                  </a:extLst>
                </p:cNvPr>
                <p:cNvSpPr>
                  <a:spLocks noEditPoints="1"/>
                </p:cNvSpPr>
                <p:nvPr/>
              </p:nvSpPr>
              <p:spPr bwMode="auto">
                <a:xfrm>
                  <a:off x="3260036" y="2755900"/>
                  <a:ext cx="133350" cy="506413"/>
                </a:xfrm>
                <a:custGeom>
                  <a:avLst/>
                  <a:gdLst>
                    <a:gd name="T0" fmla="*/ 84 w 84"/>
                    <a:gd name="T1" fmla="*/ 279 h 319"/>
                    <a:gd name="T2" fmla="*/ 84 w 84"/>
                    <a:gd name="T3" fmla="*/ 319 h 319"/>
                    <a:gd name="T4" fmla="*/ 0 w 84"/>
                    <a:gd name="T5" fmla="*/ 319 h 319"/>
                    <a:gd name="T6" fmla="*/ 84 w 84"/>
                    <a:gd name="T7" fmla="*/ 40 h 319"/>
                    <a:gd name="T8" fmla="*/ 84 w 84"/>
                    <a:gd name="T9" fmla="*/ 0 h 319"/>
                    <a:gd name="T10" fmla="*/ 0 w 84"/>
                    <a:gd name="T11" fmla="*/ 0 h 319"/>
                  </a:gdLst>
                  <a:ahLst/>
                  <a:cxnLst>
                    <a:cxn ang="0">
                      <a:pos x="T0" y="T1"/>
                    </a:cxn>
                    <a:cxn ang="0">
                      <a:pos x="T2" y="T3"/>
                    </a:cxn>
                    <a:cxn ang="0">
                      <a:pos x="T4" y="T5"/>
                    </a:cxn>
                    <a:cxn ang="0">
                      <a:pos x="T6" y="T7"/>
                    </a:cxn>
                    <a:cxn ang="0">
                      <a:pos x="T8" y="T9"/>
                    </a:cxn>
                    <a:cxn ang="0">
                      <a:pos x="T10" y="T11"/>
                    </a:cxn>
                  </a:cxnLst>
                  <a:rect l="0" t="0" r="r" b="b"/>
                  <a:pathLst>
                    <a:path w="84" h="319">
                      <a:moveTo>
                        <a:pt x="84" y="279"/>
                      </a:moveTo>
                      <a:lnTo>
                        <a:pt x="84" y="319"/>
                      </a:lnTo>
                      <a:lnTo>
                        <a:pt x="0" y="319"/>
                      </a:lnTo>
                      <a:moveTo>
                        <a:pt x="84" y="40"/>
                      </a:moveTo>
                      <a:lnTo>
                        <a:pt x="84" y="0"/>
                      </a:lnTo>
                      <a:lnTo>
                        <a:pt x="0" y="0"/>
                      </a:lnTo>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9718" name="Freeform 11">
                  <a:extLst>
                    <a:ext uri="{FF2B5EF4-FFF2-40B4-BE49-F238E27FC236}">
                      <a16:creationId xmlns:a16="http://schemas.microsoft.com/office/drawing/2014/main" id="{F1C8FB35-7EAD-C750-57A1-A7F992471746}"/>
                    </a:ext>
                  </a:extLst>
                </p:cNvPr>
                <p:cNvSpPr>
                  <a:spLocks/>
                </p:cNvSpPr>
                <p:nvPr/>
              </p:nvSpPr>
              <p:spPr bwMode="auto">
                <a:xfrm>
                  <a:off x="3393386" y="2819400"/>
                  <a:ext cx="495300" cy="379413"/>
                </a:xfrm>
                <a:custGeom>
                  <a:avLst/>
                  <a:gdLst>
                    <a:gd name="T0" fmla="*/ 581 w 944"/>
                    <a:gd name="T1" fmla="*/ 726 h 726"/>
                    <a:gd name="T2" fmla="*/ 0 w 944"/>
                    <a:gd name="T3" fmla="*/ 726 h 726"/>
                    <a:gd name="T4" fmla="*/ 0 w 944"/>
                    <a:gd name="T5" fmla="*/ 0 h 726"/>
                    <a:gd name="T6" fmla="*/ 581 w 944"/>
                    <a:gd name="T7" fmla="*/ 0 h 726"/>
                    <a:gd name="T8" fmla="*/ 944 w 944"/>
                    <a:gd name="T9" fmla="*/ 363 h 726"/>
                    <a:gd name="T10" fmla="*/ 581 w 944"/>
                    <a:gd name="T11" fmla="*/ 726 h 726"/>
                  </a:gdLst>
                  <a:ahLst/>
                  <a:cxnLst>
                    <a:cxn ang="0">
                      <a:pos x="T0" y="T1"/>
                    </a:cxn>
                    <a:cxn ang="0">
                      <a:pos x="T2" y="T3"/>
                    </a:cxn>
                    <a:cxn ang="0">
                      <a:pos x="T4" y="T5"/>
                    </a:cxn>
                    <a:cxn ang="0">
                      <a:pos x="T6" y="T7"/>
                    </a:cxn>
                    <a:cxn ang="0">
                      <a:pos x="T8" y="T9"/>
                    </a:cxn>
                    <a:cxn ang="0">
                      <a:pos x="T10" y="T11"/>
                    </a:cxn>
                  </a:cxnLst>
                  <a:rect l="0" t="0" r="r" b="b"/>
                  <a:pathLst>
                    <a:path w="944" h="726">
                      <a:moveTo>
                        <a:pt x="581" y="726"/>
                      </a:moveTo>
                      <a:lnTo>
                        <a:pt x="0" y="726"/>
                      </a:lnTo>
                      <a:lnTo>
                        <a:pt x="0" y="0"/>
                      </a:lnTo>
                      <a:lnTo>
                        <a:pt x="581" y="0"/>
                      </a:lnTo>
                      <a:cubicBezTo>
                        <a:pt x="781" y="0"/>
                        <a:pt x="944" y="162"/>
                        <a:pt x="944" y="363"/>
                      </a:cubicBezTo>
                      <a:cubicBezTo>
                        <a:pt x="944" y="563"/>
                        <a:pt x="781" y="726"/>
                        <a:pt x="581" y="726"/>
                      </a:cubicBezTo>
                      <a:close/>
                    </a:path>
                  </a:pathLst>
                </a:custGeom>
                <a:solidFill>
                  <a:srgbClr val="FFFFFF"/>
                </a:solidFill>
                <a:ln w="190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9719" name="Freeform 12">
                  <a:extLst>
                    <a:ext uri="{FF2B5EF4-FFF2-40B4-BE49-F238E27FC236}">
                      <a16:creationId xmlns:a16="http://schemas.microsoft.com/office/drawing/2014/main" id="{DF6BB83F-E8DC-3C21-E3B7-0F5667E6C77D}"/>
                    </a:ext>
                  </a:extLst>
                </p:cNvPr>
                <p:cNvSpPr>
                  <a:spLocks/>
                </p:cNvSpPr>
                <p:nvPr/>
              </p:nvSpPr>
              <p:spPr bwMode="auto">
                <a:xfrm>
                  <a:off x="3393386" y="2819400"/>
                  <a:ext cx="495300" cy="379413"/>
                </a:xfrm>
                <a:custGeom>
                  <a:avLst/>
                  <a:gdLst>
                    <a:gd name="T0" fmla="*/ 581 w 944"/>
                    <a:gd name="T1" fmla="*/ 726 h 726"/>
                    <a:gd name="T2" fmla="*/ 0 w 944"/>
                    <a:gd name="T3" fmla="*/ 726 h 726"/>
                    <a:gd name="T4" fmla="*/ 0 w 944"/>
                    <a:gd name="T5" fmla="*/ 0 h 726"/>
                    <a:gd name="T6" fmla="*/ 581 w 944"/>
                    <a:gd name="T7" fmla="*/ 0 h 726"/>
                    <a:gd name="T8" fmla="*/ 944 w 944"/>
                    <a:gd name="T9" fmla="*/ 363 h 726"/>
                    <a:gd name="T10" fmla="*/ 581 w 944"/>
                    <a:gd name="T11" fmla="*/ 726 h 726"/>
                  </a:gdLst>
                  <a:ahLst/>
                  <a:cxnLst>
                    <a:cxn ang="0">
                      <a:pos x="T0" y="T1"/>
                    </a:cxn>
                    <a:cxn ang="0">
                      <a:pos x="T2" y="T3"/>
                    </a:cxn>
                    <a:cxn ang="0">
                      <a:pos x="T4" y="T5"/>
                    </a:cxn>
                    <a:cxn ang="0">
                      <a:pos x="T6" y="T7"/>
                    </a:cxn>
                    <a:cxn ang="0">
                      <a:pos x="T8" y="T9"/>
                    </a:cxn>
                    <a:cxn ang="0">
                      <a:pos x="T10" y="T11"/>
                    </a:cxn>
                  </a:cxnLst>
                  <a:rect l="0" t="0" r="r" b="b"/>
                  <a:pathLst>
                    <a:path w="944" h="726">
                      <a:moveTo>
                        <a:pt x="581" y="726"/>
                      </a:moveTo>
                      <a:lnTo>
                        <a:pt x="0" y="726"/>
                      </a:lnTo>
                      <a:lnTo>
                        <a:pt x="0" y="0"/>
                      </a:lnTo>
                      <a:lnTo>
                        <a:pt x="581" y="0"/>
                      </a:lnTo>
                      <a:cubicBezTo>
                        <a:pt x="781" y="0"/>
                        <a:pt x="944" y="162"/>
                        <a:pt x="944" y="363"/>
                      </a:cubicBezTo>
                      <a:cubicBezTo>
                        <a:pt x="944" y="563"/>
                        <a:pt x="781" y="726"/>
                        <a:pt x="581" y="726"/>
                      </a:cubicBezTo>
                      <a:close/>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cxnSp>
            <p:nvCxnSpPr>
              <p:cNvPr id="29710" name="直线连接符 29709">
                <a:extLst>
                  <a:ext uri="{FF2B5EF4-FFF2-40B4-BE49-F238E27FC236}">
                    <a16:creationId xmlns:a16="http://schemas.microsoft.com/office/drawing/2014/main" id="{4AE941C9-6B06-BFF6-1EDB-66DCBAFA842C}"/>
                  </a:ext>
                </a:extLst>
              </p:cNvPr>
              <p:cNvCxnSpPr>
                <a:cxnSpLocks/>
              </p:cNvCxnSpPr>
              <p:nvPr/>
            </p:nvCxnSpPr>
            <p:spPr>
              <a:xfrm flipH="1">
                <a:off x="1549744" y="2590800"/>
                <a:ext cx="1424937" cy="0"/>
              </a:xfrm>
              <a:prstGeom prst="line">
                <a:avLst/>
              </a:prstGeom>
              <a:noFill/>
              <a:ln w="19050" cap="rnd">
                <a:solidFill>
                  <a:srgbClr val="000000"/>
                </a:solidFill>
                <a:prstDash val="solid"/>
                <a:round/>
                <a:headEnd/>
                <a:tailEnd type="oval"/>
              </a:ln>
              <a:extLst>
                <a:ext uri="{909E8E84-426E-40DD-AFC4-6F175D3DCCD1}">
                  <a14:hiddenFill xmlns:a14="http://schemas.microsoft.com/office/drawing/2010/main">
                    <a:noFill/>
                  </a14:hiddenFill>
                </a:ext>
              </a:extLst>
            </p:spPr>
          </p:cxnSp>
          <p:cxnSp>
            <p:nvCxnSpPr>
              <p:cNvPr id="29711" name="直线连接符 29710">
                <a:extLst>
                  <a:ext uri="{FF2B5EF4-FFF2-40B4-BE49-F238E27FC236}">
                    <a16:creationId xmlns:a16="http://schemas.microsoft.com/office/drawing/2014/main" id="{CD3250AA-EA6D-85E7-AA73-46A62C8B2453}"/>
                  </a:ext>
                </a:extLst>
              </p:cNvPr>
              <p:cNvCxnSpPr>
                <a:cxnSpLocks/>
              </p:cNvCxnSpPr>
              <p:nvPr/>
            </p:nvCxnSpPr>
            <p:spPr>
              <a:xfrm flipH="1">
                <a:off x="2064889" y="2747963"/>
                <a:ext cx="909792" cy="0"/>
              </a:xfrm>
              <a:prstGeom prst="line">
                <a:avLst/>
              </a:prstGeom>
              <a:noFill/>
              <a:ln w="19050" cap="rnd">
                <a:solidFill>
                  <a:srgbClr val="000000"/>
                </a:solidFill>
                <a:prstDash val="solid"/>
                <a:round/>
                <a:headEnd/>
                <a:tailEnd type="oval"/>
              </a:ln>
              <a:extLst>
                <a:ext uri="{909E8E84-426E-40DD-AFC4-6F175D3DCCD1}">
                  <a14:hiddenFill xmlns:a14="http://schemas.microsoft.com/office/drawing/2010/main">
                    <a:noFill/>
                  </a14:hiddenFill>
                </a:ext>
              </a:extLst>
            </p:spPr>
          </p:cxnSp>
          <p:cxnSp>
            <p:nvCxnSpPr>
              <p:cNvPr id="29712" name="直线连接符 29711">
                <a:extLst>
                  <a:ext uri="{FF2B5EF4-FFF2-40B4-BE49-F238E27FC236}">
                    <a16:creationId xmlns:a16="http://schemas.microsoft.com/office/drawing/2014/main" id="{6AE60240-C0EA-EE5D-CF38-16FCBAF1CD02}"/>
                  </a:ext>
                </a:extLst>
              </p:cNvPr>
              <p:cNvCxnSpPr>
                <a:cxnSpLocks/>
              </p:cNvCxnSpPr>
              <p:nvPr/>
            </p:nvCxnSpPr>
            <p:spPr>
              <a:xfrm flipH="1">
                <a:off x="2334106" y="2938463"/>
                <a:ext cx="640575" cy="0"/>
              </a:xfrm>
              <a:prstGeom prst="line">
                <a:avLst/>
              </a:prstGeom>
              <a:noFill/>
              <a:ln w="19050" cap="rnd">
                <a:solidFill>
                  <a:srgbClr val="000000"/>
                </a:solidFill>
                <a:prstDash val="solid"/>
                <a:round/>
                <a:headEnd/>
                <a:tailEnd type="oval"/>
              </a:ln>
              <a:extLst>
                <a:ext uri="{909E8E84-426E-40DD-AFC4-6F175D3DCCD1}">
                  <a14:hiddenFill xmlns:a14="http://schemas.microsoft.com/office/drawing/2010/main">
                    <a:noFill/>
                  </a14:hiddenFill>
                </a:ext>
              </a:extLst>
            </p:spPr>
          </p:cxnSp>
          <p:cxnSp>
            <p:nvCxnSpPr>
              <p:cNvPr id="29713" name="直线连接符 29712">
                <a:extLst>
                  <a:ext uri="{FF2B5EF4-FFF2-40B4-BE49-F238E27FC236}">
                    <a16:creationId xmlns:a16="http://schemas.microsoft.com/office/drawing/2014/main" id="{90EFFD3D-8D08-3AF4-B45C-DE81213CB50B}"/>
                  </a:ext>
                </a:extLst>
              </p:cNvPr>
              <p:cNvCxnSpPr>
                <a:cxnSpLocks/>
              </p:cNvCxnSpPr>
              <p:nvPr/>
            </p:nvCxnSpPr>
            <p:spPr>
              <a:xfrm flipH="1">
                <a:off x="1031875" y="3097213"/>
                <a:ext cx="1942806" cy="0"/>
              </a:xfrm>
              <a:prstGeom prst="line">
                <a:avLst/>
              </a:prstGeom>
              <a:noFill/>
              <a:ln w="19050" cap="rnd">
                <a:solidFill>
                  <a:srgbClr val="000000"/>
                </a:solidFill>
                <a:prstDash val="solid"/>
                <a:round/>
                <a:headEnd/>
                <a:tailEnd type="none"/>
              </a:ln>
              <a:extLst>
                <a:ext uri="{909E8E84-426E-40DD-AFC4-6F175D3DCCD1}">
                  <a14:hiddenFill xmlns:a14="http://schemas.microsoft.com/office/drawing/2010/main">
                    <a:noFill/>
                  </a14:hiddenFill>
                </a:ext>
              </a:extLst>
            </p:spPr>
          </p:cxnSp>
        </p:grpSp>
        <p:grpSp>
          <p:nvGrpSpPr>
            <p:cNvPr id="10" name="组合 9">
              <a:extLst>
                <a:ext uri="{FF2B5EF4-FFF2-40B4-BE49-F238E27FC236}">
                  <a16:creationId xmlns:a16="http://schemas.microsoft.com/office/drawing/2014/main" id="{C4DDFD36-A309-6227-4103-A7C2B44CBF09}"/>
                </a:ext>
              </a:extLst>
            </p:cNvPr>
            <p:cNvGrpSpPr/>
            <p:nvPr/>
          </p:nvGrpSpPr>
          <p:grpSpPr>
            <a:xfrm>
              <a:off x="1031875" y="5830887"/>
              <a:ext cx="2703219" cy="506413"/>
              <a:chOff x="1031875" y="2590800"/>
              <a:chExt cx="2703219" cy="506413"/>
            </a:xfrm>
          </p:grpSpPr>
          <p:grpSp>
            <p:nvGrpSpPr>
              <p:cNvPr id="29696" name="组合 29695">
                <a:extLst>
                  <a:ext uri="{FF2B5EF4-FFF2-40B4-BE49-F238E27FC236}">
                    <a16:creationId xmlns:a16="http://schemas.microsoft.com/office/drawing/2014/main" id="{B2745BCB-8BA4-B492-6A14-88AC2634B4F4}"/>
                  </a:ext>
                </a:extLst>
              </p:cNvPr>
              <p:cNvGrpSpPr/>
              <p:nvPr/>
            </p:nvGrpSpPr>
            <p:grpSpPr>
              <a:xfrm>
                <a:off x="2974681" y="2590800"/>
                <a:ext cx="760413" cy="506413"/>
                <a:chOff x="3260036" y="2755900"/>
                <a:chExt cx="760413" cy="506413"/>
              </a:xfrm>
            </p:grpSpPr>
            <p:sp>
              <p:nvSpPr>
                <p:cNvPr id="29703" name="Freeform 7">
                  <a:extLst>
                    <a:ext uri="{FF2B5EF4-FFF2-40B4-BE49-F238E27FC236}">
                      <a16:creationId xmlns:a16="http://schemas.microsoft.com/office/drawing/2014/main" id="{F82FC94A-D678-1935-58AD-9627532AE9AC}"/>
                    </a:ext>
                  </a:extLst>
                </p:cNvPr>
                <p:cNvSpPr>
                  <a:spLocks noEditPoints="1"/>
                </p:cNvSpPr>
                <p:nvPr/>
              </p:nvSpPr>
              <p:spPr bwMode="auto">
                <a:xfrm>
                  <a:off x="3260036" y="2913063"/>
                  <a:ext cx="760413" cy="190500"/>
                </a:xfrm>
                <a:custGeom>
                  <a:avLst/>
                  <a:gdLst>
                    <a:gd name="T0" fmla="*/ 0 w 479"/>
                    <a:gd name="T1" fmla="*/ 0 h 120"/>
                    <a:gd name="T2" fmla="*/ 240 w 479"/>
                    <a:gd name="T3" fmla="*/ 0 h 120"/>
                    <a:gd name="T4" fmla="*/ 0 w 479"/>
                    <a:gd name="T5" fmla="*/ 120 h 120"/>
                    <a:gd name="T6" fmla="*/ 240 w 479"/>
                    <a:gd name="T7" fmla="*/ 120 h 120"/>
                    <a:gd name="T8" fmla="*/ 479 w 479"/>
                    <a:gd name="T9" fmla="*/ 60 h 120"/>
                    <a:gd name="T10" fmla="*/ 240 w 479"/>
                    <a:gd name="T11" fmla="*/ 60 h 120"/>
                  </a:gdLst>
                  <a:ahLst/>
                  <a:cxnLst>
                    <a:cxn ang="0">
                      <a:pos x="T0" y="T1"/>
                    </a:cxn>
                    <a:cxn ang="0">
                      <a:pos x="T2" y="T3"/>
                    </a:cxn>
                    <a:cxn ang="0">
                      <a:pos x="T4" y="T5"/>
                    </a:cxn>
                    <a:cxn ang="0">
                      <a:pos x="T6" y="T7"/>
                    </a:cxn>
                    <a:cxn ang="0">
                      <a:pos x="T8" y="T9"/>
                    </a:cxn>
                    <a:cxn ang="0">
                      <a:pos x="T10" y="T11"/>
                    </a:cxn>
                  </a:cxnLst>
                  <a:rect l="0" t="0" r="r" b="b"/>
                  <a:pathLst>
                    <a:path w="479" h="120">
                      <a:moveTo>
                        <a:pt x="0" y="0"/>
                      </a:moveTo>
                      <a:lnTo>
                        <a:pt x="240" y="0"/>
                      </a:lnTo>
                      <a:moveTo>
                        <a:pt x="0" y="120"/>
                      </a:moveTo>
                      <a:lnTo>
                        <a:pt x="240" y="120"/>
                      </a:lnTo>
                      <a:moveTo>
                        <a:pt x="479" y="60"/>
                      </a:moveTo>
                      <a:lnTo>
                        <a:pt x="240" y="60"/>
                      </a:lnTo>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9704" name="Freeform 8">
                  <a:extLst>
                    <a:ext uri="{FF2B5EF4-FFF2-40B4-BE49-F238E27FC236}">
                      <a16:creationId xmlns:a16="http://schemas.microsoft.com/office/drawing/2014/main" id="{1306A005-E08A-A87D-B8B7-6C5CADD839B2}"/>
                    </a:ext>
                  </a:extLst>
                </p:cNvPr>
                <p:cNvSpPr>
                  <a:spLocks/>
                </p:cNvSpPr>
                <p:nvPr/>
              </p:nvSpPr>
              <p:spPr bwMode="auto">
                <a:xfrm>
                  <a:off x="3393386" y="2819400"/>
                  <a:ext cx="495300" cy="379413"/>
                </a:xfrm>
                <a:custGeom>
                  <a:avLst/>
                  <a:gdLst>
                    <a:gd name="T0" fmla="*/ 944 w 944"/>
                    <a:gd name="T1" fmla="*/ 363 h 726"/>
                    <a:gd name="T2" fmla="*/ 283 w 944"/>
                    <a:gd name="T3" fmla="*/ 726 h 726"/>
                    <a:gd name="T4" fmla="*/ 0 w 944"/>
                    <a:gd name="T5" fmla="*/ 726 h 726"/>
                    <a:gd name="T6" fmla="*/ 0 w 944"/>
                    <a:gd name="T7" fmla="*/ 0 h 726"/>
                    <a:gd name="T8" fmla="*/ 283 w 944"/>
                    <a:gd name="T9" fmla="*/ 0 h 726"/>
                    <a:gd name="T10" fmla="*/ 944 w 944"/>
                    <a:gd name="T11" fmla="*/ 363 h 726"/>
                  </a:gdLst>
                  <a:ahLst/>
                  <a:cxnLst>
                    <a:cxn ang="0">
                      <a:pos x="T0" y="T1"/>
                    </a:cxn>
                    <a:cxn ang="0">
                      <a:pos x="T2" y="T3"/>
                    </a:cxn>
                    <a:cxn ang="0">
                      <a:pos x="T4" y="T5"/>
                    </a:cxn>
                    <a:cxn ang="0">
                      <a:pos x="T6" y="T7"/>
                    </a:cxn>
                    <a:cxn ang="0">
                      <a:pos x="T8" y="T9"/>
                    </a:cxn>
                    <a:cxn ang="0">
                      <a:pos x="T10" y="T11"/>
                    </a:cxn>
                  </a:cxnLst>
                  <a:rect l="0" t="0" r="r" b="b"/>
                  <a:pathLst>
                    <a:path w="944" h="726">
                      <a:moveTo>
                        <a:pt x="944" y="363"/>
                      </a:moveTo>
                      <a:cubicBezTo>
                        <a:pt x="831" y="542"/>
                        <a:pt x="585" y="676"/>
                        <a:pt x="283" y="726"/>
                      </a:cubicBezTo>
                      <a:lnTo>
                        <a:pt x="0" y="726"/>
                      </a:lnTo>
                      <a:cubicBezTo>
                        <a:pt x="176" y="496"/>
                        <a:pt x="176" y="230"/>
                        <a:pt x="0" y="0"/>
                      </a:cubicBezTo>
                      <a:lnTo>
                        <a:pt x="283" y="0"/>
                      </a:lnTo>
                      <a:cubicBezTo>
                        <a:pt x="587" y="48"/>
                        <a:pt x="833" y="183"/>
                        <a:pt x="944" y="363"/>
                      </a:cubicBezTo>
                      <a:close/>
                    </a:path>
                  </a:pathLst>
                </a:custGeom>
                <a:solidFill>
                  <a:srgbClr val="FFFFFF"/>
                </a:solidFill>
                <a:ln w="190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9705" name="Freeform 9">
                  <a:extLst>
                    <a:ext uri="{FF2B5EF4-FFF2-40B4-BE49-F238E27FC236}">
                      <a16:creationId xmlns:a16="http://schemas.microsoft.com/office/drawing/2014/main" id="{4810915B-0556-1AF0-9E4E-57B1123A7D52}"/>
                    </a:ext>
                  </a:extLst>
                </p:cNvPr>
                <p:cNvSpPr>
                  <a:spLocks/>
                </p:cNvSpPr>
                <p:nvPr/>
              </p:nvSpPr>
              <p:spPr bwMode="auto">
                <a:xfrm>
                  <a:off x="3393386" y="2819400"/>
                  <a:ext cx="495300" cy="379413"/>
                </a:xfrm>
                <a:custGeom>
                  <a:avLst/>
                  <a:gdLst>
                    <a:gd name="T0" fmla="*/ 944 w 944"/>
                    <a:gd name="T1" fmla="*/ 363 h 726"/>
                    <a:gd name="T2" fmla="*/ 283 w 944"/>
                    <a:gd name="T3" fmla="*/ 726 h 726"/>
                    <a:gd name="T4" fmla="*/ 0 w 944"/>
                    <a:gd name="T5" fmla="*/ 726 h 726"/>
                    <a:gd name="T6" fmla="*/ 0 w 944"/>
                    <a:gd name="T7" fmla="*/ 0 h 726"/>
                    <a:gd name="T8" fmla="*/ 283 w 944"/>
                    <a:gd name="T9" fmla="*/ 0 h 726"/>
                    <a:gd name="T10" fmla="*/ 944 w 944"/>
                    <a:gd name="T11" fmla="*/ 363 h 726"/>
                  </a:gdLst>
                  <a:ahLst/>
                  <a:cxnLst>
                    <a:cxn ang="0">
                      <a:pos x="T0" y="T1"/>
                    </a:cxn>
                    <a:cxn ang="0">
                      <a:pos x="T2" y="T3"/>
                    </a:cxn>
                    <a:cxn ang="0">
                      <a:pos x="T4" y="T5"/>
                    </a:cxn>
                    <a:cxn ang="0">
                      <a:pos x="T6" y="T7"/>
                    </a:cxn>
                    <a:cxn ang="0">
                      <a:pos x="T8" y="T9"/>
                    </a:cxn>
                    <a:cxn ang="0">
                      <a:pos x="T10" y="T11"/>
                    </a:cxn>
                  </a:cxnLst>
                  <a:rect l="0" t="0" r="r" b="b"/>
                  <a:pathLst>
                    <a:path w="944" h="726">
                      <a:moveTo>
                        <a:pt x="944" y="363"/>
                      </a:moveTo>
                      <a:cubicBezTo>
                        <a:pt x="831" y="542"/>
                        <a:pt x="585" y="676"/>
                        <a:pt x="283" y="726"/>
                      </a:cubicBezTo>
                      <a:lnTo>
                        <a:pt x="0" y="726"/>
                      </a:lnTo>
                      <a:cubicBezTo>
                        <a:pt x="176" y="496"/>
                        <a:pt x="176" y="230"/>
                        <a:pt x="0" y="0"/>
                      </a:cubicBezTo>
                      <a:lnTo>
                        <a:pt x="283" y="0"/>
                      </a:lnTo>
                      <a:cubicBezTo>
                        <a:pt x="587" y="48"/>
                        <a:pt x="833" y="183"/>
                        <a:pt x="944" y="363"/>
                      </a:cubicBezTo>
                      <a:close/>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9706" name="Freeform 10">
                  <a:extLst>
                    <a:ext uri="{FF2B5EF4-FFF2-40B4-BE49-F238E27FC236}">
                      <a16:creationId xmlns:a16="http://schemas.microsoft.com/office/drawing/2014/main" id="{0B389727-5DCA-FAFA-E78B-EDB1C88E0238}"/>
                    </a:ext>
                  </a:extLst>
                </p:cNvPr>
                <p:cNvSpPr>
                  <a:spLocks noEditPoints="1"/>
                </p:cNvSpPr>
                <p:nvPr/>
              </p:nvSpPr>
              <p:spPr bwMode="auto">
                <a:xfrm>
                  <a:off x="3260036" y="2755900"/>
                  <a:ext cx="133350" cy="506413"/>
                </a:xfrm>
                <a:custGeom>
                  <a:avLst/>
                  <a:gdLst>
                    <a:gd name="T0" fmla="*/ 84 w 84"/>
                    <a:gd name="T1" fmla="*/ 279 h 319"/>
                    <a:gd name="T2" fmla="*/ 84 w 84"/>
                    <a:gd name="T3" fmla="*/ 319 h 319"/>
                    <a:gd name="T4" fmla="*/ 0 w 84"/>
                    <a:gd name="T5" fmla="*/ 319 h 319"/>
                    <a:gd name="T6" fmla="*/ 84 w 84"/>
                    <a:gd name="T7" fmla="*/ 40 h 319"/>
                    <a:gd name="T8" fmla="*/ 84 w 84"/>
                    <a:gd name="T9" fmla="*/ 0 h 319"/>
                    <a:gd name="T10" fmla="*/ 0 w 84"/>
                    <a:gd name="T11" fmla="*/ 0 h 319"/>
                  </a:gdLst>
                  <a:ahLst/>
                  <a:cxnLst>
                    <a:cxn ang="0">
                      <a:pos x="T0" y="T1"/>
                    </a:cxn>
                    <a:cxn ang="0">
                      <a:pos x="T2" y="T3"/>
                    </a:cxn>
                    <a:cxn ang="0">
                      <a:pos x="T4" y="T5"/>
                    </a:cxn>
                    <a:cxn ang="0">
                      <a:pos x="T6" y="T7"/>
                    </a:cxn>
                    <a:cxn ang="0">
                      <a:pos x="T8" y="T9"/>
                    </a:cxn>
                    <a:cxn ang="0">
                      <a:pos x="T10" y="T11"/>
                    </a:cxn>
                  </a:cxnLst>
                  <a:rect l="0" t="0" r="r" b="b"/>
                  <a:pathLst>
                    <a:path w="84" h="319">
                      <a:moveTo>
                        <a:pt x="84" y="279"/>
                      </a:moveTo>
                      <a:lnTo>
                        <a:pt x="84" y="319"/>
                      </a:lnTo>
                      <a:lnTo>
                        <a:pt x="0" y="319"/>
                      </a:lnTo>
                      <a:moveTo>
                        <a:pt x="84" y="40"/>
                      </a:moveTo>
                      <a:lnTo>
                        <a:pt x="84" y="0"/>
                      </a:lnTo>
                      <a:lnTo>
                        <a:pt x="0" y="0"/>
                      </a:lnTo>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9707" name="Freeform 11">
                  <a:extLst>
                    <a:ext uri="{FF2B5EF4-FFF2-40B4-BE49-F238E27FC236}">
                      <a16:creationId xmlns:a16="http://schemas.microsoft.com/office/drawing/2014/main" id="{34891AD6-9647-D569-3FC1-89FFA0D4C1A4}"/>
                    </a:ext>
                  </a:extLst>
                </p:cNvPr>
                <p:cNvSpPr>
                  <a:spLocks/>
                </p:cNvSpPr>
                <p:nvPr/>
              </p:nvSpPr>
              <p:spPr bwMode="auto">
                <a:xfrm>
                  <a:off x="3393386" y="2819400"/>
                  <a:ext cx="495300" cy="379413"/>
                </a:xfrm>
                <a:custGeom>
                  <a:avLst/>
                  <a:gdLst>
                    <a:gd name="T0" fmla="*/ 581 w 944"/>
                    <a:gd name="T1" fmla="*/ 726 h 726"/>
                    <a:gd name="T2" fmla="*/ 0 w 944"/>
                    <a:gd name="T3" fmla="*/ 726 h 726"/>
                    <a:gd name="T4" fmla="*/ 0 w 944"/>
                    <a:gd name="T5" fmla="*/ 0 h 726"/>
                    <a:gd name="T6" fmla="*/ 581 w 944"/>
                    <a:gd name="T7" fmla="*/ 0 h 726"/>
                    <a:gd name="T8" fmla="*/ 944 w 944"/>
                    <a:gd name="T9" fmla="*/ 363 h 726"/>
                    <a:gd name="T10" fmla="*/ 581 w 944"/>
                    <a:gd name="T11" fmla="*/ 726 h 726"/>
                  </a:gdLst>
                  <a:ahLst/>
                  <a:cxnLst>
                    <a:cxn ang="0">
                      <a:pos x="T0" y="T1"/>
                    </a:cxn>
                    <a:cxn ang="0">
                      <a:pos x="T2" y="T3"/>
                    </a:cxn>
                    <a:cxn ang="0">
                      <a:pos x="T4" y="T5"/>
                    </a:cxn>
                    <a:cxn ang="0">
                      <a:pos x="T6" y="T7"/>
                    </a:cxn>
                    <a:cxn ang="0">
                      <a:pos x="T8" y="T9"/>
                    </a:cxn>
                    <a:cxn ang="0">
                      <a:pos x="T10" y="T11"/>
                    </a:cxn>
                  </a:cxnLst>
                  <a:rect l="0" t="0" r="r" b="b"/>
                  <a:pathLst>
                    <a:path w="944" h="726">
                      <a:moveTo>
                        <a:pt x="581" y="726"/>
                      </a:moveTo>
                      <a:lnTo>
                        <a:pt x="0" y="726"/>
                      </a:lnTo>
                      <a:lnTo>
                        <a:pt x="0" y="0"/>
                      </a:lnTo>
                      <a:lnTo>
                        <a:pt x="581" y="0"/>
                      </a:lnTo>
                      <a:cubicBezTo>
                        <a:pt x="781" y="0"/>
                        <a:pt x="944" y="162"/>
                        <a:pt x="944" y="363"/>
                      </a:cubicBezTo>
                      <a:cubicBezTo>
                        <a:pt x="944" y="563"/>
                        <a:pt x="781" y="726"/>
                        <a:pt x="581" y="726"/>
                      </a:cubicBezTo>
                      <a:close/>
                    </a:path>
                  </a:pathLst>
                </a:custGeom>
                <a:solidFill>
                  <a:srgbClr val="FFFFFF"/>
                </a:solidFill>
                <a:ln w="190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9708" name="Freeform 12">
                  <a:extLst>
                    <a:ext uri="{FF2B5EF4-FFF2-40B4-BE49-F238E27FC236}">
                      <a16:creationId xmlns:a16="http://schemas.microsoft.com/office/drawing/2014/main" id="{26889D29-E930-5A03-FE04-90990C796534}"/>
                    </a:ext>
                  </a:extLst>
                </p:cNvPr>
                <p:cNvSpPr>
                  <a:spLocks/>
                </p:cNvSpPr>
                <p:nvPr/>
              </p:nvSpPr>
              <p:spPr bwMode="auto">
                <a:xfrm>
                  <a:off x="3393386" y="2819400"/>
                  <a:ext cx="495300" cy="379413"/>
                </a:xfrm>
                <a:custGeom>
                  <a:avLst/>
                  <a:gdLst>
                    <a:gd name="T0" fmla="*/ 581 w 944"/>
                    <a:gd name="T1" fmla="*/ 726 h 726"/>
                    <a:gd name="T2" fmla="*/ 0 w 944"/>
                    <a:gd name="T3" fmla="*/ 726 h 726"/>
                    <a:gd name="T4" fmla="*/ 0 w 944"/>
                    <a:gd name="T5" fmla="*/ 0 h 726"/>
                    <a:gd name="T6" fmla="*/ 581 w 944"/>
                    <a:gd name="T7" fmla="*/ 0 h 726"/>
                    <a:gd name="T8" fmla="*/ 944 w 944"/>
                    <a:gd name="T9" fmla="*/ 363 h 726"/>
                    <a:gd name="T10" fmla="*/ 581 w 944"/>
                    <a:gd name="T11" fmla="*/ 726 h 726"/>
                  </a:gdLst>
                  <a:ahLst/>
                  <a:cxnLst>
                    <a:cxn ang="0">
                      <a:pos x="T0" y="T1"/>
                    </a:cxn>
                    <a:cxn ang="0">
                      <a:pos x="T2" y="T3"/>
                    </a:cxn>
                    <a:cxn ang="0">
                      <a:pos x="T4" y="T5"/>
                    </a:cxn>
                    <a:cxn ang="0">
                      <a:pos x="T6" y="T7"/>
                    </a:cxn>
                    <a:cxn ang="0">
                      <a:pos x="T8" y="T9"/>
                    </a:cxn>
                    <a:cxn ang="0">
                      <a:pos x="T10" y="T11"/>
                    </a:cxn>
                  </a:cxnLst>
                  <a:rect l="0" t="0" r="r" b="b"/>
                  <a:pathLst>
                    <a:path w="944" h="726">
                      <a:moveTo>
                        <a:pt x="581" y="726"/>
                      </a:moveTo>
                      <a:lnTo>
                        <a:pt x="0" y="726"/>
                      </a:lnTo>
                      <a:lnTo>
                        <a:pt x="0" y="0"/>
                      </a:lnTo>
                      <a:lnTo>
                        <a:pt x="581" y="0"/>
                      </a:lnTo>
                      <a:cubicBezTo>
                        <a:pt x="781" y="0"/>
                        <a:pt x="944" y="162"/>
                        <a:pt x="944" y="363"/>
                      </a:cubicBezTo>
                      <a:cubicBezTo>
                        <a:pt x="944" y="563"/>
                        <a:pt x="781" y="726"/>
                        <a:pt x="581" y="726"/>
                      </a:cubicBezTo>
                      <a:close/>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cxnSp>
            <p:nvCxnSpPr>
              <p:cNvPr id="29697" name="直线连接符 29696">
                <a:extLst>
                  <a:ext uri="{FF2B5EF4-FFF2-40B4-BE49-F238E27FC236}">
                    <a16:creationId xmlns:a16="http://schemas.microsoft.com/office/drawing/2014/main" id="{5370698B-917F-7FB4-AC6A-183ABAB0D115}"/>
                  </a:ext>
                </a:extLst>
              </p:cNvPr>
              <p:cNvCxnSpPr>
                <a:cxnSpLocks/>
              </p:cNvCxnSpPr>
              <p:nvPr/>
            </p:nvCxnSpPr>
            <p:spPr>
              <a:xfrm flipH="1">
                <a:off x="1279869" y="2590800"/>
                <a:ext cx="1694812" cy="0"/>
              </a:xfrm>
              <a:prstGeom prst="line">
                <a:avLst/>
              </a:prstGeom>
              <a:noFill/>
              <a:ln w="19050" cap="rnd">
                <a:solidFill>
                  <a:srgbClr val="000000"/>
                </a:solidFill>
                <a:prstDash val="solid"/>
                <a:round/>
                <a:headEnd/>
                <a:tailEnd type="oval"/>
              </a:ln>
              <a:extLst>
                <a:ext uri="{909E8E84-426E-40DD-AFC4-6F175D3DCCD1}">
                  <a14:hiddenFill xmlns:a14="http://schemas.microsoft.com/office/drawing/2010/main">
                    <a:noFill/>
                  </a14:hiddenFill>
                </a:ext>
              </a:extLst>
            </p:spPr>
          </p:cxnSp>
          <p:cxnSp>
            <p:nvCxnSpPr>
              <p:cNvPr id="29700" name="直线连接符 29699">
                <a:extLst>
                  <a:ext uri="{FF2B5EF4-FFF2-40B4-BE49-F238E27FC236}">
                    <a16:creationId xmlns:a16="http://schemas.microsoft.com/office/drawing/2014/main" id="{9EEE9736-D8CC-D226-B4D3-3268B2B450C6}"/>
                  </a:ext>
                </a:extLst>
              </p:cNvPr>
              <p:cNvCxnSpPr>
                <a:cxnSpLocks/>
              </p:cNvCxnSpPr>
              <p:nvPr/>
            </p:nvCxnSpPr>
            <p:spPr>
              <a:xfrm flipH="1">
                <a:off x="2064889" y="2747963"/>
                <a:ext cx="909792" cy="0"/>
              </a:xfrm>
              <a:prstGeom prst="line">
                <a:avLst/>
              </a:prstGeom>
              <a:noFill/>
              <a:ln w="19050" cap="rnd">
                <a:solidFill>
                  <a:srgbClr val="000000"/>
                </a:solidFill>
                <a:prstDash val="solid"/>
                <a:round/>
                <a:headEnd/>
                <a:tailEnd type="oval"/>
              </a:ln>
              <a:extLst>
                <a:ext uri="{909E8E84-426E-40DD-AFC4-6F175D3DCCD1}">
                  <a14:hiddenFill xmlns:a14="http://schemas.microsoft.com/office/drawing/2010/main">
                    <a:noFill/>
                  </a14:hiddenFill>
                </a:ext>
              </a:extLst>
            </p:spPr>
          </p:cxnSp>
          <p:cxnSp>
            <p:nvCxnSpPr>
              <p:cNvPr id="29701" name="直线连接符 29700">
                <a:extLst>
                  <a:ext uri="{FF2B5EF4-FFF2-40B4-BE49-F238E27FC236}">
                    <a16:creationId xmlns:a16="http://schemas.microsoft.com/office/drawing/2014/main" id="{0F9DEC2A-C555-D46F-6C7D-8AB5117F5755}"/>
                  </a:ext>
                </a:extLst>
              </p:cNvPr>
              <p:cNvCxnSpPr>
                <a:cxnSpLocks/>
              </p:cNvCxnSpPr>
              <p:nvPr/>
            </p:nvCxnSpPr>
            <p:spPr>
              <a:xfrm flipH="1">
                <a:off x="2334106" y="2938463"/>
                <a:ext cx="640575" cy="0"/>
              </a:xfrm>
              <a:prstGeom prst="line">
                <a:avLst/>
              </a:prstGeom>
              <a:noFill/>
              <a:ln w="19050" cap="rnd">
                <a:solidFill>
                  <a:srgbClr val="000000"/>
                </a:solidFill>
                <a:prstDash val="solid"/>
                <a:round/>
                <a:headEnd/>
                <a:tailEnd type="oval"/>
              </a:ln>
              <a:extLst>
                <a:ext uri="{909E8E84-426E-40DD-AFC4-6F175D3DCCD1}">
                  <a14:hiddenFill xmlns:a14="http://schemas.microsoft.com/office/drawing/2010/main">
                    <a:noFill/>
                  </a14:hiddenFill>
                </a:ext>
              </a:extLst>
            </p:spPr>
          </p:cxnSp>
          <p:cxnSp>
            <p:nvCxnSpPr>
              <p:cNvPr id="29702" name="直线连接符 29701">
                <a:extLst>
                  <a:ext uri="{FF2B5EF4-FFF2-40B4-BE49-F238E27FC236}">
                    <a16:creationId xmlns:a16="http://schemas.microsoft.com/office/drawing/2014/main" id="{6313FD9D-984E-863C-AC17-31C814D412D1}"/>
                  </a:ext>
                </a:extLst>
              </p:cNvPr>
              <p:cNvCxnSpPr>
                <a:cxnSpLocks/>
              </p:cNvCxnSpPr>
              <p:nvPr/>
            </p:nvCxnSpPr>
            <p:spPr>
              <a:xfrm flipH="1">
                <a:off x="1031875" y="3097213"/>
                <a:ext cx="1942806" cy="0"/>
              </a:xfrm>
              <a:prstGeom prst="line">
                <a:avLst/>
              </a:prstGeom>
              <a:noFill/>
              <a:ln w="19050" cap="rnd">
                <a:solidFill>
                  <a:srgbClr val="000000"/>
                </a:solidFill>
                <a:prstDash val="solid"/>
                <a:round/>
                <a:headEnd/>
                <a:tailEnd type="none"/>
              </a:ln>
              <a:extLst>
                <a:ext uri="{909E8E84-426E-40DD-AFC4-6F175D3DCCD1}">
                  <a14:hiddenFill xmlns:a14="http://schemas.microsoft.com/office/drawing/2010/main">
                    <a:noFill/>
                  </a14:hiddenFill>
                </a:ext>
              </a:extLst>
            </p:spPr>
          </p:cxnSp>
        </p:grpSp>
        <p:grpSp>
          <p:nvGrpSpPr>
            <p:cNvPr id="11" name="组合 10">
              <a:extLst>
                <a:ext uri="{FF2B5EF4-FFF2-40B4-BE49-F238E27FC236}">
                  <a16:creationId xmlns:a16="http://schemas.microsoft.com/office/drawing/2014/main" id="{4C2B8196-FC87-737A-8108-FC837EA37F1A}"/>
                </a:ext>
              </a:extLst>
            </p:cNvPr>
            <p:cNvGrpSpPr/>
            <p:nvPr/>
          </p:nvGrpSpPr>
          <p:grpSpPr>
            <a:xfrm>
              <a:off x="1031875" y="6512718"/>
              <a:ext cx="2703219" cy="506413"/>
              <a:chOff x="1031875" y="2590800"/>
              <a:chExt cx="2703219" cy="506413"/>
            </a:xfrm>
          </p:grpSpPr>
          <p:grpSp>
            <p:nvGrpSpPr>
              <p:cNvPr id="53" name="组合 52">
                <a:extLst>
                  <a:ext uri="{FF2B5EF4-FFF2-40B4-BE49-F238E27FC236}">
                    <a16:creationId xmlns:a16="http://schemas.microsoft.com/office/drawing/2014/main" id="{D988C9F1-3D85-78F6-3876-63A53B57B25C}"/>
                  </a:ext>
                </a:extLst>
              </p:cNvPr>
              <p:cNvGrpSpPr/>
              <p:nvPr/>
            </p:nvGrpSpPr>
            <p:grpSpPr>
              <a:xfrm>
                <a:off x="2974681" y="2590800"/>
                <a:ext cx="760413" cy="506413"/>
                <a:chOff x="3260036" y="2755900"/>
                <a:chExt cx="760413" cy="506413"/>
              </a:xfrm>
            </p:grpSpPr>
            <p:sp>
              <p:nvSpPr>
                <p:cNvPr id="58" name="Freeform 7">
                  <a:extLst>
                    <a:ext uri="{FF2B5EF4-FFF2-40B4-BE49-F238E27FC236}">
                      <a16:creationId xmlns:a16="http://schemas.microsoft.com/office/drawing/2014/main" id="{1FBDF586-7D64-4840-CD9F-9A75B5726F1A}"/>
                    </a:ext>
                  </a:extLst>
                </p:cNvPr>
                <p:cNvSpPr>
                  <a:spLocks noEditPoints="1"/>
                </p:cNvSpPr>
                <p:nvPr/>
              </p:nvSpPr>
              <p:spPr bwMode="auto">
                <a:xfrm>
                  <a:off x="3260036" y="2913063"/>
                  <a:ext cx="760413" cy="190500"/>
                </a:xfrm>
                <a:custGeom>
                  <a:avLst/>
                  <a:gdLst>
                    <a:gd name="T0" fmla="*/ 0 w 479"/>
                    <a:gd name="T1" fmla="*/ 0 h 120"/>
                    <a:gd name="T2" fmla="*/ 240 w 479"/>
                    <a:gd name="T3" fmla="*/ 0 h 120"/>
                    <a:gd name="T4" fmla="*/ 0 w 479"/>
                    <a:gd name="T5" fmla="*/ 120 h 120"/>
                    <a:gd name="T6" fmla="*/ 240 w 479"/>
                    <a:gd name="T7" fmla="*/ 120 h 120"/>
                    <a:gd name="T8" fmla="*/ 479 w 479"/>
                    <a:gd name="T9" fmla="*/ 60 h 120"/>
                    <a:gd name="T10" fmla="*/ 240 w 479"/>
                    <a:gd name="T11" fmla="*/ 60 h 120"/>
                  </a:gdLst>
                  <a:ahLst/>
                  <a:cxnLst>
                    <a:cxn ang="0">
                      <a:pos x="T0" y="T1"/>
                    </a:cxn>
                    <a:cxn ang="0">
                      <a:pos x="T2" y="T3"/>
                    </a:cxn>
                    <a:cxn ang="0">
                      <a:pos x="T4" y="T5"/>
                    </a:cxn>
                    <a:cxn ang="0">
                      <a:pos x="T6" y="T7"/>
                    </a:cxn>
                    <a:cxn ang="0">
                      <a:pos x="T8" y="T9"/>
                    </a:cxn>
                    <a:cxn ang="0">
                      <a:pos x="T10" y="T11"/>
                    </a:cxn>
                  </a:cxnLst>
                  <a:rect l="0" t="0" r="r" b="b"/>
                  <a:pathLst>
                    <a:path w="479" h="120">
                      <a:moveTo>
                        <a:pt x="0" y="0"/>
                      </a:moveTo>
                      <a:lnTo>
                        <a:pt x="240" y="0"/>
                      </a:lnTo>
                      <a:moveTo>
                        <a:pt x="0" y="120"/>
                      </a:moveTo>
                      <a:lnTo>
                        <a:pt x="240" y="120"/>
                      </a:lnTo>
                      <a:moveTo>
                        <a:pt x="479" y="60"/>
                      </a:moveTo>
                      <a:lnTo>
                        <a:pt x="240" y="60"/>
                      </a:lnTo>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9" name="Freeform 8">
                  <a:extLst>
                    <a:ext uri="{FF2B5EF4-FFF2-40B4-BE49-F238E27FC236}">
                      <a16:creationId xmlns:a16="http://schemas.microsoft.com/office/drawing/2014/main" id="{8919149C-3170-E9C5-2419-3D071E473706}"/>
                    </a:ext>
                  </a:extLst>
                </p:cNvPr>
                <p:cNvSpPr>
                  <a:spLocks/>
                </p:cNvSpPr>
                <p:nvPr/>
              </p:nvSpPr>
              <p:spPr bwMode="auto">
                <a:xfrm>
                  <a:off x="3393386" y="2819400"/>
                  <a:ext cx="495300" cy="379413"/>
                </a:xfrm>
                <a:custGeom>
                  <a:avLst/>
                  <a:gdLst>
                    <a:gd name="T0" fmla="*/ 944 w 944"/>
                    <a:gd name="T1" fmla="*/ 363 h 726"/>
                    <a:gd name="T2" fmla="*/ 283 w 944"/>
                    <a:gd name="T3" fmla="*/ 726 h 726"/>
                    <a:gd name="T4" fmla="*/ 0 w 944"/>
                    <a:gd name="T5" fmla="*/ 726 h 726"/>
                    <a:gd name="T6" fmla="*/ 0 w 944"/>
                    <a:gd name="T7" fmla="*/ 0 h 726"/>
                    <a:gd name="T8" fmla="*/ 283 w 944"/>
                    <a:gd name="T9" fmla="*/ 0 h 726"/>
                    <a:gd name="T10" fmla="*/ 944 w 944"/>
                    <a:gd name="T11" fmla="*/ 363 h 726"/>
                  </a:gdLst>
                  <a:ahLst/>
                  <a:cxnLst>
                    <a:cxn ang="0">
                      <a:pos x="T0" y="T1"/>
                    </a:cxn>
                    <a:cxn ang="0">
                      <a:pos x="T2" y="T3"/>
                    </a:cxn>
                    <a:cxn ang="0">
                      <a:pos x="T4" y="T5"/>
                    </a:cxn>
                    <a:cxn ang="0">
                      <a:pos x="T6" y="T7"/>
                    </a:cxn>
                    <a:cxn ang="0">
                      <a:pos x="T8" y="T9"/>
                    </a:cxn>
                    <a:cxn ang="0">
                      <a:pos x="T10" y="T11"/>
                    </a:cxn>
                  </a:cxnLst>
                  <a:rect l="0" t="0" r="r" b="b"/>
                  <a:pathLst>
                    <a:path w="944" h="726">
                      <a:moveTo>
                        <a:pt x="944" y="363"/>
                      </a:moveTo>
                      <a:cubicBezTo>
                        <a:pt x="831" y="542"/>
                        <a:pt x="585" y="676"/>
                        <a:pt x="283" y="726"/>
                      </a:cubicBezTo>
                      <a:lnTo>
                        <a:pt x="0" y="726"/>
                      </a:lnTo>
                      <a:cubicBezTo>
                        <a:pt x="176" y="496"/>
                        <a:pt x="176" y="230"/>
                        <a:pt x="0" y="0"/>
                      </a:cubicBezTo>
                      <a:lnTo>
                        <a:pt x="283" y="0"/>
                      </a:lnTo>
                      <a:cubicBezTo>
                        <a:pt x="587" y="48"/>
                        <a:pt x="833" y="183"/>
                        <a:pt x="944" y="363"/>
                      </a:cubicBezTo>
                      <a:close/>
                    </a:path>
                  </a:pathLst>
                </a:custGeom>
                <a:solidFill>
                  <a:srgbClr val="FFFFFF"/>
                </a:solidFill>
                <a:ln w="190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0" name="Freeform 9">
                  <a:extLst>
                    <a:ext uri="{FF2B5EF4-FFF2-40B4-BE49-F238E27FC236}">
                      <a16:creationId xmlns:a16="http://schemas.microsoft.com/office/drawing/2014/main" id="{883D168B-5441-137A-F32B-FC1EDB49CEA4}"/>
                    </a:ext>
                  </a:extLst>
                </p:cNvPr>
                <p:cNvSpPr>
                  <a:spLocks/>
                </p:cNvSpPr>
                <p:nvPr/>
              </p:nvSpPr>
              <p:spPr bwMode="auto">
                <a:xfrm>
                  <a:off x="3393386" y="2819400"/>
                  <a:ext cx="495300" cy="379413"/>
                </a:xfrm>
                <a:custGeom>
                  <a:avLst/>
                  <a:gdLst>
                    <a:gd name="T0" fmla="*/ 944 w 944"/>
                    <a:gd name="T1" fmla="*/ 363 h 726"/>
                    <a:gd name="T2" fmla="*/ 283 w 944"/>
                    <a:gd name="T3" fmla="*/ 726 h 726"/>
                    <a:gd name="T4" fmla="*/ 0 w 944"/>
                    <a:gd name="T5" fmla="*/ 726 h 726"/>
                    <a:gd name="T6" fmla="*/ 0 w 944"/>
                    <a:gd name="T7" fmla="*/ 0 h 726"/>
                    <a:gd name="T8" fmla="*/ 283 w 944"/>
                    <a:gd name="T9" fmla="*/ 0 h 726"/>
                    <a:gd name="T10" fmla="*/ 944 w 944"/>
                    <a:gd name="T11" fmla="*/ 363 h 726"/>
                  </a:gdLst>
                  <a:ahLst/>
                  <a:cxnLst>
                    <a:cxn ang="0">
                      <a:pos x="T0" y="T1"/>
                    </a:cxn>
                    <a:cxn ang="0">
                      <a:pos x="T2" y="T3"/>
                    </a:cxn>
                    <a:cxn ang="0">
                      <a:pos x="T4" y="T5"/>
                    </a:cxn>
                    <a:cxn ang="0">
                      <a:pos x="T6" y="T7"/>
                    </a:cxn>
                    <a:cxn ang="0">
                      <a:pos x="T8" y="T9"/>
                    </a:cxn>
                    <a:cxn ang="0">
                      <a:pos x="T10" y="T11"/>
                    </a:cxn>
                  </a:cxnLst>
                  <a:rect l="0" t="0" r="r" b="b"/>
                  <a:pathLst>
                    <a:path w="944" h="726">
                      <a:moveTo>
                        <a:pt x="944" y="363"/>
                      </a:moveTo>
                      <a:cubicBezTo>
                        <a:pt x="831" y="542"/>
                        <a:pt x="585" y="676"/>
                        <a:pt x="283" y="726"/>
                      </a:cubicBezTo>
                      <a:lnTo>
                        <a:pt x="0" y="726"/>
                      </a:lnTo>
                      <a:cubicBezTo>
                        <a:pt x="176" y="496"/>
                        <a:pt x="176" y="230"/>
                        <a:pt x="0" y="0"/>
                      </a:cubicBezTo>
                      <a:lnTo>
                        <a:pt x="283" y="0"/>
                      </a:lnTo>
                      <a:cubicBezTo>
                        <a:pt x="587" y="48"/>
                        <a:pt x="833" y="183"/>
                        <a:pt x="944" y="363"/>
                      </a:cubicBezTo>
                      <a:close/>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1" name="Freeform 10">
                  <a:extLst>
                    <a:ext uri="{FF2B5EF4-FFF2-40B4-BE49-F238E27FC236}">
                      <a16:creationId xmlns:a16="http://schemas.microsoft.com/office/drawing/2014/main" id="{EA95132B-06B8-7CEA-0840-E176435989B6}"/>
                    </a:ext>
                  </a:extLst>
                </p:cNvPr>
                <p:cNvSpPr>
                  <a:spLocks noEditPoints="1"/>
                </p:cNvSpPr>
                <p:nvPr/>
              </p:nvSpPr>
              <p:spPr bwMode="auto">
                <a:xfrm>
                  <a:off x="3260036" y="2755900"/>
                  <a:ext cx="133350" cy="506413"/>
                </a:xfrm>
                <a:custGeom>
                  <a:avLst/>
                  <a:gdLst>
                    <a:gd name="T0" fmla="*/ 84 w 84"/>
                    <a:gd name="T1" fmla="*/ 279 h 319"/>
                    <a:gd name="T2" fmla="*/ 84 w 84"/>
                    <a:gd name="T3" fmla="*/ 319 h 319"/>
                    <a:gd name="T4" fmla="*/ 0 w 84"/>
                    <a:gd name="T5" fmla="*/ 319 h 319"/>
                    <a:gd name="T6" fmla="*/ 84 w 84"/>
                    <a:gd name="T7" fmla="*/ 40 h 319"/>
                    <a:gd name="T8" fmla="*/ 84 w 84"/>
                    <a:gd name="T9" fmla="*/ 0 h 319"/>
                    <a:gd name="T10" fmla="*/ 0 w 84"/>
                    <a:gd name="T11" fmla="*/ 0 h 319"/>
                  </a:gdLst>
                  <a:ahLst/>
                  <a:cxnLst>
                    <a:cxn ang="0">
                      <a:pos x="T0" y="T1"/>
                    </a:cxn>
                    <a:cxn ang="0">
                      <a:pos x="T2" y="T3"/>
                    </a:cxn>
                    <a:cxn ang="0">
                      <a:pos x="T4" y="T5"/>
                    </a:cxn>
                    <a:cxn ang="0">
                      <a:pos x="T6" y="T7"/>
                    </a:cxn>
                    <a:cxn ang="0">
                      <a:pos x="T8" y="T9"/>
                    </a:cxn>
                    <a:cxn ang="0">
                      <a:pos x="T10" y="T11"/>
                    </a:cxn>
                  </a:cxnLst>
                  <a:rect l="0" t="0" r="r" b="b"/>
                  <a:pathLst>
                    <a:path w="84" h="319">
                      <a:moveTo>
                        <a:pt x="84" y="279"/>
                      </a:moveTo>
                      <a:lnTo>
                        <a:pt x="84" y="319"/>
                      </a:lnTo>
                      <a:lnTo>
                        <a:pt x="0" y="319"/>
                      </a:lnTo>
                      <a:moveTo>
                        <a:pt x="84" y="40"/>
                      </a:moveTo>
                      <a:lnTo>
                        <a:pt x="84" y="0"/>
                      </a:lnTo>
                      <a:lnTo>
                        <a:pt x="0" y="0"/>
                      </a:lnTo>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2" name="Freeform 11">
                  <a:extLst>
                    <a:ext uri="{FF2B5EF4-FFF2-40B4-BE49-F238E27FC236}">
                      <a16:creationId xmlns:a16="http://schemas.microsoft.com/office/drawing/2014/main" id="{CE9A4AAC-5AFE-2B96-7C03-84559BC6C1CA}"/>
                    </a:ext>
                  </a:extLst>
                </p:cNvPr>
                <p:cNvSpPr>
                  <a:spLocks/>
                </p:cNvSpPr>
                <p:nvPr/>
              </p:nvSpPr>
              <p:spPr bwMode="auto">
                <a:xfrm>
                  <a:off x="3393386" y="2819400"/>
                  <a:ext cx="495300" cy="379413"/>
                </a:xfrm>
                <a:custGeom>
                  <a:avLst/>
                  <a:gdLst>
                    <a:gd name="T0" fmla="*/ 581 w 944"/>
                    <a:gd name="T1" fmla="*/ 726 h 726"/>
                    <a:gd name="T2" fmla="*/ 0 w 944"/>
                    <a:gd name="T3" fmla="*/ 726 h 726"/>
                    <a:gd name="T4" fmla="*/ 0 w 944"/>
                    <a:gd name="T5" fmla="*/ 0 h 726"/>
                    <a:gd name="T6" fmla="*/ 581 w 944"/>
                    <a:gd name="T7" fmla="*/ 0 h 726"/>
                    <a:gd name="T8" fmla="*/ 944 w 944"/>
                    <a:gd name="T9" fmla="*/ 363 h 726"/>
                    <a:gd name="T10" fmla="*/ 581 w 944"/>
                    <a:gd name="T11" fmla="*/ 726 h 726"/>
                  </a:gdLst>
                  <a:ahLst/>
                  <a:cxnLst>
                    <a:cxn ang="0">
                      <a:pos x="T0" y="T1"/>
                    </a:cxn>
                    <a:cxn ang="0">
                      <a:pos x="T2" y="T3"/>
                    </a:cxn>
                    <a:cxn ang="0">
                      <a:pos x="T4" y="T5"/>
                    </a:cxn>
                    <a:cxn ang="0">
                      <a:pos x="T6" y="T7"/>
                    </a:cxn>
                    <a:cxn ang="0">
                      <a:pos x="T8" y="T9"/>
                    </a:cxn>
                    <a:cxn ang="0">
                      <a:pos x="T10" y="T11"/>
                    </a:cxn>
                  </a:cxnLst>
                  <a:rect l="0" t="0" r="r" b="b"/>
                  <a:pathLst>
                    <a:path w="944" h="726">
                      <a:moveTo>
                        <a:pt x="581" y="726"/>
                      </a:moveTo>
                      <a:lnTo>
                        <a:pt x="0" y="726"/>
                      </a:lnTo>
                      <a:lnTo>
                        <a:pt x="0" y="0"/>
                      </a:lnTo>
                      <a:lnTo>
                        <a:pt x="581" y="0"/>
                      </a:lnTo>
                      <a:cubicBezTo>
                        <a:pt x="781" y="0"/>
                        <a:pt x="944" y="162"/>
                        <a:pt x="944" y="363"/>
                      </a:cubicBezTo>
                      <a:cubicBezTo>
                        <a:pt x="944" y="563"/>
                        <a:pt x="781" y="726"/>
                        <a:pt x="581" y="726"/>
                      </a:cubicBezTo>
                      <a:close/>
                    </a:path>
                  </a:pathLst>
                </a:custGeom>
                <a:solidFill>
                  <a:srgbClr val="FFFFFF"/>
                </a:solidFill>
                <a:ln w="190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3" name="Freeform 12">
                  <a:extLst>
                    <a:ext uri="{FF2B5EF4-FFF2-40B4-BE49-F238E27FC236}">
                      <a16:creationId xmlns:a16="http://schemas.microsoft.com/office/drawing/2014/main" id="{F4715B7F-E859-565A-706A-178E85D7EAA8}"/>
                    </a:ext>
                  </a:extLst>
                </p:cNvPr>
                <p:cNvSpPr>
                  <a:spLocks/>
                </p:cNvSpPr>
                <p:nvPr/>
              </p:nvSpPr>
              <p:spPr bwMode="auto">
                <a:xfrm>
                  <a:off x="3393386" y="2819400"/>
                  <a:ext cx="495300" cy="379413"/>
                </a:xfrm>
                <a:custGeom>
                  <a:avLst/>
                  <a:gdLst>
                    <a:gd name="T0" fmla="*/ 581 w 944"/>
                    <a:gd name="T1" fmla="*/ 726 h 726"/>
                    <a:gd name="T2" fmla="*/ 0 w 944"/>
                    <a:gd name="T3" fmla="*/ 726 h 726"/>
                    <a:gd name="T4" fmla="*/ 0 w 944"/>
                    <a:gd name="T5" fmla="*/ 0 h 726"/>
                    <a:gd name="T6" fmla="*/ 581 w 944"/>
                    <a:gd name="T7" fmla="*/ 0 h 726"/>
                    <a:gd name="T8" fmla="*/ 944 w 944"/>
                    <a:gd name="T9" fmla="*/ 363 h 726"/>
                    <a:gd name="T10" fmla="*/ 581 w 944"/>
                    <a:gd name="T11" fmla="*/ 726 h 726"/>
                  </a:gdLst>
                  <a:ahLst/>
                  <a:cxnLst>
                    <a:cxn ang="0">
                      <a:pos x="T0" y="T1"/>
                    </a:cxn>
                    <a:cxn ang="0">
                      <a:pos x="T2" y="T3"/>
                    </a:cxn>
                    <a:cxn ang="0">
                      <a:pos x="T4" y="T5"/>
                    </a:cxn>
                    <a:cxn ang="0">
                      <a:pos x="T6" y="T7"/>
                    </a:cxn>
                    <a:cxn ang="0">
                      <a:pos x="T8" y="T9"/>
                    </a:cxn>
                    <a:cxn ang="0">
                      <a:pos x="T10" y="T11"/>
                    </a:cxn>
                  </a:cxnLst>
                  <a:rect l="0" t="0" r="r" b="b"/>
                  <a:pathLst>
                    <a:path w="944" h="726">
                      <a:moveTo>
                        <a:pt x="581" y="726"/>
                      </a:moveTo>
                      <a:lnTo>
                        <a:pt x="0" y="726"/>
                      </a:lnTo>
                      <a:lnTo>
                        <a:pt x="0" y="0"/>
                      </a:lnTo>
                      <a:lnTo>
                        <a:pt x="581" y="0"/>
                      </a:lnTo>
                      <a:cubicBezTo>
                        <a:pt x="781" y="0"/>
                        <a:pt x="944" y="162"/>
                        <a:pt x="944" y="363"/>
                      </a:cubicBezTo>
                      <a:cubicBezTo>
                        <a:pt x="944" y="563"/>
                        <a:pt x="781" y="726"/>
                        <a:pt x="581" y="726"/>
                      </a:cubicBezTo>
                      <a:close/>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cxnSp>
            <p:nvCxnSpPr>
              <p:cNvPr id="54" name="直线连接符 53">
                <a:extLst>
                  <a:ext uri="{FF2B5EF4-FFF2-40B4-BE49-F238E27FC236}">
                    <a16:creationId xmlns:a16="http://schemas.microsoft.com/office/drawing/2014/main" id="{C52B5638-5855-286A-F3BE-F3B367368F6A}"/>
                  </a:ext>
                </a:extLst>
              </p:cNvPr>
              <p:cNvCxnSpPr>
                <a:cxnSpLocks/>
              </p:cNvCxnSpPr>
              <p:nvPr/>
            </p:nvCxnSpPr>
            <p:spPr>
              <a:xfrm flipH="1">
                <a:off x="1549744" y="2590800"/>
                <a:ext cx="1424937" cy="0"/>
              </a:xfrm>
              <a:prstGeom prst="line">
                <a:avLst/>
              </a:prstGeom>
              <a:noFill/>
              <a:ln w="19050" cap="rnd">
                <a:solidFill>
                  <a:srgbClr val="000000"/>
                </a:solidFill>
                <a:prstDash val="solid"/>
                <a:round/>
                <a:headEnd/>
                <a:tailEnd type="oval"/>
              </a:ln>
              <a:extLst>
                <a:ext uri="{909E8E84-426E-40DD-AFC4-6F175D3DCCD1}">
                  <a14:hiddenFill xmlns:a14="http://schemas.microsoft.com/office/drawing/2010/main">
                    <a:noFill/>
                  </a14:hiddenFill>
                </a:ext>
              </a:extLst>
            </p:spPr>
          </p:cxnSp>
          <p:cxnSp>
            <p:nvCxnSpPr>
              <p:cNvPr id="55" name="直线连接符 54">
                <a:extLst>
                  <a:ext uri="{FF2B5EF4-FFF2-40B4-BE49-F238E27FC236}">
                    <a16:creationId xmlns:a16="http://schemas.microsoft.com/office/drawing/2014/main" id="{108B825F-BB92-2E04-B5DD-99B0FD7147C8}"/>
                  </a:ext>
                </a:extLst>
              </p:cNvPr>
              <p:cNvCxnSpPr>
                <a:cxnSpLocks/>
              </p:cNvCxnSpPr>
              <p:nvPr/>
            </p:nvCxnSpPr>
            <p:spPr>
              <a:xfrm flipH="1">
                <a:off x="1795014" y="2747963"/>
                <a:ext cx="1179667" cy="0"/>
              </a:xfrm>
              <a:prstGeom prst="line">
                <a:avLst/>
              </a:prstGeom>
              <a:noFill/>
              <a:ln w="19050" cap="rnd">
                <a:solidFill>
                  <a:srgbClr val="000000"/>
                </a:solidFill>
                <a:prstDash val="solid"/>
                <a:round/>
                <a:headEnd/>
                <a:tailEnd type="oval"/>
              </a:ln>
              <a:extLst>
                <a:ext uri="{909E8E84-426E-40DD-AFC4-6F175D3DCCD1}">
                  <a14:hiddenFill xmlns:a14="http://schemas.microsoft.com/office/drawing/2010/main">
                    <a:noFill/>
                  </a14:hiddenFill>
                </a:ext>
              </a:extLst>
            </p:spPr>
          </p:cxnSp>
          <p:cxnSp>
            <p:nvCxnSpPr>
              <p:cNvPr id="56" name="直线连接符 55">
                <a:extLst>
                  <a:ext uri="{FF2B5EF4-FFF2-40B4-BE49-F238E27FC236}">
                    <a16:creationId xmlns:a16="http://schemas.microsoft.com/office/drawing/2014/main" id="{1521D150-0461-03D0-FC77-0B2C82D4B9FA}"/>
                  </a:ext>
                </a:extLst>
              </p:cNvPr>
              <p:cNvCxnSpPr>
                <a:cxnSpLocks/>
              </p:cNvCxnSpPr>
              <p:nvPr/>
            </p:nvCxnSpPr>
            <p:spPr>
              <a:xfrm flipH="1">
                <a:off x="2334106" y="2938463"/>
                <a:ext cx="640575" cy="0"/>
              </a:xfrm>
              <a:prstGeom prst="line">
                <a:avLst/>
              </a:prstGeom>
              <a:noFill/>
              <a:ln w="19050" cap="rnd">
                <a:solidFill>
                  <a:srgbClr val="000000"/>
                </a:solidFill>
                <a:prstDash val="solid"/>
                <a:round/>
                <a:headEnd/>
                <a:tailEnd type="oval"/>
              </a:ln>
              <a:extLst>
                <a:ext uri="{909E8E84-426E-40DD-AFC4-6F175D3DCCD1}">
                  <a14:hiddenFill xmlns:a14="http://schemas.microsoft.com/office/drawing/2010/main">
                    <a:noFill/>
                  </a14:hiddenFill>
                </a:ext>
              </a:extLst>
            </p:spPr>
          </p:cxnSp>
          <p:cxnSp>
            <p:nvCxnSpPr>
              <p:cNvPr id="57" name="直线连接符 56">
                <a:extLst>
                  <a:ext uri="{FF2B5EF4-FFF2-40B4-BE49-F238E27FC236}">
                    <a16:creationId xmlns:a16="http://schemas.microsoft.com/office/drawing/2014/main" id="{F6EEA7E9-D510-E0A6-3380-DB93BB34FA10}"/>
                  </a:ext>
                </a:extLst>
              </p:cNvPr>
              <p:cNvCxnSpPr>
                <a:cxnSpLocks/>
              </p:cNvCxnSpPr>
              <p:nvPr/>
            </p:nvCxnSpPr>
            <p:spPr>
              <a:xfrm flipH="1">
                <a:off x="1031875" y="3097213"/>
                <a:ext cx="1942806" cy="0"/>
              </a:xfrm>
              <a:prstGeom prst="line">
                <a:avLst/>
              </a:prstGeom>
              <a:noFill/>
              <a:ln w="19050" cap="rnd">
                <a:solidFill>
                  <a:srgbClr val="000000"/>
                </a:solidFill>
                <a:prstDash val="solid"/>
                <a:round/>
                <a:headEnd/>
                <a:tailEnd type="none"/>
              </a:ln>
              <a:extLst>
                <a:ext uri="{909E8E84-426E-40DD-AFC4-6F175D3DCCD1}">
                  <a14:hiddenFill xmlns:a14="http://schemas.microsoft.com/office/drawing/2010/main">
                    <a:noFill/>
                  </a14:hiddenFill>
                </a:ext>
              </a:extLst>
            </p:spPr>
          </p:cxnSp>
        </p:grpSp>
        <p:grpSp>
          <p:nvGrpSpPr>
            <p:cNvPr id="12" name="组合 11">
              <a:extLst>
                <a:ext uri="{FF2B5EF4-FFF2-40B4-BE49-F238E27FC236}">
                  <a16:creationId xmlns:a16="http://schemas.microsoft.com/office/drawing/2014/main" id="{44A32DF1-3774-7043-96A7-C1679C992666}"/>
                </a:ext>
              </a:extLst>
            </p:cNvPr>
            <p:cNvGrpSpPr/>
            <p:nvPr/>
          </p:nvGrpSpPr>
          <p:grpSpPr>
            <a:xfrm>
              <a:off x="1031875" y="7198518"/>
              <a:ext cx="2703219" cy="506413"/>
              <a:chOff x="1031875" y="2590800"/>
              <a:chExt cx="2703219" cy="506413"/>
            </a:xfrm>
          </p:grpSpPr>
          <p:grpSp>
            <p:nvGrpSpPr>
              <p:cNvPr id="42" name="组合 41">
                <a:extLst>
                  <a:ext uri="{FF2B5EF4-FFF2-40B4-BE49-F238E27FC236}">
                    <a16:creationId xmlns:a16="http://schemas.microsoft.com/office/drawing/2014/main" id="{E8C0FC22-DC4F-5359-1D8B-07335B28F928}"/>
                  </a:ext>
                </a:extLst>
              </p:cNvPr>
              <p:cNvGrpSpPr/>
              <p:nvPr/>
            </p:nvGrpSpPr>
            <p:grpSpPr>
              <a:xfrm>
                <a:off x="2974681" y="2590800"/>
                <a:ext cx="760413" cy="506413"/>
                <a:chOff x="3260036" y="2755900"/>
                <a:chExt cx="760413" cy="506413"/>
              </a:xfrm>
            </p:grpSpPr>
            <p:sp>
              <p:nvSpPr>
                <p:cNvPr id="47" name="Freeform 7">
                  <a:extLst>
                    <a:ext uri="{FF2B5EF4-FFF2-40B4-BE49-F238E27FC236}">
                      <a16:creationId xmlns:a16="http://schemas.microsoft.com/office/drawing/2014/main" id="{25093E4D-1055-9237-7796-523D4DAD9956}"/>
                    </a:ext>
                  </a:extLst>
                </p:cNvPr>
                <p:cNvSpPr>
                  <a:spLocks noEditPoints="1"/>
                </p:cNvSpPr>
                <p:nvPr/>
              </p:nvSpPr>
              <p:spPr bwMode="auto">
                <a:xfrm>
                  <a:off x="3260036" y="2913063"/>
                  <a:ext cx="760413" cy="190500"/>
                </a:xfrm>
                <a:custGeom>
                  <a:avLst/>
                  <a:gdLst>
                    <a:gd name="T0" fmla="*/ 0 w 479"/>
                    <a:gd name="T1" fmla="*/ 0 h 120"/>
                    <a:gd name="T2" fmla="*/ 240 w 479"/>
                    <a:gd name="T3" fmla="*/ 0 h 120"/>
                    <a:gd name="T4" fmla="*/ 0 w 479"/>
                    <a:gd name="T5" fmla="*/ 120 h 120"/>
                    <a:gd name="T6" fmla="*/ 240 w 479"/>
                    <a:gd name="T7" fmla="*/ 120 h 120"/>
                    <a:gd name="T8" fmla="*/ 479 w 479"/>
                    <a:gd name="T9" fmla="*/ 60 h 120"/>
                    <a:gd name="T10" fmla="*/ 240 w 479"/>
                    <a:gd name="T11" fmla="*/ 60 h 120"/>
                  </a:gdLst>
                  <a:ahLst/>
                  <a:cxnLst>
                    <a:cxn ang="0">
                      <a:pos x="T0" y="T1"/>
                    </a:cxn>
                    <a:cxn ang="0">
                      <a:pos x="T2" y="T3"/>
                    </a:cxn>
                    <a:cxn ang="0">
                      <a:pos x="T4" y="T5"/>
                    </a:cxn>
                    <a:cxn ang="0">
                      <a:pos x="T6" y="T7"/>
                    </a:cxn>
                    <a:cxn ang="0">
                      <a:pos x="T8" y="T9"/>
                    </a:cxn>
                    <a:cxn ang="0">
                      <a:pos x="T10" y="T11"/>
                    </a:cxn>
                  </a:cxnLst>
                  <a:rect l="0" t="0" r="r" b="b"/>
                  <a:pathLst>
                    <a:path w="479" h="120">
                      <a:moveTo>
                        <a:pt x="0" y="0"/>
                      </a:moveTo>
                      <a:lnTo>
                        <a:pt x="240" y="0"/>
                      </a:lnTo>
                      <a:moveTo>
                        <a:pt x="0" y="120"/>
                      </a:moveTo>
                      <a:lnTo>
                        <a:pt x="240" y="120"/>
                      </a:lnTo>
                      <a:moveTo>
                        <a:pt x="479" y="60"/>
                      </a:moveTo>
                      <a:lnTo>
                        <a:pt x="240" y="60"/>
                      </a:lnTo>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8" name="Freeform 8">
                  <a:extLst>
                    <a:ext uri="{FF2B5EF4-FFF2-40B4-BE49-F238E27FC236}">
                      <a16:creationId xmlns:a16="http://schemas.microsoft.com/office/drawing/2014/main" id="{69A96ED0-390B-8524-645A-2741C5D19AD0}"/>
                    </a:ext>
                  </a:extLst>
                </p:cNvPr>
                <p:cNvSpPr>
                  <a:spLocks/>
                </p:cNvSpPr>
                <p:nvPr/>
              </p:nvSpPr>
              <p:spPr bwMode="auto">
                <a:xfrm>
                  <a:off x="3393386" y="2819400"/>
                  <a:ext cx="495300" cy="379413"/>
                </a:xfrm>
                <a:custGeom>
                  <a:avLst/>
                  <a:gdLst>
                    <a:gd name="T0" fmla="*/ 944 w 944"/>
                    <a:gd name="T1" fmla="*/ 363 h 726"/>
                    <a:gd name="T2" fmla="*/ 283 w 944"/>
                    <a:gd name="T3" fmla="*/ 726 h 726"/>
                    <a:gd name="T4" fmla="*/ 0 w 944"/>
                    <a:gd name="T5" fmla="*/ 726 h 726"/>
                    <a:gd name="T6" fmla="*/ 0 w 944"/>
                    <a:gd name="T7" fmla="*/ 0 h 726"/>
                    <a:gd name="T8" fmla="*/ 283 w 944"/>
                    <a:gd name="T9" fmla="*/ 0 h 726"/>
                    <a:gd name="T10" fmla="*/ 944 w 944"/>
                    <a:gd name="T11" fmla="*/ 363 h 726"/>
                  </a:gdLst>
                  <a:ahLst/>
                  <a:cxnLst>
                    <a:cxn ang="0">
                      <a:pos x="T0" y="T1"/>
                    </a:cxn>
                    <a:cxn ang="0">
                      <a:pos x="T2" y="T3"/>
                    </a:cxn>
                    <a:cxn ang="0">
                      <a:pos x="T4" y="T5"/>
                    </a:cxn>
                    <a:cxn ang="0">
                      <a:pos x="T6" y="T7"/>
                    </a:cxn>
                    <a:cxn ang="0">
                      <a:pos x="T8" y="T9"/>
                    </a:cxn>
                    <a:cxn ang="0">
                      <a:pos x="T10" y="T11"/>
                    </a:cxn>
                  </a:cxnLst>
                  <a:rect l="0" t="0" r="r" b="b"/>
                  <a:pathLst>
                    <a:path w="944" h="726">
                      <a:moveTo>
                        <a:pt x="944" y="363"/>
                      </a:moveTo>
                      <a:cubicBezTo>
                        <a:pt x="831" y="542"/>
                        <a:pt x="585" y="676"/>
                        <a:pt x="283" y="726"/>
                      </a:cubicBezTo>
                      <a:lnTo>
                        <a:pt x="0" y="726"/>
                      </a:lnTo>
                      <a:cubicBezTo>
                        <a:pt x="176" y="496"/>
                        <a:pt x="176" y="230"/>
                        <a:pt x="0" y="0"/>
                      </a:cubicBezTo>
                      <a:lnTo>
                        <a:pt x="283" y="0"/>
                      </a:lnTo>
                      <a:cubicBezTo>
                        <a:pt x="587" y="48"/>
                        <a:pt x="833" y="183"/>
                        <a:pt x="944" y="363"/>
                      </a:cubicBezTo>
                      <a:close/>
                    </a:path>
                  </a:pathLst>
                </a:custGeom>
                <a:solidFill>
                  <a:srgbClr val="FFFFFF"/>
                </a:solidFill>
                <a:ln w="190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49" name="Freeform 9">
                  <a:extLst>
                    <a:ext uri="{FF2B5EF4-FFF2-40B4-BE49-F238E27FC236}">
                      <a16:creationId xmlns:a16="http://schemas.microsoft.com/office/drawing/2014/main" id="{6276AA72-B620-002E-ABAC-42A6AC5DDC8B}"/>
                    </a:ext>
                  </a:extLst>
                </p:cNvPr>
                <p:cNvSpPr>
                  <a:spLocks/>
                </p:cNvSpPr>
                <p:nvPr/>
              </p:nvSpPr>
              <p:spPr bwMode="auto">
                <a:xfrm>
                  <a:off x="3393386" y="2819400"/>
                  <a:ext cx="495300" cy="379413"/>
                </a:xfrm>
                <a:custGeom>
                  <a:avLst/>
                  <a:gdLst>
                    <a:gd name="T0" fmla="*/ 944 w 944"/>
                    <a:gd name="T1" fmla="*/ 363 h 726"/>
                    <a:gd name="T2" fmla="*/ 283 w 944"/>
                    <a:gd name="T3" fmla="*/ 726 h 726"/>
                    <a:gd name="T4" fmla="*/ 0 w 944"/>
                    <a:gd name="T5" fmla="*/ 726 h 726"/>
                    <a:gd name="T6" fmla="*/ 0 w 944"/>
                    <a:gd name="T7" fmla="*/ 0 h 726"/>
                    <a:gd name="T8" fmla="*/ 283 w 944"/>
                    <a:gd name="T9" fmla="*/ 0 h 726"/>
                    <a:gd name="T10" fmla="*/ 944 w 944"/>
                    <a:gd name="T11" fmla="*/ 363 h 726"/>
                  </a:gdLst>
                  <a:ahLst/>
                  <a:cxnLst>
                    <a:cxn ang="0">
                      <a:pos x="T0" y="T1"/>
                    </a:cxn>
                    <a:cxn ang="0">
                      <a:pos x="T2" y="T3"/>
                    </a:cxn>
                    <a:cxn ang="0">
                      <a:pos x="T4" y="T5"/>
                    </a:cxn>
                    <a:cxn ang="0">
                      <a:pos x="T6" y="T7"/>
                    </a:cxn>
                    <a:cxn ang="0">
                      <a:pos x="T8" y="T9"/>
                    </a:cxn>
                    <a:cxn ang="0">
                      <a:pos x="T10" y="T11"/>
                    </a:cxn>
                  </a:cxnLst>
                  <a:rect l="0" t="0" r="r" b="b"/>
                  <a:pathLst>
                    <a:path w="944" h="726">
                      <a:moveTo>
                        <a:pt x="944" y="363"/>
                      </a:moveTo>
                      <a:cubicBezTo>
                        <a:pt x="831" y="542"/>
                        <a:pt x="585" y="676"/>
                        <a:pt x="283" y="726"/>
                      </a:cubicBezTo>
                      <a:lnTo>
                        <a:pt x="0" y="726"/>
                      </a:lnTo>
                      <a:cubicBezTo>
                        <a:pt x="176" y="496"/>
                        <a:pt x="176" y="230"/>
                        <a:pt x="0" y="0"/>
                      </a:cubicBezTo>
                      <a:lnTo>
                        <a:pt x="283" y="0"/>
                      </a:lnTo>
                      <a:cubicBezTo>
                        <a:pt x="587" y="48"/>
                        <a:pt x="833" y="183"/>
                        <a:pt x="944" y="363"/>
                      </a:cubicBezTo>
                      <a:close/>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0" name="Freeform 10">
                  <a:extLst>
                    <a:ext uri="{FF2B5EF4-FFF2-40B4-BE49-F238E27FC236}">
                      <a16:creationId xmlns:a16="http://schemas.microsoft.com/office/drawing/2014/main" id="{0F02614D-6CD8-83AB-BF24-876E7D221550}"/>
                    </a:ext>
                  </a:extLst>
                </p:cNvPr>
                <p:cNvSpPr>
                  <a:spLocks noEditPoints="1"/>
                </p:cNvSpPr>
                <p:nvPr/>
              </p:nvSpPr>
              <p:spPr bwMode="auto">
                <a:xfrm>
                  <a:off x="3260036" y="2755900"/>
                  <a:ext cx="133350" cy="506413"/>
                </a:xfrm>
                <a:custGeom>
                  <a:avLst/>
                  <a:gdLst>
                    <a:gd name="T0" fmla="*/ 84 w 84"/>
                    <a:gd name="T1" fmla="*/ 279 h 319"/>
                    <a:gd name="T2" fmla="*/ 84 w 84"/>
                    <a:gd name="T3" fmla="*/ 319 h 319"/>
                    <a:gd name="T4" fmla="*/ 0 w 84"/>
                    <a:gd name="T5" fmla="*/ 319 h 319"/>
                    <a:gd name="T6" fmla="*/ 84 w 84"/>
                    <a:gd name="T7" fmla="*/ 40 h 319"/>
                    <a:gd name="T8" fmla="*/ 84 w 84"/>
                    <a:gd name="T9" fmla="*/ 0 h 319"/>
                    <a:gd name="T10" fmla="*/ 0 w 84"/>
                    <a:gd name="T11" fmla="*/ 0 h 319"/>
                  </a:gdLst>
                  <a:ahLst/>
                  <a:cxnLst>
                    <a:cxn ang="0">
                      <a:pos x="T0" y="T1"/>
                    </a:cxn>
                    <a:cxn ang="0">
                      <a:pos x="T2" y="T3"/>
                    </a:cxn>
                    <a:cxn ang="0">
                      <a:pos x="T4" y="T5"/>
                    </a:cxn>
                    <a:cxn ang="0">
                      <a:pos x="T6" y="T7"/>
                    </a:cxn>
                    <a:cxn ang="0">
                      <a:pos x="T8" y="T9"/>
                    </a:cxn>
                    <a:cxn ang="0">
                      <a:pos x="T10" y="T11"/>
                    </a:cxn>
                  </a:cxnLst>
                  <a:rect l="0" t="0" r="r" b="b"/>
                  <a:pathLst>
                    <a:path w="84" h="319">
                      <a:moveTo>
                        <a:pt x="84" y="279"/>
                      </a:moveTo>
                      <a:lnTo>
                        <a:pt x="84" y="319"/>
                      </a:lnTo>
                      <a:lnTo>
                        <a:pt x="0" y="319"/>
                      </a:lnTo>
                      <a:moveTo>
                        <a:pt x="84" y="40"/>
                      </a:moveTo>
                      <a:lnTo>
                        <a:pt x="84" y="0"/>
                      </a:lnTo>
                      <a:lnTo>
                        <a:pt x="0" y="0"/>
                      </a:lnTo>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1" name="Freeform 11">
                  <a:extLst>
                    <a:ext uri="{FF2B5EF4-FFF2-40B4-BE49-F238E27FC236}">
                      <a16:creationId xmlns:a16="http://schemas.microsoft.com/office/drawing/2014/main" id="{98147D99-3F0B-9DC3-F1B5-FCA66DE277EF}"/>
                    </a:ext>
                  </a:extLst>
                </p:cNvPr>
                <p:cNvSpPr>
                  <a:spLocks/>
                </p:cNvSpPr>
                <p:nvPr/>
              </p:nvSpPr>
              <p:spPr bwMode="auto">
                <a:xfrm>
                  <a:off x="3393386" y="2819400"/>
                  <a:ext cx="495300" cy="379413"/>
                </a:xfrm>
                <a:custGeom>
                  <a:avLst/>
                  <a:gdLst>
                    <a:gd name="T0" fmla="*/ 581 w 944"/>
                    <a:gd name="T1" fmla="*/ 726 h 726"/>
                    <a:gd name="T2" fmla="*/ 0 w 944"/>
                    <a:gd name="T3" fmla="*/ 726 h 726"/>
                    <a:gd name="T4" fmla="*/ 0 w 944"/>
                    <a:gd name="T5" fmla="*/ 0 h 726"/>
                    <a:gd name="T6" fmla="*/ 581 w 944"/>
                    <a:gd name="T7" fmla="*/ 0 h 726"/>
                    <a:gd name="T8" fmla="*/ 944 w 944"/>
                    <a:gd name="T9" fmla="*/ 363 h 726"/>
                    <a:gd name="T10" fmla="*/ 581 w 944"/>
                    <a:gd name="T11" fmla="*/ 726 h 726"/>
                  </a:gdLst>
                  <a:ahLst/>
                  <a:cxnLst>
                    <a:cxn ang="0">
                      <a:pos x="T0" y="T1"/>
                    </a:cxn>
                    <a:cxn ang="0">
                      <a:pos x="T2" y="T3"/>
                    </a:cxn>
                    <a:cxn ang="0">
                      <a:pos x="T4" y="T5"/>
                    </a:cxn>
                    <a:cxn ang="0">
                      <a:pos x="T6" y="T7"/>
                    </a:cxn>
                    <a:cxn ang="0">
                      <a:pos x="T8" y="T9"/>
                    </a:cxn>
                    <a:cxn ang="0">
                      <a:pos x="T10" y="T11"/>
                    </a:cxn>
                  </a:cxnLst>
                  <a:rect l="0" t="0" r="r" b="b"/>
                  <a:pathLst>
                    <a:path w="944" h="726">
                      <a:moveTo>
                        <a:pt x="581" y="726"/>
                      </a:moveTo>
                      <a:lnTo>
                        <a:pt x="0" y="726"/>
                      </a:lnTo>
                      <a:lnTo>
                        <a:pt x="0" y="0"/>
                      </a:lnTo>
                      <a:lnTo>
                        <a:pt x="581" y="0"/>
                      </a:lnTo>
                      <a:cubicBezTo>
                        <a:pt x="781" y="0"/>
                        <a:pt x="944" y="162"/>
                        <a:pt x="944" y="363"/>
                      </a:cubicBezTo>
                      <a:cubicBezTo>
                        <a:pt x="944" y="563"/>
                        <a:pt x="781" y="726"/>
                        <a:pt x="581" y="726"/>
                      </a:cubicBezTo>
                      <a:close/>
                    </a:path>
                  </a:pathLst>
                </a:custGeom>
                <a:solidFill>
                  <a:srgbClr val="FFFFFF"/>
                </a:solidFill>
                <a:ln w="190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52" name="Freeform 12">
                  <a:extLst>
                    <a:ext uri="{FF2B5EF4-FFF2-40B4-BE49-F238E27FC236}">
                      <a16:creationId xmlns:a16="http://schemas.microsoft.com/office/drawing/2014/main" id="{4ED7B971-E563-ED85-FE19-BA839ECF4B72}"/>
                    </a:ext>
                  </a:extLst>
                </p:cNvPr>
                <p:cNvSpPr>
                  <a:spLocks/>
                </p:cNvSpPr>
                <p:nvPr/>
              </p:nvSpPr>
              <p:spPr bwMode="auto">
                <a:xfrm>
                  <a:off x="3393386" y="2819400"/>
                  <a:ext cx="495300" cy="379413"/>
                </a:xfrm>
                <a:custGeom>
                  <a:avLst/>
                  <a:gdLst>
                    <a:gd name="T0" fmla="*/ 581 w 944"/>
                    <a:gd name="T1" fmla="*/ 726 h 726"/>
                    <a:gd name="T2" fmla="*/ 0 w 944"/>
                    <a:gd name="T3" fmla="*/ 726 h 726"/>
                    <a:gd name="T4" fmla="*/ 0 w 944"/>
                    <a:gd name="T5" fmla="*/ 0 h 726"/>
                    <a:gd name="T6" fmla="*/ 581 w 944"/>
                    <a:gd name="T7" fmla="*/ 0 h 726"/>
                    <a:gd name="T8" fmla="*/ 944 w 944"/>
                    <a:gd name="T9" fmla="*/ 363 h 726"/>
                    <a:gd name="T10" fmla="*/ 581 w 944"/>
                    <a:gd name="T11" fmla="*/ 726 h 726"/>
                  </a:gdLst>
                  <a:ahLst/>
                  <a:cxnLst>
                    <a:cxn ang="0">
                      <a:pos x="T0" y="T1"/>
                    </a:cxn>
                    <a:cxn ang="0">
                      <a:pos x="T2" y="T3"/>
                    </a:cxn>
                    <a:cxn ang="0">
                      <a:pos x="T4" y="T5"/>
                    </a:cxn>
                    <a:cxn ang="0">
                      <a:pos x="T6" y="T7"/>
                    </a:cxn>
                    <a:cxn ang="0">
                      <a:pos x="T8" y="T9"/>
                    </a:cxn>
                    <a:cxn ang="0">
                      <a:pos x="T10" y="T11"/>
                    </a:cxn>
                  </a:cxnLst>
                  <a:rect l="0" t="0" r="r" b="b"/>
                  <a:pathLst>
                    <a:path w="944" h="726">
                      <a:moveTo>
                        <a:pt x="581" y="726"/>
                      </a:moveTo>
                      <a:lnTo>
                        <a:pt x="0" y="726"/>
                      </a:lnTo>
                      <a:lnTo>
                        <a:pt x="0" y="0"/>
                      </a:lnTo>
                      <a:lnTo>
                        <a:pt x="581" y="0"/>
                      </a:lnTo>
                      <a:cubicBezTo>
                        <a:pt x="781" y="0"/>
                        <a:pt x="944" y="162"/>
                        <a:pt x="944" y="363"/>
                      </a:cubicBezTo>
                      <a:cubicBezTo>
                        <a:pt x="944" y="563"/>
                        <a:pt x="781" y="726"/>
                        <a:pt x="581" y="726"/>
                      </a:cubicBezTo>
                      <a:close/>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cxnSp>
            <p:nvCxnSpPr>
              <p:cNvPr id="43" name="直线连接符 42">
                <a:extLst>
                  <a:ext uri="{FF2B5EF4-FFF2-40B4-BE49-F238E27FC236}">
                    <a16:creationId xmlns:a16="http://schemas.microsoft.com/office/drawing/2014/main" id="{615964AA-7160-0CFC-80BA-61C0AACD8FE6}"/>
                  </a:ext>
                </a:extLst>
              </p:cNvPr>
              <p:cNvCxnSpPr>
                <a:cxnSpLocks/>
              </p:cNvCxnSpPr>
              <p:nvPr/>
            </p:nvCxnSpPr>
            <p:spPr>
              <a:xfrm flipH="1">
                <a:off x="1279869" y="2590800"/>
                <a:ext cx="1694812" cy="0"/>
              </a:xfrm>
              <a:prstGeom prst="line">
                <a:avLst/>
              </a:prstGeom>
              <a:noFill/>
              <a:ln w="19050" cap="rnd">
                <a:solidFill>
                  <a:srgbClr val="000000"/>
                </a:solidFill>
                <a:prstDash val="solid"/>
                <a:round/>
                <a:headEnd/>
                <a:tailEnd type="oval"/>
              </a:ln>
              <a:extLst>
                <a:ext uri="{909E8E84-426E-40DD-AFC4-6F175D3DCCD1}">
                  <a14:hiddenFill xmlns:a14="http://schemas.microsoft.com/office/drawing/2010/main">
                    <a:noFill/>
                  </a14:hiddenFill>
                </a:ext>
              </a:extLst>
            </p:spPr>
          </p:cxnSp>
          <p:cxnSp>
            <p:nvCxnSpPr>
              <p:cNvPr id="44" name="直线连接符 43">
                <a:extLst>
                  <a:ext uri="{FF2B5EF4-FFF2-40B4-BE49-F238E27FC236}">
                    <a16:creationId xmlns:a16="http://schemas.microsoft.com/office/drawing/2014/main" id="{E8408DFD-7225-CAED-B9A4-1EA62F3F5B42}"/>
                  </a:ext>
                </a:extLst>
              </p:cNvPr>
              <p:cNvCxnSpPr>
                <a:cxnSpLocks/>
              </p:cNvCxnSpPr>
              <p:nvPr/>
            </p:nvCxnSpPr>
            <p:spPr>
              <a:xfrm flipH="1">
                <a:off x="1795014" y="2747963"/>
                <a:ext cx="1179667" cy="0"/>
              </a:xfrm>
              <a:prstGeom prst="line">
                <a:avLst/>
              </a:prstGeom>
              <a:noFill/>
              <a:ln w="19050" cap="rnd">
                <a:solidFill>
                  <a:srgbClr val="000000"/>
                </a:solidFill>
                <a:prstDash val="solid"/>
                <a:round/>
                <a:headEnd/>
                <a:tailEnd type="oval"/>
              </a:ln>
              <a:extLst>
                <a:ext uri="{909E8E84-426E-40DD-AFC4-6F175D3DCCD1}">
                  <a14:hiddenFill xmlns:a14="http://schemas.microsoft.com/office/drawing/2010/main">
                    <a:noFill/>
                  </a14:hiddenFill>
                </a:ext>
              </a:extLst>
            </p:spPr>
          </p:cxnSp>
          <p:cxnSp>
            <p:nvCxnSpPr>
              <p:cNvPr id="45" name="直线连接符 44">
                <a:extLst>
                  <a:ext uri="{FF2B5EF4-FFF2-40B4-BE49-F238E27FC236}">
                    <a16:creationId xmlns:a16="http://schemas.microsoft.com/office/drawing/2014/main" id="{EA8239BE-36AE-F205-1AB8-0F47414E5721}"/>
                  </a:ext>
                </a:extLst>
              </p:cNvPr>
              <p:cNvCxnSpPr>
                <a:cxnSpLocks/>
              </p:cNvCxnSpPr>
              <p:nvPr/>
            </p:nvCxnSpPr>
            <p:spPr>
              <a:xfrm flipH="1">
                <a:off x="2334106" y="2938463"/>
                <a:ext cx="640575" cy="0"/>
              </a:xfrm>
              <a:prstGeom prst="line">
                <a:avLst/>
              </a:prstGeom>
              <a:noFill/>
              <a:ln w="19050" cap="rnd">
                <a:solidFill>
                  <a:srgbClr val="000000"/>
                </a:solidFill>
                <a:prstDash val="solid"/>
                <a:round/>
                <a:headEnd/>
                <a:tailEnd type="oval"/>
              </a:ln>
              <a:extLst>
                <a:ext uri="{909E8E84-426E-40DD-AFC4-6F175D3DCCD1}">
                  <a14:hiddenFill xmlns:a14="http://schemas.microsoft.com/office/drawing/2010/main">
                    <a:noFill/>
                  </a14:hiddenFill>
                </a:ext>
              </a:extLst>
            </p:spPr>
          </p:cxnSp>
          <p:cxnSp>
            <p:nvCxnSpPr>
              <p:cNvPr id="46" name="直线连接符 45">
                <a:extLst>
                  <a:ext uri="{FF2B5EF4-FFF2-40B4-BE49-F238E27FC236}">
                    <a16:creationId xmlns:a16="http://schemas.microsoft.com/office/drawing/2014/main" id="{50E4E81D-ABF6-CC37-AEEA-8E0DCE766B34}"/>
                  </a:ext>
                </a:extLst>
              </p:cNvPr>
              <p:cNvCxnSpPr>
                <a:cxnSpLocks/>
              </p:cNvCxnSpPr>
              <p:nvPr/>
            </p:nvCxnSpPr>
            <p:spPr>
              <a:xfrm flipH="1">
                <a:off x="1031875" y="3097213"/>
                <a:ext cx="1942806" cy="0"/>
              </a:xfrm>
              <a:prstGeom prst="line">
                <a:avLst/>
              </a:prstGeom>
              <a:noFill/>
              <a:ln w="19050" cap="rnd">
                <a:solidFill>
                  <a:srgbClr val="000000"/>
                </a:solidFill>
                <a:prstDash val="solid"/>
                <a:round/>
                <a:headEnd/>
                <a:tailEnd type="none"/>
              </a:ln>
              <a:extLst>
                <a:ext uri="{909E8E84-426E-40DD-AFC4-6F175D3DCCD1}">
                  <a14:hiddenFill xmlns:a14="http://schemas.microsoft.com/office/drawing/2010/main">
                    <a:noFill/>
                  </a14:hiddenFill>
                </a:ext>
              </a:extLst>
            </p:spPr>
          </p:cxnSp>
        </p:grpSp>
        <p:sp>
          <p:nvSpPr>
            <p:cNvPr id="13" name="文本框 12">
              <a:extLst>
                <a:ext uri="{FF2B5EF4-FFF2-40B4-BE49-F238E27FC236}">
                  <a16:creationId xmlns:a16="http://schemas.microsoft.com/office/drawing/2014/main" id="{2563D7CB-E67F-52E9-AC21-67BBC8642BF2}"/>
                </a:ext>
              </a:extLst>
            </p:cNvPr>
            <p:cNvSpPr txBox="1"/>
            <p:nvPr/>
          </p:nvSpPr>
          <p:spPr>
            <a:xfrm>
              <a:off x="587987" y="2707158"/>
              <a:ext cx="428321"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D</a:t>
              </a:r>
              <a:r>
                <a:rPr kumimoji="1" lang="en-US" altLang="zh-CN" baseline="-25000" dirty="0">
                  <a:latin typeface="Times New Roman" panose="02020603050405020304" pitchFamily="18" charset="0"/>
                  <a:cs typeface="Times New Roman" panose="02020603050405020304" pitchFamily="18" charset="0"/>
                </a:rPr>
                <a:t>0</a:t>
              </a:r>
              <a:endParaRPr kumimoji="1" lang="zh-CN" altLang="en-US" baseline="-25000" dirty="0">
                <a:latin typeface="Times New Roman" panose="02020603050405020304" pitchFamily="18" charset="0"/>
                <a:cs typeface="Times New Roman" panose="02020603050405020304" pitchFamily="18" charset="0"/>
              </a:endParaRPr>
            </a:p>
          </p:txBody>
        </p:sp>
        <p:sp>
          <p:nvSpPr>
            <p:cNvPr id="14" name="文本框 13">
              <a:extLst>
                <a:ext uri="{FF2B5EF4-FFF2-40B4-BE49-F238E27FC236}">
                  <a16:creationId xmlns:a16="http://schemas.microsoft.com/office/drawing/2014/main" id="{7C1991C3-01E8-CC89-508C-9EC60790DF2F}"/>
                </a:ext>
              </a:extLst>
            </p:cNvPr>
            <p:cNvSpPr txBox="1"/>
            <p:nvPr/>
          </p:nvSpPr>
          <p:spPr>
            <a:xfrm>
              <a:off x="587987" y="3397721"/>
              <a:ext cx="428321"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D</a:t>
              </a:r>
              <a:r>
                <a:rPr kumimoji="1" lang="en-US" altLang="zh-CN" baseline="-25000" dirty="0">
                  <a:latin typeface="Times New Roman" panose="02020603050405020304" pitchFamily="18" charset="0"/>
                  <a:cs typeface="Times New Roman" panose="02020603050405020304" pitchFamily="18" charset="0"/>
                </a:rPr>
                <a:t>1</a:t>
              </a:r>
              <a:endParaRPr kumimoji="1" lang="zh-CN" altLang="en-US" baseline="-25000" dirty="0">
                <a:latin typeface="Times New Roman" panose="02020603050405020304" pitchFamily="18" charset="0"/>
                <a:cs typeface="Times New Roman" panose="02020603050405020304" pitchFamily="18" charset="0"/>
              </a:endParaRPr>
            </a:p>
          </p:txBody>
        </p:sp>
        <p:sp>
          <p:nvSpPr>
            <p:cNvPr id="15" name="文本框 14">
              <a:extLst>
                <a:ext uri="{FF2B5EF4-FFF2-40B4-BE49-F238E27FC236}">
                  <a16:creationId xmlns:a16="http://schemas.microsoft.com/office/drawing/2014/main" id="{1274BEDA-35CB-A64D-74E7-F7D3F55E3116}"/>
                </a:ext>
              </a:extLst>
            </p:cNvPr>
            <p:cNvSpPr txBox="1"/>
            <p:nvPr/>
          </p:nvSpPr>
          <p:spPr>
            <a:xfrm>
              <a:off x="587987" y="4076789"/>
              <a:ext cx="428321"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D</a:t>
              </a:r>
              <a:r>
                <a:rPr kumimoji="1" lang="en-US" altLang="zh-CN" baseline="-25000" dirty="0">
                  <a:latin typeface="Times New Roman" panose="02020603050405020304" pitchFamily="18" charset="0"/>
                  <a:cs typeface="Times New Roman" panose="02020603050405020304" pitchFamily="18" charset="0"/>
                </a:rPr>
                <a:t>2</a:t>
              </a:r>
              <a:endParaRPr kumimoji="1" lang="zh-CN" altLang="en-US" baseline="-25000" dirty="0">
                <a:latin typeface="Times New Roman" panose="02020603050405020304" pitchFamily="18" charset="0"/>
                <a:cs typeface="Times New Roman" panose="02020603050405020304" pitchFamily="18" charset="0"/>
              </a:endParaRPr>
            </a:p>
          </p:txBody>
        </p:sp>
        <p:sp>
          <p:nvSpPr>
            <p:cNvPr id="16" name="文本框 15">
              <a:extLst>
                <a:ext uri="{FF2B5EF4-FFF2-40B4-BE49-F238E27FC236}">
                  <a16:creationId xmlns:a16="http://schemas.microsoft.com/office/drawing/2014/main" id="{4A704F0E-5DF8-C90E-CF58-1F83D7746398}"/>
                </a:ext>
              </a:extLst>
            </p:cNvPr>
            <p:cNvSpPr txBox="1"/>
            <p:nvPr/>
          </p:nvSpPr>
          <p:spPr>
            <a:xfrm>
              <a:off x="587987" y="4766922"/>
              <a:ext cx="428321"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D</a:t>
              </a:r>
              <a:r>
                <a:rPr kumimoji="1" lang="en-US" altLang="zh-CN" baseline="-25000" dirty="0">
                  <a:latin typeface="Times New Roman" panose="02020603050405020304" pitchFamily="18" charset="0"/>
                  <a:cs typeface="Times New Roman" panose="02020603050405020304" pitchFamily="18" charset="0"/>
                </a:rPr>
                <a:t>3</a:t>
              </a:r>
              <a:endParaRPr kumimoji="1" lang="zh-CN" altLang="en-US" baseline="-25000" dirty="0">
                <a:latin typeface="Times New Roman" panose="02020603050405020304" pitchFamily="18" charset="0"/>
                <a:cs typeface="Times New Roman" panose="02020603050405020304" pitchFamily="18" charset="0"/>
              </a:endParaRPr>
            </a:p>
          </p:txBody>
        </p:sp>
        <p:sp>
          <p:nvSpPr>
            <p:cNvPr id="17" name="文本框 16">
              <a:extLst>
                <a:ext uri="{FF2B5EF4-FFF2-40B4-BE49-F238E27FC236}">
                  <a16:creationId xmlns:a16="http://schemas.microsoft.com/office/drawing/2014/main" id="{EB789FA6-7F80-99E9-EA44-1F03FD4A8F30}"/>
                </a:ext>
              </a:extLst>
            </p:cNvPr>
            <p:cNvSpPr txBox="1"/>
            <p:nvPr/>
          </p:nvSpPr>
          <p:spPr>
            <a:xfrm>
              <a:off x="587987" y="5413843"/>
              <a:ext cx="428321"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D</a:t>
              </a:r>
              <a:r>
                <a:rPr kumimoji="1" lang="en-US" altLang="zh-CN" baseline="-25000" dirty="0">
                  <a:latin typeface="Times New Roman" panose="02020603050405020304" pitchFamily="18" charset="0"/>
                  <a:cs typeface="Times New Roman" panose="02020603050405020304" pitchFamily="18" charset="0"/>
                </a:rPr>
                <a:t>4</a:t>
              </a:r>
              <a:endParaRPr kumimoji="1" lang="zh-CN" altLang="en-US" baseline="-25000" dirty="0">
                <a:latin typeface="Times New Roman" panose="02020603050405020304" pitchFamily="18" charset="0"/>
                <a:cs typeface="Times New Roman" panose="02020603050405020304" pitchFamily="18" charset="0"/>
              </a:endParaRPr>
            </a:p>
          </p:txBody>
        </p:sp>
        <p:sp>
          <p:nvSpPr>
            <p:cNvPr id="18" name="文本框 17">
              <a:extLst>
                <a:ext uri="{FF2B5EF4-FFF2-40B4-BE49-F238E27FC236}">
                  <a16:creationId xmlns:a16="http://schemas.microsoft.com/office/drawing/2014/main" id="{F6897288-81F6-5A74-FC5C-4E6C2C6BBC9A}"/>
                </a:ext>
              </a:extLst>
            </p:cNvPr>
            <p:cNvSpPr txBox="1"/>
            <p:nvPr/>
          </p:nvSpPr>
          <p:spPr>
            <a:xfrm>
              <a:off x="587987" y="6104409"/>
              <a:ext cx="428321"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D</a:t>
              </a:r>
              <a:r>
                <a:rPr kumimoji="1" lang="en-US" altLang="zh-CN" baseline="-25000" dirty="0">
                  <a:latin typeface="Times New Roman" panose="02020603050405020304" pitchFamily="18" charset="0"/>
                  <a:cs typeface="Times New Roman" panose="02020603050405020304" pitchFamily="18" charset="0"/>
                </a:rPr>
                <a:t>5</a:t>
              </a:r>
              <a:endParaRPr kumimoji="1" lang="zh-CN" altLang="en-US" baseline="-25000" dirty="0">
                <a:latin typeface="Times New Roman" panose="02020603050405020304" pitchFamily="18" charset="0"/>
                <a:cs typeface="Times New Roman" panose="02020603050405020304" pitchFamily="18" charset="0"/>
              </a:endParaRPr>
            </a:p>
          </p:txBody>
        </p:sp>
        <p:sp>
          <p:nvSpPr>
            <p:cNvPr id="19" name="文本框 18">
              <a:extLst>
                <a:ext uri="{FF2B5EF4-FFF2-40B4-BE49-F238E27FC236}">
                  <a16:creationId xmlns:a16="http://schemas.microsoft.com/office/drawing/2014/main" id="{E1CA240C-AC13-093F-9540-DEEA28D0CC60}"/>
                </a:ext>
              </a:extLst>
            </p:cNvPr>
            <p:cNvSpPr txBox="1"/>
            <p:nvPr/>
          </p:nvSpPr>
          <p:spPr>
            <a:xfrm>
              <a:off x="587987" y="6783476"/>
              <a:ext cx="428321"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D</a:t>
              </a:r>
              <a:r>
                <a:rPr kumimoji="1" lang="en-US" altLang="zh-CN" baseline="-25000" dirty="0">
                  <a:latin typeface="Times New Roman" panose="02020603050405020304" pitchFamily="18" charset="0"/>
                  <a:cs typeface="Times New Roman" panose="02020603050405020304" pitchFamily="18" charset="0"/>
                </a:rPr>
                <a:t>6</a:t>
              </a:r>
              <a:endParaRPr kumimoji="1" lang="zh-CN" altLang="en-US" baseline="-25000" dirty="0">
                <a:latin typeface="Times New Roman" panose="02020603050405020304" pitchFamily="18" charset="0"/>
                <a:cs typeface="Times New Roman" panose="02020603050405020304" pitchFamily="18" charset="0"/>
              </a:endParaRPr>
            </a:p>
          </p:txBody>
        </p:sp>
        <p:sp>
          <p:nvSpPr>
            <p:cNvPr id="20" name="文本框 19">
              <a:extLst>
                <a:ext uri="{FF2B5EF4-FFF2-40B4-BE49-F238E27FC236}">
                  <a16:creationId xmlns:a16="http://schemas.microsoft.com/office/drawing/2014/main" id="{22724B24-AB10-5F81-ADE7-2F21DC95465B}"/>
                </a:ext>
              </a:extLst>
            </p:cNvPr>
            <p:cNvSpPr txBox="1"/>
            <p:nvPr/>
          </p:nvSpPr>
          <p:spPr>
            <a:xfrm>
              <a:off x="587987" y="7473608"/>
              <a:ext cx="428321"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D</a:t>
              </a:r>
              <a:r>
                <a:rPr kumimoji="1" lang="en-US" altLang="zh-CN" baseline="-25000" dirty="0">
                  <a:latin typeface="Times New Roman" panose="02020603050405020304" pitchFamily="18" charset="0"/>
                  <a:cs typeface="Times New Roman" panose="02020603050405020304" pitchFamily="18" charset="0"/>
                </a:rPr>
                <a:t>7</a:t>
              </a:r>
              <a:endParaRPr kumimoji="1" lang="zh-CN" altLang="en-US" baseline="-25000" dirty="0">
                <a:latin typeface="Times New Roman" panose="02020603050405020304" pitchFamily="18" charset="0"/>
                <a:cs typeface="Times New Roman" panose="02020603050405020304" pitchFamily="18" charset="0"/>
              </a:endParaRPr>
            </a:p>
          </p:txBody>
        </p:sp>
        <p:grpSp>
          <p:nvGrpSpPr>
            <p:cNvPr id="21" name="组合 20">
              <a:extLst>
                <a:ext uri="{FF2B5EF4-FFF2-40B4-BE49-F238E27FC236}">
                  <a16:creationId xmlns:a16="http://schemas.microsoft.com/office/drawing/2014/main" id="{0DA55772-BA13-57CB-EF37-9F6F1E5BB50B}"/>
                </a:ext>
              </a:extLst>
            </p:cNvPr>
            <p:cNvGrpSpPr/>
            <p:nvPr/>
          </p:nvGrpSpPr>
          <p:grpSpPr>
            <a:xfrm>
              <a:off x="4781846" y="4818459"/>
              <a:ext cx="758825" cy="506413"/>
              <a:chOff x="4569877" y="4059238"/>
              <a:chExt cx="758825" cy="506413"/>
            </a:xfrm>
          </p:grpSpPr>
          <p:sp>
            <p:nvSpPr>
              <p:cNvPr id="36" name="Freeform 13">
                <a:extLst>
                  <a:ext uri="{FF2B5EF4-FFF2-40B4-BE49-F238E27FC236}">
                    <a16:creationId xmlns:a16="http://schemas.microsoft.com/office/drawing/2014/main" id="{0213B391-CCDF-620C-B472-D087A96539C9}"/>
                  </a:ext>
                </a:extLst>
              </p:cNvPr>
              <p:cNvSpPr>
                <a:spLocks noEditPoints="1"/>
              </p:cNvSpPr>
              <p:nvPr/>
            </p:nvSpPr>
            <p:spPr bwMode="auto">
              <a:xfrm>
                <a:off x="4569877" y="4204444"/>
                <a:ext cx="758825" cy="216000"/>
              </a:xfrm>
              <a:custGeom>
                <a:avLst/>
                <a:gdLst>
                  <a:gd name="T0" fmla="*/ 0 w 478"/>
                  <a:gd name="T1" fmla="*/ 0 h 119"/>
                  <a:gd name="T2" fmla="*/ 239 w 478"/>
                  <a:gd name="T3" fmla="*/ 0 h 119"/>
                  <a:gd name="T4" fmla="*/ 0 w 478"/>
                  <a:gd name="T5" fmla="*/ 119 h 119"/>
                  <a:gd name="T6" fmla="*/ 239 w 478"/>
                  <a:gd name="T7" fmla="*/ 119 h 119"/>
                  <a:gd name="T8" fmla="*/ 478 w 478"/>
                  <a:gd name="T9" fmla="*/ 60 h 119"/>
                  <a:gd name="T10" fmla="*/ 239 w 478"/>
                  <a:gd name="T11" fmla="*/ 60 h 119"/>
                </a:gdLst>
                <a:ahLst/>
                <a:cxnLst>
                  <a:cxn ang="0">
                    <a:pos x="T0" y="T1"/>
                  </a:cxn>
                  <a:cxn ang="0">
                    <a:pos x="T2" y="T3"/>
                  </a:cxn>
                  <a:cxn ang="0">
                    <a:pos x="T4" y="T5"/>
                  </a:cxn>
                  <a:cxn ang="0">
                    <a:pos x="T6" y="T7"/>
                  </a:cxn>
                  <a:cxn ang="0">
                    <a:pos x="T8" y="T9"/>
                  </a:cxn>
                  <a:cxn ang="0">
                    <a:pos x="T10" y="T11"/>
                  </a:cxn>
                </a:cxnLst>
                <a:rect l="0" t="0" r="r" b="b"/>
                <a:pathLst>
                  <a:path w="478" h="119">
                    <a:moveTo>
                      <a:pt x="0" y="0"/>
                    </a:moveTo>
                    <a:lnTo>
                      <a:pt x="239" y="0"/>
                    </a:lnTo>
                    <a:moveTo>
                      <a:pt x="0" y="119"/>
                    </a:moveTo>
                    <a:lnTo>
                      <a:pt x="239" y="119"/>
                    </a:lnTo>
                    <a:moveTo>
                      <a:pt x="478" y="60"/>
                    </a:moveTo>
                    <a:lnTo>
                      <a:pt x="239" y="60"/>
                    </a:lnTo>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7" name="Freeform 15">
                <a:extLst>
                  <a:ext uri="{FF2B5EF4-FFF2-40B4-BE49-F238E27FC236}">
                    <a16:creationId xmlns:a16="http://schemas.microsoft.com/office/drawing/2014/main" id="{4D7E7202-589C-38B4-B423-EE77F1512BF3}"/>
                  </a:ext>
                </a:extLst>
              </p:cNvPr>
              <p:cNvSpPr>
                <a:spLocks/>
              </p:cNvSpPr>
              <p:nvPr/>
            </p:nvSpPr>
            <p:spPr bwMode="auto">
              <a:xfrm>
                <a:off x="4703227" y="4122738"/>
                <a:ext cx="493713" cy="379413"/>
              </a:xfrm>
              <a:custGeom>
                <a:avLst/>
                <a:gdLst>
                  <a:gd name="T0" fmla="*/ 943 w 943"/>
                  <a:gd name="T1" fmla="*/ 363 h 726"/>
                  <a:gd name="T2" fmla="*/ 283 w 943"/>
                  <a:gd name="T3" fmla="*/ 726 h 726"/>
                  <a:gd name="T4" fmla="*/ 0 w 943"/>
                  <a:gd name="T5" fmla="*/ 726 h 726"/>
                  <a:gd name="T6" fmla="*/ 0 w 943"/>
                  <a:gd name="T7" fmla="*/ 0 h 726"/>
                  <a:gd name="T8" fmla="*/ 283 w 943"/>
                  <a:gd name="T9" fmla="*/ 0 h 726"/>
                  <a:gd name="T10" fmla="*/ 943 w 943"/>
                  <a:gd name="T11" fmla="*/ 363 h 726"/>
                </a:gdLst>
                <a:ahLst/>
                <a:cxnLst>
                  <a:cxn ang="0">
                    <a:pos x="T0" y="T1"/>
                  </a:cxn>
                  <a:cxn ang="0">
                    <a:pos x="T2" y="T3"/>
                  </a:cxn>
                  <a:cxn ang="0">
                    <a:pos x="T4" y="T5"/>
                  </a:cxn>
                  <a:cxn ang="0">
                    <a:pos x="T6" y="T7"/>
                  </a:cxn>
                  <a:cxn ang="0">
                    <a:pos x="T8" y="T9"/>
                  </a:cxn>
                  <a:cxn ang="0">
                    <a:pos x="T10" y="T11"/>
                  </a:cxn>
                </a:cxnLst>
                <a:rect l="0" t="0" r="r" b="b"/>
                <a:pathLst>
                  <a:path w="943" h="726">
                    <a:moveTo>
                      <a:pt x="943" y="363"/>
                    </a:moveTo>
                    <a:cubicBezTo>
                      <a:pt x="830" y="542"/>
                      <a:pt x="585" y="676"/>
                      <a:pt x="283" y="726"/>
                    </a:cubicBezTo>
                    <a:lnTo>
                      <a:pt x="0" y="726"/>
                    </a:lnTo>
                    <a:cubicBezTo>
                      <a:pt x="175" y="496"/>
                      <a:pt x="175" y="230"/>
                      <a:pt x="0" y="0"/>
                    </a:cubicBezTo>
                    <a:lnTo>
                      <a:pt x="283" y="0"/>
                    </a:lnTo>
                    <a:cubicBezTo>
                      <a:pt x="586" y="48"/>
                      <a:pt x="832" y="183"/>
                      <a:pt x="943" y="363"/>
                    </a:cubicBezTo>
                    <a:close/>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8" name="Freeform 16">
                <a:extLst>
                  <a:ext uri="{FF2B5EF4-FFF2-40B4-BE49-F238E27FC236}">
                    <a16:creationId xmlns:a16="http://schemas.microsoft.com/office/drawing/2014/main" id="{705F43E3-3B3D-B11D-C386-4C763CE73C6E}"/>
                  </a:ext>
                </a:extLst>
              </p:cNvPr>
              <p:cNvSpPr>
                <a:spLocks noEditPoints="1"/>
              </p:cNvSpPr>
              <p:nvPr/>
            </p:nvSpPr>
            <p:spPr bwMode="auto">
              <a:xfrm>
                <a:off x="4569877" y="4059238"/>
                <a:ext cx="133350" cy="506413"/>
              </a:xfrm>
              <a:custGeom>
                <a:avLst/>
                <a:gdLst>
                  <a:gd name="T0" fmla="*/ 84 w 84"/>
                  <a:gd name="T1" fmla="*/ 279 h 319"/>
                  <a:gd name="T2" fmla="*/ 84 w 84"/>
                  <a:gd name="T3" fmla="*/ 319 h 319"/>
                  <a:gd name="T4" fmla="*/ 0 w 84"/>
                  <a:gd name="T5" fmla="*/ 319 h 319"/>
                  <a:gd name="T6" fmla="*/ 84 w 84"/>
                  <a:gd name="T7" fmla="*/ 40 h 319"/>
                  <a:gd name="T8" fmla="*/ 84 w 84"/>
                  <a:gd name="T9" fmla="*/ 0 h 319"/>
                  <a:gd name="T10" fmla="*/ 0 w 84"/>
                  <a:gd name="T11" fmla="*/ 0 h 319"/>
                </a:gdLst>
                <a:ahLst/>
                <a:cxnLst>
                  <a:cxn ang="0">
                    <a:pos x="T0" y="T1"/>
                  </a:cxn>
                  <a:cxn ang="0">
                    <a:pos x="T2" y="T3"/>
                  </a:cxn>
                  <a:cxn ang="0">
                    <a:pos x="T4" y="T5"/>
                  </a:cxn>
                  <a:cxn ang="0">
                    <a:pos x="T6" y="T7"/>
                  </a:cxn>
                  <a:cxn ang="0">
                    <a:pos x="T8" y="T9"/>
                  </a:cxn>
                  <a:cxn ang="0">
                    <a:pos x="T10" y="T11"/>
                  </a:cxn>
                </a:cxnLst>
                <a:rect l="0" t="0" r="r" b="b"/>
                <a:pathLst>
                  <a:path w="84" h="319">
                    <a:moveTo>
                      <a:pt x="84" y="279"/>
                    </a:moveTo>
                    <a:lnTo>
                      <a:pt x="84" y="319"/>
                    </a:lnTo>
                    <a:lnTo>
                      <a:pt x="0" y="319"/>
                    </a:lnTo>
                    <a:moveTo>
                      <a:pt x="84" y="40"/>
                    </a:moveTo>
                    <a:lnTo>
                      <a:pt x="84" y="0"/>
                    </a:lnTo>
                    <a:lnTo>
                      <a:pt x="0" y="0"/>
                    </a:lnTo>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9" name="Freeform 13">
                <a:extLst>
                  <a:ext uri="{FF2B5EF4-FFF2-40B4-BE49-F238E27FC236}">
                    <a16:creationId xmlns:a16="http://schemas.microsoft.com/office/drawing/2014/main" id="{E2567198-F8AC-2095-2792-D0F210B20687}"/>
                  </a:ext>
                </a:extLst>
              </p:cNvPr>
              <p:cNvSpPr>
                <a:spLocks noEditPoints="1"/>
              </p:cNvSpPr>
              <p:nvPr/>
            </p:nvSpPr>
            <p:spPr bwMode="auto">
              <a:xfrm>
                <a:off x="4569877" y="4276444"/>
                <a:ext cx="758825" cy="72000"/>
              </a:xfrm>
              <a:custGeom>
                <a:avLst/>
                <a:gdLst>
                  <a:gd name="T0" fmla="*/ 0 w 478"/>
                  <a:gd name="T1" fmla="*/ 0 h 119"/>
                  <a:gd name="T2" fmla="*/ 239 w 478"/>
                  <a:gd name="T3" fmla="*/ 0 h 119"/>
                  <a:gd name="T4" fmla="*/ 0 w 478"/>
                  <a:gd name="T5" fmla="*/ 119 h 119"/>
                  <a:gd name="T6" fmla="*/ 239 w 478"/>
                  <a:gd name="T7" fmla="*/ 119 h 119"/>
                  <a:gd name="T8" fmla="*/ 478 w 478"/>
                  <a:gd name="T9" fmla="*/ 60 h 119"/>
                  <a:gd name="T10" fmla="*/ 239 w 478"/>
                  <a:gd name="T11" fmla="*/ 60 h 119"/>
                </a:gdLst>
                <a:ahLst/>
                <a:cxnLst>
                  <a:cxn ang="0">
                    <a:pos x="T0" y="T1"/>
                  </a:cxn>
                  <a:cxn ang="0">
                    <a:pos x="T2" y="T3"/>
                  </a:cxn>
                  <a:cxn ang="0">
                    <a:pos x="T4" y="T5"/>
                  </a:cxn>
                  <a:cxn ang="0">
                    <a:pos x="T6" y="T7"/>
                  </a:cxn>
                  <a:cxn ang="0">
                    <a:pos x="T8" y="T9"/>
                  </a:cxn>
                  <a:cxn ang="0">
                    <a:pos x="T10" y="T11"/>
                  </a:cxn>
                </a:cxnLst>
                <a:rect l="0" t="0" r="r" b="b"/>
                <a:pathLst>
                  <a:path w="478" h="119">
                    <a:moveTo>
                      <a:pt x="0" y="0"/>
                    </a:moveTo>
                    <a:lnTo>
                      <a:pt x="239" y="0"/>
                    </a:lnTo>
                    <a:moveTo>
                      <a:pt x="0" y="119"/>
                    </a:moveTo>
                    <a:lnTo>
                      <a:pt x="239" y="119"/>
                    </a:lnTo>
                    <a:moveTo>
                      <a:pt x="478" y="60"/>
                    </a:moveTo>
                    <a:lnTo>
                      <a:pt x="239" y="60"/>
                    </a:lnTo>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0" name="Freeform 13">
                <a:extLst>
                  <a:ext uri="{FF2B5EF4-FFF2-40B4-BE49-F238E27FC236}">
                    <a16:creationId xmlns:a16="http://schemas.microsoft.com/office/drawing/2014/main" id="{1936ABD4-4F12-A8B6-DC94-A0C24CB3DFFB}"/>
                  </a:ext>
                </a:extLst>
              </p:cNvPr>
              <p:cNvSpPr>
                <a:spLocks noEditPoints="1"/>
              </p:cNvSpPr>
              <p:nvPr/>
            </p:nvSpPr>
            <p:spPr bwMode="auto">
              <a:xfrm>
                <a:off x="4569877" y="4132444"/>
                <a:ext cx="459323" cy="360000"/>
              </a:xfrm>
              <a:custGeom>
                <a:avLst/>
                <a:gdLst>
                  <a:gd name="T0" fmla="*/ 0 w 478"/>
                  <a:gd name="T1" fmla="*/ 0 h 119"/>
                  <a:gd name="T2" fmla="*/ 239 w 478"/>
                  <a:gd name="T3" fmla="*/ 0 h 119"/>
                  <a:gd name="T4" fmla="*/ 0 w 478"/>
                  <a:gd name="T5" fmla="*/ 119 h 119"/>
                  <a:gd name="T6" fmla="*/ 239 w 478"/>
                  <a:gd name="T7" fmla="*/ 119 h 119"/>
                  <a:gd name="T8" fmla="*/ 478 w 478"/>
                  <a:gd name="T9" fmla="*/ 60 h 119"/>
                  <a:gd name="T10" fmla="*/ 239 w 478"/>
                  <a:gd name="T11" fmla="*/ 60 h 119"/>
                </a:gdLst>
                <a:ahLst/>
                <a:cxnLst>
                  <a:cxn ang="0">
                    <a:pos x="T0" y="T1"/>
                  </a:cxn>
                  <a:cxn ang="0">
                    <a:pos x="T2" y="T3"/>
                  </a:cxn>
                  <a:cxn ang="0">
                    <a:pos x="T4" y="T5"/>
                  </a:cxn>
                  <a:cxn ang="0">
                    <a:pos x="T6" y="T7"/>
                  </a:cxn>
                  <a:cxn ang="0">
                    <a:pos x="T8" y="T9"/>
                  </a:cxn>
                  <a:cxn ang="0">
                    <a:pos x="T10" y="T11"/>
                  </a:cxn>
                </a:cxnLst>
                <a:rect l="0" t="0" r="r" b="b"/>
                <a:pathLst>
                  <a:path w="478" h="119">
                    <a:moveTo>
                      <a:pt x="0" y="0"/>
                    </a:moveTo>
                    <a:lnTo>
                      <a:pt x="239" y="0"/>
                    </a:lnTo>
                    <a:moveTo>
                      <a:pt x="0" y="119"/>
                    </a:moveTo>
                    <a:lnTo>
                      <a:pt x="239" y="119"/>
                    </a:lnTo>
                    <a:moveTo>
                      <a:pt x="478" y="60"/>
                    </a:moveTo>
                    <a:lnTo>
                      <a:pt x="239" y="60"/>
                    </a:lnTo>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1" name="Freeform 14">
                <a:extLst>
                  <a:ext uri="{FF2B5EF4-FFF2-40B4-BE49-F238E27FC236}">
                    <a16:creationId xmlns:a16="http://schemas.microsoft.com/office/drawing/2014/main" id="{B087EAD1-C4C0-6A44-F75F-C5452251523E}"/>
                  </a:ext>
                </a:extLst>
              </p:cNvPr>
              <p:cNvSpPr>
                <a:spLocks/>
              </p:cNvSpPr>
              <p:nvPr/>
            </p:nvSpPr>
            <p:spPr bwMode="auto">
              <a:xfrm>
                <a:off x="4703227" y="4122738"/>
                <a:ext cx="493713" cy="381000"/>
              </a:xfrm>
              <a:custGeom>
                <a:avLst/>
                <a:gdLst>
                  <a:gd name="T0" fmla="*/ 943 w 943"/>
                  <a:gd name="T1" fmla="*/ 363 h 726"/>
                  <a:gd name="T2" fmla="*/ 283 w 943"/>
                  <a:gd name="T3" fmla="*/ 726 h 726"/>
                  <a:gd name="T4" fmla="*/ 0 w 943"/>
                  <a:gd name="T5" fmla="*/ 726 h 726"/>
                  <a:gd name="T6" fmla="*/ 0 w 943"/>
                  <a:gd name="T7" fmla="*/ 0 h 726"/>
                  <a:gd name="T8" fmla="*/ 283 w 943"/>
                  <a:gd name="T9" fmla="*/ 0 h 726"/>
                  <a:gd name="T10" fmla="*/ 943 w 943"/>
                  <a:gd name="T11" fmla="*/ 363 h 726"/>
                </a:gdLst>
                <a:ahLst/>
                <a:cxnLst>
                  <a:cxn ang="0">
                    <a:pos x="T0" y="T1"/>
                  </a:cxn>
                  <a:cxn ang="0">
                    <a:pos x="T2" y="T3"/>
                  </a:cxn>
                  <a:cxn ang="0">
                    <a:pos x="T4" y="T5"/>
                  </a:cxn>
                  <a:cxn ang="0">
                    <a:pos x="T6" y="T7"/>
                  </a:cxn>
                  <a:cxn ang="0">
                    <a:pos x="T8" y="T9"/>
                  </a:cxn>
                  <a:cxn ang="0">
                    <a:pos x="T10" y="T11"/>
                  </a:cxn>
                </a:cxnLst>
                <a:rect l="0" t="0" r="r" b="b"/>
                <a:pathLst>
                  <a:path w="943" h="726">
                    <a:moveTo>
                      <a:pt x="943" y="363"/>
                    </a:moveTo>
                    <a:cubicBezTo>
                      <a:pt x="830" y="542"/>
                      <a:pt x="585" y="676"/>
                      <a:pt x="283" y="726"/>
                    </a:cubicBezTo>
                    <a:lnTo>
                      <a:pt x="0" y="726"/>
                    </a:lnTo>
                    <a:cubicBezTo>
                      <a:pt x="175" y="496"/>
                      <a:pt x="175" y="230"/>
                      <a:pt x="0" y="0"/>
                    </a:cubicBezTo>
                    <a:lnTo>
                      <a:pt x="283" y="0"/>
                    </a:lnTo>
                    <a:cubicBezTo>
                      <a:pt x="586" y="48"/>
                      <a:pt x="832" y="183"/>
                      <a:pt x="943" y="363"/>
                    </a:cubicBezTo>
                    <a:close/>
                  </a:path>
                </a:pathLst>
              </a:custGeom>
              <a:solidFill>
                <a:srgbClr val="FFFFFF"/>
              </a:solidFill>
              <a:ln w="190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grpSp>
        <p:grpSp>
          <p:nvGrpSpPr>
            <p:cNvPr id="22" name="组合 21">
              <a:extLst>
                <a:ext uri="{FF2B5EF4-FFF2-40B4-BE49-F238E27FC236}">
                  <a16:creationId xmlns:a16="http://schemas.microsoft.com/office/drawing/2014/main" id="{A88DE08D-0663-B3FF-28D5-704DE8A0BF7A}"/>
                </a:ext>
              </a:extLst>
            </p:cNvPr>
            <p:cNvGrpSpPr/>
            <p:nvPr/>
          </p:nvGrpSpPr>
          <p:grpSpPr>
            <a:xfrm>
              <a:off x="3735094" y="2690813"/>
              <a:ext cx="1046752" cy="2344852"/>
              <a:chOff x="3735094" y="2690813"/>
              <a:chExt cx="1046752" cy="2344852"/>
            </a:xfrm>
          </p:grpSpPr>
          <p:cxnSp>
            <p:nvCxnSpPr>
              <p:cNvPr id="32" name="肘形连接符 31">
                <a:extLst>
                  <a:ext uri="{FF2B5EF4-FFF2-40B4-BE49-F238E27FC236}">
                    <a16:creationId xmlns:a16="http://schemas.microsoft.com/office/drawing/2014/main" id="{25A693E2-4323-9D2E-2421-782D250EE29D}"/>
                  </a:ext>
                </a:extLst>
              </p:cNvPr>
              <p:cNvCxnSpPr>
                <a:stCxn id="29758" idx="4"/>
                <a:endCxn id="38" idx="5"/>
              </p:cNvCxnSpPr>
              <p:nvPr/>
            </p:nvCxnSpPr>
            <p:spPr>
              <a:xfrm>
                <a:off x="3735094" y="2690813"/>
                <a:ext cx="1046752" cy="2127646"/>
              </a:xfrm>
              <a:prstGeom prst="bentConnector3">
                <a:avLst>
                  <a:gd name="adj1" fmla="val 92538"/>
                </a:avLst>
              </a:prstGeom>
              <a:noFill/>
              <a:ln w="19050" cap="rnd">
                <a:solidFill>
                  <a:srgbClr val="000000"/>
                </a:solidFill>
                <a:prstDash val="solid"/>
                <a:round/>
                <a:headEnd/>
                <a:tailEnd/>
              </a:ln>
              <a:extLst>
                <a:ext uri="{909E8E84-426E-40DD-AFC4-6F175D3DCCD1}">
                  <a14:hiddenFill xmlns:a14="http://schemas.microsoft.com/office/drawing/2010/main">
                    <a:noFill/>
                  </a14:hiddenFill>
                </a:ext>
              </a:extLst>
            </p:spPr>
          </p:cxnSp>
          <p:cxnSp>
            <p:nvCxnSpPr>
              <p:cNvPr id="33" name="肘形连接符 32">
                <a:extLst>
                  <a:ext uri="{FF2B5EF4-FFF2-40B4-BE49-F238E27FC236}">
                    <a16:creationId xmlns:a16="http://schemas.microsoft.com/office/drawing/2014/main" id="{60318D31-0DDB-1EA9-411A-872188E789D0}"/>
                  </a:ext>
                </a:extLst>
              </p:cNvPr>
              <p:cNvCxnSpPr>
                <a:stCxn id="29747" idx="4"/>
                <a:endCxn id="40" idx="0"/>
              </p:cNvCxnSpPr>
              <p:nvPr/>
            </p:nvCxnSpPr>
            <p:spPr>
              <a:xfrm>
                <a:off x="3735094" y="3376613"/>
                <a:ext cx="1046752" cy="1515052"/>
              </a:xfrm>
              <a:prstGeom prst="bentConnector3">
                <a:avLst>
                  <a:gd name="adj1" fmla="val 70720"/>
                </a:avLst>
              </a:prstGeom>
              <a:noFill/>
              <a:ln w="19050" cap="rnd">
                <a:solidFill>
                  <a:srgbClr val="000000"/>
                </a:solidFill>
                <a:prstDash val="solid"/>
                <a:round/>
                <a:headEnd/>
                <a:tailEnd/>
              </a:ln>
              <a:extLst>
                <a:ext uri="{909E8E84-426E-40DD-AFC4-6F175D3DCCD1}">
                  <a14:hiddenFill xmlns:a14="http://schemas.microsoft.com/office/drawing/2010/main">
                    <a:noFill/>
                  </a14:hiddenFill>
                </a:ext>
              </a:extLst>
            </p:spPr>
          </p:cxnSp>
          <p:cxnSp>
            <p:nvCxnSpPr>
              <p:cNvPr id="34" name="肘形连接符 33">
                <a:extLst>
                  <a:ext uri="{FF2B5EF4-FFF2-40B4-BE49-F238E27FC236}">
                    <a16:creationId xmlns:a16="http://schemas.microsoft.com/office/drawing/2014/main" id="{5E8584BA-D9DF-5EC3-2F95-C391ED56B71F}"/>
                  </a:ext>
                </a:extLst>
              </p:cNvPr>
              <p:cNvCxnSpPr>
                <a:stCxn id="29736" idx="4"/>
                <a:endCxn id="36" idx="0"/>
              </p:cNvCxnSpPr>
              <p:nvPr/>
            </p:nvCxnSpPr>
            <p:spPr>
              <a:xfrm>
                <a:off x="3735094" y="4058444"/>
                <a:ext cx="1046752" cy="905221"/>
              </a:xfrm>
              <a:prstGeom prst="bentConnector3">
                <a:avLst>
                  <a:gd name="adj1" fmla="val 49103"/>
                </a:avLst>
              </a:prstGeom>
              <a:noFill/>
              <a:ln w="19050" cap="rnd">
                <a:solidFill>
                  <a:srgbClr val="000000"/>
                </a:solidFill>
                <a:prstDash val="solid"/>
                <a:round/>
                <a:headEnd/>
                <a:tailEnd/>
              </a:ln>
              <a:extLst>
                <a:ext uri="{909E8E84-426E-40DD-AFC4-6F175D3DCCD1}">
                  <a14:hiddenFill xmlns:a14="http://schemas.microsoft.com/office/drawing/2010/main">
                    <a:noFill/>
                  </a14:hiddenFill>
                </a:ext>
              </a:extLst>
            </p:spPr>
          </p:cxnSp>
          <p:cxnSp>
            <p:nvCxnSpPr>
              <p:cNvPr id="35" name="肘形连接符 34">
                <a:extLst>
                  <a:ext uri="{FF2B5EF4-FFF2-40B4-BE49-F238E27FC236}">
                    <a16:creationId xmlns:a16="http://schemas.microsoft.com/office/drawing/2014/main" id="{E12D40B1-BCB8-66DA-4639-145DEA3140D0}"/>
                  </a:ext>
                </a:extLst>
              </p:cNvPr>
              <p:cNvCxnSpPr>
                <a:stCxn id="29725" idx="4"/>
                <a:endCxn id="39" idx="0"/>
              </p:cNvCxnSpPr>
              <p:nvPr/>
            </p:nvCxnSpPr>
            <p:spPr>
              <a:xfrm>
                <a:off x="3735094" y="4744244"/>
                <a:ext cx="1046752" cy="291421"/>
              </a:xfrm>
              <a:prstGeom prst="bentConnector3">
                <a:avLst>
                  <a:gd name="adj1" fmla="val 26172"/>
                </a:avLst>
              </a:prstGeom>
              <a:noFill/>
              <a:ln w="19050" cap="rnd">
                <a:solidFill>
                  <a:srgbClr val="000000"/>
                </a:solidFill>
                <a:prstDash val="solid"/>
                <a:round/>
                <a:headEnd/>
                <a:tailEnd/>
              </a:ln>
              <a:extLst>
                <a:ext uri="{909E8E84-426E-40DD-AFC4-6F175D3DCCD1}">
                  <a14:hiddenFill xmlns:a14="http://schemas.microsoft.com/office/drawing/2010/main">
                    <a:noFill/>
                  </a14:hiddenFill>
                </a:ext>
              </a:extLst>
            </p:spPr>
          </p:cxnSp>
        </p:grpSp>
        <p:grpSp>
          <p:nvGrpSpPr>
            <p:cNvPr id="23" name="组合 22">
              <a:extLst>
                <a:ext uri="{FF2B5EF4-FFF2-40B4-BE49-F238E27FC236}">
                  <a16:creationId xmlns:a16="http://schemas.microsoft.com/office/drawing/2014/main" id="{7F946C07-5FF2-004C-F224-DFAA7C4F1CEB}"/>
                </a:ext>
              </a:extLst>
            </p:cNvPr>
            <p:cNvGrpSpPr/>
            <p:nvPr/>
          </p:nvGrpSpPr>
          <p:grpSpPr>
            <a:xfrm flipV="1">
              <a:off x="3735094" y="5106079"/>
              <a:ext cx="1046752" cy="2344852"/>
              <a:chOff x="3735094" y="2690813"/>
              <a:chExt cx="1046752" cy="2344852"/>
            </a:xfrm>
          </p:grpSpPr>
          <p:cxnSp>
            <p:nvCxnSpPr>
              <p:cNvPr id="28" name="肘形连接符 27">
                <a:extLst>
                  <a:ext uri="{FF2B5EF4-FFF2-40B4-BE49-F238E27FC236}">
                    <a16:creationId xmlns:a16="http://schemas.microsoft.com/office/drawing/2014/main" id="{0C2797A5-18C1-87E3-8006-E74E0CC57B4D}"/>
                  </a:ext>
                </a:extLst>
              </p:cNvPr>
              <p:cNvCxnSpPr/>
              <p:nvPr/>
            </p:nvCxnSpPr>
            <p:spPr>
              <a:xfrm>
                <a:off x="3735094" y="2690813"/>
                <a:ext cx="1046752" cy="2127646"/>
              </a:xfrm>
              <a:prstGeom prst="bentConnector3">
                <a:avLst>
                  <a:gd name="adj1" fmla="val 92538"/>
                </a:avLst>
              </a:prstGeom>
              <a:noFill/>
              <a:ln w="19050" cap="rnd">
                <a:solidFill>
                  <a:srgbClr val="000000"/>
                </a:solidFill>
                <a:prstDash val="solid"/>
                <a:round/>
                <a:headEnd/>
                <a:tailEnd/>
              </a:ln>
              <a:extLst>
                <a:ext uri="{909E8E84-426E-40DD-AFC4-6F175D3DCCD1}">
                  <a14:hiddenFill xmlns:a14="http://schemas.microsoft.com/office/drawing/2010/main">
                    <a:noFill/>
                  </a14:hiddenFill>
                </a:ext>
              </a:extLst>
            </p:spPr>
          </p:cxnSp>
          <p:cxnSp>
            <p:nvCxnSpPr>
              <p:cNvPr id="29" name="肘形连接符 28">
                <a:extLst>
                  <a:ext uri="{FF2B5EF4-FFF2-40B4-BE49-F238E27FC236}">
                    <a16:creationId xmlns:a16="http://schemas.microsoft.com/office/drawing/2014/main" id="{80A17A9E-6FF4-1F1E-BD68-C614D32B506F}"/>
                  </a:ext>
                </a:extLst>
              </p:cNvPr>
              <p:cNvCxnSpPr/>
              <p:nvPr/>
            </p:nvCxnSpPr>
            <p:spPr>
              <a:xfrm>
                <a:off x="3735094" y="3376613"/>
                <a:ext cx="1046752" cy="1515052"/>
              </a:xfrm>
              <a:prstGeom prst="bentConnector3">
                <a:avLst>
                  <a:gd name="adj1" fmla="val 70720"/>
                </a:avLst>
              </a:prstGeom>
              <a:noFill/>
              <a:ln w="19050" cap="rnd">
                <a:solidFill>
                  <a:srgbClr val="000000"/>
                </a:solidFill>
                <a:prstDash val="solid"/>
                <a:round/>
                <a:headEnd/>
                <a:tailEnd/>
              </a:ln>
              <a:extLst>
                <a:ext uri="{909E8E84-426E-40DD-AFC4-6F175D3DCCD1}">
                  <a14:hiddenFill xmlns:a14="http://schemas.microsoft.com/office/drawing/2010/main">
                    <a:noFill/>
                  </a14:hiddenFill>
                </a:ext>
              </a:extLst>
            </p:spPr>
          </p:cxnSp>
          <p:cxnSp>
            <p:nvCxnSpPr>
              <p:cNvPr id="30" name="肘形连接符 29">
                <a:extLst>
                  <a:ext uri="{FF2B5EF4-FFF2-40B4-BE49-F238E27FC236}">
                    <a16:creationId xmlns:a16="http://schemas.microsoft.com/office/drawing/2014/main" id="{6AC3DF7C-3712-D1E2-397B-0B388237FB27}"/>
                  </a:ext>
                </a:extLst>
              </p:cNvPr>
              <p:cNvCxnSpPr/>
              <p:nvPr/>
            </p:nvCxnSpPr>
            <p:spPr>
              <a:xfrm>
                <a:off x="3735094" y="4058444"/>
                <a:ext cx="1046752" cy="905221"/>
              </a:xfrm>
              <a:prstGeom prst="bentConnector3">
                <a:avLst>
                  <a:gd name="adj1" fmla="val 49103"/>
                </a:avLst>
              </a:prstGeom>
              <a:noFill/>
              <a:ln w="19050" cap="rnd">
                <a:solidFill>
                  <a:srgbClr val="000000"/>
                </a:solidFill>
                <a:prstDash val="solid"/>
                <a:round/>
                <a:headEnd/>
                <a:tailEnd/>
              </a:ln>
              <a:extLst>
                <a:ext uri="{909E8E84-426E-40DD-AFC4-6F175D3DCCD1}">
                  <a14:hiddenFill xmlns:a14="http://schemas.microsoft.com/office/drawing/2010/main">
                    <a:noFill/>
                  </a14:hiddenFill>
                </a:ext>
              </a:extLst>
            </p:spPr>
          </p:cxnSp>
          <p:cxnSp>
            <p:nvCxnSpPr>
              <p:cNvPr id="31" name="肘形连接符 30">
                <a:extLst>
                  <a:ext uri="{FF2B5EF4-FFF2-40B4-BE49-F238E27FC236}">
                    <a16:creationId xmlns:a16="http://schemas.microsoft.com/office/drawing/2014/main" id="{E8BF1731-F5C4-F634-E552-78F856DB4B7D}"/>
                  </a:ext>
                </a:extLst>
              </p:cNvPr>
              <p:cNvCxnSpPr/>
              <p:nvPr/>
            </p:nvCxnSpPr>
            <p:spPr>
              <a:xfrm>
                <a:off x="3735094" y="4744244"/>
                <a:ext cx="1046752" cy="291421"/>
              </a:xfrm>
              <a:prstGeom prst="bentConnector3">
                <a:avLst>
                  <a:gd name="adj1" fmla="val 26172"/>
                </a:avLst>
              </a:prstGeom>
              <a:noFill/>
              <a:ln w="19050" cap="rnd">
                <a:solidFill>
                  <a:srgbClr val="000000"/>
                </a:solidFill>
                <a:prstDash val="solid"/>
                <a:round/>
                <a:headEnd/>
                <a:tailEnd/>
              </a:ln>
              <a:extLst>
                <a:ext uri="{909E8E84-426E-40DD-AFC4-6F175D3DCCD1}">
                  <a14:hiddenFill xmlns:a14="http://schemas.microsoft.com/office/drawing/2010/main">
                    <a:noFill/>
                  </a14:hiddenFill>
                </a:ext>
              </a:extLst>
            </p:spPr>
          </p:cxnSp>
        </p:grpSp>
        <p:sp>
          <p:nvSpPr>
            <p:cNvPr id="24" name="文本框 23">
              <a:extLst>
                <a:ext uri="{FF2B5EF4-FFF2-40B4-BE49-F238E27FC236}">
                  <a16:creationId xmlns:a16="http://schemas.microsoft.com/office/drawing/2014/main" id="{C7130AFC-87FB-1E4F-1244-1BFD99E0EBD6}"/>
                </a:ext>
              </a:extLst>
            </p:cNvPr>
            <p:cNvSpPr txBox="1"/>
            <p:nvPr/>
          </p:nvSpPr>
          <p:spPr>
            <a:xfrm>
              <a:off x="1086651" y="1175437"/>
              <a:ext cx="428323"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A</a:t>
              </a:r>
              <a:r>
                <a:rPr kumimoji="1" lang="en-US" altLang="zh-CN" baseline="-25000" dirty="0">
                  <a:latin typeface="Times New Roman" panose="02020603050405020304" pitchFamily="18" charset="0"/>
                  <a:cs typeface="Times New Roman" panose="02020603050405020304" pitchFamily="18" charset="0"/>
                </a:rPr>
                <a:t>0</a:t>
              </a:r>
              <a:endParaRPr kumimoji="1" lang="zh-CN" altLang="en-US" baseline="-25000" dirty="0">
                <a:latin typeface="Times New Roman" panose="02020603050405020304" pitchFamily="18" charset="0"/>
                <a:cs typeface="Times New Roman" panose="02020603050405020304" pitchFamily="18" charset="0"/>
              </a:endParaRPr>
            </a:p>
          </p:txBody>
        </p:sp>
        <p:sp>
          <p:nvSpPr>
            <p:cNvPr id="25" name="文本框 24">
              <a:extLst>
                <a:ext uri="{FF2B5EF4-FFF2-40B4-BE49-F238E27FC236}">
                  <a16:creationId xmlns:a16="http://schemas.microsoft.com/office/drawing/2014/main" id="{00A79B55-177A-905F-BFB2-610AAE2F855A}"/>
                </a:ext>
              </a:extLst>
            </p:cNvPr>
            <p:cNvSpPr txBox="1"/>
            <p:nvPr/>
          </p:nvSpPr>
          <p:spPr>
            <a:xfrm>
              <a:off x="1586572" y="1175437"/>
              <a:ext cx="428323"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A</a:t>
              </a:r>
              <a:r>
                <a:rPr kumimoji="1" lang="en-US" altLang="zh-CN" baseline="-25000" dirty="0">
                  <a:latin typeface="Times New Roman" panose="02020603050405020304" pitchFamily="18" charset="0"/>
                  <a:cs typeface="Times New Roman" panose="02020603050405020304" pitchFamily="18" charset="0"/>
                </a:rPr>
                <a:t>1</a:t>
              </a:r>
              <a:endParaRPr kumimoji="1" lang="zh-CN" altLang="en-US" baseline="-25000" dirty="0">
                <a:latin typeface="Times New Roman" panose="02020603050405020304" pitchFamily="18" charset="0"/>
                <a:cs typeface="Times New Roman" panose="02020603050405020304" pitchFamily="18" charset="0"/>
              </a:endParaRPr>
            </a:p>
          </p:txBody>
        </p:sp>
        <p:sp>
          <p:nvSpPr>
            <p:cNvPr id="26" name="文本框 25">
              <a:extLst>
                <a:ext uri="{FF2B5EF4-FFF2-40B4-BE49-F238E27FC236}">
                  <a16:creationId xmlns:a16="http://schemas.microsoft.com/office/drawing/2014/main" id="{FCA3D014-4B3B-B313-A78A-832F80B76E30}"/>
                </a:ext>
              </a:extLst>
            </p:cNvPr>
            <p:cNvSpPr txBox="1"/>
            <p:nvPr/>
          </p:nvSpPr>
          <p:spPr>
            <a:xfrm>
              <a:off x="2127275" y="1175437"/>
              <a:ext cx="428323"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A</a:t>
              </a:r>
              <a:r>
                <a:rPr kumimoji="1" lang="en-US" altLang="zh-CN" baseline="-25000" dirty="0">
                  <a:latin typeface="Times New Roman" panose="02020603050405020304" pitchFamily="18" charset="0"/>
                  <a:cs typeface="Times New Roman" panose="02020603050405020304" pitchFamily="18" charset="0"/>
                </a:rPr>
                <a:t>2</a:t>
              </a:r>
              <a:endParaRPr kumimoji="1" lang="zh-CN" altLang="en-US" baseline="-25000" dirty="0">
                <a:latin typeface="Times New Roman" panose="02020603050405020304" pitchFamily="18" charset="0"/>
                <a:cs typeface="Times New Roman" panose="02020603050405020304" pitchFamily="18" charset="0"/>
              </a:endParaRPr>
            </a:p>
          </p:txBody>
        </p:sp>
        <p:sp>
          <p:nvSpPr>
            <p:cNvPr id="27" name="文本框 26">
              <a:extLst>
                <a:ext uri="{FF2B5EF4-FFF2-40B4-BE49-F238E27FC236}">
                  <a16:creationId xmlns:a16="http://schemas.microsoft.com/office/drawing/2014/main" id="{9265C1F1-795D-1936-CBF9-413AAC29D251}"/>
                </a:ext>
              </a:extLst>
            </p:cNvPr>
            <p:cNvSpPr txBox="1"/>
            <p:nvPr/>
          </p:nvSpPr>
          <p:spPr>
            <a:xfrm>
              <a:off x="5498331" y="4839495"/>
              <a:ext cx="351378"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Q</a:t>
              </a:r>
              <a:endParaRPr kumimoji="1" lang="zh-CN" altLang="en-US" baseline="-25000"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426092622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a:xfrm>
            <a:off x="961383" y="300408"/>
            <a:ext cx="7416824" cy="936625"/>
          </a:xfrm>
        </p:spPr>
        <p:txBody>
          <a:bodyPr/>
          <a:lstStyle/>
          <a:p>
            <a:pPr eaLnBrk="1" hangingPunct="1"/>
            <a:r>
              <a:rPr lang="zh-CN" altLang="en-US" b="1" dirty="0"/>
              <a:t>多路选择器应用：移位器</a:t>
            </a:r>
          </a:p>
        </p:txBody>
      </p:sp>
      <p:sp>
        <p:nvSpPr>
          <p:cNvPr id="37892" name="Rectangle 3"/>
          <p:cNvSpPr>
            <a:spLocks noGrp="1" noChangeArrowheads="1"/>
          </p:cNvSpPr>
          <p:nvPr>
            <p:ph idx="1"/>
          </p:nvPr>
        </p:nvSpPr>
        <p:spPr>
          <a:xfrm>
            <a:off x="784532" y="1402856"/>
            <a:ext cx="7772400" cy="621988"/>
          </a:xfrm>
        </p:spPr>
        <p:txBody>
          <a:bodyPr/>
          <a:lstStyle/>
          <a:p>
            <a:pPr hangingPunct="1"/>
            <a:r>
              <a:rPr kumimoji="1" lang="zh-CN" altLang="en-US" sz="2800" dirty="0">
                <a:latin typeface="Arial" panose="020B0604020202020204" pitchFamily="34" charset="0"/>
                <a:cs typeface="Arial" panose="020B0604020202020204" pitchFamily="34" charset="0"/>
              </a:rPr>
              <a:t>采用</a:t>
            </a:r>
            <a:r>
              <a:rPr kumimoji="1" lang="en-US" altLang="zh-CN" sz="2800" dirty="0">
                <a:latin typeface="Arial" panose="020B0604020202020204" pitchFamily="34" charset="0"/>
                <a:cs typeface="Arial" panose="020B0604020202020204" pitchFamily="34" charset="0"/>
              </a:rPr>
              <a:t>2:1</a:t>
            </a:r>
            <a:r>
              <a:rPr kumimoji="1" lang="zh-CN" altLang="en-US" sz="2800" dirty="0">
                <a:latin typeface="Arial" panose="020B0604020202020204" pitchFamily="34" charset="0"/>
                <a:cs typeface="Arial" panose="020B0604020202020204" pitchFamily="34" charset="0"/>
              </a:rPr>
              <a:t>多路选择器构造的右移位器</a:t>
            </a:r>
          </a:p>
        </p:txBody>
      </p:sp>
      <p:sp>
        <p:nvSpPr>
          <p:cNvPr id="5" name="Slide Number Placeholder 4">
            <a:extLst>
              <a:ext uri="{FF2B5EF4-FFF2-40B4-BE49-F238E27FC236}">
                <a16:creationId xmlns:a16="http://schemas.microsoft.com/office/drawing/2014/main" id="{A0907FEA-761E-2D49-8C35-60B4D0BB422B}"/>
              </a:ext>
            </a:extLst>
          </p:cNvPr>
          <p:cNvSpPr>
            <a:spLocks noGrp="1"/>
          </p:cNvSpPr>
          <p:nvPr>
            <p:ph type="sldNum" sz="quarter" idx="12"/>
          </p:nvPr>
        </p:nvSpPr>
        <p:spPr/>
        <p:txBody>
          <a:bodyPr/>
          <a:lstStyle/>
          <a:p>
            <a:pPr>
              <a:defRPr/>
            </a:pPr>
            <a:fld id="{A88D0608-5506-4AD0-BB9E-DF761E8BFA1F}" type="slidenum">
              <a:rPr lang="zh-CN" altLang="en-US" smtClean="0">
                <a:latin typeface="Arial" panose="020B0604020202020204" pitchFamily="34" charset="0"/>
                <a:cs typeface="Arial" panose="020B0604020202020204" pitchFamily="34" charset="0"/>
              </a:rPr>
              <a:pPr>
                <a:defRPr/>
              </a:pPr>
              <a:t>69</a:t>
            </a:fld>
            <a:endParaRPr lang="en-US" altLang="zh-CN" dirty="0">
              <a:latin typeface="Arial" panose="020B0604020202020204" pitchFamily="34" charset="0"/>
              <a:cs typeface="Arial" panose="020B0604020202020204" pitchFamily="34" charset="0"/>
            </a:endParaRPr>
          </a:p>
        </p:txBody>
      </p:sp>
      <p:cxnSp>
        <p:nvCxnSpPr>
          <p:cNvPr id="6" name="Straight Connector 5">
            <a:extLst>
              <a:ext uri="{FF2B5EF4-FFF2-40B4-BE49-F238E27FC236}">
                <a16:creationId xmlns:a16="http://schemas.microsoft.com/office/drawing/2014/main" id="{8CB159A6-2C7C-B049-8B7D-583D32680CAD}"/>
              </a:ext>
            </a:extLst>
          </p:cNvPr>
          <p:cNvCxnSpPr/>
          <p:nvPr/>
        </p:nvCxnSpPr>
        <p:spPr bwMode="auto">
          <a:xfrm>
            <a:off x="3289221" y="5228578"/>
            <a:ext cx="0" cy="24420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4" name="Straight Connector 313">
            <a:extLst>
              <a:ext uri="{FF2B5EF4-FFF2-40B4-BE49-F238E27FC236}">
                <a16:creationId xmlns:a16="http://schemas.microsoft.com/office/drawing/2014/main" id="{7C5FEEB4-ED16-2F48-A990-1F28CFB7C4FE}"/>
              </a:ext>
            </a:extLst>
          </p:cNvPr>
          <p:cNvCxnSpPr/>
          <p:nvPr/>
        </p:nvCxnSpPr>
        <p:spPr bwMode="auto">
          <a:xfrm>
            <a:off x="2601846" y="5228578"/>
            <a:ext cx="0" cy="24420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5" name="Straight Connector 314">
            <a:extLst>
              <a:ext uri="{FF2B5EF4-FFF2-40B4-BE49-F238E27FC236}">
                <a16:creationId xmlns:a16="http://schemas.microsoft.com/office/drawing/2014/main" id="{4DA2FB5A-8CDA-C044-B592-63F6F1A1BCAA}"/>
              </a:ext>
            </a:extLst>
          </p:cNvPr>
          <p:cNvCxnSpPr/>
          <p:nvPr/>
        </p:nvCxnSpPr>
        <p:spPr bwMode="auto">
          <a:xfrm>
            <a:off x="1914473" y="5228578"/>
            <a:ext cx="0" cy="24420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6" name="Straight Connector 315">
            <a:extLst>
              <a:ext uri="{FF2B5EF4-FFF2-40B4-BE49-F238E27FC236}">
                <a16:creationId xmlns:a16="http://schemas.microsoft.com/office/drawing/2014/main" id="{C0B0B140-CD29-0F4E-8C99-95841139C487}"/>
              </a:ext>
            </a:extLst>
          </p:cNvPr>
          <p:cNvCxnSpPr/>
          <p:nvPr/>
        </p:nvCxnSpPr>
        <p:spPr bwMode="auto">
          <a:xfrm>
            <a:off x="1227100" y="5228578"/>
            <a:ext cx="0" cy="24420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6" name="Straight Connector 235">
            <a:extLst>
              <a:ext uri="{FF2B5EF4-FFF2-40B4-BE49-F238E27FC236}">
                <a16:creationId xmlns:a16="http://schemas.microsoft.com/office/drawing/2014/main" id="{1E398B8A-2A52-A442-9F6C-3097F2FC53E1}"/>
              </a:ext>
            </a:extLst>
          </p:cNvPr>
          <p:cNvCxnSpPr>
            <a:cxnSpLocks/>
            <a:stCxn id="244" idx="3"/>
          </p:cNvCxnSpPr>
          <p:nvPr/>
        </p:nvCxnSpPr>
        <p:spPr bwMode="auto">
          <a:xfrm flipH="1">
            <a:off x="1495347" y="5063478"/>
            <a:ext cx="2066924" cy="1"/>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41" name="AutoShape 242">
            <a:extLst>
              <a:ext uri="{FF2B5EF4-FFF2-40B4-BE49-F238E27FC236}">
                <a16:creationId xmlns:a16="http://schemas.microsoft.com/office/drawing/2014/main" id="{DA0ED232-29EA-9642-962C-F4FA8FD8BB22}"/>
              </a:ext>
            </a:extLst>
          </p:cNvPr>
          <p:cNvSpPr>
            <a:spLocks noChangeArrowheads="1"/>
          </p:cNvSpPr>
          <p:nvPr/>
        </p:nvSpPr>
        <p:spPr bwMode="auto">
          <a:xfrm>
            <a:off x="933371" y="4904234"/>
            <a:ext cx="576263" cy="318487"/>
          </a:xfrm>
          <a:prstGeom prst="roundRect">
            <a:avLst>
              <a:gd name="adj" fmla="val 38727"/>
            </a:avLst>
          </a:prstGeom>
          <a:solidFill>
            <a:schemeClr val="bg1"/>
          </a:solidFill>
          <a:ln w="19050" algn="ctr">
            <a:solidFill>
              <a:srgbClr val="CC00FF"/>
            </a:solidFill>
            <a:round/>
            <a:headEnd type="none" w="sm" len="sm"/>
            <a:tailEnd type="none" w="sm" len="sm"/>
          </a:ln>
          <a:effec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0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42" name="AutoShape 243">
            <a:extLst>
              <a:ext uri="{FF2B5EF4-FFF2-40B4-BE49-F238E27FC236}">
                <a16:creationId xmlns:a16="http://schemas.microsoft.com/office/drawing/2014/main" id="{BF2D5C92-F34B-A040-80C2-DA767FE64C02}"/>
              </a:ext>
            </a:extLst>
          </p:cNvPr>
          <p:cNvSpPr>
            <a:spLocks noChangeArrowheads="1"/>
          </p:cNvSpPr>
          <p:nvPr/>
        </p:nvSpPr>
        <p:spPr bwMode="auto">
          <a:xfrm>
            <a:off x="1611233" y="4905822"/>
            <a:ext cx="576263" cy="318487"/>
          </a:xfrm>
          <a:prstGeom prst="roundRect">
            <a:avLst>
              <a:gd name="adj" fmla="val 38727"/>
            </a:avLst>
          </a:prstGeom>
          <a:solidFill>
            <a:schemeClr val="bg1"/>
          </a:solidFill>
          <a:ln w="19050" algn="ctr">
            <a:solidFill>
              <a:srgbClr val="CC00FF"/>
            </a:solidFill>
            <a:round/>
            <a:headEnd type="none" w="sm" len="sm"/>
            <a:tailEnd type="none" w="sm" len="sm"/>
          </a:ln>
          <a:effec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0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43" name="AutoShape 244">
            <a:extLst>
              <a:ext uri="{FF2B5EF4-FFF2-40B4-BE49-F238E27FC236}">
                <a16:creationId xmlns:a16="http://schemas.microsoft.com/office/drawing/2014/main" id="{7C26DDE4-1F0D-7049-A997-20CA7626FF5E}"/>
              </a:ext>
            </a:extLst>
          </p:cNvPr>
          <p:cNvSpPr>
            <a:spLocks noChangeArrowheads="1"/>
          </p:cNvSpPr>
          <p:nvPr/>
        </p:nvSpPr>
        <p:spPr bwMode="auto">
          <a:xfrm>
            <a:off x="2303383" y="4907409"/>
            <a:ext cx="576263" cy="318487"/>
          </a:xfrm>
          <a:prstGeom prst="roundRect">
            <a:avLst>
              <a:gd name="adj" fmla="val 38727"/>
            </a:avLst>
          </a:prstGeom>
          <a:solidFill>
            <a:schemeClr val="bg1"/>
          </a:solidFill>
          <a:ln w="19050" algn="ctr">
            <a:solidFill>
              <a:srgbClr val="CC00FF"/>
            </a:solidFill>
            <a:round/>
            <a:headEnd type="none" w="sm" len="sm"/>
            <a:tailEnd type="none" w="sm" len="sm"/>
          </a:ln>
          <a:effec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0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44" name="AutoShape 245">
            <a:extLst>
              <a:ext uri="{FF2B5EF4-FFF2-40B4-BE49-F238E27FC236}">
                <a16:creationId xmlns:a16="http://schemas.microsoft.com/office/drawing/2014/main" id="{9BAFDEB4-CF14-2740-9931-C25ADF0EDA08}"/>
              </a:ext>
            </a:extLst>
          </p:cNvPr>
          <p:cNvSpPr>
            <a:spLocks noChangeArrowheads="1"/>
          </p:cNvSpPr>
          <p:nvPr/>
        </p:nvSpPr>
        <p:spPr bwMode="auto">
          <a:xfrm>
            <a:off x="2986008" y="4904234"/>
            <a:ext cx="576263" cy="318487"/>
          </a:xfrm>
          <a:prstGeom prst="roundRect">
            <a:avLst>
              <a:gd name="adj" fmla="val 38727"/>
            </a:avLst>
          </a:prstGeom>
          <a:solidFill>
            <a:schemeClr val="bg1"/>
          </a:solidFill>
          <a:ln w="19050" algn="ctr">
            <a:solidFill>
              <a:srgbClr val="CC00FF"/>
            </a:solidFill>
            <a:round/>
            <a:headEnd type="none" w="sm" len="sm"/>
            <a:tailEnd type="none" w="sm" len="sm"/>
          </a:ln>
          <a:effec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0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60" name="Line 21">
            <a:extLst>
              <a:ext uri="{FF2B5EF4-FFF2-40B4-BE49-F238E27FC236}">
                <a16:creationId xmlns:a16="http://schemas.microsoft.com/office/drawing/2014/main" id="{42046F7C-DCF1-CE46-96C5-B8F680940FBE}"/>
              </a:ext>
            </a:extLst>
          </p:cNvPr>
          <p:cNvSpPr>
            <a:spLocks noChangeShapeType="1"/>
          </p:cNvSpPr>
          <p:nvPr/>
        </p:nvSpPr>
        <p:spPr bwMode="auto">
          <a:xfrm>
            <a:off x="550783" y="4629297"/>
            <a:ext cx="471488" cy="152400"/>
          </a:xfrm>
          <a:prstGeom prst="line">
            <a:avLst/>
          </a:prstGeom>
          <a:noFill/>
          <a:ln w="25400" cap="rnd">
            <a:solidFill>
              <a:schemeClr val="accent6">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61" name="Line 22">
            <a:extLst>
              <a:ext uri="{FF2B5EF4-FFF2-40B4-BE49-F238E27FC236}">
                <a16:creationId xmlns:a16="http://schemas.microsoft.com/office/drawing/2014/main" id="{840E598F-70D3-DD44-BBF7-F39A28C10DB0}"/>
              </a:ext>
            </a:extLst>
          </p:cNvPr>
          <p:cNvSpPr>
            <a:spLocks noChangeShapeType="1"/>
          </p:cNvSpPr>
          <p:nvPr/>
        </p:nvSpPr>
        <p:spPr bwMode="auto">
          <a:xfrm>
            <a:off x="1236583" y="4400697"/>
            <a:ext cx="0" cy="2286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62" name="Line 23">
            <a:extLst>
              <a:ext uri="{FF2B5EF4-FFF2-40B4-BE49-F238E27FC236}">
                <a16:creationId xmlns:a16="http://schemas.microsoft.com/office/drawing/2014/main" id="{DEBCA55A-12BF-DA49-9577-1F0042EF158C}"/>
              </a:ext>
            </a:extLst>
          </p:cNvPr>
          <p:cNvSpPr>
            <a:spLocks noChangeShapeType="1"/>
          </p:cNvSpPr>
          <p:nvPr/>
        </p:nvSpPr>
        <p:spPr bwMode="auto">
          <a:xfrm>
            <a:off x="1236582" y="4629297"/>
            <a:ext cx="161983" cy="1524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63" name="Line 24">
            <a:extLst>
              <a:ext uri="{FF2B5EF4-FFF2-40B4-BE49-F238E27FC236}">
                <a16:creationId xmlns:a16="http://schemas.microsoft.com/office/drawing/2014/main" id="{463C4497-40C9-CE43-825A-C576C47105EF}"/>
              </a:ext>
            </a:extLst>
          </p:cNvPr>
          <p:cNvSpPr>
            <a:spLocks noChangeShapeType="1"/>
          </p:cNvSpPr>
          <p:nvPr/>
        </p:nvSpPr>
        <p:spPr bwMode="auto">
          <a:xfrm>
            <a:off x="1236582" y="4629296"/>
            <a:ext cx="482601" cy="159397"/>
          </a:xfrm>
          <a:prstGeom prst="line">
            <a:avLst/>
          </a:prstGeom>
          <a:noFill/>
          <a:ln w="25400" cap="rnd">
            <a:solidFill>
              <a:schemeClr val="accent6">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64" name="Line 25">
            <a:extLst>
              <a:ext uri="{FF2B5EF4-FFF2-40B4-BE49-F238E27FC236}">
                <a16:creationId xmlns:a16="http://schemas.microsoft.com/office/drawing/2014/main" id="{DB381073-9151-5046-9493-B0BD84817B72}"/>
              </a:ext>
            </a:extLst>
          </p:cNvPr>
          <p:cNvSpPr>
            <a:spLocks noChangeShapeType="1"/>
          </p:cNvSpPr>
          <p:nvPr/>
        </p:nvSpPr>
        <p:spPr bwMode="auto">
          <a:xfrm>
            <a:off x="1922383" y="4400697"/>
            <a:ext cx="0" cy="2286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65" name="Line 26">
            <a:extLst>
              <a:ext uri="{FF2B5EF4-FFF2-40B4-BE49-F238E27FC236}">
                <a16:creationId xmlns:a16="http://schemas.microsoft.com/office/drawing/2014/main" id="{ED7D719A-4280-E641-8D04-707E30898B9D}"/>
              </a:ext>
            </a:extLst>
          </p:cNvPr>
          <p:cNvSpPr>
            <a:spLocks noChangeShapeType="1"/>
          </p:cNvSpPr>
          <p:nvPr/>
        </p:nvSpPr>
        <p:spPr bwMode="auto">
          <a:xfrm>
            <a:off x="1922382" y="4629297"/>
            <a:ext cx="161981" cy="1524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66" name="Line 27">
            <a:extLst>
              <a:ext uri="{FF2B5EF4-FFF2-40B4-BE49-F238E27FC236}">
                <a16:creationId xmlns:a16="http://schemas.microsoft.com/office/drawing/2014/main" id="{2E0259D5-D172-9A44-8801-524EDE64B7F8}"/>
              </a:ext>
            </a:extLst>
          </p:cNvPr>
          <p:cNvSpPr>
            <a:spLocks noChangeShapeType="1"/>
          </p:cNvSpPr>
          <p:nvPr/>
        </p:nvSpPr>
        <p:spPr bwMode="auto">
          <a:xfrm>
            <a:off x="1922382" y="4629297"/>
            <a:ext cx="481167" cy="159396"/>
          </a:xfrm>
          <a:prstGeom prst="line">
            <a:avLst/>
          </a:prstGeom>
          <a:noFill/>
          <a:ln w="25400" cap="rnd">
            <a:solidFill>
              <a:schemeClr val="accent6">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67" name="Line 28">
            <a:extLst>
              <a:ext uri="{FF2B5EF4-FFF2-40B4-BE49-F238E27FC236}">
                <a16:creationId xmlns:a16="http://schemas.microsoft.com/office/drawing/2014/main" id="{6EE77D41-B97D-744B-93D9-588F46B67E90}"/>
              </a:ext>
            </a:extLst>
          </p:cNvPr>
          <p:cNvSpPr>
            <a:spLocks noChangeShapeType="1"/>
          </p:cNvSpPr>
          <p:nvPr/>
        </p:nvSpPr>
        <p:spPr bwMode="auto">
          <a:xfrm>
            <a:off x="2608183" y="4400697"/>
            <a:ext cx="0" cy="2286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68" name="Line 29">
            <a:extLst>
              <a:ext uri="{FF2B5EF4-FFF2-40B4-BE49-F238E27FC236}">
                <a16:creationId xmlns:a16="http://schemas.microsoft.com/office/drawing/2014/main" id="{A1520681-380E-6147-8B53-34833C7BC7F1}"/>
              </a:ext>
            </a:extLst>
          </p:cNvPr>
          <p:cNvSpPr>
            <a:spLocks noChangeShapeType="1"/>
          </p:cNvSpPr>
          <p:nvPr/>
        </p:nvSpPr>
        <p:spPr bwMode="auto">
          <a:xfrm>
            <a:off x="2608182" y="4629297"/>
            <a:ext cx="161083" cy="151306"/>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69" name="Line 30">
            <a:extLst>
              <a:ext uri="{FF2B5EF4-FFF2-40B4-BE49-F238E27FC236}">
                <a16:creationId xmlns:a16="http://schemas.microsoft.com/office/drawing/2014/main" id="{E8FE4AC7-6B55-B540-AF76-789B967A0620}"/>
              </a:ext>
            </a:extLst>
          </p:cNvPr>
          <p:cNvSpPr>
            <a:spLocks noChangeShapeType="1"/>
          </p:cNvSpPr>
          <p:nvPr/>
        </p:nvSpPr>
        <p:spPr bwMode="auto">
          <a:xfrm>
            <a:off x="2608182" y="4629296"/>
            <a:ext cx="482601" cy="159391"/>
          </a:xfrm>
          <a:prstGeom prst="line">
            <a:avLst/>
          </a:prstGeom>
          <a:noFill/>
          <a:ln w="25400" cap="rnd">
            <a:solidFill>
              <a:schemeClr val="accent6">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70" name="Line 31">
            <a:extLst>
              <a:ext uri="{FF2B5EF4-FFF2-40B4-BE49-F238E27FC236}">
                <a16:creationId xmlns:a16="http://schemas.microsoft.com/office/drawing/2014/main" id="{D1919EDE-2A49-0446-9FB8-B2D347ECBBC3}"/>
              </a:ext>
            </a:extLst>
          </p:cNvPr>
          <p:cNvSpPr>
            <a:spLocks noChangeShapeType="1"/>
          </p:cNvSpPr>
          <p:nvPr/>
        </p:nvSpPr>
        <p:spPr bwMode="auto">
          <a:xfrm>
            <a:off x="3293983" y="4400697"/>
            <a:ext cx="0" cy="2286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71" name="Line 32">
            <a:extLst>
              <a:ext uri="{FF2B5EF4-FFF2-40B4-BE49-F238E27FC236}">
                <a16:creationId xmlns:a16="http://schemas.microsoft.com/office/drawing/2014/main" id="{403D9FE8-C400-1440-9FBB-1061E4C5C5A3}"/>
              </a:ext>
            </a:extLst>
          </p:cNvPr>
          <p:cNvSpPr>
            <a:spLocks noChangeShapeType="1"/>
          </p:cNvSpPr>
          <p:nvPr/>
        </p:nvSpPr>
        <p:spPr bwMode="auto">
          <a:xfrm>
            <a:off x="3293983" y="4629297"/>
            <a:ext cx="161082" cy="151306"/>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85" name="Rectangle 69">
            <a:extLst>
              <a:ext uri="{FF2B5EF4-FFF2-40B4-BE49-F238E27FC236}">
                <a16:creationId xmlns:a16="http://schemas.microsoft.com/office/drawing/2014/main" id="{54EE71D9-FAAC-A543-9B08-7FC0EE3FD53E}"/>
              </a:ext>
            </a:extLst>
          </p:cNvPr>
          <p:cNvSpPr>
            <a:spLocks noChangeArrowheads="1"/>
          </p:cNvSpPr>
          <p:nvPr/>
        </p:nvSpPr>
        <p:spPr bwMode="auto">
          <a:xfrm>
            <a:off x="915908" y="4892589"/>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66"/>
                </a:solidFill>
                <a:effectLst/>
                <a:uLnTx/>
                <a:uFillTx/>
                <a:latin typeface="Arial" panose="020B0604020202020204" pitchFamily="34" charset="0"/>
                <a:ea typeface="PMingLiU" pitchFamily="18" charset="-120"/>
                <a:cs typeface="Arial" panose="020B0604020202020204" pitchFamily="34" charset="0"/>
              </a:rPr>
              <a:t>1</a:t>
            </a:r>
          </a:p>
        </p:txBody>
      </p:sp>
      <p:sp>
        <p:nvSpPr>
          <p:cNvPr id="286" name="Rectangle 70">
            <a:extLst>
              <a:ext uri="{FF2B5EF4-FFF2-40B4-BE49-F238E27FC236}">
                <a16:creationId xmlns:a16="http://schemas.microsoft.com/office/drawing/2014/main" id="{9E017E59-F1D1-D146-ACFF-9D0CC2D9EC3D}"/>
              </a:ext>
            </a:extLst>
          </p:cNvPr>
          <p:cNvSpPr>
            <a:spLocks noChangeArrowheads="1"/>
          </p:cNvSpPr>
          <p:nvPr/>
        </p:nvSpPr>
        <p:spPr bwMode="auto">
          <a:xfrm>
            <a:off x="1246108" y="4892589"/>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Arial" panose="020B0604020202020204" pitchFamily="34" charset="0"/>
                <a:ea typeface="PMingLiU" pitchFamily="18" charset="-120"/>
                <a:cs typeface="Arial" panose="020B0604020202020204" pitchFamily="34" charset="0"/>
              </a:rPr>
              <a:t>0</a:t>
            </a:r>
          </a:p>
        </p:txBody>
      </p:sp>
      <p:sp>
        <p:nvSpPr>
          <p:cNvPr id="287" name="Line 72">
            <a:extLst>
              <a:ext uri="{FF2B5EF4-FFF2-40B4-BE49-F238E27FC236}">
                <a16:creationId xmlns:a16="http://schemas.microsoft.com/office/drawing/2014/main" id="{6EC9A133-A028-184D-A681-10584C1F9203}"/>
              </a:ext>
            </a:extLst>
          </p:cNvPr>
          <p:cNvSpPr>
            <a:spLocks noChangeShapeType="1"/>
          </p:cNvSpPr>
          <p:nvPr/>
        </p:nvSpPr>
        <p:spPr bwMode="auto">
          <a:xfrm>
            <a:off x="1033383" y="4818770"/>
            <a:ext cx="0" cy="114300"/>
          </a:xfrm>
          <a:prstGeom prst="line">
            <a:avLst/>
          </a:prstGeom>
          <a:noFill/>
          <a:ln w="25400" cap="rnd">
            <a:solidFill>
              <a:schemeClr val="accent6">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88" name="Line 73">
            <a:extLst>
              <a:ext uri="{FF2B5EF4-FFF2-40B4-BE49-F238E27FC236}">
                <a16:creationId xmlns:a16="http://schemas.microsoft.com/office/drawing/2014/main" id="{84F871F9-09B2-EF4A-B384-CDA6887CD349}"/>
              </a:ext>
            </a:extLst>
          </p:cNvPr>
          <p:cNvSpPr>
            <a:spLocks noChangeShapeType="1"/>
          </p:cNvSpPr>
          <p:nvPr/>
        </p:nvSpPr>
        <p:spPr bwMode="auto">
          <a:xfrm>
            <a:off x="1401683" y="4781697"/>
            <a:ext cx="0" cy="1143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89" name="Rectangle 75">
            <a:extLst>
              <a:ext uri="{FF2B5EF4-FFF2-40B4-BE49-F238E27FC236}">
                <a16:creationId xmlns:a16="http://schemas.microsoft.com/office/drawing/2014/main" id="{1F7FBF53-CBA1-2B4B-A129-8B43FBAB594E}"/>
              </a:ext>
            </a:extLst>
          </p:cNvPr>
          <p:cNvSpPr>
            <a:spLocks noChangeArrowheads="1"/>
          </p:cNvSpPr>
          <p:nvPr/>
        </p:nvSpPr>
        <p:spPr bwMode="auto">
          <a:xfrm>
            <a:off x="1601708" y="4892589"/>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66"/>
                </a:solidFill>
                <a:effectLst/>
                <a:uLnTx/>
                <a:uFillTx/>
                <a:latin typeface="Arial" panose="020B0604020202020204" pitchFamily="34" charset="0"/>
                <a:ea typeface="PMingLiU" pitchFamily="18" charset="-120"/>
                <a:cs typeface="Arial" panose="020B0604020202020204" pitchFamily="34" charset="0"/>
              </a:rPr>
              <a:t>1</a:t>
            </a:r>
          </a:p>
        </p:txBody>
      </p:sp>
      <p:sp>
        <p:nvSpPr>
          <p:cNvPr id="290" name="Rectangle 76">
            <a:extLst>
              <a:ext uri="{FF2B5EF4-FFF2-40B4-BE49-F238E27FC236}">
                <a16:creationId xmlns:a16="http://schemas.microsoft.com/office/drawing/2014/main" id="{B5416D78-8620-9544-8898-15E036C41A2D}"/>
              </a:ext>
            </a:extLst>
          </p:cNvPr>
          <p:cNvSpPr>
            <a:spLocks noChangeArrowheads="1"/>
          </p:cNvSpPr>
          <p:nvPr/>
        </p:nvSpPr>
        <p:spPr bwMode="auto">
          <a:xfrm>
            <a:off x="1931908" y="4892589"/>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Arial" panose="020B0604020202020204" pitchFamily="34" charset="0"/>
                <a:ea typeface="PMingLiU" pitchFamily="18" charset="-120"/>
                <a:cs typeface="Arial" panose="020B0604020202020204" pitchFamily="34" charset="0"/>
              </a:rPr>
              <a:t>0</a:t>
            </a:r>
          </a:p>
        </p:txBody>
      </p:sp>
      <p:sp>
        <p:nvSpPr>
          <p:cNvPr id="291" name="Line 78">
            <a:extLst>
              <a:ext uri="{FF2B5EF4-FFF2-40B4-BE49-F238E27FC236}">
                <a16:creationId xmlns:a16="http://schemas.microsoft.com/office/drawing/2014/main" id="{6616320A-CA39-5645-9BC8-8759ED8ACD8F}"/>
              </a:ext>
            </a:extLst>
          </p:cNvPr>
          <p:cNvSpPr>
            <a:spLocks noChangeShapeType="1"/>
          </p:cNvSpPr>
          <p:nvPr/>
        </p:nvSpPr>
        <p:spPr bwMode="auto">
          <a:xfrm>
            <a:off x="1719183" y="4818770"/>
            <a:ext cx="0" cy="114300"/>
          </a:xfrm>
          <a:prstGeom prst="line">
            <a:avLst/>
          </a:prstGeom>
          <a:noFill/>
          <a:ln w="25400" cap="rnd">
            <a:solidFill>
              <a:schemeClr val="accent6">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92" name="Line 79">
            <a:extLst>
              <a:ext uri="{FF2B5EF4-FFF2-40B4-BE49-F238E27FC236}">
                <a16:creationId xmlns:a16="http://schemas.microsoft.com/office/drawing/2014/main" id="{678EBE59-54EB-0447-A1CA-B748A4D56E71}"/>
              </a:ext>
            </a:extLst>
          </p:cNvPr>
          <p:cNvSpPr>
            <a:spLocks noChangeShapeType="1"/>
          </p:cNvSpPr>
          <p:nvPr/>
        </p:nvSpPr>
        <p:spPr bwMode="auto">
          <a:xfrm>
            <a:off x="2087483" y="4781697"/>
            <a:ext cx="0" cy="1143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93" name="Rectangle 81">
            <a:extLst>
              <a:ext uri="{FF2B5EF4-FFF2-40B4-BE49-F238E27FC236}">
                <a16:creationId xmlns:a16="http://schemas.microsoft.com/office/drawing/2014/main" id="{8EE1BC21-0DC5-9248-94CB-688B69FE72E9}"/>
              </a:ext>
            </a:extLst>
          </p:cNvPr>
          <p:cNvSpPr>
            <a:spLocks noChangeArrowheads="1"/>
          </p:cNvSpPr>
          <p:nvPr/>
        </p:nvSpPr>
        <p:spPr bwMode="auto">
          <a:xfrm>
            <a:off x="2287508" y="4892589"/>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66"/>
                </a:solidFill>
                <a:effectLst/>
                <a:uLnTx/>
                <a:uFillTx/>
                <a:latin typeface="Arial" panose="020B0604020202020204" pitchFamily="34" charset="0"/>
                <a:ea typeface="PMingLiU" pitchFamily="18" charset="-120"/>
                <a:cs typeface="Arial" panose="020B0604020202020204" pitchFamily="34" charset="0"/>
              </a:rPr>
              <a:t>1</a:t>
            </a:r>
          </a:p>
        </p:txBody>
      </p:sp>
      <p:sp>
        <p:nvSpPr>
          <p:cNvPr id="294" name="Rectangle 82">
            <a:extLst>
              <a:ext uri="{FF2B5EF4-FFF2-40B4-BE49-F238E27FC236}">
                <a16:creationId xmlns:a16="http://schemas.microsoft.com/office/drawing/2014/main" id="{901ABE36-2CA8-864F-A941-B069B9F72342}"/>
              </a:ext>
            </a:extLst>
          </p:cNvPr>
          <p:cNvSpPr>
            <a:spLocks noChangeArrowheads="1"/>
          </p:cNvSpPr>
          <p:nvPr/>
        </p:nvSpPr>
        <p:spPr bwMode="auto">
          <a:xfrm>
            <a:off x="2617708" y="4892589"/>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Arial" panose="020B0604020202020204" pitchFamily="34" charset="0"/>
                <a:ea typeface="PMingLiU" pitchFamily="18" charset="-120"/>
                <a:cs typeface="Arial" panose="020B0604020202020204" pitchFamily="34" charset="0"/>
              </a:rPr>
              <a:t>0</a:t>
            </a:r>
          </a:p>
        </p:txBody>
      </p:sp>
      <p:sp>
        <p:nvSpPr>
          <p:cNvPr id="295" name="Line 84">
            <a:extLst>
              <a:ext uri="{FF2B5EF4-FFF2-40B4-BE49-F238E27FC236}">
                <a16:creationId xmlns:a16="http://schemas.microsoft.com/office/drawing/2014/main" id="{7F66A891-A252-9B4E-80E7-A24050D68DBE}"/>
              </a:ext>
            </a:extLst>
          </p:cNvPr>
          <p:cNvSpPr>
            <a:spLocks noChangeShapeType="1"/>
          </p:cNvSpPr>
          <p:nvPr/>
        </p:nvSpPr>
        <p:spPr bwMode="auto">
          <a:xfrm>
            <a:off x="2404983" y="4818770"/>
            <a:ext cx="0" cy="114300"/>
          </a:xfrm>
          <a:prstGeom prst="line">
            <a:avLst/>
          </a:prstGeom>
          <a:noFill/>
          <a:ln w="25400" cap="rnd">
            <a:solidFill>
              <a:schemeClr val="accent6">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96" name="Line 85">
            <a:extLst>
              <a:ext uri="{FF2B5EF4-FFF2-40B4-BE49-F238E27FC236}">
                <a16:creationId xmlns:a16="http://schemas.microsoft.com/office/drawing/2014/main" id="{56A40BBC-E1EF-0845-8502-1918CFDE10C3}"/>
              </a:ext>
            </a:extLst>
          </p:cNvPr>
          <p:cNvSpPr>
            <a:spLocks noChangeShapeType="1"/>
          </p:cNvSpPr>
          <p:nvPr/>
        </p:nvSpPr>
        <p:spPr bwMode="auto">
          <a:xfrm>
            <a:off x="2773283" y="4781697"/>
            <a:ext cx="0" cy="1143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97" name="Rectangle 87">
            <a:extLst>
              <a:ext uri="{FF2B5EF4-FFF2-40B4-BE49-F238E27FC236}">
                <a16:creationId xmlns:a16="http://schemas.microsoft.com/office/drawing/2014/main" id="{512C6B35-36E9-AE45-9A6A-6E6BA6C848BF}"/>
              </a:ext>
            </a:extLst>
          </p:cNvPr>
          <p:cNvSpPr>
            <a:spLocks noChangeArrowheads="1"/>
          </p:cNvSpPr>
          <p:nvPr/>
        </p:nvSpPr>
        <p:spPr bwMode="auto">
          <a:xfrm>
            <a:off x="2973308" y="4892589"/>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dirty="0">
                <a:ln>
                  <a:noFill/>
                </a:ln>
                <a:solidFill>
                  <a:srgbClr val="000066"/>
                </a:solidFill>
                <a:effectLst/>
                <a:uLnTx/>
                <a:uFillTx/>
                <a:latin typeface="Arial" panose="020B0604020202020204" pitchFamily="34" charset="0"/>
                <a:ea typeface="PMingLiU" pitchFamily="18" charset="-120"/>
                <a:cs typeface="Arial" panose="020B0604020202020204" pitchFamily="34" charset="0"/>
              </a:rPr>
              <a:t>1</a:t>
            </a:r>
          </a:p>
        </p:txBody>
      </p:sp>
      <p:sp>
        <p:nvSpPr>
          <p:cNvPr id="298" name="Rectangle 88">
            <a:extLst>
              <a:ext uri="{FF2B5EF4-FFF2-40B4-BE49-F238E27FC236}">
                <a16:creationId xmlns:a16="http://schemas.microsoft.com/office/drawing/2014/main" id="{ABD20AC1-7D2B-D74F-A0F9-73A923344CA2}"/>
              </a:ext>
            </a:extLst>
          </p:cNvPr>
          <p:cNvSpPr>
            <a:spLocks noChangeArrowheads="1"/>
          </p:cNvSpPr>
          <p:nvPr/>
        </p:nvSpPr>
        <p:spPr bwMode="auto">
          <a:xfrm>
            <a:off x="3303508" y="4892589"/>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Arial" panose="020B0604020202020204" pitchFamily="34" charset="0"/>
                <a:ea typeface="PMingLiU" pitchFamily="18" charset="-120"/>
                <a:cs typeface="Arial" panose="020B0604020202020204" pitchFamily="34" charset="0"/>
              </a:rPr>
              <a:t>0</a:t>
            </a:r>
          </a:p>
        </p:txBody>
      </p:sp>
      <p:sp>
        <p:nvSpPr>
          <p:cNvPr id="299" name="Line 90">
            <a:extLst>
              <a:ext uri="{FF2B5EF4-FFF2-40B4-BE49-F238E27FC236}">
                <a16:creationId xmlns:a16="http://schemas.microsoft.com/office/drawing/2014/main" id="{BD1A4BF2-7F8C-3E4A-9428-235FBC47EA70}"/>
              </a:ext>
            </a:extLst>
          </p:cNvPr>
          <p:cNvSpPr>
            <a:spLocks noChangeShapeType="1"/>
          </p:cNvSpPr>
          <p:nvPr/>
        </p:nvSpPr>
        <p:spPr bwMode="auto">
          <a:xfrm>
            <a:off x="3090783" y="4818770"/>
            <a:ext cx="0" cy="114300"/>
          </a:xfrm>
          <a:prstGeom prst="line">
            <a:avLst/>
          </a:prstGeom>
          <a:noFill/>
          <a:ln w="25400" cap="rnd">
            <a:solidFill>
              <a:schemeClr val="accent6">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00" name="Line 91">
            <a:extLst>
              <a:ext uri="{FF2B5EF4-FFF2-40B4-BE49-F238E27FC236}">
                <a16:creationId xmlns:a16="http://schemas.microsoft.com/office/drawing/2014/main" id="{B8449130-0AE7-1C47-A999-EA3EC502037B}"/>
              </a:ext>
            </a:extLst>
          </p:cNvPr>
          <p:cNvSpPr>
            <a:spLocks noChangeShapeType="1"/>
          </p:cNvSpPr>
          <p:nvPr/>
        </p:nvSpPr>
        <p:spPr bwMode="auto">
          <a:xfrm>
            <a:off x="3459083" y="4781697"/>
            <a:ext cx="0" cy="1143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02" name="Rectangle 205">
            <a:extLst>
              <a:ext uri="{FF2B5EF4-FFF2-40B4-BE49-F238E27FC236}">
                <a16:creationId xmlns:a16="http://schemas.microsoft.com/office/drawing/2014/main" id="{CC86A05F-C7CD-804F-99C7-78B07A7DCF0A}"/>
              </a:ext>
            </a:extLst>
          </p:cNvPr>
          <p:cNvSpPr>
            <a:spLocks noChangeArrowheads="1"/>
          </p:cNvSpPr>
          <p:nvPr/>
        </p:nvSpPr>
        <p:spPr bwMode="auto">
          <a:xfrm>
            <a:off x="3049508" y="4119710"/>
            <a:ext cx="405561"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Arial" panose="020B0604020202020204" pitchFamily="34" charset="0"/>
                <a:ea typeface="PMingLiU" pitchFamily="18" charset="-120"/>
                <a:cs typeface="Arial" panose="020B0604020202020204" pitchFamily="34" charset="0"/>
              </a:rPr>
              <a:t>A</a:t>
            </a:r>
            <a:r>
              <a:rPr kumimoji="1" lang="en-US" altLang="zh-TW" sz="1600" b="1" i="0" u="none" strike="noStrike" kern="1200" cap="none" spc="0" normalizeH="0" baseline="-25000" noProof="0">
                <a:ln>
                  <a:noFill/>
                </a:ln>
                <a:solidFill>
                  <a:srgbClr val="000000"/>
                </a:solidFill>
                <a:effectLst/>
                <a:uLnTx/>
                <a:uFillTx/>
                <a:latin typeface="Arial" panose="020B0604020202020204" pitchFamily="34" charset="0"/>
                <a:ea typeface="PMingLiU" pitchFamily="18" charset="-120"/>
                <a:cs typeface="Arial" panose="020B0604020202020204" pitchFamily="34" charset="0"/>
              </a:rPr>
              <a:t>0</a:t>
            </a:r>
          </a:p>
        </p:txBody>
      </p:sp>
      <p:sp>
        <p:nvSpPr>
          <p:cNvPr id="303" name="Rectangle 206">
            <a:extLst>
              <a:ext uri="{FF2B5EF4-FFF2-40B4-BE49-F238E27FC236}">
                <a16:creationId xmlns:a16="http://schemas.microsoft.com/office/drawing/2014/main" id="{9F9D393B-890A-1042-93C6-23E161165F00}"/>
              </a:ext>
            </a:extLst>
          </p:cNvPr>
          <p:cNvSpPr>
            <a:spLocks noChangeArrowheads="1"/>
          </p:cNvSpPr>
          <p:nvPr/>
        </p:nvSpPr>
        <p:spPr bwMode="auto">
          <a:xfrm>
            <a:off x="2363708" y="4119710"/>
            <a:ext cx="405561"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Arial" panose="020B0604020202020204" pitchFamily="34" charset="0"/>
                <a:ea typeface="PMingLiU" pitchFamily="18" charset="-120"/>
                <a:cs typeface="Arial" panose="020B0604020202020204" pitchFamily="34" charset="0"/>
              </a:rPr>
              <a:t>A</a:t>
            </a:r>
            <a:r>
              <a:rPr kumimoji="1" lang="en-US" altLang="zh-TW" sz="1600" b="1" i="0" u="none" strike="noStrike" kern="1200" cap="none" spc="0" normalizeH="0" baseline="-25000" noProof="0">
                <a:ln>
                  <a:noFill/>
                </a:ln>
                <a:solidFill>
                  <a:srgbClr val="000000"/>
                </a:solidFill>
                <a:effectLst/>
                <a:uLnTx/>
                <a:uFillTx/>
                <a:latin typeface="Arial" panose="020B0604020202020204" pitchFamily="34" charset="0"/>
                <a:ea typeface="PMingLiU" pitchFamily="18" charset="-120"/>
                <a:cs typeface="Arial" panose="020B0604020202020204" pitchFamily="34" charset="0"/>
              </a:rPr>
              <a:t>1</a:t>
            </a:r>
          </a:p>
        </p:txBody>
      </p:sp>
      <p:sp>
        <p:nvSpPr>
          <p:cNvPr id="304" name="Rectangle 207">
            <a:extLst>
              <a:ext uri="{FF2B5EF4-FFF2-40B4-BE49-F238E27FC236}">
                <a16:creationId xmlns:a16="http://schemas.microsoft.com/office/drawing/2014/main" id="{5C84878A-0331-9448-8C62-7A655760DCE1}"/>
              </a:ext>
            </a:extLst>
          </p:cNvPr>
          <p:cNvSpPr>
            <a:spLocks noChangeArrowheads="1"/>
          </p:cNvSpPr>
          <p:nvPr/>
        </p:nvSpPr>
        <p:spPr bwMode="auto">
          <a:xfrm>
            <a:off x="1754108" y="4119710"/>
            <a:ext cx="405561"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Arial" panose="020B0604020202020204" pitchFamily="34" charset="0"/>
                <a:ea typeface="PMingLiU" pitchFamily="18" charset="-120"/>
                <a:cs typeface="Arial" panose="020B0604020202020204" pitchFamily="34" charset="0"/>
              </a:rPr>
              <a:t>A</a:t>
            </a:r>
            <a:r>
              <a:rPr kumimoji="1" lang="en-US" altLang="zh-TW" sz="1600" b="1" i="0" u="none" strike="noStrike" kern="1200" cap="none" spc="0" normalizeH="0" baseline="-25000" noProof="0">
                <a:ln>
                  <a:noFill/>
                </a:ln>
                <a:solidFill>
                  <a:srgbClr val="000000"/>
                </a:solidFill>
                <a:effectLst/>
                <a:uLnTx/>
                <a:uFillTx/>
                <a:latin typeface="Arial" panose="020B0604020202020204" pitchFamily="34" charset="0"/>
                <a:ea typeface="PMingLiU" pitchFamily="18" charset="-120"/>
                <a:cs typeface="Arial" panose="020B0604020202020204" pitchFamily="34" charset="0"/>
              </a:rPr>
              <a:t>2</a:t>
            </a:r>
          </a:p>
        </p:txBody>
      </p:sp>
      <p:sp>
        <p:nvSpPr>
          <p:cNvPr id="305" name="Rectangle 208">
            <a:extLst>
              <a:ext uri="{FF2B5EF4-FFF2-40B4-BE49-F238E27FC236}">
                <a16:creationId xmlns:a16="http://schemas.microsoft.com/office/drawing/2014/main" id="{CBD04104-A1E9-2E46-B974-FE9B3C606392}"/>
              </a:ext>
            </a:extLst>
          </p:cNvPr>
          <p:cNvSpPr>
            <a:spLocks noChangeArrowheads="1"/>
          </p:cNvSpPr>
          <p:nvPr/>
        </p:nvSpPr>
        <p:spPr bwMode="auto">
          <a:xfrm>
            <a:off x="1068308" y="4119710"/>
            <a:ext cx="405561"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Arial" panose="020B0604020202020204" pitchFamily="34" charset="0"/>
                <a:ea typeface="PMingLiU" pitchFamily="18" charset="-120"/>
                <a:cs typeface="Arial" panose="020B0604020202020204" pitchFamily="34" charset="0"/>
              </a:rPr>
              <a:t>A</a:t>
            </a:r>
            <a:r>
              <a:rPr kumimoji="1" lang="en-US" altLang="zh-TW" sz="1600" b="1" i="0" u="none" strike="noStrike" kern="1200" cap="none" spc="0" normalizeH="0" baseline="-25000" noProof="0">
                <a:ln>
                  <a:noFill/>
                </a:ln>
                <a:solidFill>
                  <a:srgbClr val="000000"/>
                </a:solidFill>
                <a:effectLst/>
                <a:uLnTx/>
                <a:uFillTx/>
                <a:latin typeface="Arial" panose="020B0604020202020204" pitchFamily="34" charset="0"/>
                <a:ea typeface="PMingLiU" pitchFamily="18" charset="-120"/>
                <a:cs typeface="Arial" panose="020B0604020202020204" pitchFamily="34" charset="0"/>
              </a:rPr>
              <a:t>3</a:t>
            </a:r>
          </a:p>
        </p:txBody>
      </p:sp>
      <p:sp>
        <p:nvSpPr>
          <p:cNvPr id="310" name="Freeform 221">
            <a:extLst>
              <a:ext uri="{FF2B5EF4-FFF2-40B4-BE49-F238E27FC236}">
                <a16:creationId xmlns:a16="http://schemas.microsoft.com/office/drawing/2014/main" id="{0D3B3E02-9ED2-CE4C-A13C-839BF214081F}"/>
              </a:ext>
            </a:extLst>
          </p:cNvPr>
          <p:cNvSpPr>
            <a:spLocks/>
          </p:cNvSpPr>
          <p:nvPr/>
        </p:nvSpPr>
        <p:spPr bwMode="auto">
          <a:xfrm>
            <a:off x="3598783" y="4387203"/>
            <a:ext cx="380694" cy="687388"/>
          </a:xfrm>
          <a:custGeom>
            <a:avLst/>
            <a:gdLst>
              <a:gd name="T0" fmla="*/ 838200 w 529"/>
              <a:gd name="T1" fmla="*/ 0 h 433"/>
              <a:gd name="T2" fmla="*/ 838200 w 529"/>
              <a:gd name="T3" fmla="*/ 685800 h 433"/>
              <a:gd name="T4" fmla="*/ 0 w 529"/>
              <a:gd name="T5" fmla="*/ 685800 h 433"/>
              <a:gd name="T6" fmla="*/ 0 60000 65536"/>
              <a:gd name="T7" fmla="*/ 0 60000 65536"/>
              <a:gd name="T8" fmla="*/ 0 60000 65536"/>
            </a:gdLst>
            <a:ahLst/>
            <a:cxnLst>
              <a:cxn ang="T6">
                <a:pos x="T0" y="T1"/>
              </a:cxn>
              <a:cxn ang="T7">
                <a:pos x="T2" y="T3"/>
              </a:cxn>
              <a:cxn ang="T8">
                <a:pos x="T4" y="T5"/>
              </a:cxn>
            </a:cxnLst>
            <a:rect l="0" t="0" r="r" b="b"/>
            <a:pathLst>
              <a:path w="529" h="433">
                <a:moveTo>
                  <a:pt x="528" y="0"/>
                </a:moveTo>
                <a:lnTo>
                  <a:pt x="528" y="432"/>
                </a:lnTo>
                <a:lnTo>
                  <a:pt x="0" y="432"/>
                </a:lnTo>
              </a:path>
            </a:pathLst>
          </a:custGeom>
          <a:noFill/>
          <a:ln w="25400" cap="rnd"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13" name="Rectangle 204">
            <a:extLst>
              <a:ext uri="{FF2B5EF4-FFF2-40B4-BE49-F238E27FC236}">
                <a16:creationId xmlns:a16="http://schemas.microsoft.com/office/drawing/2014/main" id="{5A98259E-20B6-8245-B440-E596C77FB85F}"/>
              </a:ext>
            </a:extLst>
          </p:cNvPr>
          <p:cNvSpPr>
            <a:spLocks noChangeArrowheads="1"/>
          </p:cNvSpPr>
          <p:nvPr/>
        </p:nvSpPr>
        <p:spPr bwMode="auto">
          <a:xfrm>
            <a:off x="3667184" y="4005064"/>
            <a:ext cx="628378" cy="335989"/>
          </a:xfrm>
          <a:prstGeom prst="rect">
            <a:avLst/>
          </a:prstGeom>
          <a:solidFill>
            <a:srgbClr val="0070C0"/>
          </a:solidFill>
          <a:ln>
            <a:noFill/>
          </a:ln>
          <a:effectLst/>
        </p:spPr>
        <p:txBody>
          <a:bodyPr wrap="none" lIns="90488" tIns="44450" rIns="90488" bIns="44450">
            <a:spAutoFit/>
          </a:bodyPr>
          <a:lstStyle/>
          <a:p>
            <a:pPr lvl="0" eaLnBrk="0" hangingPunct="0">
              <a:defRPr/>
            </a:pPr>
            <a:r>
              <a:rPr kumimoji="1" lang="en-US" altLang="zh-CN" sz="1600" b="1" i="0" u="none" strike="noStrike" kern="1200" cap="none" spc="0" normalizeH="0" baseline="0" noProof="0" dirty="0">
                <a:ln>
                  <a:noFill/>
                </a:ln>
                <a:solidFill>
                  <a:schemeClr val="bg1"/>
                </a:solidFill>
                <a:effectLst/>
                <a:uLnTx/>
                <a:uFillTx/>
                <a:latin typeface="Arial" panose="020B0604020202020204" pitchFamily="34" charset="0"/>
                <a:ea typeface="PMingLiU" pitchFamily="18" charset="-120"/>
                <a:cs typeface="Arial" panose="020B0604020202020204" pitchFamily="34" charset="0"/>
              </a:rPr>
              <a:t>S</a:t>
            </a:r>
            <a:r>
              <a:rPr kumimoji="1" lang="en-US" altLang="zh-TW" sz="1600" b="1" i="0" u="none" strike="noStrike" kern="1200" cap="none" spc="0" normalizeH="0" baseline="-25000" noProof="0" dirty="0">
                <a:ln>
                  <a:noFill/>
                </a:ln>
                <a:solidFill>
                  <a:schemeClr val="bg1"/>
                </a:solidFill>
                <a:effectLst/>
                <a:uLnTx/>
                <a:uFillTx/>
                <a:latin typeface="Arial" panose="020B0604020202020204" pitchFamily="34" charset="0"/>
                <a:ea typeface="PMingLiU" pitchFamily="18" charset="-120"/>
                <a:cs typeface="Arial" panose="020B0604020202020204" pitchFamily="34" charset="0"/>
              </a:rPr>
              <a:t>0</a:t>
            </a:r>
            <a:r>
              <a:rPr kumimoji="1" lang="en-US" altLang="zh-CN" sz="1600" b="1" dirty="0">
                <a:solidFill>
                  <a:schemeClr val="bg1"/>
                </a:solidFill>
                <a:latin typeface="Arial" panose="020B0604020202020204" pitchFamily="34" charset="0"/>
                <a:ea typeface="PMingLiU" pitchFamily="18" charset="-120"/>
                <a:cs typeface="Arial" panose="020B0604020202020204" pitchFamily="34" charset="0"/>
              </a:rPr>
              <a:t>=0</a:t>
            </a:r>
            <a:endParaRPr kumimoji="1" lang="en-US" altLang="zh-TW" sz="1600" b="1" i="0" u="none" strike="noStrike" kern="1200" cap="none" spc="0" normalizeH="0" baseline="-25000" noProof="0" dirty="0">
              <a:ln>
                <a:noFill/>
              </a:ln>
              <a:solidFill>
                <a:schemeClr val="bg1"/>
              </a:solidFill>
              <a:effectLst/>
              <a:uLnTx/>
              <a:uFillTx/>
              <a:latin typeface="Arial" panose="020B0604020202020204" pitchFamily="34" charset="0"/>
              <a:ea typeface="PMingLiU" pitchFamily="18" charset="-120"/>
              <a:cs typeface="Arial" panose="020B0604020202020204" pitchFamily="34" charset="0"/>
            </a:endParaRPr>
          </a:p>
        </p:txBody>
      </p:sp>
      <p:sp>
        <p:nvSpPr>
          <p:cNvPr id="321" name="Rectangle 205">
            <a:extLst>
              <a:ext uri="{FF2B5EF4-FFF2-40B4-BE49-F238E27FC236}">
                <a16:creationId xmlns:a16="http://schemas.microsoft.com/office/drawing/2014/main" id="{97401357-8213-A34E-8837-695DC24BD3EB}"/>
              </a:ext>
            </a:extLst>
          </p:cNvPr>
          <p:cNvSpPr>
            <a:spLocks noChangeArrowheads="1"/>
          </p:cNvSpPr>
          <p:nvPr/>
        </p:nvSpPr>
        <p:spPr bwMode="auto">
          <a:xfrm>
            <a:off x="3152954" y="5411552"/>
            <a:ext cx="405561"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dirty="0">
                <a:ln>
                  <a:noFill/>
                </a:ln>
                <a:solidFill>
                  <a:srgbClr val="000000"/>
                </a:solidFill>
                <a:effectLst/>
                <a:uLnTx/>
                <a:uFillTx/>
                <a:latin typeface="Arial" panose="020B0604020202020204" pitchFamily="34" charset="0"/>
                <a:ea typeface="PMingLiU" pitchFamily="18" charset="-120"/>
                <a:cs typeface="Arial" panose="020B0604020202020204" pitchFamily="34" charset="0"/>
              </a:rPr>
              <a:t>A</a:t>
            </a:r>
            <a:r>
              <a:rPr kumimoji="1" lang="en-US" altLang="zh-TW" sz="1600" b="1" i="0" u="none" strike="noStrike" kern="1200" cap="none" spc="0" normalizeH="0" baseline="-25000" noProof="0" dirty="0">
                <a:ln>
                  <a:noFill/>
                </a:ln>
                <a:solidFill>
                  <a:srgbClr val="000000"/>
                </a:solidFill>
                <a:effectLst/>
                <a:uLnTx/>
                <a:uFillTx/>
                <a:latin typeface="Arial" panose="020B0604020202020204" pitchFamily="34" charset="0"/>
                <a:ea typeface="PMingLiU" pitchFamily="18" charset="-120"/>
                <a:cs typeface="Arial" panose="020B0604020202020204" pitchFamily="34" charset="0"/>
              </a:rPr>
              <a:t>0</a:t>
            </a:r>
          </a:p>
        </p:txBody>
      </p:sp>
      <p:sp>
        <p:nvSpPr>
          <p:cNvPr id="322" name="Rectangle 206">
            <a:extLst>
              <a:ext uri="{FF2B5EF4-FFF2-40B4-BE49-F238E27FC236}">
                <a16:creationId xmlns:a16="http://schemas.microsoft.com/office/drawing/2014/main" id="{06ED192F-F3E0-0E43-8324-BC4146DF36E6}"/>
              </a:ext>
            </a:extLst>
          </p:cNvPr>
          <p:cNvSpPr>
            <a:spLocks noChangeArrowheads="1"/>
          </p:cNvSpPr>
          <p:nvPr/>
        </p:nvSpPr>
        <p:spPr bwMode="auto">
          <a:xfrm>
            <a:off x="2458709" y="5411552"/>
            <a:ext cx="405561"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dirty="0">
                <a:ln>
                  <a:noFill/>
                </a:ln>
                <a:solidFill>
                  <a:srgbClr val="000000"/>
                </a:solidFill>
                <a:effectLst/>
                <a:uLnTx/>
                <a:uFillTx/>
                <a:latin typeface="Arial" panose="020B0604020202020204" pitchFamily="34" charset="0"/>
                <a:ea typeface="PMingLiU" pitchFamily="18" charset="-120"/>
                <a:cs typeface="Arial" panose="020B0604020202020204" pitchFamily="34" charset="0"/>
              </a:rPr>
              <a:t>A</a:t>
            </a:r>
            <a:r>
              <a:rPr kumimoji="1" lang="en-US" altLang="zh-TW" sz="1600" b="1" i="0" u="none" strike="noStrike" kern="1200" cap="none" spc="0" normalizeH="0" baseline="-25000" noProof="0" dirty="0">
                <a:ln>
                  <a:noFill/>
                </a:ln>
                <a:solidFill>
                  <a:srgbClr val="000000"/>
                </a:solidFill>
                <a:effectLst/>
                <a:uLnTx/>
                <a:uFillTx/>
                <a:latin typeface="Arial" panose="020B0604020202020204" pitchFamily="34" charset="0"/>
                <a:ea typeface="PMingLiU" pitchFamily="18" charset="-120"/>
                <a:cs typeface="Arial" panose="020B0604020202020204" pitchFamily="34" charset="0"/>
              </a:rPr>
              <a:t>1</a:t>
            </a:r>
          </a:p>
        </p:txBody>
      </p:sp>
      <p:sp>
        <p:nvSpPr>
          <p:cNvPr id="323" name="Rectangle 207">
            <a:extLst>
              <a:ext uri="{FF2B5EF4-FFF2-40B4-BE49-F238E27FC236}">
                <a16:creationId xmlns:a16="http://schemas.microsoft.com/office/drawing/2014/main" id="{0BEF0C4E-BC94-A84C-8018-27A2CC5CC75F}"/>
              </a:ext>
            </a:extLst>
          </p:cNvPr>
          <p:cNvSpPr>
            <a:spLocks noChangeArrowheads="1"/>
          </p:cNvSpPr>
          <p:nvPr/>
        </p:nvSpPr>
        <p:spPr bwMode="auto">
          <a:xfrm>
            <a:off x="1764465" y="5411552"/>
            <a:ext cx="405561"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Arial" panose="020B0604020202020204" pitchFamily="34" charset="0"/>
                <a:ea typeface="PMingLiU" pitchFamily="18" charset="-120"/>
                <a:cs typeface="Arial" panose="020B0604020202020204" pitchFamily="34" charset="0"/>
              </a:rPr>
              <a:t>A</a:t>
            </a:r>
            <a:r>
              <a:rPr kumimoji="1" lang="en-US" altLang="zh-TW" sz="1600" b="1" i="0" u="none" strike="noStrike" kern="1200" cap="none" spc="0" normalizeH="0" baseline="-25000" noProof="0">
                <a:ln>
                  <a:noFill/>
                </a:ln>
                <a:solidFill>
                  <a:srgbClr val="000000"/>
                </a:solidFill>
                <a:effectLst/>
                <a:uLnTx/>
                <a:uFillTx/>
                <a:latin typeface="Arial" panose="020B0604020202020204" pitchFamily="34" charset="0"/>
                <a:ea typeface="PMingLiU" pitchFamily="18" charset="-120"/>
                <a:cs typeface="Arial" panose="020B0604020202020204" pitchFamily="34" charset="0"/>
              </a:rPr>
              <a:t>2</a:t>
            </a:r>
          </a:p>
        </p:txBody>
      </p:sp>
      <p:sp>
        <p:nvSpPr>
          <p:cNvPr id="324" name="Rectangle 208">
            <a:extLst>
              <a:ext uri="{FF2B5EF4-FFF2-40B4-BE49-F238E27FC236}">
                <a16:creationId xmlns:a16="http://schemas.microsoft.com/office/drawing/2014/main" id="{B4066C40-8B4F-644F-9D02-D592359D2548}"/>
              </a:ext>
            </a:extLst>
          </p:cNvPr>
          <p:cNvSpPr>
            <a:spLocks noChangeArrowheads="1"/>
          </p:cNvSpPr>
          <p:nvPr/>
        </p:nvSpPr>
        <p:spPr bwMode="auto">
          <a:xfrm>
            <a:off x="1070221" y="5411552"/>
            <a:ext cx="405561"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Arial" panose="020B0604020202020204" pitchFamily="34" charset="0"/>
                <a:ea typeface="PMingLiU" pitchFamily="18" charset="-120"/>
                <a:cs typeface="Arial" panose="020B0604020202020204" pitchFamily="34" charset="0"/>
              </a:rPr>
              <a:t>A</a:t>
            </a:r>
            <a:r>
              <a:rPr kumimoji="1" lang="en-US" altLang="zh-TW" sz="1600" b="1" i="0" u="none" strike="noStrike" kern="1200" cap="none" spc="0" normalizeH="0" baseline="-25000" noProof="0">
                <a:ln>
                  <a:noFill/>
                </a:ln>
                <a:solidFill>
                  <a:srgbClr val="000000"/>
                </a:solidFill>
                <a:effectLst/>
                <a:uLnTx/>
                <a:uFillTx/>
                <a:latin typeface="Arial" panose="020B0604020202020204" pitchFamily="34" charset="0"/>
                <a:ea typeface="PMingLiU" pitchFamily="18" charset="-120"/>
                <a:cs typeface="Arial" panose="020B0604020202020204" pitchFamily="34" charset="0"/>
              </a:rPr>
              <a:t>3</a:t>
            </a:r>
          </a:p>
        </p:txBody>
      </p:sp>
      <p:sp>
        <p:nvSpPr>
          <p:cNvPr id="7" name="TextBox 6">
            <a:extLst>
              <a:ext uri="{FF2B5EF4-FFF2-40B4-BE49-F238E27FC236}">
                <a16:creationId xmlns:a16="http://schemas.microsoft.com/office/drawing/2014/main" id="{6CD64B05-E1E9-844E-A220-A949E472434F}"/>
              </a:ext>
            </a:extLst>
          </p:cNvPr>
          <p:cNvSpPr txBox="1"/>
          <p:nvPr/>
        </p:nvSpPr>
        <p:spPr>
          <a:xfrm>
            <a:off x="289991" y="4297652"/>
            <a:ext cx="505268" cy="369332"/>
          </a:xfrm>
          <a:prstGeom prst="rect">
            <a:avLst/>
          </a:prstGeom>
          <a:noFill/>
        </p:spPr>
        <p:txBody>
          <a:bodyPr wrap="none" rtlCol="0">
            <a:spAutoFit/>
          </a:bodyPr>
          <a:lstStyle/>
          <a:p>
            <a:pPr algn="ctr"/>
            <a:r>
              <a:rPr lang="en-US" altLang="zh-CN" dirty="0">
                <a:latin typeface="Arial" panose="020B0604020202020204" pitchFamily="34" charset="0"/>
                <a:ea typeface="SimHei" panose="02010609060101010101" pitchFamily="49" charset="-122"/>
                <a:cs typeface="Arial" panose="020B0604020202020204" pitchFamily="34" charset="0"/>
              </a:rPr>
              <a:t>0/1</a:t>
            </a:r>
            <a:endParaRPr lang="en-CN" dirty="0">
              <a:latin typeface="Arial" panose="020B0604020202020204" pitchFamily="34" charset="0"/>
              <a:ea typeface="SimHei" panose="02010609060101010101" pitchFamily="49" charset="-122"/>
              <a:cs typeface="Arial" panose="020B0604020202020204" pitchFamily="34" charset="0"/>
            </a:endParaRPr>
          </a:p>
        </p:txBody>
      </p:sp>
      <p:cxnSp>
        <p:nvCxnSpPr>
          <p:cNvPr id="427" name="Straight Connector 426">
            <a:extLst>
              <a:ext uri="{FF2B5EF4-FFF2-40B4-BE49-F238E27FC236}">
                <a16:creationId xmlns:a16="http://schemas.microsoft.com/office/drawing/2014/main" id="{47CDE85C-4530-4244-8A38-52F37E6CB4AE}"/>
              </a:ext>
            </a:extLst>
          </p:cNvPr>
          <p:cNvCxnSpPr/>
          <p:nvPr/>
        </p:nvCxnSpPr>
        <p:spPr bwMode="auto">
          <a:xfrm>
            <a:off x="5464933" y="3344578"/>
            <a:ext cx="0" cy="24420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8" name="Straight Connector 427">
            <a:extLst>
              <a:ext uri="{FF2B5EF4-FFF2-40B4-BE49-F238E27FC236}">
                <a16:creationId xmlns:a16="http://schemas.microsoft.com/office/drawing/2014/main" id="{6C4E2FB6-028F-5A43-AF4D-E232B48D1C71}"/>
              </a:ext>
            </a:extLst>
          </p:cNvPr>
          <p:cNvCxnSpPr/>
          <p:nvPr/>
        </p:nvCxnSpPr>
        <p:spPr bwMode="auto">
          <a:xfrm>
            <a:off x="4777558" y="3344578"/>
            <a:ext cx="0" cy="24420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9" name="Straight Connector 428">
            <a:extLst>
              <a:ext uri="{FF2B5EF4-FFF2-40B4-BE49-F238E27FC236}">
                <a16:creationId xmlns:a16="http://schemas.microsoft.com/office/drawing/2014/main" id="{87499A18-B000-7F40-AE88-27A996EF8F61}"/>
              </a:ext>
            </a:extLst>
          </p:cNvPr>
          <p:cNvCxnSpPr/>
          <p:nvPr/>
        </p:nvCxnSpPr>
        <p:spPr bwMode="auto">
          <a:xfrm>
            <a:off x="4090185" y="3344578"/>
            <a:ext cx="0" cy="24420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0" name="Straight Connector 429">
            <a:extLst>
              <a:ext uri="{FF2B5EF4-FFF2-40B4-BE49-F238E27FC236}">
                <a16:creationId xmlns:a16="http://schemas.microsoft.com/office/drawing/2014/main" id="{EC667459-30C3-8947-8EAF-EE0EC185A752}"/>
              </a:ext>
            </a:extLst>
          </p:cNvPr>
          <p:cNvCxnSpPr/>
          <p:nvPr/>
        </p:nvCxnSpPr>
        <p:spPr bwMode="auto">
          <a:xfrm>
            <a:off x="3402812" y="3344578"/>
            <a:ext cx="0" cy="24420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 name="Straight Connector 2">
            <a:extLst>
              <a:ext uri="{FF2B5EF4-FFF2-40B4-BE49-F238E27FC236}">
                <a16:creationId xmlns:a16="http://schemas.microsoft.com/office/drawing/2014/main" id="{A00914F1-9BC4-C741-8969-E60C414DAC45}"/>
              </a:ext>
            </a:extLst>
          </p:cNvPr>
          <p:cNvCxnSpPr>
            <a:cxnSpLocks/>
            <a:stCxn id="38120" idx="3"/>
          </p:cNvCxnSpPr>
          <p:nvPr/>
        </p:nvCxnSpPr>
        <p:spPr bwMode="auto">
          <a:xfrm flipH="1">
            <a:off x="3677653" y="3188826"/>
            <a:ext cx="2052637" cy="1"/>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38117" name="AutoShape 242"/>
          <p:cNvSpPr>
            <a:spLocks noChangeArrowheads="1"/>
          </p:cNvSpPr>
          <p:nvPr/>
        </p:nvSpPr>
        <p:spPr bwMode="auto">
          <a:xfrm>
            <a:off x="3101390" y="3029582"/>
            <a:ext cx="576263" cy="318487"/>
          </a:xfrm>
          <a:prstGeom prst="roundRect">
            <a:avLst>
              <a:gd name="adj" fmla="val 38727"/>
            </a:avLst>
          </a:prstGeom>
          <a:solidFill>
            <a:schemeClr val="bg1"/>
          </a:solidFill>
          <a:ln w="19050" algn="ctr">
            <a:solidFill>
              <a:srgbClr val="CC00FF"/>
            </a:solidFill>
            <a:round/>
            <a:headEnd type="none" w="sm" len="sm"/>
            <a:tailEnd type="none" w="sm" len="sm"/>
          </a:ln>
          <a:effectLst/>
          <a:extLs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0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8118" name="AutoShape 243"/>
          <p:cNvSpPr>
            <a:spLocks noChangeArrowheads="1"/>
          </p:cNvSpPr>
          <p:nvPr/>
        </p:nvSpPr>
        <p:spPr bwMode="auto">
          <a:xfrm>
            <a:off x="3779252" y="3031170"/>
            <a:ext cx="576263" cy="318487"/>
          </a:xfrm>
          <a:prstGeom prst="roundRect">
            <a:avLst>
              <a:gd name="adj" fmla="val 38727"/>
            </a:avLst>
          </a:prstGeom>
          <a:solidFill>
            <a:schemeClr val="bg1"/>
          </a:solidFill>
          <a:ln w="19050" algn="ctr">
            <a:solidFill>
              <a:srgbClr val="CC00FF"/>
            </a:solidFill>
            <a:round/>
            <a:headEnd type="none" w="sm" len="sm"/>
            <a:tailEnd type="none" w="sm" len="sm"/>
          </a:ln>
          <a:effectLst/>
          <a:extLs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0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8119" name="AutoShape 244"/>
          <p:cNvSpPr>
            <a:spLocks noChangeArrowheads="1"/>
          </p:cNvSpPr>
          <p:nvPr/>
        </p:nvSpPr>
        <p:spPr bwMode="auto">
          <a:xfrm>
            <a:off x="4471402" y="3032757"/>
            <a:ext cx="576263" cy="318487"/>
          </a:xfrm>
          <a:prstGeom prst="roundRect">
            <a:avLst>
              <a:gd name="adj" fmla="val 38727"/>
            </a:avLst>
          </a:prstGeom>
          <a:solidFill>
            <a:schemeClr val="bg1"/>
          </a:solidFill>
          <a:ln w="19050" algn="ctr">
            <a:solidFill>
              <a:srgbClr val="CC00FF"/>
            </a:solidFill>
            <a:round/>
            <a:headEnd type="none" w="sm" len="sm"/>
            <a:tailEnd type="none" w="sm" len="sm"/>
          </a:ln>
          <a:effectLst/>
          <a:extLs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0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8120" name="AutoShape 245"/>
          <p:cNvSpPr>
            <a:spLocks noChangeArrowheads="1"/>
          </p:cNvSpPr>
          <p:nvPr/>
        </p:nvSpPr>
        <p:spPr bwMode="auto">
          <a:xfrm>
            <a:off x="5154027" y="3029582"/>
            <a:ext cx="576263" cy="318487"/>
          </a:xfrm>
          <a:prstGeom prst="roundRect">
            <a:avLst>
              <a:gd name="adj" fmla="val 38727"/>
            </a:avLst>
          </a:prstGeom>
          <a:solidFill>
            <a:schemeClr val="bg1"/>
          </a:solidFill>
          <a:ln w="19050" algn="ctr">
            <a:solidFill>
              <a:srgbClr val="CC00FF"/>
            </a:solidFill>
            <a:round/>
            <a:headEnd type="none" w="sm" len="sm"/>
            <a:tailEnd type="none" w="sm" len="sm"/>
          </a:ln>
          <a:effectLst/>
          <a:extLs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0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7909" name="Line 21"/>
          <p:cNvSpPr>
            <a:spLocks noChangeShapeType="1"/>
          </p:cNvSpPr>
          <p:nvPr/>
        </p:nvSpPr>
        <p:spPr bwMode="auto">
          <a:xfrm>
            <a:off x="2718802" y="2754075"/>
            <a:ext cx="471488" cy="1524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7910" name="Line 22"/>
          <p:cNvSpPr>
            <a:spLocks noChangeShapeType="1"/>
          </p:cNvSpPr>
          <p:nvPr/>
        </p:nvSpPr>
        <p:spPr bwMode="auto">
          <a:xfrm>
            <a:off x="3404602" y="2525475"/>
            <a:ext cx="0" cy="2286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7911" name="Line 23"/>
          <p:cNvSpPr>
            <a:spLocks noChangeShapeType="1"/>
          </p:cNvSpPr>
          <p:nvPr/>
        </p:nvSpPr>
        <p:spPr bwMode="auto">
          <a:xfrm>
            <a:off x="3404601" y="2754075"/>
            <a:ext cx="165095" cy="1524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7912" name="Line 24"/>
          <p:cNvSpPr>
            <a:spLocks noChangeShapeType="1"/>
          </p:cNvSpPr>
          <p:nvPr/>
        </p:nvSpPr>
        <p:spPr bwMode="auto">
          <a:xfrm>
            <a:off x="3404602" y="2754074"/>
            <a:ext cx="482600" cy="162861"/>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7913" name="Line 25"/>
          <p:cNvSpPr>
            <a:spLocks noChangeShapeType="1"/>
          </p:cNvSpPr>
          <p:nvPr/>
        </p:nvSpPr>
        <p:spPr bwMode="auto">
          <a:xfrm>
            <a:off x="4090402" y="2525475"/>
            <a:ext cx="0" cy="2286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7914" name="Line 26"/>
          <p:cNvSpPr>
            <a:spLocks noChangeShapeType="1"/>
          </p:cNvSpPr>
          <p:nvPr/>
        </p:nvSpPr>
        <p:spPr bwMode="auto">
          <a:xfrm>
            <a:off x="4090401" y="2754075"/>
            <a:ext cx="165081" cy="1524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7915" name="Line 27"/>
          <p:cNvSpPr>
            <a:spLocks noChangeShapeType="1"/>
          </p:cNvSpPr>
          <p:nvPr/>
        </p:nvSpPr>
        <p:spPr bwMode="auto">
          <a:xfrm>
            <a:off x="4090401" y="2754074"/>
            <a:ext cx="482599" cy="162855"/>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7916" name="Line 28"/>
          <p:cNvSpPr>
            <a:spLocks noChangeShapeType="1"/>
          </p:cNvSpPr>
          <p:nvPr/>
        </p:nvSpPr>
        <p:spPr bwMode="auto">
          <a:xfrm>
            <a:off x="4776202" y="2525475"/>
            <a:ext cx="0" cy="2286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7917" name="Line 29"/>
          <p:cNvSpPr>
            <a:spLocks noChangeShapeType="1"/>
          </p:cNvSpPr>
          <p:nvPr/>
        </p:nvSpPr>
        <p:spPr bwMode="auto">
          <a:xfrm>
            <a:off x="4776201" y="2754075"/>
            <a:ext cx="161075" cy="151306"/>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7918" name="Line 30"/>
          <p:cNvSpPr>
            <a:spLocks noChangeShapeType="1"/>
          </p:cNvSpPr>
          <p:nvPr/>
        </p:nvSpPr>
        <p:spPr bwMode="auto">
          <a:xfrm>
            <a:off x="4776201" y="2754074"/>
            <a:ext cx="482587" cy="162851"/>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7919" name="Line 31"/>
          <p:cNvSpPr>
            <a:spLocks noChangeShapeType="1"/>
          </p:cNvSpPr>
          <p:nvPr/>
        </p:nvSpPr>
        <p:spPr bwMode="auto">
          <a:xfrm>
            <a:off x="5462002" y="2525475"/>
            <a:ext cx="0" cy="2286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7920" name="Line 32"/>
          <p:cNvSpPr>
            <a:spLocks noChangeShapeType="1"/>
          </p:cNvSpPr>
          <p:nvPr/>
        </p:nvSpPr>
        <p:spPr bwMode="auto">
          <a:xfrm>
            <a:off x="5462001" y="2754075"/>
            <a:ext cx="165085" cy="151306"/>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7953" name="Rectangle 69"/>
          <p:cNvSpPr>
            <a:spLocks noChangeArrowheads="1"/>
          </p:cNvSpPr>
          <p:nvPr/>
        </p:nvSpPr>
        <p:spPr bwMode="auto">
          <a:xfrm>
            <a:off x="3083927" y="3016658"/>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dirty="0">
                <a:ln>
                  <a:noFill/>
                </a:ln>
                <a:solidFill>
                  <a:srgbClr val="000066"/>
                </a:solidFill>
                <a:effectLst/>
                <a:uLnTx/>
                <a:uFillTx/>
                <a:latin typeface="Arial" panose="020B0604020202020204" pitchFamily="34" charset="0"/>
                <a:ea typeface="PMingLiU" pitchFamily="18" charset="-120"/>
                <a:cs typeface="Arial" panose="020B0604020202020204" pitchFamily="34" charset="0"/>
              </a:rPr>
              <a:t>1</a:t>
            </a:r>
          </a:p>
        </p:txBody>
      </p:sp>
      <p:sp>
        <p:nvSpPr>
          <p:cNvPr id="37954" name="Rectangle 70"/>
          <p:cNvSpPr>
            <a:spLocks noChangeArrowheads="1"/>
          </p:cNvSpPr>
          <p:nvPr/>
        </p:nvSpPr>
        <p:spPr bwMode="auto">
          <a:xfrm>
            <a:off x="3414127" y="3016658"/>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dirty="0">
                <a:ln>
                  <a:noFill/>
                </a:ln>
                <a:solidFill>
                  <a:srgbClr val="000000"/>
                </a:solidFill>
                <a:effectLst/>
                <a:uLnTx/>
                <a:uFillTx/>
                <a:latin typeface="Arial" panose="020B0604020202020204" pitchFamily="34" charset="0"/>
                <a:ea typeface="PMingLiU" pitchFamily="18" charset="-120"/>
                <a:cs typeface="Arial" panose="020B0604020202020204" pitchFamily="34" charset="0"/>
              </a:rPr>
              <a:t>0</a:t>
            </a:r>
          </a:p>
        </p:txBody>
      </p:sp>
      <p:sp>
        <p:nvSpPr>
          <p:cNvPr id="37956" name="Line 72"/>
          <p:cNvSpPr>
            <a:spLocks noChangeShapeType="1"/>
          </p:cNvSpPr>
          <p:nvPr/>
        </p:nvSpPr>
        <p:spPr bwMode="auto">
          <a:xfrm>
            <a:off x="3201402" y="2919175"/>
            <a:ext cx="0" cy="1143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7957" name="Line 73"/>
          <p:cNvSpPr>
            <a:spLocks noChangeShapeType="1"/>
          </p:cNvSpPr>
          <p:nvPr/>
        </p:nvSpPr>
        <p:spPr bwMode="auto">
          <a:xfrm>
            <a:off x="3569702" y="2906475"/>
            <a:ext cx="0" cy="1143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7958" name="Rectangle 75"/>
          <p:cNvSpPr>
            <a:spLocks noChangeArrowheads="1"/>
          </p:cNvSpPr>
          <p:nvPr/>
        </p:nvSpPr>
        <p:spPr bwMode="auto">
          <a:xfrm>
            <a:off x="3769727" y="3016658"/>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66"/>
                </a:solidFill>
                <a:effectLst/>
                <a:uLnTx/>
                <a:uFillTx/>
                <a:latin typeface="Arial" panose="020B0604020202020204" pitchFamily="34" charset="0"/>
                <a:ea typeface="PMingLiU" pitchFamily="18" charset="-120"/>
                <a:cs typeface="Arial" panose="020B0604020202020204" pitchFamily="34" charset="0"/>
              </a:rPr>
              <a:t>1</a:t>
            </a:r>
          </a:p>
        </p:txBody>
      </p:sp>
      <p:sp>
        <p:nvSpPr>
          <p:cNvPr id="37959" name="Rectangle 76"/>
          <p:cNvSpPr>
            <a:spLocks noChangeArrowheads="1"/>
          </p:cNvSpPr>
          <p:nvPr/>
        </p:nvSpPr>
        <p:spPr bwMode="auto">
          <a:xfrm>
            <a:off x="4099927" y="3016658"/>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Arial" panose="020B0604020202020204" pitchFamily="34" charset="0"/>
                <a:ea typeface="PMingLiU" pitchFamily="18" charset="-120"/>
                <a:cs typeface="Arial" panose="020B0604020202020204" pitchFamily="34" charset="0"/>
              </a:rPr>
              <a:t>0</a:t>
            </a:r>
          </a:p>
        </p:txBody>
      </p:sp>
      <p:sp>
        <p:nvSpPr>
          <p:cNvPr id="37961" name="Line 78"/>
          <p:cNvSpPr>
            <a:spLocks noChangeShapeType="1"/>
          </p:cNvSpPr>
          <p:nvPr/>
        </p:nvSpPr>
        <p:spPr bwMode="auto">
          <a:xfrm>
            <a:off x="3887202" y="2919175"/>
            <a:ext cx="0" cy="1143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7962" name="Line 79"/>
          <p:cNvSpPr>
            <a:spLocks noChangeShapeType="1"/>
          </p:cNvSpPr>
          <p:nvPr/>
        </p:nvSpPr>
        <p:spPr bwMode="auto">
          <a:xfrm>
            <a:off x="4255502" y="2906475"/>
            <a:ext cx="0" cy="1143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7963" name="Rectangle 81"/>
          <p:cNvSpPr>
            <a:spLocks noChangeArrowheads="1"/>
          </p:cNvSpPr>
          <p:nvPr/>
        </p:nvSpPr>
        <p:spPr bwMode="auto">
          <a:xfrm>
            <a:off x="4455527" y="3016658"/>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dirty="0">
                <a:ln>
                  <a:noFill/>
                </a:ln>
                <a:solidFill>
                  <a:srgbClr val="000066"/>
                </a:solidFill>
                <a:effectLst/>
                <a:uLnTx/>
                <a:uFillTx/>
                <a:latin typeface="Arial" panose="020B0604020202020204" pitchFamily="34" charset="0"/>
                <a:ea typeface="PMingLiU" pitchFamily="18" charset="-120"/>
                <a:cs typeface="Arial" panose="020B0604020202020204" pitchFamily="34" charset="0"/>
              </a:rPr>
              <a:t>1</a:t>
            </a:r>
          </a:p>
        </p:txBody>
      </p:sp>
      <p:sp>
        <p:nvSpPr>
          <p:cNvPr id="37964" name="Rectangle 82"/>
          <p:cNvSpPr>
            <a:spLocks noChangeArrowheads="1"/>
          </p:cNvSpPr>
          <p:nvPr/>
        </p:nvSpPr>
        <p:spPr bwMode="auto">
          <a:xfrm>
            <a:off x="4785727" y="3016658"/>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Arial" panose="020B0604020202020204" pitchFamily="34" charset="0"/>
                <a:ea typeface="PMingLiU" pitchFamily="18" charset="-120"/>
                <a:cs typeface="Arial" panose="020B0604020202020204" pitchFamily="34" charset="0"/>
              </a:rPr>
              <a:t>0</a:t>
            </a:r>
          </a:p>
        </p:txBody>
      </p:sp>
      <p:sp>
        <p:nvSpPr>
          <p:cNvPr id="37966" name="Line 84"/>
          <p:cNvSpPr>
            <a:spLocks noChangeShapeType="1"/>
          </p:cNvSpPr>
          <p:nvPr/>
        </p:nvSpPr>
        <p:spPr bwMode="auto">
          <a:xfrm>
            <a:off x="4573002" y="2919175"/>
            <a:ext cx="0" cy="1143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7967" name="Line 85"/>
          <p:cNvSpPr>
            <a:spLocks noChangeShapeType="1"/>
          </p:cNvSpPr>
          <p:nvPr/>
        </p:nvSpPr>
        <p:spPr bwMode="auto">
          <a:xfrm>
            <a:off x="4941302" y="2906475"/>
            <a:ext cx="0" cy="1143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7968" name="Rectangle 87"/>
          <p:cNvSpPr>
            <a:spLocks noChangeArrowheads="1"/>
          </p:cNvSpPr>
          <p:nvPr/>
        </p:nvSpPr>
        <p:spPr bwMode="auto">
          <a:xfrm>
            <a:off x="5141327" y="3016658"/>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66"/>
                </a:solidFill>
                <a:effectLst/>
                <a:uLnTx/>
                <a:uFillTx/>
                <a:latin typeface="Arial" panose="020B0604020202020204" pitchFamily="34" charset="0"/>
                <a:ea typeface="PMingLiU" pitchFamily="18" charset="-120"/>
                <a:cs typeface="Arial" panose="020B0604020202020204" pitchFamily="34" charset="0"/>
              </a:rPr>
              <a:t>1</a:t>
            </a:r>
          </a:p>
        </p:txBody>
      </p:sp>
      <p:sp>
        <p:nvSpPr>
          <p:cNvPr id="37969" name="Rectangle 88"/>
          <p:cNvSpPr>
            <a:spLocks noChangeArrowheads="1"/>
          </p:cNvSpPr>
          <p:nvPr/>
        </p:nvSpPr>
        <p:spPr bwMode="auto">
          <a:xfrm>
            <a:off x="5471527" y="3016658"/>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Arial" panose="020B0604020202020204" pitchFamily="34" charset="0"/>
                <a:ea typeface="PMingLiU" pitchFamily="18" charset="-120"/>
                <a:cs typeface="Arial" panose="020B0604020202020204" pitchFamily="34" charset="0"/>
              </a:rPr>
              <a:t>0</a:t>
            </a:r>
          </a:p>
        </p:txBody>
      </p:sp>
      <p:sp>
        <p:nvSpPr>
          <p:cNvPr id="37971" name="Line 90"/>
          <p:cNvSpPr>
            <a:spLocks noChangeShapeType="1"/>
          </p:cNvSpPr>
          <p:nvPr/>
        </p:nvSpPr>
        <p:spPr bwMode="auto">
          <a:xfrm>
            <a:off x="5258802" y="2919175"/>
            <a:ext cx="0" cy="1143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7972" name="Line 91"/>
          <p:cNvSpPr>
            <a:spLocks noChangeShapeType="1"/>
          </p:cNvSpPr>
          <p:nvPr/>
        </p:nvSpPr>
        <p:spPr bwMode="auto">
          <a:xfrm>
            <a:off x="5627102" y="2906475"/>
            <a:ext cx="0" cy="1143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8069" name="Rectangle 204"/>
          <p:cNvSpPr>
            <a:spLocks noChangeArrowheads="1"/>
          </p:cNvSpPr>
          <p:nvPr/>
        </p:nvSpPr>
        <p:spPr bwMode="auto">
          <a:xfrm>
            <a:off x="5995403" y="2178213"/>
            <a:ext cx="394340"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600" b="1" i="0" u="none" strike="noStrike" kern="1200" cap="none" spc="0" normalizeH="0" baseline="0" noProof="0" dirty="0">
                <a:ln>
                  <a:noFill/>
                </a:ln>
                <a:solidFill>
                  <a:srgbClr val="000000"/>
                </a:solidFill>
                <a:effectLst/>
                <a:uLnTx/>
                <a:uFillTx/>
                <a:latin typeface="Arial" panose="020B0604020202020204" pitchFamily="34" charset="0"/>
                <a:ea typeface="PMingLiU" pitchFamily="18" charset="-120"/>
                <a:cs typeface="Arial" panose="020B0604020202020204" pitchFamily="34" charset="0"/>
              </a:rPr>
              <a:t>S</a:t>
            </a:r>
            <a:r>
              <a:rPr kumimoji="1" lang="en-US" altLang="zh-TW" sz="1600" b="1" i="0" u="none" strike="noStrike" kern="1200" cap="none" spc="0" normalizeH="0" baseline="-25000" noProof="0" dirty="0">
                <a:ln>
                  <a:noFill/>
                </a:ln>
                <a:solidFill>
                  <a:srgbClr val="000000"/>
                </a:solidFill>
                <a:effectLst/>
                <a:uLnTx/>
                <a:uFillTx/>
                <a:latin typeface="Arial" panose="020B0604020202020204" pitchFamily="34" charset="0"/>
                <a:ea typeface="PMingLiU" pitchFamily="18" charset="-120"/>
                <a:cs typeface="Arial" panose="020B0604020202020204" pitchFamily="34" charset="0"/>
              </a:rPr>
              <a:t>0</a:t>
            </a:r>
          </a:p>
        </p:txBody>
      </p:sp>
      <p:sp>
        <p:nvSpPr>
          <p:cNvPr id="38070" name="Rectangle 205"/>
          <p:cNvSpPr>
            <a:spLocks noChangeArrowheads="1"/>
          </p:cNvSpPr>
          <p:nvPr/>
        </p:nvSpPr>
        <p:spPr bwMode="auto">
          <a:xfrm>
            <a:off x="5217527" y="2244488"/>
            <a:ext cx="405561"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Arial" panose="020B0604020202020204" pitchFamily="34" charset="0"/>
                <a:ea typeface="PMingLiU" pitchFamily="18" charset="-120"/>
                <a:cs typeface="Arial" panose="020B0604020202020204" pitchFamily="34" charset="0"/>
              </a:rPr>
              <a:t>A</a:t>
            </a:r>
            <a:r>
              <a:rPr kumimoji="1" lang="en-US" altLang="zh-TW" sz="1600" b="1" i="0" u="none" strike="noStrike" kern="1200" cap="none" spc="0" normalizeH="0" baseline="-25000" noProof="0">
                <a:ln>
                  <a:noFill/>
                </a:ln>
                <a:solidFill>
                  <a:srgbClr val="000000"/>
                </a:solidFill>
                <a:effectLst/>
                <a:uLnTx/>
                <a:uFillTx/>
                <a:latin typeface="Arial" panose="020B0604020202020204" pitchFamily="34" charset="0"/>
                <a:ea typeface="PMingLiU" pitchFamily="18" charset="-120"/>
                <a:cs typeface="Arial" panose="020B0604020202020204" pitchFamily="34" charset="0"/>
              </a:rPr>
              <a:t>0</a:t>
            </a:r>
          </a:p>
        </p:txBody>
      </p:sp>
      <p:sp>
        <p:nvSpPr>
          <p:cNvPr id="38071" name="Rectangle 206"/>
          <p:cNvSpPr>
            <a:spLocks noChangeArrowheads="1"/>
          </p:cNvSpPr>
          <p:nvPr/>
        </p:nvSpPr>
        <p:spPr bwMode="auto">
          <a:xfrm>
            <a:off x="4531727" y="2244488"/>
            <a:ext cx="405561"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Arial" panose="020B0604020202020204" pitchFamily="34" charset="0"/>
                <a:ea typeface="PMingLiU" pitchFamily="18" charset="-120"/>
                <a:cs typeface="Arial" panose="020B0604020202020204" pitchFamily="34" charset="0"/>
              </a:rPr>
              <a:t>A</a:t>
            </a:r>
            <a:r>
              <a:rPr kumimoji="1" lang="en-US" altLang="zh-TW" sz="1600" b="1" i="0" u="none" strike="noStrike" kern="1200" cap="none" spc="0" normalizeH="0" baseline="-25000" noProof="0">
                <a:ln>
                  <a:noFill/>
                </a:ln>
                <a:solidFill>
                  <a:srgbClr val="000000"/>
                </a:solidFill>
                <a:effectLst/>
                <a:uLnTx/>
                <a:uFillTx/>
                <a:latin typeface="Arial" panose="020B0604020202020204" pitchFamily="34" charset="0"/>
                <a:ea typeface="PMingLiU" pitchFamily="18" charset="-120"/>
                <a:cs typeface="Arial" panose="020B0604020202020204" pitchFamily="34" charset="0"/>
              </a:rPr>
              <a:t>1</a:t>
            </a:r>
          </a:p>
        </p:txBody>
      </p:sp>
      <p:sp>
        <p:nvSpPr>
          <p:cNvPr id="38072" name="Rectangle 207"/>
          <p:cNvSpPr>
            <a:spLocks noChangeArrowheads="1"/>
          </p:cNvSpPr>
          <p:nvPr/>
        </p:nvSpPr>
        <p:spPr bwMode="auto">
          <a:xfrm>
            <a:off x="3922127" y="2244488"/>
            <a:ext cx="405561"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Arial" panose="020B0604020202020204" pitchFamily="34" charset="0"/>
                <a:ea typeface="PMingLiU" pitchFamily="18" charset="-120"/>
                <a:cs typeface="Arial" panose="020B0604020202020204" pitchFamily="34" charset="0"/>
              </a:rPr>
              <a:t>A</a:t>
            </a:r>
            <a:r>
              <a:rPr kumimoji="1" lang="en-US" altLang="zh-TW" sz="1600" b="1" i="0" u="none" strike="noStrike" kern="1200" cap="none" spc="0" normalizeH="0" baseline="-25000" noProof="0">
                <a:ln>
                  <a:noFill/>
                </a:ln>
                <a:solidFill>
                  <a:srgbClr val="000000"/>
                </a:solidFill>
                <a:effectLst/>
                <a:uLnTx/>
                <a:uFillTx/>
                <a:latin typeface="Arial" panose="020B0604020202020204" pitchFamily="34" charset="0"/>
                <a:ea typeface="PMingLiU" pitchFamily="18" charset="-120"/>
                <a:cs typeface="Arial" panose="020B0604020202020204" pitchFamily="34" charset="0"/>
              </a:rPr>
              <a:t>2</a:t>
            </a:r>
          </a:p>
        </p:txBody>
      </p:sp>
      <p:sp>
        <p:nvSpPr>
          <p:cNvPr id="38073" name="Rectangle 208"/>
          <p:cNvSpPr>
            <a:spLocks noChangeArrowheads="1"/>
          </p:cNvSpPr>
          <p:nvPr/>
        </p:nvSpPr>
        <p:spPr bwMode="auto">
          <a:xfrm>
            <a:off x="3236327" y="2244488"/>
            <a:ext cx="405561"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Arial" panose="020B0604020202020204" pitchFamily="34" charset="0"/>
                <a:ea typeface="PMingLiU" pitchFamily="18" charset="-120"/>
                <a:cs typeface="Arial" panose="020B0604020202020204" pitchFamily="34" charset="0"/>
              </a:rPr>
              <a:t>A</a:t>
            </a:r>
            <a:r>
              <a:rPr kumimoji="1" lang="en-US" altLang="zh-TW" sz="1600" b="1" i="0" u="none" strike="noStrike" kern="1200" cap="none" spc="0" normalizeH="0" baseline="-25000" noProof="0">
                <a:ln>
                  <a:noFill/>
                </a:ln>
                <a:solidFill>
                  <a:srgbClr val="000000"/>
                </a:solidFill>
                <a:effectLst/>
                <a:uLnTx/>
                <a:uFillTx/>
                <a:latin typeface="Arial" panose="020B0604020202020204" pitchFamily="34" charset="0"/>
                <a:ea typeface="PMingLiU" pitchFamily="18" charset="-120"/>
                <a:cs typeface="Arial" panose="020B0604020202020204" pitchFamily="34" charset="0"/>
              </a:rPr>
              <a:t>3</a:t>
            </a:r>
          </a:p>
        </p:txBody>
      </p:sp>
      <p:sp>
        <p:nvSpPr>
          <p:cNvPr id="38086" name="Freeform 221"/>
          <p:cNvSpPr>
            <a:spLocks/>
          </p:cNvSpPr>
          <p:nvPr/>
        </p:nvSpPr>
        <p:spPr bwMode="auto">
          <a:xfrm>
            <a:off x="5766802" y="2512551"/>
            <a:ext cx="381000" cy="687388"/>
          </a:xfrm>
          <a:custGeom>
            <a:avLst/>
            <a:gdLst>
              <a:gd name="T0" fmla="*/ 838200 w 529"/>
              <a:gd name="T1" fmla="*/ 0 h 433"/>
              <a:gd name="T2" fmla="*/ 838200 w 529"/>
              <a:gd name="T3" fmla="*/ 685800 h 433"/>
              <a:gd name="T4" fmla="*/ 0 w 529"/>
              <a:gd name="T5" fmla="*/ 685800 h 433"/>
              <a:gd name="T6" fmla="*/ 0 60000 65536"/>
              <a:gd name="T7" fmla="*/ 0 60000 65536"/>
              <a:gd name="T8" fmla="*/ 0 60000 65536"/>
            </a:gdLst>
            <a:ahLst/>
            <a:cxnLst>
              <a:cxn ang="T6">
                <a:pos x="T0" y="T1"/>
              </a:cxn>
              <a:cxn ang="T7">
                <a:pos x="T2" y="T3"/>
              </a:cxn>
              <a:cxn ang="T8">
                <a:pos x="T4" y="T5"/>
              </a:cxn>
            </a:cxnLst>
            <a:rect l="0" t="0" r="r" b="b"/>
            <a:pathLst>
              <a:path w="529" h="433">
                <a:moveTo>
                  <a:pt x="528" y="0"/>
                </a:moveTo>
                <a:lnTo>
                  <a:pt x="528" y="432"/>
                </a:lnTo>
                <a:lnTo>
                  <a:pt x="0" y="432"/>
                </a:lnTo>
              </a:path>
            </a:pathLst>
          </a:custGeom>
          <a:noFill/>
          <a:ln w="25400" cap="rnd"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548C4A28-782E-C341-9427-8A76A2CDF6D8}"/>
              </a:ext>
            </a:extLst>
          </p:cNvPr>
          <p:cNvSpPr txBox="1"/>
          <p:nvPr/>
        </p:nvSpPr>
        <p:spPr>
          <a:xfrm>
            <a:off x="2435786" y="2412482"/>
            <a:ext cx="505267" cy="369332"/>
          </a:xfrm>
          <a:prstGeom prst="rect">
            <a:avLst/>
          </a:prstGeom>
          <a:noFill/>
        </p:spPr>
        <p:txBody>
          <a:bodyPr wrap="none" rtlCol="0">
            <a:spAutoFit/>
          </a:bodyPr>
          <a:lstStyle/>
          <a:p>
            <a:r>
              <a:rPr lang="en-CN" dirty="0"/>
              <a:t>0/1</a:t>
            </a:r>
          </a:p>
        </p:txBody>
      </p:sp>
      <p:cxnSp>
        <p:nvCxnSpPr>
          <p:cNvPr id="330" name="Straight Connector 329">
            <a:extLst>
              <a:ext uri="{FF2B5EF4-FFF2-40B4-BE49-F238E27FC236}">
                <a16:creationId xmlns:a16="http://schemas.microsoft.com/office/drawing/2014/main" id="{D1E232C4-8FA7-4D4D-8E9F-ACC0A7327692}"/>
              </a:ext>
            </a:extLst>
          </p:cNvPr>
          <p:cNvCxnSpPr>
            <a:cxnSpLocks/>
            <a:stCxn id="338" idx="3"/>
          </p:cNvCxnSpPr>
          <p:nvPr/>
        </p:nvCxnSpPr>
        <p:spPr bwMode="auto">
          <a:xfrm flipH="1">
            <a:off x="5852657" y="5070478"/>
            <a:ext cx="2088402" cy="1"/>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335" name="AutoShape 242">
            <a:extLst>
              <a:ext uri="{FF2B5EF4-FFF2-40B4-BE49-F238E27FC236}">
                <a16:creationId xmlns:a16="http://schemas.microsoft.com/office/drawing/2014/main" id="{D5F8EFFA-BF16-5F4A-9A18-80C18690EEC2}"/>
              </a:ext>
            </a:extLst>
          </p:cNvPr>
          <p:cNvSpPr>
            <a:spLocks noChangeArrowheads="1"/>
          </p:cNvSpPr>
          <p:nvPr/>
        </p:nvSpPr>
        <p:spPr bwMode="auto">
          <a:xfrm>
            <a:off x="5312159" y="4911234"/>
            <a:ext cx="576263" cy="318487"/>
          </a:xfrm>
          <a:prstGeom prst="roundRect">
            <a:avLst>
              <a:gd name="adj" fmla="val 38727"/>
            </a:avLst>
          </a:prstGeom>
          <a:solidFill>
            <a:schemeClr val="bg1"/>
          </a:solidFill>
          <a:ln w="19050" algn="ctr">
            <a:solidFill>
              <a:srgbClr val="CC00FF"/>
            </a:solidFill>
            <a:round/>
            <a:headEnd type="none" w="sm" len="sm"/>
            <a:tailEnd type="none" w="sm" len="sm"/>
          </a:ln>
          <a:effec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0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36" name="AutoShape 243">
            <a:extLst>
              <a:ext uri="{FF2B5EF4-FFF2-40B4-BE49-F238E27FC236}">
                <a16:creationId xmlns:a16="http://schemas.microsoft.com/office/drawing/2014/main" id="{EB2C668C-27D9-F849-9796-BFCDA45CC1DF}"/>
              </a:ext>
            </a:extLst>
          </p:cNvPr>
          <p:cNvSpPr>
            <a:spLocks noChangeArrowheads="1"/>
          </p:cNvSpPr>
          <p:nvPr/>
        </p:nvSpPr>
        <p:spPr bwMode="auto">
          <a:xfrm>
            <a:off x="5990021" y="4912822"/>
            <a:ext cx="576263" cy="318487"/>
          </a:xfrm>
          <a:prstGeom prst="roundRect">
            <a:avLst>
              <a:gd name="adj" fmla="val 38727"/>
            </a:avLst>
          </a:prstGeom>
          <a:solidFill>
            <a:schemeClr val="bg1"/>
          </a:solidFill>
          <a:ln w="19050" algn="ctr">
            <a:solidFill>
              <a:srgbClr val="CC00FF"/>
            </a:solidFill>
            <a:round/>
            <a:headEnd type="none" w="sm" len="sm"/>
            <a:tailEnd type="none" w="sm" len="sm"/>
          </a:ln>
          <a:effec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0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37" name="AutoShape 244">
            <a:extLst>
              <a:ext uri="{FF2B5EF4-FFF2-40B4-BE49-F238E27FC236}">
                <a16:creationId xmlns:a16="http://schemas.microsoft.com/office/drawing/2014/main" id="{BC42BD9B-171C-9346-961D-0C0F74AA4227}"/>
              </a:ext>
            </a:extLst>
          </p:cNvPr>
          <p:cNvSpPr>
            <a:spLocks noChangeArrowheads="1"/>
          </p:cNvSpPr>
          <p:nvPr/>
        </p:nvSpPr>
        <p:spPr bwMode="auto">
          <a:xfrm>
            <a:off x="6682171" y="4914409"/>
            <a:ext cx="576263" cy="318487"/>
          </a:xfrm>
          <a:prstGeom prst="roundRect">
            <a:avLst>
              <a:gd name="adj" fmla="val 38727"/>
            </a:avLst>
          </a:prstGeom>
          <a:solidFill>
            <a:schemeClr val="bg1"/>
          </a:solidFill>
          <a:ln w="19050" algn="ctr">
            <a:solidFill>
              <a:srgbClr val="CC00FF"/>
            </a:solidFill>
            <a:round/>
            <a:headEnd type="none" w="sm" len="sm"/>
            <a:tailEnd type="none" w="sm" len="sm"/>
          </a:ln>
          <a:effec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0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38" name="AutoShape 245">
            <a:extLst>
              <a:ext uri="{FF2B5EF4-FFF2-40B4-BE49-F238E27FC236}">
                <a16:creationId xmlns:a16="http://schemas.microsoft.com/office/drawing/2014/main" id="{88F0475A-59A8-4E49-B002-EC54B038FB8C}"/>
              </a:ext>
            </a:extLst>
          </p:cNvPr>
          <p:cNvSpPr>
            <a:spLocks noChangeArrowheads="1"/>
          </p:cNvSpPr>
          <p:nvPr/>
        </p:nvSpPr>
        <p:spPr bwMode="auto">
          <a:xfrm>
            <a:off x="7364796" y="4911234"/>
            <a:ext cx="576263" cy="318487"/>
          </a:xfrm>
          <a:prstGeom prst="roundRect">
            <a:avLst>
              <a:gd name="adj" fmla="val 38727"/>
            </a:avLst>
          </a:prstGeom>
          <a:solidFill>
            <a:schemeClr val="bg1"/>
          </a:solidFill>
          <a:ln w="19050" algn="ctr">
            <a:solidFill>
              <a:srgbClr val="CC00FF"/>
            </a:solidFill>
            <a:round/>
            <a:headEnd type="none" w="sm" len="sm"/>
            <a:tailEnd type="none" w="sm" len="sm"/>
          </a:ln>
          <a:effec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0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54" name="Line 21">
            <a:extLst>
              <a:ext uri="{FF2B5EF4-FFF2-40B4-BE49-F238E27FC236}">
                <a16:creationId xmlns:a16="http://schemas.microsoft.com/office/drawing/2014/main" id="{9FD8DB0B-5F0B-7A44-B542-DEC169FE2D1C}"/>
              </a:ext>
            </a:extLst>
          </p:cNvPr>
          <p:cNvSpPr>
            <a:spLocks noChangeShapeType="1"/>
          </p:cNvSpPr>
          <p:nvPr/>
        </p:nvSpPr>
        <p:spPr bwMode="auto">
          <a:xfrm>
            <a:off x="4929571" y="4636297"/>
            <a:ext cx="471488" cy="152400"/>
          </a:xfrm>
          <a:prstGeom prst="line">
            <a:avLst/>
          </a:prstGeom>
          <a:noFill/>
          <a:ln w="25400" cap="rnd">
            <a:solidFill>
              <a:schemeClr val="accent6">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55" name="Line 22">
            <a:extLst>
              <a:ext uri="{FF2B5EF4-FFF2-40B4-BE49-F238E27FC236}">
                <a16:creationId xmlns:a16="http://schemas.microsoft.com/office/drawing/2014/main" id="{621398F8-C4C3-014C-822D-1F79631B2271}"/>
              </a:ext>
            </a:extLst>
          </p:cNvPr>
          <p:cNvSpPr>
            <a:spLocks noChangeShapeType="1"/>
          </p:cNvSpPr>
          <p:nvPr/>
        </p:nvSpPr>
        <p:spPr bwMode="auto">
          <a:xfrm>
            <a:off x="5615371" y="4407697"/>
            <a:ext cx="0" cy="2286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56" name="Line 23">
            <a:extLst>
              <a:ext uri="{FF2B5EF4-FFF2-40B4-BE49-F238E27FC236}">
                <a16:creationId xmlns:a16="http://schemas.microsoft.com/office/drawing/2014/main" id="{4FCC5D2F-1AAB-B04B-BA46-9473F4850E22}"/>
              </a:ext>
            </a:extLst>
          </p:cNvPr>
          <p:cNvSpPr>
            <a:spLocks noChangeShapeType="1"/>
          </p:cNvSpPr>
          <p:nvPr/>
        </p:nvSpPr>
        <p:spPr bwMode="auto">
          <a:xfrm>
            <a:off x="5615370" y="4636297"/>
            <a:ext cx="163663" cy="144306"/>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57" name="Line 24">
            <a:extLst>
              <a:ext uri="{FF2B5EF4-FFF2-40B4-BE49-F238E27FC236}">
                <a16:creationId xmlns:a16="http://schemas.microsoft.com/office/drawing/2014/main" id="{F4DA7660-BA5F-0249-B2E5-EA31E8AC06E5}"/>
              </a:ext>
            </a:extLst>
          </p:cNvPr>
          <p:cNvSpPr>
            <a:spLocks noChangeShapeType="1"/>
          </p:cNvSpPr>
          <p:nvPr/>
        </p:nvSpPr>
        <p:spPr bwMode="auto">
          <a:xfrm>
            <a:off x="5615370" y="4636297"/>
            <a:ext cx="481159" cy="152389"/>
          </a:xfrm>
          <a:prstGeom prst="line">
            <a:avLst/>
          </a:prstGeom>
          <a:noFill/>
          <a:ln w="25400" cap="rnd">
            <a:solidFill>
              <a:schemeClr val="accent6">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58" name="Line 25">
            <a:extLst>
              <a:ext uri="{FF2B5EF4-FFF2-40B4-BE49-F238E27FC236}">
                <a16:creationId xmlns:a16="http://schemas.microsoft.com/office/drawing/2014/main" id="{ADC7C56F-E84A-584D-B2FF-F7DAC5545345}"/>
              </a:ext>
            </a:extLst>
          </p:cNvPr>
          <p:cNvSpPr>
            <a:spLocks noChangeShapeType="1"/>
          </p:cNvSpPr>
          <p:nvPr/>
        </p:nvSpPr>
        <p:spPr bwMode="auto">
          <a:xfrm>
            <a:off x="6301171" y="4407697"/>
            <a:ext cx="0" cy="2286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59" name="Line 26">
            <a:extLst>
              <a:ext uri="{FF2B5EF4-FFF2-40B4-BE49-F238E27FC236}">
                <a16:creationId xmlns:a16="http://schemas.microsoft.com/office/drawing/2014/main" id="{ADDCC9AE-58D7-6B4D-941A-18F49BF4174A}"/>
              </a:ext>
            </a:extLst>
          </p:cNvPr>
          <p:cNvSpPr>
            <a:spLocks noChangeShapeType="1"/>
          </p:cNvSpPr>
          <p:nvPr/>
        </p:nvSpPr>
        <p:spPr bwMode="auto">
          <a:xfrm>
            <a:off x="6301170" y="4636297"/>
            <a:ext cx="163655" cy="144306"/>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60" name="Line 27">
            <a:extLst>
              <a:ext uri="{FF2B5EF4-FFF2-40B4-BE49-F238E27FC236}">
                <a16:creationId xmlns:a16="http://schemas.microsoft.com/office/drawing/2014/main" id="{74A00AB1-7D6A-F241-93B4-D859E93327E2}"/>
              </a:ext>
            </a:extLst>
          </p:cNvPr>
          <p:cNvSpPr>
            <a:spLocks noChangeShapeType="1"/>
          </p:cNvSpPr>
          <p:nvPr/>
        </p:nvSpPr>
        <p:spPr bwMode="auto">
          <a:xfrm>
            <a:off x="6301170" y="4636297"/>
            <a:ext cx="481145" cy="165100"/>
          </a:xfrm>
          <a:prstGeom prst="line">
            <a:avLst/>
          </a:prstGeom>
          <a:noFill/>
          <a:ln w="25400" cap="rnd">
            <a:solidFill>
              <a:schemeClr val="accent6">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61" name="Line 28">
            <a:extLst>
              <a:ext uri="{FF2B5EF4-FFF2-40B4-BE49-F238E27FC236}">
                <a16:creationId xmlns:a16="http://schemas.microsoft.com/office/drawing/2014/main" id="{8B73D75C-B518-7F40-8B53-5DC839917AE4}"/>
              </a:ext>
            </a:extLst>
          </p:cNvPr>
          <p:cNvSpPr>
            <a:spLocks noChangeShapeType="1"/>
          </p:cNvSpPr>
          <p:nvPr/>
        </p:nvSpPr>
        <p:spPr bwMode="auto">
          <a:xfrm>
            <a:off x="6986971" y="4407697"/>
            <a:ext cx="0" cy="2286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62" name="Line 29">
            <a:extLst>
              <a:ext uri="{FF2B5EF4-FFF2-40B4-BE49-F238E27FC236}">
                <a16:creationId xmlns:a16="http://schemas.microsoft.com/office/drawing/2014/main" id="{CBB4C336-DC6B-A642-9901-DE34CC442AC6}"/>
              </a:ext>
            </a:extLst>
          </p:cNvPr>
          <p:cNvSpPr>
            <a:spLocks noChangeShapeType="1"/>
          </p:cNvSpPr>
          <p:nvPr/>
        </p:nvSpPr>
        <p:spPr bwMode="auto">
          <a:xfrm>
            <a:off x="6986970" y="4636297"/>
            <a:ext cx="163639" cy="144306"/>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63" name="Line 30">
            <a:extLst>
              <a:ext uri="{FF2B5EF4-FFF2-40B4-BE49-F238E27FC236}">
                <a16:creationId xmlns:a16="http://schemas.microsoft.com/office/drawing/2014/main" id="{AA61B680-ECE4-9B4F-84B3-3A6CF153754B}"/>
              </a:ext>
            </a:extLst>
          </p:cNvPr>
          <p:cNvSpPr>
            <a:spLocks noChangeShapeType="1"/>
          </p:cNvSpPr>
          <p:nvPr/>
        </p:nvSpPr>
        <p:spPr bwMode="auto">
          <a:xfrm>
            <a:off x="6986970" y="4636296"/>
            <a:ext cx="481141" cy="165087"/>
          </a:xfrm>
          <a:prstGeom prst="line">
            <a:avLst/>
          </a:prstGeom>
          <a:noFill/>
          <a:ln w="25400" cap="rnd">
            <a:solidFill>
              <a:schemeClr val="accent6">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64" name="Line 31">
            <a:extLst>
              <a:ext uri="{FF2B5EF4-FFF2-40B4-BE49-F238E27FC236}">
                <a16:creationId xmlns:a16="http://schemas.microsoft.com/office/drawing/2014/main" id="{B401C9EE-9391-BF40-ACBB-2FA61304DAF5}"/>
              </a:ext>
            </a:extLst>
          </p:cNvPr>
          <p:cNvSpPr>
            <a:spLocks noChangeShapeType="1"/>
          </p:cNvSpPr>
          <p:nvPr/>
        </p:nvSpPr>
        <p:spPr bwMode="auto">
          <a:xfrm>
            <a:off x="7672771" y="4407697"/>
            <a:ext cx="0" cy="2286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65" name="Line 32">
            <a:extLst>
              <a:ext uri="{FF2B5EF4-FFF2-40B4-BE49-F238E27FC236}">
                <a16:creationId xmlns:a16="http://schemas.microsoft.com/office/drawing/2014/main" id="{651DBCA2-2198-FD46-9B88-245BB4C60EAE}"/>
              </a:ext>
            </a:extLst>
          </p:cNvPr>
          <p:cNvSpPr>
            <a:spLocks noChangeShapeType="1"/>
          </p:cNvSpPr>
          <p:nvPr/>
        </p:nvSpPr>
        <p:spPr bwMode="auto">
          <a:xfrm>
            <a:off x="7672770" y="4636297"/>
            <a:ext cx="163637" cy="144306"/>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79" name="Rectangle 69">
            <a:extLst>
              <a:ext uri="{FF2B5EF4-FFF2-40B4-BE49-F238E27FC236}">
                <a16:creationId xmlns:a16="http://schemas.microsoft.com/office/drawing/2014/main" id="{2812A62D-3AB0-EE44-BF30-1D814A3F9D94}"/>
              </a:ext>
            </a:extLst>
          </p:cNvPr>
          <p:cNvSpPr>
            <a:spLocks noChangeArrowheads="1"/>
          </p:cNvSpPr>
          <p:nvPr/>
        </p:nvSpPr>
        <p:spPr bwMode="auto">
          <a:xfrm>
            <a:off x="5294696" y="4899589"/>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66"/>
                </a:solidFill>
                <a:effectLst/>
                <a:uLnTx/>
                <a:uFillTx/>
                <a:latin typeface="Arial" panose="020B0604020202020204" pitchFamily="34" charset="0"/>
                <a:ea typeface="PMingLiU" pitchFamily="18" charset="-120"/>
                <a:cs typeface="Arial" panose="020B0604020202020204" pitchFamily="34" charset="0"/>
              </a:rPr>
              <a:t>1</a:t>
            </a:r>
          </a:p>
        </p:txBody>
      </p:sp>
      <p:sp>
        <p:nvSpPr>
          <p:cNvPr id="380" name="Rectangle 70">
            <a:extLst>
              <a:ext uri="{FF2B5EF4-FFF2-40B4-BE49-F238E27FC236}">
                <a16:creationId xmlns:a16="http://schemas.microsoft.com/office/drawing/2014/main" id="{3EE7A212-C2F7-574F-82FF-942EE3635D7F}"/>
              </a:ext>
            </a:extLst>
          </p:cNvPr>
          <p:cNvSpPr>
            <a:spLocks noChangeArrowheads="1"/>
          </p:cNvSpPr>
          <p:nvPr/>
        </p:nvSpPr>
        <p:spPr bwMode="auto">
          <a:xfrm>
            <a:off x="5624896" y="4899589"/>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Arial" panose="020B0604020202020204" pitchFamily="34" charset="0"/>
                <a:ea typeface="PMingLiU" pitchFamily="18" charset="-120"/>
                <a:cs typeface="Arial" panose="020B0604020202020204" pitchFamily="34" charset="0"/>
              </a:rPr>
              <a:t>0</a:t>
            </a:r>
          </a:p>
        </p:txBody>
      </p:sp>
      <p:sp>
        <p:nvSpPr>
          <p:cNvPr id="381" name="Line 72">
            <a:extLst>
              <a:ext uri="{FF2B5EF4-FFF2-40B4-BE49-F238E27FC236}">
                <a16:creationId xmlns:a16="http://schemas.microsoft.com/office/drawing/2014/main" id="{63E84887-F4BB-4F40-B784-DDED015F1FE3}"/>
              </a:ext>
            </a:extLst>
          </p:cNvPr>
          <p:cNvSpPr>
            <a:spLocks noChangeShapeType="1"/>
          </p:cNvSpPr>
          <p:nvPr/>
        </p:nvSpPr>
        <p:spPr bwMode="auto">
          <a:xfrm>
            <a:off x="5412171" y="4801397"/>
            <a:ext cx="0" cy="114300"/>
          </a:xfrm>
          <a:prstGeom prst="line">
            <a:avLst/>
          </a:prstGeom>
          <a:noFill/>
          <a:ln w="25400" cap="rnd">
            <a:solidFill>
              <a:schemeClr val="accent6">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82" name="Line 73">
            <a:extLst>
              <a:ext uri="{FF2B5EF4-FFF2-40B4-BE49-F238E27FC236}">
                <a16:creationId xmlns:a16="http://schemas.microsoft.com/office/drawing/2014/main" id="{97E18BB4-E6FD-FC48-95EF-55E068B41945}"/>
              </a:ext>
            </a:extLst>
          </p:cNvPr>
          <p:cNvSpPr>
            <a:spLocks noChangeShapeType="1"/>
          </p:cNvSpPr>
          <p:nvPr/>
        </p:nvSpPr>
        <p:spPr bwMode="auto">
          <a:xfrm>
            <a:off x="5780471" y="4788697"/>
            <a:ext cx="0" cy="1143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83" name="Rectangle 75">
            <a:extLst>
              <a:ext uri="{FF2B5EF4-FFF2-40B4-BE49-F238E27FC236}">
                <a16:creationId xmlns:a16="http://schemas.microsoft.com/office/drawing/2014/main" id="{10C4E33F-6873-D245-BF76-C61FAF8EA854}"/>
              </a:ext>
            </a:extLst>
          </p:cNvPr>
          <p:cNvSpPr>
            <a:spLocks noChangeArrowheads="1"/>
          </p:cNvSpPr>
          <p:nvPr/>
        </p:nvSpPr>
        <p:spPr bwMode="auto">
          <a:xfrm>
            <a:off x="5980496" y="4899589"/>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66"/>
                </a:solidFill>
                <a:effectLst/>
                <a:uLnTx/>
                <a:uFillTx/>
                <a:latin typeface="Arial" panose="020B0604020202020204" pitchFamily="34" charset="0"/>
                <a:ea typeface="PMingLiU" pitchFamily="18" charset="-120"/>
                <a:cs typeface="Arial" panose="020B0604020202020204" pitchFamily="34" charset="0"/>
              </a:rPr>
              <a:t>1</a:t>
            </a:r>
          </a:p>
        </p:txBody>
      </p:sp>
      <p:sp>
        <p:nvSpPr>
          <p:cNvPr id="384" name="Rectangle 76">
            <a:extLst>
              <a:ext uri="{FF2B5EF4-FFF2-40B4-BE49-F238E27FC236}">
                <a16:creationId xmlns:a16="http://schemas.microsoft.com/office/drawing/2014/main" id="{423312B2-AB93-5248-B572-4EF2160194FA}"/>
              </a:ext>
            </a:extLst>
          </p:cNvPr>
          <p:cNvSpPr>
            <a:spLocks noChangeArrowheads="1"/>
          </p:cNvSpPr>
          <p:nvPr/>
        </p:nvSpPr>
        <p:spPr bwMode="auto">
          <a:xfrm>
            <a:off x="6310696" y="4899589"/>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Arial" panose="020B0604020202020204" pitchFamily="34" charset="0"/>
                <a:ea typeface="PMingLiU" pitchFamily="18" charset="-120"/>
                <a:cs typeface="Arial" panose="020B0604020202020204" pitchFamily="34" charset="0"/>
              </a:rPr>
              <a:t>0</a:t>
            </a:r>
          </a:p>
        </p:txBody>
      </p:sp>
      <p:sp>
        <p:nvSpPr>
          <p:cNvPr id="385" name="Line 78">
            <a:extLst>
              <a:ext uri="{FF2B5EF4-FFF2-40B4-BE49-F238E27FC236}">
                <a16:creationId xmlns:a16="http://schemas.microsoft.com/office/drawing/2014/main" id="{64EADEE5-9F99-F24F-97B7-48B21312EDE1}"/>
              </a:ext>
            </a:extLst>
          </p:cNvPr>
          <p:cNvSpPr>
            <a:spLocks noChangeShapeType="1"/>
          </p:cNvSpPr>
          <p:nvPr/>
        </p:nvSpPr>
        <p:spPr bwMode="auto">
          <a:xfrm>
            <a:off x="6097971" y="4801397"/>
            <a:ext cx="0" cy="114300"/>
          </a:xfrm>
          <a:prstGeom prst="line">
            <a:avLst/>
          </a:prstGeom>
          <a:noFill/>
          <a:ln w="25400" cap="rnd">
            <a:solidFill>
              <a:schemeClr val="accent6">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86" name="Line 79">
            <a:extLst>
              <a:ext uri="{FF2B5EF4-FFF2-40B4-BE49-F238E27FC236}">
                <a16:creationId xmlns:a16="http://schemas.microsoft.com/office/drawing/2014/main" id="{F8D16CF9-18C2-2949-B917-6144A6DDC848}"/>
              </a:ext>
            </a:extLst>
          </p:cNvPr>
          <p:cNvSpPr>
            <a:spLocks noChangeShapeType="1"/>
          </p:cNvSpPr>
          <p:nvPr/>
        </p:nvSpPr>
        <p:spPr bwMode="auto">
          <a:xfrm>
            <a:off x="6466271" y="4788697"/>
            <a:ext cx="0" cy="1143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87" name="Rectangle 81">
            <a:extLst>
              <a:ext uri="{FF2B5EF4-FFF2-40B4-BE49-F238E27FC236}">
                <a16:creationId xmlns:a16="http://schemas.microsoft.com/office/drawing/2014/main" id="{740CBA47-9B3B-FE49-9D2B-D6A1F34F37C5}"/>
              </a:ext>
            </a:extLst>
          </p:cNvPr>
          <p:cNvSpPr>
            <a:spLocks noChangeArrowheads="1"/>
          </p:cNvSpPr>
          <p:nvPr/>
        </p:nvSpPr>
        <p:spPr bwMode="auto">
          <a:xfrm>
            <a:off x="6666296" y="4899589"/>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66"/>
                </a:solidFill>
                <a:effectLst/>
                <a:uLnTx/>
                <a:uFillTx/>
                <a:latin typeface="Arial" panose="020B0604020202020204" pitchFamily="34" charset="0"/>
                <a:ea typeface="PMingLiU" pitchFamily="18" charset="-120"/>
                <a:cs typeface="Arial" panose="020B0604020202020204" pitchFamily="34" charset="0"/>
              </a:rPr>
              <a:t>1</a:t>
            </a:r>
          </a:p>
        </p:txBody>
      </p:sp>
      <p:sp>
        <p:nvSpPr>
          <p:cNvPr id="388" name="Rectangle 82">
            <a:extLst>
              <a:ext uri="{FF2B5EF4-FFF2-40B4-BE49-F238E27FC236}">
                <a16:creationId xmlns:a16="http://schemas.microsoft.com/office/drawing/2014/main" id="{A925AB02-C96F-FB4D-967C-3B5F1F156981}"/>
              </a:ext>
            </a:extLst>
          </p:cNvPr>
          <p:cNvSpPr>
            <a:spLocks noChangeArrowheads="1"/>
          </p:cNvSpPr>
          <p:nvPr/>
        </p:nvSpPr>
        <p:spPr bwMode="auto">
          <a:xfrm>
            <a:off x="6996496" y="4899589"/>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Arial" panose="020B0604020202020204" pitchFamily="34" charset="0"/>
                <a:ea typeface="PMingLiU" pitchFamily="18" charset="-120"/>
                <a:cs typeface="Arial" panose="020B0604020202020204" pitchFamily="34" charset="0"/>
              </a:rPr>
              <a:t>0</a:t>
            </a:r>
          </a:p>
        </p:txBody>
      </p:sp>
      <p:sp>
        <p:nvSpPr>
          <p:cNvPr id="389" name="Line 84">
            <a:extLst>
              <a:ext uri="{FF2B5EF4-FFF2-40B4-BE49-F238E27FC236}">
                <a16:creationId xmlns:a16="http://schemas.microsoft.com/office/drawing/2014/main" id="{627EDEA2-C32C-9F4F-95E3-1EF37B561D67}"/>
              </a:ext>
            </a:extLst>
          </p:cNvPr>
          <p:cNvSpPr>
            <a:spLocks noChangeShapeType="1"/>
          </p:cNvSpPr>
          <p:nvPr/>
        </p:nvSpPr>
        <p:spPr bwMode="auto">
          <a:xfrm>
            <a:off x="6783771" y="4801397"/>
            <a:ext cx="0" cy="114300"/>
          </a:xfrm>
          <a:prstGeom prst="line">
            <a:avLst/>
          </a:prstGeom>
          <a:noFill/>
          <a:ln w="25400" cap="rnd">
            <a:solidFill>
              <a:schemeClr val="accent6">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90" name="Line 85">
            <a:extLst>
              <a:ext uri="{FF2B5EF4-FFF2-40B4-BE49-F238E27FC236}">
                <a16:creationId xmlns:a16="http://schemas.microsoft.com/office/drawing/2014/main" id="{DB8A1FF9-7776-BF4A-87E3-F5C86B5DBC93}"/>
              </a:ext>
            </a:extLst>
          </p:cNvPr>
          <p:cNvSpPr>
            <a:spLocks noChangeShapeType="1"/>
          </p:cNvSpPr>
          <p:nvPr/>
        </p:nvSpPr>
        <p:spPr bwMode="auto">
          <a:xfrm>
            <a:off x="7152071" y="4788697"/>
            <a:ext cx="0" cy="1143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91" name="Rectangle 87">
            <a:extLst>
              <a:ext uri="{FF2B5EF4-FFF2-40B4-BE49-F238E27FC236}">
                <a16:creationId xmlns:a16="http://schemas.microsoft.com/office/drawing/2014/main" id="{8EF46A2E-7979-C947-B068-431660EB9677}"/>
              </a:ext>
            </a:extLst>
          </p:cNvPr>
          <p:cNvSpPr>
            <a:spLocks noChangeArrowheads="1"/>
          </p:cNvSpPr>
          <p:nvPr/>
        </p:nvSpPr>
        <p:spPr bwMode="auto">
          <a:xfrm>
            <a:off x="7352096" y="4899589"/>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66"/>
                </a:solidFill>
                <a:effectLst/>
                <a:uLnTx/>
                <a:uFillTx/>
                <a:latin typeface="Arial" panose="020B0604020202020204" pitchFamily="34" charset="0"/>
                <a:ea typeface="PMingLiU" pitchFamily="18" charset="-120"/>
                <a:cs typeface="Arial" panose="020B0604020202020204" pitchFamily="34" charset="0"/>
              </a:rPr>
              <a:t>1</a:t>
            </a:r>
          </a:p>
        </p:txBody>
      </p:sp>
      <p:sp>
        <p:nvSpPr>
          <p:cNvPr id="392" name="Rectangle 88">
            <a:extLst>
              <a:ext uri="{FF2B5EF4-FFF2-40B4-BE49-F238E27FC236}">
                <a16:creationId xmlns:a16="http://schemas.microsoft.com/office/drawing/2014/main" id="{00ED0F33-FE2E-994E-ABE2-53335B90B630}"/>
              </a:ext>
            </a:extLst>
          </p:cNvPr>
          <p:cNvSpPr>
            <a:spLocks noChangeArrowheads="1"/>
          </p:cNvSpPr>
          <p:nvPr/>
        </p:nvSpPr>
        <p:spPr bwMode="auto">
          <a:xfrm>
            <a:off x="7682296" y="4899589"/>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Arial" panose="020B0604020202020204" pitchFamily="34" charset="0"/>
                <a:ea typeface="PMingLiU" pitchFamily="18" charset="-120"/>
                <a:cs typeface="Arial" panose="020B0604020202020204" pitchFamily="34" charset="0"/>
              </a:rPr>
              <a:t>0</a:t>
            </a:r>
          </a:p>
        </p:txBody>
      </p:sp>
      <p:sp>
        <p:nvSpPr>
          <p:cNvPr id="393" name="Line 90">
            <a:extLst>
              <a:ext uri="{FF2B5EF4-FFF2-40B4-BE49-F238E27FC236}">
                <a16:creationId xmlns:a16="http://schemas.microsoft.com/office/drawing/2014/main" id="{581E5F4D-CCD6-8449-A009-52540EDCCDF7}"/>
              </a:ext>
            </a:extLst>
          </p:cNvPr>
          <p:cNvSpPr>
            <a:spLocks noChangeShapeType="1"/>
          </p:cNvSpPr>
          <p:nvPr/>
        </p:nvSpPr>
        <p:spPr bwMode="auto">
          <a:xfrm>
            <a:off x="7469571" y="4801397"/>
            <a:ext cx="0" cy="114300"/>
          </a:xfrm>
          <a:prstGeom prst="line">
            <a:avLst/>
          </a:prstGeom>
          <a:noFill/>
          <a:ln w="25400" cap="rnd">
            <a:solidFill>
              <a:schemeClr val="accent6">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94" name="Line 91">
            <a:extLst>
              <a:ext uri="{FF2B5EF4-FFF2-40B4-BE49-F238E27FC236}">
                <a16:creationId xmlns:a16="http://schemas.microsoft.com/office/drawing/2014/main" id="{9AACE789-7BCF-4748-8AF8-1F323925B893}"/>
              </a:ext>
            </a:extLst>
          </p:cNvPr>
          <p:cNvSpPr>
            <a:spLocks noChangeShapeType="1"/>
          </p:cNvSpPr>
          <p:nvPr/>
        </p:nvSpPr>
        <p:spPr bwMode="auto">
          <a:xfrm>
            <a:off x="7837871" y="4788697"/>
            <a:ext cx="0" cy="1143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96" name="Rectangle 205">
            <a:extLst>
              <a:ext uri="{FF2B5EF4-FFF2-40B4-BE49-F238E27FC236}">
                <a16:creationId xmlns:a16="http://schemas.microsoft.com/office/drawing/2014/main" id="{3DE27470-64B1-CB41-8305-A81D9FC593BE}"/>
              </a:ext>
            </a:extLst>
          </p:cNvPr>
          <p:cNvSpPr>
            <a:spLocks noChangeArrowheads="1"/>
          </p:cNvSpPr>
          <p:nvPr/>
        </p:nvSpPr>
        <p:spPr bwMode="auto">
          <a:xfrm>
            <a:off x="7445872" y="4064708"/>
            <a:ext cx="405561"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Arial" panose="020B0604020202020204" pitchFamily="34" charset="0"/>
                <a:ea typeface="PMingLiU" pitchFamily="18" charset="-120"/>
                <a:cs typeface="Arial" panose="020B0604020202020204" pitchFamily="34" charset="0"/>
              </a:rPr>
              <a:t>A</a:t>
            </a:r>
            <a:r>
              <a:rPr kumimoji="1" lang="en-US" altLang="zh-TW" sz="1600" b="1" i="0" u="none" strike="noStrike" kern="1200" cap="none" spc="0" normalizeH="0" baseline="-25000" noProof="0">
                <a:ln>
                  <a:noFill/>
                </a:ln>
                <a:solidFill>
                  <a:srgbClr val="000000"/>
                </a:solidFill>
                <a:effectLst/>
                <a:uLnTx/>
                <a:uFillTx/>
                <a:latin typeface="Arial" panose="020B0604020202020204" pitchFamily="34" charset="0"/>
                <a:ea typeface="PMingLiU" pitchFamily="18" charset="-120"/>
                <a:cs typeface="Arial" panose="020B0604020202020204" pitchFamily="34" charset="0"/>
              </a:rPr>
              <a:t>0</a:t>
            </a:r>
          </a:p>
        </p:txBody>
      </p:sp>
      <p:sp>
        <p:nvSpPr>
          <p:cNvPr id="397" name="Rectangle 206">
            <a:extLst>
              <a:ext uri="{FF2B5EF4-FFF2-40B4-BE49-F238E27FC236}">
                <a16:creationId xmlns:a16="http://schemas.microsoft.com/office/drawing/2014/main" id="{765CA413-9C86-5D44-8472-7E3068994A6A}"/>
              </a:ext>
            </a:extLst>
          </p:cNvPr>
          <p:cNvSpPr>
            <a:spLocks noChangeArrowheads="1"/>
          </p:cNvSpPr>
          <p:nvPr/>
        </p:nvSpPr>
        <p:spPr bwMode="auto">
          <a:xfrm>
            <a:off x="6760072" y="4064708"/>
            <a:ext cx="405561"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Arial" panose="020B0604020202020204" pitchFamily="34" charset="0"/>
                <a:ea typeface="PMingLiU" pitchFamily="18" charset="-120"/>
                <a:cs typeface="Arial" panose="020B0604020202020204" pitchFamily="34" charset="0"/>
              </a:rPr>
              <a:t>A</a:t>
            </a:r>
            <a:r>
              <a:rPr kumimoji="1" lang="en-US" altLang="zh-TW" sz="1600" b="1" i="0" u="none" strike="noStrike" kern="1200" cap="none" spc="0" normalizeH="0" baseline="-25000" noProof="0">
                <a:ln>
                  <a:noFill/>
                </a:ln>
                <a:solidFill>
                  <a:srgbClr val="000000"/>
                </a:solidFill>
                <a:effectLst/>
                <a:uLnTx/>
                <a:uFillTx/>
                <a:latin typeface="Arial" panose="020B0604020202020204" pitchFamily="34" charset="0"/>
                <a:ea typeface="PMingLiU" pitchFamily="18" charset="-120"/>
                <a:cs typeface="Arial" panose="020B0604020202020204" pitchFamily="34" charset="0"/>
              </a:rPr>
              <a:t>1</a:t>
            </a:r>
          </a:p>
        </p:txBody>
      </p:sp>
      <p:sp>
        <p:nvSpPr>
          <p:cNvPr id="398" name="Rectangle 207">
            <a:extLst>
              <a:ext uri="{FF2B5EF4-FFF2-40B4-BE49-F238E27FC236}">
                <a16:creationId xmlns:a16="http://schemas.microsoft.com/office/drawing/2014/main" id="{AF483EF7-4197-1C4D-BA64-029D263BEE01}"/>
              </a:ext>
            </a:extLst>
          </p:cNvPr>
          <p:cNvSpPr>
            <a:spLocks noChangeArrowheads="1"/>
          </p:cNvSpPr>
          <p:nvPr/>
        </p:nvSpPr>
        <p:spPr bwMode="auto">
          <a:xfrm>
            <a:off x="6150472" y="4064708"/>
            <a:ext cx="405561"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Arial" panose="020B0604020202020204" pitchFamily="34" charset="0"/>
                <a:ea typeface="PMingLiU" pitchFamily="18" charset="-120"/>
                <a:cs typeface="Arial" panose="020B0604020202020204" pitchFamily="34" charset="0"/>
              </a:rPr>
              <a:t>A</a:t>
            </a:r>
            <a:r>
              <a:rPr kumimoji="1" lang="en-US" altLang="zh-TW" sz="1600" b="1" i="0" u="none" strike="noStrike" kern="1200" cap="none" spc="0" normalizeH="0" baseline="-25000" noProof="0">
                <a:ln>
                  <a:noFill/>
                </a:ln>
                <a:solidFill>
                  <a:srgbClr val="000000"/>
                </a:solidFill>
                <a:effectLst/>
                <a:uLnTx/>
                <a:uFillTx/>
                <a:latin typeface="Arial" panose="020B0604020202020204" pitchFamily="34" charset="0"/>
                <a:ea typeface="PMingLiU" pitchFamily="18" charset="-120"/>
                <a:cs typeface="Arial" panose="020B0604020202020204" pitchFamily="34" charset="0"/>
              </a:rPr>
              <a:t>2</a:t>
            </a:r>
          </a:p>
        </p:txBody>
      </p:sp>
      <p:sp>
        <p:nvSpPr>
          <p:cNvPr id="399" name="Rectangle 208">
            <a:extLst>
              <a:ext uri="{FF2B5EF4-FFF2-40B4-BE49-F238E27FC236}">
                <a16:creationId xmlns:a16="http://schemas.microsoft.com/office/drawing/2014/main" id="{764FFBFA-3BB9-704A-9730-DD64640D25DB}"/>
              </a:ext>
            </a:extLst>
          </p:cNvPr>
          <p:cNvSpPr>
            <a:spLocks noChangeArrowheads="1"/>
          </p:cNvSpPr>
          <p:nvPr/>
        </p:nvSpPr>
        <p:spPr bwMode="auto">
          <a:xfrm>
            <a:off x="5464672" y="4064708"/>
            <a:ext cx="405561"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dirty="0">
                <a:ln>
                  <a:noFill/>
                </a:ln>
                <a:solidFill>
                  <a:srgbClr val="000000"/>
                </a:solidFill>
                <a:effectLst/>
                <a:uLnTx/>
                <a:uFillTx/>
                <a:latin typeface="Arial" panose="020B0604020202020204" pitchFamily="34" charset="0"/>
                <a:ea typeface="PMingLiU" pitchFamily="18" charset="-120"/>
                <a:cs typeface="Arial" panose="020B0604020202020204" pitchFamily="34" charset="0"/>
              </a:rPr>
              <a:t>A</a:t>
            </a:r>
            <a:r>
              <a:rPr kumimoji="1" lang="en-US" altLang="zh-TW" sz="1600" b="1" i="0" u="none" strike="noStrike" kern="1200" cap="none" spc="0" normalizeH="0" baseline="-25000" noProof="0" dirty="0">
                <a:ln>
                  <a:noFill/>
                </a:ln>
                <a:solidFill>
                  <a:srgbClr val="000000"/>
                </a:solidFill>
                <a:effectLst/>
                <a:uLnTx/>
                <a:uFillTx/>
                <a:latin typeface="Arial" panose="020B0604020202020204" pitchFamily="34" charset="0"/>
                <a:ea typeface="PMingLiU" pitchFamily="18" charset="-120"/>
                <a:cs typeface="Arial" panose="020B0604020202020204" pitchFamily="34" charset="0"/>
              </a:rPr>
              <a:t>3</a:t>
            </a:r>
          </a:p>
        </p:txBody>
      </p:sp>
      <p:sp>
        <p:nvSpPr>
          <p:cNvPr id="404" name="Freeform 221">
            <a:extLst>
              <a:ext uri="{FF2B5EF4-FFF2-40B4-BE49-F238E27FC236}">
                <a16:creationId xmlns:a16="http://schemas.microsoft.com/office/drawing/2014/main" id="{98ABD80D-5B7C-2D47-9A96-1458963707C3}"/>
              </a:ext>
            </a:extLst>
          </p:cNvPr>
          <p:cNvSpPr>
            <a:spLocks/>
          </p:cNvSpPr>
          <p:nvPr/>
        </p:nvSpPr>
        <p:spPr bwMode="auto">
          <a:xfrm>
            <a:off x="7977571" y="4394203"/>
            <a:ext cx="411426" cy="687388"/>
          </a:xfrm>
          <a:custGeom>
            <a:avLst/>
            <a:gdLst>
              <a:gd name="T0" fmla="*/ 838200 w 529"/>
              <a:gd name="T1" fmla="*/ 0 h 433"/>
              <a:gd name="T2" fmla="*/ 838200 w 529"/>
              <a:gd name="T3" fmla="*/ 685800 h 433"/>
              <a:gd name="T4" fmla="*/ 0 w 529"/>
              <a:gd name="T5" fmla="*/ 685800 h 433"/>
              <a:gd name="T6" fmla="*/ 0 60000 65536"/>
              <a:gd name="T7" fmla="*/ 0 60000 65536"/>
              <a:gd name="T8" fmla="*/ 0 60000 65536"/>
            </a:gdLst>
            <a:ahLst/>
            <a:cxnLst>
              <a:cxn ang="T6">
                <a:pos x="T0" y="T1"/>
              </a:cxn>
              <a:cxn ang="T7">
                <a:pos x="T2" y="T3"/>
              </a:cxn>
              <a:cxn ang="T8">
                <a:pos x="T4" y="T5"/>
              </a:cxn>
            </a:cxnLst>
            <a:rect l="0" t="0" r="r" b="b"/>
            <a:pathLst>
              <a:path w="529" h="433">
                <a:moveTo>
                  <a:pt x="528" y="0"/>
                </a:moveTo>
                <a:lnTo>
                  <a:pt x="528" y="432"/>
                </a:lnTo>
                <a:lnTo>
                  <a:pt x="0" y="432"/>
                </a:lnTo>
              </a:path>
            </a:pathLst>
          </a:custGeom>
          <a:noFill/>
          <a:ln w="25400" cap="rnd"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cxnSp>
        <p:nvCxnSpPr>
          <p:cNvPr id="405" name="Straight Connector 404">
            <a:extLst>
              <a:ext uri="{FF2B5EF4-FFF2-40B4-BE49-F238E27FC236}">
                <a16:creationId xmlns:a16="http://schemas.microsoft.com/office/drawing/2014/main" id="{319286FE-3901-1A45-9C58-3C0327ECE1AA}"/>
              </a:ext>
            </a:extLst>
          </p:cNvPr>
          <p:cNvCxnSpPr/>
          <p:nvPr/>
        </p:nvCxnSpPr>
        <p:spPr bwMode="auto">
          <a:xfrm>
            <a:off x="7668009" y="5235578"/>
            <a:ext cx="0" cy="24420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6" name="Rectangle 204">
            <a:extLst>
              <a:ext uri="{FF2B5EF4-FFF2-40B4-BE49-F238E27FC236}">
                <a16:creationId xmlns:a16="http://schemas.microsoft.com/office/drawing/2014/main" id="{1257A9DF-CE30-C84A-8C6F-65E3946A2AF5}"/>
              </a:ext>
            </a:extLst>
          </p:cNvPr>
          <p:cNvSpPr>
            <a:spLocks noChangeArrowheads="1"/>
          </p:cNvSpPr>
          <p:nvPr/>
        </p:nvSpPr>
        <p:spPr bwMode="auto">
          <a:xfrm>
            <a:off x="8074808" y="4022741"/>
            <a:ext cx="628378" cy="335989"/>
          </a:xfrm>
          <a:prstGeom prst="rect">
            <a:avLst/>
          </a:prstGeom>
          <a:solidFill>
            <a:srgbClr val="0070C0"/>
          </a:solidFill>
          <a:ln>
            <a:noFill/>
          </a:ln>
          <a:effectLst/>
        </p:spPr>
        <p:txBody>
          <a:bodyPr wrap="none" lIns="90488" tIns="44450" rIns="90488" bIns="44450">
            <a:spAutoFit/>
          </a:bodyPr>
          <a:lstStyle/>
          <a:p>
            <a:pPr lvl="0" eaLnBrk="0" hangingPunct="0">
              <a:defRPr/>
            </a:pPr>
            <a:r>
              <a:rPr kumimoji="1" lang="en-US" altLang="zh-CN" sz="1600" b="1" i="0" u="none" strike="noStrike" kern="1200" cap="none" spc="0" normalizeH="0" baseline="0" noProof="0" dirty="0">
                <a:ln>
                  <a:noFill/>
                </a:ln>
                <a:solidFill>
                  <a:srgbClr val="FFC000"/>
                </a:solidFill>
                <a:effectLst/>
                <a:uLnTx/>
                <a:uFillTx/>
                <a:latin typeface="Arial" panose="020B0604020202020204" pitchFamily="34" charset="0"/>
                <a:ea typeface="PMingLiU" pitchFamily="18" charset="-120"/>
                <a:cs typeface="Arial" panose="020B0604020202020204" pitchFamily="34" charset="0"/>
              </a:rPr>
              <a:t>S</a:t>
            </a:r>
            <a:r>
              <a:rPr kumimoji="1" lang="en-US" altLang="zh-TW" sz="1600" b="1" i="0" u="none" strike="noStrike" kern="1200" cap="none" spc="0" normalizeH="0" baseline="-25000" noProof="0" dirty="0">
                <a:ln>
                  <a:noFill/>
                </a:ln>
                <a:solidFill>
                  <a:srgbClr val="FFC000"/>
                </a:solidFill>
                <a:effectLst/>
                <a:uLnTx/>
                <a:uFillTx/>
                <a:latin typeface="Arial" panose="020B0604020202020204" pitchFamily="34" charset="0"/>
                <a:ea typeface="PMingLiU" pitchFamily="18" charset="-120"/>
                <a:cs typeface="Arial" panose="020B0604020202020204" pitchFamily="34" charset="0"/>
              </a:rPr>
              <a:t>0</a:t>
            </a:r>
            <a:r>
              <a:rPr kumimoji="1" lang="en-US" altLang="zh-CN" sz="1600" b="1" dirty="0">
                <a:solidFill>
                  <a:srgbClr val="FFC000"/>
                </a:solidFill>
                <a:latin typeface="Arial" panose="020B0604020202020204" pitchFamily="34" charset="0"/>
                <a:ea typeface="PMingLiU" pitchFamily="18" charset="-120"/>
                <a:cs typeface="Arial" panose="020B0604020202020204" pitchFamily="34" charset="0"/>
              </a:rPr>
              <a:t>=1</a:t>
            </a:r>
            <a:endParaRPr kumimoji="1" lang="en-US" altLang="zh-TW" sz="1600" b="1" i="0" u="none" strike="noStrike" kern="1200" cap="none" spc="0" normalizeH="0" baseline="-25000" noProof="0" dirty="0">
              <a:ln>
                <a:noFill/>
              </a:ln>
              <a:solidFill>
                <a:srgbClr val="FFC000"/>
              </a:solidFill>
              <a:effectLst/>
              <a:uLnTx/>
              <a:uFillTx/>
              <a:latin typeface="Arial" panose="020B0604020202020204" pitchFamily="34" charset="0"/>
              <a:ea typeface="PMingLiU" pitchFamily="18" charset="-120"/>
              <a:cs typeface="Arial" panose="020B0604020202020204" pitchFamily="34" charset="0"/>
            </a:endParaRPr>
          </a:p>
        </p:txBody>
      </p:sp>
      <p:cxnSp>
        <p:nvCxnSpPr>
          <p:cNvPr id="407" name="Straight Connector 406">
            <a:extLst>
              <a:ext uri="{FF2B5EF4-FFF2-40B4-BE49-F238E27FC236}">
                <a16:creationId xmlns:a16="http://schemas.microsoft.com/office/drawing/2014/main" id="{531EC1B0-424B-5D45-8640-D59FC2D1E047}"/>
              </a:ext>
            </a:extLst>
          </p:cNvPr>
          <p:cNvCxnSpPr/>
          <p:nvPr/>
        </p:nvCxnSpPr>
        <p:spPr bwMode="auto">
          <a:xfrm>
            <a:off x="6980634" y="5235578"/>
            <a:ext cx="0" cy="24420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8" name="Straight Connector 407">
            <a:extLst>
              <a:ext uri="{FF2B5EF4-FFF2-40B4-BE49-F238E27FC236}">
                <a16:creationId xmlns:a16="http://schemas.microsoft.com/office/drawing/2014/main" id="{9AB1B561-E5B8-4146-B628-DDD12892B7AF}"/>
              </a:ext>
            </a:extLst>
          </p:cNvPr>
          <p:cNvCxnSpPr/>
          <p:nvPr/>
        </p:nvCxnSpPr>
        <p:spPr bwMode="auto">
          <a:xfrm>
            <a:off x="6293261" y="5235578"/>
            <a:ext cx="0" cy="24420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9" name="Straight Connector 408">
            <a:extLst>
              <a:ext uri="{FF2B5EF4-FFF2-40B4-BE49-F238E27FC236}">
                <a16:creationId xmlns:a16="http://schemas.microsoft.com/office/drawing/2014/main" id="{024323E1-F7A0-7147-8623-427F40673173}"/>
              </a:ext>
            </a:extLst>
          </p:cNvPr>
          <p:cNvCxnSpPr/>
          <p:nvPr/>
        </p:nvCxnSpPr>
        <p:spPr bwMode="auto">
          <a:xfrm>
            <a:off x="5605888" y="5235578"/>
            <a:ext cx="0" cy="24420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5" name="Rectangle 206">
            <a:extLst>
              <a:ext uri="{FF2B5EF4-FFF2-40B4-BE49-F238E27FC236}">
                <a16:creationId xmlns:a16="http://schemas.microsoft.com/office/drawing/2014/main" id="{1A0D1EE4-3F29-C44E-9A7E-B5DEF5D3AA63}"/>
              </a:ext>
            </a:extLst>
          </p:cNvPr>
          <p:cNvSpPr>
            <a:spLocks noChangeArrowheads="1"/>
          </p:cNvSpPr>
          <p:nvPr/>
        </p:nvSpPr>
        <p:spPr bwMode="auto">
          <a:xfrm>
            <a:off x="7517435" y="5418552"/>
            <a:ext cx="405561"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Arial" panose="020B0604020202020204" pitchFamily="34" charset="0"/>
                <a:ea typeface="PMingLiU" pitchFamily="18" charset="-120"/>
                <a:cs typeface="Arial" panose="020B0604020202020204" pitchFamily="34" charset="0"/>
              </a:rPr>
              <a:t>A</a:t>
            </a:r>
            <a:r>
              <a:rPr kumimoji="1" lang="en-US" altLang="zh-TW" sz="1600" b="1" i="0" u="none" strike="noStrike" kern="1200" cap="none" spc="0" normalizeH="0" baseline="-25000" noProof="0">
                <a:ln>
                  <a:noFill/>
                </a:ln>
                <a:solidFill>
                  <a:srgbClr val="000000"/>
                </a:solidFill>
                <a:effectLst/>
                <a:uLnTx/>
                <a:uFillTx/>
                <a:latin typeface="Arial" panose="020B0604020202020204" pitchFamily="34" charset="0"/>
                <a:ea typeface="PMingLiU" pitchFamily="18" charset="-120"/>
                <a:cs typeface="Arial" panose="020B0604020202020204" pitchFamily="34" charset="0"/>
              </a:rPr>
              <a:t>1</a:t>
            </a:r>
          </a:p>
        </p:txBody>
      </p:sp>
      <p:sp>
        <p:nvSpPr>
          <p:cNvPr id="416" name="Rectangle 207">
            <a:extLst>
              <a:ext uri="{FF2B5EF4-FFF2-40B4-BE49-F238E27FC236}">
                <a16:creationId xmlns:a16="http://schemas.microsoft.com/office/drawing/2014/main" id="{0AE4398D-6FCE-D84A-B1FD-501FF394DF6F}"/>
              </a:ext>
            </a:extLst>
          </p:cNvPr>
          <p:cNvSpPr>
            <a:spLocks noChangeArrowheads="1"/>
          </p:cNvSpPr>
          <p:nvPr/>
        </p:nvSpPr>
        <p:spPr bwMode="auto">
          <a:xfrm>
            <a:off x="6823191" y="5418552"/>
            <a:ext cx="405561"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Arial" panose="020B0604020202020204" pitchFamily="34" charset="0"/>
                <a:ea typeface="PMingLiU" pitchFamily="18" charset="-120"/>
                <a:cs typeface="Arial" panose="020B0604020202020204" pitchFamily="34" charset="0"/>
              </a:rPr>
              <a:t>A</a:t>
            </a:r>
            <a:r>
              <a:rPr kumimoji="1" lang="en-US" altLang="zh-TW" sz="1600" b="1" i="0" u="none" strike="noStrike" kern="1200" cap="none" spc="0" normalizeH="0" baseline="-25000" noProof="0">
                <a:ln>
                  <a:noFill/>
                </a:ln>
                <a:solidFill>
                  <a:srgbClr val="000000"/>
                </a:solidFill>
                <a:effectLst/>
                <a:uLnTx/>
                <a:uFillTx/>
                <a:latin typeface="Arial" panose="020B0604020202020204" pitchFamily="34" charset="0"/>
                <a:ea typeface="PMingLiU" pitchFamily="18" charset="-120"/>
                <a:cs typeface="Arial" panose="020B0604020202020204" pitchFamily="34" charset="0"/>
              </a:rPr>
              <a:t>2</a:t>
            </a:r>
          </a:p>
        </p:txBody>
      </p:sp>
      <p:sp>
        <p:nvSpPr>
          <p:cNvPr id="417" name="Rectangle 208">
            <a:extLst>
              <a:ext uri="{FF2B5EF4-FFF2-40B4-BE49-F238E27FC236}">
                <a16:creationId xmlns:a16="http://schemas.microsoft.com/office/drawing/2014/main" id="{C05F954A-03B3-1B4E-8599-181397CF23E0}"/>
              </a:ext>
            </a:extLst>
          </p:cNvPr>
          <p:cNvSpPr>
            <a:spLocks noChangeArrowheads="1"/>
          </p:cNvSpPr>
          <p:nvPr/>
        </p:nvSpPr>
        <p:spPr bwMode="auto">
          <a:xfrm>
            <a:off x="6128947" y="5418552"/>
            <a:ext cx="405561"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Arial" panose="020B0604020202020204" pitchFamily="34" charset="0"/>
                <a:ea typeface="PMingLiU" pitchFamily="18" charset="-120"/>
                <a:cs typeface="Arial" panose="020B0604020202020204" pitchFamily="34" charset="0"/>
              </a:rPr>
              <a:t>A</a:t>
            </a:r>
            <a:r>
              <a:rPr kumimoji="1" lang="en-US" altLang="zh-TW" sz="1600" b="1" i="0" u="none" strike="noStrike" kern="1200" cap="none" spc="0" normalizeH="0" baseline="-25000" noProof="0">
                <a:ln>
                  <a:noFill/>
                </a:ln>
                <a:solidFill>
                  <a:srgbClr val="000000"/>
                </a:solidFill>
                <a:effectLst/>
                <a:uLnTx/>
                <a:uFillTx/>
                <a:latin typeface="Arial" panose="020B0604020202020204" pitchFamily="34" charset="0"/>
                <a:ea typeface="PMingLiU" pitchFamily="18" charset="-120"/>
                <a:cs typeface="Arial" panose="020B0604020202020204" pitchFamily="34" charset="0"/>
              </a:rPr>
              <a:t>3</a:t>
            </a:r>
          </a:p>
        </p:txBody>
      </p:sp>
      <p:sp>
        <p:nvSpPr>
          <p:cNvPr id="418" name="Rectangle 209">
            <a:extLst>
              <a:ext uri="{FF2B5EF4-FFF2-40B4-BE49-F238E27FC236}">
                <a16:creationId xmlns:a16="http://schemas.microsoft.com/office/drawing/2014/main" id="{EE431EE7-FADB-8F40-A83B-27256A4DE688}"/>
              </a:ext>
            </a:extLst>
          </p:cNvPr>
          <p:cNvSpPr>
            <a:spLocks noChangeArrowheads="1"/>
          </p:cNvSpPr>
          <p:nvPr/>
        </p:nvSpPr>
        <p:spPr bwMode="auto">
          <a:xfrm>
            <a:off x="5403445" y="5418552"/>
            <a:ext cx="468078"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dirty="0">
                <a:ln>
                  <a:noFill/>
                </a:ln>
                <a:solidFill>
                  <a:srgbClr val="000000"/>
                </a:solidFill>
                <a:effectLst/>
                <a:uLnTx/>
                <a:uFillTx/>
                <a:latin typeface="Arial" panose="020B0604020202020204" pitchFamily="34" charset="0"/>
                <a:ea typeface="PMingLiU" pitchFamily="18" charset="-120"/>
                <a:cs typeface="Arial" panose="020B0604020202020204" pitchFamily="34" charset="0"/>
              </a:rPr>
              <a:t>0/1</a:t>
            </a:r>
            <a:endParaRPr kumimoji="1" lang="en-US" altLang="zh-TW" sz="1600" b="1" i="0" u="none" strike="noStrike" kern="1200" cap="none" spc="0" normalizeH="0" baseline="-25000" noProof="0" dirty="0">
              <a:ln>
                <a:noFill/>
              </a:ln>
              <a:solidFill>
                <a:srgbClr val="000000"/>
              </a:solidFill>
              <a:effectLst/>
              <a:uLnTx/>
              <a:uFillTx/>
              <a:latin typeface="Arial" panose="020B0604020202020204" pitchFamily="34" charset="0"/>
              <a:ea typeface="PMingLiU" pitchFamily="18" charset="-120"/>
              <a:cs typeface="Arial" panose="020B0604020202020204" pitchFamily="34" charset="0"/>
            </a:endParaRPr>
          </a:p>
        </p:txBody>
      </p:sp>
      <p:sp>
        <p:nvSpPr>
          <p:cNvPr id="329" name="TextBox 328">
            <a:extLst>
              <a:ext uri="{FF2B5EF4-FFF2-40B4-BE49-F238E27FC236}">
                <a16:creationId xmlns:a16="http://schemas.microsoft.com/office/drawing/2014/main" id="{4E7B7701-6666-5F4C-8542-CC57516A96D7}"/>
              </a:ext>
            </a:extLst>
          </p:cNvPr>
          <p:cNvSpPr txBox="1"/>
          <p:nvPr/>
        </p:nvSpPr>
        <p:spPr>
          <a:xfrm>
            <a:off x="4740388" y="4287704"/>
            <a:ext cx="505268" cy="369332"/>
          </a:xfrm>
          <a:prstGeom prst="rect">
            <a:avLst/>
          </a:prstGeom>
          <a:noFill/>
        </p:spPr>
        <p:txBody>
          <a:bodyPr wrap="none" rtlCol="0">
            <a:spAutoFit/>
          </a:bodyPr>
          <a:lstStyle/>
          <a:p>
            <a:pPr algn="ctr"/>
            <a:r>
              <a:rPr lang="en-US" altLang="zh-CN" dirty="0">
                <a:latin typeface="Arial" panose="020B0604020202020204" pitchFamily="34" charset="0"/>
                <a:ea typeface="SimHei" panose="02010609060101010101" pitchFamily="49" charset="-122"/>
                <a:cs typeface="Arial" panose="020B0604020202020204" pitchFamily="34" charset="0"/>
              </a:rPr>
              <a:t>0/1</a:t>
            </a:r>
            <a:endParaRPr lang="en-CN" dirty="0">
              <a:latin typeface="Arial" panose="020B0604020202020204" pitchFamily="34" charset="0"/>
              <a:ea typeface="SimHei" panose="02010609060101010101" pitchFamily="49" charset="-122"/>
              <a:cs typeface="Arial" panose="020B0604020202020204" pitchFamily="34" charset="0"/>
            </a:endParaRPr>
          </a:p>
        </p:txBody>
      </p:sp>
      <p:sp>
        <p:nvSpPr>
          <p:cNvPr id="4" name="文本框 3">
            <a:extLst>
              <a:ext uri="{FF2B5EF4-FFF2-40B4-BE49-F238E27FC236}">
                <a16:creationId xmlns:a16="http://schemas.microsoft.com/office/drawing/2014/main" id="{89E6E42E-654C-15DC-D204-F80735D04BC2}"/>
              </a:ext>
            </a:extLst>
          </p:cNvPr>
          <p:cNvSpPr txBox="1"/>
          <p:nvPr/>
        </p:nvSpPr>
        <p:spPr>
          <a:xfrm>
            <a:off x="6567687" y="1981336"/>
            <a:ext cx="2411288" cy="1569660"/>
          </a:xfrm>
          <a:prstGeom prst="rect">
            <a:avLst/>
          </a:prstGeom>
          <a:noFill/>
        </p:spPr>
        <p:txBody>
          <a:bodyPr wrap="square" rtlCol="0">
            <a:spAutoFit/>
          </a:bodyPr>
          <a:lstStyle/>
          <a:p>
            <a:r>
              <a:rPr kumimoji="1" lang="en-US" altLang="zh-CN" sz="1600" dirty="0">
                <a:solidFill>
                  <a:srgbClr val="FF0000"/>
                </a:solidFill>
              </a:rPr>
              <a:t>Note: </a:t>
            </a:r>
            <a:r>
              <a:rPr kumimoji="1" lang="zh-CN" altLang="en-US" sz="1600" dirty="0">
                <a:solidFill>
                  <a:srgbClr val="FF0000"/>
                </a:solidFill>
              </a:rPr>
              <a:t>每一个紫色的框为一个</a:t>
            </a:r>
            <a:r>
              <a:rPr kumimoji="1" lang="en-US" altLang="zh-CN" sz="1600" dirty="0">
                <a:solidFill>
                  <a:srgbClr val="FF0000"/>
                </a:solidFill>
              </a:rPr>
              <a:t>1-bit</a:t>
            </a:r>
            <a:r>
              <a:rPr kumimoji="1" lang="zh-CN" altLang="en-US" sz="1600" dirty="0">
                <a:solidFill>
                  <a:srgbClr val="FF0000"/>
                </a:solidFill>
              </a:rPr>
              <a:t>的多路选择器；当</a:t>
            </a:r>
            <a:r>
              <a:rPr kumimoji="1" lang="en-US" altLang="zh-CN" sz="1600" dirty="0">
                <a:solidFill>
                  <a:srgbClr val="FF0000"/>
                </a:solidFill>
              </a:rPr>
              <a:t>S0=0</a:t>
            </a:r>
            <a:r>
              <a:rPr kumimoji="1" lang="zh-CN" altLang="en-US" sz="1600" dirty="0">
                <a:solidFill>
                  <a:srgbClr val="FF0000"/>
                </a:solidFill>
              </a:rPr>
              <a:t>时，下方的输出选择</a:t>
            </a:r>
            <a:r>
              <a:rPr kumimoji="1" lang="en-US" altLang="zh-CN" sz="1600" dirty="0">
                <a:solidFill>
                  <a:srgbClr val="FF0000"/>
                </a:solidFill>
              </a:rPr>
              <a:t>0</a:t>
            </a:r>
            <a:r>
              <a:rPr kumimoji="1" lang="zh-CN" altLang="en-US" sz="1600" dirty="0">
                <a:solidFill>
                  <a:srgbClr val="FF0000"/>
                </a:solidFill>
              </a:rPr>
              <a:t>号输入端的数据；当</a:t>
            </a:r>
            <a:r>
              <a:rPr kumimoji="1" lang="en-US" altLang="zh-CN" sz="1600" dirty="0">
                <a:solidFill>
                  <a:srgbClr val="FF0000"/>
                </a:solidFill>
              </a:rPr>
              <a:t>S0=1</a:t>
            </a:r>
            <a:r>
              <a:rPr kumimoji="1" lang="zh-CN" altLang="en-US" sz="1600" dirty="0">
                <a:solidFill>
                  <a:srgbClr val="FF0000"/>
                </a:solidFill>
              </a:rPr>
              <a:t>时，下方的输出选择</a:t>
            </a:r>
            <a:r>
              <a:rPr kumimoji="1" lang="en-US" altLang="zh-CN" sz="1600" dirty="0">
                <a:solidFill>
                  <a:srgbClr val="FF0000"/>
                </a:solidFill>
              </a:rPr>
              <a:t>1</a:t>
            </a:r>
            <a:r>
              <a:rPr kumimoji="1" lang="zh-CN" altLang="en-US" sz="1600" dirty="0">
                <a:solidFill>
                  <a:srgbClr val="FF0000"/>
                </a:solidFill>
              </a:rPr>
              <a:t>号输入端的数据；</a:t>
            </a:r>
          </a:p>
        </p:txBody>
      </p:sp>
    </p:spTree>
    <p:extLst>
      <p:ext uri="{BB962C8B-B14F-4D97-AF65-F5344CB8AC3E}">
        <p14:creationId xmlns:p14="http://schemas.microsoft.com/office/powerpoint/2010/main" val="85568879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a:xfrm>
            <a:off x="902066" y="299485"/>
            <a:ext cx="7443788" cy="936625"/>
          </a:xfrm>
        </p:spPr>
        <p:txBody>
          <a:bodyPr/>
          <a:lstStyle/>
          <a:p>
            <a:pPr eaLnBrk="1" hangingPunct="1"/>
            <a:r>
              <a:rPr lang="zh-CN" altLang="en-US" b="1" dirty="0"/>
              <a:t>多路选择器应用：移位器</a:t>
            </a:r>
          </a:p>
        </p:txBody>
      </p:sp>
      <p:sp>
        <p:nvSpPr>
          <p:cNvPr id="37892" name="Rectangle 3"/>
          <p:cNvSpPr>
            <a:spLocks noGrp="1" noChangeArrowheads="1"/>
          </p:cNvSpPr>
          <p:nvPr>
            <p:ph idx="1"/>
          </p:nvPr>
        </p:nvSpPr>
        <p:spPr>
          <a:xfrm>
            <a:off x="475559" y="1371600"/>
            <a:ext cx="8229600" cy="5111750"/>
          </a:xfrm>
        </p:spPr>
        <p:txBody>
          <a:bodyPr/>
          <a:lstStyle/>
          <a:p>
            <a:pPr hangingPunct="1"/>
            <a:r>
              <a:rPr kumimoji="1" lang="zh-CN" altLang="en-US" sz="2800" dirty="0">
                <a:latin typeface="Arial" panose="020B0604020202020204" pitchFamily="34" charset="0"/>
                <a:cs typeface="Arial" panose="020B0604020202020204" pitchFamily="34" charset="0"/>
              </a:rPr>
              <a:t>采用</a:t>
            </a:r>
            <a:r>
              <a:rPr kumimoji="1" lang="en-US" altLang="zh-CN" sz="2800" dirty="0">
                <a:latin typeface="Arial" panose="020B0604020202020204" pitchFamily="34" charset="0"/>
                <a:cs typeface="Arial" panose="020B0604020202020204" pitchFamily="34" charset="0"/>
              </a:rPr>
              <a:t>2:1</a:t>
            </a:r>
            <a:r>
              <a:rPr kumimoji="1" lang="zh-CN" altLang="en-US" sz="2800" dirty="0">
                <a:latin typeface="Arial" panose="020B0604020202020204" pitchFamily="34" charset="0"/>
                <a:cs typeface="Arial" panose="020B0604020202020204" pitchFamily="34" charset="0"/>
              </a:rPr>
              <a:t>多路选择器构造的</a:t>
            </a:r>
            <a:r>
              <a:rPr kumimoji="1" lang="en-US" altLang="zh-CN" sz="2800" dirty="0">
                <a:latin typeface="Arial" panose="020B0604020202020204" pitchFamily="34" charset="0"/>
                <a:cs typeface="Arial" panose="020B0604020202020204" pitchFamily="34" charset="0"/>
              </a:rPr>
              <a:t>8</a:t>
            </a:r>
            <a:r>
              <a:rPr kumimoji="1" lang="zh-CN" altLang="en-US" sz="2800" dirty="0">
                <a:latin typeface="Arial" panose="020B0604020202020204" pitchFamily="34" charset="0"/>
                <a:cs typeface="Arial" panose="020B0604020202020204" pitchFamily="34" charset="0"/>
              </a:rPr>
              <a:t>位右移位器</a:t>
            </a:r>
            <a:endParaRPr kumimoji="1" lang="en-US" altLang="zh-CN" sz="2800" dirty="0">
              <a:latin typeface="Arial" panose="020B0604020202020204" pitchFamily="34" charset="0"/>
              <a:cs typeface="Arial" panose="020B0604020202020204" pitchFamily="34" charset="0"/>
            </a:endParaRPr>
          </a:p>
          <a:p>
            <a:pPr lvl="1" hangingPunct="1"/>
            <a:r>
              <a:rPr kumimoji="1" lang="en-US" altLang="zh-CN" sz="2400" dirty="0">
                <a:latin typeface="Arial" panose="020B0604020202020204" pitchFamily="34" charset="0"/>
                <a:cs typeface="Arial" panose="020B0604020202020204" pitchFamily="34" charset="0"/>
              </a:rPr>
              <a:t>Input: A</a:t>
            </a:r>
            <a:r>
              <a:rPr kumimoji="1" lang="en-US" altLang="zh-CN" sz="2400" baseline="-25000" dirty="0">
                <a:latin typeface="Arial" panose="020B0604020202020204" pitchFamily="34" charset="0"/>
                <a:cs typeface="Arial" panose="020B0604020202020204" pitchFamily="34" charset="0"/>
              </a:rPr>
              <a:t>7</a:t>
            </a:r>
            <a:r>
              <a:rPr kumimoji="1" lang="en-US" altLang="zh-CN" sz="2400" dirty="0">
                <a:latin typeface="Arial" panose="020B0604020202020204" pitchFamily="34" charset="0"/>
                <a:cs typeface="Arial" panose="020B0604020202020204" pitchFamily="34" charset="0"/>
              </a:rPr>
              <a:t>A</a:t>
            </a:r>
            <a:r>
              <a:rPr kumimoji="1" lang="en-US" altLang="zh-CN" sz="2400" baseline="-25000" dirty="0">
                <a:latin typeface="Arial" panose="020B0604020202020204" pitchFamily="34" charset="0"/>
                <a:cs typeface="Arial" panose="020B0604020202020204" pitchFamily="34" charset="0"/>
              </a:rPr>
              <a:t>6</a:t>
            </a:r>
            <a:r>
              <a:rPr kumimoji="1" lang="en-US" altLang="zh-CN" sz="2400" dirty="0">
                <a:latin typeface="Arial" panose="020B0604020202020204" pitchFamily="34" charset="0"/>
                <a:cs typeface="Arial" panose="020B0604020202020204" pitchFamily="34" charset="0"/>
              </a:rPr>
              <a:t>…A</a:t>
            </a:r>
            <a:r>
              <a:rPr kumimoji="1" lang="en-US" altLang="zh-CN" sz="2400" baseline="-25000" dirty="0">
                <a:latin typeface="Arial" panose="020B0604020202020204" pitchFamily="34" charset="0"/>
                <a:cs typeface="Arial" panose="020B0604020202020204" pitchFamily="34" charset="0"/>
              </a:rPr>
              <a:t>0</a:t>
            </a:r>
            <a:r>
              <a:rPr kumimoji="1" lang="en-US" altLang="zh-CN" sz="2400" dirty="0">
                <a:latin typeface="Arial" panose="020B0604020202020204" pitchFamily="34" charset="0"/>
                <a:cs typeface="Arial" panose="020B0604020202020204" pitchFamily="34" charset="0"/>
              </a:rPr>
              <a:t>, </a:t>
            </a:r>
            <a:r>
              <a:rPr kumimoji="1" lang="en-US" altLang="zh-CN" sz="2400" dirty="0">
                <a:solidFill>
                  <a:srgbClr val="3333FF"/>
                </a:solidFill>
                <a:latin typeface="Arial" panose="020B0604020202020204" pitchFamily="34" charset="0"/>
                <a:cs typeface="Arial" panose="020B0604020202020204" pitchFamily="34" charset="0"/>
              </a:rPr>
              <a:t>S</a:t>
            </a:r>
            <a:r>
              <a:rPr kumimoji="1" lang="en-US" altLang="zh-CN" sz="2400" baseline="-25000" dirty="0">
                <a:solidFill>
                  <a:srgbClr val="3333FF"/>
                </a:solidFill>
                <a:latin typeface="Arial" panose="020B0604020202020204" pitchFamily="34" charset="0"/>
                <a:cs typeface="Arial" panose="020B0604020202020204" pitchFamily="34" charset="0"/>
              </a:rPr>
              <a:t>2</a:t>
            </a:r>
            <a:r>
              <a:rPr kumimoji="1" lang="en-US" altLang="zh-CN" sz="2400" dirty="0">
                <a:solidFill>
                  <a:srgbClr val="3333FF"/>
                </a:solidFill>
                <a:latin typeface="Arial" panose="020B0604020202020204" pitchFamily="34" charset="0"/>
                <a:cs typeface="Arial" panose="020B0604020202020204" pitchFamily="34" charset="0"/>
              </a:rPr>
              <a:t>S</a:t>
            </a:r>
            <a:r>
              <a:rPr kumimoji="1" lang="en-US" altLang="zh-CN" sz="2400" baseline="-25000" dirty="0">
                <a:solidFill>
                  <a:srgbClr val="3333FF"/>
                </a:solidFill>
                <a:latin typeface="Arial" panose="020B0604020202020204" pitchFamily="34" charset="0"/>
                <a:cs typeface="Arial" panose="020B0604020202020204" pitchFamily="34" charset="0"/>
              </a:rPr>
              <a:t>1</a:t>
            </a:r>
            <a:r>
              <a:rPr kumimoji="1" lang="en-US" altLang="zh-CN" sz="2400" dirty="0">
                <a:solidFill>
                  <a:srgbClr val="3333FF"/>
                </a:solidFill>
                <a:latin typeface="Arial" panose="020B0604020202020204" pitchFamily="34" charset="0"/>
                <a:cs typeface="Arial" panose="020B0604020202020204" pitchFamily="34" charset="0"/>
              </a:rPr>
              <a:t>S</a:t>
            </a:r>
            <a:r>
              <a:rPr kumimoji="1" lang="en-US" altLang="zh-CN" sz="2400" baseline="-25000" dirty="0">
                <a:solidFill>
                  <a:srgbClr val="3333FF"/>
                </a:solidFill>
                <a:latin typeface="Arial" panose="020B0604020202020204" pitchFamily="34" charset="0"/>
                <a:cs typeface="Arial" panose="020B0604020202020204" pitchFamily="34" charset="0"/>
              </a:rPr>
              <a:t>0</a:t>
            </a:r>
            <a:r>
              <a:rPr kumimoji="1" lang="en-US" altLang="zh-CN" sz="2400" dirty="0">
                <a:latin typeface="Arial" panose="020B0604020202020204" pitchFamily="34" charset="0"/>
                <a:cs typeface="Arial" panose="020B0604020202020204" pitchFamily="34" charset="0"/>
              </a:rPr>
              <a:t>; Output: R</a:t>
            </a:r>
            <a:r>
              <a:rPr kumimoji="1" lang="en-US" altLang="zh-CN" sz="2400" baseline="-25000" dirty="0">
                <a:latin typeface="Arial" panose="020B0604020202020204" pitchFamily="34" charset="0"/>
                <a:cs typeface="Arial" panose="020B0604020202020204" pitchFamily="34" charset="0"/>
              </a:rPr>
              <a:t>7</a:t>
            </a:r>
            <a:r>
              <a:rPr kumimoji="1" lang="en-US" altLang="zh-CN" sz="2400" dirty="0">
                <a:latin typeface="Arial" panose="020B0604020202020204" pitchFamily="34" charset="0"/>
                <a:cs typeface="Arial" panose="020B0604020202020204" pitchFamily="34" charset="0"/>
              </a:rPr>
              <a:t>R</a:t>
            </a:r>
            <a:r>
              <a:rPr kumimoji="1" lang="en-US" altLang="zh-CN" sz="2400" baseline="-25000" dirty="0">
                <a:latin typeface="Arial" panose="020B0604020202020204" pitchFamily="34" charset="0"/>
                <a:cs typeface="Arial" panose="020B0604020202020204" pitchFamily="34" charset="0"/>
              </a:rPr>
              <a:t>6</a:t>
            </a:r>
            <a:r>
              <a:rPr kumimoji="1" lang="en-US" altLang="zh-CN" sz="2400" dirty="0">
                <a:latin typeface="Arial" panose="020B0604020202020204" pitchFamily="34" charset="0"/>
                <a:cs typeface="Arial" panose="020B0604020202020204" pitchFamily="34" charset="0"/>
              </a:rPr>
              <a:t>…R</a:t>
            </a:r>
            <a:r>
              <a:rPr kumimoji="1" lang="en-US" altLang="zh-CN" sz="2400" baseline="-25000" dirty="0">
                <a:latin typeface="Arial" panose="020B0604020202020204" pitchFamily="34" charset="0"/>
                <a:cs typeface="Arial" panose="020B0604020202020204" pitchFamily="34" charset="0"/>
              </a:rPr>
              <a:t>0</a:t>
            </a:r>
            <a:endParaRPr kumimoji="1" lang="zh-CN" altLang="zh-CN" sz="2400" baseline="-25000" dirty="0">
              <a:latin typeface="Arial" panose="020B0604020202020204" pitchFamily="34" charset="0"/>
              <a:cs typeface="Arial" panose="020B0604020202020204" pitchFamily="34" charset="0"/>
            </a:endParaRPr>
          </a:p>
          <a:p>
            <a:pPr lvl="1" hangingPunct="1"/>
            <a:endParaRPr kumimoji="1" lang="zh-CN" altLang="en-US" sz="2800" dirty="0">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95415FF6-B881-4447-985D-C35A7AC376B0}"/>
              </a:ext>
            </a:extLst>
          </p:cNvPr>
          <p:cNvSpPr>
            <a:spLocks noGrp="1"/>
          </p:cNvSpPr>
          <p:nvPr>
            <p:ph type="sldNum" sz="quarter" idx="12"/>
          </p:nvPr>
        </p:nvSpPr>
        <p:spPr/>
        <p:txBody>
          <a:bodyPr/>
          <a:lstStyle/>
          <a:p>
            <a:pPr>
              <a:defRPr/>
            </a:pPr>
            <a:fld id="{A88D0608-5506-4AD0-BB9E-DF761E8BFA1F}" type="slidenum">
              <a:rPr lang="zh-CN" altLang="en-US" smtClean="0"/>
              <a:pPr>
                <a:defRPr/>
              </a:pPr>
              <a:t>70</a:t>
            </a:fld>
            <a:endParaRPr lang="en-US" altLang="zh-CN" dirty="0"/>
          </a:p>
        </p:txBody>
      </p:sp>
      <p:sp>
        <p:nvSpPr>
          <p:cNvPr id="38069" name="Rectangle 204"/>
          <p:cNvSpPr>
            <a:spLocks noChangeArrowheads="1"/>
          </p:cNvSpPr>
          <p:nvPr/>
        </p:nvSpPr>
        <p:spPr bwMode="auto">
          <a:xfrm>
            <a:off x="6615485" y="2334865"/>
            <a:ext cx="932949"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600" b="1" i="0" u="none" strike="noStrike" kern="1200" cap="none" spc="0" normalizeH="0" baseline="0" noProof="0">
                <a:ln>
                  <a:noFill/>
                </a:ln>
                <a:solidFill>
                  <a:srgbClr val="000000"/>
                </a:solidFill>
                <a:effectLst/>
                <a:uLnTx/>
                <a:uFillTx/>
                <a:latin typeface="+mn-lt"/>
                <a:ea typeface="PMingLiU" pitchFamily="18" charset="-120"/>
                <a:cs typeface="+mn-cs"/>
              </a:rPr>
              <a:t>S</a:t>
            </a:r>
            <a:r>
              <a:rPr kumimoji="1" lang="en-US" altLang="zh-TW" sz="1600" b="1" i="0" u="none" strike="noStrike" kern="1200" cap="none" spc="0" normalizeH="0" baseline="-25000" noProof="0">
                <a:ln>
                  <a:noFill/>
                </a:ln>
                <a:solidFill>
                  <a:srgbClr val="000000"/>
                </a:solidFill>
                <a:effectLst/>
                <a:uLnTx/>
                <a:uFillTx/>
                <a:latin typeface="+mn-lt"/>
                <a:ea typeface="PMingLiU" pitchFamily="18" charset="-120"/>
                <a:cs typeface="+mn-cs"/>
              </a:rPr>
              <a:t>2</a:t>
            </a:r>
            <a:r>
              <a:rPr kumimoji="1" lang="en-US" altLang="zh-TW" sz="1600" b="1" i="0" u="none" strike="noStrike" kern="1200" cap="none" spc="0" normalizeH="0" baseline="0" noProof="0">
                <a:ln>
                  <a:noFill/>
                </a:ln>
                <a:solidFill>
                  <a:srgbClr val="000000"/>
                </a:solidFill>
                <a:effectLst/>
                <a:uLnTx/>
                <a:uFillTx/>
                <a:latin typeface="+mn-lt"/>
                <a:ea typeface="PMingLiU" pitchFamily="18" charset="-120"/>
                <a:cs typeface="+mn-cs"/>
              </a:rPr>
              <a:t> </a:t>
            </a:r>
            <a:r>
              <a:rPr kumimoji="1" lang="en-US" altLang="zh-CN" sz="1600" b="1" i="0" u="none" strike="noStrike" kern="1200" cap="none" spc="0" normalizeH="0" baseline="0" noProof="0">
                <a:ln>
                  <a:noFill/>
                </a:ln>
                <a:solidFill>
                  <a:srgbClr val="000000"/>
                </a:solidFill>
                <a:effectLst/>
                <a:uLnTx/>
                <a:uFillTx/>
                <a:latin typeface="+mn-lt"/>
                <a:ea typeface="PMingLiU" pitchFamily="18" charset="-120"/>
                <a:cs typeface="+mn-cs"/>
              </a:rPr>
              <a:t>S</a:t>
            </a:r>
            <a:r>
              <a:rPr kumimoji="1" lang="en-US" altLang="zh-TW" sz="1600" b="1" i="0" u="none" strike="noStrike" kern="1200" cap="none" spc="0" normalizeH="0" baseline="-25000" noProof="0">
                <a:ln>
                  <a:noFill/>
                </a:ln>
                <a:solidFill>
                  <a:srgbClr val="000000"/>
                </a:solidFill>
                <a:effectLst/>
                <a:uLnTx/>
                <a:uFillTx/>
                <a:latin typeface="+mn-lt"/>
                <a:ea typeface="PMingLiU" pitchFamily="18" charset="-120"/>
                <a:cs typeface="+mn-cs"/>
              </a:rPr>
              <a:t>1</a:t>
            </a:r>
            <a:r>
              <a:rPr kumimoji="1" lang="en-US" altLang="zh-TW" sz="1600" b="1" i="0" u="none" strike="noStrike" kern="1200" cap="none" spc="0" normalizeH="0" baseline="0" noProof="0">
                <a:ln>
                  <a:noFill/>
                </a:ln>
                <a:solidFill>
                  <a:srgbClr val="000000"/>
                </a:solidFill>
                <a:effectLst/>
                <a:uLnTx/>
                <a:uFillTx/>
                <a:latin typeface="+mn-lt"/>
                <a:ea typeface="PMingLiU" pitchFamily="18" charset="-120"/>
                <a:cs typeface="+mn-cs"/>
              </a:rPr>
              <a:t> </a:t>
            </a:r>
            <a:r>
              <a:rPr kumimoji="1" lang="en-US" altLang="zh-CN" sz="1600" b="1" i="0" u="none" strike="noStrike" kern="1200" cap="none" spc="0" normalizeH="0" baseline="0" noProof="0">
                <a:ln>
                  <a:noFill/>
                </a:ln>
                <a:solidFill>
                  <a:srgbClr val="000000"/>
                </a:solidFill>
                <a:effectLst/>
                <a:uLnTx/>
                <a:uFillTx/>
                <a:latin typeface="+mn-lt"/>
                <a:ea typeface="PMingLiU" pitchFamily="18" charset="-120"/>
                <a:cs typeface="+mn-cs"/>
              </a:rPr>
              <a:t>S</a:t>
            </a:r>
            <a:r>
              <a:rPr kumimoji="1" lang="en-US" altLang="zh-TW" sz="1600" b="1" i="0" u="none" strike="noStrike" kern="1200" cap="none" spc="0" normalizeH="0" baseline="-25000" noProof="0">
                <a:ln>
                  <a:noFill/>
                </a:ln>
                <a:solidFill>
                  <a:srgbClr val="000000"/>
                </a:solidFill>
                <a:effectLst/>
                <a:uLnTx/>
                <a:uFillTx/>
                <a:latin typeface="+mn-lt"/>
                <a:ea typeface="PMingLiU" pitchFamily="18" charset="-120"/>
                <a:cs typeface="+mn-cs"/>
              </a:rPr>
              <a:t>0</a:t>
            </a:r>
          </a:p>
        </p:txBody>
      </p:sp>
      <p:sp>
        <p:nvSpPr>
          <p:cNvPr id="38070" name="Rectangle 205"/>
          <p:cNvSpPr>
            <a:spLocks noChangeArrowheads="1"/>
          </p:cNvSpPr>
          <p:nvPr/>
        </p:nvSpPr>
        <p:spPr bwMode="auto">
          <a:xfrm>
            <a:off x="5853485" y="2360265"/>
            <a:ext cx="405561"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mn-lt"/>
                <a:ea typeface="PMingLiU" pitchFamily="18" charset="-120"/>
                <a:cs typeface="+mn-cs"/>
              </a:rPr>
              <a:t>A</a:t>
            </a:r>
            <a:r>
              <a:rPr kumimoji="1" lang="en-US" altLang="zh-TW" sz="1600" b="1" i="0" u="none" strike="noStrike" kern="1200" cap="none" spc="0" normalizeH="0" baseline="-25000" noProof="0">
                <a:ln>
                  <a:noFill/>
                </a:ln>
                <a:solidFill>
                  <a:srgbClr val="000000"/>
                </a:solidFill>
                <a:effectLst/>
                <a:uLnTx/>
                <a:uFillTx/>
                <a:latin typeface="+mn-lt"/>
                <a:ea typeface="PMingLiU" pitchFamily="18" charset="-120"/>
                <a:cs typeface="+mn-cs"/>
              </a:rPr>
              <a:t>0</a:t>
            </a:r>
          </a:p>
        </p:txBody>
      </p:sp>
      <p:sp>
        <p:nvSpPr>
          <p:cNvPr id="38071" name="Rectangle 206"/>
          <p:cNvSpPr>
            <a:spLocks noChangeArrowheads="1"/>
          </p:cNvSpPr>
          <p:nvPr/>
        </p:nvSpPr>
        <p:spPr bwMode="auto">
          <a:xfrm>
            <a:off x="5167685" y="2360265"/>
            <a:ext cx="405561"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mn-lt"/>
                <a:ea typeface="PMingLiU" pitchFamily="18" charset="-120"/>
                <a:cs typeface="+mn-cs"/>
              </a:rPr>
              <a:t>A</a:t>
            </a:r>
            <a:r>
              <a:rPr kumimoji="1" lang="en-US" altLang="zh-TW" sz="1600" b="1" i="0" u="none" strike="noStrike" kern="1200" cap="none" spc="0" normalizeH="0" baseline="-25000" noProof="0">
                <a:ln>
                  <a:noFill/>
                </a:ln>
                <a:solidFill>
                  <a:srgbClr val="000000"/>
                </a:solidFill>
                <a:effectLst/>
                <a:uLnTx/>
                <a:uFillTx/>
                <a:latin typeface="+mn-lt"/>
                <a:ea typeface="PMingLiU" pitchFamily="18" charset="-120"/>
                <a:cs typeface="+mn-cs"/>
              </a:rPr>
              <a:t>1</a:t>
            </a:r>
          </a:p>
        </p:txBody>
      </p:sp>
      <p:sp>
        <p:nvSpPr>
          <p:cNvPr id="38072" name="Rectangle 207"/>
          <p:cNvSpPr>
            <a:spLocks noChangeArrowheads="1"/>
          </p:cNvSpPr>
          <p:nvPr/>
        </p:nvSpPr>
        <p:spPr bwMode="auto">
          <a:xfrm>
            <a:off x="4558085" y="2360265"/>
            <a:ext cx="405561"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mn-lt"/>
                <a:ea typeface="PMingLiU" pitchFamily="18" charset="-120"/>
                <a:cs typeface="+mn-cs"/>
              </a:rPr>
              <a:t>A</a:t>
            </a:r>
            <a:r>
              <a:rPr kumimoji="1" lang="en-US" altLang="zh-TW" sz="1600" b="1" i="0" u="none" strike="noStrike" kern="1200" cap="none" spc="0" normalizeH="0" baseline="-25000" noProof="0">
                <a:ln>
                  <a:noFill/>
                </a:ln>
                <a:solidFill>
                  <a:srgbClr val="000000"/>
                </a:solidFill>
                <a:effectLst/>
                <a:uLnTx/>
                <a:uFillTx/>
                <a:latin typeface="+mn-lt"/>
                <a:ea typeface="PMingLiU" pitchFamily="18" charset="-120"/>
                <a:cs typeface="+mn-cs"/>
              </a:rPr>
              <a:t>2</a:t>
            </a:r>
          </a:p>
        </p:txBody>
      </p:sp>
      <p:sp>
        <p:nvSpPr>
          <p:cNvPr id="38073" name="Rectangle 208"/>
          <p:cNvSpPr>
            <a:spLocks noChangeArrowheads="1"/>
          </p:cNvSpPr>
          <p:nvPr/>
        </p:nvSpPr>
        <p:spPr bwMode="auto">
          <a:xfrm>
            <a:off x="3872285" y="2360265"/>
            <a:ext cx="405561"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mn-lt"/>
                <a:ea typeface="PMingLiU" pitchFamily="18" charset="-120"/>
                <a:cs typeface="+mn-cs"/>
              </a:rPr>
              <a:t>A</a:t>
            </a:r>
            <a:r>
              <a:rPr kumimoji="1" lang="en-US" altLang="zh-TW" sz="1600" b="1" i="0" u="none" strike="noStrike" kern="1200" cap="none" spc="0" normalizeH="0" baseline="-25000" noProof="0">
                <a:ln>
                  <a:noFill/>
                </a:ln>
                <a:solidFill>
                  <a:srgbClr val="000000"/>
                </a:solidFill>
                <a:effectLst/>
                <a:uLnTx/>
                <a:uFillTx/>
                <a:latin typeface="+mn-lt"/>
                <a:ea typeface="PMingLiU" pitchFamily="18" charset="-120"/>
                <a:cs typeface="+mn-cs"/>
              </a:rPr>
              <a:t>3</a:t>
            </a:r>
          </a:p>
        </p:txBody>
      </p:sp>
      <p:sp>
        <p:nvSpPr>
          <p:cNvPr id="38074" name="Rectangle 209"/>
          <p:cNvSpPr>
            <a:spLocks noChangeArrowheads="1"/>
          </p:cNvSpPr>
          <p:nvPr/>
        </p:nvSpPr>
        <p:spPr bwMode="auto">
          <a:xfrm>
            <a:off x="3186485" y="2360265"/>
            <a:ext cx="405561"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mn-lt"/>
                <a:ea typeface="PMingLiU" pitchFamily="18" charset="-120"/>
                <a:cs typeface="+mn-cs"/>
              </a:rPr>
              <a:t>A</a:t>
            </a:r>
            <a:r>
              <a:rPr kumimoji="1" lang="en-US" altLang="zh-TW" sz="1600" b="1" i="0" u="none" strike="noStrike" kern="1200" cap="none" spc="0" normalizeH="0" baseline="-25000" noProof="0">
                <a:ln>
                  <a:noFill/>
                </a:ln>
                <a:solidFill>
                  <a:srgbClr val="000000"/>
                </a:solidFill>
                <a:effectLst/>
                <a:uLnTx/>
                <a:uFillTx/>
                <a:latin typeface="+mn-lt"/>
                <a:ea typeface="PMingLiU" pitchFamily="18" charset="-120"/>
                <a:cs typeface="+mn-cs"/>
              </a:rPr>
              <a:t>4</a:t>
            </a:r>
          </a:p>
        </p:txBody>
      </p:sp>
      <p:sp>
        <p:nvSpPr>
          <p:cNvPr id="38075" name="Rectangle 210"/>
          <p:cNvSpPr>
            <a:spLocks noChangeArrowheads="1"/>
          </p:cNvSpPr>
          <p:nvPr/>
        </p:nvSpPr>
        <p:spPr bwMode="auto">
          <a:xfrm>
            <a:off x="2500685" y="2360265"/>
            <a:ext cx="405561"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mn-lt"/>
                <a:ea typeface="PMingLiU" pitchFamily="18" charset="-120"/>
                <a:cs typeface="+mn-cs"/>
              </a:rPr>
              <a:t>A</a:t>
            </a:r>
            <a:r>
              <a:rPr kumimoji="1" lang="en-US" altLang="zh-TW" sz="1600" b="1" i="0" u="none" strike="noStrike" kern="1200" cap="none" spc="0" normalizeH="0" baseline="-25000" noProof="0">
                <a:ln>
                  <a:noFill/>
                </a:ln>
                <a:solidFill>
                  <a:srgbClr val="000000"/>
                </a:solidFill>
                <a:effectLst/>
                <a:uLnTx/>
                <a:uFillTx/>
                <a:latin typeface="+mn-lt"/>
                <a:ea typeface="PMingLiU" pitchFamily="18" charset="-120"/>
                <a:cs typeface="+mn-cs"/>
              </a:rPr>
              <a:t>5</a:t>
            </a:r>
          </a:p>
        </p:txBody>
      </p:sp>
      <p:sp>
        <p:nvSpPr>
          <p:cNvPr id="38076" name="Rectangle 211"/>
          <p:cNvSpPr>
            <a:spLocks noChangeArrowheads="1"/>
          </p:cNvSpPr>
          <p:nvPr/>
        </p:nvSpPr>
        <p:spPr bwMode="auto">
          <a:xfrm>
            <a:off x="1891085" y="2360265"/>
            <a:ext cx="405561"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mn-lt"/>
                <a:ea typeface="PMingLiU" pitchFamily="18" charset="-120"/>
                <a:cs typeface="+mn-cs"/>
              </a:rPr>
              <a:t>A</a:t>
            </a:r>
            <a:r>
              <a:rPr kumimoji="1" lang="en-US" altLang="zh-TW" sz="1600" b="1" i="0" u="none" strike="noStrike" kern="1200" cap="none" spc="0" normalizeH="0" baseline="-25000" noProof="0">
                <a:ln>
                  <a:noFill/>
                </a:ln>
                <a:solidFill>
                  <a:srgbClr val="000000"/>
                </a:solidFill>
                <a:effectLst/>
                <a:uLnTx/>
                <a:uFillTx/>
                <a:latin typeface="+mn-lt"/>
                <a:ea typeface="PMingLiU" pitchFamily="18" charset="-120"/>
                <a:cs typeface="+mn-cs"/>
              </a:rPr>
              <a:t>6</a:t>
            </a:r>
          </a:p>
        </p:txBody>
      </p:sp>
      <p:sp>
        <p:nvSpPr>
          <p:cNvPr id="38077" name="Rectangle 212"/>
          <p:cNvSpPr>
            <a:spLocks noChangeArrowheads="1"/>
          </p:cNvSpPr>
          <p:nvPr/>
        </p:nvSpPr>
        <p:spPr bwMode="auto">
          <a:xfrm>
            <a:off x="1205285" y="2360265"/>
            <a:ext cx="405561"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mn-lt"/>
                <a:ea typeface="PMingLiU" pitchFamily="18" charset="-120"/>
                <a:cs typeface="+mn-cs"/>
              </a:rPr>
              <a:t>A</a:t>
            </a:r>
            <a:r>
              <a:rPr kumimoji="1" lang="en-US" altLang="zh-TW" sz="1600" b="1" i="0" u="none" strike="noStrike" kern="1200" cap="none" spc="0" normalizeH="0" baseline="-25000" noProof="0">
                <a:ln>
                  <a:noFill/>
                </a:ln>
                <a:solidFill>
                  <a:srgbClr val="000000"/>
                </a:solidFill>
                <a:effectLst/>
                <a:uLnTx/>
                <a:uFillTx/>
                <a:latin typeface="+mn-lt"/>
                <a:ea typeface="PMingLiU" pitchFamily="18" charset="-120"/>
                <a:cs typeface="+mn-cs"/>
              </a:rPr>
              <a:t>7</a:t>
            </a:r>
          </a:p>
        </p:txBody>
      </p:sp>
      <p:sp>
        <p:nvSpPr>
          <p:cNvPr id="1955052" name="Text Box 236"/>
          <p:cNvSpPr txBox="1">
            <a:spLocks noChangeArrowheads="1"/>
          </p:cNvSpPr>
          <p:nvPr/>
        </p:nvSpPr>
        <p:spPr bwMode="auto">
          <a:xfrm>
            <a:off x="608451" y="5841305"/>
            <a:ext cx="8388218" cy="406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60375" indent="-460375"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Tahoma" pitchFamily="34" charset="0"/>
                <a:ea typeface="宋体" pitchFamily="2" charset="-122"/>
              </a:defRPr>
            </a:lvl9pPr>
          </a:lstStyle>
          <a:p>
            <a:pPr marL="0" lvl="0" indent="0" eaLnBrk="1" hangingPunct="1">
              <a:lnSpc>
                <a:spcPct val="85000"/>
              </a:lnSpc>
              <a:spcBef>
                <a:spcPct val="25000"/>
              </a:spcBef>
              <a:buClr>
                <a:srgbClr val="47C3B7"/>
              </a:buClr>
              <a:defRPr/>
            </a:pPr>
            <a:r>
              <a:rPr kumimoji="1" lang="zh-CN" altLang="en-US" sz="2400" dirty="0">
                <a:solidFill>
                  <a:srgbClr val="000000"/>
                </a:solidFill>
                <a:latin typeface="Arial" panose="020B0604020202020204" pitchFamily="34" charset="0"/>
                <a:ea typeface="SimHei" panose="02010609060101010101" pitchFamily="49" charset="-122"/>
                <a:cs typeface="Arial" panose="020B0604020202020204" pitchFamily="34" charset="0"/>
              </a:rPr>
              <a:t>思考：最高位</a:t>
            </a:r>
            <a:r>
              <a:rPr kumimoji="1" lang="en-US" altLang="zh-CN" sz="2400" dirty="0">
                <a:solidFill>
                  <a:srgbClr val="000000"/>
                </a:solidFill>
                <a:latin typeface="Arial" panose="020B0604020202020204" pitchFamily="34" charset="0"/>
                <a:ea typeface="SimHei" panose="02010609060101010101" pitchFamily="49" charset="-122"/>
                <a:cs typeface="Arial" panose="020B0604020202020204" pitchFamily="34" charset="0"/>
              </a:rPr>
              <a:t>MSB</a:t>
            </a:r>
            <a:r>
              <a:rPr kumimoji="1" lang="zh-CN" altLang="en-US" sz="2400" dirty="0">
                <a:solidFill>
                  <a:srgbClr val="000000"/>
                </a:solidFill>
                <a:latin typeface="Arial" panose="020B0604020202020204" pitchFamily="34" charset="0"/>
                <a:ea typeface="SimHei" panose="02010609060101010101" pitchFamily="49" charset="-122"/>
                <a:cs typeface="Arial" panose="020B0604020202020204" pitchFamily="34" charset="0"/>
              </a:rPr>
              <a:t>的输入</a:t>
            </a:r>
            <a:r>
              <a:rPr kumimoji="1" lang="en-US" altLang="zh-CN" sz="2400" dirty="0">
                <a:solidFill>
                  <a:srgbClr val="000000"/>
                </a:solidFill>
                <a:latin typeface="Arial" panose="020B0604020202020204" pitchFamily="34" charset="0"/>
                <a:ea typeface="SimHei" panose="02010609060101010101" pitchFamily="49" charset="-122"/>
                <a:cs typeface="Arial" panose="020B0604020202020204" pitchFamily="34" charset="0"/>
              </a:rPr>
              <a:t>?  </a:t>
            </a:r>
            <a:r>
              <a:rPr kumimoji="1" lang="zh-CN" altLang="en-US" sz="2400" dirty="0">
                <a:solidFill>
                  <a:srgbClr val="000000"/>
                </a:solidFill>
                <a:latin typeface="Arial" panose="020B0604020202020204" pitchFamily="34" charset="0"/>
                <a:ea typeface="SimHei" panose="02010609060101010101" pitchFamily="49" charset="-122"/>
                <a:cs typeface="Arial" panose="020B0604020202020204" pitchFamily="34" charset="0"/>
              </a:rPr>
              <a:t>支持</a:t>
            </a:r>
            <a:r>
              <a:rPr kumimoji="1" lang="en-US" altLang="zh-CN" sz="2400" dirty="0">
                <a:solidFill>
                  <a:srgbClr val="000000"/>
                </a:solidFill>
                <a:latin typeface="Arial" panose="020B0604020202020204" pitchFamily="34" charset="0"/>
                <a:ea typeface="SimHei" panose="02010609060101010101" pitchFamily="49" charset="-122"/>
                <a:cs typeface="Arial" panose="020B0604020202020204" pitchFamily="34" charset="0"/>
              </a:rPr>
              <a:t>0-31</a:t>
            </a:r>
            <a:r>
              <a:rPr kumimoji="1" lang="zh-CN" altLang="en-US" sz="2400" dirty="0">
                <a:solidFill>
                  <a:srgbClr val="000000"/>
                </a:solidFill>
                <a:latin typeface="Arial" panose="020B0604020202020204" pitchFamily="34" charset="0"/>
                <a:ea typeface="SimHei" panose="02010609060101010101" pitchFamily="49" charset="-122"/>
                <a:cs typeface="Arial" panose="020B0604020202020204" pitchFamily="34" charset="0"/>
              </a:rPr>
              <a:t>位移位器需要多少级</a:t>
            </a:r>
            <a:r>
              <a:rPr kumimoji="1" lang="en-US" altLang="zh-CN" sz="2400" dirty="0">
                <a:solidFill>
                  <a:srgbClr val="000000"/>
                </a:solidFill>
                <a:latin typeface="Arial" panose="020B0604020202020204" pitchFamily="34" charset="0"/>
                <a:ea typeface="SimHei" panose="02010609060101010101" pitchFamily="49" charset="-122"/>
                <a:cs typeface="Arial" panose="020B0604020202020204" pitchFamily="34" charset="0"/>
              </a:rPr>
              <a:t>?</a:t>
            </a:r>
            <a:endParaRPr kumimoji="1" lang="en-US" altLang="zh-CN" sz="2400" i="0" u="none" strike="noStrike" kern="1200" cap="none" spc="0" normalizeH="0" baseline="0" noProof="0" dirty="0">
              <a:ln>
                <a:noFill/>
              </a:ln>
              <a:solidFill>
                <a:srgbClr val="000000"/>
              </a:solidFill>
              <a:effectLst/>
              <a:uLnTx/>
              <a:uFillTx/>
              <a:latin typeface="Arial" panose="020B0604020202020204" pitchFamily="34" charset="0"/>
              <a:ea typeface="SimHei" panose="02010609060101010101" pitchFamily="49" charset="-122"/>
              <a:cs typeface="Arial" panose="020B0604020202020204" pitchFamily="34" charset="0"/>
            </a:endParaRPr>
          </a:p>
        </p:txBody>
      </p:sp>
      <p:sp>
        <p:nvSpPr>
          <p:cNvPr id="37969" name="Rectangle 88"/>
          <p:cNvSpPr>
            <a:spLocks noChangeArrowheads="1"/>
          </p:cNvSpPr>
          <p:nvPr/>
        </p:nvSpPr>
        <p:spPr bwMode="auto">
          <a:xfrm>
            <a:off x="6107485" y="3122265"/>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mn-lt"/>
                <a:ea typeface="PMingLiU" pitchFamily="18" charset="-120"/>
                <a:cs typeface="+mn-cs"/>
              </a:rPr>
              <a:t>0</a:t>
            </a:r>
          </a:p>
        </p:txBody>
      </p:sp>
      <p:sp>
        <p:nvSpPr>
          <p:cNvPr id="37893" name="Rectangle 5"/>
          <p:cNvSpPr>
            <a:spLocks noChangeArrowheads="1"/>
          </p:cNvSpPr>
          <p:nvPr/>
        </p:nvSpPr>
        <p:spPr bwMode="auto">
          <a:xfrm>
            <a:off x="976685" y="3122265"/>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dirty="0">
                <a:ln>
                  <a:noFill/>
                </a:ln>
                <a:solidFill>
                  <a:srgbClr val="000066"/>
                </a:solidFill>
                <a:effectLst/>
                <a:uLnTx/>
                <a:uFillTx/>
                <a:latin typeface="+mn-lt"/>
                <a:ea typeface="PMingLiU" pitchFamily="18" charset="-120"/>
                <a:cs typeface="+mn-cs"/>
              </a:rPr>
              <a:t>1</a:t>
            </a:r>
          </a:p>
        </p:txBody>
      </p:sp>
      <p:sp>
        <p:nvSpPr>
          <p:cNvPr id="37894" name="Rectangle 6"/>
          <p:cNvSpPr>
            <a:spLocks noChangeArrowheads="1"/>
          </p:cNvSpPr>
          <p:nvPr/>
        </p:nvSpPr>
        <p:spPr bwMode="auto">
          <a:xfrm>
            <a:off x="1306885" y="3122265"/>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mn-lt"/>
                <a:ea typeface="PMingLiU" pitchFamily="18" charset="-120"/>
                <a:cs typeface="+mn-cs"/>
              </a:rPr>
              <a:t>0</a:t>
            </a:r>
          </a:p>
        </p:txBody>
      </p:sp>
      <p:sp>
        <p:nvSpPr>
          <p:cNvPr id="37938" name="Rectangle 51"/>
          <p:cNvSpPr>
            <a:spLocks noChangeArrowheads="1"/>
          </p:cNvSpPr>
          <p:nvPr/>
        </p:nvSpPr>
        <p:spPr bwMode="auto">
          <a:xfrm>
            <a:off x="1662485" y="3122265"/>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66"/>
                </a:solidFill>
                <a:effectLst/>
                <a:uLnTx/>
                <a:uFillTx/>
                <a:latin typeface="+mn-lt"/>
                <a:ea typeface="PMingLiU" pitchFamily="18" charset="-120"/>
                <a:cs typeface="+mn-cs"/>
              </a:rPr>
              <a:t>1</a:t>
            </a:r>
          </a:p>
        </p:txBody>
      </p:sp>
      <p:sp>
        <p:nvSpPr>
          <p:cNvPr id="37939" name="Rectangle 52"/>
          <p:cNvSpPr>
            <a:spLocks noChangeArrowheads="1"/>
          </p:cNvSpPr>
          <p:nvPr/>
        </p:nvSpPr>
        <p:spPr bwMode="auto">
          <a:xfrm>
            <a:off x="1992685" y="3122265"/>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mn-lt"/>
                <a:ea typeface="PMingLiU" pitchFamily="18" charset="-120"/>
                <a:cs typeface="+mn-cs"/>
              </a:rPr>
              <a:t>0</a:t>
            </a:r>
          </a:p>
        </p:txBody>
      </p:sp>
      <p:sp>
        <p:nvSpPr>
          <p:cNvPr id="37943" name="Rectangle 57"/>
          <p:cNvSpPr>
            <a:spLocks noChangeArrowheads="1"/>
          </p:cNvSpPr>
          <p:nvPr/>
        </p:nvSpPr>
        <p:spPr bwMode="auto">
          <a:xfrm>
            <a:off x="2348285" y="3122265"/>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66"/>
                </a:solidFill>
                <a:effectLst/>
                <a:uLnTx/>
                <a:uFillTx/>
                <a:latin typeface="+mn-lt"/>
                <a:ea typeface="PMingLiU" pitchFamily="18" charset="-120"/>
                <a:cs typeface="+mn-cs"/>
              </a:rPr>
              <a:t>1</a:t>
            </a:r>
          </a:p>
        </p:txBody>
      </p:sp>
      <p:sp>
        <p:nvSpPr>
          <p:cNvPr id="37944" name="Rectangle 58"/>
          <p:cNvSpPr>
            <a:spLocks noChangeArrowheads="1"/>
          </p:cNvSpPr>
          <p:nvPr/>
        </p:nvSpPr>
        <p:spPr bwMode="auto">
          <a:xfrm>
            <a:off x="2678485" y="3122265"/>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mn-lt"/>
                <a:ea typeface="PMingLiU" pitchFamily="18" charset="-120"/>
                <a:cs typeface="+mn-cs"/>
              </a:rPr>
              <a:t>0</a:t>
            </a:r>
          </a:p>
        </p:txBody>
      </p:sp>
      <p:sp>
        <p:nvSpPr>
          <p:cNvPr id="37948" name="Rectangle 63"/>
          <p:cNvSpPr>
            <a:spLocks noChangeArrowheads="1"/>
          </p:cNvSpPr>
          <p:nvPr/>
        </p:nvSpPr>
        <p:spPr bwMode="auto">
          <a:xfrm>
            <a:off x="3034085" y="3122265"/>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66"/>
                </a:solidFill>
                <a:effectLst/>
                <a:uLnTx/>
                <a:uFillTx/>
                <a:latin typeface="+mn-lt"/>
                <a:ea typeface="PMingLiU" pitchFamily="18" charset="-120"/>
                <a:cs typeface="+mn-cs"/>
              </a:rPr>
              <a:t>1</a:t>
            </a:r>
          </a:p>
        </p:txBody>
      </p:sp>
      <p:sp>
        <p:nvSpPr>
          <p:cNvPr id="37949" name="Rectangle 64"/>
          <p:cNvSpPr>
            <a:spLocks noChangeArrowheads="1"/>
          </p:cNvSpPr>
          <p:nvPr/>
        </p:nvSpPr>
        <p:spPr bwMode="auto">
          <a:xfrm>
            <a:off x="3364285" y="3122265"/>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mn-lt"/>
                <a:ea typeface="PMingLiU" pitchFamily="18" charset="-120"/>
                <a:cs typeface="+mn-cs"/>
              </a:rPr>
              <a:t>0</a:t>
            </a:r>
          </a:p>
        </p:txBody>
      </p:sp>
      <p:sp>
        <p:nvSpPr>
          <p:cNvPr id="37953" name="Rectangle 69"/>
          <p:cNvSpPr>
            <a:spLocks noChangeArrowheads="1"/>
          </p:cNvSpPr>
          <p:nvPr/>
        </p:nvSpPr>
        <p:spPr bwMode="auto">
          <a:xfrm>
            <a:off x="3719885" y="3122265"/>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66"/>
                </a:solidFill>
                <a:effectLst/>
                <a:uLnTx/>
                <a:uFillTx/>
                <a:latin typeface="+mn-lt"/>
                <a:ea typeface="PMingLiU" pitchFamily="18" charset="-120"/>
                <a:cs typeface="+mn-cs"/>
              </a:rPr>
              <a:t>1</a:t>
            </a:r>
          </a:p>
        </p:txBody>
      </p:sp>
      <p:sp>
        <p:nvSpPr>
          <p:cNvPr id="37954" name="Rectangle 70"/>
          <p:cNvSpPr>
            <a:spLocks noChangeArrowheads="1"/>
          </p:cNvSpPr>
          <p:nvPr/>
        </p:nvSpPr>
        <p:spPr bwMode="auto">
          <a:xfrm>
            <a:off x="4050085" y="3122265"/>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mn-lt"/>
                <a:ea typeface="PMingLiU" pitchFamily="18" charset="-120"/>
                <a:cs typeface="+mn-cs"/>
              </a:rPr>
              <a:t>0</a:t>
            </a:r>
          </a:p>
        </p:txBody>
      </p:sp>
      <p:sp>
        <p:nvSpPr>
          <p:cNvPr id="37958" name="Rectangle 75"/>
          <p:cNvSpPr>
            <a:spLocks noChangeArrowheads="1"/>
          </p:cNvSpPr>
          <p:nvPr/>
        </p:nvSpPr>
        <p:spPr bwMode="auto">
          <a:xfrm>
            <a:off x="4405685" y="3122265"/>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66"/>
                </a:solidFill>
                <a:effectLst/>
                <a:uLnTx/>
                <a:uFillTx/>
                <a:latin typeface="+mn-lt"/>
                <a:ea typeface="PMingLiU" pitchFamily="18" charset="-120"/>
                <a:cs typeface="+mn-cs"/>
              </a:rPr>
              <a:t>1</a:t>
            </a:r>
          </a:p>
        </p:txBody>
      </p:sp>
      <p:sp>
        <p:nvSpPr>
          <p:cNvPr id="37959" name="Rectangle 76"/>
          <p:cNvSpPr>
            <a:spLocks noChangeArrowheads="1"/>
          </p:cNvSpPr>
          <p:nvPr/>
        </p:nvSpPr>
        <p:spPr bwMode="auto">
          <a:xfrm>
            <a:off x="4735885" y="3122265"/>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mn-lt"/>
                <a:ea typeface="PMingLiU" pitchFamily="18" charset="-120"/>
                <a:cs typeface="+mn-cs"/>
              </a:rPr>
              <a:t>0</a:t>
            </a:r>
          </a:p>
        </p:txBody>
      </p:sp>
      <p:sp>
        <p:nvSpPr>
          <p:cNvPr id="37963" name="Rectangle 81"/>
          <p:cNvSpPr>
            <a:spLocks noChangeArrowheads="1"/>
          </p:cNvSpPr>
          <p:nvPr/>
        </p:nvSpPr>
        <p:spPr bwMode="auto">
          <a:xfrm>
            <a:off x="5091485" y="3122265"/>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66"/>
                </a:solidFill>
                <a:effectLst/>
                <a:uLnTx/>
                <a:uFillTx/>
                <a:latin typeface="+mn-lt"/>
                <a:ea typeface="PMingLiU" pitchFamily="18" charset="-120"/>
                <a:cs typeface="+mn-cs"/>
              </a:rPr>
              <a:t>1</a:t>
            </a:r>
          </a:p>
        </p:txBody>
      </p:sp>
      <p:sp>
        <p:nvSpPr>
          <p:cNvPr id="37964" name="Rectangle 82"/>
          <p:cNvSpPr>
            <a:spLocks noChangeArrowheads="1"/>
          </p:cNvSpPr>
          <p:nvPr/>
        </p:nvSpPr>
        <p:spPr bwMode="auto">
          <a:xfrm>
            <a:off x="5421685" y="3122265"/>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mn-lt"/>
                <a:ea typeface="PMingLiU" pitchFamily="18" charset="-120"/>
                <a:cs typeface="+mn-cs"/>
              </a:rPr>
              <a:t>0</a:t>
            </a:r>
          </a:p>
        </p:txBody>
      </p:sp>
      <p:sp>
        <p:nvSpPr>
          <p:cNvPr id="37968" name="Rectangle 87"/>
          <p:cNvSpPr>
            <a:spLocks noChangeArrowheads="1"/>
          </p:cNvSpPr>
          <p:nvPr/>
        </p:nvSpPr>
        <p:spPr bwMode="auto">
          <a:xfrm>
            <a:off x="5777285" y="3122265"/>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66"/>
                </a:solidFill>
                <a:effectLst/>
                <a:uLnTx/>
                <a:uFillTx/>
                <a:latin typeface="+mn-lt"/>
                <a:ea typeface="PMingLiU" pitchFamily="18" charset="-120"/>
                <a:cs typeface="+mn-cs"/>
              </a:rPr>
              <a:t>1</a:t>
            </a:r>
          </a:p>
        </p:txBody>
      </p:sp>
      <p:sp>
        <p:nvSpPr>
          <p:cNvPr id="37895" name="Line 7"/>
          <p:cNvSpPr>
            <a:spLocks noChangeShapeType="1"/>
          </p:cNvSpPr>
          <p:nvPr/>
        </p:nvSpPr>
        <p:spPr bwMode="auto">
          <a:xfrm>
            <a:off x="1295636" y="3492152"/>
            <a:ext cx="0" cy="1397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896" name="Line 8"/>
          <p:cNvSpPr>
            <a:spLocks noChangeShapeType="1"/>
          </p:cNvSpPr>
          <p:nvPr/>
        </p:nvSpPr>
        <p:spPr bwMode="auto">
          <a:xfrm>
            <a:off x="1094160" y="3034952"/>
            <a:ext cx="0" cy="114300"/>
          </a:xfrm>
          <a:prstGeom prst="line">
            <a:avLst/>
          </a:prstGeom>
          <a:noFill/>
          <a:ln w="25400" cap="rnd">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897" name="Line 9"/>
          <p:cNvSpPr>
            <a:spLocks noChangeShapeType="1"/>
          </p:cNvSpPr>
          <p:nvPr/>
        </p:nvSpPr>
        <p:spPr bwMode="auto">
          <a:xfrm>
            <a:off x="1439652" y="3032956"/>
            <a:ext cx="0" cy="1143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898" name="Line 10"/>
          <p:cNvSpPr>
            <a:spLocks noChangeShapeType="1"/>
          </p:cNvSpPr>
          <p:nvPr/>
        </p:nvSpPr>
        <p:spPr bwMode="auto">
          <a:xfrm>
            <a:off x="1297360" y="2641252"/>
            <a:ext cx="0" cy="2286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899" name="Line 11"/>
          <p:cNvSpPr>
            <a:spLocks noChangeShapeType="1"/>
          </p:cNvSpPr>
          <p:nvPr/>
        </p:nvSpPr>
        <p:spPr bwMode="auto">
          <a:xfrm>
            <a:off x="1297360" y="2869852"/>
            <a:ext cx="139699" cy="1524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00" name="Line 12"/>
          <p:cNvSpPr>
            <a:spLocks noChangeShapeType="1"/>
          </p:cNvSpPr>
          <p:nvPr/>
        </p:nvSpPr>
        <p:spPr bwMode="auto">
          <a:xfrm>
            <a:off x="1297360" y="2869852"/>
            <a:ext cx="466725" cy="152400"/>
          </a:xfrm>
          <a:prstGeom prst="line">
            <a:avLst/>
          </a:prstGeom>
          <a:noFill/>
          <a:ln w="25400" cap="rnd">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01" name="Line 13"/>
          <p:cNvSpPr>
            <a:spLocks noChangeShapeType="1"/>
          </p:cNvSpPr>
          <p:nvPr/>
        </p:nvSpPr>
        <p:spPr bwMode="auto">
          <a:xfrm>
            <a:off x="1983160" y="2641252"/>
            <a:ext cx="0" cy="2286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02" name="Line 14"/>
          <p:cNvSpPr>
            <a:spLocks noChangeShapeType="1"/>
          </p:cNvSpPr>
          <p:nvPr/>
        </p:nvSpPr>
        <p:spPr bwMode="auto">
          <a:xfrm>
            <a:off x="1983160" y="2869852"/>
            <a:ext cx="152400" cy="1524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03" name="Line 15"/>
          <p:cNvSpPr>
            <a:spLocks noChangeShapeType="1"/>
          </p:cNvSpPr>
          <p:nvPr/>
        </p:nvSpPr>
        <p:spPr bwMode="auto">
          <a:xfrm>
            <a:off x="1983160" y="2869852"/>
            <a:ext cx="485775" cy="152400"/>
          </a:xfrm>
          <a:prstGeom prst="line">
            <a:avLst/>
          </a:prstGeom>
          <a:noFill/>
          <a:ln w="25400" cap="rnd">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04" name="Line 16"/>
          <p:cNvSpPr>
            <a:spLocks noChangeShapeType="1"/>
          </p:cNvSpPr>
          <p:nvPr/>
        </p:nvSpPr>
        <p:spPr bwMode="auto">
          <a:xfrm>
            <a:off x="2668960" y="2641252"/>
            <a:ext cx="0" cy="2286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05" name="Line 17"/>
          <p:cNvSpPr>
            <a:spLocks noChangeShapeType="1"/>
          </p:cNvSpPr>
          <p:nvPr/>
        </p:nvSpPr>
        <p:spPr bwMode="auto">
          <a:xfrm>
            <a:off x="2668960" y="2869852"/>
            <a:ext cx="152400" cy="1524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06" name="Line 18"/>
          <p:cNvSpPr>
            <a:spLocks noChangeShapeType="1"/>
          </p:cNvSpPr>
          <p:nvPr/>
        </p:nvSpPr>
        <p:spPr bwMode="auto">
          <a:xfrm>
            <a:off x="2668960" y="2869852"/>
            <a:ext cx="481013" cy="152400"/>
          </a:xfrm>
          <a:prstGeom prst="line">
            <a:avLst/>
          </a:prstGeom>
          <a:noFill/>
          <a:ln w="25400" cap="rnd">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07" name="Line 19"/>
          <p:cNvSpPr>
            <a:spLocks noChangeShapeType="1"/>
          </p:cNvSpPr>
          <p:nvPr/>
        </p:nvSpPr>
        <p:spPr bwMode="auto">
          <a:xfrm>
            <a:off x="3354760" y="2641252"/>
            <a:ext cx="0" cy="2286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08" name="Line 20"/>
          <p:cNvSpPr>
            <a:spLocks noChangeShapeType="1"/>
          </p:cNvSpPr>
          <p:nvPr/>
        </p:nvSpPr>
        <p:spPr bwMode="auto">
          <a:xfrm>
            <a:off x="3354760" y="2869852"/>
            <a:ext cx="152400" cy="1524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09" name="Line 21"/>
          <p:cNvSpPr>
            <a:spLocks noChangeShapeType="1"/>
          </p:cNvSpPr>
          <p:nvPr/>
        </p:nvSpPr>
        <p:spPr bwMode="auto">
          <a:xfrm>
            <a:off x="3354760" y="2869852"/>
            <a:ext cx="471488" cy="152400"/>
          </a:xfrm>
          <a:prstGeom prst="line">
            <a:avLst/>
          </a:prstGeom>
          <a:noFill/>
          <a:ln w="25400" cap="rnd">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10" name="Line 22"/>
          <p:cNvSpPr>
            <a:spLocks noChangeShapeType="1"/>
          </p:cNvSpPr>
          <p:nvPr/>
        </p:nvSpPr>
        <p:spPr bwMode="auto">
          <a:xfrm>
            <a:off x="4040560" y="2641252"/>
            <a:ext cx="0" cy="2286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11" name="Line 23"/>
          <p:cNvSpPr>
            <a:spLocks noChangeShapeType="1"/>
          </p:cNvSpPr>
          <p:nvPr/>
        </p:nvSpPr>
        <p:spPr bwMode="auto">
          <a:xfrm>
            <a:off x="4040560" y="2869852"/>
            <a:ext cx="152400" cy="1524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12" name="Line 24"/>
          <p:cNvSpPr>
            <a:spLocks noChangeShapeType="1"/>
          </p:cNvSpPr>
          <p:nvPr/>
        </p:nvSpPr>
        <p:spPr bwMode="auto">
          <a:xfrm>
            <a:off x="4040560" y="2869851"/>
            <a:ext cx="482600" cy="155575"/>
          </a:xfrm>
          <a:prstGeom prst="line">
            <a:avLst/>
          </a:prstGeom>
          <a:noFill/>
          <a:ln w="25400" cap="rnd">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13" name="Line 25"/>
          <p:cNvSpPr>
            <a:spLocks noChangeShapeType="1"/>
          </p:cNvSpPr>
          <p:nvPr/>
        </p:nvSpPr>
        <p:spPr bwMode="auto">
          <a:xfrm>
            <a:off x="4726360" y="2641252"/>
            <a:ext cx="0" cy="2286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14" name="Line 26"/>
          <p:cNvSpPr>
            <a:spLocks noChangeShapeType="1"/>
          </p:cNvSpPr>
          <p:nvPr/>
        </p:nvSpPr>
        <p:spPr bwMode="auto">
          <a:xfrm>
            <a:off x="4726360" y="2869852"/>
            <a:ext cx="152400" cy="1524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15" name="Line 27"/>
          <p:cNvSpPr>
            <a:spLocks noChangeShapeType="1"/>
          </p:cNvSpPr>
          <p:nvPr/>
        </p:nvSpPr>
        <p:spPr bwMode="auto">
          <a:xfrm>
            <a:off x="4726359" y="2869851"/>
            <a:ext cx="482591" cy="161925"/>
          </a:xfrm>
          <a:prstGeom prst="line">
            <a:avLst/>
          </a:prstGeom>
          <a:noFill/>
          <a:ln w="25400" cap="rnd">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16" name="Line 28"/>
          <p:cNvSpPr>
            <a:spLocks noChangeShapeType="1"/>
          </p:cNvSpPr>
          <p:nvPr/>
        </p:nvSpPr>
        <p:spPr bwMode="auto">
          <a:xfrm>
            <a:off x="5412160" y="2641252"/>
            <a:ext cx="0" cy="2286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17" name="Line 29"/>
          <p:cNvSpPr>
            <a:spLocks noChangeShapeType="1"/>
          </p:cNvSpPr>
          <p:nvPr/>
        </p:nvSpPr>
        <p:spPr bwMode="auto">
          <a:xfrm>
            <a:off x="5412160" y="2869852"/>
            <a:ext cx="152400" cy="1524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18" name="Line 30"/>
          <p:cNvSpPr>
            <a:spLocks noChangeShapeType="1"/>
          </p:cNvSpPr>
          <p:nvPr/>
        </p:nvSpPr>
        <p:spPr bwMode="auto">
          <a:xfrm>
            <a:off x="5412159" y="2869851"/>
            <a:ext cx="482587" cy="155575"/>
          </a:xfrm>
          <a:prstGeom prst="line">
            <a:avLst/>
          </a:prstGeom>
          <a:noFill/>
          <a:ln w="25400" cap="rnd">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19" name="Line 31"/>
          <p:cNvSpPr>
            <a:spLocks noChangeShapeType="1"/>
          </p:cNvSpPr>
          <p:nvPr/>
        </p:nvSpPr>
        <p:spPr bwMode="auto">
          <a:xfrm>
            <a:off x="6097960" y="2641252"/>
            <a:ext cx="0" cy="2286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20" name="Line 32"/>
          <p:cNvSpPr>
            <a:spLocks noChangeShapeType="1"/>
          </p:cNvSpPr>
          <p:nvPr/>
        </p:nvSpPr>
        <p:spPr bwMode="auto">
          <a:xfrm>
            <a:off x="6097960" y="2869852"/>
            <a:ext cx="152400" cy="1524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21" name="Line 33"/>
          <p:cNvSpPr>
            <a:spLocks noChangeShapeType="1"/>
          </p:cNvSpPr>
          <p:nvPr/>
        </p:nvSpPr>
        <p:spPr bwMode="auto">
          <a:xfrm>
            <a:off x="640135" y="2879377"/>
            <a:ext cx="459210" cy="152400"/>
          </a:xfrm>
          <a:prstGeom prst="line">
            <a:avLst/>
          </a:prstGeom>
          <a:noFill/>
          <a:ln w="25400" cap="rnd">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40" name="Line 53"/>
          <p:cNvSpPr>
            <a:spLocks noChangeShapeType="1"/>
          </p:cNvSpPr>
          <p:nvPr/>
        </p:nvSpPr>
        <p:spPr bwMode="auto">
          <a:xfrm>
            <a:off x="2008560" y="3492152"/>
            <a:ext cx="0" cy="1397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41" name="Line 54"/>
          <p:cNvSpPr>
            <a:spLocks noChangeShapeType="1"/>
          </p:cNvSpPr>
          <p:nvPr/>
        </p:nvSpPr>
        <p:spPr bwMode="auto">
          <a:xfrm>
            <a:off x="1779960" y="3034952"/>
            <a:ext cx="0" cy="114300"/>
          </a:xfrm>
          <a:prstGeom prst="line">
            <a:avLst/>
          </a:prstGeom>
          <a:noFill/>
          <a:ln w="25400" cap="rnd">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42" name="Line 55"/>
          <p:cNvSpPr>
            <a:spLocks noChangeShapeType="1"/>
          </p:cNvSpPr>
          <p:nvPr/>
        </p:nvSpPr>
        <p:spPr bwMode="auto">
          <a:xfrm>
            <a:off x="2148260" y="3032956"/>
            <a:ext cx="0" cy="1143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45" name="Line 59"/>
          <p:cNvSpPr>
            <a:spLocks noChangeShapeType="1"/>
          </p:cNvSpPr>
          <p:nvPr/>
        </p:nvSpPr>
        <p:spPr bwMode="auto">
          <a:xfrm>
            <a:off x="2694360" y="3492152"/>
            <a:ext cx="0" cy="1397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46" name="Line 60"/>
          <p:cNvSpPr>
            <a:spLocks noChangeShapeType="1"/>
          </p:cNvSpPr>
          <p:nvPr/>
        </p:nvSpPr>
        <p:spPr bwMode="auto">
          <a:xfrm>
            <a:off x="2465760" y="3034952"/>
            <a:ext cx="0" cy="114300"/>
          </a:xfrm>
          <a:prstGeom prst="line">
            <a:avLst/>
          </a:prstGeom>
          <a:noFill/>
          <a:ln w="25400" cap="rnd">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47" name="Line 61"/>
          <p:cNvSpPr>
            <a:spLocks noChangeShapeType="1"/>
          </p:cNvSpPr>
          <p:nvPr/>
        </p:nvSpPr>
        <p:spPr bwMode="auto">
          <a:xfrm>
            <a:off x="2834060" y="3022252"/>
            <a:ext cx="0" cy="1143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50" name="Line 65"/>
          <p:cNvSpPr>
            <a:spLocks noChangeShapeType="1"/>
          </p:cNvSpPr>
          <p:nvPr/>
        </p:nvSpPr>
        <p:spPr bwMode="auto">
          <a:xfrm>
            <a:off x="3380160" y="3492152"/>
            <a:ext cx="0" cy="1397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51" name="Line 66"/>
          <p:cNvSpPr>
            <a:spLocks noChangeShapeType="1"/>
          </p:cNvSpPr>
          <p:nvPr/>
        </p:nvSpPr>
        <p:spPr bwMode="auto">
          <a:xfrm>
            <a:off x="3151560" y="3034952"/>
            <a:ext cx="0" cy="114300"/>
          </a:xfrm>
          <a:prstGeom prst="line">
            <a:avLst/>
          </a:prstGeom>
          <a:noFill/>
          <a:ln w="25400" cap="rnd">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52" name="Line 67"/>
          <p:cNvSpPr>
            <a:spLocks noChangeShapeType="1"/>
          </p:cNvSpPr>
          <p:nvPr/>
        </p:nvSpPr>
        <p:spPr bwMode="auto">
          <a:xfrm>
            <a:off x="3519860" y="3022252"/>
            <a:ext cx="0" cy="1143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55" name="Line 71"/>
          <p:cNvSpPr>
            <a:spLocks noChangeShapeType="1"/>
          </p:cNvSpPr>
          <p:nvPr/>
        </p:nvSpPr>
        <p:spPr bwMode="auto">
          <a:xfrm>
            <a:off x="4065960" y="3492152"/>
            <a:ext cx="0" cy="1397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56" name="Line 72"/>
          <p:cNvSpPr>
            <a:spLocks noChangeShapeType="1"/>
          </p:cNvSpPr>
          <p:nvPr/>
        </p:nvSpPr>
        <p:spPr bwMode="auto">
          <a:xfrm>
            <a:off x="3837360" y="3034952"/>
            <a:ext cx="0" cy="114300"/>
          </a:xfrm>
          <a:prstGeom prst="line">
            <a:avLst/>
          </a:prstGeom>
          <a:noFill/>
          <a:ln w="25400" cap="rnd">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57" name="Line 73"/>
          <p:cNvSpPr>
            <a:spLocks noChangeShapeType="1"/>
          </p:cNvSpPr>
          <p:nvPr/>
        </p:nvSpPr>
        <p:spPr bwMode="auto">
          <a:xfrm>
            <a:off x="4205660" y="3022252"/>
            <a:ext cx="0" cy="1143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60" name="Line 77"/>
          <p:cNvSpPr>
            <a:spLocks noChangeShapeType="1"/>
          </p:cNvSpPr>
          <p:nvPr/>
        </p:nvSpPr>
        <p:spPr bwMode="auto">
          <a:xfrm>
            <a:off x="4751760" y="3492152"/>
            <a:ext cx="0" cy="1397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61" name="Line 78"/>
          <p:cNvSpPr>
            <a:spLocks noChangeShapeType="1"/>
          </p:cNvSpPr>
          <p:nvPr/>
        </p:nvSpPr>
        <p:spPr bwMode="auto">
          <a:xfrm>
            <a:off x="4523160" y="3034952"/>
            <a:ext cx="0" cy="114300"/>
          </a:xfrm>
          <a:prstGeom prst="line">
            <a:avLst/>
          </a:prstGeom>
          <a:noFill/>
          <a:ln w="25400" cap="rnd">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62" name="Line 79"/>
          <p:cNvSpPr>
            <a:spLocks noChangeShapeType="1"/>
          </p:cNvSpPr>
          <p:nvPr/>
        </p:nvSpPr>
        <p:spPr bwMode="auto">
          <a:xfrm>
            <a:off x="4891460" y="3022252"/>
            <a:ext cx="0" cy="1143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65" name="Line 83"/>
          <p:cNvSpPr>
            <a:spLocks noChangeShapeType="1"/>
          </p:cNvSpPr>
          <p:nvPr/>
        </p:nvSpPr>
        <p:spPr bwMode="auto">
          <a:xfrm>
            <a:off x="5437560" y="3492152"/>
            <a:ext cx="0" cy="1397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66" name="Line 84"/>
          <p:cNvSpPr>
            <a:spLocks noChangeShapeType="1"/>
          </p:cNvSpPr>
          <p:nvPr/>
        </p:nvSpPr>
        <p:spPr bwMode="auto">
          <a:xfrm>
            <a:off x="5208960" y="3034952"/>
            <a:ext cx="0" cy="114300"/>
          </a:xfrm>
          <a:prstGeom prst="line">
            <a:avLst/>
          </a:prstGeom>
          <a:noFill/>
          <a:ln w="25400" cap="rnd">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67" name="Line 85"/>
          <p:cNvSpPr>
            <a:spLocks noChangeShapeType="1"/>
          </p:cNvSpPr>
          <p:nvPr/>
        </p:nvSpPr>
        <p:spPr bwMode="auto">
          <a:xfrm>
            <a:off x="5577260" y="3022252"/>
            <a:ext cx="0" cy="1143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70" name="Line 89"/>
          <p:cNvSpPr>
            <a:spLocks noChangeShapeType="1"/>
          </p:cNvSpPr>
          <p:nvPr/>
        </p:nvSpPr>
        <p:spPr bwMode="auto">
          <a:xfrm>
            <a:off x="6123360" y="3492152"/>
            <a:ext cx="0" cy="1397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71" name="Line 90"/>
          <p:cNvSpPr>
            <a:spLocks noChangeShapeType="1"/>
          </p:cNvSpPr>
          <p:nvPr/>
        </p:nvSpPr>
        <p:spPr bwMode="auto">
          <a:xfrm>
            <a:off x="5894760" y="3034952"/>
            <a:ext cx="0" cy="114300"/>
          </a:xfrm>
          <a:prstGeom prst="line">
            <a:avLst/>
          </a:prstGeom>
          <a:noFill/>
          <a:ln w="25400" cap="rnd">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72" name="Line 91"/>
          <p:cNvSpPr>
            <a:spLocks noChangeShapeType="1"/>
          </p:cNvSpPr>
          <p:nvPr/>
        </p:nvSpPr>
        <p:spPr bwMode="auto">
          <a:xfrm>
            <a:off x="6263060" y="3022252"/>
            <a:ext cx="0" cy="1143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8086" name="Freeform 221"/>
          <p:cNvSpPr>
            <a:spLocks/>
          </p:cNvSpPr>
          <p:nvPr/>
        </p:nvSpPr>
        <p:spPr bwMode="auto">
          <a:xfrm>
            <a:off x="6402760" y="2641252"/>
            <a:ext cx="839788" cy="687388"/>
          </a:xfrm>
          <a:custGeom>
            <a:avLst/>
            <a:gdLst>
              <a:gd name="T0" fmla="*/ 838200 w 529"/>
              <a:gd name="T1" fmla="*/ 0 h 433"/>
              <a:gd name="T2" fmla="*/ 838200 w 529"/>
              <a:gd name="T3" fmla="*/ 685800 h 433"/>
              <a:gd name="T4" fmla="*/ 0 w 529"/>
              <a:gd name="T5" fmla="*/ 685800 h 433"/>
              <a:gd name="T6" fmla="*/ 0 60000 65536"/>
              <a:gd name="T7" fmla="*/ 0 60000 65536"/>
              <a:gd name="T8" fmla="*/ 0 60000 65536"/>
            </a:gdLst>
            <a:ahLst/>
            <a:cxnLst>
              <a:cxn ang="T6">
                <a:pos x="T0" y="T1"/>
              </a:cxn>
              <a:cxn ang="T7">
                <a:pos x="T2" y="T3"/>
              </a:cxn>
              <a:cxn ang="T8">
                <a:pos x="T4" y="T5"/>
              </a:cxn>
            </a:cxnLst>
            <a:rect l="0" t="0" r="r" b="b"/>
            <a:pathLst>
              <a:path w="529" h="433">
                <a:moveTo>
                  <a:pt x="528" y="0"/>
                </a:moveTo>
                <a:lnTo>
                  <a:pt x="528" y="432"/>
                </a:lnTo>
                <a:lnTo>
                  <a:pt x="0" y="432"/>
                </a:lnTo>
              </a:path>
            </a:pathLst>
          </a:custGeom>
          <a:noFill/>
          <a:ln w="25400" cap="rnd"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grpSp>
        <p:nvGrpSpPr>
          <p:cNvPr id="38090" name="Group 246"/>
          <p:cNvGrpSpPr>
            <a:grpSpLocks/>
          </p:cNvGrpSpPr>
          <p:nvPr/>
        </p:nvGrpSpPr>
        <p:grpSpPr bwMode="auto">
          <a:xfrm>
            <a:off x="1002085" y="3156919"/>
            <a:ext cx="5364163" cy="331788"/>
            <a:chOff x="1062" y="1916"/>
            <a:chExt cx="3379" cy="209"/>
          </a:xfrm>
        </p:grpSpPr>
        <p:sp>
          <p:nvSpPr>
            <p:cNvPr id="38113" name="AutoShape 238"/>
            <p:cNvSpPr>
              <a:spLocks noChangeArrowheads="1"/>
            </p:cNvSpPr>
            <p:nvPr/>
          </p:nvSpPr>
          <p:spPr bwMode="auto">
            <a:xfrm>
              <a:off x="1062" y="1917"/>
              <a:ext cx="363" cy="204"/>
            </a:xfrm>
            <a:prstGeom prst="roundRect">
              <a:avLst>
                <a:gd name="adj" fmla="val 38727"/>
              </a:avLst>
            </a:prstGeom>
            <a:noFill/>
            <a:ln w="19050" algn="ctr">
              <a:solidFill>
                <a:srgbClr val="CC00FF"/>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38114" name="AutoShape 239"/>
            <p:cNvSpPr>
              <a:spLocks noChangeArrowheads="1"/>
            </p:cNvSpPr>
            <p:nvPr/>
          </p:nvSpPr>
          <p:spPr bwMode="auto">
            <a:xfrm>
              <a:off x="1489" y="1921"/>
              <a:ext cx="363" cy="204"/>
            </a:xfrm>
            <a:prstGeom prst="roundRect">
              <a:avLst>
                <a:gd name="adj" fmla="val 38727"/>
              </a:avLst>
            </a:prstGeom>
            <a:noFill/>
            <a:ln w="19050" algn="ctr">
              <a:solidFill>
                <a:srgbClr val="CC00FF"/>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38115" name="AutoShape 240"/>
            <p:cNvSpPr>
              <a:spLocks noChangeArrowheads="1"/>
            </p:cNvSpPr>
            <p:nvPr/>
          </p:nvSpPr>
          <p:spPr bwMode="auto">
            <a:xfrm>
              <a:off x="1919" y="1916"/>
              <a:ext cx="363" cy="204"/>
            </a:xfrm>
            <a:prstGeom prst="roundRect">
              <a:avLst>
                <a:gd name="adj" fmla="val 38727"/>
              </a:avLst>
            </a:prstGeom>
            <a:noFill/>
            <a:ln w="19050" algn="ctr">
              <a:solidFill>
                <a:srgbClr val="CC00FF"/>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38116" name="AutoShape 241"/>
            <p:cNvSpPr>
              <a:spLocks noChangeArrowheads="1"/>
            </p:cNvSpPr>
            <p:nvPr/>
          </p:nvSpPr>
          <p:spPr bwMode="auto">
            <a:xfrm>
              <a:off x="2349" y="1917"/>
              <a:ext cx="363" cy="204"/>
            </a:xfrm>
            <a:prstGeom prst="roundRect">
              <a:avLst>
                <a:gd name="adj" fmla="val 38727"/>
              </a:avLst>
            </a:prstGeom>
            <a:noFill/>
            <a:ln w="19050" algn="ctr">
              <a:solidFill>
                <a:srgbClr val="CC00FF"/>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38117" name="AutoShape 242"/>
            <p:cNvSpPr>
              <a:spLocks noChangeArrowheads="1"/>
            </p:cNvSpPr>
            <p:nvPr/>
          </p:nvSpPr>
          <p:spPr bwMode="auto">
            <a:xfrm>
              <a:off x="2785" y="1918"/>
              <a:ext cx="363" cy="204"/>
            </a:xfrm>
            <a:prstGeom prst="roundRect">
              <a:avLst>
                <a:gd name="adj" fmla="val 38727"/>
              </a:avLst>
            </a:prstGeom>
            <a:noFill/>
            <a:ln w="19050" algn="ctr">
              <a:solidFill>
                <a:srgbClr val="CC00FF"/>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38118" name="AutoShape 243"/>
            <p:cNvSpPr>
              <a:spLocks noChangeArrowheads="1"/>
            </p:cNvSpPr>
            <p:nvPr/>
          </p:nvSpPr>
          <p:spPr bwMode="auto">
            <a:xfrm>
              <a:off x="3212" y="1919"/>
              <a:ext cx="363" cy="204"/>
            </a:xfrm>
            <a:prstGeom prst="roundRect">
              <a:avLst>
                <a:gd name="adj" fmla="val 38727"/>
              </a:avLst>
            </a:prstGeom>
            <a:noFill/>
            <a:ln w="19050" algn="ctr">
              <a:solidFill>
                <a:srgbClr val="CC00FF"/>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38119" name="AutoShape 244"/>
            <p:cNvSpPr>
              <a:spLocks noChangeArrowheads="1"/>
            </p:cNvSpPr>
            <p:nvPr/>
          </p:nvSpPr>
          <p:spPr bwMode="auto">
            <a:xfrm>
              <a:off x="3648" y="1920"/>
              <a:ext cx="363" cy="204"/>
            </a:xfrm>
            <a:prstGeom prst="roundRect">
              <a:avLst>
                <a:gd name="adj" fmla="val 38727"/>
              </a:avLst>
            </a:prstGeom>
            <a:noFill/>
            <a:ln w="19050" algn="ctr">
              <a:solidFill>
                <a:srgbClr val="CC00FF"/>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38120" name="AutoShape 245"/>
            <p:cNvSpPr>
              <a:spLocks noChangeArrowheads="1"/>
            </p:cNvSpPr>
            <p:nvPr/>
          </p:nvSpPr>
          <p:spPr bwMode="auto">
            <a:xfrm>
              <a:off x="4078" y="1918"/>
              <a:ext cx="363" cy="204"/>
            </a:xfrm>
            <a:prstGeom prst="roundRect">
              <a:avLst>
                <a:gd name="adj" fmla="val 38727"/>
              </a:avLst>
            </a:prstGeom>
            <a:noFill/>
            <a:ln w="19050" algn="ctr">
              <a:solidFill>
                <a:srgbClr val="CC00FF"/>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grpSp>
      <p:sp>
        <p:nvSpPr>
          <p:cNvPr id="38087" name="Freeform 222"/>
          <p:cNvSpPr>
            <a:spLocks/>
          </p:cNvSpPr>
          <p:nvPr/>
        </p:nvSpPr>
        <p:spPr bwMode="auto">
          <a:xfrm>
            <a:off x="6402760" y="2641252"/>
            <a:ext cx="611188" cy="1449388"/>
          </a:xfrm>
          <a:custGeom>
            <a:avLst/>
            <a:gdLst>
              <a:gd name="T0" fmla="*/ 609600 w 385"/>
              <a:gd name="T1" fmla="*/ 0 h 913"/>
              <a:gd name="T2" fmla="*/ 609600 w 385"/>
              <a:gd name="T3" fmla="*/ 1447800 h 913"/>
              <a:gd name="T4" fmla="*/ 0 w 385"/>
              <a:gd name="T5" fmla="*/ 1447800 h 913"/>
              <a:gd name="T6" fmla="*/ 0 60000 65536"/>
              <a:gd name="T7" fmla="*/ 0 60000 65536"/>
              <a:gd name="T8" fmla="*/ 0 60000 65536"/>
            </a:gdLst>
            <a:ahLst/>
            <a:cxnLst>
              <a:cxn ang="T6">
                <a:pos x="T0" y="T1"/>
              </a:cxn>
              <a:cxn ang="T7">
                <a:pos x="T2" y="T3"/>
              </a:cxn>
              <a:cxn ang="T8">
                <a:pos x="T4" y="T5"/>
              </a:cxn>
            </a:cxnLst>
            <a:rect l="0" t="0" r="r" b="b"/>
            <a:pathLst>
              <a:path w="385" h="913">
                <a:moveTo>
                  <a:pt x="384" y="0"/>
                </a:moveTo>
                <a:lnTo>
                  <a:pt x="384" y="912"/>
                </a:lnTo>
                <a:lnTo>
                  <a:pt x="0" y="912"/>
                </a:lnTo>
              </a:path>
            </a:pathLst>
          </a:custGeom>
          <a:noFill/>
          <a:ln w="25400" cap="rnd"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22" name="Line 34"/>
          <p:cNvSpPr>
            <a:spLocks noChangeShapeType="1"/>
          </p:cNvSpPr>
          <p:nvPr/>
        </p:nvSpPr>
        <p:spPr bwMode="auto">
          <a:xfrm>
            <a:off x="1297360" y="3631852"/>
            <a:ext cx="152400" cy="1524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23" name="Line 35"/>
          <p:cNvSpPr>
            <a:spLocks noChangeShapeType="1"/>
          </p:cNvSpPr>
          <p:nvPr/>
        </p:nvSpPr>
        <p:spPr bwMode="auto">
          <a:xfrm>
            <a:off x="1297359" y="3631852"/>
            <a:ext cx="1168373" cy="158750"/>
          </a:xfrm>
          <a:prstGeom prst="line">
            <a:avLst/>
          </a:prstGeom>
          <a:noFill/>
          <a:ln w="25400" cap="rnd">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24" name="Line 36"/>
          <p:cNvSpPr>
            <a:spLocks noChangeShapeType="1"/>
          </p:cNvSpPr>
          <p:nvPr/>
        </p:nvSpPr>
        <p:spPr bwMode="auto">
          <a:xfrm>
            <a:off x="1983160" y="3631852"/>
            <a:ext cx="152400" cy="1524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25" name="Line 37"/>
          <p:cNvSpPr>
            <a:spLocks noChangeShapeType="1"/>
          </p:cNvSpPr>
          <p:nvPr/>
        </p:nvSpPr>
        <p:spPr bwMode="auto">
          <a:xfrm>
            <a:off x="1983159" y="3631852"/>
            <a:ext cx="1166813" cy="165100"/>
          </a:xfrm>
          <a:prstGeom prst="line">
            <a:avLst/>
          </a:prstGeom>
          <a:noFill/>
          <a:ln w="25400" cap="rnd">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26" name="Line 38"/>
          <p:cNvSpPr>
            <a:spLocks noChangeShapeType="1"/>
          </p:cNvSpPr>
          <p:nvPr/>
        </p:nvSpPr>
        <p:spPr bwMode="auto">
          <a:xfrm>
            <a:off x="2668960" y="3631852"/>
            <a:ext cx="152400" cy="1524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27" name="Line 39"/>
          <p:cNvSpPr>
            <a:spLocks noChangeShapeType="1"/>
          </p:cNvSpPr>
          <p:nvPr/>
        </p:nvSpPr>
        <p:spPr bwMode="auto">
          <a:xfrm>
            <a:off x="3354760" y="3631852"/>
            <a:ext cx="152400" cy="1524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28" name="Line 40"/>
          <p:cNvSpPr>
            <a:spLocks noChangeShapeType="1"/>
          </p:cNvSpPr>
          <p:nvPr/>
        </p:nvSpPr>
        <p:spPr bwMode="auto">
          <a:xfrm>
            <a:off x="4040560" y="3631852"/>
            <a:ext cx="152400" cy="1524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29" name="Line 41"/>
          <p:cNvSpPr>
            <a:spLocks noChangeShapeType="1"/>
          </p:cNvSpPr>
          <p:nvPr/>
        </p:nvSpPr>
        <p:spPr bwMode="auto">
          <a:xfrm>
            <a:off x="4726360" y="3631852"/>
            <a:ext cx="152400" cy="1524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30" name="Line 42"/>
          <p:cNvSpPr>
            <a:spLocks noChangeShapeType="1"/>
          </p:cNvSpPr>
          <p:nvPr/>
        </p:nvSpPr>
        <p:spPr bwMode="auto">
          <a:xfrm>
            <a:off x="5437554" y="3631851"/>
            <a:ext cx="127006" cy="152401"/>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31" name="Line 43"/>
          <p:cNvSpPr>
            <a:spLocks noChangeShapeType="1"/>
          </p:cNvSpPr>
          <p:nvPr/>
        </p:nvSpPr>
        <p:spPr bwMode="auto">
          <a:xfrm>
            <a:off x="6123360" y="3636614"/>
            <a:ext cx="127000" cy="147637"/>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32" name="Line 44"/>
          <p:cNvSpPr>
            <a:spLocks noChangeShapeType="1"/>
          </p:cNvSpPr>
          <p:nvPr/>
        </p:nvSpPr>
        <p:spPr bwMode="auto">
          <a:xfrm>
            <a:off x="2668959" y="3631852"/>
            <a:ext cx="1166809" cy="158750"/>
          </a:xfrm>
          <a:prstGeom prst="line">
            <a:avLst/>
          </a:prstGeom>
          <a:noFill/>
          <a:ln w="25400" cap="rnd">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33" name="Line 45"/>
          <p:cNvSpPr>
            <a:spLocks noChangeShapeType="1"/>
          </p:cNvSpPr>
          <p:nvPr/>
        </p:nvSpPr>
        <p:spPr bwMode="auto">
          <a:xfrm>
            <a:off x="3354759" y="3631851"/>
            <a:ext cx="1166805" cy="168275"/>
          </a:xfrm>
          <a:prstGeom prst="line">
            <a:avLst/>
          </a:prstGeom>
          <a:noFill/>
          <a:ln w="25400" cap="rnd">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34" name="Line 46"/>
          <p:cNvSpPr>
            <a:spLocks noChangeShapeType="1"/>
          </p:cNvSpPr>
          <p:nvPr/>
        </p:nvSpPr>
        <p:spPr bwMode="auto">
          <a:xfrm>
            <a:off x="4040559" y="3631851"/>
            <a:ext cx="1166803" cy="163513"/>
          </a:xfrm>
          <a:prstGeom prst="line">
            <a:avLst/>
          </a:prstGeom>
          <a:noFill/>
          <a:ln w="25400" cap="rnd">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35" name="Line 47"/>
          <p:cNvSpPr>
            <a:spLocks noChangeShapeType="1"/>
          </p:cNvSpPr>
          <p:nvPr/>
        </p:nvSpPr>
        <p:spPr bwMode="auto">
          <a:xfrm>
            <a:off x="4726360" y="3631852"/>
            <a:ext cx="1155700" cy="165100"/>
          </a:xfrm>
          <a:prstGeom prst="line">
            <a:avLst/>
          </a:prstGeom>
          <a:noFill/>
          <a:ln w="25400" cap="rnd">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36" name="Line 48"/>
          <p:cNvSpPr>
            <a:spLocks noChangeShapeType="1"/>
          </p:cNvSpPr>
          <p:nvPr/>
        </p:nvSpPr>
        <p:spPr bwMode="auto">
          <a:xfrm>
            <a:off x="611559" y="3708052"/>
            <a:ext cx="482599" cy="88900"/>
          </a:xfrm>
          <a:prstGeom prst="line">
            <a:avLst/>
          </a:prstGeom>
          <a:noFill/>
          <a:ln w="25400" cap="rnd">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37" name="Line 49"/>
          <p:cNvSpPr>
            <a:spLocks noChangeShapeType="1"/>
          </p:cNvSpPr>
          <p:nvPr/>
        </p:nvSpPr>
        <p:spPr bwMode="auto">
          <a:xfrm>
            <a:off x="611559" y="3631851"/>
            <a:ext cx="1168387" cy="168275"/>
          </a:xfrm>
          <a:prstGeom prst="line">
            <a:avLst/>
          </a:prstGeom>
          <a:noFill/>
          <a:ln w="25400" cap="rnd">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73" name="Rectangle 93"/>
          <p:cNvSpPr>
            <a:spLocks noChangeArrowheads="1"/>
          </p:cNvSpPr>
          <p:nvPr/>
        </p:nvSpPr>
        <p:spPr bwMode="auto">
          <a:xfrm>
            <a:off x="976685" y="3884265"/>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66"/>
                </a:solidFill>
                <a:effectLst/>
                <a:uLnTx/>
                <a:uFillTx/>
                <a:latin typeface="+mn-lt"/>
                <a:ea typeface="PMingLiU" pitchFamily="18" charset="-120"/>
                <a:cs typeface="+mn-cs"/>
              </a:rPr>
              <a:t>1</a:t>
            </a:r>
          </a:p>
        </p:txBody>
      </p:sp>
      <p:sp>
        <p:nvSpPr>
          <p:cNvPr id="37974" name="Rectangle 94"/>
          <p:cNvSpPr>
            <a:spLocks noChangeArrowheads="1"/>
          </p:cNvSpPr>
          <p:nvPr/>
        </p:nvSpPr>
        <p:spPr bwMode="auto">
          <a:xfrm>
            <a:off x="1306885" y="3884265"/>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mn-lt"/>
                <a:ea typeface="PMingLiU" pitchFamily="18" charset="-120"/>
                <a:cs typeface="+mn-cs"/>
              </a:rPr>
              <a:t>0</a:t>
            </a:r>
          </a:p>
        </p:txBody>
      </p:sp>
      <p:sp>
        <p:nvSpPr>
          <p:cNvPr id="37975" name="Line 95"/>
          <p:cNvSpPr>
            <a:spLocks noChangeShapeType="1"/>
          </p:cNvSpPr>
          <p:nvPr/>
        </p:nvSpPr>
        <p:spPr bwMode="auto">
          <a:xfrm>
            <a:off x="1295636" y="4254152"/>
            <a:ext cx="0" cy="1397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76" name="Line 96"/>
          <p:cNvSpPr>
            <a:spLocks noChangeShapeType="1"/>
          </p:cNvSpPr>
          <p:nvPr/>
        </p:nvSpPr>
        <p:spPr bwMode="auto">
          <a:xfrm>
            <a:off x="1094160" y="3796952"/>
            <a:ext cx="0" cy="114300"/>
          </a:xfrm>
          <a:prstGeom prst="line">
            <a:avLst/>
          </a:prstGeom>
          <a:noFill/>
          <a:ln w="25400" cap="rnd">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77" name="Line 97"/>
          <p:cNvSpPr>
            <a:spLocks noChangeShapeType="1"/>
          </p:cNvSpPr>
          <p:nvPr/>
        </p:nvSpPr>
        <p:spPr bwMode="auto">
          <a:xfrm>
            <a:off x="1462460" y="3784252"/>
            <a:ext cx="0" cy="1143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78" name="Rectangle 99"/>
          <p:cNvSpPr>
            <a:spLocks noChangeArrowheads="1"/>
          </p:cNvSpPr>
          <p:nvPr/>
        </p:nvSpPr>
        <p:spPr bwMode="auto">
          <a:xfrm>
            <a:off x="1662485" y="3884265"/>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66"/>
                </a:solidFill>
                <a:effectLst/>
                <a:uLnTx/>
                <a:uFillTx/>
                <a:latin typeface="+mn-lt"/>
                <a:ea typeface="PMingLiU" pitchFamily="18" charset="-120"/>
                <a:cs typeface="+mn-cs"/>
              </a:rPr>
              <a:t>1</a:t>
            </a:r>
          </a:p>
        </p:txBody>
      </p:sp>
      <p:sp>
        <p:nvSpPr>
          <p:cNvPr id="37979" name="Rectangle 100"/>
          <p:cNvSpPr>
            <a:spLocks noChangeArrowheads="1"/>
          </p:cNvSpPr>
          <p:nvPr/>
        </p:nvSpPr>
        <p:spPr bwMode="auto">
          <a:xfrm>
            <a:off x="1992685" y="3884265"/>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mn-lt"/>
                <a:ea typeface="PMingLiU" pitchFamily="18" charset="-120"/>
                <a:cs typeface="+mn-cs"/>
              </a:rPr>
              <a:t>0</a:t>
            </a:r>
          </a:p>
        </p:txBody>
      </p:sp>
      <p:sp>
        <p:nvSpPr>
          <p:cNvPr id="37980" name="Line 101"/>
          <p:cNvSpPr>
            <a:spLocks noChangeShapeType="1"/>
          </p:cNvSpPr>
          <p:nvPr/>
        </p:nvSpPr>
        <p:spPr bwMode="auto">
          <a:xfrm>
            <a:off x="1979712" y="4254152"/>
            <a:ext cx="0" cy="1397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81" name="Line 102"/>
          <p:cNvSpPr>
            <a:spLocks noChangeShapeType="1"/>
          </p:cNvSpPr>
          <p:nvPr/>
        </p:nvSpPr>
        <p:spPr bwMode="auto">
          <a:xfrm>
            <a:off x="1779960" y="3796952"/>
            <a:ext cx="0" cy="114300"/>
          </a:xfrm>
          <a:prstGeom prst="line">
            <a:avLst/>
          </a:prstGeom>
          <a:noFill/>
          <a:ln w="25400" cap="rnd">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82" name="Line 103"/>
          <p:cNvSpPr>
            <a:spLocks noChangeShapeType="1"/>
          </p:cNvSpPr>
          <p:nvPr/>
        </p:nvSpPr>
        <p:spPr bwMode="auto">
          <a:xfrm>
            <a:off x="2148260" y="3784252"/>
            <a:ext cx="0" cy="1143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83" name="Rectangle 105"/>
          <p:cNvSpPr>
            <a:spLocks noChangeArrowheads="1"/>
          </p:cNvSpPr>
          <p:nvPr/>
        </p:nvSpPr>
        <p:spPr bwMode="auto">
          <a:xfrm>
            <a:off x="2348285" y="3884265"/>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66"/>
                </a:solidFill>
                <a:effectLst/>
                <a:uLnTx/>
                <a:uFillTx/>
                <a:latin typeface="+mn-lt"/>
                <a:ea typeface="PMingLiU" pitchFamily="18" charset="-120"/>
                <a:cs typeface="+mn-cs"/>
              </a:rPr>
              <a:t>1</a:t>
            </a:r>
          </a:p>
        </p:txBody>
      </p:sp>
      <p:sp>
        <p:nvSpPr>
          <p:cNvPr id="37984" name="Rectangle 106"/>
          <p:cNvSpPr>
            <a:spLocks noChangeArrowheads="1"/>
          </p:cNvSpPr>
          <p:nvPr/>
        </p:nvSpPr>
        <p:spPr bwMode="auto">
          <a:xfrm>
            <a:off x="2678485" y="3884265"/>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mn-lt"/>
                <a:ea typeface="PMingLiU" pitchFamily="18" charset="-120"/>
                <a:cs typeface="+mn-cs"/>
              </a:rPr>
              <a:t>0</a:t>
            </a:r>
          </a:p>
        </p:txBody>
      </p:sp>
      <p:sp>
        <p:nvSpPr>
          <p:cNvPr id="37985" name="Line 107"/>
          <p:cNvSpPr>
            <a:spLocks noChangeShapeType="1"/>
          </p:cNvSpPr>
          <p:nvPr/>
        </p:nvSpPr>
        <p:spPr bwMode="auto">
          <a:xfrm>
            <a:off x="2663788" y="4254152"/>
            <a:ext cx="0" cy="1397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86" name="Line 108"/>
          <p:cNvSpPr>
            <a:spLocks noChangeShapeType="1"/>
          </p:cNvSpPr>
          <p:nvPr/>
        </p:nvSpPr>
        <p:spPr bwMode="auto">
          <a:xfrm>
            <a:off x="2465760" y="3796952"/>
            <a:ext cx="0" cy="114300"/>
          </a:xfrm>
          <a:prstGeom prst="line">
            <a:avLst/>
          </a:prstGeom>
          <a:noFill/>
          <a:ln w="25400" cap="rnd">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87" name="Line 109"/>
          <p:cNvSpPr>
            <a:spLocks noChangeShapeType="1"/>
          </p:cNvSpPr>
          <p:nvPr/>
        </p:nvSpPr>
        <p:spPr bwMode="auto">
          <a:xfrm>
            <a:off x="2834060" y="3784252"/>
            <a:ext cx="0" cy="1143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88" name="Rectangle 111"/>
          <p:cNvSpPr>
            <a:spLocks noChangeArrowheads="1"/>
          </p:cNvSpPr>
          <p:nvPr/>
        </p:nvSpPr>
        <p:spPr bwMode="auto">
          <a:xfrm>
            <a:off x="3034085" y="3884265"/>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66"/>
                </a:solidFill>
                <a:effectLst/>
                <a:uLnTx/>
                <a:uFillTx/>
                <a:latin typeface="+mn-lt"/>
                <a:ea typeface="PMingLiU" pitchFamily="18" charset="-120"/>
                <a:cs typeface="+mn-cs"/>
              </a:rPr>
              <a:t>1</a:t>
            </a:r>
          </a:p>
        </p:txBody>
      </p:sp>
      <p:sp>
        <p:nvSpPr>
          <p:cNvPr id="37989" name="Rectangle 112"/>
          <p:cNvSpPr>
            <a:spLocks noChangeArrowheads="1"/>
          </p:cNvSpPr>
          <p:nvPr/>
        </p:nvSpPr>
        <p:spPr bwMode="auto">
          <a:xfrm>
            <a:off x="3364285" y="3884265"/>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mn-lt"/>
                <a:ea typeface="PMingLiU" pitchFamily="18" charset="-120"/>
                <a:cs typeface="+mn-cs"/>
              </a:rPr>
              <a:t>0</a:t>
            </a:r>
          </a:p>
        </p:txBody>
      </p:sp>
      <p:sp>
        <p:nvSpPr>
          <p:cNvPr id="37990" name="Line 113"/>
          <p:cNvSpPr>
            <a:spLocks noChangeShapeType="1"/>
          </p:cNvSpPr>
          <p:nvPr/>
        </p:nvSpPr>
        <p:spPr bwMode="auto">
          <a:xfrm>
            <a:off x="3347864" y="4254152"/>
            <a:ext cx="0" cy="1397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91" name="Line 114"/>
          <p:cNvSpPr>
            <a:spLocks noChangeShapeType="1"/>
          </p:cNvSpPr>
          <p:nvPr/>
        </p:nvSpPr>
        <p:spPr bwMode="auto">
          <a:xfrm>
            <a:off x="3151560" y="3796952"/>
            <a:ext cx="0" cy="114300"/>
          </a:xfrm>
          <a:prstGeom prst="line">
            <a:avLst/>
          </a:prstGeom>
          <a:noFill/>
          <a:ln w="25400" cap="rnd">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92" name="Line 115"/>
          <p:cNvSpPr>
            <a:spLocks noChangeShapeType="1"/>
          </p:cNvSpPr>
          <p:nvPr/>
        </p:nvSpPr>
        <p:spPr bwMode="auto">
          <a:xfrm>
            <a:off x="3519860" y="3784252"/>
            <a:ext cx="0" cy="1143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93" name="Rectangle 117"/>
          <p:cNvSpPr>
            <a:spLocks noChangeArrowheads="1"/>
          </p:cNvSpPr>
          <p:nvPr/>
        </p:nvSpPr>
        <p:spPr bwMode="auto">
          <a:xfrm>
            <a:off x="3719885" y="3884265"/>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66"/>
                </a:solidFill>
                <a:effectLst/>
                <a:uLnTx/>
                <a:uFillTx/>
                <a:latin typeface="+mn-lt"/>
                <a:ea typeface="PMingLiU" pitchFamily="18" charset="-120"/>
                <a:cs typeface="+mn-cs"/>
              </a:rPr>
              <a:t>1</a:t>
            </a:r>
          </a:p>
        </p:txBody>
      </p:sp>
      <p:sp>
        <p:nvSpPr>
          <p:cNvPr id="37994" name="Rectangle 118"/>
          <p:cNvSpPr>
            <a:spLocks noChangeArrowheads="1"/>
          </p:cNvSpPr>
          <p:nvPr/>
        </p:nvSpPr>
        <p:spPr bwMode="auto">
          <a:xfrm>
            <a:off x="4050085" y="3884265"/>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mn-lt"/>
                <a:ea typeface="PMingLiU" pitchFamily="18" charset="-120"/>
                <a:cs typeface="+mn-cs"/>
              </a:rPr>
              <a:t>0</a:t>
            </a:r>
          </a:p>
        </p:txBody>
      </p:sp>
      <p:sp>
        <p:nvSpPr>
          <p:cNvPr id="37995" name="Line 119"/>
          <p:cNvSpPr>
            <a:spLocks noChangeShapeType="1"/>
          </p:cNvSpPr>
          <p:nvPr/>
        </p:nvSpPr>
        <p:spPr bwMode="auto">
          <a:xfrm>
            <a:off x="4031940" y="4254152"/>
            <a:ext cx="0" cy="1397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96" name="Line 120"/>
          <p:cNvSpPr>
            <a:spLocks noChangeShapeType="1"/>
          </p:cNvSpPr>
          <p:nvPr/>
        </p:nvSpPr>
        <p:spPr bwMode="auto">
          <a:xfrm>
            <a:off x="3837360" y="3796952"/>
            <a:ext cx="0" cy="114300"/>
          </a:xfrm>
          <a:prstGeom prst="line">
            <a:avLst/>
          </a:prstGeom>
          <a:noFill/>
          <a:ln w="25400" cap="rnd">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97" name="Line 121"/>
          <p:cNvSpPr>
            <a:spLocks noChangeShapeType="1"/>
          </p:cNvSpPr>
          <p:nvPr/>
        </p:nvSpPr>
        <p:spPr bwMode="auto">
          <a:xfrm>
            <a:off x="4205660" y="3784252"/>
            <a:ext cx="0" cy="1143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998" name="Rectangle 123"/>
          <p:cNvSpPr>
            <a:spLocks noChangeArrowheads="1"/>
          </p:cNvSpPr>
          <p:nvPr/>
        </p:nvSpPr>
        <p:spPr bwMode="auto">
          <a:xfrm>
            <a:off x="4405685" y="3884265"/>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66"/>
                </a:solidFill>
                <a:effectLst/>
                <a:uLnTx/>
                <a:uFillTx/>
                <a:latin typeface="+mn-lt"/>
                <a:ea typeface="PMingLiU" pitchFamily="18" charset="-120"/>
                <a:cs typeface="+mn-cs"/>
              </a:rPr>
              <a:t>1</a:t>
            </a:r>
          </a:p>
        </p:txBody>
      </p:sp>
      <p:sp>
        <p:nvSpPr>
          <p:cNvPr id="37999" name="Rectangle 124"/>
          <p:cNvSpPr>
            <a:spLocks noChangeArrowheads="1"/>
          </p:cNvSpPr>
          <p:nvPr/>
        </p:nvSpPr>
        <p:spPr bwMode="auto">
          <a:xfrm>
            <a:off x="4735885" y="3884265"/>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mn-lt"/>
                <a:ea typeface="PMingLiU" pitchFamily="18" charset="-120"/>
                <a:cs typeface="+mn-cs"/>
              </a:rPr>
              <a:t>0</a:t>
            </a:r>
          </a:p>
        </p:txBody>
      </p:sp>
      <p:sp>
        <p:nvSpPr>
          <p:cNvPr id="38000" name="Line 125"/>
          <p:cNvSpPr>
            <a:spLocks noChangeShapeType="1"/>
          </p:cNvSpPr>
          <p:nvPr/>
        </p:nvSpPr>
        <p:spPr bwMode="auto">
          <a:xfrm>
            <a:off x="4716016" y="4254152"/>
            <a:ext cx="0" cy="1397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8001" name="Line 126"/>
          <p:cNvSpPr>
            <a:spLocks noChangeShapeType="1"/>
          </p:cNvSpPr>
          <p:nvPr/>
        </p:nvSpPr>
        <p:spPr bwMode="auto">
          <a:xfrm>
            <a:off x="4523160" y="3796952"/>
            <a:ext cx="0" cy="114300"/>
          </a:xfrm>
          <a:prstGeom prst="line">
            <a:avLst/>
          </a:prstGeom>
          <a:noFill/>
          <a:ln w="25400" cap="rnd">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8002" name="Line 127"/>
          <p:cNvSpPr>
            <a:spLocks noChangeShapeType="1"/>
          </p:cNvSpPr>
          <p:nvPr/>
        </p:nvSpPr>
        <p:spPr bwMode="auto">
          <a:xfrm>
            <a:off x="4891460" y="3784252"/>
            <a:ext cx="0" cy="1143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8003" name="Rectangle 129"/>
          <p:cNvSpPr>
            <a:spLocks noChangeArrowheads="1"/>
          </p:cNvSpPr>
          <p:nvPr/>
        </p:nvSpPr>
        <p:spPr bwMode="auto">
          <a:xfrm>
            <a:off x="5091485" y="3884265"/>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66"/>
                </a:solidFill>
                <a:effectLst/>
                <a:uLnTx/>
                <a:uFillTx/>
                <a:latin typeface="+mn-lt"/>
                <a:ea typeface="PMingLiU" pitchFamily="18" charset="-120"/>
                <a:cs typeface="+mn-cs"/>
              </a:rPr>
              <a:t>1</a:t>
            </a:r>
          </a:p>
        </p:txBody>
      </p:sp>
      <p:sp>
        <p:nvSpPr>
          <p:cNvPr id="38004" name="Rectangle 130"/>
          <p:cNvSpPr>
            <a:spLocks noChangeArrowheads="1"/>
          </p:cNvSpPr>
          <p:nvPr/>
        </p:nvSpPr>
        <p:spPr bwMode="auto">
          <a:xfrm>
            <a:off x="5421685" y="3884265"/>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mn-lt"/>
                <a:ea typeface="PMingLiU" pitchFamily="18" charset="-120"/>
                <a:cs typeface="+mn-cs"/>
              </a:rPr>
              <a:t>0</a:t>
            </a:r>
          </a:p>
        </p:txBody>
      </p:sp>
      <p:sp>
        <p:nvSpPr>
          <p:cNvPr id="38005" name="Line 131"/>
          <p:cNvSpPr>
            <a:spLocks noChangeShapeType="1"/>
          </p:cNvSpPr>
          <p:nvPr/>
        </p:nvSpPr>
        <p:spPr bwMode="auto">
          <a:xfrm>
            <a:off x="5400092" y="4254152"/>
            <a:ext cx="0" cy="1397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8006" name="Line 132"/>
          <p:cNvSpPr>
            <a:spLocks noChangeShapeType="1"/>
          </p:cNvSpPr>
          <p:nvPr/>
        </p:nvSpPr>
        <p:spPr bwMode="auto">
          <a:xfrm>
            <a:off x="5208960" y="3796952"/>
            <a:ext cx="0" cy="114300"/>
          </a:xfrm>
          <a:prstGeom prst="line">
            <a:avLst/>
          </a:prstGeom>
          <a:noFill/>
          <a:ln w="25400" cap="rnd">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8007" name="Line 133"/>
          <p:cNvSpPr>
            <a:spLocks noChangeShapeType="1"/>
          </p:cNvSpPr>
          <p:nvPr/>
        </p:nvSpPr>
        <p:spPr bwMode="auto">
          <a:xfrm>
            <a:off x="5577260" y="3784252"/>
            <a:ext cx="0" cy="1143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8008" name="Rectangle 135"/>
          <p:cNvSpPr>
            <a:spLocks noChangeArrowheads="1"/>
          </p:cNvSpPr>
          <p:nvPr/>
        </p:nvSpPr>
        <p:spPr bwMode="auto">
          <a:xfrm>
            <a:off x="5777285" y="3884265"/>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66"/>
                </a:solidFill>
                <a:effectLst/>
                <a:uLnTx/>
                <a:uFillTx/>
                <a:latin typeface="+mn-lt"/>
                <a:ea typeface="PMingLiU" pitchFamily="18" charset="-120"/>
                <a:cs typeface="+mn-cs"/>
              </a:rPr>
              <a:t>1</a:t>
            </a:r>
          </a:p>
        </p:txBody>
      </p:sp>
      <p:sp>
        <p:nvSpPr>
          <p:cNvPr id="38009" name="Rectangle 136"/>
          <p:cNvSpPr>
            <a:spLocks noChangeArrowheads="1"/>
          </p:cNvSpPr>
          <p:nvPr/>
        </p:nvSpPr>
        <p:spPr bwMode="auto">
          <a:xfrm>
            <a:off x="6107485" y="3884265"/>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mn-lt"/>
                <a:ea typeface="PMingLiU" pitchFamily="18" charset="-120"/>
                <a:cs typeface="+mn-cs"/>
              </a:rPr>
              <a:t>0</a:t>
            </a:r>
          </a:p>
        </p:txBody>
      </p:sp>
      <p:sp>
        <p:nvSpPr>
          <p:cNvPr id="38010" name="Line 137"/>
          <p:cNvSpPr>
            <a:spLocks noChangeShapeType="1"/>
          </p:cNvSpPr>
          <p:nvPr/>
        </p:nvSpPr>
        <p:spPr bwMode="auto">
          <a:xfrm>
            <a:off x="6084168" y="4254152"/>
            <a:ext cx="0" cy="1397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8011" name="Line 138"/>
          <p:cNvSpPr>
            <a:spLocks noChangeShapeType="1"/>
          </p:cNvSpPr>
          <p:nvPr/>
        </p:nvSpPr>
        <p:spPr bwMode="auto">
          <a:xfrm>
            <a:off x="5894760" y="3796952"/>
            <a:ext cx="0" cy="114300"/>
          </a:xfrm>
          <a:prstGeom prst="line">
            <a:avLst/>
          </a:prstGeom>
          <a:noFill/>
          <a:ln w="25400" cap="rnd">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8012" name="Line 139"/>
          <p:cNvSpPr>
            <a:spLocks noChangeShapeType="1"/>
          </p:cNvSpPr>
          <p:nvPr/>
        </p:nvSpPr>
        <p:spPr bwMode="auto">
          <a:xfrm>
            <a:off x="6263060" y="3784252"/>
            <a:ext cx="0" cy="1143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grpSp>
        <p:nvGrpSpPr>
          <p:cNvPr id="38091" name="Group 247"/>
          <p:cNvGrpSpPr>
            <a:grpSpLocks/>
          </p:cNvGrpSpPr>
          <p:nvPr/>
        </p:nvGrpSpPr>
        <p:grpSpPr bwMode="auto">
          <a:xfrm>
            <a:off x="1003673" y="3920507"/>
            <a:ext cx="5364162" cy="331787"/>
            <a:chOff x="1062" y="1916"/>
            <a:chExt cx="3379" cy="209"/>
          </a:xfrm>
        </p:grpSpPr>
        <p:sp>
          <p:nvSpPr>
            <p:cNvPr id="38105" name="AutoShape 248"/>
            <p:cNvSpPr>
              <a:spLocks noChangeArrowheads="1"/>
            </p:cNvSpPr>
            <p:nvPr/>
          </p:nvSpPr>
          <p:spPr bwMode="auto">
            <a:xfrm>
              <a:off x="1062" y="1917"/>
              <a:ext cx="363" cy="204"/>
            </a:xfrm>
            <a:prstGeom prst="roundRect">
              <a:avLst>
                <a:gd name="adj" fmla="val 38727"/>
              </a:avLst>
            </a:prstGeom>
            <a:noFill/>
            <a:ln w="19050" algn="ctr">
              <a:solidFill>
                <a:srgbClr val="CC00FF"/>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38106" name="AutoShape 249"/>
            <p:cNvSpPr>
              <a:spLocks noChangeArrowheads="1"/>
            </p:cNvSpPr>
            <p:nvPr/>
          </p:nvSpPr>
          <p:spPr bwMode="auto">
            <a:xfrm>
              <a:off x="1489" y="1921"/>
              <a:ext cx="363" cy="204"/>
            </a:xfrm>
            <a:prstGeom prst="roundRect">
              <a:avLst>
                <a:gd name="adj" fmla="val 38727"/>
              </a:avLst>
            </a:prstGeom>
            <a:noFill/>
            <a:ln w="19050" algn="ctr">
              <a:solidFill>
                <a:srgbClr val="CC00FF"/>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38107" name="AutoShape 250"/>
            <p:cNvSpPr>
              <a:spLocks noChangeArrowheads="1"/>
            </p:cNvSpPr>
            <p:nvPr/>
          </p:nvSpPr>
          <p:spPr bwMode="auto">
            <a:xfrm>
              <a:off x="1919" y="1916"/>
              <a:ext cx="363" cy="204"/>
            </a:xfrm>
            <a:prstGeom prst="roundRect">
              <a:avLst>
                <a:gd name="adj" fmla="val 38727"/>
              </a:avLst>
            </a:prstGeom>
            <a:noFill/>
            <a:ln w="19050" algn="ctr">
              <a:solidFill>
                <a:srgbClr val="CC00FF"/>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38108" name="AutoShape 251"/>
            <p:cNvSpPr>
              <a:spLocks noChangeArrowheads="1"/>
            </p:cNvSpPr>
            <p:nvPr/>
          </p:nvSpPr>
          <p:spPr bwMode="auto">
            <a:xfrm>
              <a:off x="2349" y="1917"/>
              <a:ext cx="363" cy="204"/>
            </a:xfrm>
            <a:prstGeom prst="roundRect">
              <a:avLst>
                <a:gd name="adj" fmla="val 38727"/>
              </a:avLst>
            </a:prstGeom>
            <a:noFill/>
            <a:ln w="19050" algn="ctr">
              <a:solidFill>
                <a:srgbClr val="CC00FF"/>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38109" name="AutoShape 252"/>
            <p:cNvSpPr>
              <a:spLocks noChangeArrowheads="1"/>
            </p:cNvSpPr>
            <p:nvPr/>
          </p:nvSpPr>
          <p:spPr bwMode="auto">
            <a:xfrm>
              <a:off x="2785" y="1918"/>
              <a:ext cx="363" cy="204"/>
            </a:xfrm>
            <a:prstGeom prst="roundRect">
              <a:avLst>
                <a:gd name="adj" fmla="val 38727"/>
              </a:avLst>
            </a:prstGeom>
            <a:noFill/>
            <a:ln w="19050" algn="ctr">
              <a:solidFill>
                <a:srgbClr val="CC00FF"/>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38110" name="AutoShape 253"/>
            <p:cNvSpPr>
              <a:spLocks noChangeArrowheads="1"/>
            </p:cNvSpPr>
            <p:nvPr/>
          </p:nvSpPr>
          <p:spPr bwMode="auto">
            <a:xfrm>
              <a:off x="3212" y="1919"/>
              <a:ext cx="363" cy="204"/>
            </a:xfrm>
            <a:prstGeom prst="roundRect">
              <a:avLst>
                <a:gd name="adj" fmla="val 38727"/>
              </a:avLst>
            </a:prstGeom>
            <a:noFill/>
            <a:ln w="19050" algn="ctr">
              <a:solidFill>
                <a:srgbClr val="CC00FF"/>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38111" name="AutoShape 254"/>
            <p:cNvSpPr>
              <a:spLocks noChangeArrowheads="1"/>
            </p:cNvSpPr>
            <p:nvPr/>
          </p:nvSpPr>
          <p:spPr bwMode="auto">
            <a:xfrm>
              <a:off x="3648" y="1920"/>
              <a:ext cx="363" cy="204"/>
            </a:xfrm>
            <a:prstGeom prst="roundRect">
              <a:avLst>
                <a:gd name="adj" fmla="val 38727"/>
              </a:avLst>
            </a:prstGeom>
            <a:noFill/>
            <a:ln w="19050" algn="ctr">
              <a:solidFill>
                <a:srgbClr val="CC00FF"/>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38112" name="AutoShape 255"/>
            <p:cNvSpPr>
              <a:spLocks noChangeArrowheads="1"/>
            </p:cNvSpPr>
            <p:nvPr/>
          </p:nvSpPr>
          <p:spPr bwMode="auto">
            <a:xfrm>
              <a:off x="4078" y="1918"/>
              <a:ext cx="363" cy="204"/>
            </a:xfrm>
            <a:prstGeom prst="roundRect">
              <a:avLst>
                <a:gd name="adj" fmla="val 38727"/>
              </a:avLst>
            </a:prstGeom>
            <a:noFill/>
            <a:ln w="19050" algn="ctr">
              <a:solidFill>
                <a:srgbClr val="CC00FF"/>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grpSp>
      <p:sp>
        <p:nvSpPr>
          <p:cNvPr id="38078" name="Rectangle 213"/>
          <p:cNvSpPr>
            <a:spLocks noChangeArrowheads="1"/>
          </p:cNvSpPr>
          <p:nvPr/>
        </p:nvSpPr>
        <p:spPr bwMode="auto">
          <a:xfrm>
            <a:off x="5777285" y="5255865"/>
            <a:ext cx="405561"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mn-lt"/>
                <a:ea typeface="PMingLiU" pitchFamily="18" charset="-120"/>
                <a:cs typeface="+mn-cs"/>
              </a:rPr>
              <a:t>R</a:t>
            </a:r>
            <a:r>
              <a:rPr kumimoji="1" lang="en-US" altLang="zh-TW" sz="1600" b="1" i="0" u="none" strike="noStrike" kern="1200" cap="none" spc="0" normalizeH="0" baseline="-25000" noProof="0">
                <a:ln>
                  <a:noFill/>
                </a:ln>
                <a:solidFill>
                  <a:srgbClr val="000000"/>
                </a:solidFill>
                <a:effectLst/>
                <a:uLnTx/>
                <a:uFillTx/>
                <a:latin typeface="+mn-lt"/>
                <a:ea typeface="PMingLiU" pitchFamily="18" charset="-120"/>
                <a:cs typeface="+mn-cs"/>
              </a:rPr>
              <a:t>0</a:t>
            </a:r>
          </a:p>
        </p:txBody>
      </p:sp>
      <p:sp>
        <p:nvSpPr>
          <p:cNvPr id="38079" name="Rectangle 214"/>
          <p:cNvSpPr>
            <a:spLocks noChangeArrowheads="1"/>
          </p:cNvSpPr>
          <p:nvPr/>
        </p:nvSpPr>
        <p:spPr bwMode="auto">
          <a:xfrm>
            <a:off x="5091485" y="5255865"/>
            <a:ext cx="405561"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mn-lt"/>
                <a:ea typeface="PMingLiU" pitchFamily="18" charset="-120"/>
                <a:cs typeface="+mn-cs"/>
              </a:rPr>
              <a:t>R</a:t>
            </a:r>
            <a:r>
              <a:rPr kumimoji="1" lang="en-US" altLang="zh-TW" sz="1600" b="1" i="0" u="none" strike="noStrike" kern="1200" cap="none" spc="0" normalizeH="0" baseline="-25000" noProof="0">
                <a:ln>
                  <a:noFill/>
                </a:ln>
                <a:solidFill>
                  <a:srgbClr val="000000"/>
                </a:solidFill>
                <a:effectLst/>
                <a:uLnTx/>
                <a:uFillTx/>
                <a:latin typeface="+mn-lt"/>
                <a:ea typeface="PMingLiU" pitchFamily="18" charset="-120"/>
                <a:cs typeface="+mn-cs"/>
              </a:rPr>
              <a:t>1</a:t>
            </a:r>
          </a:p>
        </p:txBody>
      </p:sp>
      <p:sp>
        <p:nvSpPr>
          <p:cNvPr id="38080" name="Rectangle 215"/>
          <p:cNvSpPr>
            <a:spLocks noChangeArrowheads="1"/>
          </p:cNvSpPr>
          <p:nvPr/>
        </p:nvSpPr>
        <p:spPr bwMode="auto">
          <a:xfrm>
            <a:off x="4481885" y="5255865"/>
            <a:ext cx="405561"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mn-lt"/>
                <a:ea typeface="PMingLiU" pitchFamily="18" charset="-120"/>
                <a:cs typeface="+mn-cs"/>
              </a:rPr>
              <a:t>R</a:t>
            </a:r>
            <a:r>
              <a:rPr kumimoji="1" lang="en-US" altLang="zh-TW" sz="1600" b="1" i="0" u="none" strike="noStrike" kern="1200" cap="none" spc="0" normalizeH="0" baseline="-25000" noProof="0">
                <a:ln>
                  <a:noFill/>
                </a:ln>
                <a:solidFill>
                  <a:srgbClr val="000000"/>
                </a:solidFill>
                <a:effectLst/>
                <a:uLnTx/>
                <a:uFillTx/>
                <a:latin typeface="+mn-lt"/>
                <a:ea typeface="PMingLiU" pitchFamily="18" charset="-120"/>
                <a:cs typeface="+mn-cs"/>
              </a:rPr>
              <a:t>2</a:t>
            </a:r>
          </a:p>
        </p:txBody>
      </p:sp>
      <p:sp>
        <p:nvSpPr>
          <p:cNvPr id="38081" name="Rectangle 216"/>
          <p:cNvSpPr>
            <a:spLocks noChangeArrowheads="1"/>
          </p:cNvSpPr>
          <p:nvPr/>
        </p:nvSpPr>
        <p:spPr bwMode="auto">
          <a:xfrm>
            <a:off x="3796085" y="5255865"/>
            <a:ext cx="405561"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dirty="0">
                <a:ln>
                  <a:noFill/>
                </a:ln>
                <a:solidFill>
                  <a:srgbClr val="000000"/>
                </a:solidFill>
                <a:effectLst/>
                <a:uLnTx/>
                <a:uFillTx/>
                <a:latin typeface="+mn-lt"/>
                <a:ea typeface="PMingLiU" pitchFamily="18" charset="-120"/>
                <a:cs typeface="+mn-cs"/>
              </a:rPr>
              <a:t>R</a:t>
            </a:r>
            <a:r>
              <a:rPr kumimoji="1" lang="en-US" altLang="zh-TW" sz="1600" b="1" i="0" u="none" strike="noStrike" kern="1200" cap="none" spc="0" normalizeH="0" baseline="-25000" noProof="0" dirty="0">
                <a:ln>
                  <a:noFill/>
                </a:ln>
                <a:solidFill>
                  <a:srgbClr val="000000"/>
                </a:solidFill>
                <a:effectLst/>
                <a:uLnTx/>
                <a:uFillTx/>
                <a:latin typeface="+mn-lt"/>
                <a:ea typeface="PMingLiU" pitchFamily="18" charset="-120"/>
                <a:cs typeface="+mn-cs"/>
              </a:rPr>
              <a:t>3</a:t>
            </a:r>
          </a:p>
        </p:txBody>
      </p:sp>
      <p:sp>
        <p:nvSpPr>
          <p:cNvPr id="38082" name="Rectangle 217"/>
          <p:cNvSpPr>
            <a:spLocks noChangeArrowheads="1"/>
          </p:cNvSpPr>
          <p:nvPr/>
        </p:nvSpPr>
        <p:spPr bwMode="auto">
          <a:xfrm>
            <a:off x="3110285" y="5255865"/>
            <a:ext cx="405561"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mn-lt"/>
                <a:ea typeface="PMingLiU" pitchFamily="18" charset="-120"/>
                <a:cs typeface="+mn-cs"/>
              </a:rPr>
              <a:t>R</a:t>
            </a:r>
            <a:r>
              <a:rPr kumimoji="1" lang="en-US" altLang="zh-TW" sz="1600" b="1" i="0" u="none" strike="noStrike" kern="1200" cap="none" spc="0" normalizeH="0" baseline="-25000" noProof="0">
                <a:ln>
                  <a:noFill/>
                </a:ln>
                <a:solidFill>
                  <a:srgbClr val="000000"/>
                </a:solidFill>
                <a:effectLst/>
                <a:uLnTx/>
                <a:uFillTx/>
                <a:latin typeface="+mn-lt"/>
                <a:ea typeface="PMingLiU" pitchFamily="18" charset="-120"/>
                <a:cs typeface="+mn-cs"/>
              </a:rPr>
              <a:t>4</a:t>
            </a:r>
          </a:p>
        </p:txBody>
      </p:sp>
      <p:sp>
        <p:nvSpPr>
          <p:cNvPr id="38083" name="Rectangle 218"/>
          <p:cNvSpPr>
            <a:spLocks noChangeArrowheads="1"/>
          </p:cNvSpPr>
          <p:nvPr/>
        </p:nvSpPr>
        <p:spPr bwMode="auto">
          <a:xfrm>
            <a:off x="2424485" y="5255865"/>
            <a:ext cx="405561"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mn-lt"/>
                <a:ea typeface="PMingLiU" pitchFamily="18" charset="-120"/>
                <a:cs typeface="+mn-cs"/>
              </a:rPr>
              <a:t>R</a:t>
            </a:r>
            <a:r>
              <a:rPr kumimoji="1" lang="en-US" altLang="zh-TW" sz="1600" b="1" i="0" u="none" strike="noStrike" kern="1200" cap="none" spc="0" normalizeH="0" baseline="-25000" noProof="0">
                <a:ln>
                  <a:noFill/>
                </a:ln>
                <a:solidFill>
                  <a:srgbClr val="000000"/>
                </a:solidFill>
                <a:effectLst/>
                <a:uLnTx/>
                <a:uFillTx/>
                <a:latin typeface="+mn-lt"/>
                <a:ea typeface="PMingLiU" pitchFamily="18" charset="-120"/>
                <a:cs typeface="+mn-cs"/>
              </a:rPr>
              <a:t>5</a:t>
            </a:r>
          </a:p>
        </p:txBody>
      </p:sp>
      <p:sp>
        <p:nvSpPr>
          <p:cNvPr id="38084" name="Rectangle 219"/>
          <p:cNvSpPr>
            <a:spLocks noChangeArrowheads="1"/>
          </p:cNvSpPr>
          <p:nvPr/>
        </p:nvSpPr>
        <p:spPr bwMode="auto">
          <a:xfrm>
            <a:off x="1814885" y="5255865"/>
            <a:ext cx="405561"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mn-lt"/>
                <a:ea typeface="PMingLiU" pitchFamily="18" charset="-120"/>
                <a:cs typeface="+mn-cs"/>
              </a:rPr>
              <a:t>R</a:t>
            </a:r>
            <a:r>
              <a:rPr kumimoji="1" lang="en-US" altLang="zh-TW" sz="1600" b="1" i="0" u="none" strike="noStrike" kern="1200" cap="none" spc="0" normalizeH="0" baseline="-25000" noProof="0">
                <a:ln>
                  <a:noFill/>
                </a:ln>
                <a:solidFill>
                  <a:srgbClr val="000000"/>
                </a:solidFill>
                <a:effectLst/>
                <a:uLnTx/>
                <a:uFillTx/>
                <a:latin typeface="+mn-lt"/>
                <a:ea typeface="PMingLiU" pitchFamily="18" charset="-120"/>
                <a:cs typeface="+mn-cs"/>
              </a:rPr>
              <a:t>6</a:t>
            </a:r>
          </a:p>
        </p:txBody>
      </p:sp>
      <p:sp>
        <p:nvSpPr>
          <p:cNvPr id="38085" name="Rectangle 220"/>
          <p:cNvSpPr>
            <a:spLocks noChangeArrowheads="1"/>
          </p:cNvSpPr>
          <p:nvPr/>
        </p:nvSpPr>
        <p:spPr bwMode="auto">
          <a:xfrm>
            <a:off x="1129085" y="5255865"/>
            <a:ext cx="405561"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mn-lt"/>
                <a:ea typeface="PMingLiU" pitchFamily="18" charset="-120"/>
                <a:cs typeface="+mn-cs"/>
              </a:rPr>
              <a:t>R</a:t>
            </a:r>
            <a:r>
              <a:rPr kumimoji="1" lang="en-US" altLang="zh-TW" sz="1600" b="1" i="0" u="none" strike="noStrike" kern="1200" cap="none" spc="0" normalizeH="0" baseline="-25000" noProof="0">
                <a:ln>
                  <a:noFill/>
                </a:ln>
                <a:solidFill>
                  <a:srgbClr val="000000"/>
                </a:solidFill>
                <a:effectLst/>
                <a:uLnTx/>
                <a:uFillTx/>
                <a:latin typeface="+mn-lt"/>
                <a:ea typeface="PMingLiU" pitchFamily="18" charset="-120"/>
                <a:cs typeface="+mn-cs"/>
              </a:rPr>
              <a:t>7</a:t>
            </a:r>
          </a:p>
        </p:txBody>
      </p:sp>
      <p:sp>
        <p:nvSpPr>
          <p:cNvPr id="38013" name="Line 140"/>
          <p:cNvSpPr>
            <a:spLocks noChangeShapeType="1"/>
          </p:cNvSpPr>
          <p:nvPr/>
        </p:nvSpPr>
        <p:spPr bwMode="auto">
          <a:xfrm>
            <a:off x="1297360" y="4393852"/>
            <a:ext cx="152400" cy="3048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8014" name="Line 141"/>
          <p:cNvSpPr>
            <a:spLocks noChangeShapeType="1"/>
          </p:cNvSpPr>
          <p:nvPr/>
        </p:nvSpPr>
        <p:spPr bwMode="auto">
          <a:xfrm>
            <a:off x="1306884" y="4392263"/>
            <a:ext cx="2526989" cy="315913"/>
          </a:xfrm>
          <a:prstGeom prst="line">
            <a:avLst/>
          </a:prstGeom>
          <a:noFill/>
          <a:ln w="25400" cap="rnd">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8015" name="Rectangle 143"/>
          <p:cNvSpPr>
            <a:spLocks noChangeArrowheads="1"/>
          </p:cNvSpPr>
          <p:nvPr/>
        </p:nvSpPr>
        <p:spPr bwMode="auto">
          <a:xfrm>
            <a:off x="976685" y="4798665"/>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66"/>
                </a:solidFill>
                <a:effectLst/>
                <a:uLnTx/>
                <a:uFillTx/>
                <a:latin typeface="+mn-lt"/>
                <a:ea typeface="PMingLiU" pitchFamily="18" charset="-120"/>
                <a:cs typeface="+mn-cs"/>
              </a:rPr>
              <a:t>1</a:t>
            </a:r>
          </a:p>
        </p:txBody>
      </p:sp>
      <p:sp>
        <p:nvSpPr>
          <p:cNvPr id="38016" name="Rectangle 144"/>
          <p:cNvSpPr>
            <a:spLocks noChangeArrowheads="1"/>
          </p:cNvSpPr>
          <p:nvPr/>
        </p:nvSpPr>
        <p:spPr bwMode="auto">
          <a:xfrm>
            <a:off x="1306885" y="4798665"/>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mn-lt"/>
                <a:ea typeface="PMingLiU" pitchFamily="18" charset="-120"/>
                <a:cs typeface="+mn-cs"/>
              </a:rPr>
              <a:t>0</a:t>
            </a:r>
          </a:p>
        </p:txBody>
      </p:sp>
      <p:sp>
        <p:nvSpPr>
          <p:cNvPr id="38017" name="Line 145"/>
          <p:cNvSpPr>
            <a:spLocks noChangeShapeType="1"/>
          </p:cNvSpPr>
          <p:nvPr/>
        </p:nvSpPr>
        <p:spPr bwMode="auto">
          <a:xfrm>
            <a:off x="1322760" y="5168552"/>
            <a:ext cx="0" cy="1397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8018" name="Line 146"/>
          <p:cNvSpPr>
            <a:spLocks noChangeShapeType="1"/>
          </p:cNvSpPr>
          <p:nvPr/>
        </p:nvSpPr>
        <p:spPr bwMode="auto">
          <a:xfrm>
            <a:off x="1094160" y="4711352"/>
            <a:ext cx="0" cy="114300"/>
          </a:xfrm>
          <a:prstGeom prst="line">
            <a:avLst/>
          </a:prstGeom>
          <a:noFill/>
          <a:ln w="25400" cap="rnd">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8019" name="Line 147"/>
          <p:cNvSpPr>
            <a:spLocks noChangeShapeType="1"/>
          </p:cNvSpPr>
          <p:nvPr/>
        </p:nvSpPr>
        <p:spPr bwMode="auto">
          <a:xfrm>
            <a:off x="1462460" y="4698652"/>
            <a:ext cx="0" cy="1143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8020" name="Rectangle 149"/>
          <p:cNvSpPr>
            <a:spLocks noChangeArrowheads="1"/>
          </p:cNvSpPr>
          <p:nvPr/>
        </p:nvSpPr>
        <p:spPr bwMode="auto">
          <a:xfrm>
            <a:off x="1662485" y="4798665"/>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66"/>
                </a:solidFill>
                <a:effectLst/>
                <a:uLnTx/>
                <a:uFillTx/>
                <a:latin typeface="+mn-lt"/>
                <a:ea typeface="PMingLiU" pitchFamily="18" charset="-120"/>
                <a:cs typeface="+mn-cs"/>
              </a:rPr>
              <a:t>1</a:t>
            </a:r>
          </a:p>
        </p:txBody>
      </p:sp>
      <p:sp>
        <p:nvSpPr>
          <p:cNvPr id="38021" name="Rectangle 150"/>
          <p:cNvSpPr>
            <a:spLocks noChangeArrowheads="1"/>
          </p:cNvSpPr>
          <p:nvPr/>
        </p:nvSpPr>
        <p:spPr bwMode="auto">
          <a:xfrm>
            <a:off x="1992685" y="4798665"/>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mn-lt"/>
                <a:ea typeface="PMingLiU" pitchFamily="18" charset="-120"/>
                <a:cs typeface="+mn-cs"/>
              </a:rPr>
              <a:t>0</a:t>
            </a:r>
          </a:p>
        </p:txBody>
      </p:sp>
      <p:sp>
        <p:nvSpPr>
          <p:cNvPr id="38022" name="Line 151"/>
          <p:cNvSpPr>
            <a:spLocks noChangeShapeType="1"/>
          </p:cNvSpPr>
          <p:nvPr/>
        </p:nvSpPr>
        <p:spPr bwMode="auto">
          <a:xfrm>
            <a:off x="2008560" y="5168552"/>
            <a:ext cx="0" cy="1397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8023" name="Line 152"/>
          <p:cNvSpPr>
            <a:spLocks noChangeShapeType="1"/>
          </p:cNvSpPr>
          <p:nvPr/>
        </p:nvSpPr>
        <p:spPr bwMode="auto">
          <a:xfrm>
            <a:off x="1779960" y="4711352"/>
            <a:ext cx="0" cy="114300"/>
          </a:xfrm>
          <a:prstGeom prst="line">
            <a:avLst/>
          </a:prstGeom>
          <a:noFill/>
          <a:ln w="25400" cap="rnd">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8024" name="Line 153"/>
          <p:cNvSpPr>
            <a:spLocks noChangeShapeType="1"/>
          </p:cNvSpPr>
          <p:nvPr/>
        </p:nvSpPr>
        <p:spPr bwMode="auto">
          <a:xfrm>
            <a:off x="2148260" y="4698652"/>
            <a:ext cx="0" cy="1143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8025" name="Rectangle 155"/>
          <p:cNvSpPr>
            <a:spLocks noChangeArrowheads="1"/>
          </p:cNvSpPr>
          <p:nvPr/>
        </p:nvSpPr>
        <p:spPr bwMode="auto">
          <a:xfrm>
            <a:off x="2348285" y="4798665"/>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66"/>
                </a:solidFill>
                <a:effectLst/>
                <a:uLnTx/>
                <a:uFillTx/>
                <a:latin typeface="+mn-lt"/>
                <a:ea typeface="PMingLiU" pitchFamily="18" charset="-120"/>
                <a:cs typeface="+mn-cs"/>
              </a:rPr>
              <a:t>1</a:t>
            </a:r>
          </a:p>
        </p:txBody>
      </p:sp>
      <p:sp>
        <p:nvSpPr>
          <p:cNvPr id="38026" name="Rectangle 156"/>
          <p:cNvSpPr>
            <a:spLocks noChangeArrowheads="1"/>
          </p:cNvSpPr>
          <p:nvPr/>
        </p:nvSpPr>
        <p:spPr bwMode="auto">
          <a:xfrm>
            <a:off x="2678485" y="4798665"/>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mn-lt"/>
                <a:ea typeface="PMingLiU" pitchFamily="18" charset="-120"/>
                <a:cs typeface="+mn-cs"/>
              </a:rPr>
              <a:t>0</a:t>
            </a:r>
          </a:p>
        </p:txBody>
      </p:sp>
      <p:sp>
        <p:nvSpPr>
          <p:cNvPr id="38027" name="Line 157"/>
          <p:cNvSpPr>
            <a:spLocks noChangeShapeType="1"/>
          </p:cNvSpPr>
          <p:nvPr/>
        </p:nvSpPr>
        <p:spPr bwMode="auto">
          <a:xfrm>
            <a:off x="2694360" y="5168552"/>
            <a:ext cx="0" cy="1397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8028" name="Line 158"/>
          <p:cNvSpPr>
            <a:spLocks noChangeShapeType="1"/>
          </p:cNvSpPr>
          <p:nvPr/>
        </p:nvSpPr>
        <p:spPr bwMode="auto">
          <a:xfrm>
            <a:off x="2465760" y="4711352"/>
            <a:ext cx="0" cy="114300"/>
          </a:xfrm>
          <a:prstGeom prst="line">
            <a:avLst/>
          </a:prstGeom>
          <a:noFill/>
          <a:ln w="25400" cap="rnd">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8029" name="Line 159"/>
          <p:cNvSpPr>
            <a:spLocks noChangeShapeType="1"/>
          </p:cNvSpPr>
          <p:nvPr/>
        </p:nvSpPr>
        <p:spPr bwMode="auto">
          <a:xfrm>
            <a:off x="2834060" y="4698652"/>
            <a:ext cx="0" cy="1143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8030" name="Rectangle 161"/>
          <p:cNvSpPr>
            <a:spLocks noChangeArrowheads="1"/>
          </p:cNvSpPr>
          <p:nvPr/>
        </p:nvSpPr>
        <p:spPr bwMode="auto">
          <a:xfrm>
            <a:off x="3034085" y="4798665"/>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66"/>
                </a:solidFill>
                <a:effectLst/>
                <a:uLnTx/>
                <a:uFillTx/>
                <a:latin typeface="+mn-lt"/>
                <a:ea typeface="PMingLiU" pitchFamily="18" charset="-120"/>
                <a:cs typeface="+mn-cs"/>
              </a:rPr>
              <a:t>1</a:t>
            </a:r>
          </a:p>
        </p:txBody>
      </p:sp>
      <p:sp>
        <p:nvSpPr>
          <p:cNvPr id="38031" name="Rectangle 162"/>
          <p:cNvSpPr>
            <a:spLocks noChangeArrowheads="1"/>
          </p:cNvSpPr>
          <p:nvPr/>
        </p:nvSpPr>
        <p:spPr bwMode="auto">
          <a:xfrm>
            <a:off x="3364285" y="4798665"/>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mn-lt"/>
                <a:ea typeface="PMingLiU" pitchFamily="18" charset="-120"/>
                <a:cs typeface="+mn-cs"/>
              </a:rPr>
              <a:t>0</a:t>
            </a:r>
          </a:p>
        </p:txBody>
      </p:sp>
      <p:sp>
        <p:nvSpPr>
          <p:cNvPr id="38032" name="Line 163"/>
          <p:cNvSpPr>
            <a:spLocks noChangeShapeType="1"/>
          </p:cNvSpPr>
          <p:nvPr/>
        </p:nvSpPr>
        <p:spPr bwMode="auto">
          <a:xfrm>
            <a:off x="3380160" y="5168552"/>
            <a:ext cx="0" cy="1397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8033" name="Line 164"/>
          <p:cNvSpPr>
            <a:spLocks noChangeShapeType="1"/>
          </p:cNvSpPr>
          <p:nvPr/>
        </p:nvSpPr>
        <p:spPr bwMode="auto">
          <a:xfrm>
            <a:off x="3151560" y="4711352"/>
            <a:ext cx="0" cy="114300"/>
          </a:xfrm>
          <a:prstGeom prst="line">
            <a:avLst/>
          </a:prstGeom>
          <a:noFill/>
          <a:ln w="25400" cap="rnd">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8034" name="Line 165"/>
          <p:cNvSpPr>
            <a:spLocks noChangeShapeType="1"/>
          </p:cNvSpPr>
          <p:nvPr/>
        </p:nvSpPr>
        <p:spPr bwMode="auto">
          <a:xfrm>
            <a:off x="3519860" y="4698652"/>
            <a:ext cx="0" cy="1143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8035" name="Rectangle 167"/>
          <p:cNvSpPr>
            <a:spLocks noChangeArrowheads="1"/>
          </p:cNvSpPr>
          <p:nvPr/>
        </p:nvSpPr>
        <p:spPr bwMode="auto">
          <a:xfrm>
            <a:off x="3719885" y="4798665"/>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66"/>
                </a:solidFill>
                <a:effectLst/>
                <a:uLnTx/>
                <a:uFillTx/>
                <a:latin typeface="+mn-lt"/>
                <a:ea typeface="PMingLiU" pitchFamily="18" charset="-120"/>
                <a:cs typeface="+mn-cs"/>
              </a:rPr>
              <a:t>1</a:t>
            </a:r>
          </a:p>
        </p:txBody>
      </p:sp>
      <p:sp>
        <p:nvSpPr>
          <p:cNvPr id="38036" name="Rectangle 168"/>
          <p:cNvSpPr>
            <a:spLocks noChangeArrowheads="1"/>
          </p:cNvSpPr>
          <p:nvPr/>
        </p:nvSpPr>
        <p:spPr bwMode="auto">
          <a:xfrm>
            <a:off x="4050085" y="4798665"/>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mn-lt"/>
                <a:ea typeface="PMingLiU" pitchFamily="18" charset="-120"/>
                <a:cs typeface="+mn-cs"/>
              </a:rPr>
              <a:t>0</a:t>
            </a:r>
          </a:p>
        </p:txBody>
      </p:sp>
      <p:sp>
        <p:nvSpPr>
          <p:cNvPr id="38037" name="Line 169"/>
          <p:cNvSpPr>
            <a:spLocks noChangeShapeType="1"/>
          </p:cNvSpPr>
          <p:nvPr/>
        </p:nvSpPr>
        <p:spPr bwMode="auto">
          <a:xfrm>
            <a:off x="4065960" y="5168552"/>
            <a:ext cx="0" cy="1397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8038" name="Line 170"/>
          <p:cNvSpPr>
            <a:spLocks noChangeShapeType="1"/>
          </p:cNvSpPr>
          <p:nvPr/>
        </p:nvSpPr>
        <p:spPr bwMode="auto">
          <a:xfrm>
            <a:off x="3837360" y="4711352"/>
            <a:ext cx="0" cy="114300"/>
          </a:xfrm>
          <a:prstGeom prst="line">
            <a:avLst/>
          </a:prstGeom>
          <a:noFill/>
          <a:ln w="25400" cap="rnd">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8039" name="Line 171"/>
          <p:cNvSpPr>
            <a:spLocks noChangeShapeType="1"/>
          </p:cNvSpPr>
          <p:nvPr/>
        </p:nvSpPr>
        <p:spPr bwMode="auto">
          <a:xfrm>
            <a:off x="4205660" y="4698652"/>
            <a:ext cx="0" cy="1143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8040" name="Rectangle 173"/>
          <p:cNvSpPr>
            <a:spLocks noChangeArrowheads="1"/>
          </p:cNvSpPr>
          <p:nvPr/>
        </p:nvSpPr>
        <p:spPr bwMode="auto">
          <a:xfrm>
            <a:off x="4405685" y="4798665"/>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66"/>
                </a:solidFill>
                <a:effectLst/>
                <a:uLnTx/>
                <a:uFillTx/>
                <a:latin typeface="+mn-lt"/>
                <a:ea typeface="PMingLiU" pitchFamily="18" charset="-120"/>
                <a:cs typeface="+mn-cs"/>
              </a:rPr>
              <a:t>1</a:t>
            </a:r>
          </a:p>
        </p:txBody>
      </p:sp>
      <p:sp>
        <p:nvSpPr>
          <p:cNvPr id="38041" name="Rectangle 174"/>
          <p:cNvSpPr>
            <a:spLocks noChangeArrowheads="1"/>
          </p:cNvSpPr>
          <p:nvPr/>
        </p:nvSpPr>
        <p:spPr bwMode="auto">
          <a:xfrm>
            <a:off x="4735885" y="4798665"/>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dirty="0">
                <a:ln>
                  <a:noFill/>
                </a:ln>
                <a:solidFill>
                  <a:srgbClr val="000000"/>
                </a:solidFill>
                <a:effectLst/>
                <a:uLnTx/>
                <a:uFillTx/>
                <a:latin typeface="+mn-lt"/>
                <a:ea typeface="PMingLiU" pitchFamily="18" charset="-120"/>
                <a:cs typeface="+mn-cs"/>
              </a:rPr>
              <a:t>0</a:t>
            </a:r>
          </a:p>
        </p:txBody>
      </p:sp>
      <p:sp>
        <p:nvSpPr>
          <p:cNvPr id="38042" name="Line 175"/>
          <p:cNvSpPr>
            <a:spLocks noChangeShapeType="1"/>
          </p:cNvSpPr>
          <p:nvPr/>
        </p:nvSpPr>
        <p:spPr bwMode="auto">
          <a:xfrm>
            <a:off x="4751760" y="5168552"/>
            <a:ext cx="0" cy="1397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8043" name="Line 176"/>
          <p:cNvSpPr>
            <a:spLocks noChangeShapeType="1"/>
          </p:cNvSpPr>
          <p:nvPr/>
        </p:nvSpPr>
        <p:spPr bwMode="auto">
          <a:xfrm>
            <a:off x="4523160" y="4711352"/>
            <a:ext cx="0" cy="114300"/>
          </a:xfrm>
          <a:prstGeom prst="line">
            <a:avLst/>
          </a:prstGeom>
          <a:noFill/>
          <a:ln w="25400" cap="rnd">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8044" name="Line 177"/>
          <p:cNvSpPr>
            <a:spLocks noChangeShapeType="1"/>
          </p:cNvSpPr>
          <p:nvPr/>
        </p:nvSpPr>
        <p:spPr bwMode="auto">
          <a:xfrm>
            <a:off x="4891460" y="4698652"/>
            <a:ext cx="0" cy="1143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8045" name="Rectangle 179"/>
          <p:cNvSpPr>
            <a:spLocks noChangeArrowheads="1"/>
          </p:cNvSpPr>
          <p:nvPr/>
        </p:nvSpPr>
        <p:spPr bwMode="auto">
          <a:xfrm>
            <a:off x="5091485" y="4798665"/>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66"/>
                </a:solidFill>
                <a:effectLst/>
                <a:uLnTx/>
                <a:uFillTx/>
                <a:latin typeface="+mn-lt"/>
                <a:ea typeface="PMingLiU" pitchFamily="18" charset="-120"/>
                <a:cs typeface="+mn-cs"/>
              </a:rPr>
              <a:t>1</a:t>
            </a:r>
          </a:p>
        </p:txBody>
      </p:sp>
      <p:sp>
        <p:nvSpPr>
          <p:cNvPr id="38046" name="Rectangle 180"/>
          <p:cNvSpPr>
            <a:spLocks noChangeArrowheads="1"/>
          </p:cNvSpPr>
          <p:nvPr/>
        </p:nvSpPr>
        <p:spPr bwMode="auto">
          <a:xfrm>
            <a:off x="5421685" y="4798665"/>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mn-lt"/>
                <a:ea typeface="PMingLiU" pitchFamily="18" charset="-120"/>
                <a:cs typeface="+mn-cs"/>
              </a:rPr>
              <a:t>0</a:t>
            </a:r>
          </a:p>
        </p:txBody>
      </p:sp>
      <p:sp>
        <p:nvSpPr>
          <p:cNvPr id="38047" name="Line 181"/>
          <p:cNvSpPr>
            <a:spLocks noChangeShapeType="1"/>
          </p:cNvSpPr>
          <p:nvPr/>
        </p:nvSpPr>
        <p:spPr bwMode="auto">
          <a:xfrm>
            <a:off x="5437560" y="5168552"/>
            <a:ext cx="0" cy="1397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8048" name="Line 182"/>
          <p:cNvSpPr>
            <a:spLocks noChangeShapeType="1"/>
          </p:cNvSpPr>
          <p:nvPr/>
        </p:nvSpPr>
        <p:spPr bwMode="auto">
          <a:xfrm>
            <a:off x="5208960" y="4711352"/>
            <a:ext cx="0" cy="114300"/>
          </a:xfrm>
          <a:prstGeom prst="line">
            <a:avLst/>
          </a:prstGeom>
          <a:noFill/>
          <a:ln w="25400" cap="rnd">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8049" name="Line 183"/>
          <p:cNvSpPr>
            <a:spLocks noChangeShapeType="1"/>
          </p:cNvSpPr>
          <p:nvPr/>
        </p:nvSpPr>
        <p:spPr bwMode="auto">
          <a:xfrm>
            <a:off x="5577260" y="4698652"/>
            <a:ext cx="0" cy="1143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8050" name="Rectangle 185"/>
          <p:cNvSpPr>
            <a:spLocks noChangeArrowheads="1"/>
          </p:cNvSpPr>
          <p:nvPr/>
        </p:nvSpPr>
        <p:spPr bwMode="auto">
          <a:xfrm>
            <a:off x="5777285" y="4798665"/>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66"/>
                </a:solidFill>
                <a:effectLst/>
                <a:uLnTx/>
                <a:uFillTx/>
                <a:latin typeface="+mn-lt"/>
                <a:ea typeface="PMingLiU" pitchFamily="18" charset="-120"/>
                <a:cs typeface="+mn-cs"/>
              </a:rPr>
              <a:t>1</a:t>
            </a:r>
          </a:p>
        </p:txBody>
      </p:sp>
      <p:sp>
        <p:nvSpPr>
          <p:cNvPr id="38051" name="Rectangle 186"/>
          <p:cNvSpPr>
            <a:spLocks noChangeArrowheads="1"/>
          </p:cNvSpPr>
          <p:nvPr/>
        </p:nvSpPr>
        <p:spPr bwMode="auto">
          <a:xfrm>
            <a:off x="6107485" y="4798665"/>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a:ln>
                  <a:noFill/>
                </a:ln>
                <a:solidFill>
                  <a:srgbClr val="000000"/>
                </a:solidFill>
                <a:effectLst/>
                <a:uLnTx/>
                <a:uFillTx/>
                <a:latin typeface="+mn-lt"/>
                <a:ea typeface="PMingLiU" pitchFamily="18" charset="-120"/>
                <a:cs typeface="+mn-cs"/>
              </a:rPr>
              <a:t>0</a:t>
            </a:r>
          </a:p>
        </p:txBody>
      </p:sp>
      <p:sp>
        <p:nvSpPr>
          <p:cNvPr id="38052" name="Line 187"/>
          <p:cNvSpPr>
            <a:spLocks noChangeShapeType="1"/>
          </p:cNvSpPr>
          <p:nvPr/>
        </p:nvSpPr>
        <p:spPr bwMode="auto">
          <a:xfrm>
            <a:off x="6123360" y="5168552"/>
            <a:ext cx="0" cy="1397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8053" name="Line 188"/>
          <p:cNvSpPr>
            <a:spLocks noChangeShapeType="1"/>
          </p:cNvSpPr>
          <p:nvPr/>
        </p:nvSpPr>
        <p:spPr bwMode="auto">
          <a:xfrm>
            <a:off x="5894760" y="4711352"/>
            <a:ext cx="0" cy="114300"/>
          </a:xfrm>
          <a:prstGeom prst="line">
            <a:avLst/>
          </a:prstGeom>
          <a:noFill/>
          <a:ln w="25400" cap="rnd">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8054" name="Line 189"/>
          <p:cNvSpPr>
            <a:spLocks noChangeShapeType="1"/>
          </p:cNvSpPr>
          <p:nvPr/>
        </p:nvSpPr>
        <p:spPr bwMode="auto">
          <a:xfrm>
            <a:off x="6263060" y="4698652"/>
            <a:ext cx="0" cy="1143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8055" name="Line 190"/>
          <p:cNvSpPr>
            <a:spLocks noChangeShapeType="1"/>
          </p:cNvSpPr>
          <p:nvPr/>
        </p:nvSpPr>
        <p:spPr bwMode="auto">
          <a:xfrm>
            <a:off x="1983160" y="4393852"/>
            <a:ext cx="152400" cy="3048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8056" name="Line 191"/>
          <p:cNvSpPr>
            <a:spLocks noChangeShapeType="1"/>
          </p:cNvSpPr>
          <p:nvPr/>
        </p:nvSpPr>
        <p:spPr bwMode="auto">
          <a:xfrm>
            <a:off x="1983159" y="4393851"/>
            <a:ext cx="2534787" cy="320675"/>
          </a:xfrm>
          <a:prstGeom prst="line">
            <a:avLst/>
          </a:prstGeom>
          <a:noFill/>
          <a:ln w="25400" cap="rnd">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8057" name="Line 192"/>
          <p:cNvSpPr>
            <a:spLocks noChangeShapeType="1"/>
          </p:cNvSpPr>
          <p:nvPr/>
        </p:nvSpPr>
        <p:spPr bwMode="auto">
          <a:xfrm>
            <a:off x="2668960" y="4393852"/>
            <a:ext cx="152400" cy="3048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8058" name="Line 193"/>
          <p:cNvSpPr>
            <a:spLocks noChangeShapeType="1"/>
          </p:cNvSpPr>
          <p:nvPr/>
        </p:nvSpPr>
        <p:spPr bwMode="auto">
          <a:xfrm>
            <a:off x="2668960" y="4393852"/>
            <a:ext cx="2538402" cy="320674"/>
          </a:xfrm>
          <a:prstGeom prst="line">
            <a:avLst/>
          </a:prstGeom>
          <a:noFill/>
          <a:ln w="25400" cap="rnd">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8059" name="Line 194"/>
          <p:cNvSpPr>
            <a:spLocks noChangeShapeType="1"/>
          </p:cNvSpPr>
          <p:nvPr/>
        </p:nvSpPr>
        <p:spPr bwMode="auto">
          <a:xfrm>
            <a:off x="3354760" y="4393852"/>
            <a:ext cx="152400" cy="304800"/>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8060" name="Line 195"/>
          <p:cNvSpPr>
            <a:spLocks noChangeShapeType="1"/>
          </p:cNvSpPr>
          <p:nvPr/>
        </p:nvSpPr>
        <p:spPr bwMode="auto">
          <a:xfrm>
            <a:off x="3354760" y="4393852"/>
            <a:ext cx="2538238" cy="315912"/>
          </a:xfrm>
          <a:prstGeom prst="line">
            <a:avLst/>
          </a:prstGeom>
          <a:noFill/>
          <a:ln w="25400" cap="rnd">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8061" name="Line 196"/>
          <p:cNvSpPr>
            <a:spLocks noChangeShapeType="1"/>
          </p:cNvSpPr>
          <p:nvPr/>
        </p:nvSpPr>
        <p:spPr bwMode="auto">
          <a:xfrm>
            <a:off x="4031936" y="4397026"/>
            <a:ext cx="161024" cy="301626"/>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8062" name="Line 197"/>
          <p:cNvSpPr>
            <a:spLocks noChangeShapeType="1"/>
          </p:cNvSpPr>
          <p:nvPr/>
        </p:nvSpPr>
        <p:spPr bwMode="auto">
          <a:xfrm>
            <a:off x="4716012" y="4390678"/>
            <a:ext cx="162748" cy="307974"/>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8063" name="Line 198"/>
          <p:cNvSpPr>
            <a:spLocks noChangeShapeType="1"/>
          </p:cNvSpPr>
          <p:nvPr/>
        </p:nvSpPr>
        <p:spPr bwMode="auto">
          <a:xfrm>
            <a:off x="5398532" y="4393851"/>
            <a:ext cx="166028" cy="304801"/>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8064" name="Line 199"/>
          <p:cNvSpPr>
            <a:spLocks noChangeShapeType="1"/>
          </p:cNvSpPr>
          <p:nvPr/>
        </p:nvSpPr>
        <p:spPr bwMode="auto">
          <a:xfrm>
            <a:off x="6084168" y="4398615"/>
            <a:ext cx="166192" cy="300037"/>
          </a:xfrm>
          <a:prstGeom prst="line">
            <a:avLst/>
          </a:prstGeom>
          <a:noFill/>
          <a:ln w="254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8065" name="Line 200"/>
          <p:cNvSpPr>
            <a:spLocks noChangeShapeType="1"/>
          </p:cNvSpPr>
          <p:nvPr/>
        </p:nvSpPr>
        <p:spPr bwMode="auto">
          <a:xfrm>
            <a:off x="611560" y="4622451"/>
            <a:ext cx="482598" cy="92075"/>
          </a:xfrm>
          <a:prstGeom prst="line">
            <a:avLst/>
          </a:prstGeom>
          <a:noFill/>
          <a:ln w="25400" cap="rnd">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8066" name="Line 201"/>
          <p:cNvSpPr>
            <a:spLocks noChangeShapeType="1"/>
          </p:cNvSpPr>
          <p:nvPr/>
        </p:nvSpPr>
        <p:spPr bwMode="auto">
          <a:xfrm>
            <a:off x="611559" y="4546251"/>
            <a:ext cx="1168379" cy="168275"/>
          </a:xfrm>
          <a:prstGeom prst="line">
            <a:avLst/>
          </a:prstGeom>
          <a:noFill/>
          <a:ln w="25400" cap="rnd">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8067" name="Line 202"/>
          <p:cNvSpPr>
            <a:spLocks noChangeShapeType="1"/>
          </p:cNvSpPr>
          <p:nvPr/>
        </p:nvSpPr>
        <p:spPr bwMode="auto">
          <a:xfrm>
            <a:off x="611559" y="4470051"/>
            <a:ext cx="1854165" cy="244475"/>
          </a:xfrm>
          <a:prstGeom prst="line">
            <a:avLst/>
          </a:prstGeom>
          <a:noFill/>
          <a:ln w="25400" cap="rnd">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8068" name="Line 203"/>
          <p:cNvSpPr>
            <a:spLocks noChangeShapeType="1"/>
          </p:cNvSpPr>
          <p:nvPr/>
        </p:nvSpPr>
        <p:spPr bwMode="auto">
          <a:xfrm>
            <a:off x="611559" y="4393852"/>
            <a:ext cx="2538239" cy="304800"/>
          </a:xfrm>
          <a:prstGeom prst="line">
            <a:avLst/>
          </a:prstGeom>
          <a:noFill/>
          <a:ln w="25400" cap="rnd">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8088" name="Freeform 223"/>
          <p:cNvSpPr>
            <a:spLocks/>
          </p:cNvSpPr>
          <p:nvPr/>
        </p:nvSpPr>
        <p:spPr bwMode="auto">
          <a:xfrm>
            <a:off x="6402760" y="2641252"/>
            <a:ext cx="382588" cy="2363788"/>
          </a:xfrm>
          <a:custGeom>
            <a:avLst/>
            <a:gdLst>
              <a:gd name="T0" fmla="*/ 381000 w 241"/>
              <a:gd name="T1" fmla="*/ 0 h 1489"/>
              <a:gd name="T2" fmla="*/ 381000 w 241"/>
              <a:gd name="T3" fmla="*/ 2362200 h 1489"/>
              <a:gd name="T4" fmla="*/ 0 w 241"/>
              <a:gd name="T5" fmla="*/ 2362200 h 1489"/>
              <a:gd name="T6" fmla="*/ 0 60000 65536"/>
              <a:gd name="T7" fmla="*/ 0 60000 65536"/>
              <a:gd name="T8" fmla="*/ 0 60000 65536"/>
            </a:gdLst>
            <a:ahLst/>
            <a:cxnLst>
              <a:cxn ang="T6">
                <a:pos x="T0" y="T1"/>
              </a:cxn>
              <a:cxn ang="T7">
                <a:pos x="T2" y="T3"/>
              </a:cxn>
              <a:cxn ang="T8">
                <a:pos x="T4" y="T5"/>
              </a:cxn>
            </a:cxnLst>
            <a:rect l="0" t="0" r="r" b="b"/>
            <a:pathLst>
              <a:path w="241" h="1489">
                <a:moveTo>
                  <a:pt x="240" y="0"/>
                </a:moveTo>
                <a:lnTo>
                  <a:pt x="240" y="1488"/>
                </a:lnTo>
                <a:lnTo>
                  <a:pt x="0" y="1488"/>
                </a:lnTo>
              </a:path>
            </a:pathLst>
          </a:custGeom>
          <a:noFill/>
          <a:ln w="25400" cap="rnd"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grpSp>
        <p:nvGrpSpPr>
          <p:cNvPr id="38092" name="Group 256"/>
          <p:cNvGrpSpPr>
            <a:grpSpLocks/>
          </p:cNvGrpSpPr>
          <p:nvPr/>
        </p:nvGrpSpPr>
        <p:grpSpPr bwMode="auto">
          <a:xfrm>
            <a:off x="1005260" y="4839759"/>
            <a:ext cx="5364163" cy="331787"/>
            <a:chOff x="1062" y="1916"/>
            <a:chExt cx="3379" cy="209"/>
          </a:xfrm>
        </p:grpSpPr>
        <p:sp>
          <p:nvSpPr>
            <p:cNvPr id="38097" name="AutoShape 257"/>
            <p:cNvSpPr>
              <a:spLocks noChangeArrowheads="1"/>
            </p:cNvSpPr>
            <p:nvPr/>
          </p:nvSpPr>
          <p:spPr bwMode="auto">
            <a:xfrm>
              <a:off x="1062" y="1917"/>
              <a:ext cx="363" cy="204"/>
            </a:xfrm>
            <a:prstGeom prst="roundRect">
              <a:avLst>
                <a:gd name="adj" fmla="val 38727"/>
              </a:avLst>
            </a:prstGeom>
            <a:noFill/>
            <a:ln w="19050" algn="ctr">
              <a:solidFill>
                <a:srgbClr val="CC00FF"/>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38098" name="AutoShape 258"/>
            <p:cNvSpPr>
              <a:spLocks noChangeArrowheads="1"/>
            </p:cNvSpPr>
            <p:nvPr/>
          </p:nvSpPr>
          <p:spPr bwMode="auto">
            <a:xfrm>
              <a:off x="1489" y="1921"/>
              <a:ext cx="363" cy="204"/>
            </a:xfrm>
            <a:prstGeom prst="roundRect">
              <a:avLst>
                <a:gd name="adj" fmla="val 38727"/>
              </a:avLst>
            </a:prstGeom>
            <a:noFill/>
            <a:ln w="19050" algn="ctr">
              <a:solidFill>
                <a:srgbClr val="CC00FF"/>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38099" name="AutoShape 259"/>
            <p:cNvSpPr>
              <a:spLocks noChangeArrowheads="1"/>
            </p:cNvSpPr>
            <p:nvPr/>
          </p:nvSpPr>
          <p:spPr bwMode="auto">
            <a:xfrm>
              <a:off x="1919" y="1916"/>
              <a:ext cx="363" cy="204"/>
            </a:xfrm>
            <a:prstGeom prst="roundRect">
              <a:avLst>
                <a:gd name="adj" fmla="val 38727"/>
              </a:avLst>
            </a:prstGeom>
            <a:noFill/>
            <a:ln w="19050" algn="ctr">
              <a:solidFill>
                <a:srgbClr val="CC00FF"/>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38100" name="AutoShape 260"/>
            <p:cNvSpPr>
              <a:spLocks noChangeArrowheads="1"/>
            </p:cNvSpPr>
            <p:nvPr/>
          </p:nvSpPr>
          <p:spPr bwMode="auto">
            <a:xfrm>
              <a:off x="2349" y="1917"/>
              <a:ext cx="363" cy="204"/>
            </a:xfrm>
            <a:prstGeom prst="roundRect">
              <a:avLst>
                <a:gd name="adj" fmla="val 38727"/>
              </a:avLst>
            </a:prstGeom>
            <a:noFill/>
            <a:ln w="19050" algn="ctr">
              <a:solidFill>
                <a:srgbClr val="CC00FF"/>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38101" name="AutoShape 261"/>
            <p:cNvSpPr>
              <a:spLocks noChangeArrowheads="1"/>
            </p:cNvSpPr>
            <p:nvPr/>
          </p:nvSpPr>
          <p:spPr bwMode="auto">
            <a:xfrm>
              <a:off x="2785" y="1918"/>
              <a:ext cx="363" cy="204"/>
            </a:xfrm>
            <a:prstGeom prst="roundRect">
              <a:avLst>
                <a:gd name="adj" fmla="val 38727"/>
              </a:avLst>
            </a:prstGeom>
            <a:noFill/>
            <a:ln w="19050" algn="ctr">
              <a:solidFill>
                <a:srgbClr val="CC00FF"/>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38102" name="AutoShape 262"/>
            <p:cNvSpPr>
              <a:spLocks noChangeArrowheads="1"/>
            </p:cNvSpPr>
            <p:nvPr/>
          </p:nvSpPr>
          <p:spPr bwMode="auto">
            <a:xfrm>
              <a:off x="3212" y="1919"/>
              <a:ext cx="363" cy="204"/>
            </a:xfrm>
            <a:prstGeom prst="roundRect">
              <a:avLst>
                <a:gd name="adj" fmla="val 38727"/>
              </a:avLst>
            </a:prstGeom>
            <a:noFill/>
            <a:ln w="19050" algn="ctr">
              <a:solidFill>
                <a:srgbClr val="CC00FF"/>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38103" name="AutoShape 263"/>
            <p:cNvSpPr>
              <a:spLocks noChangeArrowheads="1"/>
            </p:cNvSpPr>
            <p:nvPr/>
          </p:nvSpPr>
          <p:spPr bwMode="auto">
            <a:xfrm>
              <a:off x="3648" y="1920"/>
              <a:ext cx="363" cy="204"/>
            </a:xfrm>
            <a:prstGeom prst="roundRect">
              <a:avLst>
                <a:gd name="adj" fmla="val 38727"/>
              </a:avLst>
            </a:prstGeom>
            <a:noFill/>
            <a:ln w="19050" algn="ctr">
              <a:solidFill>
                <a:srgbClr val="CC00FF"/>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38104" name="AutoShape 264"/>
            <p:cNvSpPr>
              <a:spLocks noChangeArrowheads="1"/>
            </p:cNvSpPr>
            <p:nvPr/>
          </p:nvSpPr>
          <p:spPr bwMode="auto">
            <a:xfrm>
              <a:off x="4078" y="1918"/>
              <a:ext cx="363" cy="204"/>
            </a:xfrm>
            <a:prstGeom prst="roundRect">
              <a:avLst>
                <a:gd name="adj" fmla="val 38727"/>
              </a:avLst>
            </a:prstGeom>
            <a:noFill/>
            <a:ln w="19050" algn="ctr">
              <a:solidFill>
                <a:srgbClr val="CC00FF"/>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grpSp>
      <p:sp>
        <p:nvSpPr>
          <p:cNvPr id="5" name="TextBox 4">
            <a:extLst>
              <a:ext uri="{FF2B5EF4-FFF2-40B4-BE49-F238E27FC236}">
                <a16:creationId xmlns:a16="http://schemas.microsoft.com/office/drawing/2014/main" id="{CD786924-C248-D84A-A18D-1353B339374C}"/>
              </a:ext>
            </a:extLst>
          </p:cNvPr>
          <p:cNvSpPr txBox="1"/>
          <p:nvPr/>
        </p:nvSpPr>
        <p:spPr>
          <a:xfrm>
            <a:off x="7228260" y="3122265"/>
            <a:ext cx="1826141" cy="369332"/>
          </a:xfrm>
          <a:prstGeom prst="rect">
            <a:avLst/>
          </a:prstGeom>
          <a:noFill/>
        </p:spPr>
        <p:txBody>
          <a:bodyPr wrap="none" rtlCol="0">
            <a:spAutoFit/>
          </a:bodyPr>
          <a:lstStyle/>
          <a:p>
            <a:r>
              <a:rPr lang="en-CN" dirty="0">
                <a:latin typeface="Arial" panose="020B0604020202020204" pitchFamily="34" charset="0"/>
                <a:ea typeface="STHeiti" panose="02010600040101010101" pitchFamily="2" charset="-122"/>
                <a:cs typeface="Arial" panose="020B0604020202020204" pitchFamily="34" charset="0"/>
              </a:rPr>
              <a:t>移</a:t>
            </a:r>
            <a:r>
              <a:rPr lang="en-US" altLang="zh-CN" dirty="0">
                <a:latin typeface="Arial" panose="020B0604020202020204" pitchFamily="34" charset="0"/>
                <a:ea typeface="STHeiti" panose="02010600040101010101" pitchFamily="2" charset="-122"/>
                <a:cs typeface="Arial" panose="020B0604020202020204" pitchFamily="34" charset="0"/>
              </a:rPr>
              <a:t>0</a:t>
            </a:r>
            <a:r>
              <a:rPr lang="zh-CN" altLang="en-US" dirty="0">
                <a:latin typeface="Arial" panose="020B0604020202020204" pitchFamily="34" charset="0"/>
                <a:ea typeface="STHeiti" panose="02010600040101010101" pitchFamily="2" charset="-122"/>
                <a:cs typeface="Arial" panose="020B0604020202020204" pitchFamily="34" charset="0"/>
              </a:rPr>
              <a:t>位或者移</a:t>
            </a:r>
            <a:r>
              <a:rPr lang="en-US" altLang="zh-CN" dirty="0">
                <a:latin typeface="Arial" panose="020B0604020202020204" pitchFamily="34" charset="0"/>
                <a:ea typeface="STHeiti" panose="02010600040101010101" pitchFamily="2" charset="-122"/>
                <a:cs typeface="Arial" panose="020B0604020202020204" pitchFamily="34" charset="0"/>
              </a:rPr>
              <a:t>1</a:t>
            </a:r>
            <a:r>
              <a:rPr lang="zh-CN" altLang="en-US" dirty="0">
                <a:latin typeface="Arial" panose="020B0604020202020204" pitchFamily="34" charset="0"/>
                <a:ea typeface="STHeiti" panose="02010600040101010101" pitchFamily="2" charset="-122"/>
                <a:cs typeface="Arial" panose="020B0604020202020204" pitchFamily="34" charset="0"/>
              </a:rPr>
              <a:t>位</a:t>
            </a:r>
            <a:endParaRPr lang="en-CN" dirty="0">
              <a:latin typeface="Arial" panose="020B0604020202020204" pitchFamily="34" charset="0"/>
              <a:ea typeface="STHeiti" panose="02010600040101010101" pitchFamily="2" charset="-122"/>
              <a:cs typeface="Arial" panose="020B0604020202020204" pitchFamily="34" charset="0"/>
            </a:endParaRPr>
          </a:p>
        </p:txBody>
      </p:sp>
      <p:sp>
        <p:nvSpPr>
          <p:cNvPr id="237" name="TextBox 236">
            <a:extLst>
              <a:ext uri="{FF2B5EF4-FFF2-40B4-BE49-F238E27FC236}">
                <a16:creationId xmlns:a16="http://schemas.microsoft.com/office/drawing/2014/main" id="{5FC62077-BAC9-2B44-8FF7-1A4C354249D6}"/>
              </a:ext>
            </a:extLst>
          </p:cNvPr>
          <p:cNvSpPr txBox="1"/>
          <p:nvPr/>
        </p:nvSpPr>
        <p:spPr>
          <a:xfrm>
            <a:off x="7013948" y="3885363"/>
            <a:ext cx="1826141" cy="369332"/>
          </a:xfrm>
          <a:prstGeom prst="rect">
            <a:avLst/>
          </a:prstGeom>
          <a:noFill/>
        </p:spPr>
        <p:txBody>
          <a:bodyPr wrap="none" rtlCol="0">
            <a:spAutoFit/>
          </a:bodyPr>
          <a:lstStyle/>
          <a:p>
            <a:r>
              <a:rPr lang="en-CN" dirty="0">
                <a:latin typeface="Arial" panose="020B0604020202020204" pitchFamily="34" charset="0"/>
                <a:ea typeface="STHeiti" panose="02010600040101010101" pitchFamily="2" charset="-122"/>
                <a:cs typeface="Arial" panose="020B0604020202020204" pitchFamily="34" charset="0"/>
              </a:rPr>
              <a:t>移</a:t>
            </a:r>
            <a:r>
              <a:rPr lang="en-US" altLang="zh-CN" dirty="0">
                <a:latin typeface="Arial" panose="020B0604020202020204" pitchFamily="34" charset="0"/>
                <a:ea typeface="STHeiti" panose="02010600040101010101" pitchFamily="2" charset="-122"/>
                <a:cs typeface="Arial" panose="020B0604020202020204" pitchFamily="34" charset="0"/>
              </a:rPr>
              <a:t>0</a:t>
            </a:r>
            <a:r>
              <a:rPr lang="zh-CN" altLang="en-US" dirty="0">
                <a:latin typeface="Arial" panose="020B0604020202020204" pitchFamily="34" charset="0"/>
                <a:ea typeface="STHeiti" panose="02010600040101010101" pitchFamily="2" charset="-122"/>
                <a:cs typeface="Arial" panose="020B0604020202020204" pitchFamily="34" charset="0"/>
              </a:rPr>
              <a:t>位或者移</a:t>
            </a:r>
            <a:r>
              <a:rPr lang="en-US" altLang="zh-CN" dirty="0">
                <a:latin typeface="Arial" panose="020B0604020202020204" pitchFamily="34" charset="0"/>
                <a:ea typeface="STHeiti" panose="02010600040101010101" pitchFamily="2" charset="-122"/>
                <a:cs typeface="Arial" panose="020B0604020202020204" pitchFamily="34" charset="0"/>
              </a:rPr>
              <a:t>2</a:t>
            </a:r>
            <a:r>
              <a:rPr lang="zh-CN" altLang="en-US" dirty="0">
                <a:latin typeface="Arial" panose="020B0604020202020204" pitchFamily="34" charset="0"/>
                <a:ea typeface="STHeiti" panose="02010600040101010101" pitchFamily="2" charset="-122"/>
                <a:cs typeface="Arial" panose="020B0604020202020204" pitchFamily="34" charset="0"/>
              </a:rPr>
              <a:t>位</a:t>
            </a:r>
            <a:endParaRPr lang="en-CN" dirty="0">
              <a:latin typeface="Arial" panose="020B0604020202020204" pitchFamily="34" charset="0"/>
              <a:ea typeface="STHeiti" panose="02010600040101010101" pitchFamily="2" charset="-122"/>
              <a:cs typeface="Arial" panose="020B0604020202020204" pitchFamily="34" charset="0"/>
            </a:endParaRPr>
          </a:p>
        </p:txBody>
      </p:sp>
      <p:sp>
        <p:nvSpPr>
          <p:cNvPr id="238" name="TextBox 237">
            <a:extLst>
              <a:ext uri="{FF2B5EF4-FFF2-40B4-BE49-F238E27FC236}">
                <a16:creationId xmlns:a16="http://schemas.microsoft.com/office/drawing/2014/main" id="{7228FC62-A1FC-9D4E-AF4A-A82BE380C398}"/>
              </a:ext>
            </a:extLst>
          </p:cNvPr>
          <p:cNvSpPr txBox="1"/>
          <p:nvPr/>
        </p:nvSpPr>
        <p:spPr>
          <a:xfrm>
            <a:off x="6753995" y="4777239"/>
            <a:ext cx="1826141" cy="369332"/>
          </a:xfrm>
          <a:prstGeom prst="rect">
            <a:avLst/>
          </a:prstGeom>
          <a:noFill/>
        </p:spPr>
        <p:txBody>
          <a:bodyPr wrap="none" rtlCol="0">
            <a:spAutoFit/>
          </a:bodyPr>
          <a:lstStyle/>
          <a:p>
            <a:r>
              <a:rPr lang="en-CN" dirty="0">
                <a:latin typeface="Arial" panose="020B0604020202020204" pitchFamily="34" charset="0"/>
                <a:ea typeface="STHeiti" panose="02010600040101010101" pitchFamily="2" charset="-122"/>
                <a:cs typeface="Arial" panose="020B0604020202020204" pitchFamily="34" charset="0"/>
              </a:rPr>
              <a:t>移</a:t>
            </a:r>
            <a:r>
              <a:rPr lang="en-US" altLang="zh-CN" dirty="0">
                <a:latin typeface="Arial" panose="020B0604020202020204" pitchFamily="34" charset="0"/>
                <a:ea typeface="STHeiti" panose="02010600040101010101" pitchFamily="2" charset="-122"/>
                <a:cs typeface="Arial" panose="020B0604020202020204" pitchFamily="34" charset="0"/>
              </a:rPr>
              <a:t>0</a:t>
            </a:r>
            <a:r>
              <a:rPr lang="zh-CN" altLang="en-US" dirty="0">
                <a:latin typeface="Arial" panose="020B0604020202020204" pitchFamily="34" charset="0"/>
                <a:ea typeface="STHeiti" panose="02010600040101010101" pitchFamily="2" charset="-122"/>
                <a:cs typeface="Arial" panose="020B0604020202020204" pitchFamily="34" charset="0"/>
              </a:rPr>
              <a:t>位或者移</a:t>
            </a:r>
            <a:r>
              <a:rPr lang="en-US" altLang="zh-CN" dirty="0">
                <a:latin typeface="Arial" panose="020B0604020202020204" pitchFamily="34" charset="0"/>
                <a:ea typeface="STHeiti" panose="02010600040101010101" pitchFamily="2" charset="-122"/>
                <a:cs typeface="Arial" panose="020B0604020202020204" pitchFamily="34" charset="0"/>
              </a:rPr>
              <a:t>4</a:t>
            </a:r>
            <a:r>
              <a:rPr lang="zh-CN" altLang="en-US" dirty="0">
                <a:latin typeface="Arial" panose="020B0604020202020204" pitchFamily="34" charset="0"/>
                <a:ea typeface="STHeiti" panose="02010600040101010101" pitchFamily="2" charset="-122"/>
                <a:cs typeface="Arial" panose="020B0604020202020204" pitchFamily="34" charset="0"/>
              </a:rPr>
              <a:t>位</a:t>
            </a:r>
            <a:endParaRPr lang="en-CN" dirty="0">
              <a:latin typeface="Arial" panose="020B0604020202020204" pitchFamily="34" charset="0"/>
              <a:ea typeface="STHeiti" panose="02010600040101010101" pitchFamily="2" charset="-122"/>
              <a:cs typeface="Arial" panose="020B0604020202020204" pitchFamily="34" charset="0"/>
            </a:endParaRPr>
          </a:p>
        </p:txBody>
      </p:sp>
    </p:spTree>
    <p:extLst>
      <p:ext uri="{BB962C8B-B14F-4D97-AF65-F5344CB8AC3E}">
        <p14:creationId xmlns:p14="http://schemas.microsoft.com/office/powerpoint/2010/main" val="3003920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5505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9" name="Rectangle 6"/>
          <p:cNvSpPr>
            <a:spLocks noGrp="1" noChangeArrowheads="1"/>
          </p:cNvSpPr>
          <p:nvPr>
            <p:ph type="title"/>
          </p:nvPr>
        </p:nvSpPr>
        <p:spPr>
          <a:xfrm>
            <a:off x="1916906" y="404664"/>
            <a:ext cx="5310188" cy="666849"/>
          </a:xfrm>
          <a:noFill/>
          <a:extLst>
            <a:ext uri="{91240B29-F687-4F45-9708-019B960494DF}">
              <a14:hiddenLine xmlns:a14="http://schemas.microsoft.com/office/drawing/2010/main" w="12700">
                <a:solidFill>
                  <a:schemeClr val="tx1"/>
                </a:solidFill>
                <a:miter lim="800000"/>
                <a:headEnd/>
                <a:tailEnd/>
              </a14:hiddenLine>
            </a:ext>
          </a:extLst>
        </p:spPr>
        <p:txBody>
          <a:bodyPr lIns="63500" tIns="25400" rIns="63500" bIns="25400" anchor="t">
            <a:spAutoFit/>
          </a:bodyPr>
          <a:lstStyle/>
          <a:p>
            <a:pPr eaLnBrk="1" hangingPunct="1"/>
            <a:r>
              <a:rPr lang="en-US" altLang="zh-CN" b="1" dirty="0"/>
              <a:t>CPU</a:t>
            </a:r>
            <a:r>
              <a:rPr lang="zh-CN" altLang="en-US" b="1" dirty="0"/>
              <a:t>中选择器的应用</a:t>
            </a:r>
          </a:p>
        </p:txBody>
      </p:sp>
      <p:grpSp>
        <p:nvGrpSpPr>
          <p:cNvPr id="2" name="Group 1">
            <a:extLst>
              <a:ext uri="{FF2B5EF4-FFF2-40B4-BE49-F238E27FC236}">
                <a16:creationId xmlns:a16="http://schemas.microsoft.com/office/drawing/2014/main" id="{AE763DBD-5A86-EC41-9D41-2DEBEAC06D4F}"/>
              </a:ext>
            </a:extLst>
          </p:cNvPr>
          <p:cNvGrpSpPr/>
          <p:nvPr/>
        </p:nvGrpSpPr>
        <p:grpSpPr>
          <a:xfrm>
            <a:off x="-4800" y="1224136"/>
            <a:ext cx="8959094" cy="5661248"/>
            <a:chOff x="-1307" y="539750"/>
            <a:chExt cx="8875432" cy="6085914"/>
          </a:xfrm>
        </p:grpSpPr>
        <p:grpSp>
          <p:nvGrpSpPr>
            <p:cNvPr id="28681" name="Group 8"/>
            <p:cNvGrpSpPr>
              <a:grpSpLocks/>
            </p:cNvGrpSpPr>
            <p:nvPr/>
          </p:nvGrpSpPr>
          <p:grpSpPr bwMode="auto">
            <a:xfrm>
              <a:off x="6359525" y="3667125"/>
              <a:ext cx="457200" cy="1136650"/>
              <a:chOff x="4064" y="2310"/>
              <a:chExt cx="288" cy="716"/>
            </a:xfrm>
          </p:grpSpPr>
          <p:sp>
            <p:nvSpPr>
              <p:cNvPr id="28878" name="Line 9"/>
              <p:cNvSpPr>
                <a:spLocks noChangeShapeType="1"/>
              </p:cNvSpPr>
              <p:nvPr/>
            </p:nvSpPr>
            <p:spPr bwMode="auto">
              <a:xfrm>
                <a:off x="4064" y="2310"/>
                <a:ext cx="0" cy="16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879" name="Line 10"/>
              <p:cNvSpPr>
                <a:spLocks noChangeShapeType="1"/>
              </p:cNvSpPr>
              <p:nvPr/>
            </p:nvSpPr>
            <p:spPr bwMode="auto">
              <a:xfrm>
                <a:off x="4072" y="2310"/>
                <a:ext cx="272" cy="16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880" name="Line 11"/>
              <p:cNvSpPr>
                <a:spLocks noChangeShapeType="1"/>
              </p:cNvSpPr>
              <p:nvPr/>
            </p:nvSpPr>
            <p:spPr bwMode="auto">
              <a:xfrm>
                <a:off x="4072" y="2489"/>
                <a:ext cx="128" cy="74"/>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881" name="Line 12"/>
              <p:cNvSpPr>
                <a:spLocks noChangeShapeType="1"/>
              </p:cNvSpPr>
              <p:nvPr/>
            </p:nvSpPr>
            <p:spPr bwMode="auto">
              <a:xfrm>
                <a:off x="4208" y="2579"/>
                <a:ext cx="0" cy="16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882" name="Line 13"/>
              <p:cNvSpPr>
                <a:spLocks noChangeShapeType="1"/>
              </p:cNvSpPr>
              <p:nvPr/>
            </p:nvSpPr>
            <p:spPr bwMode="auto">
              <a:xfrm>
                <a:off x="4352" y="2489"/>
                <a:ext cx="0" cy="34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883" name="Line 14"/>
              <p:cNvSpPr>
                <a:spLocks noChangeShapeType="1"/>
              </p:cNvSpPr>
              <p:nvPr/>
            </p:nvSpPr>
            <p:spPr bwMode="auto">
              <a:xfrm flipV="1">
                <a:off x="4072" y="2742"/>
                <a:ext cx="128" cy="10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884" name="Line 15"/>
              <p:cNvSpPr>
                <a:spLocks noChangeShapeType="1"/>
              </p:cNvSpPr>
              <p:nvPr/>
            </p:nvSpPr>
            <p:spPr bwMode="auto">
              <a:xfrm>
                <a:off x="4064" y="2847"/>
                <a:ext cx="0" cy="16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885" name="Line 16"/>
              <p:cNvSpPr>
                <a:spLocks noChangeShapeType="1"/>
              </p:cNvSpPr>
              <p:nvPr/>
            </p:nvSpPr>
            <p:spPr bwMode="auto">
              <a:xfrm flipV="1">
                <a:off x="4072" y="2831"/>
                <a:ext cx="272" cy="19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grpSp>
        <p:sp>
          <p:nvSpPr>
            <p:cNvPr id="28676" name="Rectangle 3"/>
            <p:cNvSpPr>
              <a:spLocks noChangeArrowheads="1"/>
            </p:cNvSpPr>
            <p:nvPr/>
          </p:nvSpPr>
          <p:spPr bwMode="auto">
            <a:xfrm rot="5400000">
              <a:off x="1966299" y="4302405"/>
              <a:ext cx="455254" cy="335989"/>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1200" cap="none" spc="0" normalizeH="0" baseline="0" noProof="0">
                  <a:ln>
                    <a:noFill/>
                  </a:ln>
                  <a:solidFill>
                    <a:srgbClr val="000000"/>
                  </a:solidFill>
                  <a:effectLst/>
                  <a:uLnTx/>
                  <a:uFillTx/>
                  <a:latin typeface="Times" charset="0"/>
                  <a:ea typeface="宋体" pitchFamily="2" charset="-122"/>
                  <a:cs typeface="+mn-cs"/>
                </a:rPr>
                <a:t>PC</a:t>
              </a:r>
            </a:p>
          </p:txBody>
        </p:sp>
        <p:sp>
          <p:nvSpPr>
            <p:cNvPr id="28677" name="Rectangle 4"/>
            <p:cNvSpPr>
              <a:spLocks noChangeArrowheads="1"/>
            </p:cNvSpPr>
            <p:nvPr/>
          </p:nvSpPr>
          <p:spPr bwMode="auto">
            <a:xfrm rot="5400000">
              <a:off x="6288087" y="4049994"/>
              <a:ext cx="815977" cy="335989"/>
            </a:xfrm>
            <a:prstGeom prst="rect">
              <a:avLst/>
            </a:prstGeom>
            <a:solidFill>
              <a:srgbClr val="CC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1200" cap="none" spc="0" normalizeH="0" baseline="0" noProof="0" dirty="0">
                  <a:ln>
                    <a:noFill/>
                  </a:ln>
                  <a:solidFill>
                    <a:srgbClr val="000000"/>
                  </a:solidFill>
                  <a:effectLst/>
                  <a:uLnTx/>
                  <a:uFillTx/>
                  <a:latin typeface="Times" charset="0"/>
                  <a:ea typeface="宋体" pitchFamily="2" charset="-122"/>
                  <a:cs typeface="+mn-cs"/>
                </a:rPr>
                <a:t>ALU</a:t>
              </a:r>
            </a:p>
          </p:txBody>
        </p:sp>
        <p:sp>
          <p:nvSpPr>
            <p:cNvPr id="28680" name="Rectangle 7"/>
            <p:cNvSpPr>
              <a:spLocks noChangeArrowheads="1"/>
            </p:cNvSpPr>
            <p:nvPr/>
          </p:nvSpPr>
          <p:spPr bwMode="auto">
            <a:xfrm rot="-5400000">
              <a:off x="-227652" y="5585106"/>
              <a:ext cx="788679"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Times" charset="0"/>
                  <a:ea typeface="宋体" pitchFamily="2" charset="-122"/>
                  <a:cs typeface="+mn-cs"/>
                </a:rPr>
                <a:t>imm16</a:t>
              </a:r>
            </a:p>
          </p:txBody>
        </p:sp>
        <p:sp>
          <p:nvSpPr>
            <p:cNvPr id="28682" name="Line 17"/>
            <p:cNvSpPr>
              <a:spLocks noChangeShapeType="1"/>
            </p:cNvSpPr>
            <p:nvPr/>
          </p:nvSpPr>
          <p:spPr bwMode="auto">
            <a:xfrm flipH="1">
              <a:off x="6804025" y="4222750"/>
              <a:ext cx="1536700" cy="0"/>
            </a:xfrm>
            <a:prstGeom prst="line">
              <a:avLst/>
            </a:prstGeom>
            <a:noFill/>
            <a:ln w="254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683" name="Rectangle 18"/>
            <p:cNvSpPr>
              <a:spLocks noChangeArrowheads="1"/>
            </p:cNvSpPr>
            <p:nvPr/>
          </p:nvSpPr>
          <p:spPr bwMode="auto">
            <a:xfrm>
              <a:off x="6876762" y="4221163"/>
              <a:ext cx="387928"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Times" charset="0"/>
                  <a:ea typeface="宋体" pitchFamily="2" charset="-122"/>
                  <a:cs typeface="+mn-cs"/>
                </a:rPr>
                <a:t>32</a:t>
              </a:r>
            </a:p>
          </p:txBody>
        </p:sp>
        <p:sp>
          <p:nvSpPr>
            <p:cNvPr id="28684" name="Line 19"/>
            <p:cNvSpPr>
              <a:spLocks noChangeShapeType="1"/>
            </p:cNvSpPr>
            <p:nvPr/>
          </p:nvSpPr>
          <p:spPr bwMode="auto">
            <a:xfrm>
              <a:off x="6588125" y="2673350"/>
              <a:ext cx="0" cy="11176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685" name="Rectangle 20"/>
            <p:cNvSpPr>
              <a:spLocks noChangeArrowheads="1"/>
            </p:cNvSpPr>
            <p:nvPr/>
          </p:nvSpPr>
          <p:spPr bwMode="auto">
            <a:xfrm>
              <a:off x="6056313" y="2208213"/>
              <a:ext cx="977899"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sng" strike="noStrike" kern="1200" cap="none" spc="0" normalizeH="0" baseline="0" noProof="0" dirty="0" err="1">
                  <a:ln>
                    <a:noFill/>
                  </a:ln>
                  <a:solidFill>
                    <a:srgbClr val="00B0F0"/>
                  </a:solidFill>
                  <a:effectLst/>
                  <a:uLnTx/>
                  <a:uFillTx/>
                  <a:latin typeface="Times" charset="0"/>
                  <a:ea typeface="宋体" pitchFamily="2" charset="-122"/>
                  <a:cs typeface="+mn-cs"/>
                </a:rPr>
                <a:t>ALUctr</a:t>
              </a:r>
              <a:endParaRPr kumimoji="0" lang="en-US" altLang="en-US" sz="1600" b="0" i="0" u="sng" strike="noStrike" kern="1200" cap="none" spc="0" normalizeH="0" baseline="0" noProof="0" dirty="0">
                <a:ln>
                  <a:noFill/>
                </a:ln>
                <a:solidFill>
                  <a:srgbClr val="00B0F0"/>
                </a:solidFill>
                <a:effectLst/>
                <a:uLnTx/>
                <a:uFillTx/>
                <a:latin typeface="Times" charset="0"/>
                <a:ea typeface="宋体" pitchFamily="2" charset="-122"/>
                <a:cs typeface="+mn-cs"/>
              </a:endParaRPr>
            </a:p>
          </p:txBody>
        </p:sp>
        <p:sp>
          <p:nvSpPr>
            <p:cNvPr id="28686" name="Rectangle 21"/>
            <p:cNvSpPr>
              <a:spLocks noChangeArrowheads="1"/>
            </p:cNvSpPr>
            <p:nvPr/>
          </p:nvSpPr>
          <p:spPr bwMode="auto">
            <a:xfrm>
              <a:off x="2620124" y="4619625"/>
              <a:ext cx="501741"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Times" charset="0"/>
                  <a:ea typeface="宋体" pitchFamily="2" charset="-122"/>
                  <a:cs typeface="+mn-cs"/>
                </a:rPr>
                <a:t>Clk</a:t>
              </a:r>
            </a:p>
          </p:txBody>
        </p:sp>
        <p:sp>
          <p:nvSpPr>
            <p:cNvPr id="28687" name="Rectangle 22"/>
            <p:cNvSpPr>
              <a:spLocks noChangeArrowheads="1"/>
            </p:cNvSpPr>
            <p:nvPr/>
          </p:nvSpPr>
          <p:spPr bwMode="auto">
            <a:xfrm>
              <a:off x="2388204" y="3743325"/>
              <a:ext cx="695705"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Times" charset="0"/>
                  <a:ea typeface="宋体" pitchFamily="2" charset="-122"/>
                  <a:cs typeface="+mn-cs"/>
                </a:rPr>
                <a:t>busW</a:t>
              </a:r>
            </a:p>
          </p:txBody>
        </p:sp>
        <p:sp>
          <p:nvSpPr>
            <p:cNvPr id="28688" name="Rectangle 23"/>
            <p:cNvSpPr>
              <a:spLocks noChangeArrowheads="1"/>
            </p:cNvSpPr>
            <p:nvPr/>
          </p:nvSpPr>
          <p:spPr bwMode="auto">
            <a:xfrm>
              <a:off x="3086100" y="3667125"/>
              <a:ext cx="1431925" cy="11303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689" name="Line 24"/>
            <p:cNvSpPr>
              <a:spLocks noChangeShapeType="1"/>
            </p:cNvSpPr>
            <p:nvPr/>
          </p:nvSpPr>
          <p:spPr bwMode="auto">
            <a:xfrm>
              <a:off x="3108325" y="4572000"/>
              <a:ext cx="250825" cy="635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690" name="Line 25"/>
            <p:cNvSpPr>
              <a:spLocks noChangeShapeType="1"/>
            </p:cNvSpPr>
            <p:nvPr/>
          </p:nvSpPr>
          <p:spPr bwMode="auto">
            <a:xfrm flipH="1">
              <a:off x="3098800" y="4648200"/>
              <a:ext cx="238125" cy="11271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691" name="Rectangle 26"/>
            <p:cNvSpPr>
              <a:spLocks noChangeArrowheads="1"/>
            </p:cNvSpPr>
            <p:nvPr/>
          </p:nvSpPr>
          <p:spPr bwMode="auto">
            <a:xfrm>
              <a:off x="2509315" y="3152775"/>
              <a:ext cx="76764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sng" strike="noStrike" kern="1200" cap="none" spc="0" normalizeH="0" baseline="0" noProof="0" dirty="0" err="1">
                  <a:ln>
                    <a:noFill/>
                  </a:ln>
                  <a:solidFill>
                    <a:srgbClr val="00B0F0"/>
                  </a:solidFill>
                  <a:effectLst/>
                  <a:uLnTx/>
                  <a:uFillTx/>
                  <a:latin typeface="Times" charset="0"/>
                  <a:ea typeface="宋体" pitchFamily="2" charset="-122"/>
                  <a:cs typeface="+mn-cs"/>
                </a:rPr>
                <a:t>RegWr</a:t>
              </a:r>
              <a:endParaRPr kumimoji="0" lang="en-US" altLang="en-US" sz="1600" b="0" i="0" u="sng" strike="noStrike" kern="1200" cap="none" spc="0" normalizeH="0" baseline="0" noProof="0" dirty="0">
                <a:ln>
                  <a:noFill/>
                </a:ln>
                <a:solidFill>
                  <a:srgbClr val="00B0F0"/>
                </a:solidFill>
                <a:effectLst/>
                <a:uLnTx/>
                <a:uFillTx/>
                <a:latin typeface="Times" charset="0"/>
                <a:ea typeface="宋体" pitchFamily="2" charset="-122"/>
                <a:cs typeface="+mn-cs"/>
              </a:endParaRPr>
            </a:p>
          </p:txBody>
        </p:sp>
        <p:sp>
          <p:nvSpPr>
            <p:cNvPr id="28692" name="Line 27"/>
            <p:cNvSpPr>
              <a:spLocks noChangeShapeType="1"/>
            </p:cNvSpPr>
            <p:nvPr/>
          </p:nvSpPr>
          <p:spPr bwMode="auto">
            <a:xfrm flipH="1">
              <a:off x="2633663" y="4137025"/>
              <a:ext cx="457200" cy="0"/>
            </a:xfrm>
            <a:prstGeom prst="line">
              <a:avLst/>
            </a:prstGeom>
            <a:noFill/>
            <a:ln w="254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693" name="Line 28"/>
            <p:cNvSpPr>
              <a:spLocks noChangeShapeType="1"/>
            </p:cNvSpPr>
            <p:nvPr/>
          </p:nvSpPr>
          <p:spPr bwMode="auto">
            <a:xfrm flipH="1">
              <a:off x="2720975" y="4087813"/>
              <a:ext cx="88900" cy="12858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694" name="Rectangle 29"/>
            <p:cNvSpPr>
              <a:spLocks noChangeArrowheads="1"/>
            </p:cNvSpPr>
            <p:nvPr/>
          </p:nvSpPr>
          <p:spPr bwMode="auto">
            <a:xfrm>
              <a:off x="2588924" y="4191000"/>
              <a:ext cx="387928"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Times" charset="0"/>
                  <a:ea typeface="宋体" pitchFamily="2" charset="-122"/>
                  <a:cs typeface="+mn-cs"/>
                </a:rPr>
                <a:t>32</a:t>
              </a:r>
            </a:p>
          </p:txBody>
        </p:sp>
        <p:sp>
          <p:nvSpPr>
            <p:cNvPr id="28695" name="Line 30"/>
            <p:cNvSpPr>
              <a:spLocks noChangeShapeType="1"/>
            </p:cNvSpPr>
            <p:nvPr/>
          </p:nvSpPr>
          <p:spPr bwMode="auto">
            <a:xfrm flipV="1">
              <a:off x="4543425" y="3787775"/>
              <a:ext cx="1184275" cy="9525"/>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696" name="Line 31"/>
            <p:cNvSpPr>
              <a:spLocks noChangeShapeType="1"/>
            </p:cNvSpPr>
            <p:nvPr/>
          </p:nvSpPr>
          <p:spPr bwMode="auto">
            <a:xfrm flipH="1">
              <a:off x="5514975" y="3732213"/>
              <a:ext cx="88900" cy="1301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697" name="Rectangle 32"/>
            <p:cNvSpPr>
              <a:spLocks noChangeArrowheads="1"/>
            </p:cNvSpPr>
            <p:nvPr/>
          </p:nvSpPr>
          <p:spPr bwMode="auto">
            <a:xfrm>
              <a:off x="5200362" y="3865563"/>
              <a:ext cx="387928"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Times" charset="0"/>
                  <a:ea typeface="宋体" pitchFamily="2" charset="-122"/>
                  <a:cs typeface="+mn-cs"/>
                </a:rPr>
                <a:t>32</a:t>
              </a:r>
            </a:p>
          </p:txBody>
        </p:sp>
        <p:sp>
          <p:nvSpPr>
            <p:cNvPr id="28698" name="Rectangle 33"/>
            <p:cNvSpPr>
              <a:spLocks noChangeArrowheads="1"/>
            </p:cNvSpPr>
            <p:nvPr/>
          </p:nvSpPr>
          <p:spPr bwMode="auto">
            <a:xfrm>
              <a:off x="4502240" y="3509963"/>
              <a:ext cx="63799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Times" charset="0"/>
                  <a:ea typeface="宋体" pitchFamily="2" charset="-122"/>
                  <a:cs typeface="+mn-cs"/>
                </a:rPr>
                <a:t>busA</a:t>
              </a:r>
            </a:p>
          </p:txBody>
        </p:sp>
        <p:sp>
          <p:nvSpPr>
            <p:cNvPr id="28699" name="Line 34"/>
            <p:cNvSpPr>
              <a:spLocks noChangeShapeType="1"/>
            </p:cNvSpPr>
            <p:nvPr/>
          </p:nvSpPr>
          <p:spPr bwMode="auto">
            <a:xfrm flipV="1">
              <a:off x="3235325" y="3435350"/>
              <a:ext cx="0" cy="2254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700" name="Line 35"/>
            <p:cNvSpPr>
              <a:spLocks noChangeShapeType="1"/>
            </p:cNvSpPr>
            <p:nvPr/>
          </p:nvSpPr>
          <p:spPr bwMode="auto">
            <a:xfrm>
              <a:off x="4543425" y="4497388"/>
              <a:ext cx="9652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701" name="Line 36"/>
            <p:cNvSpPr>
              <a:spLocks noChangeShapeType="1"/>
            </p:cNvSpPr>
            <p:nvPr/>
          </p:nvSpPr>
          <p:spPr bwMode="auto">
            <a:xfrm flipV="1">
              <a:off x="4841875" y="4349750"/>
              <a:ext cx="139700" cy="2413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702" name="Rectangle 37"/>
            <p:cNvSpPr>
              <a:spLocks noChangeArrowheads="1"/>
            </p:cNvSpPr>
            <p:nvPr/>
          </p:nvSpPr>
          <p:spPr bwMode="auto">
            <a:xfrm>
              <a:off x="4590762" y="4494213"/>
              <a:ext cx="387928"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Times" charset="0"/>
                  <a:ea typeface="宋体" pitchFamily="2" charset="-122"/>
                  <a:cs typeface="+mn-cs"/>
                </a:rPr>
                <a:t>32</a:t>
              </a:r>
            </a:p>
          </p:txBody>
        </p:sp>
        <p:sp>
          <p:nvSpPr>
            <p:cNvPr id="28703" name="Rectangle 38"/>
            <p:cNvSpPr>
              <a:spLocks noChangeArrowheads="1"/>
            </p:cNvSpPr>
            <p:nvPr/>
          </p:nvSpPr>
          <p:spPr bwMode="auto">
            <a:xfrm>
              <a:off x="4502294" y="4210050"/>
              <a:ext cx="626776"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Times" charset="0"/>
                  <a:ea typeface="宋体" pitchFamily="2" charset="-122"/>
                  <a:cs typeface="+mn-cs"/>
                </a:rPr>
                <a:t>busB</a:t>
              </a:r>
            </a:p>
          </p:txBody>
        </p:sp>
        <p:sp>
          <p:nvSpPr>
            <p:cNvPr id="28704" name="Line 39"/>
            <p:cNvSpPr>
              <a:spLocks noChangeShapeType="1"/>
            </p:cNvSpPr>
            <p:nvPr/>
          </p:nvSpPr>
          <p:spPr bwMode="auto">
            <a:xfrm flipH="1">
              <a:off x="2768600" y="4648200"/>
              <a:ext cx="3048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705" name="Line 40"/>
            <p:cNvSpPr>
              <a:spLocks noChangeShapeType="1"/>
            </p:cNvSpPr>
            <p:nvPr/>
          </p:nvSpPr>
          <p:spPr bwMode="auto">
            <a:xfrm>
              <a:off x="4378325" y="3235325"/>
              <a:ext cx="0" cy="4127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706" name="Line 41"/>
            <p:cNvSpPr>
              <a:spLocks noChangeShapeType="1"/>
            </p:cNvSpPr>
            <p:nvPr/>
          </p:nvSpPr>
          <p:spPr bwMode="auto">
            <a:xfrm flipV="1">
              <a:off x="4308475" y="3363913"/>
              <a:ext cx="139700" cy="1555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707" name="Rectangle 42"/>
            <p:cNvSpPr>
              <a:spLocks noChangeArrowheads="1"/>
            </p:cNvSpPr>
            <p:nvPr/>
          </p:nvSpPr>
          <p:spPr bwMode="auto">
            <a:xfrm>
              <a:off x="4134058" y="3225800"/>
              <a:ext cx="285336"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Times" charset="0"/>
                  <a:ea typeface="宋体" pitchFamily="2" charset="-122"/>
                  <a:cs typeface="+mn-cs"/>
                </a:rPr>
                <a:t>5</a:t>
              </a:r>
            </a:p>
          </p:txBody>
        </p:sp>
        <p:sp>
          <p:nvSpPr>
            <p:cNvPr id="28708" name="Line 43"/>
            <p:cNvSpPr>
              <a:spLocks noChangeShapeType="1"/>
            </p:cNvSpPr>
            <p:nvPr/>
          </p:nvSpPr>
          <p:spPr bwMode="auto">
            <a:xfrm>
              <a:off x="3540125" y="3022600"/>
              <a:ext cx="0" cy="6254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709" name="Line 44"/>
            <p:cNvSpPr>
              <a:spLocks noChangeShapeType="1"/>
            </p:cNvSpPr>
            <p:nvPr/>
          </p:nvSpPr>
          <p:spPr bwMode="auto">
            <a:xfrm flipV="1">
              <a:off x="3470275" y="3363913"/>
              <a:ext cx="139700" cy="1555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710" name="Rectangle 45"/>
            <p:cNvSpPr>
              <a:spLocks noChangeArrowheads="1"/>
            </p:cNvSpPr>
            <p:nvPr/>
          </p:nvSpPr>
          <p:spPr bwMode="auto">
            <a:xfrm>
              <a:off x="3295858" y="3225800"/>
              <a:ext cx="285336"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Times" charset="0"/>
                  <a:ea typeface="宋体" pitchFamily="2" charset="-122"/>
                  <a:cs typeface="+mn-cs"/>
                </a:rPr>
                <a:t>5</a:t>
              </a:r>
            </a:p>
          </p:txBody>
        </p:sp>
        <p:sp>
          <p:nvSpPr>
            <p:cNvPr id="28711" name="Line 46"/>
            <p:cNvSpPr>
              <a:spLocks noChangeShapeType="1"/>
            </p:cNvSpPr>
            <p:nvPr/>
          </p:nvSpPr>
          <p:spPr bwMode="auto">
            <a:xfrm>
              <a:off x="3921125" y="3235325"/>
              <a:ext cx="0" cy="4127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712" name="Line 47"/>
            <p:cNvSpPr>
              <a:spLocks noChangeShapeType="1"/>
            </p:cNvSpPr>
            <p:nvPr/>
          </p:nvSpPr>
          <p:spPr bwMode="auto">
            <a:xfrm flipV="1">
              <a:off x="3851275" y="3363913"/>
              <a:ext cx="139700" cy="1555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713" name="Rectangle 48"/>
            <p:cNvSpPr>
              <a:spLocks noChangeArrowheads="1"/>
            </p:cNvSpPr>
            <p:nvPr/>
          </p:nvSpPr>
          <p:spPr bwMode="auto">
            <a:xfrm>
              <a:off x="3676858" y="3225800"/>
              <a:ext cx="285336"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Times" charset="0"/>
                  <a:ea typeface="宋体" pitchFamily="2" charset="-122"/>
                  <a:cs typeface="+mn-cs"/>
                </a:rPr>
                <a:t>5</a:t>
              </a:r>
            </a:p>
          </p:txBody>
        </p:sp>
        <p:sp>
          <p:nvSpPr>
            <p:cNvPr id="28714" name="Rectangle 49"/>
            <p:cNvSpPr>
              <a:spLocks noChangeArrowheads="1"/>
            </p:cNvSpPr>
            <p:nvPr/>
          </p:nvSpPr>
          <p:spPr bwMode="auto">
            <a:xfrm>
              <a:off x="3289371" y="3652838"/>
              <a:ext cx="477696"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Times" charset="0"/>
                  <a:ea typeface="宋体" pitchFamily="2" charset="-122"/>
                  <a:cs typeface="+mn-cs"/>
                </a:rPr>
                <a:t>Rw</a:t>
              </a:r>
            </a:p>
          </p:txBody>
        </p:sp>
        <p:sp>
          <p:nvSpPr>
            <p:cNvPr id="28715" name="Rectangle 50"/>
            <p:cNvSpPr>
              <a:spLocks noChangeArrowheads="1"/>
            </p:cNvSpPr>
            <p:nvPr/>
          </p:nvSpPr>
          <p:spPr bwMode="auto">
            <a:xfrm>
              <a:off x="3741232" y="3652838"/>
              <a:ext cx="432813"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Times" charset="0"/>
                  <a:ea typeface="宋体" pitchFamily="2" charset="-122"/>
                  <a:cs typeface="+mn-cs"/>
                </a:rPr>
                <a:t>Ra</a:t>
              </a:r>
            </a:p>
          </p:txBody>
        </p:sp>
        <p:sp>
          <p:nvSpPr>
            <p:cNvPr id="28716" name="Rectangle 51"/>
            <p:cNvSpPr>
              <a:spLocks noChangeArrowheads="1"/>
            </p:cNvSpPr>
            <p:nvPr/>
          </p:nvSpPr>
          <p:spPr bwMode="auto">
            <a:xfrm>
              <a:off x="4122178" y="3652838"/>
              <a:ext cx="444033"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Times" charset="0"/>
                  <a:ea typeface="宋体" pitchFamily="2" charset="-122"/>
                  <a:cs typeface="+mn-cs"/>
                </a:rPr>
                <a:t>Rb</a:t>
              </a:r>
            </a:p>
          </p:txBody>
        </p:sp>
        <p:sp>
          <p:nvSpPr>
            <p:cNvPr id="28717" name="Rectangle 52"/>
            <p:cNvSpPr>
              <a:spLocks noChangeArrowheads="1"/>
            </p:cNvSpPr>
            <p:nvPr/>
          </p:nvSpPr>
          <p:spPr bwMode="auto">
            <a:xfrm>
              <a:off x="3292432" y="3937000"/>
              <a:ext cx="993863" cy="582211"/>
            </a:xfrm>
            <a:prstGeom prst="rect">
              <a:avLst/>
            </a:prstGeom>
            <a:solidFill>
              <a:srgbClr val="CC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1200" cap="none" spc="0" normalizeH="0" baseline="0" noProof="0">
                  <a:ln>
                    <a:noFill/>
                  </a:ln>
                  <a:solidFill>
                    <a:srgbClr val="000000"/>
                  </a:solidFill>
                  <a:effectLst/>
                  <a:uLnTx/>
                  <a:uFillTx/>
                  <a:latin typeface="Times" charset="0"/>
                  <a:ea typeface="宋体" pitchFamily="2" charset="-122"/>
                  <a:cs typeface="+mn-cs"/>
                </a:rPr>
                <a:t>32 32-bit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1200" cap="none" spc="0" normalizeH="0" baseline="0" noProof="0">
                  <a:ln>
                    <a:noFill/>
                  </a:ln>
                  <a:solidFill>
                    <a:srgbClr val="000000"/>
                  </a:solidFill>
                  <a:effectLst/>
                  <a:uLnTx/>
                  <a:uFillTx/>
                  <a:latin typeface="Times" charset="0"/>
                  <a:ea typeface="宋体" pitchFamily="2" charset="-122"/>
                  <a:cs typeface="+mn-cs"/>
                </a:rPr>
                <a:t>Registers</a:t>
              </a:r>
            </a:p>
          </p:txBody>
        </p:sp>
        <p:sp>
          <p:nvSpPr>
            <p:cNvPr id="28718" name="Line 53"/>
            <p:cNvSpPr>
              <a:spLocks noChangeShapeType="1"/>
            </p:cNvSpPr>
            <p:nvPr/>
          </p:nvSpPr>
          <p:spPr bwMode="auto">
            <a:xfrm flipH="1">
              <a:off x="2613025" y="6184900"/>
              <a:ext cx="62611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719" name="Line 54"/>
            <p:cNvSpPr>
              <a:spLocks noChangeShapeType="1"/>
            </p:cNvSpPr>
            <p:nvPr/>
          </p:nvSpPr>
          <p:spPr bwMode="auto">
            <a:xfrm flipV="1">
              <a:off x="2625725" y="4127500"/>
              <a:ext cx="0" cy="20574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720" name="Rectangle 55"/>
            <p:cNvSpPr>
              <a:spLocks noChangeArrowheads="1"/>
            </p:cNvSpPr>
            <p:nvPr/>
          </p:nvSpPr>
          <p:spPr bwMode="auto">
            <a:xfrm>
              <a:off x="3899297" y="3013075"/>
              <a:ext cx="410370"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Times" charset="0"/>
                  <a:ea typeface="宋体" pitchFamily="2" charset="-122"/>
                  <a:cs typeface="+mn-cs"/>
                </a:rPr>
                <a:t>Rs</a:t>
              </a:r>
            </a:p>
          </p:txBody>
        </p:sp>
        <p:sp>
          <p:nvSpPr>
            <p:cNvPr id="28721" name="Rectangle 56"/>
            <p:cNvSpPr>
              <a:spLocks noChangeArrowheads="1"/>
            </p:cNvSpPr>
            <p:nvPr/>
          </p:nvSpPr>
          <p:spPr bwMode="auto">
            <a:xfrm>
              <a:off x="3665195" y="2373313"/>
              <a:ext cx="399149"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err="1">
                  <a:ln>
                    <a:noFill/>
                  </a:ln>
                  <a:solidFill>
                    <a:srgbClr val="000000"/>
                  </a:solidFill>
                  <a:effectLst/>
                  <a:uLnTx/>
                  <a:uFillTx/>
                  <a:latin typeface="Times" charset="0"/>
                  <a:ea typeface="宋体" pitchFamily="2" charset="-122"/>
                  <a:cs typeface="+mn-cs"/>
                </a:rPr>
                <a:t>Rt</a:t>
              </a:r>
              <a:endParaRPr kumimoji="0" lang="en-US" altLang="en-US" sz="1600" b="0" i="0" u="none" strike="noStrike" kern="1200" cap="none" spc="0" normalizeH="0" baseline="0" noProof="0" dirty="0">
                <a:ln>
                  <a:noFill/>
                </a:ln>
                <a:solidFill>
                  <a:srgbClr val="000000"/>
                </a:solidFill>
                <a:effectLst/>
                <a:uLnTx/>
                <a:uFillTx/>
                <a:latin typeface="Times" charset="0"/>
                <a:ea typeface="宋体" pitchFamily="2" charset="-122"/>
                <a:cs typeface="+mn-cs"/>
              </a:endParaRPr>
            </a:p>
          </p:txBody>
        </p:sp>
        <p:grpSp>
          <p:nvGrpSpPr>
            <p:cNvPr id="28722" name="Group 57"/>
            <p:cNvGrpSpPr>
              <a:grpSpLocks/>
            </p:cNvGrpSpPr>
            <p:nvPr/>
          </p:nvGrpSpPr>
          <p:grpSpPr bwMode="auto">
            <a:xfrm>
              <a:off x="5521325" y="4216400"/>
              <a:ext cx="304800" cy="1227138"/>
              <a:chOff x="3536" y="2656"/>
              <a:chExt cx="192" cy="773"/>
            </a:xfrm>
          </p:grpSpPr>
          <p:sp>
            <p:nvSpPr>
              <p:cNvPr id="28874" name="Line 58"/>
              <p:cNvSpPr>
                <a:spLocks noChangeShapeType="1"/>
              </p:cNvSpPr>
              <p:nvPr/>
            </p:nvSpPr>
            <p:spPr bwMode="auto">
              <a:xfrm>
                <a:off x="3536" y="2656"/>
                <a:ext cx="0" cy="757"/>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875" name="Line 59"/>
              <p:cNvSpPr>
                <a:spLocks noChangeShapeType="1"/>
              </p:cNvSpPr>
              <p:nvPr/>
            </p:nvSpPr>
            <p:spPr bwMode="auto">
              <a:xfrm>
                <a:off x="3544" y="2656"/>
                <a:ext cx="176" cy="8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876" name="Line 60"/>
              <p:cNvSpPr>
                <a:spLocks noChangeShapeType="1"/>
              </p:cNvSpPr>
              <p:nvPr/>
            </p:nvSpPr>
            <p:spPr bwMode="auto">
              <a:xfrm flipV="1">
                <a:off x="3544" y="3311"/>
                <a:ext cx="176" cy="11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877" name="Line 61"/>
              <p:cNvSpPr>
                <a:spLocks noChangeShapeType="1"/>
              </p:cNvSpPr>
              <p:nvPr/>
            </p:nvSpPr>
            <p:spPr bwMode="auto">
              <a:xfrm>
                <a:off x="3728" y="2758"/>
                <a:ext cx="0" cy="55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grpSp>
        <p:grpSp>
          <p:nvGrpSpPr>
            <p:cNvPr id="28723" name="Group 62"/>
            <p:cNvGrpSpPr>
              <a:grpSpLocks/>
            </p:cNvGrpSpPr>
            <p:nvPr/>
          </p:nvGrpSpPr>
          <p:grpSpPr bwMode="auto">
            <a:xfrm>
              <a:off x="3070225" y="2755900"/>
              <a:ext cx="901700" cy="295275"/>
              <a:chOff x="1992" y="1736"/>
              <a:chExt cx="568" cy="186"/>
            </a:xfrm>
          </p:grpSpPr>
          <p:sp>
            <p:nvSpPr>
              <p:cNvPr id="28870" name="Line 63"/>
              <p:cNvSpPr>
                <a:spLocks noChangeShapeType="1"/>
              </p:cNvSpPr>
              <p:nvPr/>
            </p:nvSpPr>
            <p:spPr bwMode="auto">
              <a:xfrm flipH="1">
                <a:off x="1992" y="1736"/>
                <a:ext cx="5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871" name="Line 64"/>
              <p:cNvSpPr>
                <a:spLocks noChangeShapeType="1"/>
              </p:cNvSpPr>
              <p:nvPr/>
            </p:nvSpPr>
            <p:spPr bwMode="auto">
              <a:xfrm flipH="1">
                <a:off x="2470" y="1744"/>
                <a:ext cx="90" cy="17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872" name="Line 65"/>
              <p:cNvSpPr>
                <a:spLocks noChangeShapeType="1"/>
              </p:cNvSpPr>
              <p:nvPr/>
            </p:nvSpPr>
            <p:spPr bwMode="auto">
              <a:xfrm>
                <a:off x="2008" y="1744"/>
                <a:ext cx="58" cy="17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873" name="Line 66"/>
              <p:cNvSpPr>
                <a:spLocks noChangeShapeType="1"/>
              </p:cNvSpPr>
              <p:nvPr/>
            </p:nvSpPr>
            <p:spPr bwMode="auto">
              <a:xfrm flipH="1">
                <a:off x="2066" y="1922"/>
                <a:ext cx="42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grpSp>
        <p:sp>
          <p:nvSpPr>
            <p:cNvPr id="28724" name="Rectangle 67"/>
            <p:cNvSpPr>
              <a:spLocks noChangeArrowheads="1"/>
            </p:cNvSpPr>
            <p:nvPr/>
          </p:nvSpPr>
          <p:spPr bwMode="auto">
            <a:xfrm>
              <a:off x="4327182" y="3013075"/>
              <a:ext cx="399149"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Times" charset="0"/>
                  <a:ea typeface="宋体" pitchFamily="2" charset="-122"/>
                  <a:cs typeface="+mn-cs"/>
                </a:rPr>
                <a:t>Rt</a:t>
              </a:r>
            </a:p>
          </p:txBody>
        </p:sp>
        <p:sp>
          <p:nvSpPr>
            <p:cNvPr id="28725" name="Line 68"/>
            <p:cNvSpPr>
              <a:spLocks noChangeShapeType="1"/>
            </p:cNvSpPr>
            <p:nvPr/>
          </p:nvSpPr>
          <p:spPr bwMode="auto">
            <a:xfrm>
              <a:off x="3692525" y="2530475"/>
              <a:ext cx="0" cy="18891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726" name="Line 69"/>
            <p:cNvSpPr>
              <a:spLocks noChangeShapeType="1"/>
            </p:cNvSpPr>
            <p:nvPr/>
          </p:nvSpPr>
          <p:spPr bwMode="auto">
            <a:xfrm>
              <a:off x="3286125" y="2530475"/>
              <a:ext cx="0" cy="18891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727" name="Rectangle 70"/>
            <p:cNvSpPr>
              <a:spLocks noChangeArrowheads="1"/>
            </p:cNvSpPr>
            <p:nvPr/>
          </p:nvSpPr>
          <p:spPr bwMode="auto">
            <a:xfrm>
              <a:off x="3245878" y="2411413"/>
              <a:ext cx="444033"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Times" charset="0"/>
                  <a:ea typeface="宋体" pitchFamily="2" charset="-122"/>
                  <a:cs typeface="+mn-cs"/>
                </a:rPr>
                <a:t>Rd</a:t>
              </a:r>
            </a:p>
          </p:txBody>
        </p:sp>
        <p:sp>
          <p:nvSpPr>
            <p:cNvPr id="28728" name="Line 71"/>
            <p:cNvSpPr>
              <a:spLocks noChangeShapeType="1"/>
            </p:cNvSpPr>
            <p:nvPr/>
          </p:nvSpPr>
          <p:spPr bwMode="auto">
            <a:xfrm flipH="1">
              <a:off x="2695575" y="2921000"/>
              <a:ext cx="431800" cy="0"/>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729" name="Rectangle 72"/>
            <p:cNvSpPr>
              <a:spLocks noChangeArrowheads="1"/>
            </p:cNvSpPr>
            <p:nvPr/>
          </p:nvSpPr>
          <p:spPr bwMode="auto">
            <a:xfrm>
              <a:off x="2520156" y="2195513"/>
              <a:ext cx="820740"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sng" strike="noStrike" kern="1200" cap="none" spc="0" normalizeH="0" baseline="0" noProof="0">
                  <a:ln>
                    <a:noFill/>
                  </a:ln>
                  <a:solidFill>
                    <a:srgbClr val="00B0F0"/>
                  </a:solidFill>
                  <a:effectLst/>
                  <a:uLnTx/>
                  <a:uFillTx/>
                  <a:latin typeface="Times" charset="0"/>
                  <a:ea typeface="宋体" pitchFamily="2" charset="-122"/>
                  <a:cs typeface="+mn-cs"/>
                </a:rPr>
                <a:t>RegDst</a:t>
              </a:r>
            </a:p>
          </p:txBody>
        </p:sp>
        <p:sp>
          <p:nvSpPr>
            <p:cNvPr id="28730" name="Rectangle 73"/>
            <p:cNvSpPr>
              <a:spLocks noChangeArrowheads="1"/>
            </p:cNvSpPr>
            <p:nvPr/>
          </p:nvSpPr>
          <p:spPr bwMode="auto">
            <a:xfrm>
              <a:off x="4467225" y="4902200"/>
              <a:ext cx="355600" cy="9652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731" name="Rectangle 74"/>
            <p:cNvSpPr>
              <a:spLocks noChangeArrowheads="1"/>
            </p:cNvSpPr>
            <p:nvPr/>
          </p:nvSpPr>
          <p:spPr bwMode="auto">
            <a:xfrm rot="5400000">
              <a:off x="4129846" y="5230299"/>
              <a:ext cx="992260"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1200" cap="none" spc="0" normalizeH="0" baseline="0" noProof="0">
                  <a:ln>
                    <a:noFill/>
                  </a:ln>
                  <a:solidFill>
                    <a:srgbClr val="000000"/>
                  </a:solidFill>
                  <a:effectLst/>
                  <a:uLnTx/>
                  <a:uFillTx/>
                  <a:latin typeface="Times" charset="0"/>
                  <a:ea typeface="宋体" pitchFamily="2" charset="-122"/>
                  <a:cs typeface="+mn-cs"/>
                </a:rPr>
                <a:t>Extender</a:t>
              </a:r>
            </a:p>
          </p:txBody>
        </p:sp>
        <p:sp>
          <p:nvSpPr>
            <p:cNvPr id="28732" name="Rectangle 75"/>
            <p:cNvSpPr>
              <a:spLocks noChangeArrowheads="1"/>
            </p:cNvSpPr>
            <p:nvPr/>
          </p:nvSpPr>
          <p:spPr bwMode="auto">
            <a:xfrm rot="5400000">
              <a:off x="5341938" y="4633912"/>
              <a:ext cx="60960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1200" cap="none" spc="0" normalizeH="0" baseline="0" noProof="0">
                  <a:ln>
                    <a:noFill/>
                  </a:ln>
                  <a:solidFill>
                    <a:srgbClr val="000000"/>
                  </a:solidFill>
                  <a:effectLst/>
                  <a:uLnTx/>
                  <a:uFillTx/>
                  <a:latin typeface="Times" charset="0"/>
                  <a:ea typeface="宋体" pitchFamily="2" charset="-122"/>
                  <a:cs typeface="+mn-cs"/>
                </a:rPr>
                <a:t>Mux</a:t>
              </a:r>
            </a:p>
          </p:txBody>
        </p:sp>
        <p:sp>
          <p:nvSpPr>
            <p:cNvPr id="28733" name="Line 76"/>
            <p:cNvSpPr>
              <a:spLocks noChangeShapeType="1"/>
            </p:cNvSpPr>
            <p:nvPr/>
          </p:nvSpPr>
          <p:spPr bwMode="auto">
            <a:xfrm>
              <a:off x="4848225" y="5289550"/>
              <a:ext cx="6604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734" name="Rectangle 77"/>
            <p:cNvSpPr>
              <a:spLocks noChangeArrowheads="1"/>
            </p:cNvSpPr>
            <p:nvPr/>
          </p:nvSpPr>
          <p:spPr bwMode="auto">
            <a:xfrm>
              <a:off x="4838412" y="5321300"/>
              <a:ext cx="387928"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Times" charset="0"/>
                  <a:ea typeface="宋体" pitchFamily="2" charset="-122"/>
                  <a:cs typeface="+mn-cs"/>
                </a:rPr>
                <a:t>32</a:t>
              </a:r>
            </a:p>
          </p:txBody>
        </p:sp>
        <p:sp>
          <p:nvSpPr>
            <p:cNvPr id="28735" name="Line 78"/>
            <p:cNvSpPr>
              <a:spLocks noChangeShapeType="1"/>
            </p:cNvSpPr>
            <p:nvPr/>
          </p:nvSpPr>
          <p:spPr bwMode="auto">
            <a:xfrm flipH="1">
              <a:off x="5133975" y="5224463"/>
              <a:ext cx="88900" cy="1301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736" name="Line 79"/>
            <p:cNvSpPr>
              <a:spLocks noChangeShapeType="1"/>
            </p:cNvSpPr>
            <p:nvPr/>
          </p:nvSpPr>
          <p:spPr bwMode="auto">
            <a:xfrm>
              <a:off x="3476625" y="5430838"/>
              <a:ext cx="9652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737" name="Line 80"/>
            <p:cNvSpPr>
              <a:spLocks noChangeShapeType="1"/>
            </p:cNvSpPr>
            <p:nvPr/>
          </p:nvSpPr>
          <p:spPr bwMode="auto">
            <a:xfrm flipH="1">
              <a:off x="3914775" y="5367338"/>
              <a:ext cx="88900" cy="12858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738" name="Rectangle 81"/>
            <p:cNvSpPr>
              <a:spLocks noChangeArrowheads="1"/>
            </p:cNvSpPr>
            <p:nvPr/>
          </p:nvSpPr>
          <p:spPr bwMode="auto">
            <a:xfrm>
              <a:off x="3600162" y="5427663"/>
              <a:ext cx="387928"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Times" charset="0"/>
                  <a:ea typeface="宋体" pitchFamily="2" charset="-122"/>
                  <a:cs typeface="+mn-cs"/>
                </a:rPr>
                <a:t>16</a:t>
              </a:r>
            </a:p>
          </p:txBody>
        </p:sp>
        <p:sp>
          <p:nvSpPr>
            <p:cNvPr id="28739" name="Rectangle 82"/>
            <p:cNvSpPr>
              <a:spLocks noChangeArrowheads="1"/>
            </p:cNvSpPr>
            <p:nvPr/>
          </p:nvSpPr>
          <p:spPr bwMode="auto">
            <a:xfrm>
              <a:off x="2748911" y="5286375"/>
              <a:ext cx="788679"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Times" charset="0"/>
                  <a:ea typeface="宋体" pitchFamily="2" charset="-122"/>
                  <a:cs typeface="+mn-cs"/>
                </a:rPr>
                <a:t>imm16</a:t>
              </a:r>
            </a:p>
          </p:txBody>
        </p:sp>
        <p:sp>
          <p:nvSpPr>
            <p:cNvPr id="28740" name="Line 83"/>
            <p:cNvSpPr>
              <a:spLocks noChangeShapeType="1"/>
            </p:cNvSpPr>
            <p:nvPr/>
          </p:nvSpPr>
          <p:spPr bwMode="auto">
            <a:xfrm>
              <a:off x="5673725" y="5373688"/>
              <a:ext cx="0" cy="925512"/>
            </a:xfrm>
            <a:prstGeom prst="line">
              <a:avLst/>
            </a:prstGeom>
            <a:noFill/>
            <a:ln w="254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741" name="Rectangle 84"/>
            <p:cNvSpPr>
              <a:spLocks noChangeArrowheads="1"/>
            </p:cNvSpPr>
            <p:nvPr/>
          </p:nvSpPr>
          <p:spPr bwMode="auto">
            <a:xfrm>
              <a:off x="5182529" y="6289675"/>
              <a:ext cx="1009380"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sng" strike="noStrike" kern="1200" cap="none" spc="0" normalizeH="0" baseline="0" noProof="0">
                  <a:ln>
                    <a:noFill/>
                  </a:ln>
                  <a:solidFill>
                    <a:srgbClr val="00B0F0"/>
                  </a:solidFill>
                  <a:effectLst/>
                  <a:uLnTx/>
                  <a:uFillTx/>
                  <a:latin typeface="Times" charset="0"/>
                  <a:ea typeface="宋体" pitchFamily="2" charset="-122"/>
                  <a:cs typeface="+mn-cs"/>
                </a:rPr>
                <a:t>ALUSrc</a:t>
              </a:r>
              <a:r>
                <a:rPr kumimoji="0" lang="en-US" altLang="zh-CN" sz="1600" b="0" i="0" u="sng" strike="noStrike" kern="1200" cap="none" spc="0" normalizeH="0" baseline="0" noProof="0">
                  <a:ln>
                    <a:noFill/>
                  </a:ln>
                  <a:solidFill>
                    <a:srgbClr val="00B0F0"/>
                  </a:solidFill>
                  <a:effectLst/>
                  <a:uLnTx/>
                  <a:uFillTx/>
                  <a:latin typeface="Times" charset="0"/>
                  <a:ea typeface="宋体" pitchFamily="2" charset="-122"/>
                  <a:cs typeface="+mn-cs"/>
                </a:rPr>
                <a:t>0</a:t>
              </a:r>
              <a:endParaRPr kumimoji="0" lang="en-US" altLang="en-US" sz="1600" b="0" i="0" u="sng" strike="noStrike" kern="1200" cap="none" spc="0" normalizeH="0" baseline="0" noProof="0">
                <a:ln>
                  <a:noFill/>
                </a:ln>
                <a:solidFill>
                  <a:srgbClr val="00B0F0"/>
                </a:solidFill>
                <a:effectLst/>
                <a:uLnTx/>
                <a:uFillTx/>
                <a:latin typeface="Times" charset="0"/>
                <a:ea typeface="宋体" pitchFamily="2" charset="-122"/>
                <a:cs typeface="+mn-cs"/>
              </a:endParaRPr>
            </a:p>
          </p:txBody>
        </p:sp>
        <p:sp>
          <p:nvSpPr>
            <p:cNvPr id="28742" name="Line 85"/>
            <p:cNvSpPr>
              <a:spLocks noChangeShapeType="1"/>
            </p:cNvSpPr>
            <p:nvPr/>
          </p:nvSpPr>
          <p:spPr bwMode="auto">
            <a:xfrm>
              <a:off x="5838825" y="4649788"/>
              <a:ext cx="5080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743" name="Line 86"/>
            <p:cNvSpPr>
              <a:spLocks noChangeShapeType="1"/>
            </p:cNvSpPr>
            <p:nvPr/>
          </p:nvSpPr>
          <p:spPr bwMode="auto">
            <a:xfrm>
              <a:off x="8848725" y="5003800"/>
              <a:ext cx="0" cy="11938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744" name="Line 87"/>
            <p:cNvSpPr>
              <a:spLocks noChangeShapeType="1"/>
            </p:cNvSpPr>
            <p:nvPr/>
          </p:nvSpPr>
          <p:spPr bwMode="auto">
            <a:xfrm>
              <a:off x="4683125" y="5875338"/>
              <a:ext cx="0" cy="471487"/>
            </a:xfrm>
            <a:prstGeom prst="line">
              <a:avLst/>
            </a:prstGeom>
            <a:noFill/>
            <a:ln w="254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charset="0"/>
                <a:ea typeface="宋体" pitchFamily="2" charset="-122"/>
                <a:cs typeface="+mn-cs"/>
              </a:endParaRPr>
            </a:p>
          </p:txBody>
        </p:sp>
        <p:sp>
          <p:nvSpPr>
            <p:cNvPr id="28745" name="Rectangle 88"/>
            <p:cNvSpPr>
              <a:spLocks noChangeArrowheads="1"/>
            </p:cNvSpPr>
            <p:nvPr/>
          </p:nvSpPr>
          <p:spPr bwMode="auto">
            <a:xfrm>
              <a:off x="4436540" y="6280150"/>
              <a:ext cx="764634"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1" i="0" u="sng" strike="noStrike" kern="1200" cap="none" spc="0" normalizeH="0" baseline="0" noProof="0" dirty="0" err="1">
                  <a:ln>
                    <a:noFill/>
                  </a:ln>
                  <a:solidFill>
                    <a:srgbClr val="00B0F0"/>
                  </a:solidFill>
                  <a:effectLst/>
                  <a:uLnTx/>
                  <a:uFillTx/>
                  <a:latin typeface="Times" charset="0"/>
                  <a:ea typeface="宋体" pitchFamily="2" charset="-122"/>
                  <a:cs typeface="+mn-cs"/>
                </a:rPr>
                <a:t>ExtOp</a:t>
              </a:r>
              <a:endParaRPr kumimoji="0" lang="en-US" altLang="en-US" sz="1600" b="1" i="0" u="sng" strike="noStrike" kern="1200" cap="none" spc="0" normalizeH="0" baseline="0" noProof="0" dirty="0">
                <a:ln>
                  <a:noFill/>
                </a:ln>
                <a:solidFill>
                  <a:srgbClr val="00B0F0"/>
                </a:solidFill>
                <a:effectLst/>
                <a:uLnTx/>
                <a:uFillTx/>
                <a:latin typeface="Times" charset="0"/>
                <a:ea typeface="宋体" pitchFamily="2" charset="-122"/>
                <a:cs typeface="+mn-cs"/>
              </a:endParaRPr>
            </a:p>
          </p:txBody>
        </p:sp>
        <p:grpSp>
          <p:nvGrpSpPr>
            <p:cNvPr id="28746" name="Group 89"/>
            <p:cNvGrpSpPr>
              <a:grpSpLocks/>
            </p:cNvGrpSpPr>
            <p:nvPr/>
          </p:nvGrpSpPr>
          <p:grpSpPr bwMode="auto">
            <a:xfrm>
              <a:off x="8315325" y="4027488"/>
              <a:ext cx="304800" cy="1827212"/>
              <a:chOff x="5296" y="2537"/>
              <a:chExt cx="192" cy="1151"/>
            </a:xfrm>
          </p:grpSpPr>
          <p:sp>
            <p:nvSpPr>
              <p:cNvPr id="28866" name="Line 90"/>
              <p:cNvSpPr>
                <a:spLocks noChangeShapeType="1"/>
              </p:cNvSpPr>
              <p:nvPr/>
            </p:nvSpPr>
            <p:spPr bwMode="auto">
              <a:xfrm>
                <a:off x="5296" y="2537"/>
                <a:ext cx="0" cy="113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867" name="Line 91"/>
              <p:cNvSpPr>
                <a:spLocks noChangeShapeType="1"/>
              </p:cNvSpPr>
              <p:nvPr/>
            </p:nvSpPr>
            <p:spPr bwMode="auto">
              <a:xfrm>
                <a:off x="5304" y="2537"/>
                <a:ext cx="176" cy="13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868" name="Line 92"/>
              <p:cNvSpPr>
                <a:spLocks noChangeShapeType="1"/>
              </p:cNvSpPr>
              <p:nvPr/>
            </p:nvSpPr>
            <p:spPr bwMode="auto">
              <a:xfrm flipV="1">
                <a:off x="5304" y="3518"/>
                <a:ext cx="176" cy="17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869" name="Line 93"/>
              <p:cNvSpPr>
                <a:spLocks noChangeShapeType="1"/>
              </p:cNvSpPr>
              <p:nvPr/>
            </p:nvSpPr>
            <p:spPr bwMode="auto">
              <a:xfrm>
                <a:off x="5488" y="2691"/>
                <a:ext cx="0" cy="827"/>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grpSp>
        <p:sp>
          <p:nvSpPr>
            <p:cNvPr id="28747" name="Rectangle 94"/>
            <p:cNvSpPr>
              <a:spLocks noChangeArrowheads="1"/>
            </p:cNvSpPr>
            <p:nvPr/>
          </p:nvSpPr>
          <p:spPr bwMode="auto">
            <a:xfrm rot="5400000">
              <a:off x="8044657" y="4637881"/>
              <a:ext cx="754062"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1200" cap="none" spc="0" normalizeH="0" baseline="0" noProof="0">
                  <a:ln>
                    <a:noFill/>
                  </a:ln>
                  <a:solidFill>
                    <a:srgbClr val="000000"/>
                  </a:solidFill>
                  <a:effectLst/>
                  <a:uLnTx/>
                  <a:uFillTx/>
                  <a:latin typeface="Times" charset="0"/>
                  <a:ea typeface="宋体" pitchFamily="2" charset="-122"/>
                  <a:cs typeface="+mn-cs"/>
                </a:rPr>
                <a:t>Mux</a:t>
              </a:r>
            </a:p>
          </p:txBody>
        </p:sp>
        <p:sp>
          <p:nvSpPr>
            <p:cNvPr id="28748" name="Line 95"/>
            <p:cNvSpPr>
              <a:spLocks noChangeShapeType="1"/>
            </p:cNvSpPr>
            <p:nvPr/>
          </p:nvSpPr>
          <p:spPr bwMode="auto">
            <a:xfrm flipV="1">
              <a:off x="8467725" y="2686050"/>
              <a:ext cx="0" cy="1406525"/>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749" name="Rectangle 96"/>
            <p:cNvSpPr>
              <a:spLocks noChangeArrowheads="1"/>
            </p:cNvSpPr>
            <p:nvPr/>
          </p:nvSpPr>
          <p:spPr bwMode="auto">
            <a:xfrm>
              <a:off x="7727139" y="2208213"/>
              <a:ext cx="110767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sng" strike="noStrike" kern="1200" cap="none" spc="0" normalizeH="0" baseline="0" noProof="0">
                  <a:ln>
                    <a:noFill/>
                  </a:ln>
                  <a:solidFill>
                    <a:srgbClr val="00B0F0"/>
                  </a:solidFill>
                  <a:effectLst/>
                  <a:uLnTx/>
                  <a:uFillTx/>
                  <a:latin typeface="Times" charset="0"/>
                  <a:ea typeface="宋体" pitchFamily="2" charset="-122"/>
                  <a:cs typeface="+mn-cs"/>
                </a:rPr>
                <a:t>MemtoReg</a:t>
              </a:r>
            </a:p>
          </p:txBody>
        </p:sp>
        <p:sp>
          <p:nvSpPr>
            <p:cNvPr id="28750" name="Line 97"/>
            <p:cNvSpPr>
              <a:spLocks noChangeShapeType="1"/>
            </p:cNvSpPr>
            <p:nvPr/>
          </p:nvSpPr>
          <p:spPr bwMode="auto">
            <a:xfrm>
              <a:off x="8632825" y="4976813"/>
              <a:ext cx="1778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751" name="Rectangle 98"/>
            <p:cNvSpPr>
              <a:spLocks noChangeArrowheads="1"/>
            </p:cNvSpPr>
            <p:nvPr/>
          </p:nvSpPr>
          <p:spPr bwMode="auto">
            <a:xfrm>
              <a:off x="6908800" y="4900613"/>
              <a:ext cx="1127125" cy="1128712"/>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752" name="Line 99"/>
            <p:cNvSpPr>
              <a:spLocks noChangeShapeType="1"/>
            </p:cNvSpPr>
            <p:nvPr/>
          </p:nvSpPr>
          <p:spPr bwMode="auto">
            <a:xfrm flipH="1">
              <a:off x="6462713" y="5907088"/>
              <a:ext cx="455612"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charset="0"/>
                <a:ea typeface="宋体" pitchFamily="2" charset="-122"/>
                <a:cs typeface="+mn-cs"/>
              </a:endParaRPr>
            </a:p>
          </p:txBody>
        </p:sp>
        <p:sp>
          <p:nvSpPr>
            <p:cNvPr id="28753" name="Rectangle 100"/>
            <p:cNvSpPr>
              <a:spLocks noChangeArrowheads="1"/>
            </p:cNvSpPr>
            <p:nvPr/>
          </p:nvSpPr>
          <p:spPr bwMode="auto">
            <a:xfrm>
              <a:off x="6430124" y="5610225"/>
              <a:ext cx="501741"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Times" charset="0"/>
                  <a:ea typeface="宋体" pitchFamily="2" charset="-122"/>
                  <a:cs typeface="+mn-cs"/>
                </a:rPr>
                <a:t>Clk</a:t>
              </a:r>
            </a:p>
          </p:txBody>
        </p:sp>
        <p:sp>
          <p:nvSpPr>
            <p:cNvPr id="28754" name="Rectangle 101"/>
            <p:cNvSpPr>
              <a:spLocks noChangeArrowheads="1"/>
            </p:cNvSpPr>
            <p:nvPr/>
          </p:nvSpPr>
          <p:spPr bwMode="auto">
            <a:xfrm>
              <a:off x="5932348" y="5073650"/>
              <a:ext cx="849593"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Times" charset="0"/>
                  <a:ea typeface="宋体" pitchFamily="2" charset="-122"/>
                  <a:cs typeface="+mn-cs"/>
                </a:rPr>
                <a:t>Data In</a:t>
              </a:r>
            </a:p>
          </p:txBody>
        </p:sp>
        <p:sp>
          <p:nvSpPr>
            <p:cNvPr id="28755" name="Line 102"/>
            <p:cNvSpPr>
              <a:spLocks noChangeShapeType="1"/>
            </p:cNvSpPr>
            <p:nvPr/>
          </p:nvSpPr>
          <p:spPr bwMode="auto">
            <a:xfrm>
              <a:off x="6918325" y="5791200"/>
              <a:ext cx="250825" cy="635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charset="0"/>
                <a:ea typeface="宋体" pitchFamily="2" charset="-122"/>
                <a:cs typeface="+mn-cs"/>
              </a:endParaRPr>
            </a:p>
          </p:txBody>
        </p:sp>
        <p:sp>
          <p:nvSpPr>
            <p:cNvPr id="28756" name="Line 103"/>
            <p:cNvSpPr>
              <a:spLocks noChangeShapeType="1"/>
            </p:cNvSpPr>
            <p:nvPr/>
          </p:nvSpPr>
          <p:spPr bwMode="auto">
            <a:xfrm flipH="1">
              <a:off x="6921500" y="5867400"/>
              <a:ext cx="225425" cy="1270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charset="0"/>
                <a:ea typeface="宋体" pitchFamily="2" charset="-122"/>
                <a:cs typeface="+mn-cs"/>
              </a:endParaRPr>
            </a:p>
          </p:txBody>
        </p:sp>
        <p:sp>
          <p:nvSpPr>
            <p:cNvPr id="28757" name="Rectangle 104"/>
            <p:cNvSpPr>
              <a:spLocks noChangeArrowheads="1"/>
            </p:cNvSpPr>
            <p:nvPr/>
          </p:nvSpPr>
          <p:spPr bwMode="auto">
            <a:xfrm>
              <a:off x="6860301" y="4883150"/>
              <a:ext cx="725649"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Times" charset="0"/>
                  <a:ea typeface="宋体" pitchFamily="2" charset="-122"/>
                  <a:cs typeface="+mn-cs"/>
                </a:rPr>
                <a:t>WrEn</a:t>
              </a:r>
            </a:p>
          </p:txBody>
        </p:sp>
        <p:sp>
          <p:nvSpPr>
            <p:cNvPr id="28758" name="Line 105"/>
            <p:cNvSpPr>
              <a:spLocks noChangeShapeType="1"/>
            </p:cNvSpPr>
            <p:nvPr/>
          </p:nvSpPr>
          <p:spPr bwMode="auto">
            <a:xfrm flipH="1">
              <a:off x="6346825" y="5075238"/>
              <a:ext cx="571500" cy="0"/>
            </a:xfrm>
            <a:prstGeom prst="line">
              <a:avLst/>
            </a:prstGeom>
            <a:noFill/>
            <a:ln w="254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759" name="Line 106"/>
            <p:cNvSpPr>
              <a:spLocks noChangeShapeType="1"/>
            </p:cNvSpPr>
            <p:nvPr/>
          </p:nvSpPr>
          <p:spPr bwMode="auto">
            <a:xfrm flipH="1">
              <a:off x="6061075" y="5037138"/>
              <a:ext cx="88900" cy="12858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760" name="Rectangle 107"/>
            <p:cNvSpPr>
              <a:spLocks noChangeArrowheads="1"/>
            </p:cNvSpPr>
            <p:nvPr/>
          </p:nvSpPr>
          <p:spPr bwMode="auto">
            <a:xfrm>
              <a:off x="6089362" y="4813300"/>
              <a:ext cx="387928"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Times" charset="0"/>
                  <a:ea typeface="宋体" pitchFamily="2" charset="-122"/>
                  <a:cs typeface="+mn-cs"/>
                </a:rPr>
                <a:t>32</a:t>
              </a:r>
            </a:p>
          </p:txBody>
        </p:sp>
        <p:sp>
          <p:nvSpPr>
            <p:cNvPr id="28761" name="Line 108"/>
            <p:cNvSpPr>
              <a:spLocks noChangeShapeType="1"/>
            </p:cNvSpPr>
            <p:nvPr/>
          </p:nvSpPr>
          <p:spPr bwMode="auto">
            <a:xfrm flipV="1">
              <a:off x="7210425" y="2660650"/>
              <a:ext cx="0" cy="2233613"/>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762" name="Line 109"/>
            <p:cNvSpPr>
              <a:spLocks noChangeShapeType="1"/>
            </p:cNvSpPr>
            <p:nvPr/>
          </p:nvSpPr>
          <p:spPr bwMode="auto">
            <a:xfrm>
              <a:off x="7743825" y="4260850"/>
              <a:ext cx="0" cy="614363"/>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763" name="Rectangle 110"/>
            <p:cNvSpPr>
              <a:spLocks noChangeArrowheads="1"/>
            </p:cNvSpPr>
            <p:nvPr/>
          </p:nvSpPr>
          <p:spPr bwMode="auto">
            <a:xfrm>
              <a:off x="7481679" y="4884738"/>
              <a:ext cx="535405"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Times" charset="0"/>
                  <a:ea typeface="宋体" pitchFamily="2" charset="-122"/>
                  <a:cs typeface="+mn-cs"/>
                </a:rPr>
                <a:t>Adr</a:t>
              </a:r>
            </a:p>
          </p:txBody>
        </p:sp>
        <p:sp>
          <p:nvSpPr>
            <p:cNvPr id="28764" name="Rectangle 111"/>
            <p:cNvSpPr>
              <a:spLocks noChangeArrowheads="1"/>
            </p:cNvSpPr>
            <p:nvPr/>
          </p:nvSpPr>
          <p:spPr bwMode="auto">
            <a:xfrm>
              <a:off x="6945548" y="5256213"/>
              <a:ext cx="936155" cy="582211"/>
            </a:xfrm>
            <a:prstGeom prst="rect">
              <a:avLst/>
            </a:prstGeom>
            <a:solidFill>
              <a:srgbClr val="CC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1200" cap="none" spc="0" normalizeH="0" baseline="0" noProof="0" dirty="0">
                  <a:ln>
                    <a:noFill/>
                  </a:ln>
                  <a:solidFill>
                    <a:srgbClr val="000000"/>
                  </a:solidFill>
                  <a:effectLst/>
                  <a:uLnTx/>
                  <a:uFillTx/>
                  <a:latin typeface="Times" charset="0"/>
                  <a:ea typeface="宋体" pitchFamily="2" charset="-122"/>
                  <a:cs typeface="+mn-cs"/>
                </a:rPr>
                <a:t>Data</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1200" cap="none" spc="0" normalizeH="0" baseline="0" noProof="0" dirty="0">
                  <a:ln>
                    <a:noFill/>
                  </a:ln>
                  <a:solidFill>
                    <a:srgbClr val="000000"/>
                  </a:solidFill>
                  <a:effectLst/>
                  <a:uLnTx/>
                  <a:uFillTx/>
                  <a:latin typeface="Times" charset="0"/>
                  <a:ea typeface="宋体" pitchFamily="2" charset="-122"/>
                  <a:cs typeface="+mn-cs"/>
                </a:rPr>
                <a:t>Memory</a:t>
              </a:r>
            </a:p>
          </p:txBody>
        </p:sp>
        <p:sp>
          <p:nvSpPr>
            <p:cNvPr id="28765" name="Line 112"/>
            <p:cNvSpPr>
              <a:spLocks noChangeShapeType="1"/>
            </p:cNvSpPr>
            <p:nvPr/>
          </p:nvSpPr>
          <p:spPr bwMode="auto">
            <a:xfrm flipV="1">
              <a:off x="8048625" y="5383213"/>
              <a:ext cx="254000" cy="26987"/>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766" name="Rectangle 113"/>
            <p:cNvSpPr>
              <a:spLocks noChangeArrowheads="1"/>
            </p:cNvSpPr>
            <p:nvPr/>
          </p:nvSpPr>
          <p:spPr bwMode="auto">
            <a:xfrm>
              <a:off x="6797388" y="2208213"/>
              <a:ext cx="871843"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sng" strike="noStrike" kern="1200" cap="none" spc="0" normalizeH="0" baseline="0" noProof="0">
                  <a:ln>
                    <a:noFill/>
                  </a:ln>
                  <a:solidFill>
                    <a:srgbClr val="00B0F0"/>
                  </a:solidFill>
                  <a:effectLst/>
                  <a:uLnTx/>
                  <a:uFillTx/>
                  <a:latin typeface="Times" charset="0"/>
                  <a:ea typeface="宋体" pitchFamily="2" charset="-122"/>
                  <a:cs typeface="+mn-cs"/>
                </a:rPr>
                <a:t>MemWr</a:t>
              </a:r>
            </a:p>
          </p:txBody>
        </p:sp>
        <p:sp>
          <p:nvSpPr>
            <p:cNvPr id="28767" name="Line 114"/>
            <p:cNvSpPr>
              <a:spLocks noChangeShapeType="1"/>
            </p:cNvSpPr>
            <p:nvPr/>
          </p:nvSpPr>
          <p:spPr bwMode="auto">
            <a:xfrm>
              <a:off x="5140325" y="4525963"/>
              <a:ext cx="0" cy="53657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768" name="Line 115"/>
            <p:cNvSpPr>
              <a:spLocks noChangeShapeType="1"/>
            </p:cNvSpPr>
            <p:nvPr/>
          </p:nvSpPr>
          <p:spPr bwMode="auto">
            <a:xfrm>
              <a:off x="5135563" y="5067300"/>
              <a:ext cx="1211262" cy="793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769" name="Line 116"/>
            <p:cNvSpPr>
              <a:spLocks noChangeShapeType="1"/>
            </p:cNvSpPr>
            <p:nvPr/>
          </p:nvSpPr>
          <p:spPr bwMode="auto">
            <a:xfrm>
              <a:off x="3048000" y="914400"/>
              <a:ext cx="38100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770" name="Rectangle 117"/>
            <p:cNvSpPr>
              <a:spLocks noChangeArrowheads="1"/>
            </p:cNvSpPr>
            <p:nvPr/>
          </p:nvSpPr>
          <p:spPr bwMode="auto">
            <a:xfrm>
              <a:off x="5977080" y="539750"/>
              <a:ext cx="1776129"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Times" charset="0"/>
                  <a:ea typeface="宋体" pitchFamily="2" charset="-122"/>
                  <a:cs typeface="+mn-cs"/>
                </a:rPr>
                <a:t>Instruction&lt;31:0&gt;</a:t>
              </a:r>
            </a:p>
          </p:txBody>
        </p:sp>
        <p:sp>
          <p:nvSpPr>
            <p:cNvPr id="28771" name="Rectangle 118"/>
            <p:cNvSpPr>
              <a:spLocks noChangeArrowheads="1"/>
            </p:cNvSpPr>
            <p:nvPr/>
          </p:nvSpPr>
          <p:spPr bwMode="auto">
            <a:xfrm>
              <a:off x="8274258" y="4127500"/>
              <a:ext cx="285336"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Times" charset="0"/>
                  <a:ea typeface="宋体" pitchFamily="2" charset="-122"/>
                  <a:cs typeface="+mn-cs"/>
                </a:rPr>
                <a:t>0</a:t>
              </a:r>
            </a:p>
          </p:txBody>
        </p:sp>
        <p:sp>
          <p:nvSpPr>
            <p:cNvPr id="28772" name="Rectangle 119"/>
            <p:cNvSpPr>
              <a:spLocks noChangeArrowheads="1"/>
            </p:cNvSpPr>
            <p:nvPr/>
          </p:nvSpPr>
          <p:spPr bwMode="auto">
            <a:xfrm>
              <a:off x="8288545" y="5181600"/>
              <a:ext cx="285336"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Times" charset="0"/>
                  <a:ea typeface="宋体" pitchFamily="2" charset="-122"/>
                  <a:cs typeface="+mn-cs"/>
                </a:rPr>
                <a:t>1</a:t>
              </a:r>
            </a:p>
          </p:txBody>
        </p:sp>
        <p:sp>
          <p:nvSpPr>
            <p:cNvPr id="28773" name="Rectangle 120"/>
            <p:cNvSpPr>
              <a:spLocks noChangeArrowheads="1"/>
            </p:cNvSpPr>
            <p:nvPr/>
          </p:nvSpPr>
          <p:spPr bwMode="auto">
            <a:xfrm>
              <a:off x="5480258" y="4279900"/>
              <a:ext cx="285336"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Times" charset="0"/>
                  <a:ea typeface="宋体" pitchFamily="2" charset="-122"/>
                  <a:cs typeface="+mn-cs"/>
                </a:rPr>
                <a:t>0</a:t>
              </a:r>
            </a:p>
          </p:txBody>
        </p:sp>
        <p:sp>
          <p:nvSpPr>
            <p:cNvPr id="28774" name="Rectangle 121"/>
            <p:cNvSpPr>
              <a:spLocks noChangeArrowheads="1"/>
            </p:cNvSpPr>
            <p:nvPr/>
          </p:nvSpPr>
          <p:spPr bwMode="auto">
            <a:xfrm>
              <a:off x="5480258" y="5059363"/>
              <a:ext cx="285336"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Times" charset="0"/>
                  <a:ea typeface="宋体" pitchFamily="2" charset="-122"/>
                  <a:cs typeface="+mn-cs"/>
                </a:rPr>
                <a:t>1</a:t>
              </a:r>
            </a:p>
          </p:txBody>
        </p:sp>
        <p:sp>
          <p:nvSpPr>
            <p:cNvPr id="28775" name="Rectangle 122"/>
            <p:cNvSpPr>
              <a:spLocks noChangeArrowheads="1"/>
            </p:cNvSpPr>
            <p:nvPr/>
          </p:nvSpPr>
          <p:spPr bwMode="auto">
            <a:xfrm>
              <a:off x="3610183" y="2730500"/>
              <a:ext cx="285336"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Times" charset="0"/>
                  <a:ea typeface="宋体" pitchFamily="2" charset="-122"/>
                  <a:cs typeface="+mn-cs"/>
                </a:rPr>
                <a:t>0</a:t>
              </a:r>
            </a:p>
          </p:txBody>
        </p:sp>
        <p:sp>
          <p:nvSpPr>
            <p:cNvPr id="28776" name="Rectangle 123"/>
            <p:cNvSpPr>
              <a:spLocks noChangeArrowheads="1"/>
            </p:cNvSpPr>
            <p:nvPr/>
          </p:nvSpPr>
          <p:spPr bwMode="auto">
            <a:xfrm>
              <a:off x="3165683" y="2743200"/>
              <a:ext cx="285336"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Times" charset="0"/>
                  <a:ea typeface="宋体" pitchFamily="2" charset="-122"/>
                  <a:cs typeface="+mn-cs"/>
                </a:rPr>
                <a:t>1</a:t>
              </a:r>
            </a:p>
          </p:txBody>
        </p:sp>
        <p:sp>
          <p:nvSpPr>
            <p:cNvPr id="28777" name="Line 124"/>
            <p:cNvSpPr>
              <a:spLocks noChangeShapeType="1"/>
            </p:cNvSpPr>
            <p:nvPr/>
          </p:nvSpPr>
          <p:spPr bwMode="auto">
            <a:xfrm>
              <a:off x="3336925" y="914400"/>
              <a:ext cx="0" cy="8890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778" name="Rectangle 125"/>
            <p:cNvSpPr>
              <a:spLocks noChangeArrowheads="1"/>
            </p:cNvSpPr>
            <p:nvPr/>
          </p:nvSpPr>
          <p:spPr bwMode="auto">
            <a:xfrm rot="5400000">
              <a:off x="3080973" y="1127406"/>
              <a:ext cx="896080"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Times" charset="0"/>
                  <a:ea typeface="宋体" pitchFamily="2" charset="-122"/>
                  <a:cs typeface="+mn-cs"/>
                </a:rPr>
                <a:t>&lt;21:25&gt;</a:t>
              </a:r>
            </a:p>
          </p:txBody>
        </p:sp>
        <p:sp>
          <p:nvSpPr>
            <p:cNvPr id="28779" name="Rectangle 126"/>
            <p:cNvSpPr>
              <a:spLocks noChangeArrowheads="1"/>
            </p:cNvSpPr>
            <p:nvPr/>
          </p:nvSpPr>
          <p:spPr bwMode="auto">
            <a:xfrm rot="5400000">
              <a:off x="3614373" y="1127406"/>
              <a:ext cx="896080"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Times" charset="0"/>
                  <a:ea typeface="宋体" pitchFamily="2" charset="-122"/>
                  <a:cs typeface="+mn-cs"/>
                </a:rPr>
                <a:t>&lt;16:20&gt;</a:t>
              </a:r>
            </a:p>
          </p:txBody>
        </p:sp>
        <p:sp>
          <p:nvSpPr>
            <p:cNvPr id="28780" name="Rectangle 127"/>
            <p:cNvSpPr>
              <a:spLocks noChangeArrowheads="1"/>
            </p:cNvSpPr>
            <p:nvPr/>
          </p:nvSpPr>
          <p:spPr bwMode="auto">
            <a:xfrm rot="5400000">
              <a:off x="4153448" y="1127406"/>
              <a:ext cx="884730"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Times" charset="0"/>
                  <a:ea typeface="宋体" pitchFamily="2" charset="-122"/>
                  <a:cs typeface="+mn-cs"/>
                </a:rPr>
                <a:t>&lt;11:15&gt;</a:t>
              </a:r>
            </a:p>
          </p:txBody>
        </p:sp>
        <p:sp>
          <p:nvSpPr>
            <p:cNvPr id="28781" name="Rectangle 128"/>
            <p:cNvSpPr>
              <a:spLocks noChangeArrowheads="1"/>
            </p:cNvSpPr>
            <p:nvPr/>
          </p:nvSpPr>
          <p:spPr bwMode="auto">
            <a:xfrm rot="5400000">
              <a:off x="4681669" y="1127406"/>
              <a:ext cx="793488"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Times" charset="0"/>
                  <a:ea typeface="宋体" pitchFamily="2" charset="-122"/>
                  <a:cs typeface="+mn-cs"/>
                </a:rPr>
                <a:t>&lt;0:15&gt;</a:t>
              </a:r>
            </a:p>
          </p:txBody>
        </p:sp>
        <p:sp>
          <p:nvSpPr>
            <p:cNvPr id="28782" name="Line 129"/>
            <p:cNvSpPr>
              <a:spLocks noChangeShapeType="1"/>
            </p:cNvSpPr>
            <p:nvPr/>
          </p:nvSpPr>
          <p:spPr bwMode="auto">
            <a:xfrm>
              <a:off x="3870325" y="914400"/>
              <a:ext cx="0" cy="8890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783" name="Line 130"/>
            <p:cNvSpPr>
              <a:spLocks noChangeShapeType="1"/>
            </p:cNvSpPr>
            <p:nvPr/>
          </p:nvSpPr>
          <p:spPr bwMode="auto">
            <a:xfrm>
              <a:off x="4403725" y="914400"/>
              <a:ext cx="0" cy="8890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784" name="Line 131"/>
            <p:cNvSpPr>
              <a:spLocks noChangeShapeType="1"/>
            </p:cNvSpPr>
            <p:nvPr/>
          </p:nvSpPr>
          <p:spPr bwMode="auto">
            <a:xfrm>
              <a:off x="4937125" y="914400"/>
              <a:ext cx="0" cy="8890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785" name="Rectangle 132"/>
            <p:cNvSpPr>
              <a:spLocks noChangeArrowheads="1"/>
            </p:cNvSpPr>
            <p:nvPr/>
          </p:nvSpPr>
          <p:spPr bwMode="auto">
            <a:xfrm>
              <a:off x="4673646" y="1739900"/>
              <a:ext cx="811122"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Times" charset="0"/>
                  <a:ea typeface="宋体" pitchFamily="2" charset="-122"/>
                  <a:cs typeface="+mn-cs"/>
                </a:rPr>
                <a:t>Imm16</a:t>
              </a:r>
            </a:p>
          </p:txBody>
        </p:sp>
        <p:sp>
          <p:nvSpPr>
            <p:cNvPr id="28786" name="Rectangle 133"/>
            <p:cNvSpPr>
              <a:spLocks noChangeArrowheads="1"/>
            </p:cNvSpPr>
            <p:nvPr/>
          </p:nvSpPr>
          <p:spPr bwMode="auto">
            <a:xfrm>
              <a:off x="4147578" y="1739900"/>
              <a:ext cx="444033"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Times" charset="0"/>
                  <a:ea typeface="宋体" pitchFamily="2" charset="-122"/>
                  <a:cs typeface="+mn-cs"/>
                </a:rPr>
                <a:t>Rd</a:t>
              </a:r>
            </a:p>
          </p:txBody>
        </p:sp>
        <p:sp>
          <p:nvSpPr>
            <p:cNvPr id="28787" name="Rectangle 134"/>
            <p:cNvSpPr>
              <a:spLocks noChangeArrowheads="1"/>
            </p:cNvSpPr>
            <p:nvPr/>
          </p:nvSpPr>
          <p:spPr bwMode="auto">
            <a:xfrm>
              <a:off x="3690595" y="1739900"/>
              <a:ext cx="399149"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Times" charset="0"/>
                  <a:ea typeface="宋体" pitchFamily="2" charset="-122"/>
                  <a:cs typeface="+mn-cs"/>
                </a:rPr>
                <a:t>Rt</a:t>
              </a:r>
            </a:p>
          </p:txBody>
        </p:sp>
        <p:sp>
          <p:nvSpPr>
            <p:cNvPr id="28788" name="Rectangle 135"/>
            <p:cNvSpPr>
              <a:spLocks noChangeArrowheads="1"/>
            </p:cNvSpPr>
            <p:nvPr/>
          </p:nvSpPr>
          <p:spPr bwMode="auto">
            <a:xfrm>
              <a:off x="3162697" y="1739900"/>
              <a:ext cx="410370"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Times" charset="0"/>
                  <a:ea typeface="宋体" pitchFamily="2" charset="-122"/>
                  <a:cs typeface="+mn-cs"/>
                </a:rPr>
                <a:t>Rs</a:t>
              </a:r>
            </a:p>
          </p:txBody>
        </p:sp>
        <p:sp>
          <p:nvSpPr>
            <p:cNvPr id="28789" name="Oval 136"/>
            <p:cNvSpPr>
              <a:spLocks noChangeArrowheads="1"/>
            </p:cNvSpPr>
            <p:nvPr/>
          </p:nvSpPr>
          <p:spPr bwMode="auto">
            <a:xfrm>
              <a:off x="5095875" y="4438650"/>
              <a:ext cx="76200" cy="1270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790" name="Rectangle 137"/>
            <p:cNvSpPr>
              <a:spLocks noChangeArrowheads="1"/>
            </p:cNvSpPr>
            <p:nvPr/>
          </p:nvSpPr>
          <p:spPr bwMode="auto">
            <a:xfrm>
              <a:off x="6335850" y="3679825"/>
              <a:ext cx="299763"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1200" cap="none" spc="0" normalizeH="0" baseline="0" noProof="0">
                  <a:ln>
                    <a:noFill/>
                  </a:ln>
                  <a:solidFill>
                    <a:srgbClr val="000000"/>
                  </a:solidFill>
                  <a:effectLst/>
                  <a:uLnTx/>
                  <a:uFillTx/>
                  <a:latin typeface="Times" charset="0"/>
                  <a:ea typeface="宋体" pitchFamily="2" charset="-122"/>
                  <a:cs typeface="+mn-cs"/>
                </a:rPr>
                <a:t>=</a:t>
              </a:r>
            </a:p>
          </p:txBody>
        </p:sp>
        <p:sp>
          <p:nvSpPr>
            <p:cNvPr id="28791" name="Line 138"/>
            <p:cNvSpPr>
              <a:spLocks noChangeShapeType="1"/>
            </p:cNvSpPr>
            <p:nvPr/>
          </p:nvSpPr>
          <p:spPr bwMode="auto">
            <a:xfrm>
              <a:off x="493713" y="4183063"/>
              <a:ext cx="423862"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grpSp>
          <p:nvGrpSpPr>
            <p:cNvPr id="28792" name="Group 139"/>
            <p:cNvGrpSpPr>
              <a:grpSpLocks/>
            </p:cNvGrpSpPr>
            <p:nvPr/>
          </p:nvGrpSpPr>
          <p:grpSpPr bwMode="auto">
            <a:xfrm>
              <a:off x="930275" y="3182938"/>
              <a:ext cx="473075" cy="1157287"/>
              <a:chOff x="644" y="2005"/>
              <a:chExt cx="298" cy="729"/>
            </a:xfrm>
          </p:grpSpPr>
          <p:grpSp>
            <p:nvGrpSpPr>
              <p:cNvPr id="28856" name="Group 140"/>
              <p:cNvGrpSpPr>
                <a:grpSpLocks/>
              </p:cNvGrpSpPr>
              <p:nvPr/>
            </p:nvGrpSpPr>
            <p:grpSpPr bwMode="auto">
              <a:xfrm>
                <a:off x="644" y="2005"/>
                <a:ext cx="242" cy="729"/>
                <a:chOff x="644" y="2005"/>
                <a:chExt cx="242" cy="729"/>
              </a:xfrm>
            </p:grpSpPr>
            <p:sp>
              <p:nvSpPr>
                <p:cNvPr id="28858" name="Line 141"/>
                <p:cNvSpPr>
                  <a:spLocks noChangeShapeType="1"/>
                </p:cNvSpPr>
                <p:nvPr/>
              </p:nvSpPr>
              <p:spPr bwMode="auto">
                <a:xfrm>
                  <a:off x="644" y="2005"/>
                  <a:ext cx="0" cy="16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859" name="Line 142"/>
                <p:cNvSpPr>
                  <a:spLocks noChangeShapeType="1"/>
                </p:cNvSpPr>
                <p:nvPr/>
              </p:nvSpPr>
              <p:spPr bwMode="auto">
                <a:xfrm>
                  <a:off x="652" y="2005"/>
                  <a:ext cx="226" cy="16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860" name="Line 143"/>
                <p:cNvSpPr>
                  <a:spLocks noChangeShapeType="1"/>
                </p:cNvSpPr>
                <p:nvPr/>
              </p:nvSpPr>
              <p:spPr bwMode="auto">
                <a:xfrm>
                  <a:off x="652" y="2187"/>
                  <a:ext cx="105" cy="7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861" name="Line 144"/>
                <p:cNvSpPr>
                  <a:spLocks noChangeShapeType="1"/>
                </p:cNvSpPr>
                <p:nvPr/>
              </p:nvSpPr>
              <p:spPr bwMode="auto">
                <a:xfrm>
                  <a:off x="765" y="2279"/>
                  <a:ext cx="0" cy="16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862" name="Line 145"/>
                <p:cNvSpPr>
                  <a:spLocks noChangeShapeType="1"/>
                </p:cNvSpPr>
                <p:nvPr/>
              </p:nvSpPr>
              <p:spPr bwMode="auto">
                <a:xfrm>
                  <a:off x="886" y="2187"/>
                  <a:ext cx="0" cy="349"/>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863" name="Line 146"/>
                <p:cNvSpPr>
                  <a:spLocks noChangeShapeType="1"/>
                </p:cNvSpPr>
                <p:nvPr/>
              </p:nvSpPr>
              <p:spPr bwMode="auto">
                <a:xfrm flipV="1">
                  <a:off x="652" y="2445"/>
                  <a:ext cx="105" cy="107"/>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864" name="Line 147"/>
                <p:cNvSpPr>
                  <a:spLocks noChangeShapeType="1"/>
                </p:cNvSpPr>
                <p:nvPr/>
              </p:nvSpPr>
              <p:spPr bwMode="auto">
                <a:xfrm>
                  <a:off x="644" y="2552"/>
                  <a:ext cx="0" cy="16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865" name="Line 148"/>
                <p:cNvSpPr>
                  <a:spLocks noChangeShapeType="1"/>
                </p:cNvSpPr>
                <p:nvPr/>
              </p:nvSpPr>
              <p:spPr bwMode="auto">
                <a:xfrm flipV="1">
                  <a:off x="652" y="2536"/>
                  <a:ext cx="226" cy="19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grpSp>
          <p:sp>
            <p:nvSpPr>
              <p:cNvPr id="28857" name="Rectangle 149"/>
              <p:cNvSpPr>
                <a:spLocks noChangeArrowheads="1"/>
              </p:cNvSpPr>
              <p:nvPr/>
            </p:nvSpPr>
            <p:spPr bwMode="auto">
              <a:xfrm rot="5400000">
                <a:off x="602" y="2267"/>
                <a:ext cx="46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1200" cap="none" spc="0" normalizeH="0" baseline="0" noProof="0">
                    <a:ln>
                      <a:noFill/>
                    </a:ln>
                    <a:solidFill>
                      <a:srgbClr val="000000"/>
                    </a:solidFill>
                    <a:effectLst/>
                    <a:uLnTx/>
                    <a:uFillTx/>
                    <a:latin typeface="Times" charset="0"/>
                    <a:ea typeface="宋体" pitchFamily="2" charset="-122"/>
                    <a:cs typeface="+mn-cs"/>
                  </a:rPr>
                  <a:t>Adder</a:t>
                </a:r>
              </a:p>
            </p:txBody>
          </p:sp>
        </p:grpSp>
        <p:grpSp>
          <p:nvGrpSpPr>
            <p:cNvPr id="28793" name="Group 150"/>
            <p:cNvGrpSpPr>
              <a:grpSpLocks/>
            </p:cNvGrpSpPr>
            <p:nvPr/>
          </p:nvGrpSpPr>
          <p:grpSpPr bwMode="auto">
            <a:xfrm>
              <a:off x="939800" y="4414838"/>
              <a:ext cx="474663" cy="1157287"/>
              <a:chOff x="650" y="2781"/>
              <a:chExt cx="299" cy="729"/>
            </a:xfrm>
          </p:grpSpPr>
          <p:grpSp>
            <p:nvGrpSpPr>
              <p:cNvPr id="28846" name="Group 151"/>
              <p:cNvGrpSpPr>
                <a:grpSpLocks/>
              </p:cNvGrpSpPr>
              <p:nvPr/>
            </p:nvGrpSpPr>
            <p:grpSpPr bwMode="auto">
              <a:xfrm>
                <a:off x="650" y="2781"/>
                <a:ext cx="242" cy="729"/>
                <a:chOff x="650" y="2781"/>
                <a:chExt cx="242" cy="729"/>
              </a:xfrm>
            </p:grpSpPr>
            <p:sp>
              <p:nvSpPr>
                <p:cNvPr id="28848" name="Line 152"/>
                <p:cNvSpPr>
                  <a:spLocks noChangeShapeType="1"/>
                </p:cNvSpPr>
                <p:nvPr/>
              </p:nvSpPr>
              <p:spPr bwMode="auto">
                <a:xfrm>
                  <a:off x="650" y="2781"/>
                  <a:ext cx="0" cy="16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849" name="Line 153"/>
                <p:cNvSpPr>
                  <a:spLocks noChangeShapeType="1"/>
                </p:cNvSpPr>
                <p:nvPr/>
              </p:nvSpPr>
              <p:spPr bwMode="auto">
                <a:xfrm>
                  <a:off x="658" y="2781"/>
                  <a:ext cx="226" cy="16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850" name="Line 154"/>
                <p:cNvSpPr>
                  <a:spLocks noChangeShapeType="1"/>
                </p:cNvSpPr>
                <p:nvPr/>
              </p:nvSpPr>
              <p:spPr bwMode="auto">
                <a:xfrm>
                  <a:off x="658" y="2963"/>
                  <a:ext cx="105" cy="7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851" name="Line 155"/>
                <p:cNvSpPr>
                  <a:spLocks noChangeShapeType="1"/>
                </p:cNvSpPr>
                <p:nvPr/>
              </p:nvSpPr>
              <p:spPr bwMode="auto">
                <a:xfrm>
                  <a:off x="771" y="3055"/>
                  <a:ext cx="0" cy="16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852" name="Line 156"/>
                <p:cNvSpPr>
                  <a:spLocks noChangeShapeType="1"/>
                </p:cNvSpPr>
                <p:nvPr/>
              </p:nvSpPr>
              <p:spPr bwMode="auto">
                <a:xfrm>
                  <a:off x="892" y="2963"/>
                  <a:ext cx="0" cy="349"/>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853" name="Line 157"/>
                <p:cNvSpPr>
                  <a:spLocks noChangeShapeType="1"/>
                </p:cNvSpPr>
                <p:nvPr/>
              </p:nvSpPr>
              <p:spPr bwMode="auto">
                <a:xfrm flipV="1">
                  <a:off x="658" y="3221"/>
                  <a:ext cx="105" cy="107"/>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854" name="Line 158"/>
                <p:cNvSpPr>
                  <a:spLocks noChangeShapeType="1"/>
                </p:cNvSpPr>
                <p:nvPr/>
              </p:nvSpPr>
              <p:spPr bwMode="auto">
                <a:xfrm>
                  <a:off x="650" y="3328"/>
                  <a:ext cx="0" cy="16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855" name="Line 159"/>
                <p:cNvSpPr>
                  <a:spLocks noChangeShapeType="1"/>
                </p:cNvSpPr>
                <p:nvPr/>
              </p:nvSpPr>
              <p:spPr bwMode="auto">
                <a:xfrm flipV="1">
                  <a:off x="658" y="3312"/>
                  <a:ext cx="226" cy="19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grpSp>
          <p:sp>
            <p:nvSpPr>
              <p:cNvPr id="28847" name="Rectangle 160"/>
              <p:cNvSpPr>
                <a:spLocks noChangeArrowheads="1"/>
              </p:cNvSpPr>
              <p:nvPr/>
            </p:nvSpPr>
            <p:spPr bwMode="auto">
              <a:xfrm rot="5400000">
                <a:off x="609" y="3044"/>
                <a:ext cx="46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1200" cap="none" spc="0" normalizeH="0" baseline="0" noProof="0">
                    <a:ln>
                      <a:noFill/>
                    </a:ln>
                    <a:solidFill>
                      <a:srgbClr val="000000"/>
                    </a:solidFill>
                    <a:effectLst/>
                    <a:uLnTx/>
                    <a:uFillTx/>
                    <a:latin typeface="Times" charset="0"/>
                    <a:ea typeface="宋体" pitchFamily="2" charset="-122"/>
                    <a:cs typeface="+mn-cs"/>
                  </a:rPr>
                  <a:t>Adder</a:t>
                </a:r>
              </a:p>
            </p:txBody>
          </p:sp>
        </p:grpSp>
        <p:sp>
          <p:nvSpPr>
            <p:cNvPr id="28794" name="Line 161"/>
            <p:cNvSpPr>
              <a:spLocks noChangeShapeType="1"/>
            </p:cNvSpPr>
            <p:nvPr/>
          </p:nvSpPr>
          <p:spPr bwMode="auto">
            <a:xfrm>
              <a:off x="633413" y="4538663"/>
              <a:ext cx="27305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795" name="Rectangle 162"/>
            <p:cNvSpPr>
              <a:spLocks noChangeArrowheads="1"/>
            </p:cNvSpPr>
            <p:nvPr/>
          </p:nvSpPr>
          <p:spPr bwMode="auto">
            <a:xfrm>
              <a:off x="2073275" y="3784600"/>
              <a:ext cx="230188" cy="11938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796" name="Line 163"/>
            <p:cNvSpPr>
              <a:spLocks noChangeShapeType="1"/>
            </p:cNvSpPr>
            <p:nvPr/>
          </p:nvSpPr>
          <p:spPr bwMode="auto">
            <a:xfrm flipH="1">
              <a:off x="2195513" y="4953000"/>
              <a:ext cx="12700" cy="41592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797" name="Rectangle 164"/>
            <p:cNvSpPr>
              <a:spLocks noChangeArrowheads="1"/>
            </p:cNvSpPr>
            <p:nvPr/>
          </p:nvSpPr>
          <p:spPr bwMode="auto">
            <a:xfrm>
              <a:off x="1904161" y="5357813"/>
              <a:ext cx="501741"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Times" charset="0"/>
                  <a:ea typeface="宋体" pitchFamily="2" charset="-122"/>
                  <a:cs typeface="+mn-cs"/>
                </a:rPr>
                <a:t>Clk</a:t>
              </a:r>
            </a:p>
          </p:txBody>
        </p:sp>
        <p:sp>
          <p:nvSpPr>
            <p:cNvPr id="28798" name="Rectangle 165"/>
            <p:cNvSpPr>
              <a:spLocks noChangeArrowheads="1"/>
            </p:cNvSpPr>
            <p:nvPr/>
          </p:nvSpPr>
          <p:spPr bwMode="auto">
            <a:xfrm rot="-5400000">
              <a:off x="2006312" y="3781706"/>
              <a:ext cx="387928"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1200" cap="none" spc="0" normalizeH="0" baseline="0" noProof="0">
                  <a:ln>
                    <a:noFill/>
                  </a:ln>
                  <a:solidFill>
                    <a:srgbClr val="000000"/>
                  </a:solidFill>
                  <a:effectLst/>
                  <a:uLnTx/>
                  <a:uFillTx/>
                  <a:latin typeface="Times" charset="0"/>
                  <a:ea typeface="宋体" pitchFamily="2" charset="-122"/>
                  <a:cs typeface="+mn-cs"/>
                </a:rPr>
                <a:t>00</a:t>
              </a:r>
            </a:p>
          </p:txBody>
        </p:sp>
        <p:sp>
          <p:nvSpPr>
            <p:cNvPr id="28799" name="Rectangle 166"/>
            <p:cNvSpPr>
              <a:spLocks noChangeArrowheads="1"/>
            </p:cNvSpPr>
            <p:nvPr/>
          </p:nvSpPr>
          <p:spPr bwMode="auto">
            <a:xfrm>
              <a:off x="2078038" y="3829050"/>
              <a:ext cx="222250" cy="2286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grpSp>
          <p:nvGrpSpPr>
            <p:cNvPr id="28800" name="Group 167"/>
            <p:cNvGrpSpPr>
              <a:grpSpLocks/>
            </p:cNvGrpSpPr>
            <p:nvPr/>
          </p:nvGrpSpPr>
          <p:grpSpPr bwMode="auto">
            <a:xfrm>
              <a:off x="1539876" y="3652838"/>
              <a:ext cx="336550" cy="1452562"/>
              <a:chOff x="1028" y="2301"/>
              <a:chExt cx="212" cy="915"/>
            </a:xfrm>
          </p:grpSpPr>
          <p:grpSp>
            <p:nvGrpSpPr>
              <p:cNvPr id="28838" name="Group 168"/>
              <p:cNvGrpSpPr>
                <a:grpSpLocks/>
              </p:cNvGrpSpPr>
              <p:nvPr/>
            </p:nvGrpSpPr>
            <p:grpSpPr bwMode="auto">
              <a:xfrm>
                <a:off x="1047" y="2301"/>
                <a:ext cx="161" cy="915"/>
                <a:chOff x="1047" y="2301"/>
                <a:chExt cx="161" cy="915"/>
              </a:xfrm>
            </p:grpSpPr>
            <p:sp>
              <p:nvSpPr>
                <p:cNvPr id="28842" name="Line 169"/>
                <p:cNvSpPr>
                  <a:spLocks noChangeShapeType="1"/>
                </p:cNvSpPr>
                <p:nvPr/>
              </p:nvSpPr>
              <p:spPr bwMode="auto">
                <a:xfrm>
                  <a:off x="1047" y="2301"/>
                  <a:ext cx="0" cy="899"/>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843" name="Line 170"/>
                <p:cNvSpPr>
                  <a:spLocks noChangeShapeType="1"/>
                </p:cNvSpPr>
                <p:nvPr/>
              </p:nvSpPr>
              <p:spPr bwMode="auto">
                <a:xfrm>
                  <a:off x="1055" y="2301"/>
                  <a:ext cx="145" cy="10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844" name="Line 171"/>
                <p:cNvSpPr>
                  <a:spLocks noChangeShapeType="1"/>
                </p:cNvSpPr>
                <p:nvPr/>
              </p:nvSpPr>
              <p:spPr bwMode="auto">
                <a:xfrm flipV="1">
                  <a:off x="1055" y="3078"/>
                  <a:ext cx="145" cy="13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845" name="Line 172"/>
                <p:cNvSpPr>
                  <a:spLocks noChangeShapeType="1"/>
                </p:cNvSpPr>
                <p:nvPr/>
              </p:nvSpPr>
              <p:spPr bwMode="auto">
                <a:xfrm>
                  <a:off x="1208" y="2423"/>
                  <a:ext cx="0" cy="65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grpSp>
          <p:sp>
            <p:nvSpPr>
              <p:cNvPr id="28839" name="Rectangle 173"/>
              <p:cNvSpPr>
                <a:spLocks noChangeArrowheads="1"/>
              </p:cNvSpPr>
              <p:nvPr/>
            </p:nvSpPr>
            <p:spPr bwMode="auto">
              <a:xfrm rot="5400000">
                <a:off x="947" y="2649"/>
                <a:ext cx="37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1200" cap="none" spc="0" normalizeH="0" baseline="0" noProof="0">
                    <a:ln>
                      <a:noFill/>
                    </a:ln>
                    <a:solidFill>
                      <a:srgbClr val="000000"/>
                    </a:solidFill>
                    <a:effectLst/>
                    <a:uLnTx/>
                    <a:uFillTx/>
                    <a:latin typeface="Times" charset="0"/>
                    <a:ea typeface="宋体" pitchFamily="2" charset="-122"/>
                    <a:cs typeface="+mn-cs"/>
                  </a:rPr>
                  <a:t>Mux</a:t>
                </a:r>
              </a:p>
            </p:txBody>
          </p:sp>
          <p:sp>
            <p:nvSpPr>
              <p:cNvPr id="28840" name="Rectangle 174"/>
              <p:cNvSpPr>
                <a:spLocks noChangeArrowheads="1"/>
              </p:cNvSpPr>
              <p:nvPr/>
            </p:nvSpPr>
            <p:spPr bwMode="auto">
              <a:xfrm>
                <a:off x="1039" y="2388"/>
                <a:ext cx="151"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841" name="Rectangle 175"/>
              <p:cNvSpPr>
                <a:spLocks noChangeArrowheads="1"/>
              </p:cNvSpPr>
              <p:nvPr/>
            </p:nvSpPr>
            <p:spPr bwMode="auto">
              <a:xfrm>
                <a:off x="1039" y="2903"/>
                <a:ext cx="151"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grpSp>
        <p:sp>
          <p:nvSpPr>
            <p:cNvPr id="28801" name="Line 176"/>
            <p:cNvSpPr>
              <a:spLocks noChangeShapeType="1"/>
            </p:cNvSpPr>
            <p:nvPr/>
          </p:nvSpPr>
          <p:spPr bwMode="auto">
            <a:xfrm>
              <a:off x="1304925" y="3814763"/>
              <a:ext cx="274638"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802" name="Line 177"/>
            <p:cNvSpPr>
              <a:spLocks noChangeShapeType="1"/>
            </p:cNvSpPr>
            <p:nvPr/>
          </p:nvSpPr>
          <p:spPr bwMode="auto">
            <a:xfrm>
              <a:off x="1336675" y="4970463"/>
              <a:ext cx="274638"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803" name="Rectangle 178"/>
            <p:cNvSpPr>
              <a:spLocks noChangeArrowheads="1"/>
            </p:cNvSpPr>
            <p:nvPr/>
          </p:nvSpPr>
          <p:spPr bwMode="auto">
            <a:xfrm>
              <a:off x="336758" y="3124200"/>
              <a:ext cx="285336"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1200" cap="none" spc="0" normalizeH="0" baseline="0" noProof="0">
                  <a:ln>
                    <a:noFill/>
                  </a:ln>
                  <a:solidFill>
                    <a:srgbClr val="000000"/>
                  </a:solidFill>
                  <a:effectLst/>
                  <a:uLnTx/>
                  <a:uFillTx/>
                  <a:latin typeface="Times" charset="0"/>
                  <a:ea typeface="宋体" pitchFamily="2" charset="-122"/>
                  <a:cs typeface="+mn-cs"/>
                </a:rPr>
                <a:t>4</a:t>
              </a:r>
            </a:p>
          </p:txBody>
        </p:sp>
        <p:sp>
          <p:nvSpPr>
            <p:cNvPr id="28804" name="Line 179"/>
            <p:cNvSpPr>
              <a:spLocks noChangeShapeType="1"/>
            </p:cNvSpPr>
            <p:nvPr/>
          </p:nvSpPr>
          <p:spPr bwMode="auto">
            <a:xfrm>
              <a:off x="633413" y="3319463"/>
              <a:ext cx="27305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805" name="Rectangle 180"/>
            <p:cNvSpPr>
              <a:spLocks noChangeArrowheads="1"/>
            </p:cNvSpPr>
            <p:nvPr/>
          </p:nvSpPr>
          <p:spPr bwMode="auto">
            <a:xfrm>
              <a:off x="1384111" y="2208213"/>
              <a:ext cx="706926"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sng" strike="noStrike" kern="1200" cap="none" spc="0" normalizeH="0" baseline="0" noProof="0">
                  <a:ln>
                    <a:noFill/>
                  </a:ln>
                  <a:solidFill>
                    <a:srgbClr val="00B0F0"/>
                  </a:solidFill>
                  <a:effectLst/>
                  <a:uLnTx/>
                  <a:uFillTx/>
                  <a:latin typeface="Times" charset="0"/>
                  <a:ea typeface="宋体" pitchFamily="2" charset="-122"/>
                  <a:cs typeface="+mn-cs"/>
                </a:rPr>
                <a:t>PCSrc</a:t>
              </a:r>
            </a:p>
          </p:txBody>
        </p:sp>
        <p:sp>
          <p:nvSpPr>
            <p:cNvPr id="28806" name="Line 181"/>
            <p:cNvSpPr>
              <a:spLocks noChangeShapeType="1"/>
            </p:cNvSpPr>
            <p:nvPr/>
          </p:nvSpPr>
          <p:spPr bwMode="auto">
            <a:xfrm>
              <a:off x="1709738" y="2444750"/>
              <a:ext cx="0" cy="1292225"/>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807" name="Rectangle 182"/>
            <p:cNvSpPr>
              <a:spLocks noChangeArrowheads="1"/>
            </p:cNvSpPr>
            <p:nvPr/>
          </p:nvSpPr>
          <p:spPr bwMode="auto">
            <a:xfrm>
              <a:off x="327025" y="5029200"/>
              <a:ext cx="295275" cy="8128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808" name="Rectangle 183"/>
            <p:cNvSpPr>
              <a:spLocks noChangeArrowheads="1"/>
            </p:cNvSpPr>
            <p:nvPr/>
          </p:nvSpPr>
          <p:spPr bwMode="auto">
            <a:xfrm rot="5400000">
              <a:off x="100838" y="5286655"/>
              <a:ext cx="814326"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1200" cap="none" spc="0" normalizeH="0" baseline="0" noProof="0">
                  <a:ln>
                    <a:noFill/>
                  </a:ln>
                  <a:solidFill>
                    <a:srgbClr val="000000"/>
                  </a:solidFill>
                  <a:effectLst/>
                  <a:uLnTx/>
                  <a:uFillTx/>
                  <a:latin typeface="Times" charset="0"/>
                  <a:ea typeface="宋体" pitchFamily="2" charset="-122"/>
                  <a:cs typeface="+mn-cs"/>
                </a:rPr>
                <a:t>PC Ext</a:t>
              </a:r>
            </a:p>
          </p:txBody>
        </p:sp>
        <p:sp>
          <p:nvSpPr>
            <p:cNvPr id="28809" name="Line 184"/>
            <p:cNvSpPr>
              <a:spLocks noChangeShapeType="1"/>
            </p:cNvSpPr>
            <p:nvPr/>
          </p:nvSpPr>
          <p:spPr bwMode="auto">
            <a:xfrm>
              <a:off x="80963" y="5376863"/>
              <a:ext cx="274637"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810" name="Line 185"/>
            <p:cNvSpPr>
              <a:spLocks noChangeShapeType="1"/>
            </p:cNvSpPr>
            <p:nvPr/>
          </p:nvSpPr>
          <p:spPr bwMode="auto">
            <a:xfrm>
              <a:off x="663575" y="5422900"/>
              <a:ext cx="274638" cy="4763"/>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811" name="Freeform 186"/>
            <p:cNvSpPr>
              <a:spLocks/>
            </p:cNvSpPr>
            <p:nvPr/>
          </p:nvSpPr>
          <p:spPr bwMode="auto">
            <a:xfrm>
              <a:off x="2333625" y="1714500"/>
              <a:ext cx="141288" cy="2465388"/>
            </a:xfrm>
            <a:custGeom>
              <a:avLst/>
              <a:gdLst>
                <a:gd name="T0" fmla="*/ 0 w 89"/>
                <a:gd name="T1" fmla="*/ 2147483647 h 1553"/>
                <a:gd name="T2" fmla="*/ 2147483647 w 89"/>
                <a:gd name="T3" fmla="*/ 2147483647 h 1553"/>
                <a:gd name="T4" fmla="*/ 2147483647 w 89"/>
                <a:gd name="T5" fmla="*/ 0 h 1553"/>
                <a:gd name="T6" fmla="*/ 0 60000 65536"/>
                <a:gd name="T7" fmla="*/ 0 60000 65536"/>
                <a:gd name="T8" fmla="*/ 0 60000 65536"/>
              </a:gdLst>
              <a:ahLst/>
              <a:cxnLst>
                <a:cxn ang="T6">
                  <a:pos x="T0" y="T1"/>
                </a:cxn>
                <a:cxn ang="T7">
                  <a:pos x="T2" y="T3"/>
                </a:cxn>
                <a:cxn ang="T8">
                  <a:pos x="T4" y="T5"/>
                </a:cxn>
              </a:cxnLst>
              <a:rect l="0" t="0" r="r" b="b"/>
              <a:pathLst>
                <a:path w="89" h="1553">
                  <a:moveTo>
                    <a:pt x="0" y="1552"/>
                  </a:moveTo>
                  <a:lnTo>
                    <a:pt x="88" y="1552"/>
                  </a:lnTo>
                  <a:lnTo>
                    <a:pt x="88" y="0"/>
                  </a:lnTo>
                </a:path>
              </a:pathLst>
            </a:custGeom>
            <a:noFill/>
            <a:ln w="25400" cap="rnd"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812" name="Freeform 187"/>
            <p:cNvSpPr>
              <a:spLocks/>
            </p:cNvSpPr>
            <p:nvPr/>
          </p:nvSpPr>
          <p:spPr bwMode="auto">
            <a:xfrm>
              <a:off x="217488" y="2971800"/>
              <a:ext cx="2257425" cy="1208088"/>
            </a:xfrm>
            <a:custGeom>
              <a:avLst/>
              <a:gdLst>
                <a:gd name="T0" fmla="*/ 2147483647 w 1422"/>
                <a:gd name="T1" fmla="*/ 0 h 761"/>
                <a:gd name="T2" fmla="*/ 0 w 1422"/>
                <a:gd name="T3" fmla="*/ 0 h 761"/>
                <a:gd name="T4" fmla="*/ 0 w 1422"/>
                <a:gd name="T5" fmla="*/ 2147483647 h 761"/>
                <a:gd name="T6" fmla="*/ 2147483647 w 1422"/>
                <a:gd name="T7" fmla="*/ 2147483647 h 76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22" h="761">
                  <a:moveTo>
                    <a:pt x="1421" y="0"/>
                  </a:moveTo>
                  <a:lnTo>
                    <a:pt x="0" y="0"/>
                  </a:lnTo>
                  <a:lnTo>
                    <a:pt x="0" y="760"/>
                  </a:lnTo>
                  <a:lnTo>
                    <a:pt x="199" y="76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grpSp>
          <p:nvGrpSpPr>
            <p:cNvPr id="28813" name="Group 188"/>
            <p:cNvGrpSpPr>
              <a:grpSpLocks/>
            </p:cNvGrpSpPr>
            <p:nvPr/>
          </p:nvGrpSpPr>
          <p:grpSpPr bwMode="auto">
            <a:xfrm>
              <a:off x="1905000" y="723900"/>
              <a:ext cx="1101725" cy="1068388"/>
              <a:chOff x="1258" y="456"/>
              <a:chExt cx="694" cy="673"/>
            </a:xfrm>
          </p:grpSpPr>
          <p:sp>
            <p:nvSpPr>
              <p:cNvPr id="28835" name="Rectangle 189"/>
              <p:cNvSpPr>
                <a:spLocks noChangeArrowheads="1"/>
              </p:cNvSpPr>
              <p:nvPr/>
            </p:nvSpPr>
            <p:spPr bwMode="auto">
              <a:xfrm>
                <a:off x="1258" y="456"/>
                <a:ext cx="694" cy="63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836" name="Rectangle 190"/>
              <p:cNvSpPr>
                <a:spLocks noChangeArrowheads="1"/>
              </p:cNvSpPr>
              <p:nvPr/>
            </p:nvSpPr>
            <p:spPr bwMode="auto">
              <a:xfrm>
                <a:off x="1555" y="917"/>
                <a:ext cx="33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Times" charset="0"/>
                    <a:ea typeface="宋体" pitchFamily="2" charset="-122"/>
                    <a:cs typeface="+mn-cs"/>
                  </a:rPr>
                  <a:t>Adr</a:t>
                </a:r>
              </a:p>
            </p:txBody>
          </p:sp>
          <p:sp>
            <p:nvSpPr>
              <p:cNvPr id="28837" name="Rectangle 191"/>
              <p:cNvSpPr>
                <a:spLocks noChangeArrowheads="1"/>
              </p:cNvSpPr>
              <p:nvPr/>
            </p:nvSpPr>
            <p:spPr bwMode="auto">
              <a:xfrm>
                <a:off x="1299" y="557"/>
                <a:ext cx="590" cy="367"/>
              </a:xfrm>
              <a:prstGeom prst="rect">
                <a:avLst/>
              </a:prstGeom>
              <a:solidFill>
                <a:srgbClr val="CC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1200" cap="none" spc="0" normalizeH="0" baseline="0" noProof="0" dirty="0" err="1">
                    <a:ln>
                      <a:noFill/>
                    </a:ln>
                    <a:solidFill>
                      <a:srgbClr val="000000"/>
                    </a:solidFill>
                    <a:effectLst/>
                    <a:uLnTx/>
                    <a:uFillTx/>
                    <a:latin typeface="Times" charset="0"/>
                    <a:ea typeface="宋体" pitchFamily="2" charset="-122"/>
                    <a:cs typeface="+mn-cs"/>
                  </a:rPr>
                  <a:t>Inst</a:t>
                </a:r>
                <a:endParaRPr kumimoji="0" lang="en-US" altLang="en-US" sz="1600" b="1" i="0" u="none" strike="noStrike" kern="1200" cap="none" spc="0" normalizeH="0" baseline="0" noProof="0" dirty="0">
                  <a:ln>
                    <a:noFill/>
                  </a:ln>
                  <a:solidFill>
                    <a:srgbClr val="000000"/>
                  </a:solidFill>
                  <a:effectLst/>
                  <a:uLnTx/>
                  <a:uFillTx/>
                  <a:latin typeface="Times" charset="0"/>
                  <a:ea typeface="宋体" pitchFamily="2" charset="-122"/>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1200" cap="none" spc="0" normalizeH="0" baseline="0" noProof="0" dirty="0">
                    <a:ln>
                      <a:noFill/>
                    </a:ln>
                    <a:solidFill>
                      <a:srgbClr val="000000"/>
                    </a:solidFill>
                    <a:effectLst/>
                    <a:uLnTx/>
                    <a:uFillTx/>
                    <a:latin typeface="Times" charset="0"/>
                    <a:ea typeface="宋体" pitchFamily="2" charset="-122"/>
                    <a:cs typeface="+mn-cs"/>
                  </a:rPr>
                  <a:t>Memory</a:t>
                </a:r>
              </a:p>
            </p:txBody>
          </p:sp>
        </p:grpSp>
        <p:sp>
          <p:nvSpPr>
            <p:cNvPr id="28814" name="Line 192"/>
            <p:cNvSpPr>
              <a:spLocks noChangeShapeType="1"/>
            </p:cNvSpPr>
            <p:nvPr/>
          </p:nvSpPr>
          <p:spPr bwMode="auto">
            <a:xfrm flipV="1">
              <a:off x="2765425" y="2457450"/>
              <a:ext cx="0" cy="457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815" name="Line 193"/>
            <p:cNvSpPr>
              <a:spLocks noChangeShapeType="1"/>
            </p:cNvSpPr>
            <p:nvPr/>
          </p:nvSpPr>
          <p:spPr bwMode="auto">
            <a:xfrm>
              <a:off x="1819275" y="4445000"/>
              <a:ext cx="274638" cy="4763"/>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816" name="Freeform 194"/>
            <p:cNvSpPr>
              <a:spLocks/>
            </p:cNvSpPr>
            <p:nvPr/>
          </p:nvSpPr>
          <p:spPr bwMode="auto">
            <a:xfrm>
              <a:off x="449263" y="3817938"/>
              <a:ext cx="966787" cy="712787"/>
            </a:xfrm>
            <a:custGeom>
              <a:avLst/>
              <a:gdLst>
                <a:gd name="T0" fmla="*/ 2147483647 w 609"/>
                <a:gd name="T1" fmla="*/ 2147483647 h 449"/>
                <a:gd name="T2" fmla="*/ 0 w 609"/>
                <a:gd name="T3" fmla="*/ 2147483647 h 449"/>
                <a:gd name="T4" fmla="*/ 0 w 609"/>
                <a:gd name="T5" fmla="*/ 2147483647 h 449"/>
                <a:gd name="T6" fmla="*/ 2147483647 w 609"/>
                <a:gd name="T7" fmla="*/ 2147483647 h 449"/>
                <a:gd name="T8" fmla="*/ 2147483647 w 609"/>
                <a:gd name="T9" fmla="*/ 0 h 44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9" h="449">
                  <a:moveTo>
                    <a:pt x="96" y="448"/>
                  </a:moveTo>
                  <a:lnTo>
                    <a:pt x="0" y="448"/>
                  </a:lnTo>
                  <a:lnTo>
                    <a:pt x="0" y="331"/>
                  </a:lnTo>
                  <a:lnTo>
                    <a:pt x="608" y="331"/>
                  </a:lnTo>
                  <a:lnTo>
                    <a:pt x="608" y="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grpSp>
          <p:nvGrpSpPr>
            <p:cNvPr id="28817" name="Group 195"/>
            <p:cNvGrpSpPr>
              <a:grpSpLocks/>
            </p:cNvGrpSpPr>
            <p:nvPr/>
          </p:nvGrpSpPr>
          <p:grpSpPr bwMode="auto">
            <a:xfrm>
              <a:off x="5740400" y="3124200"/>
              <a:ext cx="304800" cy="1227138"/>
              <a:chOff x="3536" y="2656"/>
              <a:chExt cx="192" cy="773"/>
            </a:xfrm>
          </p:grpSpPr>
          <p:sp>
            <p:nvSpPr>
              <p:cNvPr id="28831" name="Line 196"/>
              <p:cNvSpPr>
                <a:spLocks noChangeShapeType="1"/>
              </p:cNvSpPr>
              <p:nvPr/>
            </p:nvSpPr>
            <p:spPr bwMode="auto">
              <a:xfrm>
                <a:off x="3536" y="2656"/>
                <a:ext cx="0" cy="757"/>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832" name="Line 197"/>
              <p:cNvSpPr>
                <a:spLocks noChangeShapeType="1"/>
              </p:cNvSpPr>
              <p:nvPr/>
            </p:nvSpPr>
            <p:spPr bwMode="auto">
              <a:xfrm>
                <a:off x="3544" y="2656"/>
                <a:ext cx="176" cy="8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833" name="Line 198"/>
              <p:cNvSpPr>
                <a:spLocks noChangeShapeType="1"/>
              </p:cNvSpPr>
              <p:nvPr/>
            </p:nvSpPr>
            <p:spPr bwMode="auto">
              <a:xfrm flipV="1">
                <a:off x="3544" y="3311"/>
                <a:ext cx="176" cy="11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834" name="Line 199"/>
              <p:cNvSpPr>
                <a:spLocks noChangeShapeType="1"/>
              </p:cNvSpPr>
              <p:nvPr/>
            </p:nvSpPr>
            <p:spPr bwMode="auto">
              <a:xfrm>
                <a:off x="3728" y="2758"/>
                <a:ext cx="0" cy="55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grpSp>
        <p:sp>
          <p:nvSpPr>
            <p:cNvPr id="28818" name="Rectangle 200"/>
            <p:cNvSpPr>
              <a:spLocks noChangeArrowheads="1"/>
            </p:cNvSpPr>
            <p:nvPr/>
          </p:nvSpPr>
          <p:spPr bwMode="auto">
            <a:xfrm rot="5400000">
              <a:off x="5561013" y="3541712"/>
              <a:ext cx="60960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1200" cap="none" spc="0" normalizeH="0" baseline="0" noProof="0" dirty="0">
                  <a:ln>
                    <a:noFill/>
                  </a:ln>
                  <a:solidFill>
                    <a:srgbClr val="000000"/>
                  </a:solidFill>
                  <a:effectLst/>
                  <a:uLnTx/>
                  <a:uFillTx/>
                  <a:latin typeface="Times" charset="0"/>
                  <a:ea typeface="宋体" pitchFamily="2" charset="-122"/>
                  <a:cs typeface="+mn-cs"/>
                </a:rPr>
                <a:t>Mux</a:t>
              </a:r>
            </a:p>
          </p:txBody>
        </p:sp>
        <p:sp>
          <p:nvSpPr>
            <p:cNvPr id="28819" name="Rectangle 201"/>
            <p:cNvSpPr>
              <a:spLocks noChangeArrowheads="1"/>
            </p:cNvSpPr>
            <p:nvPr/>
          </p:nvSpPr>
          <p:spPr bwMode="auto">
            <a:xfrm>
              <a:off x="5719970" y="3187700"/>
              <a:ext cx="285336"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Times" charset="0"/>
                  <a:ea typeface="宋体" pitchFamily="2" charset="-122"/>
                  <a:cs typeface="+mn-cs"/>
                </a:rPr>
                <a:t>0</a:t>
              </a:r>
            </a:p>
          </p:txBody>
        </p:sp>
        <p:sp>
          <p:nvSpPr>
            <p:cNvPr id="28820" name="Rectangle 202"/>
            <p:cNvSpPr>
              <a:spLocks noChangeArrowheads="1"/>
            </p:cNvSpPr>
            <p:nvPr/>
          </p:nvSpPr>
          <p:spPr bwMode="auto">
            <a:xfrm>
              <a:off x="5699333" y="3967163"/>
              <a:ext cx="285336"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Times" charset="0"/>
                  <a:ea typeface="宋体" pitchFamily="2" charset="-122"/>
                  <a:cs typeface="+mn-cs"/>
                </a:rPr>
                <a:t>1</a:t>
              </a:r>
            </a:p>
          </p:txBody>
        </p:sp>
        <p:sp>
          <p:nvSpPr>
            <p:cNvPr id="28821" name="Line 203"/>
            <p:cNvSpPr>
              <a:spLocks noChangeShapeType="1"/>
            </p:cNvSpPr>
            <p:nvPr/>
          </p:nvSpPr>
          <p:spPr bwMode="auto">
            <a:xfrm flipV="1">
              <a:off x="6080125" y="3810000"/>
              <a:ext cx="269875"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822" name="Line 204"/>
            <p:cNvSpPr>
              <a:spLocks noChangeShapeType="1"/>
            </p:cNvSpPr>
            <p:nvPr/>
          </p:nvSpPr>
          <p:spPr bwMode="auto">
            <a:xfrm>
              <a:off x="4937125" y="3352800"/>
              <a:ext cx="8382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823" name="Rectangle 205"/>
            <p:cNvSpPr>
              <a:spLocks noChangeArrowheads="1"/>
            </p:cNvSpPr>
            <p:nvPr/>
          </p:nvSpPr>
          <p:spPr bwMode="auto">
            <a:xfrm>
              <a:off x="4598908" y="3095625"/>
              <a:ext cx="1165385"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600" b="0" i="0" u="none" strike="noStrike" kern="1200" cap="none" spc="0" normalizeH="0" baseline="0" noProof="0">
                  <a:ln>
                    <a:noFill/>
                  </a:ln>
                  <a:solidFill>
                    <a:srgbClr val="000000"/>
                  </a:solidFill>
                  <a:effectLst/>
                  <a:uLnTx/>
                  <a:uFillTx/>
                  <a:latin typeface="Times" charset="0"/>
                  <a:ea typeface="宋体" pitchFamily="2" charset="-122"/>
                  <a:cs typeface="+mn-cs"/>
                </a:rPr>
                <a:t>Shamt[4:0]</a:t>
              </a:r>
              <a:endParaRPr kumimoji="0" lang="en-US" altLang="en-US" sz="1600" b="0" i="0" u="none" strike="noStrike" kern="1200" cap="none" spc="0" normalizeH="0" baseline="0" noProof="0">
                <a:ln>
                  <a:noFill/>
                </a:ln>
                <a:solidFill>
                  <a:srgbClr val="000000"/>
                </a:solidFill>
                <a:effectLst/>
                <a:uLnTx/>
                <a:uFillTx/>
                <a:latin typeface="Times" charset="0"/>
                <a:ea typeface="宋体" pitchFamily="2" charset="-122"/>
                <a:cs typeface="+mn-cs"/>
              </a:endParaRPr>
            </a:p>
          </p:txBody>
        </p:sp>
        <p:sp>
          <p:nvSpPr>
            <p:cNvPr id="28824" name="Line 206"/>
            <p:cNvSpPr>
              <a:spLocks noChangeShapeType="1"/>
            </p:cNvSpPr>
            <p:nvPr/>
          </p:nvSpPr>
          <p:spPr bwMode="auto">
            <a:xfrm>
              <a:off x="5927725" y="2514600"/>
              <a:ext cx="0" cy="650875"/>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825" name="Rectangle 207"/>
            <p:cNvSpPr>
              <a:spLocks noChangeArrowheads="1"/>
            </p:cNvSpPr>
            <p:nvPr/>
          </p:nvSpPr>
          <p:spPr bwMode="auto">
            <a:xfrm>
              <a:off x="5232400" y="2214563"/>
              <a:ext cx="106362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600" b="0" i="0" u="sng" strike="noStrike" kern="1200" cap="none" spc="0" normalizeH="0" baseline="0" noProof="0">
                  <a:ln>
                    <a:noFill/>
                  </a:ln>
                  <a:solidFill>
                    <a:srgbClr val="00B0F0"/>
                  </a:solidFill>
                  <a:effectLst/>
                  <a:uLnTx/>
                  <a:uFillTx/>
                  <a:latin typeface="Times" charset="0"/>
                  <a:ea typeface="宋体" pitchFamily="2" charset="-122"/>
                  <a:cs typeface="+mn-cs"/>
                </a:rPr>
                <a:t>ALUsrc1</a:t>
              </a:r>
              <a:endParaRPr kumimoji="0" lang="en-US" altLang="en-US" sz="1600" b="0" i="0" u="sng" strike="noStrike" kern="1200" cap="none" spc="0" normalizeH="0" baseline="0" noProof="0">
                <a:ln>
                  <a:noFill/>
                </a:ln>
                <a:solidFill>
                  <a:srgbClr val="00B0F0"/>
                </a:solidFill>
                <a:effectLst/>
                <a:uLnTx/>
                <a:uFillTx/>
                <a:latin typeface="Times" charset="0"/>
                <a:ea typeface="宋体" pitchFamily="2" charset="-122"/>
                <a:cs typeface="+mn-cs"/>
              </a:endParaRPr>
            </a:p>
          </p:txBody>
        </p:sp>
        <p:sp>
          <p:nvSpPr>
            <p:cNvPr id="28826" name="Rectangle 208"/>
            <p:cNvSpPr>
              <a:spLocks noChangeArrowheads="1"/>
            </p:cNvSpPr>
            <p:nvPr/>
          </p:nvSpPr>
          <p:spPr bwMode="auto">
            <a:xfrm rot="5400000">
              <a:off x="5281248" y="1182968"/>
              <a:ext cx="896080"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Times" charset="0"/>
                  <a:ea typeface="宋体" pitchFamily="2" charset="-122"/>
                  <a:cs typeface="+mn-cs"/>
                </a:rPr>
                <a:t>&lt;</a:t>
              </a:r>
              <a:r>
                <a:rPr kumimoji="0" lang="en-US" altLang="zh-CN" sz="1600" b="0" i="0" u="none" strike="noStrike" kern="1200" cap="none" spc="0" normalizeH="0" baseline="0" noProof="0">
                  <a:ln>
                    <a:noFill/>
                  </a:ln>
                  <a:solidFill>
                    <a:srgbClr val="000000"/>
                  </a:solidFill>
                  <a:effectLst/>
                  <a:uLnTx/>
                  <a:uFillTx/>
                  <a:latin typeface="Times" charset="0"/>
                  <a:ea typeface="宋体" pitchFamily="2" charset="-122"/>
                  <a:cs typeface="+mn-cs"/>
                </a:rPr>
                <a:t>26:31</a:t>
              </a:r>
              <a:r>
                <a:rPr kumimoji="0" lang="en-US" altLang="en-US" sz="1600" b="0" i="0" u="none" strike="noStrike" kern="1200" cap="none" spc="0" normalizeH="0" baseline="0" noProof="0">
                  <a:ln>
                    <a:noFill/>
                  </a:ln>
                  <a:solidFill>
                    <a:srgbClr val="000000"/>
                  </a:solidFill>
                  <a:effectLst/>
                  <a:uLnTx/>
                  <a:uFillTx/>
                  <a:latin typeface="Times" charset="0"/>
                  <a:ea typeface="宋体" pitchFamily="2" charset="-122"/>
                  <a:cs typeface="+mn-cs"/>
                </a:rPr>
                <a:t>&gt;</a:t>
              </a:r>
            </a:p>
          </p:txBody>
        </p:sp>
        <p:sp>
          <p:nvSpPr>
            <p:cNvPr id="28827" name="Oval 209"/>
            <p:cNvSpPr>
              <a:spLocks noChangeArrowheads="1"/>
            </p:cNvSpPr>
            <p:nvPr/>
          </p:nvSpPr>
          <p:spPr bwMode="auto">
            <a:xfrm>
              <a:off x="6629400" y="1219200"/>
              <a:ext cx="1752600" cy="533400"/>
            </a:xfrm>
            <a:prstGeom prst="ellipse">
              <a:avLst/>
            </a:prstGeom>
            <a:solidFill>
              <a:srgbClr val="CCFF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828" name="Line 210"/>
            <p:cNvSpPr>
              <a:spLocks noChangeShapeType="1"/>
            </p:cNvSpPr>
            <p:nvPr/>
          </p:nvSpPr>
          <p:spPr bwMode="auto">
            <a:xfrm>
              <a:off x="5867400" y="914400"/>
              <a:ext cx="0" cy="5334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829" name="Line 211"/>
            <p:cNvSpPr>
              <a:spLocks noChangeShapeType="1"/>
            </p:cNvSpPr>
            <p:nvPr/>
          </p:nvSpPr>
          <p:spPr bwMode="auto">
            <a:xfrm>
              <a:off x="5867400" y="1447800"/>
              <a:ext cx="7620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830" name="Text Box 212"/>
            <p:cNvSpPr txBox="1">
              <a:spLocks noChangeArrowheads="1"/>
            </p:cNvSpPr>
            <p:nvPr/>
          </p:nvSpPr>
          <p:spPr bwMode="auto">
            <a:xfrm>
              <a:off x="7100834" y="1213864"/>
              <a:ext cx="804863" cy="496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00B0F0"/>
                  </a:solidFill>
                  <a:effectLst/>
                  <a:uLnTx/>
                  <a:uFillTx/>
                  <a:latin typeface="+mn-ea"/>
                  <a:ea typeface="+mn-ea"/>
                  <a:cs typeface="+mn-cs"/>
                </a:rPr>
                <a:t>控制</a:t>
              </a:r>
            </a:p>
          </p:txBody>
        </p:sp>
      </p:grpSp>
    </p:spTree>
    <p:extLst>
      <p:ext uri="{BB962C8B-B14F-4D97-AF65-F5344CB8AC3E}">
        <p14:creationId xmlns:p14="http://schemas.microsoft.com/office/powerpoint/2010/main" val="362689916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标题 1"/>
          <p:cNvSpPr>
            <a:spLocks noGrp="1"/>
          </p:cNvSpPr>
          <p:nvPr>
            <p:ph type="title"/>
          </p:nvPr>
        </p:nvSpPr>
        <p:spPr>
          <a:xfrm>
            <a:off x="356448" y="309626"/>
            <a:ext cx="8566720" cy="900844"/>
          </a:xfrm>
        </p:spPr>
        <p:txBody>
          <a:bodyPr/>
          <a:lstStyle/>
          <a:p>
            <a:r>
              <a:rPr lang="zh-CN" altLang="en-US" dirty="0"/>
              <a:t>选择器应用：逻辑函数</a:t>
            </a:r>
          </a:p>
        </p:txBody>
      </p:sp>
      <p:sp>
        <p:nvSpPr>
          <p:cNvPr id="102403" name="内容占位符 2"/>
          <p:cNvSpPr>
            <a:spLocks noGrp="1"/>
          </p:cNvSpPr>
          <p:nvPr>
            <p:ph idx="1"/>
          </p:nvPr>
        </p:nvSpPr>
        <p:spPr>
          <a:xfrm>
            <a:off x="446606" y="1412498"/>
            <a:ext cx="8049829" cy="5029200"/>
          </a:xfrm>
        </p:spPr>
        <p:txBody>
          <a:bodyPr/>
          <a:lstStyle/>
          <a:p>
            <a:r>
              <a:rPr lang="zh-CN" altLang="en-US" sz="2800" dirty="0">
                <a:solidFill>
                  <a:srgbClr val="3333FF"/>
                </a:solidFill>
                <a:latin typeface="Arial" panose="020B0604020202020204" pitchFamily="34" charset="0"/>
                <a:cs typeface="Arial" panose="020B0604020202020204" pitchFamily="34" charset="0"/>
              </a:rPr>
              <a:t>多路选择器</a:t>
            </a:r>
            <a:r>
              <a:rPr lang="en-US" altLang="zh-CN" sz="2800" dirty="0">
                <a:solidFill>
                  <a:srgbClr val="3333FF"/>
                </a:solidFill>
                <a:latin typeface="Arial" panose="020B0604020202020204" pitchFamily="34" charset="0"/>
                <a:cs typeface="Arial" panose="020B0604020202020204" pitchFamily="34" charset="0"/>
              </a:rPr>
              <a:t> vs </a:t>
            </a:r>
            <a:r>
              <a:rPr lang="zh-CN" altLang="en-US" sz="2800" dirty="0">
                <a:solidFill>
                  <a:srgbClr val="3333FF"/>
                </a:solidFill>
                <a:latin typeface="Arial" panose="020B0604020202020204" pitchFamily="34" charset="0"/>
                <a:cs typeface="Arial" panose="020B0604020202020204" pitchFamily="34" charset="0"/>
              </a:rPr>
              <a:t>查找表 </a:t>
            </a:r>
            <a:r>
              <a:rPr lang="en-US" altLang="zh-CN" sz="2800" dirty="0">
                <a:solidFill>
                  <a:srgbClr val="3333FF"/>
                </a:solidFill>
                <a:latin typeface="Arial" panose="020B0604020202020204" pitchFamily="34" charset="0"/>
                <a:cs typeface="Arial" panose="020B0604020202020204" pitchFamily="34" charset="0"/>
              </a:rPr>
              <a:t>(LUT)</a:t>
            </a:r>
          </a:p>
          <a:p>
            <a:r>
              <a:rPr lang="en-US" altLang="zh-CN" sz="2800" dirty="0">
                <a:latin typeface="黑体" panose="02010609060101010101" pitchFamily="49" charset="-122"/>
              </a:rPr>
              <a:t>n</a:t>
            </a:r>
            <a:r>
              <a:rPr lang="zh-CN" altLang="en-US" sz="2800" dirty="0">
                <a:latin typeface="黑体" panose="02010609060101010101" pitchFamily="49" charset="-122"/>
              </a:rPr>
              <a:t>个地址端的多路选择器</a:t>
            </a:r>
            <a:r>
              <a:rPr lang="en-US" altLang="zh-CN" sz="2800" dirty="0">
                <a:latin typeface="黑体" panose="02010609060101010101" pitchFamily="49" charset="-122"/>
              </a:rPr>
              <a:t> </a:t>
            </a:r>
            <a:r>
              <a:rPr lang="en-US" altLang="zh-CN" sz="2800" dirty="0">
                <a:latin typeface="黑体" panose="02010609060101010101" pitchFamily="49" charset="-122"/>
                <a:sym typeface="Wingdings" pitchFamily="2" charset="2"/>
              </a:rPr>
              <a:t> </a:t>
            </a:r>
            <a:r>
              <a:rPr lang="en-US" altLang="zh-CN" sz="2800" dirty="0">
                <a:latin typeface="黑体" panose="02010609060101010101" pitchFamily="49" charset="-122"/>
              </a:rPr>
              <a:t>n</a:t>
            </a:r>
            <a:r>
              <a:rPr lang="zh-CN" altLang="en-US" sz="2800" dirty="0">
                <a:latin typeface="黑体" panose="02010609060101010101" pitchFamily="49" charset="-122"/>
              </a:rPr>
              <a:t>变量的逻辑函数</a:t>
            </a:r>
            <a:endParaRPr lang="en-US" altLang="zh-CN" sz="2800" dirty="0">
              <a:latin typeface="黑体" panose="02010609060101010101" pitchFamily="49" charset="-122"/>
            </a:endParaRPr>
          </a:p>
          <a:p>
            <a:pPr lvl="1"/>
            <a:r>
              <a:rPr lang="zh-CN" altLang="en-US" sz="2400" dirty="0">
                <a:latin typeface="黑体" panose="02010609060101010101" pitchFamily="49" charset="-122"/>
              </a:rPr>
              <a:t>将函数输入变量作为地址端</a:t>
            </a:r>
            <a:endParaRPr lang="en-US" altLang="zh-CN" sz="2400" dirty="0">
              <a:latin typeface="黑体" panose="02010609060101010101" pitchFamily="49" charset="-122"/>
            </a:endParaRPr>
          </a:p>
          <a:p>
            <a:pPr lvl="1"/>
            <a:r>
              <a:rPr lang="zh-CN" altLang="en-US" sz="2400" dirty="0">
                <a:latin typeface="黑体" panose="02010609060101010101" pitchFamily="49" charset="-122"/>
              </a:rPr>
              <a:t>多路选择器的数据输入端按函数输出值预先赋值</a:t>
            </a:r>
            <a:endParaRPr lang="en-US" altLang="zh-CN" sz="2400" dirty="0">
              <a:latin typeface="黑体" panose="02010609060101010101" pitchFamily="49" charset="-122"/>
            </a:endParaRPr>
          </a:p>
        </p:txBody>
      </p:sp>
      <p:graphicFrame>
        <p:nvGraphicFramePr>
          <p:cNvPr id="7" name="Object 55">
            <a:extLst>
              <a:ext uri="{FF2B5EF4-FFF2-40B4-BE49-F238E27FC236}">
                <a16:creationId xmlns:a16="http://schemas.microsoft.com/office/drawing/2014/main" id="{C257063E-43CC-AA43-98F8-C6CE98AD80EE}"/>
              </a:ext>
            </a:extLst>
          </p:cNvPr>
          <p:cNvGraphicFramePr>
            <a:graphicFrameLocks noChangeAspect="1"/>
          </p:cNvGraphicFramePr>
          <p:nvPr>
            <p:extLst>
              <p:ext uri="{D42A27DB-BD31-4B8C-83A1-F6EECF244321}">
                <p14:modId xmlns:p14="http://schemas.microsoft.com/office/powerpoint/2010/main" val="1063016299"/>
              </p:ext>
            </p:extLst>
          </p:nvPr>
        </p:nvGraphicFramePr>
        <p:xfrm>
          <a:off x="1706108" y="3434077"/>
          <a:ext cx="5867400" cy="903288"/>
        </p:xfrm>
        <a:graphic>
          <a:graphicData uri="http://schemas.openxmlformats.org/presentationml/2006/ole">
            <mc:AlternateContent xmlns:mc="http://schemas.openxmlformats.org/markup-compatibility/2006">
              <mc:Choice xmlns:v="urn:schemas-microsoft-com:vml" Requires="v">
                <p:oleObj name="Equation" r:id="rId3" imgW="3136680" imgH="482400" progId="Equation.DSMT4">
                  <p:embed/>
                </p:oleObj>
              </mc:Choice>
              <mc:Fallback>
                <p:oleObj name="Equation" r:id="rId3" imgW="3136680" imgH="482400" progId="Equation.DSMT4">
                  <p:embed/>
                  <p:pic>
                    <p:nvPicPr>
                      <p:cNvPr id="7" name="Object 55">
                        <a:extLst>
                          <a:ext uri="{FF2B5EF4-FFF2-40B4-BE49-F238E27FC236}">
                            <a16:creationId xmlns:a16="http://schemas.microsoft.com/office/drawing/2014/main" id="{C257063E-43CC-AA43-98F8-C6CE98AD80E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06108" y="3434077"/>
                        <a:ext cx="5867400" cy="903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0" name="组合 19">
            <a:extLst>
              <a:ext uri="{FF2B5EF4-FFF2-40B4-BE49-F238E27FC236}">
                <a16:creationId xmlns:a16="http://schemas.microsoft.com/office/drawing/2014/main" id="{88AD4148-B8EB-D6FB-9203-3CDD5F746EB4}"/>
              </a:ext>
            </a:extLst>
          </p:cNvPr>
          <p:cNvGrpSpPr/>
          <p:nvPr/>
        </p:nvGrpSpPr>
        <p:grpSpPr>
          <a:xfrm>
            <a:off x="2310855" y="4400003"/>
            <a:ext cx="5309145" cy="2170972"/>
            <a:chOff x="2043760" y="4577917"/>
            <a:chExt cx="5309145" cy="2170972"/>
          </a:xfrm>
        </p:grpSpPr>
        <p:sp>
          <p:nvSpPr>
            <p:cNvPr id="4" name="矩形 3">
              <a:extLst>
                <a:ext uri="{FF2B5EF4-FFF2-40B4-BE49-F238E27FC236}">
                  <a16:creationId xmlns:a16="http://schemas.microsoft.com/office/drawing/2014/main" id="{3A48735C-D826-1282-C92C-2A0C2AE86779}"/>
                </a:ext>
              </a:extLst>
            </p:cNvPr>
            <p:cNvSpPr/>
            <p:nvPr/>
          </p:nvSpPr>
          <p:spPr bwMode="auto">
            <a:xfrm>
              <a:off x="3635896" y="5308729"/>
              <a:ext cx="756084" cy="1440160"/>
            </a:xfrm>
            <a:prstGeom prst="rect">
              <a:avLst/>
            </a:prstGeom>
            <a:noFill/>
            <a:ln w="38100" cap="flat" cmpd="sng" algn="ctr">
              <a:solidFill>
                <a:srgbClr val="3333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cxnSp>
          <p:nvCxnSpPr>
            <p:cNvPr id="6" name="直线箭头连接符 5">
              <a:extLst>
                <a:ext uri="{FF2B5EF4-FFF2-40B4-BE49-F238E27FC236}">
                  <a16:creationId xmlns:a16="http://schemas.microsoft.com/office/drawing/2014/main" id="{0B3E1077-6246-BA6E-FB3B-3F69D0EC1D04}"/>
                </a:ext>
              </a:extLst>
            </p:cNvPr>
            <p:cNvCxnSpPr/>
            <p:nvPr/>
          </p:nvCxnSpPr>
          <p:spPr bwMode="auto">
            <a:xfrm>
              <a:off x="2767422" y="5585673"/>
              <a:ext cx="828092" cy="0"/>
            </a:xfrm>
            <a:prstGeom prst="straightConnector1">
              <a:avLst/>
            </a:prstGeom>
            <a:solidFill>
              <a:schemeClr val="accent1"/>
            </a:solidFill>
            <a:ln w="31750" cap="flat" cmpd="sng" algn="ctr">
              <a:solidFill>
                <a:srgbClr val="3333FF"/>
              </a:solidFill>
              <a:prstDash val="solid"/>
              <a:round/>
              <a:headEnd type="none" w="med" len="med"/>
              <a:tailEnd type="triangle"/>
            </a:ln>
            <a:effectLst/>
          </p:spPr>
        </p:cxnSp>
        <p:sp>
          <p:nvSpPr>
            <p:cNvPr id="8" name="文本框 7">
              <a:extLst>
                <a:ext uri="{FF2B5EF4-FFF2-40B4-BE49-F238E27FC236}">
                  <a16:creationId xmlns:a16="http://schemas.microsoft.com/office/drawing/2014/main" id="{48C44E7E-28DB-F715-86DE-3298090BB861}"/>
                </a:ext>
              </a:extLst>
            </p:cNvPr>
            <p:cNvSpPr txBox="1"/>
            <p:nvPr/>
          </p:nvSpPr>
          <p:spPr>
            <a:xfrm>
              <a:off x="2043760" y="5216341"/>
              <a:ext cx="1159292" cy="369332"/>
            </a:xfrm>
            <a:prstGeom prst="rect">
              <a:avLst/>
            </a:prstGeom>
            <a:noFill/>
          </p:spPr>
          <p:txBody>
            <a:bodyPr wrap="none" rtlCol="0">
              <a:spAutoFit/>
            </a:bodyPr>
            <a:lstStyle/>
            <a:p>
              <a:r>
                <a:rPr kumimoji="1" lang="en-US" altLang="zh-CN" dirty="0">
                  <a:solidFill>
                    <a:srgbClr val="3333FF"/>
                  </a:solidFill>
                </a:rPr>
                <a:t>F1</a:t>
              </a:r>
              <a:r>
                <a:rPr kumimoji="1" lang="zh-CN" altLang="en-US" dirty="0">
                  <a:solidFill>
                    <a:srgbClr val="3333FF"/>
                  </a:solidFill>
                </a:rPr>
                <a:t> </a:t>
              </a:r>
              <a:r>
                <a:rPr kumimoji="1" lang="en-US" altLang="zh-CN" dirty="0">
                  <a:solidFill>
                    <a:srgbClr val="3333FF"/>
                  </a:solidFill>
                </a:rPr>
                <a:t>output</a:t>
              </a:r>
              <a:endParaRPr kumimoji="1" lang="zh-CN" altLang="en-US" dirty="0">
                <a:solidFill>
                  <a:srgbClr val="3333FF"/>
                </a:solidFill>
              </a:endParaRPr>
            </a:p>
          </p:txBody>
        </p:sp>
        <p:cxnSp>
          <p:nvCxnSpPr>
            <p:cNvPr id="9" name="直线箭头连接符 8">
              <a:extLst>
                <a:ext uri="{FF2B5EF4-FFF2-40B4-BE49-F238E27FC236}">
                  <a16:creationId xmlns:a16="http://schemas.microsoft.com/office/drawing/2014/main" id="{593B819E-DC72-88DF-3470-BEAD80A4BF6E}"/>
                </a:ext>
              </a:extLst>
            </p:cNvPr>
            <p:cNvCxnSpPr/>
            <p:nvPr/>
          </p:nvCxnSpPr>
          <p:spPr bwMode="auto">
            <a:xfrm>
              <a:off x="2767422" y="6096097"/>
              <a:ext cx="828092" cy="0"/>
            </a:xfrm>
            <a:prstGeom prst="straightConnector1">
              <a:avLst/>
            </a:prstGeom>
            <a:solidFill>
              <a:schemeClr val="accent1"/>
            </a:solidFill>
            <a:ln w="31750" cap="flat" cmpd="sng" algn="ctr">
              <a:solidFill>
                <a:srgbClr val="3333FF"/>
              </a:solidFill>
              <a:prstDash val="solid"/>
              <a:round/>
              <a:headEnd type="none" w="med" len="med"/>
              <a:tailEnd type="triangle"/>
            </a:ln>
            <a:effectLst/>
          </p:spPr>
        </p:cxnSp>
        <p:sp>
          <p:nvSpPr>
            <p:cNvPr id="10" name="文本框 9">
              <a:extLst>
                <a:ext uri="{FF2B5EF4-FFF2-40B4-BE49-F238E27FC236}">
                  <a16:creationId xmlns:a16="http://schemas.microsoft.com/office/drawing/2014/main" id="{33DC0399-3DCD-15D3-51E9-BAD7D98C5BD5}"/>
                </a:ext>
              </a:extLst>
            </p:cNvPr>
            <p:cNvSpPr txBox="1"/>
            <p:nvPr/>
          </p:nvSpPr>
          <p:spPr>
            <a:xfrm>
              <a:off x="2043760" y="5726765"/>
              <a:ext cx="1159292" cy="369332"/>
            </a:xfrm>
            <a:prstGeom prst="rect">
              <a:avLst/>
            </a:prstGeom>
            <a:noFill/>
          </p:spPr>
          <p:txBody>
            <a:bodyPr wrap="none" rtlCol="0">
              <a:spAutoFit/>
            </a:bodyPr>
            <a:lstStyle/>
            <a:p>
              <a:r>
                <a:rPr kumimoji="1" lang="en-US" altLang="zh-CN" dirty="0">
                  <a:solidFill>
                    <a:srgbClr val="3333FF"/>
                  </a:solidFill>
                </a:rPr>
                <a:t>F2</a:t>
              </a:r>
              <a:r>
                <a:rPr kumimoji="1" lang="zh-CN" altLang="en-US" dirty="0">
                  <a:solidFill>
                    <a:srgbClr val="3333FF"/>
                  </a:solidFill>
                </a:rPr>
                <a:t> </a:t>
              </a:r>
              <a:r>
                <a:rPr kumimoji="1" lang="en-US" altLang="zh-CN" dirty="0">
                  <a:solidFill>
                    <a:srgbClr val="3333FF"/>
                  </a:solidFill>
                </a:rPr>
                <a:t>output</a:t>
              </a:r>
              <a:endParaRPr kumimoji="1" lang="zh-CN" altLang="en-US" dirty="0">
                <a:solidFill>
                  <a:srgbClr val="3333FF"/>
                </a:solidFill>
              </a:endParaRPr>
            </a:p>
          </p:txBody>
        </p:sp>
        <p:cxnSp>
          <p:nvCxnSpPr>
            <p:cNvPr id="11" name="直线箭头连接符 10">
              <a:extLst>
                <a:ext uri="{FF2B5EF4-FFF2-40B4-BE49-F238E27FC236}">
                  <a16:creationId xmlns:a16="http://schemas.microsoft.com/office/drawing/2014/main" id="{0810B11A-8356-675B-C94B-CC1870BBFF97}"/>
                </a:ext>
              </a:extLst>
            </p:cNvPr>
            <p:cNvCxnSpPr/>
            <p:nvPr/>
          </p:nvCxnSpPr>
          <p:spPr bwMode="auto">
            <a:xfrm>
              <a:off x="2767422" y="6606521"/>
              <a:ext cx="828092" cy="0"/>
            </a:xfrm>
            <a:prstGeom prst="straightConnector1">
              <a:avLst/>
            </a:prstGeom>
            <a:solidFill>
              <a:schemeClr val="accent1"/>
            </a:solidFill>
            <a:ln w="31750" cap="flat" cmpd="sng" algn="ctr">
              <a:solidFill>
                <a:srgbClr val="3333FF"/>
              </a:solidFill>
              <a:prstDash val="solid"/>
              <a:round/>
              <a:headEnd type="none" w="med" len="med"/>
              <a:tailEnd type="triangle"/>
            </a:ln>
            <a:effectLst/>
          </p:spPr>
        </p:cxnSp>
        <p:sp>
          <p:nvSpPr>
            <p:cNvPr id="12" name="文本框 11">
              <a:extLst>
                <a:ext uri="{FF2B5EF4-FFF2-40B4-BE49-F238E27FC236}">
                  <a16:creationId xmlns:a16="http://schemas.microsoft.com/office/drawing/2014/main" id="{879DF1C4-049B-72A8-C5AE-D862F7C26BE2}"/>
                </a:ext>
              </a:extLst>
            </p:cNvPr>
            <p:cNvSpPr txBox="1"/>
            <p:nvPr/>
          </p:nvSpPr>
          <p:spPr>
            <a:xfrm>
              <a:off x="2043760" y="6237189"/>
              <a:ext cx="1159292" cy="369332"/>
            </a:xfrm>
            <a:prstGeom prst="rect">
              <a:avLst/>
            </a:prstGeom>
            <a:noFill/>
          </p:spPr>
          <p:txBody>
            <a:bodyPr wrap="none" rtlCol="0">
              <a:spAutoFit/>
            </a:bodyPr>
            <a:lstStyle/>
            <a:p>
              <a:r>
                <a:rPr kumimoji="1" lang="en-US" altLang="zh-CN" dirty="0">
                  <a:solidFill>
                    <a:srgbClr val="3333FF"/>
                  </a:solidFill>
                </a:rPr>
                <a:t>F3</a:t>
              </a:r>
              <a:r>
                <a:rPr kumimoji="1" lang="zh-CN" altLang="en-US" dirty="0">
                  <a:solidFill>
                    <a:srgbClr val="3333FF"/>
                  </a:solidFill>
                </a:rPr>
                <a:t> </a:t>
              </a:r>
              <a:r>
                <a:rPr kumimoji="1" lang="en-US" altLang="zh-CN" dirty="0">
                  <a:solidFill>
                    <a:srgbClr val="3333FF"/>
                  </a:solidFill>
                </a:rPr>
                <a:t>output</a:t>
              </a:r>
              <a:endParaRPr kumimoji="1" lang="zh-CN" altLang="en-US" dirty="0">
                <a:solidFill>
                  <a:srgbClr val="3333FF"/>
                </a:solidFill>
              </a:endParaRPr>
            </a:p>
          </p:txBody>
        </p:sp>
        <p:cxnSp>
          <p:nvCxnSpPr>
            <p:cNvPr id="13" name="直线箭头连接符 12">
              <a:extLst>
                <a:ext uri="{FF2B5EF4-FFF2-40B4-BE49-F238E27FC236}">
                  <a16:creationId xmlns:a16="http://schemas.microsoft.com/office/drawing/2014/main" id="{B9D66A5F-29B4-ADC2-8D10-98EDCB16EA03}"/>
                </a:ext>
              </a:extLst>
            </p:cNvPr>
            <p:cNvCxnSpPr>
              <a:cxnSpLocks/>
            </p:cNvCxnSpPr>
            <p:nvPr/>
          </p:nvCxnSpPr>
          <p:spPr bwMode="auto">
            <a:xfrm>
              <a:off x="3779912" y="4950705"/>
              <a:ext cx="0" cy="358024"/>
            </a:xfrm>
            <a:prstGeom prst="straightConnector1">
              <a:avLst/>
            </a:prstGeom>
            <a:solidFill>
              <a:schemeClr val="accent1"/>
            </a:solidFill>
            <a:ln w="31750" cap="flat" cmpd="sng" algn="ctr">
              <a:solidFill>
                <a:srgbClr val="3333FF"/>
              </a:solidFill>
              <a:prstDash val="solid"/>
              <a:round/>
              <a:headEnd type="none" w="med" len="med"/>
              <a:tailEnd type="triangle"/>
            </a:ln>
            <a:effectLst/>
          </p:spPr>
        </p:cxnSp>
        <p:cxnSp>
          <p:nvCxnSpPr>
            <p:cNvPr id="15" name="直线箭头连接符 14">
              <a:extLst>
                <a:ext uri="{FF2B5EF4-FFF2-40B4-BE49-F238E27FC236}">
                  <a16:creationId xmlns:a16="http://schemas.microsoft.com/office/drawing/2014/main" id="{D99A617E-65BC-D77A-A9D9-CA22BF725B08}"/>
                </a:ext>
              </a:extLst>
            </p:cNvPr>
            <p:cNvCxnSpPr>
              <a:cxnSpLocks/>
            </p:cNvCxnSpPr>
            <p:nvPr/>
          </p:nvCxnSpPr>
          <p:spPr bwMode="auto">
            <a:xfrm>
              <a:off x="3995936" y="4950705"/>
              <a:ext cx="0" cy="358024"/>
            </a:xfrm>
            <a:prstGeom prst="straightConnector1">
              <a:avLst/>
            </a:prstGeom>
            <a:solidFill>
              <a:schemeClr val="accent1"/>
            </a:solidFill>
            <a:ln w="31750" cap="flat" cmpd="sng" algn="ctr">
              <a:solidFill>
                <a:srgbClr val="3333FF"/>
              </a:solidFill>
              <a:prstDash val="solid"/>
              <a:round/>
              <a:headEnd type="none" w="med" len="med"/>
              <a:tailEnd type="triangle"/>
            </a:ln>
            <a:effectLst/>
          </p:spPr>
        </p:cxnSp>
        <p:cxnSp>
          <p:nvCxnSpPr>
            <p:cNvPr id="16" name="直线箭头连接符 15">
              <a:extLst>
                <a:ext uri="{FF2B5EF4-FFF2-40B4-BE49-F238E27FC236}">
                  <a16:creationId xmlns:a16="http://schemas.microsoft.com/office/drawing/2014/main" id="{E4438B86-73E6-021E-483B-6F38037EC75B}"/>
                </a:ext>
              </a:extLst>
            </p:cNvPr>
            <p:cNvCxnSpPr>
              <a:cxnSpLocks/>
            </p:cNvCxnSpPr>
            <p:nvPr/>
          </p:nvCxnSpPr>
          <p:spPr bwMode="auto">
            <a:xfrm>
              <a:off x="4211960" y="4950705"/>
              <a:ext cx="0" cy="358024"/>
            </a:xfrm>
            <a:prstGeom prst="straightConnector1">
              <a:avLst/>
            </a:prstGeom>
            <a:solidFill>
              <a:schemeClr val="accent1"/>
            </a:solidFill>
            <a:ln w="31750" cap="flat" cmpd="sng" algn="ctr">
              <a:solidFill>
                <a:srgbClr val="3333FF"/>
              </a:solidFill>
              <a:prstDash val="solid"/>
              <a:round/>
              <a:headEnd type="none" w="med" len="med"/>
              <a:tailEnd type="triangle"/>
            </a:ln>
            <a:effectLst/>
          </p:spPr>
        </p:cxnSp>
        <p:sp>
          <p:nvSpPr>
            <p:cNvPr id="17" name="文本框 16">
              <a:extLst>
                <a:ext uri="{FF2B5EF4-FFF2-40B4-BE49-F238E27FC236}">
                  <a16:creationId xmlns:a16="http://schemas.microsoft.com/office/drawing/2014/main" id="{9536EB9D-F30A-EA49-43C7-F9E210285757}"/>
                </a:ext>
              </a:extLst>
            </p:cNvPr>
            <p:cNvSpPr txBox="1"/>
            <p:nvPr/>
          </p:nvSpPr>
          <p:spPr>
            <a:xfrm>
              <a:off x="2623406" y="4577917"/>
              <a:ext cx="2672526" cy="369332"/>
            </a:xfrm>
            <a:prstGeom prst="rect">
              <a:avLst/>
            </a:prstGeom>
            <a:noFill/>
          </p:spPr>
          <p:txBody>
            <a:bodyPr wrap="none" rtlCol="0">
              <a:spAutoFit/>
            </a:bodyPr>
            <a:lstStyle/>
            <a:p>
              <a:r>
                <a:rPr kumimoji="1" lang="en-US" altLang="zh-CN" dirty="0" err="1">
                  <a:solidFill>
                    <a:srgbClr val="3333FF"/>
                  </a:solidFill>
                </a:rPr>
                <a:t>Addr</a:t>
              </a:r>
              <a:r>
                <a:rPr kumimoji="1" lang="zh-CN" altLang="en-US" dirty="0">
                  <a:solidFill>
                    <a:srgbClr val="3333FF"/>
                  </a:solidFill>
                </a:rPr>
                <a:t> </a:t>
              </a:r>
              <a:r>
                <a:rPr kumimoji="1" lang="en-US" altLang="zh-CN" dirty="0">
                  <a:solidFill>
                    <a:srgbClr val="3333FF"/>
                  </a:solidFill>
                </a:rPr>
                <a:t>(function</a:t>
              </a:r>
              <a:r>
                <a:rPr kumimoji="1" lang="zh-CN" altLang="en-US" dirty="0">
                  <a:solidFill>
                    <a:srgbClr val="3333FF"/>
                  </a:solidFill>
                </a:rPr>
                <a:t> </a:t>
              </a:r>
              <a:r>
                <a:rPr kumimoji="1" lang="en-US" altLang="zh-CN" dirty="0">
                  <a:solidFill>
                    <a:srgbClr val="3333FF"/>
                  </a:solidFill>
                </a:rPr>
                <a:t>selection)</a:t>
              </a:r>
              <a:endParaRPr kumimoji="1" lang="zh-CN" altLang="en-US" dirty="0">
                <a:solidFill>
                  <a:srgbClr val="3333FF"/>
                </a:solidFill>
              </a:endParaRPr>
            </a:p>
          </p:txBody>
        </p:sp>
        <p:cxnSp>
          <p:nvCxnSpPr>
            <p:cNvPr id="18" name="直线箭头连接符 17">
              <a:extLst>
                <a:ext uri="{FF2B5EF4-FFF2-40B4-BE49-F238E27FC236}">
                  <a16:creationId xmlns:a16="http://schemas.microsoft.com/office/drawing/2014/main" id="{1EB09A3E-9811-C382-2AFB-8BB2D6A605C0}"/>
                </a:ext>
              </a:extLst>
            </p:cNvPr>
            <p:cNvCxnSpPr/>
            <p:nvPr/>
          </p:nvCxnSpPr>
          <p:spPr bwMode="auto">
            <a:xfrm>
              <a:off x="4391980" y="6028809"/>
              <a:ext cx="828092" cy="0"/>
            </a:xfrm>
            <a:prstGeom prst="straightConnector1">
              <a:avLst/>
            </a:prstGeom>
            <a:solidFill>
              <a:schemeClr val="accent1"/>
            </a:solidFill>
            <a:ln w="31750" cap="flat" cmpd="sng" algn="ctr">
              <a:solidFill>
                <a:srgbClr val="3333FF"/>
              </a:solidFill>
              <a:prstDash val="solid"/>
              <a:round/>
              <a:headEnd type="none" w="med" len="med"/>
              <a:tailEnd type="triangle"/>
            </a:ln>
            <a:effectLst/>
          </p:spPr>
        </p:cxnSp>
        <p:sp>
          <p:nvSpPr>
            <p:cNvPr id="19" name="文本框 18">
              <a:extLst>
                <a:ext uri="{FF2B5EF4-FFF2-40B4-BE49-F238E27FC236}">
                  <a16:creationId xmlns:a16="http://schemas.microsoft.com/office/drawing/2014/main" id="{292643BE-3602-4A24-C696-FF90F6DD6745}"/>
                </a:ext>
              </a:extLst>
            </p:cNvPr>
            <p:cNvSpPr txBox="1"/>
            <p:nvPr/>
          </p:nvSpPr>
          <p:spPr>
            <a:xfrm>
              <a:off x="5295932" y="5825492"/>
              <a:ext cx="2056973" cy="369332"/>
            </a:xfrm>
            <a:prstGeom prst="rect">
              <a:avLst/>
            </a:prstGeom>
            <a:noFill/>
          </p:spPr>
          <p:txBody>
            <a:bodyPr wrap="none" rtlCol="0">
              <a:spAutoFit/>
            </a:bodyPr>
            <a:lstStyle/>
            <a:p>
              <a:r>
                <a:rPr kumimoji="1" lang="en-US" altLang="zh-CN" dirty="0">
                  <a:solidFill>
                    <a:srgbClr val="3333FF"/>
                  </a:solidFill>
                </a:rPr>
                <a:t>Q:</a:t>
              </a:r>
              <a:r>
                <a:rPr kumimoji="1" lang="zh-CN" altLang="en-US" dirty="0">
                  <a:solidFill>
                    <a:srgbClr val="3333FF"/>
                  </a:solidFill>
                </a:rPr>
                <a:t> </a:t>
              </a:r>
              <a:r>
                <a:rPr kumimoji="1" lang="en-US" altLang="zh-CN" dirty="0">
                  <a:solidFill>
                    <a:srgbClr val="3333FF"/>
                  </a:solidFill>
                </a:rPr>
                <a:t>selected</a:t>
              </a:r>
              <a:r>
                <a:rPr kumimoji="1" lang="zh-CN" altLang="en-US" dirty="0">
                  <a:solidFill>
                    <a:srgbClr val="3333FF"/>
                  </a:solidFill>
                </a:rPr>
                <a:t> </a:t>
              </a:r>
              <a:r>
                <a:rPr kumimoji="1" lang="en-US" altLang="zh-CN" dirty="0">
                  <a:solidFill>
                    <a:srgbClr val="3333FF"/>
                  </a:solidFill>
                </a:rPr>
                <a:t>output</a:t>
              </a:r>
              <a:endParaRPr kumimoji="1" lang="zh-CN" altLang="en-US" dirty="0">
                <a:solidFill>
                  <a:srgbClr val="3333FF"/>
                </a:solidFill>
              </a:endParaRPr>
            </a:p>
          </p:txBody>
        </p:sp>
      </p:grpSp>
      <p:sp>
        <p:nvSpPr>
          <p:cNvPr id="21" name="灯片编号占位符 6">
            <a:extLst>
              <a:ext uri="{FF2B5EF4-FFF2-40B4-BE49-F238E27FC236}">
                <a16:creationId xmlns:a16="http://schemas.microsoft.com/office/drawing/2014/main" id="{4E37B78D-A399-9041-9985-531089175C09}"/>
              </a:ext>
            </a:extLst>
          </p:cNvPr>
          <p:cNvSpPr txBox="1">
            <a:spLocks/>
          </p:cNvSpPr>
          <p:nvPr/>
        </p:nvSpPr>
        <p:spPr bwMode="auto">
          <a:xfrm>
            <a:off x="6553200" y="6265860"/>
            <a:ext cx="213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4600" b="1" kern="1200">
                <a:solidFill>
                  <a:srgbClr val="FF3300"/>
                </a:solidFill>
                <a:latin typeface="Garamond" pitchFamily="18" charset="0"/>
                <a:ea typeface="宋体" charset="-122"/>
                <a:cs typeface="+mn-cs"/>
              </a:defRPr>
            </a:lvl1pPr>
            <a:lvl2pPr marL="742950" indent="-28575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2pPr>
            <a:lvl3pPr marL="11430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3pPr>
            <a:lvl4pPr marL="16002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4pPr>
            <a:lvl5pPr marL="20574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5pPr>
            <a:lvl6pPr marL="25146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6pPr>
            <a:lvl7pPr marL="29718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7pPr>
            <a:lvl8pPr marL="34290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8pPr>
            <a:lvl9pPr marL="38862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9pPr>
          </a:lstStyle>
          <a:p>
            <a:pPr eaLnBrk="1" hangingPunct="1"/>
            <a:fld id="{CCE6D788-BCB5-407E-9DED-68D155892338}" type="slidenum">
              <a:rPr lang="en-US" altLang="zh-CN" sz="1400" smtClean="0">
                <a:solidFill>
                  <a:schemeClr val="tx1"/>
                </a:solidFill>
                <a:latin typeface="+mn-lt"/>
              </a:rPr>
              <a:pPr eaLnBrk="1" hangingPunct="1"/>
              <a:t>72</a:t>
            </a:fld>
            <a:endParaRPr lang="en-US" altLang="zh-CN" sz="1400" dirty="0">
              <a:solidFill>
                <a:schemeClr val="tx1"/>
              </a:solidFill>
              <a:latin typeface="+mn-lt"/>
            </a:endParaRPr>
          </a:p>
        </p:txBody>
      </p:sp>
    </p:spTree>
    <p:extLst>
      <p:ext uri="{BB962C8B-B14F-4D97-AF65-F5344CB8AC3E}">
        <p14:creationId xmlns:p14="http://schemas.microsoft.com/office/powerpoint/2010/main" val="40664237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a:xfrm>
            <a:off x="285428" y="257656"/>
            <a:ext cx="8643056" cy="936625"/>
          </a:xfrm>
        </p:spPr>
        <p:txBody>
          <a:bodyPr/>
          <a:lstStyle/>
          <a:p>
            <a:pPr eaLnBrk="1" hangingPunct="1"/>
            <a:r>
              <a:rPr lang="zh-CN" altLang="en-US" b="1" dirty="0"/>
              <a:t>用</a:t>
            </a:r>
            <a:r>
              <a:rPr lang="en-US" altLang="zh-CN" b="1" dirty="0"/>
              <a:t>8</a:t>
            </a:r>
            <a:r>
              <a:rPr lang="zh-CN" altLang="en-US" b="1" dirty="0"/>
              <a:t>选</a:t>
            </a:r>
            <a:r>
              <a:rPr lang="en-US" altLang="zh-CN" b="1" dirty="0"/>
              <a:t>1</a:t>
            </a:r>
            <a:r>
              <a:rPr lang="zh-CN" altLang="en-US" b="1" dirty="0"/>
              <a:t> </a:t>
            </a:r>
            <a:r>
              <a:rPr lang="en-US" altLang="zh-CN" b="1" dirty="0"/>
              <a:t>MUX</a:t>
            </a:r>
            <a:r>
              <a:rPr lang="zh-CN" altLang="en-US" b="1" dirty="0"/>
              <a:t>实现一个</a:t>
            </a:r>
            <a:r>
              <a:rPr lang="en-US" altLang="zh-CN" b="1" dirty="0"/>
              <a:t>3</a:t>
            </a:r>
            <a:r>
              <a:rPr lang="zh-CN" altLang="en-US" b="1" dirty="0"/>
              <a:t>变量逻辑函数</a:t>
            </a:r>
            <a:endParaRPr lang="en-US" altLang="zh-CN" b="1" dirty="0"/>
          </a:p>
        </p:txBody>
      </p:sp>
      <p:graphicFrame>
        <p:nvGraphicFramePr>
          <p:cNvPr id="692270" name="Group 46"/>
          <p:cNvGraphicFramePr>
            <a:graphicFrameLocks noGrp="1"/>
          </p:cNvGraphicFramePr>
          <p:nvPr>
            <p:ph type="tbl" idx="1"/>
            <p:extLst>
              <p:ext uri="{D42A27DB-BD31-4B8C-83A1-F6EECF244321}">
                <p14:modId xmlns:p14="http://schemas.microsoft.com/office/powerpoint/2010/main" val="963099329"/>
              </p:ext>
            </p:extLst>
          </p:nvPr>
        </p:nvGraphicFramePr>
        <p:xfrm>
          <a:off x="5294422" y="1563213"/>
          <a:ext cx="2895600" cy="3810003"/>
        </p:xfrm>
        <a:graphic>
          <a:graphicData uri="http://schemas.openxmlformats.org/drawingml/2006/table">
            <a:tbl>
              <a:tblPr/>
              <a:tblGrid>
                <a:gridCol w="723900">
                  <a:extLst>
                    <a:ext uri="{9D8B030D-6E8A-4147-A177-3AD203B41FA5}">
                      <a16:colId xmlns:a16="http://schemas.microsoft.com/office/drawing/2014/main" val="20000"/>
                    </a:ext>
                  </a:extLst>
                </a:gridCol>
                <a:gridCol w="723900">
                  <a:extLst>
                    <a:ext uri="{9D8B030D-6E8A-4147-A177-3AD203B41FA5}">
                      <a16:colId xmlns:a16="http://schemas.microsoft.com/office/drawing/2014/main" val="20001"/>
                    </a:ext>
                  </a:extLst>
                </a:gridCol>
                <a:gridCol w="723900">
                  <a:extLst>
                    <a:ext uri="{9D8B030D-6E8A-4147-A177-3AD203B41FA5}">
                      <a16:colId xmlns:a16="http://schemas.microsoft.com/office/drawing/2014/main" val="20002"/>
                    </a:ext>
                  </a:extLst>
                </a:gridCol>
                <a:gridCol w="723900">
                  <a:extLst>
                    <a:ext uri="{9D8B030D-6E8A-4147-A177-3AD203B41FA5}">
                      <a16:colId xmlns:a16="http://schemas.microsoft.com/office/drawing/2014/main" val="20003"/>
                    </a:ext>
                  </a:extLst>
                </a:gridCol>
              </a:tblGrid>
              <a:tr h="4222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宋体" charset="-122"/>
                        </a:rPr>
                        <a:t>A</a:t>
                      </a:r>
                      <a:r>
                        <a:rPr kumimoji="0" lang="en-US" altLang="zh-CN" sz="1800" b="1" i="0" u="none" strike="noStrike" cap="none" normalizeH="0" baseline="-25000" dirty="0">
                          <a:ln>
                            <a:noFill/>
                          </a:ln>
                          <a:solidFill>
                            <a:schemeClr val="tx1"/>
                          </a:solidFill>
                          <a:effectLst/>
                          <a:latin typeface="Arial" charset="0"/>
                          <a:ea typeface="宋体" charset="-122"/>
                        </a:rPr>
                        <a:t>2</a:t>
                      </a:r>
                      <a:endParaRPr kumimoji="0" lang="en-US" altLang="zh-CN" sz="1800" b="1" i="0" u="none" strike="noStrike" cap="none" normalizeH="0" baseline="0" dirty="0">
                        <a:ln>
                          <a:noFill/>
                        </a:ln>
                        <a:solidFill>
                          <a:schemeClr val="tx1"/>
                        </a:solidFill>
                        <a:effectLst/>
                        <a:latin typeface="Arial" charset="0"/>
                        <a:ea typeface="宋体" charset="-122"/>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A</a:t>
                      </a:r>
                      <a:r>
                        <a:rPr kumimoji="0" lang="en-US" altLang="zh-CN" sz="1800" b="1" i="0" u="none" strike="noStrike" cap="none" normalizeH="0" baseline="-25000">
                          <a:ln>
                            <a:noFill/>
                          </a:ln>
                          <a:solidFill>
                            <a:schemeClr val="tx1"/>
                          </a:solidFill>
                          <a:effectLst/>
                          <a:latin typeface="Arial" charset="0"/>
                          <a:ea typeface="宋体" charset="-122"/>
                        </a:rPr>
                        <a:t>1</a:t>
                      </a:r>
                      <a:endParaRPr kumimoji="0" lang="en-US" altLang="zh-CN" sz="1800" b="1" i="0" u="none" strike="noStrike" cap="none" normalizeH="0" baseline="0">
                        <a:ln>
                          <a:noFill/>
                        </a:ln>
                        <a:solidFill>
                          <a:schemeClr val="tx1"/>
                        </a:solidFill>
                        <a:effectLst/>
                        <a:latin typeface="Arial" charset="0"/>
                        <a:ea typeface="宋体"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A</a:t>
                      </a:r>
                      <a:r>
                        <a:rPr kumimoji="0" lang="en-US" altLang="zh-CN" sz="1800" b="1" i="0" u="none" strike="noStrike" cap="none" normalizeH="0" baseline="-25000">
                          <a:ln>
                            <a:noFill/>
                          </a:ln>
                          <a:solidFill>
                            <a:schemeClr val="tx1"/>
                          </a:solidFill>
                          <a:effectLst/>
                          <a:latin typeface="Arial" charset="0"/>
                          <a:ea typeface="宋体" charset="-122"/>
                        </a:rPr>
                        <a:t>0</a:t>
                      </a:r>
                      <a:endParaRPr kumimoji="0" lang="en-US" altLang="zh-CN" sz="1800" b="1" i="0" u="none" strike="noStrike" cap="none" normalizeH="0" baseline="0">
                        <a:ln>
                          <a:noFill/>
                        </a:ln>
                        <a:solidFill>
                          <a:schemeClr val="tx1"/>
                        </a:solidFill>
                        <a:effectLst/>
                        <a:latin typeface="Arial" charset="0"/>
                        <a:ea typeface="宋体"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Q</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4222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宋体" charset="-122"/>
                        </a:rPr>
                        <a:t>0</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D</a:t>
                      </a:r>
                      <a:r>
                        <a:rPr kumimoji="0" lang="en-US" altLang="zh-CN" sz="1800" b="1" i="0" u="none" strike="noStrike" cap="none" normalizeH="0" baseline="-2500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4238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0</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D</a:t>
                      </a:r>
                      <a:r>
                        <a:rPr kumimoji="0" lang="en-US" altLang="zh-CN" sz="1800" b="1" i="0" u="none" strike="noStrike" cap="none" normalizeH="0" baseline="-2500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238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0</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D</a:t>
                      </a:r>
                      <a:r>
                        <a:rPr kumimoji="0" lang="en-US" altLang="zh-CN" sz="1800" b="1" i="0" u="none" strike="noStrike" cap="none" normalizeH="0" baseline="-25000">
                          <a:ln>
                            <a:noFill/>
                          </a:ln>
                          <a:solidFill>
                            <a:schemeClr val="tx1"/>
                          </a:solidFill>
                          <a:effectLst/>
                          <a:latin typeface="Arial" charset="0"/>
                          <a:ea typeface="宋体" charset="-122"/>
                        </a:rPr>
                        <a:t>2</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4238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0</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D</a:t>
                      </a:r>
                      <a:r>
                        <a:rPr kumimoji="0" lang="en-US" altLang="zh-CN" sz="1800" b="1" i="0" u="none" strike="noStrike" cap="none" normalizeH="0" baseline="-25000">
                          <a:ln>
                            <a:noFill/>
                          </a:ln>
                          <a:solidFill>
                            <a:schemeClr val="tx1"/>
                          </a:solidFill>
                          <a:effectLst/>
                          <a:latin typeface="Arial" charset="0"/>
                          <a:ea typeface="宋体" charset="-122"/>
                        </a:rPr>
                        <a:t>3</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4238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1</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D</a:t>
                      </a:r>
                      <a:r>
                        <a:rPr kumimoji="0" lang="en-US" altLang="zh-CN" sz="1800" b="1" i="0" u="none" strike="noStrike" cap="none" normalizeH="0" baseline="-25000">
                          <a:ln>
                            <a:noFill/>
                          </a:ln>
                          <a:solidFill>
                            <a:schemeClr val="tx1"/>
                          </a:solidFill>
                          <a:effectLst/>
                          <a:latin typeface="Arial" charset="0"/>
                          <a:ea typeface="宋体" charset="-122"/>
                        </a:rPr>
                        <a:t>4</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4238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1</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D</a:t>
                      </a:r>
                      <a:r>
                        <a:rPr kumimoji="0" lang="en-US" altLang="zh-CN" sz="1800" b="1" i="0" u="none" strike="noStrike" cap="none" normalizeH="0" baseline="-25000">
                          <a:ln>
                            <a:noFill/>
                          </a:ln>
                          <a:solidFill>
                            <a:schemeClr val="tx1"/>
                          </a:solidFill>
                          <a:effectLst/>
                          <a:latin typeface="Arial" charset="0"/>
                          <a:ea typeface="宋体" charset="-122"/>
                        </a:rPr>
                        <a:t>5</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r h="4222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1</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D</a:t>
                      </a:r>
                      <a:r>
                        <a:rPr kumimoji="0" lang="en-US" altLang="zh-CN" sz="1800" b="1" i="0" u="none" strike="noStrike" cap="none" normalizeH="0" baseline="-25000">
                          <a:ln>
                            <a:noFill/>
                          </a:ln>
                          <a:solidFill>
                            <a:schemeClr val="tx1"/>
                          </a:solidFill>
                          <a:effectLst/>
                          <a:latin typeface="Arial" charset="0"/>
                          <a:ea typeface="宋体" charset="-122"/>
                        </a:rPr>
                        <a:t>6</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7"/>
                  </a:ext>
                </a:extLst>
              </a:tr>
              <a:tr h="4238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1</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宋体" charset="-122"/>
                        </a:rPr>
                        <a:t>D</a:t>
                      </a:r>
                      <a:r>
                        <a:rPr kumimoji="0" lang="en-US" altLang="zh-CN" sz="1800" b="1" i="0" u="none" strike="noStrike" cap="none" normalizeH="0" baseline="-25000" dirty="0">
                          <a:ln>
                            <a:noFill/>
                          </a:ln>
                          <a:solidFill>
                            <a:schemeClr val="tx1"/>
                          </a:solidFill>
                          <a:effectLst/>
                          <a:latin typeface="Arial" charset="0"/>
                          <a:ea typeface="宋体" charset="-122"/>
                        </a:rPr>
                        <a:t>7</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8"/>
                  </a:ext>
                </a:extLst>
              </a:tr>
            </a:tbl>
          </a:graphicData>
        </a:graphic>
      </p:graphicFrame>
      <p:grpSp>
        <p:nvGrpSpPr>
          <p:cNvPr id="6" name="组合 5">
            <a:extLst>
              <a:ext uri="{FF2B5EF4-FFF2-40B4-BE49-F238E27FC236}">
                <a16:creationId xmlns:a16="http://schemas.microsoft.com/office/drawing/2014/main" id="{7FE38483-845C-7564-7C16-CBD5297FDC1A}"/>
              </a:ext>
            </a:extLst>
          </p:cNvPr>
          <p:cNvGrpSpPr/>
          <p:nvPr/>
        </p:nvGrpSpPr>
        <p:grpSpPr>
          <a:xfrm>
            <a:off x="999014" y="5558769"/>
            <a:ext cx="2971800" cy="915353"/>
            <a:chOff x="1007638" y="5684991"/>
            <a:chExt cx="2971800" cy="915353"/>
          </a:xfrm>
        </p:grpSpPr>
        <p:sp>
          <p:nvSpPr>
            <p:cNvPr id="692322" name="Text Box 98"/>
            <p:cNvSpPr txBox="1">
              <a:spLocks noChangeArrowheads="1"/>
            </p:cNvSpPr>
            <p:nvPr/>
          </p:nvSpPr>
          <p:spPr bwMode="auto">
            <a:xfrm>
              <a:off x="1007638" y="5684991"/>
              <a:ext cx="2971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2800" b="1" i="0" u="none" strike="noStrike" kern="1200" cap="none" spc="0" normalizeH="0" baseline="0" noProof="0" dirty="0">
                  <a:ln>
                    <a:noFill/>
                  </a:ln>
                  <a:solidFill>
                    <a:srgbClr val="000000"/>
                  </a:solidFill>
                  <a:effectLst/>
                  <a:uLnTx/>
                  <a:uFillTx/>
                  <a:latin typeface="+mn-lt"/>
                  <a:ea typeface="宋体" charset="-122"/>
                  <a:cs typeface="+mn-cs"/>
                </a:rPr>
                <a:t>D</a:t>
              </a:r>
              <a:r>
                <a:rPr kumimoji="0" lang="en-US" altLang="zh-CN" sz="2800" b="1" i="0" u="none" strike="noStrike" kern="1200" cap="none" spc="0" normalizeH="0" baseline="-25000" noProof="0" dirty="0">
                  <a:ln>
                    <a:noFill/>
                  </a:ln>
                  <a:solidFill>
                    <a:srgbClr val="000000"/>
                  </a:solidFill>
                  <a:effectLst/>
                  <a:uLnTx/>
                  <a:uFillTx/>
                  <a:latin typeface="+mn-lt"/>
                  <a:ea typeface="宋体" charset="-122"/>
                  <a:cs typeface="+mn-cs"/>
                </a:rPr>
                <a:t>0</a:t>
              </a:r>
              <a:r>
                <a:rPr kumimoji="0" lang="en-US" altLang="zh-CN" sz="2800" b="1" i="0" u="none" strike="noStrike" kern="1200" cap="none" spc="0" normalizeH="0" baseline="0" noProof="0" dirty="0">
                  <a:ln>
                    <a:noFill/>
                  </a:ln>
                  <a:solidFill>
                    <a:srgbClr val="000000"/>
                  </a:solidFill>
                  <a:effectLst/>
                  <a:uLnTx/>
                  <a:uFillTx/>
                  <a:latin typeface="+mn-lt"/>
                  <a:ea typeface="宋体" charset="-122"/>
                  <a:cs typeface="+mn-cs"/>
                </a:rPr>
                <a:t>=D</a:t>
              </a:r>
              <a:r>
                <a:rPr kumimoji="0" lang="en-US" altLang="zh-CN" sz="2800" b="1" i="0" u="none" strike="noStrike" kern="1200" cap="none" spc="0" normalizeH="0" baseline="-25000" noProof="0" dirty="0">
                  <a:ln>
                    <a:noFill/>
                  </a:ln>
                  <a:solidFill>
                    <a:srgbClr val="000000"/>
                  </a:solidFill>
                  <a:effectLst/>
                  <a:uLnTx/>
                  <a:uFillTx/>
                  <a:latin typeface="+mn-lt"/>
                  <a:ea typeface="宋体" charset="-122"/>
                  <a:cs typeface="+mn-cs"/>
                </a:rPr>
                <a:t>1</a:t>
              </a:r>
              <a:r>
                <a:rPr kumimoji="0" lang="en-US" altLang="zh-CN" sz="2800" b="1" i="0" u="none" strike="noStrike" kern="1200" cap="none" spc="0" normalizeH="0" baseline="0" noProof="0" dirty="0">
                  <a:ln>
                    <a:noFill/>
                  </a:ln>
                  <a:solidFill>
                    <a:srgbClr val="000000"/>
                  </a:solidFill>
                  <a:effectLst/>
                  <a:uLnTx/>
                  <a:uFillTx/>
                  <a:latin typeface="+mn-lt"/>
                  <a:ea typeface="宋体" charset="-122"/>
                  <a:cs typeface="+mn-cs"/>
                </a:rPr>
                <a:t>=D</a:t>
              </a:r>
              <a:r>
                <a:rPr kumimoji="0" lang="en-US" altLang="zh-CN" sz="2800" b="1" i="0" u="none" strike="noStrike" kern="1200" cap="none" spc="0" normalizeH="0" baseline="-25000" noProof="0" dirty="0">
                  <a:ln>
                    <a:noFill/>
                  </a:ln>
                  <a:solidFill>
                    <a:srgbClr val="000000"/>
                  </a:solidFill>
                  <a:effectLst/>
                  <a:uLnTx/>
                  <a:uFillTx/>
                  <a:latin typeface="+mn-lt"/>
                  <a:ea typeface="宋体" charset="-122"/>
                  <a:cs typeface="+mn-cs"/>
                </a:rPr>
                <a:t>4</a:t>
              </a:r>
              <a:r>
                <a:rPr kumimoji="0" lang="en-US" altLang="zh-CN" sz="2800" b="1" i="0" u="none" strike="noStrike" kern="1200" cap="none" spc="0" normalizeH="0" baseline="0" noProof="0" dirty="0">
                  <a:ln>
                    <a:noFill/>
                  </a:ln>
                  <a:solidFill>
                    <a:srgbClr val="000000"/>
                  </a:solidFill>
                  <a:effectLst/>
                  <a:uLnTx/>
                  <a:uFillTx/>
                  <a:latin typeface="+mn-lt"/>
                  <a:ea typeface="宋体" charset="-122"/>
                  <a:cs typeface="+mn-cs"/>
                </a:rPr>
                <a:t>=D</a:t>
              </a:r>
              <a:r>
                <a:rPr kumimoji="0" lang="en-US" altLang="zh-CN" sz="2800" b="1" i="0" u="none" strike="noStrike" kern="1200" cap="none" spc="0" normalizeH="0" baseline="-25000" noProof="0" dirty="0">
                  <a:ln>
                    <a:noFill/>
                  </a:ln>
                  <a:solidFill>
                    <a:srgbClr val="000000"/>
                  </a:solidFill>
                  <a:effectLst/>
                  <a:uLnTx/>
                  <a:uFillTx/>
                  <a:latin typeface="+mn-lt"/>
                  <a:ea typeface="宋体" charset="-122"/>
                  <a:cs typeface="+mn-cs"/>
                </a:rPr>
                <a:t>7</a:t>
              </a:r>
              <a:r>
                <a:rPr kumimoji="0" lang="en-US" altLang="zh-CN" sz="2800" b="1" i="0" u="none" strike="noStrike" kern="1200" cap="none" spc="0" normalizeH="0" baseline="0" noProof="0" dirty="0">
                  <a:ln>
                    <a:noFill/>
                  </a:ln>
                  <a:solidFill>
                    <a:srgbClr val="000000"/>
                  </a:solidFill>
                  <a:effectLst/>
                  <a:uLnTx/>
                  <a:uFillTx/>
                  <a:latin typeface="+mn-lt"/>
                  <a:ea typeface="宋体" charset="-122"/>
                  <a:cs typeface="+mn-cs"/>
                </a:rPr>
                <a:t>=0</a:t>
              </a:r>
            </a:p>
          </p:txBody>
        </p:sp>
        <p:sp>
          <p:nvSpPr>
            <p:cNvPr id="692323" name="Text Box 99"/>
            <p:cNvSpPr txBox="1">
              <a:spLocks noChangeArrowheads="1"/>
            </p:cNvSpPr>
            <p:nvPr/>
          </p:nvSpPr>
          <p:spPr bwMode="auto">
            <a:xfrm>
              <a:off x="1007638" y="6081231"/>
              <a:ext cx="2971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2800" b="1" i="0" u="none" strike="noStrike" kern="1200" cap="none" spc="0" normalizeH="0" baseline="0" noProof="0" dirty="0">
                  <a:ln>
                    <a:noFill/>
                  </a:ln>
                  <a:solidFill>
                    <a:srgbClr val="000000"/>
                  </a:solidFill>
                  <a:effectLst/>
                  <a:uLnTx/>
                  <a:uFillTx/>
                  <a:latin typeface="+mn-lt"/>
                  <a:ea typeface="宋体" charset="-122"/>
                  <a:cs typeface="+mn-cs"/>
                </a:rPr>
                <a:t>D</a:t>
              </a:r>
              <a:r>
                <a:rPr kumimoji="0" lang="en-US" altLang="zh-CN" sz="2800" b="1" i="0" u="none" strike="noStrike" kern="1200" cap="none" spc="0" normalizeH="0" baseline="-25000" noProof="0" dirty="0">
                  <a:ln>
                    <a:noFill/>
                  </a:ln>
                  <a:solidFill>
                    <a:srgbClr val="000000"/>
                  </a:solidFill>
                  <a:effectLst/>
                  <a:uLnTx/>
                  <a:uFillTx/>
                  <a:latin typeface="+mn-lt"/>
                  <a:ea typeface="宋体" charset="-122"/>
                  <a:cs typeface="+mn-cs"/>
                </a:rPr>
                <a:t>2</a:t>
              </a:r>
              <a:r>
                <a:rPr kumimoji="0" lang="en-US" altLang="zh-CN" sz="2800" b="1" i="0" u="none" strike="noStrike" kern="1200" cap="none" spc="0" normalizeH="0" baseline="0" noProof="0" dirty="0">
                  <a:ln>
                    <a:noFill/>
                  </a:ln>
                  <a:solidFill>
                    <a:srgbClr val="000000"/>
                  </a:solidFill>
                  <a:effectLst/>
                  <a:uLnTx/>
                  <a:uFillTx/>
                  <a:latin typeface="+mn-lt"/>
                  <a:ea typeface="宋体" charset="-122"/>
                  <a:cs typeface="+mn-cs"/>
                </a:rPr>
                <a:t>=D</a:t>
              </a:r>
              <a:r>
                <a:rPr kumimoji="0" lang="en-US" altLang="zh-CN" sz="2800" b="1" i="0" u="none" strike="noStrike" kern="1200" cap="none" spc="0" normalizeH="0" baseline="-25000" noProof="0" dirty="0">
                  <a:ln>
                    <a:noFill/>
                  </a:ln>
                  <a:solidFill>
                    <a:srgbClr val="000000"/>
                  </a:solidFill>
                  <a:effectLst/>
                  <a:uLnTx/>
                  <a:uFillTx/>
                  <a:latin typeface="+mn-lt"/>
                  <a:ea typeface="宋体" charset="-122"/>
                  <a:cs typeface="+mn-cs"/>
                </a:rPr>
                <a:t>3</a:t>
              </a:r>
              <a:r>
                <a:rPr kumimoji="0" lang="en-US" altLang="zh-CN" sz="2800" b="1" i="0" u="none" strike="noStrike" kern="1200" cap="none" spc="0" normalizeH="0" baseline="0" noProof="0" dirty="0">
                  <a:ln>
                    <a:noFill/>
                  </a:ln>
                  <a:solidFill>
                    <a:srgbClr val="000000"/>
                  </a:solidFill>
                  <a:effectLst/>
                  <a:uLnTx/>
                  <a:uFillTx/>
                  <a:latin typeface="+mn-lt"/>
                  <a:ea typeface="宋体" charset="-122"/>
                  <a:cs typeface="+mn-cs"/>
                </a:rPr>
                <a:t>=D</a:t>
              </a:r>
              <a:r>
                <a:rPr kumimoji="0" lang="en-US" altLang="zh-CN" sz="2800" b="1" i="0" u="none" strike="noStrike" kern="1200" cap="none" spc="0" normalizeH="0" baseline="-25000" noProof="0" dirty="0">
                  <a:ln>
                    <a:noFill/>
                  </a:ln>
                  <a:solidFill>
                    <a:srgbClr val="000000"/>
                  </a:solidFill>
                  <a:effectLst/>
                  <a:uLnTx/>
                  <a:uFillTx/>
                  <a:latin typeface="+mn-lt"/>
                  <a:ea typeface="宋体" charset="-122"/>
                  <a:cs typeface="+mn-cs"/>
                </a:rPr>
                <a:t>5</a:t>
              </a:r>
              <a:r>
                <a:rPr kumimoji="0" lang="en-US" altLang="zh-CN" sz="2800" b="1" i="0" u="none" strike="noStrike" kern="1200" cap="none" spc="0" normalizeH="0" baseline="0" noProof="0" dirty="0">
                  <a:ln>
                    <a:noFill/>
                  </a:ln>
                  <a:solidFill>
                    <a:srgbClr val="000000"/>
                  </a:solidFill>
                  <a:effectLst/>
                  <a:uLnTx/>
                  <a:uFillTx/>
                  <a:latin typeface="+mn-lt"/>
                  <a:ea typeface="宋体" charset="-122"/>
                  <a:cs typeface="+mn-cs"/>
                </a:rPr>
                <a:t>=D</a:t>
              </a:r>
              <a:r>
                <a:rPr kumimoji="0" lang="en-US" altLang="zh-CN" sz="2800" b="1" i="0" u="none" strike="noStrike" kern="1200" cap="none" spc="0" normalizeH="0" baseline="-25000" noProof="0" dirty="0">
                  <a:ln>
                    <a:noFill/>
                  </a:ln>
                  <a:solidFill>
                    <a:srgbClr val="000000"/>
                  </a:solidFill>
                  <a:effectLst/>
                  <a:uLnTx/>
                  <a:uFillTx/>
                  <a:latin typeface="+mn-lt"/>
                  <a:ea typeface="宋体" charset="-122"/>
                  <a:cs typeface="+mn-cs"/>
                </a:rPr>
                <a:t>6</a:t>
              </a:r>
              <a:r>
                <a:rPr kumimoji="0" lang="en-US" altLang="zh-CN" sz="2800" b="1" i="0" u="none" strike="noStrike" kern="1200" cap="none" spc="0" normalizeH="0" baseline="0" noProof="0" dirty="0">
                  <a:ln>
                    <a:noFill/>
                  </a:ln>
                  <a:solidFill>
                    <a:srgbClr val="000000"/>
                  </a:solidFill>
                  <a:effectLst/>
                  <a:uLnTx/>
                  <a:uFillTx/>
                  <a:latin typeface="+mn-lt"/>
                  <a:ea typeface="宋体" charset="-122"/>
                  <a:cs typeface="+mn-cs"/>
                </a:rPr>
                <a:t>=1</a:t>
              </a:r>
            </a:p>
          </p:txBody>
        </p:sp>
      </p:grpSp>
      <p:grpSp>
        <p:nvGrpSpPr>
          <p:cNvPr id="4" name="组合 3">
            <a:extLst>
              <a:ext uri="{FF2B5EF4-FFF2-40B4-BE49-F238E27FC236}">
                <a16:creationId xmlns:a16="http://schemas.microsoft.com/office/drawing/2014/main" id="{549BFEF0-5D6A-76C8-850B-6514FFF51979}"/>
              </a:ext>
            </a:extLst>
          </p:cNvPr>
          <p:cNvGrpSpPr/>
          <p:nvPr/>
        </p:nvGrpSpPr>
        <p:grpSpPr>
          <a:xfrm>
            <a:off x="1007638" y="1584085"/>
            <a:ext cx="3853441" cy="4012646"/>
            <a:chOff x="1007638" y="1584085"/>
            <a:chExt cx="3853441" cy="4012646"/>
          </a:xfrm>
        </p:grpSpPr>
        <p:sp>
          <p:nvSpPr>
            <p:cNvPr id="30793" name="Text Box 100"/>
            <p:cNvSpPr txBox="1">
              <a:spLocks noChangeArrowheads="1"/>
            </p:cNvSpPr>
            <p:nvPr/>
          </p:nvSpPr>
          <p:spPr bwMode="auto">
            <a:xfrm>
              <a:off x="1295636" y="1584085"/>
              <a:ext cx="28956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3200" b="1" i="0" u="none" strike="noStrike" kern="1200" cap="none" spc="0" normalizeH="0" baseline="0" noProof="0" dirty="0">
                  <a:ln>
                    <a:noFill/>
                  </a:ln>
                  <a:solidFill>
                    <a:schemeClr val="tx1"/>
                  </a:solidFill>
                  <a:effectLst/>
                  <a:uLnTx/>
                  <a:uFillTx/>
                  <a:latin typeface="+mn-lt"/>
                  <a:ea typeface="+mn-ea"/>
                  <a:cs typeface="+mn-cs"/>
                </a:rPr>
                <a:t>F=f(A,B,C)</a:t>
              </a:r>
            </a:p>
          </p:txBody>
        </p:sp>
        <p:pic>
          <p:nvPicPr>
            <p:cNvPr id="2" name="Picture 1">
              <a:extLst>
                <a:ext uri="{FF2B5EF4-FFF2-40B4-BE49-F238E27FC236}">
                  <a16:creationId xmlns:a16="http://schemas.microsoft.com/office/drawing/2014/main" id="{25D567CB-B5A7-CF43-B5EF-C65459B36C0B}"/>
                </a:ext>
              </a:extLst>
            </p:cNvPr>
            <p:cNvPicPr>
              <a:picLocks noChangeAspect="1"/>
            </p:cNvPicPr>
            <p:nvPr/>
          </p:nvPicPr>
          <p:blipFill rotWithShape="1">
            <a:blip r:embed="rId3"/>
            <a:srcRect l="18657"/>
            <a:stretch/>
          </p:blipFill>
          <p:spPr>
            <a:xfrm>
              <a:off x="1007638" y="2358231"/>
              <a:ext cx="2954552" cy="3238500"/>
            </a:xfrm>
            <a:prstGeom prst="rect">
              <a:avLst/>
            </a:prstGeom>
          </p:spPr>
        </p:pic>
        <p:sp>
          <p:nvSpPr>
            <p:cNvPr id="3" name="Right Arrow 2">
              <a:extLst>
                <a:ext uri="{FF2B5EF4-FFF2-40B4-BE49-F238E27FC236}">
                  <a16:creationId xmlns:a16="http://schemas.microsoft.com/office/drawing/2014/main" id="{968B9533-8A5A-9D45-AA67-6984C39CB16E}"/>
                </a:ext>
              </a:extLst>
            </p:cNvPr>
            <p:cNvSpPr/>
            <p:nvPr/>
          </p:nvSpPr>
          <p:spPr bwMode="auto">
            <a:xfrm rot="10800000">
              <a:off x="4282920" y="3496044"/>
              <a:ext cx="578159" cy="468052"/>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1800" b="0" i="0" u="none" strike="noStrike" cap="none" normalizeH="0" baseline="0">
                <a:ln>
                  <a:noFill/>
                </a:ln>
                <a:solidFill>
                  <a:schemeClr val="tx1"/>
                </a:solidFill>
                <a:effectLst/>
                <a:latin typeface="Arial" charset="0"/>
              </a:endParaRPr>
            </a:p>
          </p:txBody>
        </p:sp>
      </p:grpSp>
      <p:sp>
        <p:nvSpPr>
          <p:cNvPr id="10" name="灯片编号占位符 6">
            <a:extLst>
              <a:ext uri="{FF2B5EF4-FFF2-40B4-BE49-F238E27FC236}">
                <a16:creationId xmlns:a16="http://schemas.microsoft.com/office/drawing/2014/main" id="{002B5893-5BF6-0047-B12D-0FE899F243DE}"/>
              </a:ext>
            </a:extLst>
          </p:cNvPr>
          <p:cNvSpPr txBox="1">
            <a:spLocks/>
          </p:cNvSpPr>
          <p:nvPr/>
        </p:nvSpPr>
        <p:spPr bwMode="auto">
          <a:xfrm>
            <a:off x="6553200" y="6265860"/>
            <a:ext cx="213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4600" b="1" kern="1200">
                <a:solidFill>
                  <a:srgbClr val="FF3300"/>
                </a:solidFill>
                <a:latin typeface="Garamond" pitchFamily="18" charset="0"/>
                <a:ea typeface="宋体" charset="-122"/>
                <a:cs typeface="+mn-cs"/>
              </a:defRPr>
            </a:lvl1pPr>
            <a:lvl2pPr marL="742950" indent="-28575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2pPr>
            <a:lvl3pPr marL="11430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3pPr>
            <a:lvl4pPr marL="16002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4pPr>
            <a:lvl5pPr marL="20574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5pPr>
            <a:lvl6pPr marL="25146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6pPr>
            <a:lvl7pPr marL="29718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7pPr>
            <a:lvl8pPr marL="34290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8pPr>
            <a:lvl9pPr marL="38862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9pPr>
          </a:lstStyle>
          <a:p>
            <a:pPr eaLnBrk="1" hangingPunct="1"/>
            <a:fld id="{CCE6D788-BCB5-407E-9DED-68D155892338}" type="slidenum">
              <a:rPr lang="en-US" altLang="zh-CN" sz="1400" smtClean="0">
                <a:solidFill>
                  <a:schemeClr val="tx1"/>
                </a:solidFill>
                <a:latin typeface="+mn-lt"/>
              </a:rPr>
              <a:pPr eaLnBrk="1" hangingPunct="1"/>
              <a:t>73</a:t>
            </a:fld>
            <a:endParaRPr lang="en-US" altLang="zh-CN" sz="1400" dirty="0">
              <a:solidFill>
                <a:schemeClr val="tx1"/>
              </a:solidFill>
              <a:latin typeface="+mn-lt"/>
            </a:endParaRPr>
          </a:p>
        </p:txBody>
      </p:sp>
      <p:graphicFrame>
        <p:nvGraphicFramePr>
          <p:cNvPr id="5" name="Object 55">
            <a:extLst>
              <a:ext uri="{FF2B5EF4-FFF2-40B4-BE49-F238E27FC236}">
                <a16:creationId xmlns:a16="http://schemas.microsoft.com/office/drawing/2014/main" id="{6CDBC6FC-E2E1-6E62-64BE-FB45A3116B5E}"/>
              </a:ext>
            </a:extLst>
          </p:cNvPr>
          <p:cNvGraphicFramePr>
            <a:graphicFrameLocks noChangeAspect="1"/>
          </p:cNvGraphicFramePr>
          <p:nvPr>
            <p:extLst>
              <p:ext uri="{D42A27DB-BD31-4B8C-83A1-F6EECF244321}">
                <p14:modId xmlns:p14="http://schemas.microsoft.com/office/powerpoint/2010/main" val="3665584595"/>
              </p:ext>
            </p:extLst>
          </p:nvPr>
        </p:nvGraphicFramePr>
        <p:xfrm>
          <a:off x="4113194" y="5452825"/>
          <a:ext cx="4880012" cy="751279"/>
        </p:xfrm>
        <a:graphic>
          <a:graphicData uri="http://schemas.openxmlformats.org/presentationml/2006/ole">
            <mc:AlternateContent xmlns:mc="http://schemas.openxmlformats.org/markup-compatibility/2006">
              <mc:Choice xmlns:v="urn:schemas-microsoft-com:vml" Requires="v">
                <p:oleObj name="Equation" r:id="rId4" imgW="3136680" imgH="482400" progId="Equation.DSMT4">
                  <p:embed/>
                </p:oleObj>
              </mc:Choice>
              <mc:Fallback>
                <p:oleObj name="Equation" r:id="rId4" imgW="3136680" imgH="482400" progId="Equation.DSMT4">
                  <p:embed/>
                  <p:pic>
                    <p:nvPicPr>
                      <p:cNvPr id="7" name="Object 55">
                        <a:extLst>
                          <a:ext uri="{FF2B5EF4-FFF2-40B4-BE49-F238E27FC236}">
                            <a16:creationId xmlns:a16="http://schemas.microsoft.com/office/drawing/2014/main" id="{C257063E-43CC-AA43-98F8-C6CE98AD80E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3194" y="5452825"/>
                        <a:ext cx="4880012" cy="751279"/>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0734475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righ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a:xfrm>
            <a:off x="378969" y="247269"/>
            <a:ext cx="8628992" cy="936625"/>
          </a:xfrm>
        </p:spPr>
        <p:txBody>
          <a:bodyPr/>
          <a:lstStyle/>
          <a:p>
            <a:pPr eaLnBrk="1" hangingPunct="1"/>
            <a:r>
              <a:rPr lang="zh-CN" altLang="en-US" b="1" dirty="0"/>
              <a:t>用</a:t>
            </a:r>
            <a:r>
              <a:rPr lang="en-US" altLang="zh-CN" b="1" dirty="0"/>
              <a:t>8</a:t>
            </a:r>
            <a:r>
              <a:rPr lang="zh-CN" altLang="en-US" b="1" dirty="0"/>
              <a:t>选</a:t>
            </a:r>
            <a:r>
              <a:rPr lang="en-US" altLang="zh-CN" b="1" dirty="0"/>
              <a:t>1</a:t>
            </a:r>
            <a:r>
              <a:rPr lang="zh-CN" altLang="en-US" b="1" dirty="0"/>
              <a:t> </a:t>
            </a:r>
            <a:r>
              <a:rPr lang="en-US" altLang="zh-CN" b="1" dirty="0"/>
              <a:t>MUX</a:t>
            </a:r>
            <a:r>
              <a:rPr lang="zh-CN" altLang="en-US" b="1" dirty="0"/>
              <a:t>实现一个</a:t>
            </a:r>
            <a:r>
              <a:rPr lang="en-US" altLang="zh-CN" b="1" dirty="0"/>
              <a:t>3</a:t>
            </a:r>
            <a:r>
              <a:rPr lang="zh-CN" altLang="en-US" b="1" dirty="0"/>
              <a:t>变量逻辑函数</a:t>
            </a:r>
            <a:endParaRPr lang="en-US" altLang="zh-CN" b="1" dirty="0"/>
          </a:p>
        </p:txBody>
      </p:sp>
      <p:sp>
        <p:nvSpPr>
          <p:cNvPr id="30793" name="Text Box 100"/>
          <p:cNvSpPr txBox="1">
            <a:spLocks noChangeArrowheads="1"/>
          </p:cNvSpPr>
          <p:nvPr/>
        </p:nvSpPr>
        <p:spPr bwMode="auto">
          <a:xfrm>
            <a:off x="863588" y="1611811"/>
            <a:ext cx="28956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3200" b="1" i="0" u="none" strike="noStrike" kern="1200" cap="none" spc="0" normalizeH="0" baseline="0" noProof="0" dirty="0">
                <a:ln>
                  <a:noFill/>
                </a:ln>
                <a:solidFill>
                  <a:schemeClr val="tx1"/>
                </a:solidFill>
                <a:effectLst/>
                <a:uLnTx/>
                <a:uFillTx/>
                <a:latin typeface="+mn-lt"/>
                <a:ea typeface="宋体" charset="-122"/>
                <a:cs typeface="+mn-cs"/>
              </a:rPr>
              <a:t>Q=f(A,B,C)</a:t>
            </a:r>
          </a:p>
        </p:txBody>
      </p:sp>
      <p:graphicFrame>
        <p:nvGraphicFramePr>
          <p:cNvPr id="55" name="Group 46">
            <a:extLst>
              <a:ext uri="{FF2B5EF4-FFF2-40B4-BE49-F238E27FC236}">
                <a16:creationId xmlns:a16="http://schemas.microsoft.com/office/drawing/2014/main" id="{4EEEA74F-FF94-CB4B-B674-964BFB4A69EB}"/>
              </a:ext>
            </a:extLst>
          </p:cNvPr>
          <p:cNvGraphicFramePr>
            <a:graphicFrameLocks/>
          </p:cNvGraphicFramePr>
          <p:nvPr>
            <p:extLst>
              <p:ext uri="{D42A27DB-BD31-4B8C-83A1-F6EECF244321}">
                <p14:modId xmlns:p14="http://schemas.microsoft.com/office/powerpoint/2010/main" val="2906617265"/>
              </p:ext>
            </p:extLst>
          </p:nvPr>
        </p:nvGraphicFramePr>
        <p:xfrm>
          <a:off x="724833" y="2313688"/>
          <a:ext cx="2895600" cy="3810003"/>
        </p:xfrm>
        <a:graphic>
          <a:graphicData uri="http://schemas.openxmlformats.org/drawingml/2006/table">
            <a:tbl>
              <a:tblPr/>
              <a:tblGrid>
                <a:gridCol w="723900">
                  <a:extLst>
                    <a:ext uri="{9D8B030D-6E8A-4147-A177-3AD203B41FA5}">
                      <a16:colId xmlns:a16="http://schemas.microsoft.com/office/drawing/2014/main" val="20000"/>
                    </a:ext>
                  </a:extLst>
                </a:gridCol>
                <a:gridCol w="723900">
                  <a:extLst>
                    <a:ext uri="{9D8B030D-6E8A-4147-A177-3AD203B41FA5}">
                      <a16:colId xmlns:a16="http://schemas.microsoft.com/office/drawing/2014/main" val="20001"/>
                    </a:ext>
                  </a:extLst>
                </a:gridCol>
                <a:gridCol w="723900">
                  <a:extLst>
                    <a:ext uri="{9D8B030D-6E8A-4147-A177-3AD203B41FA5}">
                      <a16:colId xmlns:a16="http://schemas.microsoft.com/office/drawing/2014/main" val="20002"/>
                    </a:ext>
                  </a:extLst>
                </a:gridCol>
                <a:gridCol w="723900">
                  <a:extLst>
                    <a:ext uri="{9D8B030D-6E8A-4147-A177-3AD203B41FA5}">
                      <a16:colId xmlns:a16="http://schemas.microsoft.com/office/drawing/2014/main" val="20003"/>
                    </a:ext>
                  </a:extLst>
                </a:gridCol>
              </a:tblGrid>
              <a:tr h="4222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宋体" charset="-122"/>
                        </a:rPr>
                        <a:t>A</a:t>
                      </a:r>
                      <a:r>
                        <a:rPr kumimoji="0" lang="en-US" altLang="zh-CN" sz="1800" b="1" i="0" u="none" strike="noStrike" cap="none" normalizeH="0" baseline="-25000" dirty="0">
                          <a:ln>
                            <a:noFill/>
                          </a:ln>
                          <a:solidFill>
                            <a:schemeClr val="tx1"/>
                          </a:solidFill>
                          <a:effectLst/>
                          <a:latin typeface="Arial" charset="0"/>
                          <a:ea typeface="宋体" charset="-122"/>
                        </a:rPr>
                        <a:t>2</a:t>
                      </a:r>
                      <a:endParaRPr kumimoji="0" lang="en-US" altLang="zh-CN" sz="1800" b="1" i="0" u="none" strike="noStrike" cap="none" normalizeH="0" baseline="0" dirty="0">
                        <a:ln>
                          <a:noFill/>
                        </a:ln>
                        <a:solidFill>
                          <a:schemeClr val="tx1"/>
                        </a:solidFill>
                        <a:effectLst/>
                        <a:latin typeface="Arial" charset="0"/>
                        <a:ea typeface="宋体" charset="-122"/>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A</a:t>
                      </a:r>
                      <a:r>
                        <a:rPr kumimoji="0" lang="en-US" altLang="zh-CN" sz="1800" b="1" i="0" u="none" strike="noStrike" cap="none" normalizeH="0" baseline="-25000">
                          <a:ln>
                            <a:noFill/>
                          </a:ln>
                          <a:solidFill>
                            <a:schemeClr val="tx1"/>
                          </a:solidFill>
                          <a:effectLst/>
                          <a:latin typeface="Arial" charset="0"/>
                          <a:ea typeface="宋体" charset="-122"/>
                        </a:rPr>
                        <a:t>1</a:t>
                      </a:r>
                      <a:endParaRPr kumimoji="0" lang="en-US" altLang="zh-CN" sz="1800" b="1" i="0" u="none" strike="noStrike" cap="none" normalizeH="0" baseline="0">
                        <a:ln>
                          <a:noFill/>
                        </a:ln>
                        <a:solidFill>
                          <a:schemeClr val="tx1"/>
                        </a:solidFill>
                        <a:effectLst/>
                        <a:latin typeface="Arial" charset="0"/>
                        <a:ea typeface="宋体"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A</a:t>
                      </a:r>
                      <a:r>
                        <a:rPr kumimoji="0" lang="en-US" altLang="zh-CN" sz="1800" b="1" i="0" u="none" strike="noStrike" cap="none" normalizeH="0" baseline="-25000">
                          <a:ln>
                            <a:noFill/>
                          </a:ln>
                          <a:solidFill>
                            <a:schemeClr val="tx1"/>
                          </a:solidFill>
                          <a:effectLst/>
                          <a:latin typeface="Arial" charset="0"/>
                          <a:ea typeface="宋体" charset="-122"/>
                        </a:rPr>
                        <a:t>0</a:t>
                      </a:r>
                      <a:endParaRPr kumimoji="0" lang="en-US" altLang="zh-CN" sz="1800" b="1" i="0" u="none" strike="noStrike" cap="none" normalizeH="0" baseline="0">
                        <a:ln>
                          <a:noFill/>
                        </a:ln>
                        <a:solidFill>
                          <a:schemeClr val="tx1"/>
                        </a:solidFill>
                        <a:effectLst/>
                        <a:latin typeface="Arial" charset="0"/>
                        <a:ea typeface="宋体"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Q</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4222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0</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宋体" charset="-122"/>
                        </a:rPr>
                        <a:t>D</a:t>
                      </a:r>
                      <a:r>
                        <a:rPr kumimoji="0" lang="en-US" altLang="zh-CN" sz="1800" b="1" i="0" u="none" strike="noStrike" cap="none" normalizeH="0" baseline="-25000" dirty="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4238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0</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D</a:t>
                      </a:r>
                      <a:r>
                        <a:rPr kumimoji="0" lang="en-US" altLang="zh-CN" sz="1800" b="1" i="0" u="none" strike="noStrike" cap="none" normalizeH="0" baseline="-2500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238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0</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D</a:t>
                      </a:r>
                      <a:r>
                        <a:rPr kumimoji="0" lang="en-US" altLang="zh-CN" sz="1800" b="1" i="0" u="none" strike="noStrike" cap="none" normalizeH="0" baseline="-25000">
                          <a:ln>
                            <a:noFill/>
                          </a:ln>
                          <a:solidFill>
                            <a:schemeClr val="tx1"/>
                          </a:solidFill>
                          <a:effectLst/>
                          <a:latin typeface="Arial" charset="0"/>
                          <a:ea typeface="宋体" charset="-122"/>
                        </a:rPr>
                        <a:t>2</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4238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0</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宋体" charset="-122"/>
                        </a:rPr>
                        <a:t>D</a:t>
                      </a:r>
                      <a:r>
                        <a:rPr kumimoji="0" lang="en-US" altLang="zh-CN" sz="1800" b="1" i="0" u="none" strike="noStrike" cap="none" normalizeH="0" baseline="-25000" dirty="0">
                          <a:ln>
                            <a:noFill/>
                          </a:ln>
                          <a:solidFill>
                            <a:schemeClr val="tx1"/>
                          </a:solidFill>
                          <a:effectLst/>
                          <a:latin typeface="Arial" charset="0"/>
                          <a:ea typeface="宋体" charset="-122"/>
                        </a:rPr>
                        <a:t>3</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4238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1</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D</a:t>
                      </a:r>
                      <a:r>
                        <a:rPr kumimoji="0" lang="en-US" altLang="zh-CN" sz="1800" b="1" i="0" u="none" strike="noStrike" cap="none" normalizeH="0" baseline="-25000">
                          <a:ln>
                            <a:noFill/>
                          </a:ln>
                          <a:solidFill>
                            <a:schemeClr val="tx1"/>
                          </a:solidFill>
                          <a:effectLst/>
                          <a:latin typeface="Arial" charset="0"/>
                          <a:ea typeface="宋体" charset="-122"/>
                        </a:rPr>
                        <a:t>4</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4238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1</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D</a:t>
                      </a:r>
                      <a:r>
                        <a:rPr kumimoji="0" lang="en-US" altLang="zh-CN" sz="1800" b="1" i="0" u="none" strike="noStrike" cap="none" normalizeH="0" baseline="-25000">
                          <a:ln>
                            <a:noFill/>
                          </a:ln>
                          <a:solidFill>
                            <a:schemeClr val="tx1"/>
                          </a:solidFill>
                          <a:effectLst/>
                          <a:latin typeface="Arial" charset="0"/>
                          <a:ea typeface="宋体" charset="-122"/>
                        </a:rPr>
                        <a:t>5</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r h="4222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1</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D</a:t>
                      </a:r>
                      <a:r>
                        <a:rPr kumimoji="0" lang="en-US" altLang="zh-CN" sz="1800" b="1" i="0" u="none" strike="noStrike" cap="none" normalizeH="0" baseline="-25000">
                          <a:ln>
                            <a:noFill/>
                          </a:ln>
                          <a:solidFill>
                            <a:schemeClr val="tx1"/>
                          </a:solidFill>
                          <a:effectLst/>
                          <a:latin typeface="Arial" charset="0"/>
                          <a:ea typeface="宋体" charset="-122"/>
                        </a:rPr>
                        <a:t>6</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7"/>
                  </a:ext>
                </a:extLst>
              </a:tr>
              <a:tr h="4238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1</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宋体" charset="-122"/>
                        </a:rPr>
                        <a:t>D</a:t>
                      </a:r>
                      <a:r>
                        <a:rPr kumimoji="0" lang="en-US" altLang="zh-CN" sz="1800" b="1" i="0" u="none" strike="noStrike" cap="none" normalizeH="0" baseline="-25000" dirty="0">
                          <a:ln>
                            <a:noFill/>
                          </a:ln>
                          <a:solidFill>
                            <a:schemeClr val="tx1"/>
                          </a:solidFill>
                          <a:effectLst/>
                          <a:latin typeface="Arial" charset="0"/>
                          <a:ea typeface="宋体" charset="-122"/>
                        </a:rPr>
                        <a:t>7</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8"/>
                  </a:ext>
                </a:extLst>
              </a:tr>
            </a:tbl>
          </a:graphicData>
        </a:graphic>
      </p:graphicFrame>
      <p:sp>
        <p:nvSpPr>
          <p:cNvPr id="10" name="Text Box 4">
            <a:extLst>
              <a:ext uri="{FF2B5EF4-FFF2-40B4-BE49-F238E27FC236}">
                <a16:creationId xmlns:a16="http://schemas.microsoft.com/office/drawing/2014/main" id="{BB3D29D2-298A-6047-9697-9F8B23D66038}"/>
              </a:ext>
            </a:extLst>
          </p:cNvPr>
          <p:cNvSpPr txBox="1">
            <a:spLocks noChangeArrowheads="1"/>
          </p:cNvSpPr>
          <p:nvPr/>
        </p:nvSpPr>
        <p:spPr bwMode="auto">
          <a:xfrm>
            <a:off x="5332996" y="2574168"/>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mn-lt"/>
                <a:ea typeface="宋体" charset="-122"/>
                <a:cs typeface="+mn-cs"/>
              </a:rPr>
              <a:t>0</a:t>
            </a:r>
          </a:p>
        </p:txBody>
      </p:sp>
      <p:sp>
        <p:nvSpPr>
          <p:cNvPr id="11" name="Text Box 5">
            <a:extLst>
              <a:ext uri="{FF2B5EF4-FFF2-40B4-BE49-F238E27FC236}">
                <a16:creationId xmlns:a16="http://schemas.microsoft.com/office/drawing/2014/main" id="{7DFF7B89-1E9E-FE44-ACA4-F3248DF4F0FA}"/>
              </a:ext>
            </a:extLst>
          </p:cNvPr>
          <p:cNvSpPr txBox="1">
            <a:spLocks noChangeArrowheads="1"/>
          </p:cNvSpPr>
          <p:nvPr/>
        </p:nvSpPr>
        <p:spPr bwMode="auto">
          <a:xfrm>
            <a:off x="6155321" y="2575756"/>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mn-lt"/>
                <a:ea typeface="宋体" charset="-122"/>
                <a:cs typeface="+mn-cs"/>
              </a:rPr>
              <a:t>1</a:t>
            </a:r>
          </a:p>
        </p:txBody>
      </p:sp>
      <p:sp>
        <p:nvSpPr>
          <p:cNvPr id="12" name="Text Box 6">
            <a:extLst>
              <a:ext uri="{FF2B5EF4-FFF2-40B4-BE49-F238E27FC236}">
                <a16:creationId xmlns:a16="http://schemas.microsoft.com/office/drawing/2014/main" id="{548D915E-7AFB-0541-B7F4-679BDA4FDC00}"/>
              </a:ext>
            </a:extLst>
          </p:cNvPr>
          <p:cNvSpPr txBox="1">
            <a:spLocks noChangeArrowheads="1"/>
          </p:cNvSpPr>
          <p:nvPr/>
        </p:nvSpPr>
        <p:spPr bwMode="auto">
          <a:xfrm>
            <a:off x="6577596" y="2575756"/>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mn-lt"/>
                <a:ea typeface="宋体" charset="-122"/>
                <a:cs typeface="+mn-cs"/>
              </a:rPr>
              <a:t>1</a:t>
            </a:r>
          </a:p>
        </p:txBody>
      </p:sp>
      <p:sp>
        <p:nvSpPr>
          <p:cNvPr id="13" name="Text Box 7">
            <a:extLst>
              <a:ext uri="{FF2B5EF4-FFF2-40B4-BE49-F238E27FC236}">
                <a16:creationId xmlns:a16="http://schemas.microsoft.com/office/drawing/2014/main" id="{44616E0B-B321-AB40-9282-E776E53F34F4}"/>
              </a:ext>
            </a:extLst>
          </p:cNvPr>
          <p:cNvSpPr txBox="1">
            <a:spLocks noChangeArrowheads="1"/>
          </p:cNvSpPr>
          <p:nvPr/>
        </p:nvSpPr>
        <p:spPr bwMode="auto">
          <a:xfrm>
            <a:off x="6266446" y="2575756"/>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zh-CN" sz="2400" b="0" i="0" u="none" strike="noStrike" kern="1200" cap="none" spc="0" normalizeH="0" baseline="0" noProof="0">
              <a:ln>
                <a:noFill/>
              </a:ln>
              <a:solidFill>
                <a:srgbClr val="000000"/>
              </a:solidFill>
              <a:effectLst/>
              <a:uLnTx/>
              <a:uFillTx/>
              <a:latin typeface="+mn-lt"/>
              <a:ea typeface="宋体" charset="-122"/>
              <a:cs typeface="+mn-cs"/>
            </a:endParaRPr>
          </a:p>
        </p:txBody>
      </p:sp>
      <p:sp>
        <p:nvSpPr>
          <p:cNvPr id="14" name="Text Box 8">
            <a:extLst>
              <a:ext uri="{FF2B5EF4-FFF2-40B4-BE49-F238E27FC236}">
                <a16:creationId xmlns:a16="http://schemas.microsoft.com/office/drawing/2014/main" id="{B522786F-98BC-4A40-8096-C756DE90FD41}"/>
              </a:ext>
            </a:extLst>
          </p:cNvPr>
          <p:cNvSpPr txBox="1">
            <a:spLocks noChangeArrowheads="1"/>
          </p:cNvSpPr>
          <p:nvPr/>
        </p:nvSpPr>
        <p:spPr bwMode="auto">
          <a:xfrm>
            <a:off x="6402971" y="5600092"/>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mn-lt"/>
                <a:ea typeface="宋体" charset="-122"/>
                <a:cs typeface="+mn-cs"/>
              </a:rPr>
              <a:t>F</a:t>
            </a:r>
          </a:p>
        </p:txBody>
      </p:sp>
      <p:sp>
        <p:nvSpPr>
          <p:cNvPr id="15" name="Text Box 9">
            <a:extLst>
              <a:ext uri="{FF2B5EF4-FFF2-40B4-BE49-F238E27FC236}">
                <a16:creationId xmlns:a16="http://schemas.microsoft.com/office/drawing/2014/main" id="{432BAC5A-4B34-3B4C-B274-186F26784005}"/>
              </a:ext>
            </a:extLst>
          </p:cNvPr>
          <p:cNvSpPr txBox="1">
            <a:spLocks noChangeArrowheads="1"/>
          </p:cNvSpPr>
          <p:nvPr/>
        </p:nvSpPr>
        <p:spPr bwMode="auto">
          <a:xfrm>
            <a:off x="3995936" y="3799867"/>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mn-lt"/>
                <a:ea typeface="宋体" charset="-122"/>
                <a:cs typeface="+mn-cs"/>
              </a:rPr>
              <a:t>A</a:t>
            </a:r>
          </a:p>
        </p:txBody>
      </p:sp>
      <p:sp>
        <p:nvSpPr>
          <p:cNvPr id="16" name="Text Box 10">
            <a:extLst>
              <a:ext uri="{FF2B5EF4-FFF2-40B4-BE49-F238E27FC236}">
                <a16:creationId xmlns:a16="http://schemas.microsoft.com/office/drawing/2014/main" id="{E135BB9A-2364-2948-81F7-7697B897A31A}"/>
              </a:ext>
            </a:extLst>
          </p:cNvPr>
          <p:cNvSpPr txBox="1">
            <a:spLocks noChangeArrowheads="1"/>
          </p:cNvSpPr>
          <p:nvPr/>
        </p:nvSpPr>
        <p:spPr bwMode="auto">
          <a:xfrm>
            <a:off x="3995936" y="4206267"/>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mn-lt"/>
                <a:ea typeface="宋体" charset="-122"/>
                <a:cs typeface="+mn-cs"/>
              </a:rPr>
              <a:t>B</a:t>
            </a:r>
          </a:p>
        </p:txBody>
      </p:sp>
      <p:sp>
        <p:nvSpPr>
          <p:cNvPr id="17" name="Text Box 11">
            <a:extLst>
              <a:ext uri="{FF2B5EF4-FFF2-40B4-BE49-F238E27FC236}">
                <a16:creationId xmlns:a16="http://schemas.microsoft.com/office/drawing/2014/main" id="{8EF62B9F-9041-F74B-A316-D2FBA84C15C3}"/>
              </a:ext>
            </a:extLst>
          </p:cNvPr>
          <p:cNvSpPr txBox="1">
            <a:spLocks noChangeArrowheads="1"/>
          </p:cNvSpPr>
          <p:nvPr/>
        </p:nvSpPr>
        <p:spPr bwMode="auto">
          <a:xfrm>
            <a:off x="3995936" y="4566629"/>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mn-lt"/>
                <a:ea typeface="宋体" charset="-122"/>
                <a:cs typeface="+mn-cs"/>
              </a:rPr>
              <a:t>C</a:t>
            </a:r>
          </a:p>
        </p:txBody>
      </p:sp>
      <p:sp>
        <p:nvSpPr>
          <p:cNvPr id="18" name="Text Box 12">
            <a:extLst>
              <a:ext uri="{FF2B5EF4-FFF2-40B4-BE49-F238E27FC236}">
                <a16:creationId xmlns:a16="http://schemas.microsoft.com/office/drawing/2014/main" id="{7E4E0714-D285-9E47-8E86-2491969C5E45}"/>
              </a:ext>
            </a:extLst>
          </p:cNvPr>
          <p:cNvSpPr txBox="1">
            <a:spLocks noChangeArrowheads="1"/>
          </p:cNvSpPr>
          <p:nvPr/>
        </p:nvSpPr>
        <p:spPr bwMode="auto">
          <a:xfrm>
            <a:off x="6955421" y="2575756"/>
            <a:ext cx="311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mn-lt"/>
                <a:ea typeface="宋体" charset="-122"/>
                <a:cs typeface="+mn-cs"/>
              </a:rPr>
              <a:t>0</a:t>
            </a:r>
          </a:p>
        </p:txBody>
      </p:sp>
      <p:sp>
        <p:nvSpPr>
          <p:cNvPr id="19" name="Text Box 13">
            <a:extLst>
              <a:ext uri="{FF2B5EF4-FFF2-40B4-BE49-F238E27FC236}">
                <a16:creationId xmlns:a16="http://schemas.microsoft.com/office/drawing/2014/main" id="{64526329-255B-9048-B18E-2D1033834326}"/>
              </a:ext>
            </a:extLst>
          </p:cNvPr>
          <p:cNvSpPr txBox="1">
            <a:spLocks noChangeArrowheads="1"/>
          </p:cNvSpPr>
          <p:nvPr/>
        </p:nvSpPr>
        <p:spPr bwMode="auto">
          <a:xfrm>
            <a:off x="7333246" y="2575756"/>
            <a:ext cx="2682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mn-lt"/>
                <a:ea typeface="宋体" charset="-122"/>
                <a:cs typeface="+mn-cs"/>
              </a:rPr>
              <a:t>1</a:t>
            </a:r>
          </a:p>
        </p:txBody>
      </p:sp>
      <p:sp>
        <p:nvSpPr>
          <p:cNvPr id="20" name="Text Box 14">
            <a:extLst>
              <a:ext uri="{FF2B5EF4-FFF2-40B4-BE49-F238E27FC236}">
                <a16:creationId xmlns:a16="http://schemas.microsoft.com/office/drawing/2014/main" id="{DFB56AF0-3BD3-9944-B572-989A10C9E852}"/>
              </a:ext>
            </a:extLst>
          </p:cNvPr>
          <p:cNvSpPr txBox="1">
            <a:spLocks noChangeArrowheads="1"/>
          </p:cNvSpPr>
          <p:nvPr/>
        </p:nvSpPr>
        <p:spPr bwMode="auto">
          <a:xfrm>
            <a:off x="8130171" y="2574168"/>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mn-lt"/>
                <a:ea typeface="宋体" charset="-122"/>
                <a:cs typeface="+mn-cs"/>
              </a:rPr>
              <a:t>0</a:t>
            </a:r>
          </a:p>
        </p:txBody>
      </p:sp>
      <p:sp>
        <p:nvSpPr>
          <p:cNvPr id="21" name="Text Box 15">
            <a:extLst>
              <a:ext uri="{FF2B5EF4-FFF2-40B4-BE49-F238E27FC236}">
                <a16:creationId xmlns:a16="http://schemas.microsoft.com/office/drawing/2014/main" id="{7A7286D5-CCDA-7543-8E8F-4CF9F8947F36}"/>
              </a:ext>
            </a:extLst>
          </p:cNvPr>
          <p:cNvSpPr txBox="1">
            <a:spLocks noChangeArrowheads="1"/>
          </p:cNvSpPr>
          <p:nvPr/>
        </p:nvSpPr>
        <p:spPr bwMode="auto">
          <a:xfrm>
            <a:off x="7819021" y="2575756"/>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zh-CN" sz="2400" b="0" i="0" u="none" strike="noStrike" kern="1200" cap="none" spc="0" normalizeH="0" baseline="0" noProof="0">
              <a:ln>
                <a:noFill/>
              </a:ln>
              <a:solidFill>
                <a:srgbClr val="000000"/>
              </a:solidFill>
              <a:effectLst/>
              <a:uLnTx/>
              <a:uFillTx/>
              <a:latin typeface="+mn-lt"/>
              <a:ea typeface="宋体" charset="-122"/>
              <a:cs typeface="+mn-cs"/>
            </a:endParaRPr>
          </a:p>
        </p:txBody>
      </p:sp>
      <p:grpSp>
        <p:nvGrpSpPr>
          <p:cNvPr id="22" name="Group 16">
            <a:extLst>
              <a:ext uri="{FF2B5EF4-FFF2-40B4-BE49-F238E27FC236}">
                <a16:creationId xmlns:a16="http://schemas.microsoft.com/office/drawing/2014/main" id="{49BCFBD3-350A-244E-9163-C82E56D9D43B}"/>
              </a:ext>
            </a:extLst>
          </p:cNvPr>
          <p:cNvGrpSpPr>
            <a:grpSpLocks/>
          </p:cNvGrpSpPr>
          <p:nvPr/>
        </p:nvGrpSpPr>
        <p:grpSpPr bwMode="auto">
          <a:xfrm>
            <a:off x="4392081" y="3064854"/>
            <a:ext cx="4269903" cy="2498725"/>
            <a:chOff x="3154" y="1516"/>
            <a:chExt cx="2914" cy="1574"/>
          </a:xfrm>
        </p:grpSpPr>
        <p:sp>
          <p:nvSpPr>
            <p:cNvPr id="23" name="Line 17">
              <a:extLst>
                <a:ext uri="{FF2B5EF4-FFF2-40B4-BE49-F238E27FC236}">
                  <a16:creationId xmlns:a16="http://schemas.microsoft.com/office/drawing/2014/main" id="{92C27E8B-994A-5945-93E0-F12662267038}"/>
                </a:ext>
              </a:extLst>
            </p:cNvPr>
            <p:cNvSpPr>
              <a:spLocks noChangeShapeType="1"/>
            </p:cNvSpPr>
            <p:nvPr/>
          </p:nvSpPr>
          <p:spPr bwMode="auto">
            <a:xfrm>
              <a:off x="3154" y="2123"/>
              <a:ext cx="17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24" name="Line 18">
              <a:extLst>
                <a:ext uri="{FF2B5EF4-FFF2-40B4-BE49-F238E27FC236}">
                  <a16:creationId xmlns:a16="http://schemas.microsoft.com/office/drawing/2014/main" id="{3166B24F-F37C-9342-B0EA-8FA0BFE29BBC}"/>
                </a:ext>
              </a:extLst>
            </p:cNvPr>
            <p:cNvSpPr>
              <a:spLocks noChangeShapeType="1"/>
            </p:cNvSpPr>
            <p:nvPr/>
          </p:nvSpPr>
          <p:spPr bwMode="auto">
            <a:xfrm>
              <a:off x="3154" y="2597"/>
              <a:ext cx="17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25" name="Line 19">
              <a:extLst>
                <a:ext uri="{FF2B5EF4-FFF2-40B4-BE49-F238E27FC236}">
                  <a16:creationId xmlns:a16="http://schemas.microsoft.com/office/drawing/2014/main" id="{80BE3D90-6B96-E94D-9197-5E67EC230005}"/>
                </a:ext>
              </a:extLst>
            </p:cNvPr>
            <p:cNvSpPr>
              <a:spLocks noChangeShapeType="1"/>
            </p:cNvSpPr>
            <p:nvPr/>
          </p:nvSpPr>
          <p:spPr bwMode="auto">
            <a:xfrm>
              <a:off x="3154" y="2387"/>
              <a:ext cx="17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grpSp>
          <p:nvGrpSpPr>
            <p:cNvPr id="26" name="Group 20">
              <a:extLst>
                <a:ext uri="{FF2B5EF4-FFF2-40B4-BE49-F238E27FC236}">
                  <a16:creationId xmlns:a16="http://schemas.microsoft.com/office/drawing/2014/main" id="{03C9937F-0F14-434C-8463-94209FCA01A7}"/>
                </a:ext>
              </a:extLst>
            </p:cNvPr>
            <p:cNvGrpSpPr>
              <a:grpSpLocks/>
            </p:cNvGrpSpPr>
            <p:nvPr/>
          </p:nvGrpSpPr>
          <p:grpSpPr bwMode="auto">
            <a:xfrm>
              <a:off x="3328" y="1516"/>
              <a:ext cx="2740" cy="1574"/>
              <a:chOff x="3328" y="1516"/>
              <a:chExt cx="2740" cy="1574"/>
            </a:xfrm>
          </p:grpSpPr>
          <p:sp>
            <p:nvSpPr>
              <p:cNvPr id="27" name="Line 21">
                <a:extLst>
                  <a:ext uri="{FF2B5EF4-FFF2-40B4-BE49-F238E27FC236}">
                    <a16:creationId xmlns:a16="http://schemas.microsoft.com/office/drawing/2014/main" id="{17B317C2-0014-D143-B02A-5569D925C5B0}"/>
                  </a:ext>
                </a:extLst>
              </p:cNvPr>
              <p:cNvSpPr>
                <a:spLocks noChangeShapeType="1"/>
              </p:cNvSpPr>
              <p:nvPr/>
            </p:nvSpPr>
            <p:spPr bwMode="auto">
              <a:xfrm>
                <a:off x="4662" y="2750"/>
                <a:ext cx="0" cy="3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grpSp>
            <p:nvGrpSpPr>
              <p:cNvPr id="28" name="Group 22">
                <a:extLst>
                  <a:ext uri="{FF2B5EF4-FFF2-40B4-BE49-F238E27FC236}">
                    <a16:creationId xmlns:a16="http://schemas.microsoft.com/office/drawing/2014/main" id="{7F438D28-24C1-E447-A5B7-C2E8964D4519}"/>
                  </a:ext>
                </a:extLst>
              </p:cNvPr>
              <p:cNvGrpSpPr>
                <a:grpSpLocks/>
              </p:cNvGrpSpPr>
              <p:nvPr/>
            </p:nvGrpSpPr>
            <p:grpSpPr bwMode="auto">
              <a:xfrm>
                <a:off x="3328" y="1516"/>
                <a:ext cx="2740" cy="1234"/>
                <a:chOff x="3328" y="1516"/>
                <a:chExt cx="2620" cy="1000"/>
              </a:xfrm>
            </p:grpSpPr>
            <p:sp>
              <p:nvSpPr>
                <p:cNvPr id="30" name="Rectangle 23">
                  <a:extLst>
                    <a:ext uri="{FF2B5EF4-FFF2-40B4-BE49-F238E27FC236}">
                      <a16:creationId xmlns:a16="http://schemas.microsoft.com/office/drawing/2014/main" id="{A88DC51C-ABD0-F94C-A306-DFA56D7ABC5A}"/>
                    </a:ext>
                  </a:extLst>
                </p:cNvPr>
                <p:cNvSpPr>
                  <a:spLocks noChangeArrowheads="1"/>
                </p:cNvSpPr>
                <p:nvPr/>
              </p:nvSpPr>
              <p:spPr bwMode="auto">
                <a:xfrm>
                  <a:off x="3328" y="1837"/>
                  <a:ext cx="2620" cy="67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mn-lt"/>
                    <a:ea typeface="宋体" pitchFamily="2" charset="-122"/>
                    <a:cs typeface="+mn-cs"/>
                  </a:endParaRPr>
                </a:p>
              </p:txBody>
            </p:sp>
            <p:sp>
              <p:nvSpPr>
                <p:cNvPr id="31" name="Line 24">
                  <a:extLst>
                    <a:ext uri="{FF2B5EF4-FFF2-40B4-BE49-F238E27FC236}">
                      <a16:creationId xmlns:a16="http://schemas.microsoft.com/office/drawing/2014/main" id="{AC4E48AD-C900-8047-9272-BF1FAF876D2F}"/>
                    </a:ext>
                  </a:extLst>
                </p:cNvPr>
                <p:cNvSpPr>
                  <a:spLocks noChangeShapeType="1"/>
                </p:cNvSpPr>
                <p:nvPr/>
              </p:nvSpPr>
              <p:spPr bwMode="auto">
                <a:xfrm>
                  <a:off x="3900" y="1516"/>
                  <a:ext cx="0" cy="32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2" name="Line 25">
                  <a:extLst>
                    <a:ext uri="{FF2B5EF4-FFF2-40B4-BE49-F238E27FC236}">
                      <a16:creationId xmlns:a16="http://schemas.microsoft.com/office/drawing/2014/main" id="{09C5C612-71FA-2E48-9EB8-36E8E417C025}"/>
                    </a:ext>
                  </a:extLst>
                </p:cNvPr>
                <p:cNvSpPr>
                  <a:spLocks noChangeShapeType="1"/>
                </p:cNvSpPr>
                <p:nvPr/>
              </p:nvSpPr>
              <p:spPr bwMode="auto">
                <a:xfrm>
                  <a:off x="4160" y="1516"/>
                  <a:ext cx="0" cy="32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3" name="Line 26">
                  <a:extLst>
                    <a:ext uri="{FF2B5EF4-FFF2-40B4-BE49-F238E27FC236}">
                      <a16:creationId xmlns:a16="http://schemas.microsoft.com/office/drawing/2014/main" id="{851F5784-7845-3A49-A466-4CCE4A15CF4D}"/>
                    </a:ext>
                  </a:extLst>
                </p:cNvPr>
                <p:cNvSpPr>
                  <a:spLocks noChangeShapeType="1"/>
                </p:cNvSpPr>
                <p:nvPr/>
              </p:nvSpPr>
              <p:spPr bwMode="auto">
                <a:xfrm>
                  <a:off x="4420" y="1516"/>
                  <a:ext cx="0" cy="32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4" name="Line 27">
                  <a:extLst>
                    <a:ext uri="{FF2B5EF4-FFF2-40B4-BE49-F238E27FC236}">
                      <a16:creationId xmlns:a16="http://schemas.microsoft.com/office/drawing/2014/main" id="{474BA0F4-B307-CF4F-8B29-9F14AFC85069}"/>
                    </a:ext>
                  </a:extLst>
                </p:cNvPr>
                <p:cNvSpPr>
                  <a:spLocks noChangeShapeType="1"/>
                </p:cNvSpPr>
                <p:nvPr/>
              </p:nvSpPr>
              <p:spPr bwMode="auto">
                <a:xfrm>
                  <a:off x="4680" y="1516"/>
                  <a:ext cx="0" cy="32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5" name="Text Box 28">
                  <a:extLst>
                    <a:ext uri="{FF2B5EF4-FFF2-40B4-BE49-F238E27FC236}">
                      <a16:creationId xmlns:a16="http://schemas.microsoft.com/office/drawing/2014/main" id="{30905028-40ED-B24D-8F6C-FFFA22586483}"/>
                    </a:ext>
                  </a:extLst>
                </p:cNvPr>
                <p:cNvSpPr txBox="1">
                  <a:spLocks noChangeArrowheads="1"/>
                </p:cNvSpPr>
                <p:nvPr/>
              </p:nvSpPr>
              <p:spPr bwMode="auto">
                <a:xfrm>
                  <a:off x="4472" y="2256"/>
                  <a:ext cx="364"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mn-lt"/>
                      <a:ea typeface="宋体" charset="-122"/>
                      <a:cs typeface="+mn-cs"/>
                    </a:rPr>
                    <a:t>Q</a:t>
                  </a:r>
                </a:p>
              </p:txBody>
            </p:sp>
            <p:sp>
              <p:nvSpPr>
                <p:cNvPr id="36" name="Text Box 29">
                  <a:extLst>
                    <a:ext uri="{FF2B5EF4-FFF2-40B4-BE49-F238E27FC236}">
                      <a16:creationId xmlns:a16="http://schemas.microsoft.com/office/drawing/2014/main" id="{85B55DB1-F3E1-214A-B558-AF483D1812F8}"/>
                    </a:ext>
                  </a:extLst>
                </p:cNvPr>
                <p:cNvSpPr txBox="1">
                  <a:spLocks noChangeArrowheads="1"/>
                </p:cNvSpPr>
                <p:nvPr/>
              </p:nvSpPr>
              <p:spPr bwMode="auto">
                <a:xfrm>
                  <a:off x="3380" y="2265"/>
                  <a:ext cx="364"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mn-lt"/>
                      <a:ea typeface="宋体" charset="-122"/>
                      <a:cs typeface="+mn-cs"/>
                    </a:rPr>
                    <a:t>A</a:t>
                  </a:r>
                  <a:r>
                    <a:rPr kumimoji="1" lang="en-US" altLang="zh-CN" sz="2400" b="0" i="0" u="none" strike="noStrike" kern="1200" cap="none" spc="0" normalizeH="0" baseline="-25000" noProof="0">
                      <a:ln>
                        <a:noFill/>
                      </a:ln>
                      <a:solidFill>
                        <a:srgbClr val="000000"/>
                      </a:solidFill>
                      <a:effectLst/>
                      <a:uLnTx/>
                      <a:uFillTx/>
                      <a:latin typeface="+mn-lt"/>
                      <a:ea typeface="宋体" charset="-122"/>
                      <a:cs typeface="+mn-cs"/>
                    </a:rPr>
                    <a:t>0</a:t>
                  </a:r>
                  <a:endParaRPr kumimoji="1" lang="en-US" altLang="zh-CN" sz="2400" b="0" i="0" u="none" strike="noStrike" kern="1200" cap="none" spc="0" normalizeH="0" baseline="0" noProof="0">
                    <a:ln>
                      <a:noFill/>
                    </a:ln>
                    <a:solidFill>
                      <a:srgbClr val="000000"/>
                    </a:solidFill>
                    <a:effectLst/>
                    <a:uLnTx/>
                    <a:uFillTx/>
                    <a:latin typeface="+mn-lt"/>
                    <a:ea typeface="宋体" charset="-122"/>
                    <a:cs typeface="+mn-cs"/>
                  </a:endParaRPr>
                </a:p>
              </p:txBody>
            </p:sp>
            <p:sp>
              <p:nvSpPr>
                <p:cNvPr id="37" name="Text Box 30">
                  <a:extLst>
                    <a:ext uri="{FF2B5EF4-FFF2-40B4-BE49-F238E27FC236}">
                      <a16:creationId xmlns:a16="http://schemas.microsoft.com/office/drawing/2014/main" id="{29959B1F-39A2-644A-B90F-650250A069B4}"/>
                    </a:ext>
                  </a:extLst>
                </p:cNvPr>
                <p:cNvSpPr txBox="1">
                  <a:spLocks noChangeArrowheads="1"/>
                </p:cNvSpPr>
                <p:nvPr/>
              </p:nvSpPr>
              <p:spPr bwMode="auto">
                <a:xfrm>
                  <a:off x="3380" y="2073"/>
                  <a:ext cx="364"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mn-lt"/>
                      <a:ea typeface="宋体" charset="-122"/>
                      <a:cs typeface="+mn-cs"/>
                    </a:rPr>
                    <a:t>A</a:t>
                  </a:r>
                  <a:r>
                    <a:rPr kumimoji="1" lang="en-US" altLang="zh-CN" sz="2400" b="0" i="0" u="none" strike="noStrike" kern="1200" cap="none" spc="0" normalizeH="0" baseline="-25000" noProof="0">
                      <a:ln>
                        <a:noFill/>
                      </a:ln>
                      <a:solidFill>
                        <a:srgbClr val="000000"/>
                      </a:solidFill>
                      <a:effectLst/>
                      <a:uLnTx/>
                      <a:uFillTx/>
                      <a:latin typeface="+mn-lt"/>
                      <a:ea typeface="宋体" charset="-122"/>
                      <a:cs typeface="+mn-cs"/>
                    </a:rPr>
                    <a:t>1</a:t>
                  </a:r>
                  <a:endParaRPr kumimoji="1" lang="en-US" altLang="zh-CN" sz="2400" b="0" i="0" u="none" strike="noStrike" kern="1200" cap="none" spc="0" normalizeH="0" baseline="0" noProof="0">
                    <a:ln>
                      <a:noFill/>
                    </a:ln>
                    <a:solidFill>
                      <a:srgbClr val="000000"/>
                    </a:solidFill>
                    <a:effectLst/>
                    <a:uLnTx/>
                    <a:uFillTx/>
                    <a:latin typeface="+mn-lt"/>
                    <a:ea typeface="宋体" charset="-122"/>
                    <a:cs typeface="+mn-cs"/>
                  </a:endParaRPr>
                </a:p>
              </p:txBody>
            </p:sp>
            <p:sp>
              <p:nvSpPr>
                <p:cNvPr id="38" name="Text Box 31">
                  <a:extLst>
                    <a:ext uri="{FF2B5EF4-FFF2-40B4-BE49-F238E27FC236}">
                      <a16:creationId xmlns:a16="http://schemas.microsoft.com/office/drawing/2014/main" id="{316DCE49-0D9D-A548-880D-AE6F625D08F5}"/>
                    </a:ext>
                  </a:extLst>
                </p:cNvPr>
                <p:cNvSpPr txBox="1">
                  <a:spLocks noChangeArrowheads="1"/>
                </p:cNvSpPr>
                <p:nvPr/>
              </p:nvSpPr>
              <p:spPr bwMode="auto">
                <a:xfrm>
                  <a:off x="3796" y="1824"/>
                  <a:ext cx="364"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mn-lt"/>
                      <a:ea typeface="宋体" charset="-122"/>
                      <a:cs typeface="+mn-cs"/>
                    </a:rPr>
                    <a:t>D</a:t>
                  </a:r>
                  <a:r>
                    <a:rPr kumimoji="1" lang="en-US" altLang="zh-CN" sz="2400" b="0" i="0" u="none" strike="noStrike" kern="1200" cap="none" spc="0" normalizeH="0" baseline="-25000" noProof="0">
                      <a:ln>
                        <a:noFill/>
                      </a:ln>
                      <a:solidFill>
                        <a:srgbClr val="000000"/>
                      </a:solidFill>
                      <a:effectLst/>
                      <a:uLnTx/>
                      <a:uFillTx/>
                      <a:latin typeface="+mn-lt"/>
                      <a:ea typeface="宋体" charset="-122"/>
                      <a:cs typeface="+mn-cs"/>
                    </a:rPr>
                    <a:t>0</a:t>
                  </a:r>
                  <a:endParaRPr kumimoji="1" lang="en-US" altLang="zh-CN" sz="2400" b="0" i="0" u="none" strike="noStrike" kern="1200" cap="none" spc="0" normalizeH="0" baseline="0" noProof="0">
                    <a:ln>
                      <a:noFill/>
                    </a:ln>
                    <a:solidFill>
                      <a:srgbClr val="000000"/>
                    </a:solidFill>
                    <a:effectLst/>
                    <a:uLnTx/>
                    <a:uFillTx/>
                    <a:latin typeface="+mn-lt"/>
                    <a:ea typeface="宋体" charset="-122"/>
                    <a:cs typeface="+mn-cs"/>
                  </a:endParaRPr>
                </a:p>
              </p:txBody>
            </p:sp>
            <p:sp>
              <p:nvSpPr>
                <p:cNvPr id="39" name="Text Box 32">
                  <a:extLst>
                    <a:ext uri="{FF2B5EF4-FFF2-40B4-BE49-F238E27FC236}">
                      <a16:creationId xmlns:a16="http://schemas.microsoft.com/office/drawing/2014/main" id="{C17EBEE8-1D09-A44E-A2D6-30CF5DD161A8}"/>
                    </a:ext>
                  </a:extLst>
                </p:cNvPr>
                <p:cNvSpPr txBox="1">
                  <a:spLocks noChangeArrowheads="1"/>
                </p:cNvSpPr>
                <p:nvPr/>
              </p:nvSpPr>
              <p:spPr bwMode="auto">
                <a:xfrm>
                  <a:off x="4056" y="1824"/>
                  <a:ext cx="364"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mn-lt"/>
                      <a:ea typeface="宋体" charset="-122"/>
                      <a:cs typeface="+mn-cs"/>
                    </a:rPr>
                    <a:t>D</a:t>
                  </a:r>
                  <a:r>
                    <a:rPr kumimoji="1" lang="en-US" altLang="zh-CN" sz="2400" b="0" i="0" u="none" strike="noStrike" kern="1200" cap="none" spc="0" normalizeH="0" baseline="-25000" noProof="0">
                      <a:ln>
                        <a:noFill/>
                      </a:ln>
                      <a:solidFill>
                        <a:srgbClr val="000000"/>
                      </a:solidFill>
                      <a:effectLst/>
                      <a:uLnTx/>
                      <a:uFillTx/>
                      <a:latin typeface="+mn-lt"/>
                      <a:ea typeface="宋体" charset="-122"/>
                      <a:cs typeface="+mn-cs"/>
                    </a:rPr>
                    <a:t>1</a:t>
                  </a:r>
                  <a:endParaRPr kumimoji="1" lang="en-US" altLang="zh-CN" sz="2400" b="0" i="0" u="none" strike="noStrike" kern="1200" cap="none" spc="0" normalizeH="0" baseline="0" noProof="0">
                    <a:ln>
                      <a:noFill/>
                    </a:ln>
                    <a:solidFill>
                      <a:srgbClr val="000000"/>
                    </a:solidFill>
                    <a:effectLst/>
                    <a:uLnTx/>
                    <a:uFillTx/>
                    <a:latin typeface="+mn-lt"/>
                    <a:ea typeface="宋体" charset="-122"/>
                    <a:cs typeface="+mn-cs"/>
                  </a:endParaRPr>
                </a:p>
              </p:txBody>
            </p:sp>
            <p:sp>
              <p:nvSpPr>
                <p:cNvPr id="40" name="Text Box 33">
                  <a:extLst>
                    <a:ext uri="{FF2B5EF4-FFF2-40B4-BE49-F238E27FC236}">
                      <a16:creationId xmlns:a16="http://schemas.microsoft.com/office/drawing/2014/main" id="{DB73F33B-45A2-C344-B227-00A85AAA8BF7}"/>
                    </a:ext>
                  </a:extLst>
                </p:cNvPr>
                <p:cNvSpPr txBox="1">
                  <a:spLocks noChangeArrowheads="1"/>
                </p:cNvSpPr>
                <p:nvPr/>
              </p:nvSpPr>
              <p:spPr bwMode="auto">
                <a:xfrm>
                  <a:off x="4316" y="1824"/>
                  <a:ext cx="364"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mn-lt"/>
                      <a:ea typeface="宋体" charset="-122"/>
                      <a:cs typeface="+mn-cs"/>
                    </a:rPr>
                    <a:t>D</a:t>
                  </a:r>
                  <a:r>
                    <a:rPr kumimoji="1" lang="en-US" altLang="zh-CN" sz="2400" b="0" i="0" u="none" strike="noStrike" kern="1200" cap="none" spc="0" normalizeH="0" baseline="-25000" noProof="0" dirty="0">
                      <a:ln>
                        <a:noFill/>
                      </a:ln>
                      <a:solidFill>
                        <a:srgbClr val="000000"/>
                      </a:solidFill>
                      <a:effectLst/>
                      <a:uLnTx/>
                      <a:uFillTx/>
                      <a:latin typeface="+mn-lt"/>
                      <a:ea typeface="宋体" charset="-122"/>
                      <a:cs typeface="+mn-cs"/>
                    </a:rPr>
                    <a:t>2</a:t>
                  </a:r>
                  <a:endParaRPr kumimoji="1" lang="en-US" altLang="zh-CN" sz="2400" b="0" i="0" u="none" strike="noStrike" kern="1200" cap="none" spc="0" normalizeH="0" baseline="0" noProof="0" dirty="0">
                    <a:ln>
                      <a:noFill/>
                    </a:ln>
                    <a:solidFill>
                      <a:srgbClr val="000000"/>
                    </a:solidFill>
                    <a:effectLst/>
                    <a:uLnTx/>
                    <a:uFillTx/>
                    <a:latin typeface="+mn-lt"/>
                    <a:ea typeface="宋体" charset="-122"/>
                    <a:cs typeface="+mn-cs"/>
                  </a:endParaRPr>
                </a:p>
              </p:txBody>
            </p:sp>
            <p:sp>
              <p:nvSpPr>
                <p:cNvPr id="41" name="Text Box 34">
                  <a:extLst>
                    <a:ext uri="{FF2B5EF4-FFF2-40B4-BE49-F238E27FC236}">
                      <a16:creationId xmlns:a16="http://schemas.microsoft.com/office/drawing/2014/main" id="{597304CB-F119-AA4D-8AFB-5B7D029F26F7}"/>
                    </a:ext>
                  </a:extLst>
                </p:cNvPr>
                <p:cNvSpPr txBox="1">
                  <a:spLocks noChangeArrowheads="1"/>
                </p:cNvSpPr>
                <p:nvPr/>
              </p:nvSpPr>
              <p:spPr bwMode="auto">
                <a:xfrm>
                  <a:off x="4576" y="1824"/>
                  <a:ext cx="364"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mn-lt"/>
                      <a:ea typeface="宋体" charset="-122"/>
                      <a:cs typeface="+mn-cs"/>
                    </a:rPr>
                    <a:t>D</a:t>
                  </a:r>
                  <a:r>
                    <a:rPr kumimoji="1" lang="en-US" altLang="zh-CN" sz="2400" b="0" i="0" u="none" strike="noStrike" kern="1200" cap="none" spc="0" normalizeH="0" baseline="-25000" noProof="0">
                      <a:ln>
                        <a:noFill/>
                      </a:ln>
                      <a:solidFill>
                        <a:srgbClr val="000000"/>
                      </a:solidFill>
                      <a:effectLst/>
                      <a:uLnTx/>
                      <a:uFillTx/>
                      <a:latin typeface="+mn-lt"/>
                      <a:ea typeface="宋体" charset="-122"/>
                      <a:cs typeface="+mn-cs"/>
                    </a:rPr>
                    <a:t>3</a:t>
                  </a:r>
                  <a:endParaRPr kumimoji="1" lang="en-US" altLang="zh-CN" sz="2400" b="0" i="0" u="none" strike="noStrike" kern="1200" cap="none" spc="0" normalizeH="0" baseline="0" noProof="0">
                    <a:ln>
                      <a:noFill/>
                    </a:ln>
                    <a:solidFill>
                      <a:srgbClr val="000000"/>
                    </a:solidFill>
                    <a:effectLst/>
                    <a:uLnTx/>
                    <a:uFillTx/>
                    <a:latin typeface="+mn-lt"/>
                    <a:ea typeface="宋体" charset="-122"/>
                    <a:cs typeface="+mn-cs"/>
                  </a:endParaRPr>
                </a:p>
              </p:txBody>
            </p:sp>
            <p:sp>
              <p:nvSpPr>
                <p:cNvPr id="42" name="Text Box 35">
                  <a:extLst>
                    <a:ext uri="{FF2B5EF4-FFF2-40B4-BE49-F238E27FC236}">
                      <a16:creationId xmlns:a16="http://schemas.microsoft.com/office/drawing/2014/main" id="{AF55BFE3-F46F-694D-A88A-0AD718EA30D5}"/>
                    </a:ext>
                  </a:extLst>
                </p:cNvPr>
                <p:cNvSpPr txBox="1">
                  <a:spLocks noChangeArrowheads="1"/>
                </p:cNvSpPr>
                <p:nvPr/>
              </p:nvSpPr>
              <p:spPr bwMode="auto">
                <a:xfrm>
                  <a:off x="3380" y="1872"/>
                  <a:ext cx="364"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mn-lt"/>
                      <a:ea typeface="宋体" charset="-122"/>
                      <a:cs typeface="+mn-cs"/>
                    </a:rPr>
                    <a:t>A</a:t>
                  </a:r>
                  <a:r>
                    <a:rPr kumimoji="1" lang="en-US" altLang="zh-CN" sz="2400" b="0" i="0" u="none" strike="noStrike" kern="1200" cap="none" spc="0" normalizeH="0" baseline="-25000" noProof="0">
                      <a:ln>
                        <a:noFill/>
                      </a:ln>
                      <a:solidFill>
                        <a:srgbClr val="000000"/>
                      </a:solidFill>
                      <a:effectLst/>
                      <a:uLnTx/>
                      <a:uFillTx/>
                      <a:latin typeface="+mn-lt"/>
                      <a:ea typeface="宋体" charset="-122"/>
                      <a:cs typeface="+mn-cs"/>
                    </a:rPr>
                    <a:t>2</a:t>
                  </a:r>
                  <a:endParaRPr kumimoji="1" lang="en-US" altLang="zh-CN" sz="2400" b="0" i="0" u="none" strike="noStrike" kern="1200" cap="none" spc="0" normalizeH="0" baseline="0" noProof="0">
                    <a:ln>
                      <a:noFill/>
                    </a:ln>
                    <a:solidFill>
                      <a:srgbClr val="000000"/>
                    </a:solidFill>
                    <a:effectLst/>
                    <a:uLnTx/>
                    <a:uFillTx/>
                    <a:latin typeface="+mn-lt"/>
                    <a:ea typeface="宋体" charset="-122"/>
                    <a:cs typeface="+mn-cs"/>
                  </a:endParaRPr>
                </a:p>
              </p:txBody>
            </p:sp>
            <p:sp>
              <p:nvSpPr>
                <p:cNvPr id="43" name="Line 36">
                  <a:extLst>
                    <a:ext uri="{FF2B5EF4-FFF2-40B4-BE49-F238E27FC236}">
                      <a16:creationId xmlns:a16="http://schemas.microsoft.com/office/drawing/2014/main" id="{89D72B45-01D8-3949-B7E7-FBA249BBCE97}"/>
                    </a:ext>
                  </a:extLst>
                </p:cNvPr>
                <p:cNvSpPr>
                  <a:spLocks noChangeShapeType="1"/>
                </p:cNvSpPr>
                <p:nvPr/>
              </p:nvSpPr>
              <p:spPr bwMode="auto">
                <a:xfrm>
                  <a:off x="4940" y="1516"/>
                  <a:ext cx="0" cy="32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44" name="Line 37">
                  <a:extLst>
                    <a:ext uri="{FF2B5EF4-FFF2-40B4-BE49-F238E27FC236}">
                      <a16:creationId xmlns:a16="http://schemas.microsoft.com/office/drawing/2014/main" id="{9CB73BE5-8748-D143-B2D7-203677929211}"/>
                    </a:ext>
                  </a:extLst>
                </p:cNvPr>
                <p:cNvSpPr>
                  <a:spLocks noChangeShapeType="1"/>
                </p:cNvSpPr>
                <p:nvPr/>
              </p:nvSpPr>
              <p:spPr bwMode="auto">
                <a:xfrm>
                  <a:off x="5200" y="1516"/>
                  <a:ext cx="0" cy="32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45" name="Line 38">
                  <a:extLst>
                    <a:ext uri="{FF2B5EF4-FFF2-40B4-BE49-F238E27FC236}">
                      <a16:creationId xmlns:a16="http://schemas.microsoft.com/office/drawing/2014/main" id="{1D5F5522-AE40-D446-A1FF-221586733FFE}"/>
                    </a:ext>
                  </a:extLst>
                </p:cNvPr>
                <p:cNvSpPr>
                  <a:spLocks noChangeShapeType="1"/>
                </p:cNvSpPr>
                <p:nvPr/>
              </p:nvSpPr>
              <p:spPr bwMode="auto">
                <a:xfrm>
                  <a:off x="5460" y="1516"/>
                  <a:ext cx="0" cy="32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46" name="Line 39">
                  <a:extLst>
                    <a:ext uri="{FF2B5EF4-FFF2-40B4-BE49-F238E27FC236}">
                      <a16:creationId xmlns:a16="http://schemas.microsoft.com/office/drawing/2014/main" id="{F918F024-E80E-CB4B-8F13-162B751812B7}"/>
                    </a:ext>
                  </a:extLst>
                </p:cNvPr>
                <p:cNvSpPr>
                  <a:spLocks noChangeShapeType="1"/>
                </p:cNvSpPr>
                <p:nvPr/>
              </p:nvSpPr>
              <p:spPr bwMode="auto">
                <a:xfrm>
                  <a:off x="5720" y="1516"/>
                  <a:ext cx="0" cy="32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47" name="Text Box 40">
                  <a:extLst>
                    <a:ext uri="{FF2B5EF4-FFF2-40B4-BE49-F238E27FC236}">
                      <a16:creationId xmlns:a16="http://schemas.microsoft.com/office/drawing/2014/main" id="{7A121BBD-9246-7949-8D6E-019ED0EBB316}"/>
                    </a:ext>
                  </a:extLst>
                </p:cNvPr>
                <p:cNvSpPr txBox="1">
                  <a:spLocks noChangeArrowheads="1"/>
                </p:cNvSpPr>
                <p:nvPr/>
              </p:nvSpPr>
              <p:spPr bwMode="auto">
                <a:xfrm>
                  <a:off x="4836" y="1824"/>
                  <a:ext cx="364"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mn-lt"/>
                      <a:ea typeface="宋体" charset="-122"/>
                      <a:cs typeface="+mn-cs"/>
                    </a:rPr>
                    <a:t>D</a:t>
                  </a:r>
                  <a:r>
                    <a:rPr kumimoji="1" lang="en-US" altLang="zh-CN" sz="2400" b="0" i="0" u="none" strike="noStrike" kern="1200" cap="none" spc="0" normalizeH="0" baseline="-25000" noProof="0">
                      <a:ln>
                        <a:noFill/>
                      </a:ln>
                      <a:solidFill>
                        <a:srgbClr val="000000"/>
                      </a:solidFill>
                      <a:effectLst/>
                      <a:uLnTx/>
                      <a:uFillTx/>
                      <a:latin typeface="+mn-lt"/>
                      <a:ea typeface="宋体" charset="-122"/>
                      <a:cs typeface="+mn-cs"/>
                    </a:rPr>
                    <a:t>4</a:t>
                  </a:r>
                  <a:endParaRPr kumimoji="1" lang="en-US" altLang="zh-CN" sz="2400" b="0" i="0" u="none" strike="noStrike" kern="1200" cap="none" spc="0" normalizeH="0" baseline="0" noProof="0">
                    <a:ln>
                      <a:noFill/>
                    </a:ln>
                    <a:solidFill>
                      <a:srgbClr val="000000"/>
                    </a:solidFill>
                    <a:effectLst/>
                    <a:uLnTx/>
                    <a:uFillTx/>
                    <a:latin typeface="+mn-lt"/>
                    <a:ea typeface="宋体" charset="-122"/>
                    <a:cs typeface="+mn-cs"/>
                  </a:endParaRPr>
                </a:p>
              </p:txBody>
            </p:sp>
            <p:sp>
              <p:nvSpPr>
                <p:cNvPr id="48" name="Text Box 41">
                  <a:extLst>
                    <a:ext uri="{FF2B5EF4-FFF2-40B4-BE49-F238E27FC236}">
                      <a16:creationId xmlns:a16="http://schemas.microsoft.com/office/drawing/2014/main" id="{3CA3EC52-3974-1049-A05F-26EFB38CE660}"/>
                    </a:ext>
                  </a:extLst>
                </p:cNvPr>
                <p:cNvSpPr txBox="1">
                  <a:spLocks noChangeArrowheads="1"/>
                </p:cNvSpPr>
                <p:nvPr/>
              </p:nvSpPr>
              <p:spPr bwMode="auto">
                <a:xfrm>
                  <a:off x="5096" y="1824"/>
                  <a:ext cx="364"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mn-lt"/>
                      <a:ea typeface="宋体" charset="-122"/>
                      <a:cs typeface="+mn-cs"/>
                    </a:rPr>
                    <a:t>D</a:t>
                  </a:r>
                  <a:r>
                    <a:rPr kumimoji="1" lang="en-US" altLang="zh-CN" sz="2400" b="0" i="0" u="none" strike="noStrike" kern="1200" cap="none" spc="0" normalizeH="0" baseline="-25000" noProof="0">
                      <a:ln>
                        <a:noFill/>
                      </a:ln>
                      <a:solidFill>
                        <a:srgbClr val="000000"/>
                      </a:solidFill>
                      <a:effectLst/>
                      <a:uLnTx/>
                      <a:uFillTx/>
                      <a:latin typeface="+mn-lt"/>
                      <a:ea typeface="宋体" charset="-122"/>
                      <a:cs typeface="+mn-cs"/>
                    </a:rPr>
                    <a:t>5</a:t>
                  </a:r>
                  <a:endParaRPr kumimoji="1" lang="en-US" altLang="zh-CN" sz="2400" b="0" i="0" u="none" strike="noStrike" kern="1200" cap="none" spc="0" normalizeH="0" baseline="0" noProof="0">
                    <a:ln>
                      <a:noFill/>
                    </a:ln>
                    <a:solidFill>
                      <a:srgbClr val="000000"/>
                    </a:solidFill>
                    <a:effectLst/>
                    <a:uLnTx/>
                    <a:uFillTx/>
                    <a:latin typeface="+mn-lt"/>
                    <a:ea typeface="宋体" charset="-122"/>
                    <a:cs typeface="+mn-cs"/>
                  </a:endParaRPr>
                </a:p>
              </p:txBody>
            </p:sp>
            <p:sp>
              <p:nvSpPr>
                <p:cNvPr id="49" name="Text Box 42">
                  <a:extLst>
                    <a:ext uri="{FF2B5EF4-FFF2-40B4-BE49-F238E27FC236}">
                      <a16:creationId xmlns:a16="http://schemas.microsoft.com/office/drawing/2014/main" id="{EAE47C42-93EA-7545-9C11-48CF9DC42C79}"/>
                    </a:ext>
                  </a:extLst>
                </p:cNvPr>
                <p:cNvSpPr txBox="1">
                  <a:spLocks noChangeArrowheads="1"/>
                </p:cNvSpPr>
                <p:nvPr/>
              </p:nvSpPr>
              <p:spPr bwMode="auto">
                <a:xfrm>
                  <a:off x="5356" y="1824"/>
                  <a:ext cx="364"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mn-lt"/>
                      <a:ea typeface="宋体" charset="-122"/>
                      <a:cs typeface="+mn-cs"/>
                    </a:rPr>
                    <a:t>D</a:t>
                  </a:r>
                  <a:r>
                    <a:rPr kumimoji="1" lang="en-US" altLang="zh-CN" sz="2400" b="0" i="0" u="none" strike="noStrike" kern="1200" cap="none" spc="0" normalizeH="0" baseline="-25000" noProof="0">
                      <a:ln>
                        <a:noFill/>
                      </a:ln>
                      <a:solidFill>
                        <a:srgbClr val="000000"/>
                      </a:solidFill>
                      <a:effectLst/>
                      <a:uLnTx/>
                      <a:uFillTx/>
                      <a:latin typeface="+mn-lt"/>
                      <a:ea typeface="宋体" charset="-122"/>
                      <a:cs typeface="+mn-cs"/>
                    </a:rPr>
                    <a:t>6</a:t>
                  </a:r>
                  <a:endParaRPr kumimoji="1" lang="en-US" altLang="zh-CN" sz="2400" b="0" i="0" u="none" strike="noStrike" kern="1200" cap="none" spc="0" normalizeH="0" baseline="0" noProof="0">
                    <a:ln>
                      <a:noFill/>
                    </a:ln>
                    <a:solidFill>
                      <a:srgbClr val="000000"/>
                    </a:solidFill>
                    <a:effectLst/>
                    <a:uLnTx/>
                    <a:uFillTx/>
                    <a:latin typeface="+mn-lt"/>
                    <a:ea typeface="宋体" charset="-122"/>
                    <a:cs typeface="+mn-cs"/>
                  </a:endParaRPr>
                </a:p>
              </p:txBody>
            </p:sp>
          </p:grpSp>
          <p:sp>
            <p:nvSpPr>
              <p:cNvPr id="29" name="Text Box 43">
                <a:extLst>
                  <a:ext uri="{FF2B5EF4-FFF2-40B4-BE49-F238E27FC236}">
                    <a16:creationId xmlns:a16="http://schemas.microsoft.com/office/drawing/2014/main" id="{0C057707-4926-CB49-8FBA-2E34A1A9F157}"/>
                  </a:ext>
                </a:extLst>
              </p:cNvPr>
              <p:cNvSpPr txBox="1">
                <a:spLocks noChangeArrowheads="1"/>
              </p:cNvSpPr>
              <p:nvPr/>
            </p:nvSpPr>
            <p:spPr bwMode="auto">
              <a:xfrm>
                <a:off x="5704" y="1896"/>
                <a:ext cx="36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mn-lt"/>
                    <a:ea typeface="宋体" charset="-122"/>
                    <a:cs typeface="+mn-cs"/>
                  </a:rPr>
                  <a:t>D</a:t>
                </a:r>
                <a:r>
                  <a:rPr kumimoji="1" lang="en-US" altLang="zh-CN" sz="2400" b="0" i="0" u="none" strike="noStrike" kern="1200" cap="none" spc="0" normalizeH="0" baseline="-25000" noProof="0" dirty="0">
                    <a:ln>
                      <a:noFill/>
                    </a:ln>
                    <a:solidFill>
                      <a:srgbClr val="000000"/>
                    </a:solidFill>
                    <a:effectLst/>
                    <a:uLnTx/>
                    <a:uFillTx/>
                    <a:latin typeface="+mn-lt"/>
                    <a:ea typeface="宋体" charset="-122"/>
                    <a:cs typeface="+mn-cs"/>
                  </a:rPr>
                  <a:t>7</a:t>
                </a:r>
                <a:endParaRPr kumimoji="1" lang="en-US" altLang="zh-CN" sz="2400" b="0" i="0" u="none" strike="noStrike" kern="1200" cap="none" spc="0" normalizeH="0" baseline="0" noProof="0" dirty="0">
                  <a:ln>
                    <a:noFill/>
                  </a:ln>
                  <a:solidFill>
                    <a:srgbClr val="000000"/>
                  </a:solidFill>
                  <a:effectLst/>
                  <a:uLnTx/>
                  <a:uFillTx/>
                  <a:latin typeface="+mn-lt"/>
                  <a:ea typeface="宋体" charset="-122"/>
                  <a:cs typeface="+mn-cs"/>
                </a:endParaRPr>
              </a:p>
            </p:txBody>
          </p:sp>
        </p:grpSp>
      </p:grpSp>
      <p:sp>
        <p:nvSpPr>
          <p:cNvPr id="50" name="Text Box 44">
            <a:extLst>
              <a:ext uri="{FF2B5EF4-FFF2-40B4-BE49-F238E27FC236}">
                <a16:creationId xmlns:a16="http://schemas.microsoft.com/office/drawing/2014/main" id="{80CA9210-A46E-9740-9D9C-5C87F5070107}"/>
              </a:ext>
            </a:extLst>
          </p:cNvPr>
          <p:cNvSpPr txBox="1">
            <a:spLocks noChangeArrowheads="1"/>
          </p:cNvSpPr>
          <p:nvPr/>
        </p:nvSpPr>
        <p:spPr bwMode="auto">
          <a:xfrm>
            <a:off x="7774571" y="2575756"/>
            <a:ext cx="35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mn-lt"/>
                <a:ea typeface="宋体" charset="-122"/>
                <a:cs typeface="+mn-cs"/>
              </a:rPr>
              <a:t>1</a:t>
            </a:r>
          </a:p>
        </p:txBody>
      </p:sp>
      <p:sp>
        <p:nvSpPr>
          <p:cNvPr id="51" name="Text Box 45">
            <a:extLst>
              <a:ext uri="{FF2B5EF4-FFF2-40B4-BE49-F238E27FC236}">
                <a16:creationId xmlns:a16="http://schemas.microsoft.com/office/drawing/2014/main" id="{BC019AF2-4C37-8F45-BFD8-9392B8C536A5}"/>
              </a:ext>
            </a:extLst>
          </p:cNvPr>
          <p:cNvSpPr txBox="1">
            <a:spLocks noChangeArrowheads="1"/>
          </p:cNvSpPr>
          <p:nvPr/>
        </p:nvSpPr>
        <p:spPr bwMode="auto">
          <a:xfrm>
            <a:off x="5779083" y="2575756"/>
            <a:ext cx="358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mn-lt"/>
                <a:ea typeface="宋体" charset="-122"/>
                <a:cs typeface="+mn-cs"/>
              </a:rPr>
              <a:t>0</a:t>
            </a:r>
          </a:p>
        </p:txBody>
      </p:sp>
      <p:sp>
        <p:nvSpPr>
          <p:cNvPr id="52" name="灯片编号占位符 6">
            <a:extLst>
              <a:ext uri="{FF2B5EF4-FFF2-40B4-BE49-F238E27FC236}">
                <a16:creationId xmlns:a16="http://schemas.microsoft.com/office/drawing/2014/main" id="{64117A31-6EB1-F347-9EF8-59862A0D05BB}"/>
              </a:ext>
            </a:extLst>
          </p:cNvPr>
          <p:cNvSpPr txBox="1">
            <a:spLocks/>
          </p:cNvSpPr>
          <p:nvPr/>
        </p:nvSpPr>
        <p:spPr bwMode="auto">
          <a:xfrm>
            <a:off x="6553200" y="6265860"/>
            <a:ext cx="213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4600" b="1" kern="1200">
                <a:solidFill>
                  <a:srgbClr val="FF3300"/>
                </a:solidFill>
                <a:latin typeface="Garamond" pitchFamily="18" charset="0"/>
                <a:ea typeface="宋体" charset="-122"/>
                <a:cs typeface="+mn-cs"/>
              </a:defRPr>
            </a:lvl1pPr>
            <a:lvl2pPr marL="742950" indent="-28575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2pPr>
            <a:lvl3pPr marL="11430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3pPr>
            <a:lvl4pPr marL="16002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4pPr>
            <a:lvl5pPr marL="20574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5pPr>
            <a:lvl6pPr marL="25146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6pPr>
            <a:lvl7pPr marL="29718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7pPr>
            <a:lvl8pPr marL="34290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8pPr>
            <a:lvl9pPr marL="38862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9pPr>
          </a:lstStyle>
          <a:p>
            <a:pPr eaLnBrk="1" hangingPunct="1"/>
            <a:fld id="{CCE6D788-BCB5-407E-9DED-68D155892338}" type="slidenum">
              <a:rPr lang="en-US" altLang="zh-CN" sz="1400" smtClean="0">
                <a:solidFill>
                  <a:schemeClr val="tx1"/>
                </a:solidFill>
                <a:latin typeface="+mn-lt"/>
              </a:rPr>
              <a:pPr eaLnBrk="1" hangingPunct="1"/>
              <a:t>74</a:t>
            </a:fld>
            <a:endParaRPr lang="en-US" altLang="zh-CN" sz="1400" dirty="0">
              <a:solidFill>
                <a:schemeClr val="tx1"/>
              </a:solidFill>
              <a:latin typeface="+mn-lt"/>
            </a:endParaRPr>
          </a:p>
        </p:txBody>
      </p:sp>
      <p:grpSp>
        <p:nvGrpSpPr>
          <p:cNvPr id="2" name="组合 1">
            <a:extLst>
              <a:ext uri="{FF2B5EF4-FFF2-40B4-BE49-F238E27FC236}">
                <a16:creationId xmlns:a16="http://schemas.microsoft.com/office/drawing/2014/main" id="{00A5358B-8DBD-AA8E-B4B5-C09F963BED4B}"/>
              </a:ext>
            </a:extLst>
          </p:cNvPr>
          <p:cNvGrpSpPr/>
          <p:nvPr/>
        </p:nvGrpSpPr>
        <p:grpSpPr>
          <a:xfrm>
            <a:off x="5450471" y="1459246"/>
            <a:ext cx="2971800" cy="915353"/>
            <a:chOff x="1007638" y="5684991"/>
            <a:chExt cx="2971800" cy="915353"/>
          </a:xfrm>
        </p:grpSpPr>
        <p:sp>
          <p:nvSpPr>
            <p:cNvPr id="3" name="Text Box 98">
              <a:extLst>
                <a:ext uri="{FF2B5EF4-FFF2-40B4-BE49-F238E27FC236}">
                  <a16:creationId xmlns:a16="http://schemas.microsoft.com/office/drawing/2014/main" id="{62706187-8503-9E55-8C68-78956265B8BF}"/>
                </a:ext>
              </a:extLst>
            </p:cNvPr>
            <p:cNvSpPr txBox="1">
              <a:spLocks noChangeArrowheads="1"/>
            </p:cNvSpPr>
            <p:nvPr/>
          </p:nvSpPr>
          <p:spPr bwMode="auto">
            <a:xfrm>
              <a:off x="1007638" y="5684991"/>
              <a:ext cx="2971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2800" b="1" i="0" u="none" strike="noStrike" kern="1200" cap="none" spc="0" normalizeH="0" baseline="0" noProof="0" dirty="0">
                  <a:ln>
                    <a:noFill/>
                  </a:ln>
                  <a:solidFill>
                    <a:srgbClr val="000000"/>
                  </a:solidFill>
                  <a:effectLst/>
                  <a:uLnTx/>
                  <a:uFillTx/>
                  <a:latin typeface="+mn-lt"/>
                  <a:ea typeface="宋体" charset="-122"/>
                  <a:cs typeface="+mn-cs"/>
                </a:rPr>
                <a:t>D</a:t>
              </a:r>
              <a:r>
                <a:rPr kumimoji="0" lang="en-US" altLang="zh-CN" sz="2800" b="1" i="0" u="none" strike="noStrike" kern="1200" cap="none" spc="0" normalizeH="0" baseline="-25000" noProof="0" dirty="0">
                  <a:ln>
                    <a:noFill/>
                  </a:ln>
                  <a:solidFill>
                    <a:srgbClr val="000000"/>
                  </a:solidFill>
                  <a:effectLst/>
                  <a:uLnTx/>
                  <a:uFillTx/>
                  <a:latin typeface="+mn-lt"/>
                  <a:ea typeface="宋体" charset="-122"/>
                  <a:cs typeface="+mn-cs"/>
                </a:rPr>
                <a:t>0</a:t>
              </a:r>
              <a:r>
                <a:rPr kumimoji="0" lang="en-US" altLang="zh-CN" sz="2800" b="1" i="0" u="none" strike="noStrike" kern="1200" cap="none" spc="0" normalizeH="0" baseline="0" noProof="0" dirty="0">
                  <a:ln>
                    <a:noFill/>
                  </a:ln>
                  <a:solidFill>
                    <a:srgbClr val="000000"/>
                  </a:solidFill>
                  <a:effectLst/>
                  <a:uLnTx/>
                  <a:uFillTx/>
                  <a:latin typeface="+mn-lt"/>
                  <a:ea typeface="宋体" charset="-122"/>
                  <a:cs typeface="+mn-cs"/>
                </a:rPr>
                <a:t>=D</a:t>
              </a:r>
              <a:r>
                <a:rPr kumimoji="0" lang="en-US" altLang="zh-CN" sz="2800" b="1" i="0" u="none" strike="noStrike" kern="1200" cap="none" spc="0" normalizeH="0" baseline="-25000" noProof="0" dirty="0">
                  <a:ln>
                    <a:noFill/>
                  </a:ln>
                  <a:solidFill>
                    <a:srgbClr val="000000"/>
                  </a:solidFill>
                  <a:effectLst/>
                  <a:uLnTx/>
                  <a:uFillTx/>
                  <a:latin typeface="+mn-lt"/>
                  <a:ea typeface="宋体" charset="-122"/>
                  <a:cs typeface="+mn-cs"/>
                </a:rPr>
                <a:t>1</a:t>
              </a:r>
              <a:r>
                <a:rPr kumimoji="0" lang="en-US" altLang="zh-CN" sz="2800" b="1" i="0" u="none" strike="noStrike" kern="1200" cap="none" spc="0" normalizeH="0" baseline="0" noProof="0" dirty="0">
                  <a:ln>
                    <a:noFill/>
                  </a:ln>
                  <a:solidFill>
                    <a:srgbClr val="000000"/>
                  </a:solidFill>
                  <a:effectLst/>
                  <a:uLnTx/>
                  <a:uFillTx/>
                  <a:latin typeface="+mn-lt"/>
                  <a:ea typeface="宋体" charset="-122"/>
                  <a:cs typeface="+mn-cs"/>
                </a:rPr>
                <a:t>=D</a:t>
              </a:r>
              <a:r>
                <a:rPr kumimoji="0" lang="en-US" altLang="zh-CN" sz="2800" b="1" i="0" u="none" strike="noStrike" kern="1200" cap="none" spc="0" normalizeH="0" baseline="-25000" noProof="0" dirty="0">
                  <a:ln>
                    <a:noFill/>
                  </a:ln>
                  <a:solidFill>
                    <a:srgbClr val="000000"/>
                  </a:solidFill>
                  <a:effectLst/>
                  <a:uLnTx/>
                  <a:uFillTx/>
                  <a:latin typeface="+mn-lt"/>
                  <a:ea typeface="宋体" charset="-122"/>
                  <a:cs typeface="+mn-cs"/>
                </a:rPr>
                <a:t>4</a:t>
              </a:r>
              <a:r>
                <a:rPr kumimoji="0" lang="en-US" altLang="zh-CN" sz="2800" b="1" i="0" u="none" strike="noStrike" kern="1200" cap="none" spc="0" normalizeH="0" baseline="0" noProof="0" dirty="0">
                  <a:ln>
                    <a:noFill/>
                  </a:ln>
                  <a:solidFill>
                    <a:srgbClr val="000000"/>
                  </a:solidFill>
                  <a:effectLst/>
                  <a:uLnTx/>
                  <a:uFillTx/>
                  <a:latin typeface="+mn-lt"/>
                  <a:ea typeface="宋体" charset="-122"/>
                  <a:cs typeface="+mn-cs"/>
                </a:rPr>
                <a:t>=D</a:t>
              </a:r>
              <a:r>
                <a:rPr kumimoji="0" lang="en-US" altLang="zh-CN" sz="2800" b="1" i="0" u="none" strike="noStrike" kern="1200" cap="none" spc="0" normalizeH="0" baseline="-25000" noProof="0" dirty="0">
                  <a:ln>
                    <a:noFill/>
                  </a:ln>
                  <a:solidFill>
                    <a:srgbClr val="000000"/>
                  </a:solidFill>
                  <a:effectLst/>
                  <a:uLnTx/>
                  <a:uFillTx/>
                  <a:latin typeface="+mn-lt"/>
                  <a:ea typeface="宋体" charset="-122"/>
                  <a:cs typeface="+mn-cs"/>
                </a:rPr>
                <a:t>7</a:t>
              </a:r>
              <a:r>
                <a:rPr kumimoji="0" lang="en-US" altLang="zh-CN" sz="2800" b="1" i="0" u="none" strike="noStrike" kern="1200" cap="none" spc="0" normalizeH="0" baseline="0" noProof="0" dirty="0">
                  <a:ln>
                    <a:noFill/>
                  </a:ln>
                  <a:solidFill>
                    <a:srgbClr val="000000"/>
                  </a:solidFill>
                  <a:effectLst/>
                  <a:uLnTx/>
                  <a:uFillTx/>
                  <a:latin typeface="+mn-lt"/>
                  <a:ea typeface="宋体" charset="-122"/>
                  <a:cs typeface="+mn-cs"/>
                </a:rPr>
                <a:t>=0</a:t>
              </a:r>
            </a:p>
          </p:txBody>
        </p:sp>
        <p:sp>
          <p:nvSpPr>
            <p:cNvPr id="4" name="Text Box 99">
              <a:extLst>
                <a:ext uri="{FF2B5EF4-FFF2-40B4-BE49-F238E27FC236}">
                  <a16:creationId xmlns:a16="http://schemas.microsoft.com/office/drawing/2014/main" id="{97BE7465-123A-9633-9363-F8E10A9FD53B}"/>
                </a:ext>
              </a:extLst>
            </p:cNvPr>
            <p:cNvSpPr txBox="1">
              <a:spLocks noChangeArrowheads="1"/>
            </p:cNvSpPr>
            <p:nvPr/>
          </p:nvSpPr>
          <p:spPr bwMode="auto">
            <a:xfrm>
              <a:off x="1007638" y="6081231"/>
              <a:ext cx="2971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2800" b="1" i="0" u="none" strike="noStrike" kern="1200" cap="none" spc="0" normalizeH="0" baseline="0" noProof="0" dirty="0">
                  <a:ln>
                    <a:noFill/>
                  </a:ln>
                  <a:solidFill>
                    <a:srgbClr val="000000"/>
                  </a:solidFill>
                  <a:effectLst/>
                  <a:uLnTx/>
                  <a:uFillTx/>
                  <a:latin typeface="+mn-lt"/>
                  <a:ea typeface="宋体" charset="-122"/>
                  <a:cs typeface="+mn-cs"/>
                </a:rPr>
                <a:t>D</a:t>
              </a:r>
              <a:r>
                <a:rPr kumimoji="0" lang="en-US" altLang="zh-CN" sz="2800" b="1" i="0" u="none" strike="noStrike" kern="1200" cap="none" spc="0" normalizeH="0" baseline="-25000" noProof="0" dirty="0">
                  <a:ln>
                    <a:noFill/>
                  </a:ln>
                  <a:solidFill>
                    <a:srgbClr val="000000"/>
                  </a:solidFill>
                  <a:effectLst/>
                  <a:uLnTx/>
                  <a:uFillTx/>
                  <a:latin typeface="+mn-lt"/>
                  <a:ea typeface="宋体" charset="-122"/>
                  <a:cs typeface="+mn-cs"/>
                </a:rPr>
                <a:t>2</a:t>
              </a:r>
              <a:r>
                <a:rPr kumimoji="0" lang="en-US" altLang="zh-CN" sz="2800" b="1" i="0" u="none" strike="noStrike" kern="1200" cap="none" spc="0" normalizeH="0" baseline="0" noProof="0" dirty="0">
                  <a:ln>
                    <a:noFill/>
                  </a:ln>
                  <a:solidFill>
                    <a:srgbClr val="000000"/>
                  </a:solidFill>
                  <a:effectLst/>
                  <a:uLnTx/>
                  <a:uFillTx/>
                  <a:latin typeface="+mn-lt"/>
                  <a:ea typeface="宋体" charset="-122"/>
                  <a:cs typeface="+mn-cs"/>
                </a:rPr>
                <a:t>=D</a:t>
              </a:r>
              <a:r>
                <a:rPr kumimoji="0" lang="en-US" altLang="zh-CN" sz="2800" b="1" i="0" u="none" strike="noStrike" kern="1200" cap="none" spc="0" normalizeH="0" baseline="-25000" noProof="0" dirty="0">
                  <a:ln>
                    <a:noFill/>
                  </a:ln>
                  <a:solidFill>
                    <a:srgbClr val="000000"/>
                  </a:solidFill>
                  <a:effectLst/>
                  <a:uLnTx/>
                  <a:uFillTx/>
                  <a:latin typeface="+mn-lt"/>
                  <a:ea typeface="宋体" charset="-122"/>
                  <a:cs typeface="+mn-cs"/>
                </a:rPr>
                <a:t>3</a:t>
              </a:r>
              <a:r>
                <a:rPr kumimoji="0" lang="en-US" altLang="zh-CN" sz="2800" b="1" i="0" u="none" strike="noStrike" kern="1200" cap="none" spc="0" normalizeH="0" baseline="0" noProof="0" dirty="0">
                  <a:ln>
                    <a:noFill/>
                  </a:ln>
                  <a:solidFill>
                    <a:srgbClr val="000000"/>
                  </a:solidFill>
                  <a:effectLst/>
                  <a:uLnTx/>
                  <a:uFillTx/>
                  <a:latin typeface="+mn-lt"/>
                  <a:ea typeface="宋体" charset="-122"/>
                  <a:cs typeface="+mn-cs"/>
                </a:rPr>
                <a:t>=D</a:t>
              </a:r>
              <a:r>
                <a:rPr kumimoji="0" lang="en-US" altLang="zh-CN" sz="2800" b="1" i="0" u="none" strike="noStrike" kern="1200" cap="none" spc="0" normalizeH="0" baseline="-25000" noProof="0" dirty="0">
                  <a:ln>
                    <a:noFill/>
                  </a:ln>
                  <a:solidFill>
                    <a:srgbClr val="000000"/>
                  </a:solidFill>
                  <a:effectLst/>
                  <a:uLnTx/>
                  <a:uFillTx/>
                  <a:latin typeface="+mn-lt"/>
                  <a:ea typeface="宋体" charset="-122"/>
                  <a:cs typeface="+mn-cs"/>
                </a:rPr>
                <a:t>5</a:t>
              </a:r>
              <a:r>
                <a:rPr kumimoji="0" lang="en-US" altLang="zh-CN" sz="2800" b="1" i="0" u="none" strike="noStrike" kern="1200" cap="none" spc="0" normalizeH="0" baseline="0" noProof="0" dirty="0">
                  <a:ln>
                    <a:noFill/>
                  </a:ln>
                  <a:solidFill>
                    <a:srgbClr val="000000"/>
                  </a:solidFill>
                  <a:effectLst/>
                  <a:uLnTx/>
                  <a:uFillTx/>
                  <a:latin typeface="+mn-lt"/>
                  <a:ea typeface="宋体" charset="-122"/>
                  <a:cs typeface="+mn-cs"/>
                </a:rPr>
                <a:t>=D</a:t>
              </a:r>
              <a:r>
                <a:rPr kumimoji="0" lang="en-US" altLang="zh-CN" sz="2800" b="1" i="0" u="none" strike="noStrike" kern="1200" cap="none" spc="0" normalizeH="0" baseline="-25000" noProof="0" dirty="0">
                  <a:ln>
                    <a:noFill/>
                  </a:ln>
                  <a:solidFill>
                    <a:srgbClr val="000000"/>
                  </a:solidFill>
                  <a:effectLst/>
                  <a:uLnTx/>
                  <a:uFillTx/>
                  <a:latin typeface="+mn-lt"/>
                  <a:ea typeface="宋体" charset="-122"/>
                  <a:cs typeface="+mn-cs"/>
                </a:rPr>
                <a:t>6</a:t>
              </a:r>
              <a:r>
                <a:rPr kumimoji="0" lang="en-US" altLang="zh-CN" sz="2800" b="1" i="0" u="none" strike="noStrike" kern="1200" cap="none" spc="0" normalizeH="0" baseline="0" noProof="0" dirty="0">
                  <a:ln>
                    <a:noFill/>
                  </a:ln>
                  <a:solidFill>
                    <a:srgbClr val="000000"/>
                  </a:solidFill>
                  <a:effectLst/>
                  <a:uLnTx/>
                  <a:uFillTx/>
                  <a:latin typeface="+mn-lt"/>
                  <a:ea typeface="宋体" charset="-122"/>
                  <a:cs typeface="+mn-cs"/>
                </a:rPr>
                <a:t>=1</a:t>
              </a:r>
            </a:p>
          </p:txBody>
        </p:sp>
      </p:grpSp>
    </p:spTree>
    <p:extLst>
      <p:ext uri="{BB962C8B-B14F-4D97-AF65-F5344CB8AC3E}">
        <p14:creationId xmlns:p14="http://schemas.microsoft.com/office/powerpoint/2010/main" val="31247425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a:extLst>
              <a:ext uri="{FF2B5EF4-FFF2-40B4-BE49-F238E27FC236}">
                <a16:creationId xmlns:a16="http://schemas.microsoft.com/office/drawing/2014/main" id="{C01B6A24-C497-A970-F91F-B5DF80F6EC6D}"/>
              </a:ext>
            </a:extLst>
          </p:cNvPr>
          <p:cNvSpPr txBox="1"/>
          <p:nvPr>
            <p:custDataLst>
              <p:tags r:id="rId2"/>
            </p:custDataLst>
          </p:nvPr>
        </p:nvSpPr>
        <p:spPr>
          <a:xfrm>
            <a:off x="444500" y="744220"/>
            <a:ext cx="8699500" cy="2143125"/>
          </a:xfrm>
          <a:prstGeom prst="rect">
            <a:avLst/>
          </a:prstGeom>
          <a:noFill/>
        </p:spPr>
        <p:txBody>
          <a:bodyPr vert="horz" wrap="square" rtlCol="0" anchor="ctr" anchorCtr="0">
            <a:noAutofit/>
          </a:bodyPr>
          <a:lstStyle/>
          <a:p>
            <a:pPr lvl="0">
              <a:defRPr/>
            </a:pP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下图为用</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8</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选</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1MUX</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实现的一个</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3</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变量逻辑函数</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F(A,B,C)=ABC+BC’, D0~D7</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依次为</a:t>
            </a:r>
          </a:p>
          <a:p>
            <a:pPr lvl="0">
              <a:defRPr/>
            </a:pP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（注意</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D0-D7</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和</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ABC</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取值之间的映射关系）</a:t>
            </a:r>
          </a:p>
        </p:txBody>
      </p:sp>
      <p:sp>
        <p:nvSpPr>
          <p:cNvPr id="11" name="文本框 10">
            <a:extLst>
              <a:ext uri="{FF2B5EF4-FFF2-40B4-BE49-F238E27FC236}">
                <a16:creationId xmlns:a16="http://schemas.microsoft.com/office/drawing/2014/main" id="{225CF44B-FE02-157E-DC97-3E4642CA3824}"/>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Arial" charset="0"/>
                <a:ea typeface="宋体" panose="02010600030101010101" pitchFamily="2" charset="-122"/>
                <a:cs typeface="+mn-cs"/>
              </a:rPr>
              <a:t>00110001</a:t>
            </a:r>
          </a:p>
        </p:txBody>
      </p:sp>
      <p:sp>
        <p:nvSpPr>
          <p:cNvPr id="12" name="文本框 11">
            <a:extLst>
              <a:ext uri="{FF2B5EF4-FFF2-40B4-BE49-F238E27FC236}">
                <a16:creationId xmlns:a16="http://schemas.microsoft.com/office/drawing/2014/main" id="{F64C5F89-28D3-E08A-9618-FDE8CAFA94FA}"/>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effectLst/>
                <a:uLnTx/>
                <a:uFillTx/>
                <a:latin typeface="Arial" charset="0"/>
                <a:ea typeface="宋体" pitchFamily="2" charset="-122"/>
                <a:cs typeface="+mn-cs"/>
              </a:rPr>
              <a:t>00100011</a:t>
            </a:r>
          </a:p>
        </p:txBody>
      </p:sp>
      <p:sp>
        <p:nvSpPr>
          <p:cNvPr id="13" name="文本框 12">
            <a:extLst>
              <a:ext uri="{FF2B5EF4-FFF2-40B4-BE49-F238E27FC236}">
                <a16:creationId xmlns:a16="http://schemas.microsoft.com/office/drawing/2014/main" id="{DF8E5213-C896-1574-C12B-3B913AE60D2B}"/>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Arial" charset="0"/>
                <a:ea typeface="宋体" panose="02010600030101010101" pitchFamily="2" charset="-122"/>
                <a:cs typeface="+mn-cs"/>
              </a:rPr>
              <a:t>01000101</a:t>
            </a:r>
          </a:p>
        </p:txBody>
      </p:sp>
      <p:sp>
        <p:nvSpPr>
          <p:cNvPr id="14" name="文本框 13">
            <a:extLst>
              <a:ext uri="{FF2B5EF4-FFF2-40B4-BE49-F238E27FC236}">
                <a16:creationId xmlns:a16="http://schemas.microsoft.com/office/drawing/2014/main" id="{0178F0D3-6B6A-1F85-7D54-FA3C0FCE14EF}"/>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Arial" charset="0"/>
                <a:ea typeface="宋体" panose="02010600030101010101" pitchFamily="2" charset="-122"/>
                <a:cs typeface="+mn-cs"/>
              </a:rPr>
              <a:t>01000011</a:t>
            </a:r>
          </a:p>
        </p:txBody>
      </p:sp>
      <p:sp>
        <p:nvSpPr>
          <p:cNvPr id="15" name="椭圆 14">
            <a:extLst>
              <a:ext uri="{FF2B5EF4-FFF2-40B4-BE49-F238E27FC236}">
                <a16:creationId xmlns:a16="http://schemas.microsoft.com/office/drawing/2014/main" id="{34465F82-1C79-C5E3-F889-EDCA948758FF}"/>
              </a:ext>
            </a:extLst>
          </p:cNvPr>
          <p:cNvSpPr>
            <a:spLocks noChangeAspect="1"/>
          </p:cNvSpPr>
          <p:nvPr>
            <p:custDataLst>
              <p:tags r:id="rId7"/>
            </p:custDataLst>
          </p:nvPr>
        </p:nvSpPr>
        <p:spPr bwMode="auto">
          <a:xfrm>
            <a:off x="1114425" y="2850356"/>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noAutofit/>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en" altLang="zh-CN" sz="1600" b="0"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A</a:t>
            </a:r>
            <a:endParaRPr kumimoji="0" lang="zh-CN" altLang="en-US" sz="1600" b="0"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6" name="椭圆 15">
            <a:extLst>
              <a:ext uri="{FF2B5EF4-FFF2-40B4-BE49-F238E27FC236}">
                <a16:creationId xmlns:a16="http://schemas.microsoft.com/office/drawing/2014/main" id="{7B567E81-5448-CC49-D7D0-004EAD051DBE}"/>
              </a:ext>
            </a:extLst>
          </p:cNvPr>
          <p:cNvSpPr>
            <a:spLocks noChangeAspect="1"/>
          </p:cNvSpPr>
          <p:nvPr>
            <p:custDataLst>
              <p:tags r:id="rId8"/>
            </p:custDataLst>
          </p:nvPr>
        </p:nvSpPr>
        <p:spPr bwMode="auto">
          <a:xfrm>
            <a:off x="1114425" y="3707606"/>
            <a:ext cx="514350" cy="514350"/>
          </a:xfrm>
          <a:prstGeom prst="ellipse">
            <a:avLst/>
          </a:prstGeom>
          <a:solidFill>
            <a:srgbClr val="00FF00"/>
          </a:solidFill>
          <a:ln w="254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noAutofit/>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en" altLang="zh-CN" sz="1600" b="0"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B</a:t>
            </a:r>
            <a:endParaRPr kumimoji="0" lang="zh-CN" altLang="en-US" sz="1600" b="0"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椭圆 16">
            <a:extLst>
              <a:ext uri="{FF2B5EF4-FFF2-40B4-BE49-F238E27FC236}">
                <a16:creationId xmlns:a16="http://schemas.microsoft.com/office/drawing/2014/main" id="{3520DF10-0110-84F3-7CA3-BFE955AC2B07}"/>
              </a:ext>
            </a:extLst>
          </p:cNvPr>
          <p:cNvSpPr>
            <a:spLocks noChangeAspect="1"/>
          </p:cNvSpPr>
          <p:nvPr>
            <p:custDataLst>
              <p:tags r:id="rId9"/>
            </p:custDataLst>
          </p:nvPr>
        </p:nvSpPr>
        <p:spPr bwMode="auto">
          <a:xfrm>
            <a:off x="1114425" y="4564856"/>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noAutofit/>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en" altLang="zh-CN" sz="1600" b="0"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C</a:t>
            </a:r>
            <a:endParaRPr kumimoji="0" lang="zh-CN" altLang="en-US" sz="1600" b="0"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8" name="椭圆 17">
            <a:extLst>
              <a:ext uri="{FF2B5EF4-FFF2-40B4-BE49-F238E27FC236}">
                <a16:creationId xmlns:a16="http://schemas.microsoft.com/office/drawing/2014/main" id="{A2B2C780-39F8-DF0F-917C-733597A03C5A}"/>
              </a:ext>
            </a:extLst>
          </p:cNvPr>
          <p:cNvSpPr>
            <a:spLocks noChangeAspect="1"/>
          </p:cNvSpPr>
          <p:nvPr>
            <p:custDataLst>
              <p:tags r:id="rId10"/>
            </p:custDataLst>
          </p:nvPr>
        </p:nvSpPr>
        <p:spPr bwMode="auto">
          <a:xfrm>
            <a:off x="1114425" y="5422106"/>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noAutofit/>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en" altLang="zh-CN" sz="1600" b="0"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D</a:t>
            </a:r>
            <a:endParaRPr kumimoji="0" lang="zh-CN" altLang="en-US" sz="1600" b="0"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9" name="圆角矩形 18">
            <a:extLst>
              <a:ext uri="{FF2B5EF4-FFF2-40B4-BE49-F238E27FC236}">
                <a16:creationId xmlns:a16="http://schemas.microsoft.com/office/drawing/2014/main" id="{96CDECBE-14C1-755F-9013-38B4D48D2AB5}"/>
              </a:ext>
            </a:extLst>
          </p:cNvPr>
          <p:cNvSpPr/>
          <p:nvPr>
            <p:custDataLst>
              <p:tags r:id="rId11"/>
            </p:custDataLst>
          </p:nvPr>
        </p:nvSpPr>
        <p:spPr bwMode="auto">
          <a:xfrm>
            <a:off x="6172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noAutofit/>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pic>
        <p:nvPicPr>
          <p:cNvPr id="21" name="Picture 3">
            <a:extLst>
              <a:ext uri="{FF2B5EF4-FFF2-40B4-BE49-F238E27FC236}">
                <a16:creationId xmlns:a16="http://schemas.microsoft.com/office/drawing/2014/main" id="{4A84250A-87F7-11E1-86B4-A521A08835F3}"/>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rcRect/>
          <a:stretch/>
        </p:blipFill>
        <p:spPr>
          <a:xfrm>
            <a:off x="4440087" y="3164018"/>
            <a:ext cx="3275163" cy="2148599"/>
          </a:xfrm>
          <a:prstGeom prst="rect">
            <a:avLst/>
          </a:prstGeom>
        </p:spPr>
      </p:pic>
      <p:sp>
        <p:nvSpPr>
          <p:cNvPr id="2" name="灯片编号占位符 6">
            <a:extLst>
              <a:ext uri="{FF2B5EF4-FFF2-40B4-BE49-F238E27FC236}">
                <a16:creationId xmlns:a16="http://schemas.microsoft.com/office/drawing/2014/main" id="{ED4A70E2-13D8-336D-2D2E-5DAA7CA45A55}"/>
              </a:ext>
            </a:extLst>
          </p:cNvPr>
          <p:cNvSpPr txBox="1">
            <a:spLocks/>
          </p:cNvSpPr>
          <p:nvPr/>
        </p:nvSpPr>
        <p:spPr bwMode="auto">
          <a:xfrm>
            <a:off x="6553200" y="6265860"/>
            <a:ext cx="213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4600" b="1" kern="1200">
                <a:solidFill>
                  <a:srgbClr val="FF3300"/>
                </a:solidFill>
                <a:latin typeface="Garamond" pitchFamily="18" charset="0"/>
                <a:ea typeface="宋体" charset="-122"/>
                <a:cs typeface="+mn-cs"/>
              </a:defRPr>
            </a:lvl1pPr>
            <a:lvl2pPr marL="742950" indent="-28575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2pPr>
            <a:lvl3pPr marL="11430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3pPr>
            <a:lvl4pPr marL="16002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4pPr>
            <a:lvl5pPr marL="20574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5pPr>
            <a:lvl6pPr marL="25146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6pPr>
            <a:lvl7pPr marL="29718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7pPr>
            <a:lvl8pPr marL="34290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8pPr>
            <a:lvl9pPr marL="38862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9pPr>
          </a:lstStyle>
          <a:p>
            <a:pPr eaLnBrk="1" hangingPunct="1"/>
            <a:fld id="{CCE6D788-BCB5-407E-9DED-68D155892338}" type="slidenum">
              <a:rPr lang="en-US" altLang="zh-CN" sz="1400" smtClean="0">
                <a:solidFill>
                  <a:schemeClr val="tx1"/>
                </a:solidFill>
                <a:latin typeface="+mn-lt"/>
              </a:rPr>
              <a:pPr eaLnBrk="1" hangingPunct="1"/>
              <a:t>75</a:t>
            </a:fld>
            <a:endParaRPr lang="en-US" altLang="zh-CN" sz="1400" dirty="0">
              <a:solidFill>
                <a:schemeClr val="tx1"/>
              </a:solidFill>
              <a:latin typeface="+mn-lt"/>
            </a:endParaRPr>
          </a:p>
        </p:txBody>
      </p:sp>
      <mc:AlternateContent xmlns:mc="http://schemas.openxmlformats.org/markup-compatibility/2006" xmlns:p14="http://schemas.microsoft.com/office/powerpoint/2010/main">
        <mc:Choice Requires="p14">
          <p:contentPart p14:bwMode="auto" r:id="rId21">
            <p14:nvContentPartPr>
              <p14:cNvPr id="3" name="墨迹 2">
                <a:extLst>
                  <a:ext uri="{FF2B5EF4-FFF2-40B4-BE49-F238E27FC236}">
                    <a16:creationId xmlns:a16="http://schemas.microsoft.com/office/drawing/2014/main" id="{855FE6B2-4A27-4254-AE63-4ED9074EE449}"/>
                  </a:ext>
                </a:extLst>
              </p14:cNvPr>
              <p14:cNvContentPartPr/>
              <p14:nvPr/>
            </p14:nvContentPartPr>
            <p14:xfrm>
              <a:off x="6991200" y="6404040"/>
              <a:ext cx="6120" cy="12240"/>
            </p14:xfrm>
          </p:contentPart>
        </mc:Choice>
        <mc:Fallback xmlns="">
          <p:pic>
            <p:nvPicPr>
              <p:cNvPr id="3" name="墨迹 2">
                <a:extLst>
                  <a:ext uri="{FF2B5EF4-FFF2-40B4-BE49-F238E27FC236}">
                    <a16:creationId xmlns:a16="http://schemas.microsoft.com/office/drawing/2014/main" id="{855FE6B2-4A27-4254-AE63-4ED9074EE449}"/>
                  </a:ext>
                </a:extLst>
              </p:cNvPr>
              <p:cNvPicPr/>
              <p:nvPr/>
            </p:nvPicPr>
            <p:blipFill>
              <a:blip r:embed="rId22"/>
              <a:stretch>
                <a:fillRect/>
              </a:stretch>
            </p:blipFill>
            <p:spPr>
              <a:xfrm>
                <a:off x="6981840" y="6394680"/>
                <a:ext cx="24840" cy="30960"/>
              </a:xfrm>
              <a:prstGeom prst="rect">
                <a:avLst/>
              </a:prstGeom>
            </p:spPr>
          </p:pic>
        </mc:Fallback>
      </mc:AlternateContent>
      <p:grpSp>
        <p:nvGrpSpPr>
          <p:cNvPr id="9" name="组合 8">
            <a:extLst>
              <a:ext uri="{FF2B5EF4-FFF2-40B4-BE49-F238E27FC236}">
                <a16:creationId xmlns:a16="http://schemas.microsoft.com/office/drawing/2014/main" id="{DEFA719A-FDA9-94B0-0D7D-29455E9B788A}"/>
              </a:ext>
            </a:extLst>
          </p:cNvPr>
          <p:cNvGrpSpPr/>
          <p:nvPr>
            <p:custDataLst>
              <p:tags r:id="rId12"/>
            </p:custDataLst>
          </p:nvPr>
        </p:nvGrpSpPr>
        <p:grpSpPr>
          <a:xfrm>
            <a:off x="0" y="0"/>
            <a:ext cx="9144000" cy="635000"/>
            <a:chOff x="0" y="0"/>
            <a:chExt cx="9144000" cy="635000"/>
          </a:xfrm>
        </p:grpSpPr>
        <p:sp>
          <p:nvSpPr>
            <p:cNvPr id="5" name="TitleBackground">
              <a:extLst>
                <a:ext uri="{FF2B5EF4-FFF2-40B4-BE49-F238E27FC236}">
                  <a16:creationId xmlns:a16="http://schemas.microsoft.com/office/drawing/2014/main" id="{2BBDE483-E168-3856-4445-9C04EDED984E}"/>
                </a:ext>
              </a:extLst>
            </p:cNvPr>
            <p:cNvSpPr/>
            <p:nvPr>
              <p:custDataLst>
                <p:tags r:id="rId14"/>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6" name="ColorBlock">
              <a:extLst>
                <a:ext uri="{FF2B5EF4-FFF2-40B4-BE49-F238E27FC236}">
                  <a16:creationId xmlns:a16="http://schemas.microsoft.com/office/drawing/2014/main" id="{3BB11202-1871-6BB5-739D-F4250148E926}"/>
                </a:ext>
              </a:extLst>
            </p:cNvPr>
            <p:cNvSpPr/>
            <p:nvPr>
              <p:custDataLst>
                <p:tags r:id="rId15"/>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7" name="TypeText">
              <a:extLst>
                <a:ext uri="{FF2B5EF4-FFF2-40B4-BE49-F238E27FC236}">
                  <a16:creationId xmlns:a16="http://schemas.microsoft.com/office/drawing/2014/main" id="{658FB52B-3595-BFBF-3FB5-64EEC98E31BB}"/>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kumimoji="1"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8" name="TipText">
              <a:extLst>
                <a:ext uri="{FF2B5EF4-FFF2-40B4-BE49-F238E27FC236}">
                  <a16:creationId xmlns:a16="http://schemas.microsoft.com/office/drawing/2014/main" id="{575A515B-6B15-16E9-DBD3-8BCA485A77EE}"/>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kumimoji="1"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5</a:t>
              </a:r>
              <a:r>
                <a:rPr kumimoji="1"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4" name="图片 3">
            <a:extLst>
              <a:ext uri="{FF2B5EF4-FFF2-40B4-BE49-F238E27FC236}">
                <a16:creationId xmlns:a16="http://schemas.microsoft.com/office/drawing/2014/main" id="{4F5C43F0-5039-5F33-7F55-A02C4EDBEAC8}"/>
              </a:ext>
            </a:extLst>
          </p:cNvPr>
          <p:cNvPicPr>
            <a:picLocks/>
          </p:cNvPicPr>
          <p:nvPr>
            <p:custDataLst>
              <p:tags r:id="rId13"/>
            </p:custDataLst>
          </p:nvPr>
        </p:nvPicPr>
        <p:blipFill>
          <a:blip r:embed="rId23">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415986261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标题 1"/>
          <p:cNvSpPr>
            <a:spLocks noGrp="1"/>
          </p:cNvSpPr>
          <p:nvPr>
            <p:ph type="title"/>
          </p:nvPr>
        </p:nvSpPr>
        <p:spPr>
          <a:xfrm>
            <a:off x="266800" y="325052"/>
            <a:ext cx="8610400" cy="936625"/>
          </a:xfrm>
        </p:spPr>
        <p:txBody>
          <a:bodyPr/>
          <a:lstStyle/>
          <a:p>
            <a:r>
              <a:rPr lang="zh-CN" altLang="en-US" sz="3600" b="1" dirty="0"/>
              <a:t>用</a:t>
            </a:r>
            <a:r>
              <a:rPr lang="en-US" altLang="zh-CN" sz="3600" b="1" dirty="0"/>
              <a:t>n</a:t>
            </a:r>
            <a:r>
              <a:rPr lang="zh-CN" altLang="en-US" sz="3600" b="1" dirty="0"/>
              <a:t>比特的多路选择器表示</a:t>
            </a:r>
            <a:r>
              <a:rPr lang="en-US" altLang="zh-CN" sz="3600" b="1" dirty="0"/>
              <a:t>m</a:t>
            </a:r>
            <a:r>
              <a:rPr lang="zh-CN" altLang="en-US" sz="3600" b="1" dirty="0"/>
              <a:t>比特的函数</a:t>
            </a:r>
          </a:p>
        </p:txBody>
      </p:sp>
      <p:sp>
        <p:nvSpPr>
          <p:cNvPr id="102403" name="内容占位符 2"/>
          <p:cNvSpPr>
            <a:spLocks noGrp="1"/>
          </p:cNvSpPr>
          <p:nvPr>
            <p:ph idx="1"/>
          </p:nvPr>
        </p:nvSpPr>
        <p:spPr>
          <a:xfrm>
            <a:off x="266800" y="1463436"/>
            <a:ext cx="8398532" cy="2001623"/>
          </a:xfrm>
        </p:spPr>
        <p:txBody>
          <a:bodyPr/>
          <a:lstStyle/>
          <a:p>
            <a:pPr lvl="1">
              <a:buFont typeface="Arial" panose="020B0604020202020204" pitchFamily="34" charset="0"/>
              <a:buChar char="•"/>
            </a:pPr>
            <a:r>
              <a:rPr lang="zh-CN" altLang="en-US" dirty="0">
                <a:latin typeface="+mn-ea"/>
                <a:ea typeface="+mn-ea"/>
              </a:rPr>
              <a:t>将函数的</a:t>
            </a:r>
            <a:r>
              <a:rPr lang="en-US" altLang="zh-CN" dirty="0">
                <a:solidFill>
                  <a:srgbClr val="FF0000"/>
                </a:solidFill>
                <a:latin typeface="+mn-ea"/>
                <a:ea typeface="+mn-ea"/>
              </a:rPr>
              <a:t>n</a:t>
            </a:r>
            <a:r>
              <a:rPr lang="zh-CN" altLang="en-US" dirty="0">
                <a:solidFill>
                  <a:srgbClr val="FF0000"/>
                </a:solidFill>
                <a:latin typeface="+mn-ea"/>
                <a:ea typeface="+mn-ea"/>
              </a:rPr>
              <a:t>个</a:t>
            </a:r>
            <a:r>
              <a:rPr lang="zh-CN" altLang="en-US" dirty="0">
                <a:latin typeface="+mn-ea"/>
                <a:ea typeface="+mn-ea"/>
              </a:rPr>
              <a:t>输入变量作为</a:t>
            </a:r>
            <a:r>
              <a:rPr lang="en-US" altLang="zh-CN" dirty="0">
                <a:ea typeface="+mn-ea"/>
              </a:rPr>
              <a:t>MUX</a:t>
            </a:r>
            <a:r>
              <a:rPr lang="zh-CN" altLang="en-US" dirty="0">
                <a:latin typeface="+mn-ea"/>
                <a:ea typeface="+mn-ea"/>
              </a:rPr>
              <a:t>的</a:t>
            </a:r>
            <a:r>
              <a:rPr lang="zh-CN" altLang="en-US" dirty="0">
                <a:solidFill>
                  <a:srgbClr val="3333FF"/>
                </a:solidFill>
                <a:latin typeface="+mn-ea"/>
                <a:ea typeface="+mn-ea"/>
              </a:rPr>
              <a:t>地址端</a:t>
            </a:r>
            <a:endParaRPr lang="en-US" altLang="zh-CN" dirty="0">
              <a:solidFill>
                <a:srgbClr val="3333FF"/>
              </a:solidFill>
              <a:latin typeface="+mn-ea"/>
              <a:ea typeface="+mn-ea"/>
            </a:endParaRPr>
          </a:p>
          <a:p>
            <a:pPr lvl="1">
              <a:buFont typeface="Arial" panose="020B0604020202020204" pitchFamily="34" charset="0"/>
              <a:buChar char="•"/>
            </a:pPr>
            <a:r>
              <a:rPr lang="zh-CN" altLang="en-CN" dirty="0">
                <a:solidFill>
                  <a:srgbClr val="3333FF"/>
                </a:solidFill>
                <a:latin typeface="+mn-ea"/>
                <a:ea typeface="+mn-ea"/>
              </a:rPr>
              <a:t>其余</a:t>
            </a:r>
            <a:r>
              <a:rPr lang="zh-CN" altLang="en-US" dirty="0">
                <a:solidFill>
                  <a:srgbClr val="3333FF"/>
                </a:solidFill>
                <a:latin typeface="+mn-ea"/>
                <a:ea typeface="+mn-ea"/>
              </a:rPr>
              <a:t>的输入变量</a:t>
            </a:r>
            <a:r>
              <a:rPr lang="zh-CN" altLang="en-US" b="1" dirty="0">
                <a:solidFill>
                  <a:srgbClr val="7030A0"/>
                </a:solidFill>
                <a:latin typeface="+mn-ea"/>
                <a:ea typeface="+mn-ea"/>
              </a:rPr>
              <a:t>对应的</a:t>
            </a:r>
            <a:r>
              <a:rPr lang="zh-CN" altLang="en-CN" b="1" dirty="0">
                <a:solidFill>
                  <a:srgbClr val="7030A0"/>
                </a:solidFill>
                <a:latin typeface="+mn-ea"/>
                <a:ea typeface="+mn-ea"/>
              </a:rPr>
              <a:t>子函数</a:t>
            </a:r>
            <a:r>
              <a:rPr lang="zh-CN" altLang="en-US" dirty="0">
                <a:latin typeface="+mn-ea"/>
                <a:ea typeface="+mn-ea"/>
              </a:rPr>
              <a:t>存入</a:t>
            </a:r>
            <a:r>
              <a:rPr lang="en-US" altLang="zh-CN" dirty="0">
                <a:ea typeface="+mn-ea"/>
              </a:rPr>
              <a:t>MUX</a:t>
            </a:r>
            <a:r>
              <a:rPr lang="zh-CN" altLang="en-US" dirty="0">
                <a:latin typeface="+mn-ea"/>
                <a:ea typeface="+mn-ea"/>
              </a:rPr>
              <a:t>的</a:t>
            </a:r>
            <a:r>
              <a:rPr lang="zh-CN" altLang="en-CN" dirty="0">
                <a:latin typeface="+mn-ea"/>
                <a:ea typeface="+mn-ea"/>
              </a:rPr>
              <a:t>选通列</a:t>
            </a:r>
            <a:r>
              <a:rPr lang="zh-CN" altLang="en-US" dirty="0">
                <a:latin typeface="+mn-ea"/>
                <a:ea typeface="+mn-ea"/>
              </a:rPr>
              <a:t>表</a:t>
            </a:r>
            <a:endParaRPr lang="en-US" altLang="zh-CN" dirty="0">
              <a:solidFill>
                <a:schemeClr val="tx1"/>
              </a:solidFill>
              <a:latin typeface="+mn-ea"/>
              <a:ea typeface="+mn-ea"/>
              <a:cs typeface="Arial" panose="020B0604020202020204" pitchFamily="34" charset="0"/>
            </a:endParaRPr>
          </a:p>
          <a:p>
            <a:pPr lvl="1">
              <a:buFont typeface="Arial" panose="020B0604020202020204" pitchFamily="34" charset="0"/>
              <a:buChar char="•"/>
            </a:pPr>
            <a:r>
              <a:rPr lang="en-US" b="1" dirty="0">
                <a:latin typeface="+mn-ea"/>
                <a:ea typeface="+mn-ea"/>
              </a:rPr>
              <a:t>1</a:t>
            </a:r>
            <a:r>
              <a:rPr lang="zh-CN" altLang="en-US" b="1" dirty="0">
                <a:latin typeface="+mn-ea"/>
                <a:ea typeface="+mn-ea"/>
              </a:rPr>
              <a:t>比特多路选择器例子</a:t>
            </a:r>
            <a:r>
              <a:rPr lang="en-CN" b="1" dirty="0">
                <a:latin typeface="+mn-ea"/>
                <a:ea typeface="+mn-ea"/>
              </a:rPr>
              <a:t>:</a:t>
            </a:r>
          </a:p>
        </p:txBody>
      </p:sp>
      <p:sp>
        <p:nvSpPr>
          <p:cNvPr id="2" name="Slide Number Placeholder 1">
            <a:extLst>
              <a:ext uri="{FF2B5EF4-FFF2-40B4-BE49-F238E27FC236}">
                <a16:creationId xmlns:a16="http://schemas.microsoft.com/office/drawing/2014/main" id="{E71454E8-0A62-934E-8A49-0F1383181259}"/>
              </a:ext>
            </a:extLst>
          </p:cNvPr>
          <p:cNvSpPr>
            <a:spLocks noGrp="1"/>
          </p:cNvSpPr>
          <p:nvPr>
            <p:ph type="sldNum" sz="quarter" idx="12"/>
          </p:nvPr>
        </p:nvSpPr>
        <p:spPr/>
        <p:txBody>
          <a:bodyPr/>
          <a:lstStyle/>
          <a:p>
            <a:pPr>
              <a:defRPr/>
            </a:pPr>
            <a:fld id="{A88D0608-5506-4AD0-BB9E-DF761E8BFA1F}" type="slidenum">
              <a:rPr lang="zh-CN" altLang="en-US" smtClean="0"/>
              <a:pPr>
                <a:defRPr/>
              </a:pPr>
              <a:t>76</a:t>
            </a:fld>
            <a:endParaRPr lang="en-US" altLang="zh-CN" dirty="0"/>
          </a:p>
        </p:txBody>
      </p:sp>
      <p:sp>
        <p:nvSpPr>
          <p:cNvPr id="4" name="TextBox 3">
            <a:extLst>
              <a:ext uri="{FF2B5EF4-FFF2-40B4-BE49-F238E27FC236}">
                <a16:creationId xmlns:a16="http://schemas.microsoft.com/office/drawing/2014/main" id="{C32FD616-005A-674B-B8EE-AD68886B10C5}"/>
              </a:ext>
            </a:extLst>
          </p:cNvPr>
          <p:cNvSpPr txBox="1"/>
          <p:nvPr/>
        </p:nvSpPr>
        <p:spPr>
          <a:xfrm>
            <a:off x="4338266" y="4335967"/>
            <a:ext cx="4429867" cy="830997"/>
          </a:xfrm>
          <a:prstGeom prst="rect">
            <a:avLst/>
          </a:prstGeom>
          <a:noFill/>
        </p:spPr>
        <p:txBody>
          <a:bodyPr wrap="none" rtlCol="0">
            <a:spAutoFit/>
          </a:bodyPr>
          <a:lstStyle/>
          <a:p>
            <a:r>
              <a:rPr lang="en-CN" sz="2400" dirty="0">
                <a:latin typeface="Arial" panose="020B0604020202020204" pitchFamily="34" charset="0"/>
                <a:cs typeface="Arial" panose="020B0604020202020204" pitchFamily="34" charset="0"/>
              </a:rPr>
              <a:t>F=f(A,B,C,D,…)</a:t>
            </a:r>
          </a:p>
          <a:p>
            <a:r>
              <a:rPr lang="en-CN" sz="2400" dirty="0">
                <a:latin typeface="Arial" panose="020B0604020202020204" pitchFamily="34" charset="0"/>
                <a:cs typeface="Arial" panose="020B0604020202020204" pitchFamily="34" charset="0"/>
              </a:rPr>
              <a:t>=A∙</a:t>
            </a:r>
            <a:r>
              <a:rPr lang="en-CN" sz="2400" dirty="0">
                <a:solidFill>
                  <a:srgbClr val="3333FF"/>
                </a:solidFill>
                <a:latin typeface="Arial" panose="020B0604020202020204" pitchFamily="34" charset="0"/>
                <a:cs typeface="Arial" panose="020B0604020202020204" pitchFamily="34" charset="0"/>
              </a:rPr>
              <a:t>g(B,C,D,…)</a:t>
            </a:r>
            <a:r>
              <a:rPr lang="en-CN" sz="2400" dirty="0">
                <a:latin typeface="Arial" panose="020B0604020202020204" pitchFamily="34" charset="0"/>
                <a:cs typeface="Arial" panose="020B0604020202020204" pitchFamily="34" charset="0"/>
              </a:rPr>
              <a:t>+A’ ∙</a:t>
            </a:r>
            <a:r>
              <a:rPr lang="en-CN" sz="2400" dirty="0">
                <a:solidFill>
                  <a:srgbClr val="7030A0"/>
                </a:solidFill>
                <a:latin typeface="Arial" panose="020B0604020202020204" pitchFamily="34" charset="0"/>
                <a:cs typeface="Arial" panose="020B0604020202020204" pitchFamily="34" charset="0"/>
              </a:rPr>
              <a:t>h(B,C,D,…)</a:t>
            </a:r>
          </a:p>
        </p:txBody>
      </p:sp>
      <p:sp>
        <p:nvSpPr>
          <p:cNvPr id="5" name="Rectangle 4">
            <a:extLst>
              <a:ext uri="{FF2B5EF4-FFF2-40B4-BE49-F238E27FC236}">
                <a16:creationId xmlns:a16="http://schemas.microsoft.com/office/drawing/2014/main" id="{7A17B73F-1970-1C40-9F56-27F6368CD1A2}"/>
              </a:ext>
            </a:extLst>
          </p:cNvPr>
          <p:cNvSpPr/>
          <p:nvPr/>
        </p:nvSpPr>
        <p:spPr bwMode="auto">
          <a:xfrm>
            <a:off x="1468105" y="4466619"/>
            <a:ext cx="1944216" cy="828092"/>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942F3C6A-6E50-CC4F-B5BA-4DD0724C049C}"/>
              </a:ext>
            </a:extLst>
          </p:cNvPr>
          <p:cNvSpPr txBox="1"/>
          <p:nvPr/>
        </p:nvSpPr>
        <p:spPr>
          <a:xfrm>
            <a:off x="802147" y="4673351"/>
            <a:ext cx="338554" cy="369332"/>
          </a:xfrm>
          <a:prstGeom prst="rect">
            <a:avLst/>
          </a:prstGeom>
          <a:noFill/>
        </p:spPr>
        <p:txBody>
          <a:bodyPr wrap="none" rtlCol="0">
            <a:spAutoFit/>
          </a:bodyPr>
          <a:lstStyle/>
          <a:p>
            <a:r>
              <a:rPr lang="en-CN" dirty="0">
                <a:latin typeface="Arial" panose="020B0604020202020204" pitchFamily="34" charset="0"/>
                <a:cs typeface="Arial" panose="020B0604020202020204" pitchFamily="34" charset="0"/>
              </a:rPr>
              <a:t>A</a:t>
            </a:r>
          </a:p>
        </p:txBody>
      </p:sp>
      <p:cxnSp>
        <p:nvCxnSpPr>
          <p:cNvPr id="9" name="Straight Connector 8">
            <a:extLst>
              <a:ext uri="{FF2B5EF4-FFF2-40B4-BE49-F238E27FC236}">
                <a16:creationId xmlns:a16="http://schemas.microsoft.com/office/drawing/2014/main" id="{44AD8941-9CA1-6A4C-A5E4-D9760EC416F0}"/>
              </a:ext>
            </a:extLst>
          </p:cNvPr>
          <p:cNvCxnSpPr>
            <a:stCxn id="5" idx="1"/>
          </p:cNvCxnSpPr>
          <p:nvPr/>
        </p:nvCxnSpPr>
        <p:spPr bwMode="auto">
          <a:xfrm flipH="1">
            <a:off x="1110031" y="4880665"/>
            <a:ext cx="358074" cy="0"/>
          </a:xfrm>
          <a:prstGeom prst="line">
            <a:avLst/>
          </a:prstGeom>
          <a:ln w="3810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D9669ED0-A978-0E47-A46D-54854A516E2B}"/>
              </a:ext>
            </a:extLst>
          </p:cNvPr>
          <p:cNvCxnSpPr>
            <a:cxnSpLocks/>
            <a:stCxn id="5" idx="2"/>
          </p:cNvCxnSpPr>
          <p:nvPr/>
        </p:nvCxnSpPr>
        <p:spPr bwMode="auto">
          <a:xfrm>
            <a:off x="2440213" y="5294711"/>
            <a:ext cx="0" cy="207314"/>
          </a:xfrm>
          <a:prstGeom prst="line">
            <a:avLst/>
          </a:prstGeom>
          <a:ln w="38100">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6" name="TextBox 15">
            <a:extLst>
              <a:ext uri="{FF2B5EF4-FFF2-40B4-BE49-F238E27FC236}">
                <a16:creationId xmlns:a16="http://schemas.microsoft.com/office/drawing/2014/main" id="{8CCCFBE3-7DC8-7943-A223-43D232CFE2BB}"/>
              </a:ext>
            </a:extLst>
          </p:cNvPr>
          <p:cNvSpPr txBox="1"/>
          <p:nvPr/>
        </p:nvSpPr>
        <p:spPr>
          <a:xfrm>
            <a:off x="1565646" y="5543566"/>
            <a:ext cx="1568571" cy="369332"/>
          </a:xfrm>
          <a:prstGeom prst="rect">
            <a:avLst/>
          </a:prstGeom>
          <a:noFill/>
        </p:spPr>
        <p:txBody>
          <a:bodyPr wrap="none" rtlCol="0">
            <a:spAutoFit/>
          </a:bodyPr>
          <a:lstStyle/>
          <a:p>
            <a:r>
              <a:rPr lang="en-CN" dirty="0">
                <a:latin typeface="Arial" panose="020B0604020202020204" pitchFamily="34" charset="0"/>
                <a:cs typeface="Arial" panose="020B0604020202020204" pitchFamily="34" charset="0"/>
              </a:rPr>
              <a:t>F=A∙</a:t>
            </a:r>
            <a:r>
              <a:rPr lang="en-CN" dirty="0">
                <a:solidFill>
                  <a:srgbClr val="3333FF"/>
                </a:solidFill>
                <a:latin typeface="Arial" panose="020B0604020202020204" pitchFamily="34" charset="0"/>
                <a:cs typeface="Arial" panose="020B0604020202020204" pitchFamily="34" charset="0"/>
              </a:rPr>
              <a:t>D</a:t>
            </a:r>
            <a:r>
              <a:rPr lang="en-CN" baseline="-25000" dirty="0">
                <a:solidFill>
                  <a:srgbClr val="3333FF"/>
                </a:solidFill>
                <a:latin typeface="Arial" panose="020B0604020202020204" pitchFamily="34" charset="0"/>
                <a:cs typeface="Arial" panose="020B0604020202020204" pitchFamily="34" charset="0"/>
              </a:rPr>
              <a:t>0</a:t>
            </a:r>
            <a:r>
              <a:rPr lang="en-CN" dirty="0">
                <a:latin typeface="Arial" panose="020B0604020202020204" pitchFamily="34" charset="0"/>
                <a:cs typeface="Arial" panose="020B0604020202020204" pitchFamily="34" charset="0"/>
              </a:rPr>
              <a:t>+A’∙</a:t>
            </a:r>
            <a:r>
              <a:rPr lang="en-CN" dirty="0">
                <a:solidFill>
                  <a:srgbClr val="7030A0"/>
                </a:solidFill>
                <a:latin typeface="Arial" panose="020B0604020202020204" pitchFamily="34" charset="0"/>
                <a:cs typeface="Arial" panose="020B0604020202020204" pitchFamily="34" charset="0"/>
              </a:rPr>
              <a:t>D</a:t>
            </a:r>
            <a:r>
              <a:rPr lang="en-CN" baseline="-25000" dirty="0">
                <a:solidFill>
                  <a:srgbClr val="7030A0"/>
                </a:solidFill>
                <a:latin typeface="Arial" panose="020B0604020202020204" pitchFamily="34" charset="0"/>
                <a:cs typeface="Arial" panose="020B0604020202020204" pitchFamily="34" charset="0"/>
              </a:rPr>
              <a:t>1</a:t>
            </a:r>
          </a:p>
        </p:txBody>
      </p:sp>
      <p:sp>
        <p:nvSpPr>
          <p:cNvPr id="17" name="TextBox 16">
            <a:extLst>
              <a:ext uri="{FF2B5EF4-FFF2-40B4-BE49-F238E27FC236}">
                <a16:creationId xmlns:a16="http://schemas.microsoft.com/office/drawing/2014/main" id="{FA99E3C2-BB8B-934B-959B-20AEEDC3803D}"/>
              </a:ext>
            </a:extLst>
          </p:cNvPr>
          <p:cNvSpPr txBox="1"/>
          <p:nvPr/>
        </p:nvSpPr>
        <p:spPr>
          <a:xfrm>
            <a:off x="2270936" y="4981487"/>
            <a:ext cx="364202" cy="369332"/>
          </a:xfrm>
          <a:prstGeom prst="rect">
            <a:avLst/>
          </a:prstGeom>
          <a:noFill/>
        </p:spPr>
        <p:txBody>
          <a:bodyPr wrap="none" rtlCol="0">
            <a:spAutoFit/>
          </a:bodyPr>
          <a:lstStyle/>
          <a:p>
            <a:r>
              <a:rPr lang="en-CN" dirty="0">
                <a:latin typeface="Arial" panose="020B0604020202020204" pitchFamily="34" charset="0"/>
                <a:cs typeface="Arial" panose="020B0604020202020204" pitchFamily="34" charset="0"/>
              </a:rPr>
              <a:t>Q</a:t>
            </a:r>
          </a:p>
        </p:txBody>
      </p:sp>
      <p:sp>
        <p:nvSpPr>
          <p:cNvPr id="18" name="TextBox 17">
            <a:extLst>
              <a:ext uri="{FF2B5EF4-FFF2-40B4-BE49-F238E27FC236}">
                <a16:creationId xmlns:a16="http://schemas.microsoft.com/office/drawing/2014/main" id="{88B2CF3E-48D5-9E45-8A1A-D5A174C2457C}"/>
              </a:ext>
            </a:extLst>
          </p:cNvPr>
          <p:cNvSpPr txBox="1"/>
          <p:nvPr/>
        </p:nvSpPr>
        <p:spPr>
          <a:xfrm>
            <a:off x="1468105" y="4673351"/>
            <a:ext cx="338554" cy="369332"/>
          </a:xfrm>
          <a:prstGeom prst="rect">
            <a:avLst/>
          </a:prstGeom>
          <a:noFill/>
        </p:spPr>
        <p:txBody>
          <a:bodyPr wrap="none" rtlCol="0">
            <a:spAutoFit/>
          </a:bodyPr>
          <a:lstStyle/>
          <a:p>
            <a:r>
              <a:rPr lang="en-CN" dirty="0">
                <a:latin typeface="Arial" panose="020B0604020202020204" pitchFamily="34" charset="0"/>
                <a:cs typeface="Arial" panose="020B0604020202020204" pitchFamily="34" charset="0"/>
              </a:rPr>
              <a:t>S</a:t>
            </a:r>
          </a:p>
        </p:txBody>
      </p:sp>
      <p:sp>
        <p:nvSpPr>
          <p:cNvPr id="19" name="TextBox 18">
            <a:extLst>
              <a:ext uri="{FF2B5EF4-FFF2-40B4-BE49-F238E27FC236}">
                <a16:creationId xmlns:a16="http://schemas.microsoft.com/office/drawing/2014/main" id="{41AE9DD4-B843-C949-9A44-B673154E5A30}"/>
              </a:ext>
            </a:extLst>
          </p:cNvPr>
          <p:cNvSpPr txBox="1"/>
          <p:nvPr/>
        </p:nvSpPr>
        <p:spPr>
          <a:xfrm>
            <a:off x="1825821" y="4447278"/>
            <a:ext cx="436338" cy="369332"/>
          </a:xfrm>
          <a:prstGeom prst="rect">
            <a:avLst/>
          </a:prstGeom>
          <a:noFill/>
        </p:spPr>
        <p:txBody>
          <a:bodyPr wrap="none" rtlCol="0">
            <a:spAutoFit/>
          </a:bodyPr>
          <a:lstStyle/>
          <a:p>
            <a:r>
              <a:rPr lang="en-CN" dirty="0">
                <a:latin typeface="Arial" panose="020B0604020202020204" pitchFamily="34" charset="0"/>
                <a:cs typeface="Arial" panose="020B0604020202020204" pitchFamily="34" charset="0"/>
              </a:rPr>
              <a:t>D</a:t>
            </a:r>
            <a:r>
              <a:rPr lang="en-CN" baseline="-25000" dirty="0">
                <a:latin typeface="Arial" panose="020B0604020202020204" pitchFamily="34" charset="0"/>
                <a:cs typeface="Arial" panose="020B0604020202020204" pitchFamily="34" charset="0"/>
              </a:rPr>
              <a:t>0</a:t>
            </a:r>
          </a:p>
        </p:txBody>
      </p:sp>
      <p:sp>
        <p:nvSpPr>
          <p:cNvPr id="20" name="TextBox 19">
            <a:extLst>
              <a:ext uri="{FF2B5EF4-FFF2-40B4-BE49-F238E27FC236}">
                <a16:creationId xmlns:a16="http://schemas.microsoft.com/office/drawing/2014/main" id="{716A0E02-77F8-F142-B4CE-5C9D8BD7E3F9}"/>
              </a:ext>
            </a:extLst>
          </p:cNvPr>
          <p:cNvSpPr txBox="1"/>
          <p:nvPr/>
        </p:nvSpPr>
        <p:spPr>
          <a:xfrm>
            <a:off x="2581905" y="4441448"/>
            <a:ext cx="436338" cy="369332"/>
          </a:xfrm>
          <a:prstGeom prst="rect">
            <a:avLst/>
          </a:prstGeom>
          <a:noFill/>
        </p:spPr>
        <p:txBody>
          <a:bodyPr wrap="none" rtlCol="0">
            <a:spAutoFit/>
          </a:bodyPr>
          <a:lstStyle/>
          <a:p>
            <a:r>
              <a:rPr lang="en-CN" dirty="0">
                <a:latin typeface="Arial" panose="020B0604020202020204" pitchFamily="34" charset="0"/>
                <a:cs typeface="Arial" panose="020B0604020202020204" pitchFamily="34" charset="0"/>
              </a:rPr>
              <a:t>D</a:t>
            </a:r>
            <a:r>
              <a:rPr lang="en-CN" baseline="-25000" dirty="0">
                <a:latin typeface="Arial" panose="020B0604020202020204" pitchFamily="34" charset="0"/>
                <a:cs typeface="Arial" panose="020B0604020202020204" pitchFamily="34" charset="0"/>
              </a:rPr>
              <a:t>1</a:t>
            </a:r>
          </a:p>
        </p:txBody>
      </p:sp>
      <p:cxnSp>
        <p:nvCxnSpPr>
          <p:cNvPr id="21" name="Straight Connector 20">
            <a:extLst>
              <a:ext uri="{FF2B5EF4-FFF2-40B4-BE49-F238E27FC236}">
                <a16:creationId xmlns:a16="http://schemas.microsoft.com/office/drawing/2014/main" id="{BDC4DB76-AA14-9B48-9E17-C069F72F9616}"/>
              </a:ext>
            </a:extLst>
          </p:cNvPr>
          <p:cNvCxnSpPr>
            <a:cxnSpLocks/>
          </p:cNvCxnSpPr>
          <p:nvPr/>
        </p:nvCxnSpPr>
        <p:spPr bwMode="auto">
          <a:xfrm>
            <a:off x="1974127" y="4184267"/>
            <a:ext cx="0" cy="282352"/>
          </a:xfrm>
          <a:prstGeom prst="line">
            <a:avLst/>
          </a:prstGeom>
          <a:ln w="3810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7F6E47DE-778C-7143-BFB1-C55B7D9C359B}"/>
              </a:ext>
            </a:extLst>
          </p:cNvPr>
          <p:cNvCxnSpPr>
            <a:cxnSpLocks/>
          </p:cNvCxnSpPr>
          <p:nvPr/>
        </p:nvCxnSpPr>
        <p:spPr bwMode="auto">
          <a:xfrm>
            <a:off x="2791264" y="4184267"/>
            <a:ext cx="0" cy="282352"/>
          </a:xfrm>
          <a:prstGeom prst="line">
            <a:avLst/>
          </a:prstGeom>
          <a:ln w="38100">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4" name="Rectangle 13">
            <a:extLst>
              <a:ext uri="{FF2B5EF4-FFF2-40B4-BE49-F238E27FC236}">
                <a16:creationId xmlns:a16="http://schemas.microsoft.com/office/drawing/2014/main" id="{23D99037-6FE3-DE4C-BE67-33D27D52EE3A}"/>
              </a:ext>
            </a:extLst>
          </p:cNvPr>
          <p:cNvSpPr/>
          <p:nvPr/>
        </p:nvSpPr>
        <p:spPr>
          <a:xfrm>
            <a:off x="848608" y="3778590"/>
            <a:ext cx="1774845" cy="461665"/>
          </a:xfrm>
          <a:prstGeom prst="rect">
            <a:avLst/>
          </a:prstGeom>
        </p:spPr>
        <p:txBody>
          <a:bodyPr wrap="none">
            <a:spAutoFit/>
          </a:bodyPr>
          <a:lstStyle/>
          <a:p>
            <a:r>
              <a:rPr lang="en-CN" sz="2400" dirty="0">
                <a:solidFill>
                  <a:srgbClr val="3333FF"/>
                </a:solidFill>
                <a:latin typeface="Arial" panose="020B0604020202020204" pitchFamily="34" charset="0"/>
                <a:cs typeface="Arial" panose="020B0604020202020204" pitchFamily="34" charset="0"/>
              </a:rPr>
              <a:t>g(B,C,D,…)</a:t>
            </a:r>
            <a:endParaRPr lang="en-CN" sz="2400" dirty="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6A6529BB-441E-C245-ADD1-7A226C85C492}"/>
              </a:ext>
            </a:extLst>
          </p:cNvPr>
          <p:cNvSpPr/>
          <p:nvPr/>
        </p:nvSpPr>
        <p:spPr>
          <a:xfrm>
            <a:off x="2540571" y="3787036"/>
            <a:ext cx="1774845" cy="461665"/>
          </a:xfrm>
          <a:prstGeom prst="rect">
            <a:avLst/>
          </a:prstGeom>
        </p:spPr>
        <p:txBody>
          <a:bodyPr wrap="none">
            <a:spAutoFit/>
          </a:bodyPr>
          <a:lstStyle/>
          <a:p>
            <a:r>
              <a:rPr lang="en-CN" sz="2400" dirty="0">
                <a:solidFill>
                  <a:srgbClr val="7030A0"/>
                </a:solidFill>
                <a:latin typeface="Arial" panose="020B0604020202020204" pitchFamily="34" charset="0"/>
                <a:cs typeface="Arial" panose="020B0604020202020204" pitchFamily="34" charset="0"/>
              </a:rPr>
              <a:t>h(B,C,D,…)</a:t>
            </a:r>
            <a:endParaRPr lang="en-C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00124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a:xfrm>
            <a:off x="161510" y="244060"/>
            <a:ext cx="8820980" cy="936625"/>
          </a:xfrm>
        </p:spPr>
        <p:txBody>
          <a:bodyPr/>
          <a:lstStyle/>
          <a:p>
            <a:pPr eaLnBrk="1" hangingPunct="1"/>
            <a:r>
              <a:rPr lang="zh-CN" altLang="en-US" b="1" dirty="0"/>
              <a:t>用</a:t>
            </a:r>
            <a:r>
              <a:rPr lang="en-US" altLang="zh-CN" b="1" dirty="0"/>
              <a:t>8</a:t>
            </a:r>
            <a:r>
              <a:rPr lang="zh-CN" altLang="en-US" b="1" dirty="0"/>
              <a:t>选</a:t>
            </a:r>
            <a:r>
              <a:rPr lang="en-US" altLang="zh-CN" b="1" dirty="0"/>
              <a:t>1 MUX</a:t>
            </a:r>
            <a:r>
              <a:rPr lang="zh-CN" altLang="en-US" b="1" dirty="0"/>
              <a:t>实现一个</a:t>
            </a:r>
            <a:r>
              <a:rPr lang="en-US" altLang="zh-CN" b="1" dirty="0"/>
              <a:t>4</a:t>
            </a:r>
            <a:r>
              <a:rPr lang="zh-CN" altLang="en-US" b="1" dirty="0"/>
              <a:t>变量逻辑函数</a:t>
            </a:r>
            <a:endParaRPr lang="en-US" altLang="zh-CN" b="1" dirty="0"/>
          </a:p>
        </p:txBody>
      </p:sp>
      <p:graphicFrame>
        <p:nvGraphicFramePr>
          <p:cNvPr id="693362" name="Group 114"/>
          <p:cNvGraphicFramePr>
            <a:graphicFrameLocks noGrp="1"/>
          </p:cNvGraphicFramePr>
          <p:nvPr>
            <p:ph sz="half" idx="1"/>
            <p:extLst>
              <p:ext uri="{D42A27DB-BD31-4B8C-83A1-F6EECF244321}">
                <p14:modId xmlns:p14="http://schemas.microsoft.com/office/powerpoint/2010/main" val="737213139"/>
              </p:ext>
            </p:extLst>
          </p:nvPr>
        </p:nvGraphicFramePr>
        <p:xfrm>
          <a:off x="755576" y="2492896"/>
          <a:ext cx="3581400" cy="3102864"/>
        </p:xfrm>
        <a:graphic>
          <a:graphicData uri="http://schemas.openxmlformats.org/drawingml/2006/table">
            <a:tbl>
              <a:tblPr/>
              <a:tblGrid>
                <a:gridCol w="912813">
                  <a:extLst>
                    <a:ext uri="{9D8B030D-6E8A-4147-A177-3AD203B41FA5}">
                      <a16:colId xmlns:a16="http://schemas.microsoft.com/office/drawing/2014/main" val="20000"/>
                    </a:ext>
                  </a:extLst>
                </a:gridCol>
                <a:gridCol w="701675">
                  <a:extLst>
                    <a:ext uri="{9D8B030D-6E8A-4147-A177-3AD203B41FA5}">
                      <a16:colId xmlns:a16="http://schemas.microsoft.com/office/drawing/2014/main" val="20001"/>
                    </a:ext>
                  </a:extLst>
                </a:gridCol>
                <a:gridCol w="631825">
                  <a:extLst>
                    <a:ext uri="{9D8B030D-6E8A-4147-A177-3AD203B41FA5}">
                      <a16:colId xmlns:a16="http://schemas.microsoft.com/office/drawing/2014/main" val="20002"/>
                    </a:ext>
                  </a:extLst>
                </a:gridCol>
                <a:gridCol w="701675">
                  <a:extLst>
                    <a:ext uri="{9D8B030D-6E8A-4147-A177-3AD203B41FA5}">
                      <a16:colId xmlns:a16="http://schemas.microsoft.com/office/drawing/2014/main" val="20003"/>
                    </a:ext>
                  </a:extLst>
                </a:gridCol>
                <a:gridCol w="633412">
                  <a:extLst>
                    <a:ext uri="{9D8B030D-6E8A-4147-A177-3AD203B41FA5}">
                      <a16:colId xmlns:a16="http://schemas.microsoft.com/office/drawing/2014/main" val="20004"/>
                    </a:ext>
                  </a:extLst>
                </a:gridCol>
              </a:tblGrid>
              <a:tr h="1012825">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 CD</a:t>
                      </a:r>
                    </a:p>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AB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9588">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sym typeface="Symbol" pitchFamily="18" charset="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8000">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01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sym typeface="Symbol" pitchFamily="18" charset="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09588">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sym typeface="Symbol" pitchFamily="18" charset="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sym typeface="Symbol" pitchFamily="18" charset="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sym typeface="Symbol" pitchFamily="18" charset="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08000">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sym typeface="Symbol" pitchFamily="18" charset="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sym typeface="Symbol" pitchFamily="18" charset="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3" name="Slide Number Placeholder 2">
            <a:extLst>
              <a:ext uri="{FF2B5EF4-FFF2-40B4-BE49-F238E27FC236}">
                <a16:creationId xmlns:a16="http://schemas.microsoft.com/office/drawing/2014/main" id="{C0B6CA3B-F129-B449-8841-BA4B5F673628}"/>
              </a:ext>
            </a:extLst>
          </p:cNvPr>
          <p:cNvSpPr>
            <a:spLocks noGrp="1"/>
          </p:cNvSpPr>
          <p:nvPr>
            <p:ph type="sldNum" sz="quarter" idx="12"/>
          </p:nvPr>
        </p:nvSpPr>
        <p:spPr/>
        <p:txBody>
          <a:bodyPr/>
          <a:lstStyle/>
          <a:p>
            <a:pPr>
              <a:defRPr/>
            </a:pPr>
            <a:fld id="{C5BA3390-FAE4-4C36-B805-80E623F337FC}" type="slidenum">
              <a:rPr lang="zh-CN" altLang="en-US" smtClean="0"/>
              <a:pPr>
                <a:defRPr/>
              </a:pPr>
              <a:t>77</a:t>
            </a:fld>
            <a:endParaRPr lang="en-US" altLang="zh-CN"/>
          </a:p>
        </p:txBody>
      </p:sp>
      <p:sp>
        <p:nvSpPr>
          <p:cNvPr id="103537" name="Text Box 113"/>
          <p:cNvSpPr txBox="1">
            <a:spLocks noChangeArrowheads="1"/>
          </p:cNvSpPr>
          <p:nvPr/>
        </p:nvSpPr>
        <p:spPr bwMode="auto">
          <a:xfrm>
            <a:off x="657908" y="1484755"/>
            <a:ext cx="802889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2800" b="1"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F=f(A,B,C,D)=ABC+BC’D’+AB’C’+AB’D+B’C’D</a:t>
            </a:r>
          </a:p>
        </p:txBody>
      </p:sp>
      <p:sp>
        <p:nvSpPr>
          <p:cNvPr id="12" name="Right Arrow 11">
            <a:extLst>
              <a:ext uri="{FF2B5EF4-FFF2-40B4-BE49-F238E27FC236}">
                <a16:creationId xmlns:a16="http://schemas.microsoft.com/office/drawing/2014/main" id="{39861B0E-24B4-1A48-9FFA-4EAEA9B571F5}"/>
              </a:ext>
            </a:extLst>
          </p:cNvPr>
          <p:cNvSpPr/>
          <p:nvPr/>
        </p:nvSpPr>
        <p:spPr bwMode="auto">
          <a:xfrm>
            <a:off x="4734766" y="3907926"/>
            <a:ext cx="970148" cy="433521"/>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1800" b="0" i="0" u="none" strike="noStrike" cap="none" normalizeH="0" baseline="0">
              <a:ln>
                <a:noFill/>
              </a:ln>
              <a:solidFill>
                <a:schemeClr val="tx1"/>
              </a:solidFill>
              <a:effectLst/>
              <a:latin typeface="Arial" charset="0"/>
            </a:endParaRPr>
          </a:p>
        </p:txBody>
      </p:sp>
      <p:graphicFrame>
        <p:nvGraphicFramePr>
          <p:cNvPr id="13" name="Group 114">
            <a:extLst>
              <a:ext uri="{FF2B5EF4-FFF2-40B4-BE49-F238E27FC236}">
                <a16:creationId xmlns:a16="http://schemas.microsoft.com/office/drawing/2014/main" id="{A8535B37-2D32-CA40-82A7-3F17FAAD97CB}"/>
              </a:ext>
            </a:extLst>
          </p:cNvPr>
          <p:cNvGraphicFramePr>
            <a:graphicFrameLocks/>
          </p:cNvGraphicFramePr>
          <p:nvPr>
            <p:extLst>
              <p:ext uri="{D42A27DB-BD31-4B8C-83A1-F6EECF244321}">
                <p14:modId xmlns:p14="http://schemas.microsoft.com/office/powerpoint/2010/main" val="4028058574"/>
              </p:ext>
            </p:extLst>
          </p:nvPr>
        </p:nvGraphicFramePr>
        <p:xfrm>
          <a:off x="6181242" y="2560510"/>
          <a:ext cx="2246313" cy="3102864"/>
        </p:xfrm>
        <a:graphic>
          <a:graphicData uri="http://schemas.openxmlformats.org/drawingml/2006/table">
            <a:tbl>
              <a:tblPr/>
              <a:tblGrid>
                <a:gridCol w="912813">
                  <a:extLst>
                    <a:ext uri="{9D8B030D-6E8A-4147-A177-3AD203B41FA5}">
                      <a16:colId xmlns:a16="http://schemas.microsoft.com/office/drawing/2014/main" val="20000"/>
                    </a:ext>
                  </a:extLst>
                </a:gridCol>
                <a:gridCol w="701675">
                  <a:extLst>
                    <a:ext uri="{9D8B030D-6E8A-4147-A177-3AD203B41FA5}">
                      <a16:colId xmlns:a16="http://schemas.microsoft.com/office/drawing/2014/main" val="20001"/>
                    </a:ext>
                  </a:extLst>
                </a:gridCol>
                <a:gridCol w="631825">
                  <a:extLst>
                    <a:ext uri="{9D8B030D-6E8A-4147-A177-3AD203B41FA5}">
                      <a16:colId xmlns:a16="http://schemas.microsoft.com/office/drawing/2014/main" val="20002"/>
                    </a:ext>
                  </a:extLst>
                </a:gridCol>
              </a:tblGrid>
              <a:tr h="1012825">
                <a:tc>
                  <a:txBody>
                    <a:bodyPr/>
                    <a:lstStyle/>
                    <a:p>
                      <a:pPr marL="0" marR="0" lvl="0" indent="0" algn="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 C</a:t>
                      </a:r>
                    </a:p>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AB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9588">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8000">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01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sym typeface="Symbol" pitchFamily="18" charset="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09588">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sym typeface="Symbol" pitchFamily="18" charset="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08000">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sym typeface="Symbol" pitchFamily="18" charset="2"/>
                        </a:rPr>
                        <a:t>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 name="Right Arrow 11">
            <a:extLst>
              <a:ext uri="{FF2B5EF4-FFF2-40B4-BE49-F238E27FC236}">
                <a16:creationId xmlns:a16="http://schemas.microsoft.com/office/drawing/2014/main" id="{94C4C89A-98E0-33A7-614F-37ACAE1F4F95}"/>
              </a:ext>
            </a:extLst>
          </p:cNvPr>
          <p:cNvSpPr/>
          <p:nvPr/>
        </p:nvSpPr>
        <p:spPr bwMode="auto">
          <a:xfrm rot="5400000">
            <a:off x="6924760" y="2067483"/>
            <a:ext cx="552536" cy="433521"/>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18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235348357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a:xfrm>
            <a:off x="179512" y="244060"/>
            <a:ext cx="8784976" cy="936625"/>
          </a:xfrm>
        </p:spPr>
        <p:txBody>
          <a:bodyPr/>
          <a:lstStyle/>
          <a:p>
            <a:pPr eaLnBrk="1" hangingPunct="1"/>
            <a:r>
              <a:rPr lang="zh-CN" altLang="en-US" b="1" dirty="0"/>
              <a:t>用</a:t>
            </a:r>
            <a:r>
              <a:rPr lang="en-US" altLang="zh-CN" b="1" dirty="0"/>
              <a:t>8</a:t>
            </a:r>
            <a:r>
              <a:rPr lang="zh-CN" altLang="en-US" b="1" dirty="0"/>
              <a:t>选</a:t>
            </a:r>
            <a:r>
              <a:rPr lang="en-US" altLang="zh-CN" b="1" dirty="0"/>
              <a:t>1 MUX</a:t>
            </a:r>
            <a:r>
              <a:rPr lang="zh-CN" altLang="en-US" b="1" dirty="0"/>
              <a:t>实现一个</a:t>
            </a:r>
            <a:r>
              <a:rPr lang="en-US" altLang="zh-CN" b="1" dirty="0"/>
              <a:t>4</a:t>
            </a:r>
            <a:r>
              <a:rPr lang="zh-CN" altLang="en-US" b="1" dirty="0"/>
              <a:t>变量逻辑函数</a:t>
            </a:r>
            <a:endParaRPr lang="en-US" altLang="zh-CN" b="1" dirty="0"/>
          </a:p>
        </p:txBody>
      </p:sp>
      <p:sp>
        <p:nvSpPr>
          <p:cNvPr id="3" name="Slide Number Placeholder 2">
            <a:extLst>
              <a:ext uri="{FF2B5EF4-FFF2-40B4-BE49-F238E27FC236}">
                <a16:creationId xmlns:a16="http://schemas.microsoft.com/office/drawing/2014/main" id="{C0B6CA3B-F129-B449-8841-BA4B5F673628}"/>
              </a:ext>
            </a:extLst>
          </p:cNvPr>
          <p:cNvSpPr>
            <a:spLocks noGrp="1"/>
          </p:cNvSpPr>
          <p:nvPr>
            <p:ph type="sldNum" sz="quarter" idx="12"/>
          </p:nvPr>
        </p:nvSpPr>
        <p:spPr/>
        <p:txBody>
          <a:bodyPr/>
          <a:lstStyle/>
          <a:p>
            <a:pPr>
              <a:defRPr/>
            </a:pPr>
            <a:fld id="{C5BA3390-FAE4-4C36-B805-80E623F337FC}" type="slidenum">
              <a:rPr lang="zh-CN" altLang="en-US" smtClean="0"/>
              <a:pPr>
                <a:defRPr/>
              </a:pPr>
              <a:t>78</a:t>
            </a:fld>
            <a:endParaRPr lang="en-US" altLang="zh-CN"/>
          </a:p>
        </p:txBody>
      </p:sp>
      <p:grpSp>
        <p:nvGrpSpPr>
          <p:cNvPr id="2" name="Group 1">
            <a:extLst>
              <a:ext uri="{FF2B5EF4-FFF2-40B4-BE49-F238E27FC236}">
                <a16:creationId xmlns:a16="http://schemas.microsoft.com/office/drawing/2014/main" id="{7C420E87-A0D7-7044-B01C-93DBAF000FBE}"/>
              </a:ext>
            </a:extLst>
          </p:cNvPr>
          <p:cNvGrpSpPr/>
          <p:nvPr/>
        </p:nvGrpSpPr>
        <p:grpSpPr>
          <a:xfrm>
            <a:off x="348877" y="2590522"/>
            <a:ext cx="5676946" cy="3376613"/>
            <a:chOff x="263206" y="2337229"/>
            <a:chExt cx="5676946" cy="3376613"/>
          </a:xfrm>
        </p:grpSpPr>
        <p:sp>
          <p:nvSpPr>
            <p:cNvPr id="10" name="Text Box 281">
              <a:extLst>
                <a:ext uri="{FF2B5EF4-FFF2-40B4-BE49-F238E27FC236}">
                  <a16:creationId xmlns:a16="http://schemas.microsoft.com/office/drawing/2014/main" id="{6EA1DDA1-363D-9644-AFC7-D4C88CE44179}"/>
                </a:ext>
              </a:extLst>
            </p:cNvPr>
            <p:cNvSpPr txBox="1">
              <a:spLocks noChangeArrowheads="1"/>
            </p:cNvSpPr>
            <p:nvPr/>
          </p:nvSpPr>
          <p:spPr bwMode="auto">
            <a:xfrm>
              <a:off x="1852294" y="2337229"/>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mn-lt"/>
                  <a:ea typeface="宋体" charset="-122"/>
                  <a:cs typeface="+mn-cs"/>
                </a:rPr>
                <a:t>D</a:t>
              </a:r>
            </a:p>
          </p:txBody>
        </p:sp>
        <p:sp>
          <p:nvSpPr>
            <p:cNvPr id="13" name="Text Box 282">
              <a:extLst>
                <a:ext uri="{FF2B5EF4-FFF2-40B4-BE49-F238E27FC236}">
                  <a16:creationId xmlns:a16="http://schemas.microsoft.com/office/drawing/2014/main" id="{7BB4B620-0C1B-C046-829F-A76884972A7A}"/>
                </a:ext>
              </a:extLst>
            </p:cNvPr>
            <p:cNvSpPr txBox="1">
              <a:spLocks noChangeArrowheads="1"/>
            </p:cNvSpPr>
            <p:nvPr/>
          </p:nvSpPr>
          <p:spPr bwMode="auto">
            <a:xfrm>
              <a:off x="2625406" y="2338817"/>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mn-lt"/>
                  <a:ea typeface="宋体" charset="-122"/>
                  <a:cs typeface="+mn-cs"/>
                </a:rPr>
                <a:t>D’</a:t>
              </a:r>
            </a:p>
          </p:txBody>
        </p:sp>
        <p:sp>
          <p:nvSpPr>
            <p:cNvPr id="14" name="Text Box 283">
              <a:extLst>
                <a:ext uri="{FF2B5EF4-FFF2-40B4-BE49-F238E27FC236}">
                  <a16:creationId xmlns:a16="http://schemas.microsoft.com/office/drawing/2014/main" id="{9CB7A7D2-35AF-7A41-8450-D097746D75A3}"/>
                </a:ext>
              </a:extLst>
            </p:cNvPr>
            <p:cNvSpPr txBox="1">
              <a:spLocks noChangeArrowheads="1"/>
            </p:cNvSpPr>
            <p:nvPr/>
          </p:nvSpPr>
          <p:spPr bwMode="auto">
            <a:xfrm>
              <a:off x="3096894" y="2338817"/>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mn-lt"/>
                  <a:ea typeface="宋体" charset="-122"/>
                  <a:cs typeface="+mn-cs"/>
                </a:rPr>
                <a:t>0</a:t>
              </a:r>
            </a:p>
          </p:txBody>
        </p:sp>
        <p:sp>
          <p:nvSpPr>
            <p:cNvPr id="15" name="Text Box 284">
              <a:extLst>
                <a:ext uri="{FF2B5EF4-FFF2-40B4-BE49-F238E27FC236}">
                  <a16:creationId xmlns:a16="http://schemas.microsoft.com/office/drawing/2014/main" id="{84536F47-8655-F545-AC79-86A64BF54BDB}"/>
                </a:ext>
              </a:extLst>
            </p:cNvPr>
            <p:cNvSpPr txBox="1">
              <a:spLocks noChangeArrowheads="1"/>
            </p:cNvSpPr>
            <p:nvPr/>
          </p:nvSpPr>
          <p:spPr bwMode="auto">
            <a:xfrm>
              <a:off x="2785744" y="2338817"/>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zh-CN" sz="2400" b="0" i="0" u="none" strike="noStrike" kern="1200" cap="none" spc="0" normalizeH="0" baseline="0" noProof="0">
                <a:ln>
                  <a:noFill/>
                </a:ln>
                <a:solidFill>
                  <a:srgbClr val="000000"/>
                </a:solidFill>
                <a:effectLst/>
                <a:uLnTx/>
                <a:uFillTx/>
                <a:latin typeface="+mn-lt"/>
                <a:ea typeface="宋体" charset="-122"/>
                <a:cs typeface="+mn-cs"/>
              </a:endParaRPr>
            </a:p>
          </p:txBody>
        </p:sp>
        <p:sp>
          <p:nvSpPr>
            <p:cNvPr id="16" name="Text Box 285">
              <a:extLst>
                <a:ext uri="{FF2B5EF4-FFF2-40B4-BE49-F238E27FC236}">
                  <a16:creationId xmlns:a16="http://schemas.microsoft.com/office/drawing/2014/main" id="{41A30A46-C69E-BD46-A734-3E92731117AC}"/>
                </a:ext>
              </a:extLst>
            </p:cNvPr>
            <p:cNvSpPr txBox="1">
              <a:spLocks noChangeArrowheads="1"/>
            </p:cNvSpPr>
            <p:nvPr/>
          </p:nvSpPr>
          <p:spPr bwMode="auto">
            <a:xfrm>
              <a:off x="2922269" y="5256642"/>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mn-lt"/>
                  <a:ea typeface="宋体" charset="-122"/>
                  <a:cs typeface="+mn-cs"/>
                </a:rPr>
                <a:t>F</a:t>
              </a:r>
            </a:p>
          </p:txBody>
        </p:sp>
        <p:sp>
          <p:nvSpPr>
            <p:cNvPr id="17" name="Text Box 286">
              <a:extLst>
                <a:ext uri="{FF2B5EF4-FFF2-40B4-BE49-F238E27FC236}">
                  <a16:creationId xmlns:a16="http://schemas.microsoft.com/office/drawing/2014/main" id="{42890948-95E1-AB4D-AA45-150E0B64410B}"/>
                </a:ext>
              </a:extLst>
            </p:cNvPr>
            <p:cNvSpPr txBox="1">
              <a:spLocks noChangeArrowheads="1"/>
            </p:cNvSpPr>
            <p:nvPr/>
          </p:nvSpPr>
          <p:spPr bwMode="auto">
            <a:xfrm>
              <a:off x="263206" y="3456417"/>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mn-lt"/>
                  <a:ea typeface="宋体" charset="-122"/>
                  <a:cs typeface="+mn-cs"/>
                </a:rPr>
                <a:t>A</a:t>
              </a:r>
            </a:p>
          </p:txBody>
        </p:sp>
        <p:sp>
          <p:nvSpPr>
            <p:cNvPr id="18" name="Text Box 287">
              <a:extLst>
                <a:ext uri="{FF2B5EF4-FFF2-40B4-BE49-F238E27FC236}">
                  <a16:creationId xmlns:a16="http://schemas.microsoft.com/office/drawing/2014/main" id="{CF8E52D0-5178-8543-A98C-4C955C15CEB5}"/>
                </a:ext>
              </a:extLst>
            </p:cNvPr>
            <p:cNvSpPr txBox="1">
              <a:spLocks noChangeArrowheads="1"/>
            </p:cNvSpPr>
            <p:nvPr/>
          </p:nvSpPr>
          <p:spPr bwMode="auto">
            <a:xfrm>
              <a:off x="263206" y="3862817"/>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mn-lt"/>
                  <a:ea typeface="宋体" charset="-122"/>
                  <a:cs typeface="+mn-cs"/>
                </a:rPr>
                <a:t>B</a:t>
              </a:r>
            </a:p>
          </p:txBody>
        </p:sp>
        <p:sp>
          <p:nvSpPr>
            <p:cNvPr id="19" name="Text Box 288">
              <a:extLst>
                <a:ext uri="{FF2B5EF4-FFF2-40B4-BE49-F238E27FC236}">
                  <a16:creationId xmlns:a16="http://schemas.microsoft.com/office/drawing/2014/main" id="{88D71E0A-F271-4B4E-AA74-A51E5E2565CA}"/>
                </a:ext>
              </a:extLst>
            </p:cNvPr>
            <p:cNvSpPr txBox="1">
              <a:spLocks noChangeArrowheads="1"/>
            </p:cNvSpPr>
            <p:nvPr/>
          </p:nvSpPr>
          <p:spPr bwMode="auto">
            <a:xfrm>
              <a:off x="263206" y="4223179"/>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mn-lt"/>
                  <a:ea typeface="宋体" charset="-122"/>
                  <a:cs typeface="+mn-cs"/>
                </a:rPr>
                <a:t>C</a:t>
              </a:r>
            </a:p>
          </p:txBody>
        </p:sp>
        <p:sp>
          <p:nvSpPr>
            <p:cNvPr id="20" name="Text Box 289">
              <a:extLst>
                <a:ext uri="{FF2B5EF4-FFF2-40B4-BE49-F238E27FC236}">
                  <a16:creationId xmlns:a16="http://schemas.microsoft.com/office/drawing/2014/main" id="{CD545428-2CB3-9948-B1BA-47559AC1C68F}"/>
                </a:ext>
              </a:extLst>
            </p:cNvPr>
            <p:cNvSpPr txBox="1">
              <a:spLocks noChangeArrowheads="1"/>
            </p:cNvSpPr>
            <p:nvPr/>
          </p:nvSpPr>
          <p:spPr bwMode="auto">
            <a:xfrm>
              <a:off x="3474719" y="2338817"/>
              <a:ext cx="311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mn-lt"/>
                  <a:ea typeface="宋体" charset="-122"/>
                  <a:cs typeface="+mn-cs"/>
                </a:rPr>
                <a:t>1</a:t>
              </a:r>
            </a:p>
          </p:txBody>
        </p:sp>
        <p:sp>
          <p:nvSpPr>
            <p:cNvPr id="21" name="Text Box 290">
              <a:extLst>
                <a:ext uri="{FF2B5EF4-FFF2-40B4-BE49-F238E27FC236}">
                  <a16:creationId xmlns:a16="http://schemas.microsoft.com/office/drawing/2014/main" id="{4968B691-3C0A-8E43-90FA-7EF42F678A54}"/>
                </a:ext>
              </a:extLst>
            </p:cNvPr>
            <p:cNvSpPr txBox="1">
              <a:spLocks noChangeArrowheads="1"/>
            </p:cNvSpPr>
            <p:nvPr/>
          </p:nvSpPr>
          <p:spPr bwMode="auto">
            <a:xfrm>
              <a:off x="3852544" y="2338817"/>
              <a:ext cx="2682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mn-lt"/>
                  <a:ea typeface="宋体" charset="-122"/>
                  <a:cs typeface="+mn-cs"/>
                </a:rPr>
                <a:t>D</a:t>
              </a:r>
            </a:p>
          </p:txBody>
        </p:sp>
        <p:sp>
          <p:nvSpPr>
            <p:cNvPr id="22" name="Text Box 291">
              <a:extLst>
                <a:ext uri="{FF2B5EF4-FFF2-40B4-BE49-F238E27FC236}">
                  <a16:creationId xmlns:a16="http://schemas.microsoft.com/office/drawing/2014/main" id="{C6C5BEC2-5A36-BA47-90F7-3079E99C5B1F}"/>
                </a:ext>
              </a:extLst>
            </p:cNvPr>
            <p:cNvSpPr txBox="1">
              <a:spLocks noChangeArrowheads="1"/>
            </p:cNvSpPr>
            <p:nvPr/>
          </p:nvSpPr>
          <p:spPr bwMode="auto">
            <a:xfrm>
              <a:off x="4649469" y="2337229"/>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mn-lt"/>
                  <a:ea typeface="宋体" charset="-122"/>
                  <a:cs typeface="+mn-cs"/>
                </a:rPr>
                <a:t>1</a:t>
              </a:r>
            </a:p>
          </p:txBody>
        </p:sp>
        <p:sp>
          <p:nvSpPr>
            <p:cNvPr id="23" name="Text Box 292">
              <a:extLst>
                <a:ext uri="{FF2B5EF4-FFF2-40B4-BE49-F238E27FC236}">
                  <a16:creationId xmlns:a16="http://schemas.microsoft.com/office/drawing/2014/main" id="{4DB07C4B-6D65-4E46-AA2B-2D7BC316FC70}"/>
                </a:ext>
              </a:extLst>
            </p:cNvPr>
            <p:cNvSpPr txBox="1">
              <a:spLocks noChangeArrowheads="1"/>
            </p:cNvSpPr>
            <p:nvPr/>
          </p:nvSpPr>
          <p:spPr bwMode="auto">
            <a:xfrm>
              <a:off x="4338319" y="2338817"/>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zh-CN" sz="2400" b="0" i="0" u="none" strike="noStrike" kern="1200" cap="none" spc="0" normalizeH="0" baseline="0" noProof="0">
                <a:ln>
                  <a:noFill/>
                </a:ln>
                <a:solidFill>
                  <a:srgbClr val="000000"/>
                </a:solidFill>
                <a:effectLst/>
                <a:uLnTx/>
                <a:uFillTx/>
                <a:latin typeface="+mn-lt"/>
                <a:ea typeface="宋体" charset="-122"/>
                <a:cs typeface="+mn-cs"/>
              </a:endParaRPr>
            </a:p>
          </p:txBody>
        </p:sp>
        <p:grpSp>
          <p:nvGrpSpPr>
            <p:cNvPr id="24" name="Group 293">
              <a:extLst>
                <a:ext uri="{FF2B5EF4-FFF2-40B4-BE49-F238E27FC236}">
                  <a16:creationId xmlns:a16="http://schemas.microsoft.com/office/drawing/2014/main" id="{87D87922-B57D-1442-815B-0AD43305BED3}"/>
                </a:ext>
              </a:extLst>
            </p:cNvPr>
            <p:cNvGrpSpPr>
              <a:grpSpLocks/>
            </p:cNvGrpSpPr>
            <p:nvPr/>
          </p:nvGrpSpPr>
          <p:grpSpPr bwMode="auto">
            <a:xfrm>
              <a:off x="612456" y="2721404"/>
              <a:ext cx="4568825" cy="2498725"/>
              <a:chOff x="2950" y="1516"/>
              <a:chExt cx="3118" cy="1574"/>
            </a:xfrm>
          </p:grpSpPr>
          <p:sp>
            <p:nvSpPr>
              <p:cNvPr id="25" name="Line 294">
                <a:extLst>
                  <a:ext uri="{FF2B5EF4-FFF2-40B4-BE49-F238E27FC236}">
                    <a16:creationId xmlns:a16="http://schemas.microsoft.com/office/drawing/2014/main" id="{AC48D050-338F-514B-857C-3D2B3B4623E3}"/>
                  </a:ext>
                </a:extLst>
              </p:cNvPr>
              <p:cNvSpPr>
                <a:spLocks noChangeShapeType="1"/>
              </p:cNvSpPr>
              <p:nvPr/>
            </p:nvSpPr>
            <p:spPr bwMode="auto">
              <a:xfrm>
                <a:off x="2950" y="2123"/>
                <a:ext cx="3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26" name="Line 295">
                <a:extLst>
                  <a:ext uri="{FF2B5EF4-FFF2-40B4-BE49-F238E27FC236}">
                    <a16:creationId xmlns:a16="http://schemas.microsoft.com/office/drawing/2014/main" id="{A76A24CD-0D90-B547-AD81-93C6115AC364}"/>
                  </a:ext>
                </a:extLst>
              </p:cNvPr>
              <p:cNvSpPr>
                <a:spLocks noChangeShapeType="1"/>
              </p:cNvSpPr>
              <p:nvPr/>
            </p:nvSpPr>
            <p:spPr bwMode="auto">
              <a:xfrm>
                <a:off x="2950" y="2597"/>
                <a:ext cx="3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27" name="Line 296">
                <a:extLst>
                  <a:ext uri="{FF2B5EF4-FFF2-40B4-BE49-F238E27FC236}">
                    <a16:creationId xmlns:a16="http://schemas.microsoft.com/office/drawing/2014/main" id="{65881C5F-D8A9-C944-80F0-80D4E0195425}"/>
                  </a:ext>
                </a:extLst>
              </p:cNvPr>
              <p:cNvSpPr>
                <a:spLocks noChangeShapeType="1"/>
              </p:cNvSpPr>
              <p:nvPr/>
            </p:nvSpPr>
            <p:spPr bwMode="auto">
              <a:xfrm>
                <a:off x="2950" y="2387"/>
                <a:ext cx="3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grpSp>
            <p:nvGrpSpPr>
              <p:cNvPr id="28" name="Group 297">
                <a:extLst>
                  <a:ext uri="{FF2B5EF4-FFF2-40B4-BE49-F238E27FC236}">
                    <a16:creationId xmlns:a16="http://schemas.microsoft.com/office/drawing/2014/main" id="{721A49C6-47E5-D94E-8521-6251A772FFD2}"/>
                  </a:ext>
                </a:extLst>
              </p:cNvPr>
              <p:cNvGrpSpPr>
                <a:grpSpLocks/>
              </p:cNvGrpSpPr>
              <p:nvPr/>
            </p:nvGrpSpPr>
            <p:grpSpPr bwMode="auto">
              <a:xfrm>
                <a:off x="3328" y="1516"/>
                <a:ext cx="2740" cy="1574"/>
                <a:chOff x="3328" y="1516"/>
                <a:chExt cx="2740" cy="1574"/>
              </a:xfrm>
            </p:grpSpPr>
            <p:sp>
              <p:nvSpPr>
                <p:cNvPr id="29" name="Line 298">
                  <a:extLst>
                    <a:ext uri="{FF2B5EF4-FFF2-40B4-BE49-F238E27FC236}">
                      <a16:creationId xmlns:a16="http://schemas.microsoft.com/office/drawing/2014/main" id="{CE21D24D-C64E-A646-9632-33B615A35BB2}"/>
                    </a:ext>
                  </a:extLst>
                </p:cNvPr>
                <p:cNvSpPr>
                  <a:spLocks noChangeShapeType="1"/>
                </p:cNvSpPr>
                <p:nvPr/>
              </p:nvSpPr>
              <p:spPr bwMode="auto">
                <a:xfrm>
                  <a:off x="4662" y="2750"/>
                  <a:ext cx="0" cy="3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grpSp>
              <p:nvGrpSpPr>
                <p:cNvPr id="30" name="Group 299">
                  <a:extLst>
                    <a:ext uri="{FF2B5EF4-FFF2-40B4-BE49-F238E27FC236}">
                      <a16:creationId xmlns:a16="http://schemas.microsoft.com/office/drawing/2014/main" id="{6B582EF5-4FED-6D41-9086-FC6EF5A00CAF}"/>
                    </a:ext>
                  </a:extLst>
                </p:cNvPr>
                <p:cNvGrpSpPr>
                  <a:grpSpLocks/>
                </p:cNvGrpSpPr>
                <p:nvPr/>
              </p:nvGrpSpPr>
              <p:grpSpPr bwMode="auto">
                <a:xfrm>
                  <a:off x="3328" y="1516"/>
                  <a:ext cx="2740" cy="1234"/>
                  <a:chOff x="3328" y="1516"/>
                  <a:chExt cx="2620" cy="1000"/>
                </a:xfrm>
              </p:grpSpPr>
              <p:sp>
                <p:nvSpPr>
                  <p:cNvPr id="32" name="Rectangle 300">
                    <a:extLst>
                      <a:ext uri="{FF2B5EF4-FFF2-40B4-BE49-F238E27FC236}">
                        <a16:creationId xmlns:a16="http://schemas.microsoft.com/office/drawing/2014/main" id="{0813C135-6D4C-F646-9237-7823A94EFFE1}"/>
                      </a:ext>
                    </a:extLst>
                  </p:cNvPr>
                  <p:cNvSpPr>
                    <a:spLocks noChangeArrowheads="1"/>
                  </p:cNvSpPr>
                  <p:nvPr/>
                </p:nvSpPr>
                <p:spPr bwMode="auto">
                  <a:xfrm>
                    <a:off x="3328" y="1837"/>
                    <a:ext cx="2620" cy="67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3" name="Line 301">
                    <a:extLst>
                      <a:ext uri="{FF2B5EF4-FFF2-40B4-BE49-F238E27FC236}">
                        <a16:creationId xmlns:a16="http://schemas.microsoft.com/office/drawing/2014/main" id="{96F85CC9-96A4-DE4A-BCBC-442E5A18EF4E}"/>
                      </a:ext>
                    </a:extLst>
                  </p:cNvPr>
                  <p:cNvSpPr>
                    <a:spLocks noChangeShapeType="1"/>
                  </p:cNvSpPr>
                  <p:nvPr/>
                </p:nvSpPr>
                <p:spPr bwMode="auto">
                  <a:xfrm>
                    <a:off x="3900" y="1516"/>
                    <a:ext cx="0" cy="32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4" name="Line 302">
                    <a:extLst>
                      <a:ext uri="{FF2B5EF4-FFF2-40B4-BE49-F238E27FC236}">
                        <a16:creationId xmlns:a16="http://schemas.microsoft.com/office/drawing/2014/main" id="{B191FF92-5F0D-6F45-A3B0-0C2CCF190E4A}"/>
                      </a:ext>
                    </a:extLst>
                  </p:cNvPr>
                  <p:cNvSpPr>
                    <a:spLocks noChangeShapeType="1"/>
                  </p:cNvSpPr>
                  <p:nvPr/>
                </p:nvSpPr>
                <p:spPr bwMode="auto">
                  <a:xfrm>
                    <a:off x="4160" y="1516"/>
                    <a:ext cx="0" cy="32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5" name="Line 303">
                    <a:extLst>
                      <a:ext uri="{FF2B5EF4-FFF2-40B4-BE49-F238E27FC236}">
                        <a16:creationId xmlns:a16="http://schemas.microsoft.com/office/drawing/2014/main" id="{203DC730-663E-554E-9B3D-5DB44714B625}"/>
                      </a:ext>
                    </a:extLst>
                  </p:cNvPr>
                  <p:cNvSpPr>
                    <a:spLocks noChangeShapeType="1"/>
                  </p:cNvSpPr>
                  <p:nvPr/>
                </p:nvSpPr>
                <p:spPr bwMode="auto">
                  <a:xfrm>
                    <a:off x="4420" y="1516"/>
                    <a:ext cx="0" cy="32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6" name="Line 304">
                    <a:extLst>
                      <a:ext uri="{FF2B5EF4-FFF2-40B4-BE49-F238E27FC236}">
                        <a16:creationId xmlns:a16="http://schemas.microsoft.com/office/drawing/2014/main" id="{B8CDD072-E3FE-E74B-AC4C-5809E21F1521}"/>
                      </a:ext>
                    </a:extLst>
                  </p:cNvPr>
                  <p:cNvSpPr>
                    <a:spLocks noChangeShapeType="1"/>
                  </p:cNvSpPr>
                  <p:nvPr/>
                </p:nvSpPr>
                <p:spPr bwMode="auto">
                  <a:xfrm>
                    <a:off x="4680" y="1516"/>
                    <a:ext cx="0" cy="32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7" name="Text Box 305">
                    <a:extLst>
                      <a:ext uri="{FF2B5EF4-FFF2-40B4-BE49-F238E27FC236}">
                        <a16:creationId xmlns:a16="http://schemas.microsoft.com/office/drawing/2014/main" id="{AAF30BBD-9309-C84F-A121-E1894587BDEF}"/>
                      </a:ext>
                    </a:extLst>
                  </p:cNvPr>
                  <p:cNvSpPr txBox="1">
                    <a:spLocks noChangeArrowheads="1"/>
                  </p:cNvSpPr>
                  <p:nvPr/>
                </p:nvSpPr>
                <p:spPr bwMode="auto">
                  <a:xfrm>
                    <a:off x="4472" y="2256"/>
                    <a:ext cx="364"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mn-lt"/>
                        <a:ea typeface="宋体" charset="-122"/>
                        <a:cs typeface="+mn-cs"/>
                      </a:rPr>
                      <a:t>Q</a:t>
                    </a:r>
                  </a:p>
                </p:txBody>
              </p:sp>
              <p:sp>
                <p:nvSpPr>
                  <p:cNvPr id="38" name="Text Box 306">
                    <a:extLst>
                      <a:ext uri="{FF2B5EF4-FFF2-40B4-BE49-F238E27FC236}">
                        <a16:creationId xmlns:a16="http://schemas.microsoft.com/office/drawing/2014/main" id="{D005E259-A76F-0B43-A18B-E06E8C25A8D8}"/>
                      </a:ext>
                    </a:extLst>
                  </p:cNvPr>
                  <p:cNvSpPr txBox="1">
                    <a:spLocks noChangeArrowheads="1"/>
                  </p:cNvSpPr>
                  <p:nvPr/>
                </p:nvSpPr>
                <p:spPr bwMode="auto">
                  <a:xfrm>
                    <a:off x="3380" y="2265"/>
                    <a:ext cx="364"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mn-lt"/>
                        <a:ea typeface="宋体" charset="-122"/>
                        <a:cs typeface="+mn-cs"/>
                      </a:rPr>
                      <a:t>A</a:t>
                    </a:r>
                    <a:r>
                      <a:rPr kumimoji="1" lang="en-US" altLang="zh-CN" sz="2400" b="0" i="0" u="none" strike="noStrike" kern="1200" cap="none" spc="0" normalizeH="0" baseline="-25000" noProof="0">
                        <a:ln>
                          <a:noFill/>
                        </a:ln>
                        <a:solidFill>
                          <a:srgbClr val="000000"/>
                        </a:solidFill>
                        <a:effectLst/>
                        <a:uLnTx/>
                        <a:uFillTx/>
                        <a:latin typeface="+mn-lt"/>
                        <a:ea typeface="宋体" charset="-122"/>
                        <a:cs typeface="+mn-cs"/>
                      </a:rPr>
                      <a:t>0</a:t>
                    </a:r>
                    <a:endParaRPr kumimoji="1" lang="en-US" altLang="zh-CN" sz="2400" b="0" i="0" u="none" strike="noStrike" kern="1200" cap="none" spc="0" normalizeH="0" baseline="0" noProof="0">
                      <a:ln>
                        <a:noFill/>
                      </a:ln>
                      <a:solidFill>
                        <a:srgbClr val="000000"/>
                      </a:solidFill>
                      <a:effectLst/>
                      <a:uLnTx/>
                      <a:uFillTx/>
                      <a:latin typeface="+mn-lt"/>
                      <a:ea typeface="宋体" charset="-122"/>
                      <a:cs typeface="+mn-cs"/>
                    </a:endParaRPr>
                  </a:p>
                </p:txBody>
              </p:sp>
              <p:sp>
                <p:nvSpPr>
                  <p:cNvPr id="39" name="Text Box 307">
                    <a:extLst>
                      <a:ext uri="{FF2B5EF4-FFF2-40B4-BE49-F238E27FC236}">
                        <a16:creationId xmlns:a16="http://schemas.microsoft.com/office/drawing/2014/main" id="{CBDB712B-ED2D-D04D-A890-AB73B7AB8FE7}"/>
                      </a:ext>
                    </a:extLst>
                  </p:cNvPr>
                  <p:cNvSpPr txBox="1">
                    <a:spLocks noChangeArrowheads="1"/>
                  </p:cNvSpPr>
                  <p:nvPr/>
                </p:nvSpPr>
                <p:spPr bwMode="auto">
                  <a:xfrm>
                    <a:off x="3380" y="2073"/>
                    <a:ext cx="364"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mn-lt"/>
                        <a:ea typeface="宋体" charset="-122"/>
                        <a:cs typeface="+mn-cs"/>
                      </a:rPr>
                      <a:t>A</a:t>
                    </a:r>
                    <a:r>
                      <a:rPr kumimoji="1" lang="en-US" altLang="zh-CN" sz="2400" b="0" i="0" u="none" strike="noStrike" kern="1200" cap="none" spc="0" normalizeH="0" baseline="-25000" noProof="0">
                        <a:ln>
                          <a:noFill/>
                        </a:ln>
                        <a:solidFill>
                          <a:srgbClr val="000000"/>
                        </a:solidFill>
                        <a:effectLst/>
                        <a:uLnTx/>
                        <a:uFillTx/>
                        <a:latin typeface="+mn-lt"/>
                        <a:ea typeface="宋体" charset="-122"/>
                        <a:cs typeface="+mn-cs"/>
                      </a:rPr>
                      <a:t>1</a:t>
                    </a:r>
                    <a:endParaRPr kumimoji="1" lang="en-US" altLang="zh-CN" sz="2400" b="0" i="0" u="none" strike="noStrike" kern="1200" cap="none" spc="0" normalizeH="0" baseline="0" noProof="0">
                      <a:ln>
                        <a:noFill/>
                      </a:ln>
                      <a:solidFill>
                        <a:srgbClr val="000000"/>
                      </a:solidFill>
                      <a:effectLst/>
                      <a:uLnTx/>
                      <a:uFillTx/>
                      <a:latin typeface="+mn-lt"/>
                      <a:ea typeface="宋体" charset="-122"/>
                      <a:cs typeface="+mn-cs"/>
                    </a:endParaRPr>
                  </a:p>
                </p:txBody>
              </p:sp>
              <p:sp>
                <p:nvSpPr>
                  <p:cNvPr id="40" name="Text Box 308">
                    <a:extLst>
                      <a:ext uri="{FF2B5EF4-FFF2-40B4-BE49-F238E27FC236}">
                        <a16:creationId xmlns:a16="http://schemas.microsoft.com/office/drawing/2014/main" id="{93EA82FB-1DDB-314D-B1B7-8E5AEEF5CEED}"/>
                      </a:ext>
                    </a:extLst>
                  </p:cNvPr>
                  <p:cNvSpPr txBox="1">
                    <a:spLocks noChangeArrowheads="1"/>
                  </p:cNvSpPr>
                  <p:nvPr/>
                </p:nvSpPr>
                <p:spPr bwMode="auto">
                  <a:xfrm>
                    <a:off x="3796" y="1824"/>
                    <a:ext cx="364"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mn-lt"/>
                        <a:ea typeface="宋体" charset="-122"/>
                        <a:cs typeface="+mn-cs"/>
                      </a:rPr>
                      <a:t>D</a:t>
                    </a:r>
                    <a:r>
                      <a:rPr kumimoji="1" lang="en-US" altLang="zh-CN" sz="2400" b="0" i="0" u="none" strike="noStrike" kern="1200" cap="none" spc="0" normalizeH="0" baseline="-25000" noProof="0">
                        <a:ln>
                          <a:noFill/>
                        </a:ln>
                        <a:solidFill>
                          <a:srgbClr val="000000"/>
                        </a:solidFill>
                        <a:effectLst/>
                        <a:uLnTx/>
                        <a:uFillTx/>
                        <a:latin typeface="+mn-lt"/>
                        <a:ea typeface="宋体" charset="-122"/>
                        <a:cs typeface="+mn-cs"/>
                      </a:rPr>
                      <a:t>0</a:t>
                    </a:r>
                    <a:endParaRPr kumimoji="1" lang="en-US" altLang="zh-CN" sz="2400" b="0" i="0" u="none" strike="noStrike" kern="1200" cap="none" spc="0" normalizeH="0" baseline="0" noProof="0">
                      <a:ln>
                        <a:noFill/>
                      </a:ln>
                      <a:solidFill>
                        <a:srgbClr val="000000"/>
                      </a:solidFill>
                      <a:effectLst/>
                      <a:uLnTx/>
                      <a:uFillTx/>
                      <a:latin typeface="+mn-lt"/>
                      <a:ea typeface="宋体" charset="-122"/>
                      <a:cs typeface="+mn-cs"/>
                    </a:endParaRPr>
                  </a:p>
                </p:txBody>
              </p:sp>
              <p:sp>
                <p:nvSpPr>
                  <p:cNvPr id="41" name="Text Box 309">
                    <a:extLst>
                      <a:ext uri="{FF2B5EF4-FFF2-40B4-BE49-F238E27FC236}">
                        <a16:creationId xmlns:a16="http://schemas.microsoft.com/office/drawing/2014/main" id="{E222AF32-BA00-7547-9DAE-D47AA8919CC6}"/>
                      </a:ext>
                    </a:extLst>
                  </p:cNvPr>
                  <p:cNvSpPr txBox="1">
                    <a:spLocks noChangeArrowheads="1"/>
                  </p:cNvSpPr>
                  <p:nvPr/>
                </p:nvSpPr>
                <p:spPr bwMode="auto">
                  <a:xfrm>
                    <a:off x="4056" y="1824"/>
                    <a:ext cx="364"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mn-lt"/>
                        <a:ea typeface="宋体" charset="-122"/>
                        <a:cs typeface="+mn-cs"/>
                      </a:rPr>
                      <a:t>D</a:t>
                    </a:r>
                    <a:r>
                      <a:rPr kumimoji="1" lang="en-US" altLang="zh-CN" sz="2400" b="0" i="0" u="none" strike="noStrike" kern="1200" cap="none" spc="0" normalizeH="0" baseline="-25000" noProof="0">
                        <a:ln>
                          <a:noFill/>
                        </a:ln>
                        <a:solidFill>
                          <a:srgbClr val="000000"/>
                        </a:solidFill>
                        <a:effectLst/>
                        <a:uLnTx/>
                        <a:uFillTx/>
                        <a:latin typeface="+mn-lt"/>
                        <a:ea typeface="宋体" charset="-122"/>
                        <a:cs typeface="+mn-cs"/>
                      </a:rPr>
                      <a:t>1</a:t>
                    </a:r>
                    <a:endParaRPr kumimoji="1" lang="en-US" altLang="zh-CN" sz="2400" b="0" i="0" u="none" strike="noStrike" kern="1200" cap="none" spc="0" normalizeH="0" baseline="0" noProof="0">
                      <a:ln>
                        <a:noFill/>
                      </a:ln>
                      <a:solidFill>
                        <a:srgbClr val="000000"/>
                      </a:solidFill>
                      <a:effectLst/>
                      <a:uLnTx/>
                      <a:uFillTx/>
                      <a:latin typeface="+mn-lt"/>
                      <a:ea typeface="宋体" charset="-122"/>
                      <a:cs typeface="+mn-cs"/>
                    </a:endParaRPr>
                  </a:p>
                </p:txBody>
              </p:sp>
              <p:sp>
                <p:nvSpPr>
                  <p:cNvPr id="42" name="Text Box 310">
                    <a:extLst>
                      <a:ext uri="{FF2B5EF4-FFF2-40B4-BE49-F238E27FC236}">
                        <a16:creationId xmlns:a16="http://schemas.microsoft.com/office/drawing/2014/main" id="{2E57AF1F-2305-7245-A9CF-F13CFF408D58}"/>
                      </a:ext>
                    </a:extLst>
                  </p:cNvPr>
                  <p:cNvSpPr txBox="1">
                    <a:spLocks noChangeArrowheads="1"/>
                  </p:cNvSpPr>
                  <p:nvPr/>
                </p:nvSpPr>
                <p:spPr bwMode="auto">
                  <a:xfrm>
                    <a:off x="4316" y="1824"/>
                    <a:ext cx="364"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mn-lt"/>
                        <a:ea typeface="宋体" charset="-122"/>
                        <a:cs typeface="+mn-cs"/>
                      </a:rPr>
                      <a:t>D</a:t>
                    </a:r>
                    <a:r>
                      <a:rPr kumimoji="1" lang="en-US" altLang="zh-CN" sz="2400" b="0" i="0" u="none" strike="noStrike" kern="1200" cap="none" spc="0" normalizeH="0" baseline="-25000" noProof="0">
                        <a:ln>
                          <a:noFill/>
                        </a:ln>
                        <a:solidFill>
                          <a:srgbClr val="000000"/>
                        </a:solidFill>
                        <a:effectLst/>
                        <a:uLnTx/>
                        <a:uFillTx/>
                        <a:latin typeface="+mn-lt"/>
                        <a:ea typeface="宋体" charset="-122"/>
                        <a:cs typeface="+mn-cs"/>
                      </a:rPr>
                      <a:t>2</a:t>
                    </a:r>
                    <a:endParaRPr kumimoji="1" lang="en-US" altLang="zh-CN" sz="2400" b="0" i="0" u="none" strike="noStrike" kern="1200" cap="none" spc="0" normalizeH="0" baseline="0" noProof="0">
                      <a:ln>
                        <a:noFill/>
                      </a:ln>
                      <a:solidFill>
                        <a:srgbClr val="000000"/>
                      </a:solidFill>
                      <a:effectLst/>
                      <a:uLnTx/>
                      <a:uFillTx/>
                      <a:latin typeface="+mn-lt"/>
                      <a:ea typeface="宋体" charset="-122"/>
                      <a:cs typeface="+mn-cs"/>
                    </a:endParaRPr>
                  </a:p>
                </p:txBody>
              </p:sp>
              <p:sp>
                <p:nvSpPr>
                  <p:cNvPr id="43" name="Text Box 311">
                    <a:extLst>
                      <a:ext uri="{FF2B5EF4-FFF2-40B4-BE49-F238E27FC236}">
                        <a16:creationId xmlns:a16="http://schemas.microsoft.com/office/drawing/2014/main" id="{4258A729-598B-564F-BBFA-C627D254CF6E}"/>
                      </a:ext>
                    </a:extLst>
                  </p:cNvPr>
                  <p:cNvSpPr txBox="1">
                    <a:spLocks noChangeArrowheads="1"/>
                  </p:cNvSpPr>
                  <p:nvPr/>
                </p:nvSpPr>
                <p:spPr bwMode="auto">
                  <a:xfrm>
                    <a:off x="4576" y="1824"/>
                    <a:ext cx="364"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mn-lt"/>
                        <a:ea typeface="宋体" charset="-122"/>
                        <a:cs typeface="+mn-cs"/>
                      </a:rPr>
                      <a:t>D</a:t>
                    </a:r>
                    <a:r>
                      <a:rPr kumimoji="1" lang="en-US" altLang="zh-CN" sz="2400" b="0" i="0" u="none" strike="noStrike" kern="1200" cap="none" spc="0" normalizeH="0" baseline="-25000" noProof="0">
                        <a:ln>
                          <a:noFill/>
                        </a:ln>
                        <a:solidFill>
                          <a:srgbClr val="000000"/>
                        </a:solidFill>
                        <a:effectLst/>
                        <a:uLnTx/>
                        <a:uFillTx/>
                        <a:latin typeface="+mn-lt"/>
                        <a:ea typeface="宋体" charset="-122"/>
                        <a:cs typeface="+mn-cs"/>
                      </a:rPr>
                      <a:t>3</a:t>
                    </a:r>
                    <a:endParaRPr kumimoji="1" lang="en-US" altLang="zh-CN" sz="2400" b="0" i="0" u="none" strike="noStrike" kern="1200" cap="none" spc="0" normalizeH="0" baseline="0" noProof="0">
                      <a:ln>
                        <a:noFill/>
                      </a:ln>
                      <a:solidFill>
                        <a:srgbClr val="000000"/>
                      </a:solidFill>
                      <a:effectLst/>
                      <a:uLnTx/>
                      <a:uFillTx/>
                      <a:latin typeface="+mn-lt"/>
                      <a:ea typeface="宋体" charset="-122"/>
                      <a:cs typeface="+mn-cs"/>
                    </a:endParaRPr>
                  </a:p>
                </p:txBody>
              </p:sp>
              <p:sp>
                <p:nvSpPr>
                  <p:cNvPr id="44" name="Text Box 312">
                    <a:extLst>
                      <a:ext uri="{FF2B5EF4-FFF2-40B4-BE49-F238E27FC236}">
                        <a16:creationId xmlns:a16="http://schemas.microsoft.com/office/drawing/2014/main" id="{5CA707D8-FBBF-DB49-AECD-79EDF1822B5B}"/>
                      </a:ext>
                    </a:extLst>
                  </p:cNvPr>
                  <p:cNvSpPr txBox="1">
                    <a:spLocks noChangeArrowheads="1"/>
                  </p:cNvSpPr>
                  <p:nvPr/>
                </p:nvSpPr>
                <p:spPr bwMode="auto">
                  <a:xfrm>
                    <a:off x="3380" y="1872"/>
                    <a:ext cx="364"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mn-lt"/>
                        <a:ea typeface="宋体" charset="-122"/>
                        <a:cs typeface="+mn-cs"/>
                      </a:rPr>
                      <a:t>A</a:t>
                    </a:r>
                    <a:r>
                      <a:rPr kumimoji="1" lang="en-US" altLang="zh-CN" sz="2400" b="0" i="0" u="none" strike="noStrike" kern="1200" cap="none" spc="0" normalizeH="0" baseline="-25000" noProof="0">
                        <a:ln>
                          <a:noFill/>
                        </a:ln>
                        <a:solidFill>
                          <a:srgbClr val="000000"/>
                        </a:solidFill>
                        <a:effectLst/>
                        <a:uLnTx/>
                        <a:uFillTx/>
                        <a:latin typeface="+mn-lt"/>
                        <a:ea typeface="宋体" charset="-122"/>
                        <a:cs typeface="+mn-cs"/>
                      </a:rPr>
                      <a:t>2</a:t>
                    </a:r>
                    <a:endParaRPr kumimoji="1" lang="en-US" altLang="zh-CN" sz="2400" b="0" i="0" u="none" strike="noStrike" kern="1200" cap="none" spc="0" normalizeH="0" baseline="0" noProof="0">
                      <a:ln>
                        <a:noFill/>
                      </a:ln>
                      <a:solidFill>
                        <a:srgbClr val="000000"/>
                      </a:solidFill>
                      <a:effectLst/>
                      <a:uLnTx/>
                      <a:uFillTx/>
                      <a:latin typeface="+mn-lt"/>
                      <a:ea typeface="宋体" charset="-122"/>
                      <a:cs typeface="+mn-cs"/>
                    </a:endParaRPr>
                  </a:p>
                </p:txBody>
              </p:sp>
              <p:sp>
                <p:nvSpPr>
                  <p:cNvPr id="45" name="Line 313">
                    <a:extLst>
                      <a:ext uri="{FF2B5EF4-FFF2-40B4-BE49-F238E27FC236}">
                        <a16:creationId xmlns:a16="http://schemas.microsoft.com/office/drawing/2014/main" id="{FBFCA2EE-4D6E-8647-B299-9B8E7224F8E8}"/>
                      </a:ext>
                    </a:extLst>
                  </p:cNvPr>
                  <p:cNvSpPr>
                    <a:spLocks noChangeShapeType="1"/>
                  </p:cNvSpPr>
                  <p:nvPr/>
                </p:nvSpPr>
                <p:spPr bwMode="auto">
                  <a:xfrm>
                    <a:off x="4940" y="1516"/>
                    <a:ext cx="0" cy="32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46" name="Line 314">
                    <a:extLst>
                      <a:ext uri="{FF2B5EF4-FFF2-40B4-BE49-F238E27FC236}">
                        <a16:creationId xmlns:a16="http://schemas.microsoft.com/office/drawing/2014/main" id="{BEC89175-0BFB-8946-B3BA-84588EFDF393}"/>
                      </a:ext>
                    </a:extLst>
                  </p:cNvPr>
                  <p:cNvSpPr>
                    <a:spLocks noChangeShapeType="1"/>
                  </p:cNvSpPr>
                  <p:nvPr/>
                </p:nvSpPr>
                <p:spPr bwMode="auto">
                  <a:xfrm>
                    <a:off x="5200" y="1516"/>
                    <a:ext cx="0" cy="32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47" name="Line 315">
                    <a:extLst>
                      <a:ext uri="{FF2B5EF4-FFF2-40B4-BE49-F238E27FC236}">
                        <a16:creationId xmlns:a16="http://schemas.microsoft.com/office/drawing/2014/main" id="{0A1F378F-0BCE-C84E-9BED-F16800B5A50B}"/>
                      </a:ext>
                    </a:extLst>
                  </p:cNvPr>
                  <p:cNvSpPr>
                    <a:spLocks noChangeShapeType="1"/>
                  </p:cNvSpPr>
                  <p:nvPr/>
                </p:nvSpPr>
                <p:spPr bwMode="auto">
                  <a:xfrm>
                    <a:off x="5460" y="1516"/>
                    <a:ext cx="0" cy="32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48" name="Line 316">
                    <a:extLst>
                      <a:ext uri="{FF2B5EF4-FFF2-40B4-BE49-F238E27FC236}">
                        <a16:creationId xmlns:a16="http://schemas.microsoft.com/office/drawing/2014/main" id="{CC0B2734-DCFF-C144-AC00-06750399A4C1}"/>
                      </a:ext>
                    </a:extLst>
                  </p:cNvPr>
                  <p:cNvSpPr>
                    <a:spLocks noChangeShapeType="1"/>
                  </p:cNvSpPr>
                  <p:nvPr/>
                </p:nvSpPr>
                <p:spPr bwMode="auto">
                  <a:xfrm>
                    <a:off x="5720" y="1516"/>
                    <a:ext cx="0" cy="32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49" name="Text Box 317">
                    <a:extLst>
                      <a:ext uri="{FF2B5EF4-FFF2-40B4-BE49-F238E27FC236}">
                        <a16:creationId xmlns:a16="http://schemas.microsoft.com/office/drawing/2014/main" id="{1BB28CBD-17FB-9B44-902E-3AB12D546B71}"/>
                      </a:ext>
                    </a:extLst>
                  </p:cNvPr>
                  <p:cNvSpPr txBox="1">
                    <a:spLocks noChangeArrowheads="1"/>
                  </p:cNvSpPr>
                  <p:nvPr/>
                </p:nvSpPr>
                <p:spPr bwMode="auto">
                  <a:xfrm>
                    <a:off x="4836" y="1824"/>
                    <a:ext cx="364"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mn-lt"/>
                        <a:ea typeface="宋体" charset="-122"/>
                        <a:cs typeface="+mn-cs"/>
                      </a:rPr>
                      <a:t>D</a:t>
                    </a:r>
                    <a:r>
                      <a:rPr kumimoji="1" lang="en-US" altLang="zh-CN" sz="2400" b="0" i="0" u="none" strike="noStrike" kern="1200" cap="none" spc="0" normalizeH="0" baseline="-25000" noProof="0">
                        <a:ln>
                          <a:noFill/>
                        </a:ln>
                        <a:solidFill>
                          <a:srgbClr val="000000"/>
                        </a:solidFill>
                        <a:effectLst/>
                        <a:uLnTx/>
                        <a:uFillTx/>
                        <a:latin typeface="+mn-lt"/>
                        <a:ea typeface="宋体" charset="-122"/>
                        <a:cs typeface="+mn-cs"/>
                      </a:rPr>
                      <a:t>4</a:t>
                    </a:r>
                    <a:endParaRPr kumimoji="1" lang="en-US" altLang="zh-CN" sz="2400" b="0" i="0" u="none" strike="noStrike" kern="1200" cap="none" spc="0" normalizeH="0" baseline="0" noProof="0">
                      <a:ln>
                        <a:noFill/>
                      </a:ln>
                      <a:solidFill>
                        <a:srgbClr val="000000"/>
                      </a:solidFill>
                      <a:effectLst/>
                      <a:uLnTx/>
                      <a:uFillTx/>
                      <a:latin typeface="+mn-lt"/>
                      <a:ea typeface="宋体" charset="-122"/>
                      <a:cs typeface="+mn-cs"/>
                    </a:endParaRPr>
                  </a:p>
                </p:txBody>
              </p:sp>
              <p:sp>
                <p:nvSpPr>
                  <p:cNvPr id="50" name="Text Box 318">
                    <a:extLst>
                      <a:ext uri="{FF2B5EF4-FFF2-40B4-BE49-F238E27FC236}">
                        <a16:creationId xmlns:a16="http://schemas.microsoft.com/office/drawing/2014/main" id="{4EE170FA-4F68-0941-B4AC-2AF9CB596CED}"/>
                      </a:ext>
                    </a:extLst>
                  </p:cNvPr>
                  <p:cNvSpPr txBox="1">
                    <a:spLocks noChangeArrowheads="1"/>
                  </p:cNvSpPr>
                  <p:nvPr/>
                </p:nvSpPr>
                <p:spPr bwMode="auto">
                  <a:xfrm>
                    <a:off x="5096" y="1824"/>
                    <a:ext cx="364"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mn-lt"/>
                        <a:ea typeface="宋体" charset="-122"/>
                        <a:cs typeface="+mn-cs"/>
                      </a:rPr>
                      <a:t>D</a:t>
                    </a:r>
                    <a:r>
                      <a:rPr kumimoji="1" lang="en-US" altLang="zh-CN" sz="2400" b="0" i="0" u="none" strike="noStrike" kern="1200" cap="none" spc="0" normalizeH="0" baseline="-25000" noProof="0">
                        <a:ln>
                          <a:noFill/>
                        </a:ln>
                        <a:solidFill>
                          <a:srgbClr val="000000"/>
                        </a:solidFill>
                        <a:effectLst/>
                        <a:uLnTx/>
                        <a:uFillTx/>
                        <a:latin typeface="+mn-lt"/>
                        <a:ea typeface="宋体" charset="-122"/>
                        <a:cs typeface="+mn-cs"/>
                      </a:rPr>
                      <a:t>5</a:t>
                    </a:r>
                    <a:endParaRPr kumimoji="1" lang="en-US" altLang="zh-CN" sz="2400" b="0" i="0" u="none" strike="noStrike" kern="1200" cap="none" spc="0" normalizeH="0" baseline="0" noProof="0">
                      <a:ln>
                        <a:noFill/>
                      </a:ln>
                      <a:solidFill>
                        <a:srgbClr val="000000"/>
                      </a:solidFill>
                      <a:effectLst/>
                      <a:uLnTx/>
                      <a:uFillTx/>
                      <a:latin typeface="+mn-lt"/>
                      <a:ea typeface="宋体" charset="-122"/>
                      <a:cs typeface="+mn-cs"/>
                    </a:endParaRPr>
                  </a:p>
                </p:txBody>
              </p:sp>
              <p:sp>
                <p:nvSpPr>
                  <p:cNvPr id="51" name="Text Box 319">
                    <a:extLst>
                      <a:ext uri="{FF2B5EF4-FFF2-40B4-BE49-F238E27FC236}">
                        <a16:creationId xmlns:a16="http://schemas.microsoft.com/office/drawing/2014/main" id="{137B7C28-6F5D-D243-A7A7-DF88EA195C0B}"/>
                      </a:ext>
                    </a:extLst>
                  </p:cNvPr>
                  <p:cNvSpPr txBox="1">
                    <a:spLocks noChangeArrowheads="1"/>
                  </p:cNvSpPr>
                  <p:nvPr/>
                </p:nvSpPr>
                <p:spPr bwMode="auto">
                  <a:xfrm>
                    <a:off x="5356" y="1824"/>
                    <a:ext cx="364"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mn-lt"/>
                        <a:ea typeface="宋体" charset="-122"/>
                        <a:cs typeface="+mn-cs"/>
                      </a:rPr>
                      <a:t>D</a:t>
                    </a:r>
                    <a:r>
                      <a:rPr kumimoji="1" lang="en-US" altLang="zh-CN" sz="2400" b="0" i="0" u="none" strike="noStrike" kern="1200" cap="none" spc="0" normalizeH="0" baseline="-25000" noProof="0">
                        <a:ln>
                          <a:noFill/>
                        </a:ln>
                        <a:solidFill>
                          <a:srgbClr val="000000"/>
                        </a:solidFill>
                        <a:effectLst/>
                        <a:uLnTx/>
                        <a:uFillTx/>
                        <a:latin typeface="+mn-lt"/>
                        <a:ea typeface="宋体" charset="-122"/>
                        <a:cs typeface="+mn-cs"/>
                      </a:rPr>
                      <a:t>6</a:t>
                    </a:r>
                    <a:endParaRPr kumimoji="1" lang="en-US" altLang="zh-CN" sz="2400" b="0" i="0" u="none" strike="noStrike" kern="1200" cap="none" spc="0" normalizeH="0" baseline="0" noProof="0">
                      <a:ln>
                        <a:noFill/>
                      </a:ln>
                      <a:solidFill>
                        <a:srgbClr val="000000"/>
                      </a:solidFill>
                      <a:effectLst/>
                      <a:uLnTx/>
                      <a:uFillTx/>
                      <a:latin typeface="+mn-lt"/>
                      <a:ea typeface="宋体" charset="-122"/>
                      <a:cs typeface="+mn-cs"/>
                    </a:endParaRPr>
                  </a:p>
                </p:txBody>
              </p:sp>
            </p:grpSp>
            <p:sp>
              <p:nvSpPr>
                <p:cNvPr id="31" name="Text Box 320">
                  <a:extLst>
                    <a:ext uri="{FF2B5EF4-FFF2-40B4-BE49-F238E27FC236}">
                      <a16:creationId xmlns:a16="http://schemas.microsoft.com/office/drawing/2014/main" id="{57524B86-200D-744F-B9DF-70D4DEAF4098}"/>
                    </a:ext>
                  </a:extLst>
                </p:cNvPr>
                <p:cNvSpPr txBox="1">
                  <a:spLocks noChangeArrowheads="1"/>
                </p:cNvSpPr>
                <p:nvPr/>
              </p:nvSpPr>
              <p:spPr bwMode="auto">
                <a:xfrm>
                  <a:off x="5704" y="1896"/>
                  <a:ext cx="36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mn-lt"/>
                      <a:ea typeface="宋体" charset="-122"/>
                      <a:cs typeface="+mn-cs"/>
                    </a:rPr>
                    <a:t>D</a:t>
                  </a:r>
                  <a:r>
                    <a:rPr kumimoji="1" lang="en-US" altLang="zh-CN" sz="2400" b="0" i="0" u="none" strike="noStrike" kern="1200" cap="none" spc="0" normalizeH="0" baseline="-25000" noProof="0" dirty="0">
                      <a:ln>
                        <a:noFill/>
                      </a:ln>
                      <a:solidFill>
                        <a:srgbClr val="000000"/>
                      </a:solidFill>
                      <a:effectLst/>
                      <a:uLnTx/>
                      <a:uFillTx/>
                      <a:latin typeface="+mn-lt"/>
                      <a:ea typeface="宋体" charset="-122"/>
                      <a:cs typeface="+mn-cs"/>
                    </a:rPr>
                    <a:t>7</a:t>
                  </a:r>
                  <a:endParaRPr kumimoji="1" lang="en-US" altLang="zh-CN" sz="2400" b="0" i="0" u="none" strike="noStrike" kern="1200" cap="none" spc="0" normalizeH="0" baseline="0" noProof="0" dirty="0">
                    <a:ln>
                      <a:noFill/>
                    </a:ln>
                    <a:solidFill>
                      <a:srgbClr val="000000"/>
                    </a:solidFill>
                    <a:effectLst/>
                    <a:uLnTx/>
                    <a:uFillTx/>
                    <a:latin typeface="+mn-lt"/>
                    <a:ea typeface="宋体" charset="-122"/>
                    <a:cs typeface="+mn-cs"/>
                  </a:endParaRPr>
                </a:p>
              </p:txBody>
            </p:sp>
          </p:grpSp>
        </p:grpSp>
        <p:sp>
          <p:nvSpPr>
            <p:cNvPr id="52" name="Text Box 321">
              <a:extLst>
                <a:ext uri="{FF2B5EF4-FFF2-40B4-BE49-F238E27FC236}">
                  <a16:creationId xmlns:a16="http://schemas.microsoft.com/office/drawing/2014/main" id="{E0ED2056-42E5-5C41-98C6-F72FECD556C3}"/>
                </a:ext>
              </a:extLst>
            </p:cNvPr>
            <p:cNvSpPr txBox="1">
              <a:spLocks noChangeArrowheads="1"/>
            </p:cNvSpPr>
            <p:nvPr/>
          </p:nvSpPr>
          <p:spPr bwMode="auto">
            <a:xfrm>
              <a:off x="4293869" y="2338817"/>
              <a:ext cx="617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mn-lt"/>
                  <a:ea typeface="宋体" charset="-122"/>
                  <a:cs typeface="+mn-cs"/>
                </a:rPr>
                <a:t>D’</a:t>
              </a:r>
            </a:p>
          </p:txBody>
        </p:sp>
        <p:sp>
          <p:nvSpPr>
            <p:cNvPr id="53" name="Text Box 322">
              <a:extLst>
                <a:ext uri="{FF2B5EF4-FFF2-40B4-BE49-F238E27FC236}">
                  <a16:creationId xmlns:a16="http://schemas.microsoft.com/office/drawing/2014/main" id="{3DE5C415-AA71-634C-9F3A-0F180E2ECEEF}"/>
                </a:ext>
              </a:extLst>
            </p:cNvPr>
            <p:cNvSpPr txBox="1">
              <a:spLocks noChangeArrowheads="1"/>
            </p:cNvSpPr>
            <p:nvPr/>
          </p:nvSpPr>
          <p:spPr bwMode="auto">
            <a:xfrm>
              <a:off x="2298381" y="2338817"/>
              <a:ext cx="358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mn-lt"/>
                  <a:ea typeface="宋体" charset="-122"/>
                  <a:cs typeface="+mn-cs"/>
                </a:rPr>
                <a:t>0</a:t>
              </a:r>
            </a:p>
          </p:txBody>
        </p:sp>
        <p:sp>
          <p:nvSpPr>
            <p:cNvPr id="5" name="Left Arrow 4">
              <a:extLst>
                <a:ext uri="{FF2B5EF4-FFF2-40B4-BE49-F238E27FC236}">
                  <a16:creationId xmlns:a16="http://schemas.microsoft.com/office/drawing/2014/main" id="{C7A0ACAF-87A0-2644-829E-393899BCE384}"/>
                </a:ext>
              </a:extLst>
            </p:cNvPr>
            <p:cNvSpPr/>
            <p:nvPr/>
          </p:nvSpPr>
          <p:spPr bwMode="auto">
            <a:xfrm>
              <a:off x="5364088" y="3586592"/>
              <a:ext cx="576064" cy="428715"/>
            </a:xfrm>
            <a:prstGeom prst="lef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1800" b="0" i="0" u="none" strike="noStrike" cap="none" normalizeH="0" baseline="0">
                <a:ln>
                  <a:noFill/>
                </a:ln>
                <a:solidFill>
                  <a:schemeClr val="tx1"/>
                </a:solidFill>
                <a:effectLst/>
                <a:latin typeface="+mn-lt"/>
              </a:endParaRPr>
            </a:p>
          </p:txBody>
        </p:sp>
      </p:grpSp>
      <p:sp>
        <p:nvSpPr>
          <p:cNvPr id="4" name="Text Box 113">
            <a:extLst>
              <a:ext uri="{FF2B5EF4-FFF2-40B4-BE49-F238E27FC236}">
                <a16:creationId xmlns:a16="http://schemas.microsoft.com/office/drawing/2014/main" id="{3D7397B9-AA08-D613-AB5B-56E8A2063655}"/>
              </a:ext>
            </a:extLst>
          </p:cNvPr>
          <p:cNvSpPr txBox="1">
            <a:spLocks noChangeArrowheads="1"/>
          </p:cNvSpPr>
          <p:nvPr/>
        </p:nvSpPr>
        <p:spPr bwMode="auto">
          <a:xfrm>
            <a:off x="657908" y="1484755"/>
            <a:ext cx="802889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2800" b="1"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F=f(A,B,C,D)=ABC+BC’D’+AB’C’+AB’D+B’C’D</a:t>
            </a:r>
          </a:p>
        </p:txBody>
      </p:sp>
      <p:graphicFrame>
        <p:nvGraphicFramePr>
          <p:cNvPr id="6" name="Group 114">
            <a:extLst>
              <a:ext uri="{FF2B5EF4-FFF2-40B4-BE49-F238E27FC236}">
                <a16:creationId xmlns:a16="http://schemas.microsoft.com/office/drawing/2014/main" id="{D5709525-0E19-31BB-2F7E-18D07A92B435}"/>
              </a:ext>
            </a:extLst>
          </p:cNvPr>
          <p:cNvGraphicFramePr>
            <a:graphicFrameLocks/>
          </p:cNvGraphicFramePr>
          <p:nvPr>
            <p:extLst>
              <p:ext uri="{D42A27DB-BD31-4B8C-83A1-F6EECF244321}">
                <p14:modId xmlns:p14="http://schemas.microsoft.com/office/powerpoint/2010/main" val="848686653"/>
              </p:ext>
            </p:extLst>
          </p:nvPr>
        </p:nvGraphicFramePr>
        <p:xfrm>
          <a:off x="6181242" y="2560510"/>
          <a:ext cx="2246313" cy="3102864"/>
        </p:xfrm>
        <a:graphic>
          <a:graphicData uri="http://schemas.openxmlformats.org/drawingml/2006/table">
            <a:tbl>
              <a:tblPr/>
              <a:tblGrid>
                <a:gridCol w="912813">
                  <a:extLst>
                    <a:ext uri="{9D8B030D-6E8A-4147-A177-3AD203B41FA5}">
                      <a16:colId xmlns:a16="http://schemas.microsoft.com/office/drawing/2014/main" val="20000"/>
                    </a:ext>
                  </a:extLst>
                </a:gridCol>
                <a:gridCol w="701675">
                  <a:extLst>
                    <a:ext uri="{9D8B030D-6E8A-4147-A177-3AD203B41FA5}">
                      <a16:colId xmlns:a16="http://schemas.microsoft.com/office/drawing/2014/main" val="20001"/>
                    </a:ext>
                  </a:extLst>
                </a:gridCol>
                <a:gridCol w="631825">
                  <a:extLst>
                    <a:ext uri="{9D8B030D-6E8A-4147-A177-3AD203B41FA5}">
                      <a16:colId xmlns:a16="http://schemas.microsoft.com/office/drawing/2014/main" val="20002"/>
                    </a:ext>
                  </a:extLst>
                </a:gridCol>
              </a:tblGrid>
              <a:tr h="1012825">
                <a:tc>
                  <a:txBody>
                    <a:bodyPr/>
                    <a:lstStyle/>
                    <a:p>
                      <a:pPr marL="0" marR="0" lvl="0" indent="0" algn="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 C</a:t>
                      </a:r>
                    </a:p>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AB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9588">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8000">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01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sym typeface="Symbol" pitchFamily="18" charset="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09588">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sym typeface="Symbol" pitchFamily="18" charset="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08000">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sym typeface="Symbol" pitchFamily="18" charset="2"/>
                        </a:rPr>
                        <a:t>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7" name="Right Arrow 11">
            <a:extLst>
              <a:ext uri="{FF2B5EF4-FFF2-40B4-BE49-F238E27FC236}">
                <a16:creationId xmlns:a16="http://schemas.microsoft.com/office/drawing/2014/main" id="{1BF1A317-447E-624E-B720-F7EDDBAE2195}"/>
              </a:ext>
            </a:extLst>
          </p:cNvPr>
          <p:cNvSpPr/>
          <p:nvPr/>
        </p:nvSpPr>
        <p:spPr bwMode="auto">
          <a:xfrm rot="5400000">
            <a:off x="6924760" y="2067483"/>
            <a:ext cx="552536" cy="433521"/>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18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519429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righ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634B3B11-83D4-C645-9C16-698E98A0A8EC}"/>
              </a:ext>
            </a:extLst>
          </p:cNvPr>
          <p:cNvSpPr>
            <a:spLocks noGrp="1" noChangeArrowheads="1"/>
          </p:cNvSpPr>
          <p:nvPr>
            <p:ph type="title"/>
          </p:nvPr>
        </p:nvSpPr>
        <p:spPr>
          <a:xfrm>
            <a:off x="671911" y="271012"/>
            <a:ext cx="7738628" cy="936625"/>
          </a:xfrm>
        </p:spPr>
        <p:txBody>
          <a:bodyPr/>
          <a:lstStyle/>
          <a:p>
            <a:pPr eaLnBrk="1" hangingPunct="1"/>
            <a:r>
              <a:rPr lang="zh-CN" altLang="en-US" b="1" dirty="0"/>
              <a:t>用</a:t>
            </a:r>
            <a:r>
              <a:rPr lang="en-US" altLang="zh-CN" b="1" dirty="0"/>
              <a:t>8</a:t>
            </a:r>
            <a:r>
              <a:rPr lang="zh-CN" altLang="en-US" b="1" dirty="0"/>
              <a:t>选</a:t>
            </a:r>
            <a:r>
              <a:rPr lang="en-US" altLang="zh-CN" b="1" dirty="0"/>
              <a:t>1</a:t>
            </a:r>
            <a:r>
              <a:rPr lang="zh-CN" altLang="en-US" b="1" dirty="0"/>
              <a:t> </a:t>
            </a:r>
            <a:r>
              <a:rPr lang="en-US" altLang="zh-CN" b="1" dirty="0"/>
              <a:t>MUX</a:t>
            </a:r>
            <a:r>
              <a:rPr lang="zh-CN" altLang="en-US" b="1" dirty="0"/>
              <a:t>实现</a:t>
            </a:r>
            <a:r>
              <a:rPr lang="en-US" altLang="zh-CN" b="1" dirty="0"/>
              <a:t>5</a:t>
            </a:r>
            <a:r>
              <a:rPr lang="zh-CN" altLang="en-US" b="1" dirty="0"/>
              <a:t>变量逻辑函数</a:t>
            </a:r>
            <a:endParaRPr lang="en-US" altLang="zh-CN" b="1" dirty="0"/>
          </a:p>
        </p:txBody>
      </p:sp>
      <p:sp>
        <p:nvSpPr>
          <p:cNvPr id="8" name="Slide Number Placeholder 7">
            <a:extLst>
              <a:ext uri="{FF2B5EF4-FFF2-40B4-BE49-F238E27FC236}">
                <a16:creationId xmlns:a16="http://schemas.microsoft.com/office/drawing/2014/main" id="{63DC5501-5064-3A46-8F14-D9770AA26048}"/>
              </a:ext>
            </a:extLst>
          </p:cNvPr>
          <p:cNvSpPr>
            <a:spLocks noGrp="1"/>
          </p:cNvSpPr>
          <p:nvPr>
            <p:ph type="sldNum" sz="quarter" idx="11"/>
          </p:nvPr>
        </p:nvSpPr>
        <p:spPr/>
        <p:txBody>
          <a:bodyPr/>
          <a:lstStyle/>
          <a:p>
            <a:pPr>
              <a:defRPr/>
            </a:pPr>
            <a:fld id="{2EA1E184-7EFF-4B48-9C82-609CF6442F2C}" type="slidenum">
              <a:rPr lang="zh-CN" altLang="en-US" smtClean="0"/>
              <a:pPr>
                <a:defRPr/>
              </a:pPr>
              <a:t>79</a:t>
            </a:fld>
            <a:endParaRPr lang="en-US" altLang="zh-CN"/>
          </a:p>
        </p:txBody>
      </p:sp>
      <p:sp>
        <p:nvSpPr>
          <p:cNvPr id="10" name="Text Box 285">
            <a:extLst>
              <a:ext uri="{FF2B5EF4-FFF2-40B4-BE49-F238E27FC236}">
                <a16:creationId xmlns:a16="http://schemas.microsoft.com/office/drawing/2014/main" id="{03F800F1-95C7-ED4B-938D-F6F0E61DA26A}"/>
              </a:ext>
            </a:extLst>
          </p:cNvPr>
          <p:cNvSpPr txBox="1">
            <a:spLocks noChangeArrowheads="1"/>
          </p:cNvSpPr>
          <p:nvPr/>
        </p:nvSpPr>
        <p:spPr bwMode="auto">
          <a:xfrm>
            <a:off x="2910583" y="5768212"/>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mn-lt"/>
                <a:ea typeface="宋体" charset="-122"/>
                <a:cs typeface="+mn-cs"/>
              </a:rPr>
              <a:t>F</a:t>
            </a:r>
          </a:p>
        </p:txBody>
      </p:sp>
      <p:sp>
        <p:nvSpPr>
          <p:cNvPr id="11" name="Text Box 286">
            <a:extLst>
              <a:ext uri="{FF2B5EF4-FFF2-40B4-BE49-F238E27FC236}">
                <a16:creationId xmlns:a16="http://schemas.microsoft.com/office/drawing/2014/main" id="{AB87BCDB-C33F-6747-8BC5-39FCBC531268}"/>
              </a:ext>
            </a:extLst>
          </p:cNvPr>
          <p:cNvSpPr txBox="1">
            <a:spLocks noChangeArrowheads="1"/>
          </p:cNvSpPr>
          <p:nvPr/>
        </p:nvSpPr>
        <p:spPr bwMode="auto">
          <a:xfrm>
            <a:off x="251520" y="3967987"/>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mn-lt"/>
                <a:ea typeface="宋体" charset="-122"/>
                <a:cs typeface="+mn-cs"/>
              </a:rPr>
              <a:t>A</a:t>
            </a:r>
          </a:p>
        </p:txBody>
      </p:sp>
      <p:sp>
        <p:nvSpPr>
          <p:cNvPr id="12" name="Text Box 287">
            <a:extLst>
              <a:ext uri="{FF2B5EF4-FFF2-40B4-BE49-F238E27FC236}">
                <a16:creationId xmlns:a16="http://schemas.microsoft.com/office/drawing/2014/main" id="{A7A1513F-75FA-414D-A081-FB635B0DDFE1}"/>
              </a:ext>
            </a:extLst>
          </p:cNvPr>
          <p:cNvSpPr txBox="1">
            <a:spLocks noChangeArrowheads="1"/>
          </p:cNvSpPr>
          <p:nvPr/>
        </p:nvSpPr>
        <p:spPr bwMode="auto">
          <a:xfrm>
            <a:off x="251520" y="4374387"/>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mn-lt"/>
                <a:ea typeface="宋体" charset="-122"/>
                <a:cs typeface="+mn-cs"/>
              </a:rPr>
              <a:t>B</a:t>
            </a:r>
          </a:p>
        </p:txBody>
      </p:sp>
      <p:sp>
        <p:nvSpPr>
          <p:cNvPr id="13" name="Text Box 288">
            <a:extLst>
              <a:ext uri="{FF2B5EF4-FFF2-40B4-BE49-F238E27FC236}">
                <a16:creationId xmlns:a16="http://schemas.microsoft.com/office/drawing/2014/main" id="{9CA0066F-CFDB-9F4E-B6BA-75C81FDA81D9}"/>
              </a:ext>
            </a:extLst>
          </p:cNvPr>
          <p:cNvSpPr txBox="1">
            <a:spLocks noChangeArrowheads="1"/>
          </p:cNvSpPr>
          <p:nvPr/>
        </p:nvSpPr>
        <p:spPr bwMode="auto">
          <a:xfrm>
            <a:off x="251520" y="4734749"/>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mn-lt"/>
                <a:ea typeface="宋体" charset="-122"/>
                <a:cs typeface="+mn-cs"/>
              </a:rPr>
              <a:t>C</a:t>
            </a:r>
          </a:p>
        </p:txBody>
      </p:sp>
      <p:grpSp>
        <p:nvGrpSpPr>
          <p:cNvPr id="2" name="Group 1">
            <a:extLst>
              <a:ext uri="{FF2B5EF4-FFF2-40B4-BE49-F238E27FC236}">
                <a16:creationId xmlns:a16="http://schemas.microsoft.com/office/drawing/2014/main" id="{1D0C1783-8460-B24A-B11E-A1048E52AD40}"/>
              </a:ext>
            </a:extLst>
          </p:cNvPr>
          <p:cNvGrpSpPr/>
          <p:nvPr/>
        </p:nvGrpSpPr>
        <p:grpSpPr>
          <a:xfrm>
            <a:off x="1840608" y="2315399"/>
            <a:ext cx="3352800" cy="995065"/>
            <a:chOff x="1840608" y="2315399"/>
            <a:chExt cx="3352800" cy="995065"/>
          </a:xfrm>
        </p:grpSpPr>
        <p:sp>
          <p:nvSpPr>
            <p:cNvPr id="6" name="Text Box 281">
              <a:extLst>
                <a:ext uri="{FF2B5EF4-FFF2-40B4-BE49-F238E27FC236}">
                  <a16:creationId xmlns:a16="http://schemas.microsoft.com/office/drawing/2014/main" id="{3E9CAAC7-F5E5-974E-A514-79BA8E54B405}"/>
                </a:ext>
              </a:extLst>
            </p:cNvPr>
            <p:cNvSpPr txBox="1">
              <a:spLocks noChangeArrowheads="1"/>
            </p:cNvSpPr>
            <p:nvPr/>
          </p:nvSpPr>
          <p:spPr bwMode="auto">
            <a:xfrm>
              <a:off x="1840608" y="2543999"/>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mn-lt"/>
                  <a:ea typeface="宋体" charset="-122"/>
                  <a:cs typeface="+mn-cs"/>
                </a:rPr>
                <a:t>0</a:t>
              </a:r>
            </a:p>
          </p:txBody>
        </p:sp>
        <p:sp>
          <p:nvSpPr>
            <p:cNvPr id="7" name="Text Box 282">
              <a:extLst>
                <a:ext uri="{FF2B5EF4-FFF2-40B4-BE49-F238E27FC236}">
                  <a16:creationId xmlns:a16="http://schemas.microsoft.com/office/drawing/2014/main" id="{C8D0B161-6500-C046-9FF0-2762C2534978}"/>
                </a:ext>
              </a:extLst>
            </p:cNvPr>
            <p:cNvSpPr txBox="1">
              <a:spLocks noChangeArrowheads="1"/>
            </p:cNvSpPr>
            <p:nvPr/>
          </p:nvSpPr>
          <p:spPr bwMode="auto">
            <a:xfrm>
              <a:off x="2587677" y="2315399"/>
              <a:ext cx="62661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mn-lt"/>
                  <a:ea typeface="宋体" charset="-122"/>
                  <a:cs typeface="+mn-cs"/>
                </a:rPr>
                <a:t>DE</a:t>
              </a:r>
            </a:p>
          </p:txBody>
        </p:sp>
        <p:sp>
          <p:nvSpPr>
            <p:cNvPr id="16" name="Text Box 291">
              <a:extLst>
                <a:ext uri="{FF2B5EF4-FFF2-40B4-BE49-F238E27FC236}">
                  <a16:creationId xmlns:a16="http://schemas.microsoft.com/office/drawing/2014/main" id="{CAF544BA-D57C-A741-BAF6-AD0CBC3CFF71}"/>
                </a:ext>
              </a:extLst>
            </p:cNvPr>
            <p:cNvSpPr txBox="1">
              <a:spLocks noChangeArrowheads="1"/>
            </p:cNvSpPr>
            <p:nvPr/>
          </p:nvSpPr>
          <p:spPr bwMode="auto">
            <a:xfrm>
              <a:off x="4660008" y="2848799"/>
              <a:ext cx="533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mn-lt"/>
                  <a:ea typeface="宋体" charset="-122"/>
                  <a:cs typeface="+mn-cs"/>
                </a:rPr>
                <a:t>D</a:t>
              </a:r>
            </a:p>
          </p:txBody>
        </p:sp>
      </p:grpSp>
      <p:grpSp>
        <p:nvGrpSpPr>
          <p:cNvPr id="18" name="Group 293">
            <a:extLst>
              <a:ext uri="{FF2B5EF4-FFF2-40B4-BE49-F238E27FC236}">
                <a16:creationId xmlns:a16="http://schemas.microsoft.com/office/drawing/2014/main" id="{9D5E4DF0-80EE-E94F-B535-31D3ED56DA55}"/>
              </a:ext>
            </a:extLst>
          </p:cNvPr>
          <p:cNvGrpSpPr>
            <a:grpSpLocks/>
          </p:cNvGrpSpPr>
          <p:nvPr/>
        </p:nvGrpSpPr>
        <p:grpSpPr bwMode="auto">
          <a:xfrm>
            <a:off x="600770" y="2777362"/>
            <a:ext cx="4568825" cy="2954338"/>
            <a:chOff x="2950" y="1229"/>
            <a:chExt cx="3118" cy="1861"/>
          </a:xfrm>
        </p:grpSpPr>
        <p:sp>
          <p:nvSpPr>
            <p:cNvPr id="19" name="Line 294">
              <a:extLst>
                <a:ext uri="{FF2B5EF4-FFF2-40B4-BE49-F238E27FC236}">
                  <a16:creationId xmlns:a16="http://schemas.microsoft.com/office/drawing/2014/main" id="{A27D0D6F-BBF4-5543-BF75-1AB4B5D111D4}"/>
                </a:ext>
              </a:extLst>
            </p:cNvPr>
            <p:cNvSpPr>
              <a:spLocks noChangeShapeType="1"/>
            </p:cNvSpPr>
            <p:nvPr/>
          </p:nvSpPr>
          <p:spPr bwMode="auto">
            <a:xfrm>
              <a:off x="2950" y="2123"/>
              <a:ext cx="3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20" name="Line 295">
              <a:extLst>
                <a:ext uri="{FF2B5EF4-FFF2-40B4-BE49-F238E27FC236}">
                  <a16:creationId xmlns:a16="http://schemas.microsoft.com/office/drawing/2014/main" id="{CF1F83D0-45E3-604B-9F1F-0669698EECBE}"/>
                </a:ext>
              </a:extLst>
            </p:cNvPr>
            <p:cNvSpPr>
              <a:spLocks noChangeShapeType="1"/>
            </p:cNvSpPr>
            <p:nvPr/>
          </p:nvSpPr>
          <p:spPr bwMode="auto">
            <a:xfrm>
              <a:off x="2950" y="2597"/>
              <a:ext cx="3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21" name="Line 296">
              <a:extLst>
                <a:ext uri="{FF2B5EF4-FFF2-40B4-BE49-F238E27FC236}">
                  <a16:creationId xmlns:a16="http://schemas.microsoft.com/office/drawing/2014/main" id="{1022E824-3312-DE44-8F5C-5183F83CCF83}"/>
                </a:ext>
              </a:extLst>
            </p:cNvPr>
            <p:cNvSpPr>
              <a:spLocks noChangeShapeType="1"/>
            </p:cNvSpPr>
            <p:nvPr/>
          </p:nvSpPr>
          <p:spPr bwMode="auto">
            <a:xfrm>
              <a:off x="2950" y="2387"/>
              <a:ext cx="3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grpSp>
          <p:nvGrpSpPr>
            <p:cNvPr id="22" name="Group 297">
              <a:extLst>
                <a:ext uri="{FF2B5EF4-FFF2-40B4-BE49-F238E27FC236}">
                  <a16:creationId xmlns:a16="http://schemas.microsoft.com/office/drawing/2014/main" id="{AE4E8F09-1213-224D-86F8-C7ECB3D11AE6}"/>
                </a:ext>
              </a:extLst>
            </p:cNvPr>
            <p:cNvGrpSpPr>
              <a:grpSpLocks/>
            </p:cNvGrpSpPr>
            <p:nvPr/>
          </p:nvGrpSpPr>
          <p:grpSpPr bwMode="auto">
            <a:xfrm>
              <a:off x="3328" y="1229"/>
              <a:ext cx="2740" cy="1861"/>
              <a:chOff x="3328" y="1229"/>
              <a:chExt cx="2740" cy="1861"/>
            </a:xfrm>
          </p:grpSpPr>
          <p:sp>
            <p:nvSpPr>
              <p:cNvPr id="23" name="Line 298">
                <a:extLst>
                  <a:ext uri="{FF2B5EF4-FFF2-40B4-BE49-F238E27FC236}">
                    <a16:creationId xmlns:a16="http://schemas.microsoft.com/office/drawing/2014/main" id="{AF4925C1-8BA0-D84E-8316-AF2F560C4EB1}"/>
                  </a:ext>
                </a:extLst>
              </p:cNvPr>
              <p:cNvSpPr>
                <a:spLocks noChangeShapeType="1"/>
              </p:cNvSpPr>
              <p:nvPr/>
            </p:nvSpPr>
            <p:spPr bwMode="auto">
              <a:xfrm>
                <a:off x="4662" y="2750"/>
                <a:ext cx="0" cy="3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grpSp>
            <p:nvGrpSpPr>
              <p:cNvPr id="24" name="Group 299">
                <a:extLst>
                  <a:ext uri="{FF2B5EF4-FFF2-40B4-BE49-F238E27FC236}">
                    <a16:creationId xmlns:a16="http://schemas.microsoft.com/office/drawing/2014/main" id="{A4E51F43-9409-8845-AFAC-2F01309655C6}"/>
                  </a:ext>
                </a:extLst>
              </p:cNvPr>
              <p:cNvGrpSpPr>
                <a:grpSpLocks/>
              </p:cNvGrpSpPr>
              <p:nvPr/>
            </p:nvGrpSpPr>
            <p:grpSpPr bwMode="auto">
              <a:xfrm>
                <a:off x="3328" y="1229"/>
                <a:ext cx="2740" cy="1522"/>
                <a:chOff x="3328" y="1283"/>
                <a:chExt cx="2620" cy="1233"/>
              </a:xfrm>
            </p:grpSpPr>
            <p:sp>
              <p:nvSpPr>
                <p:cNvPr id="26" name="Rectangle 300">
                  <a:extLst>
                    <a:ext uri="{FF2B5EF4-FFF2-40B4-BE49-F238E27FC236}">
                      <a16:creationId xmlns:a16="http://schemas.microsoft.com/office/drawing/2014/main" id="{1886B16E-4086-0A4E-93FA-FD2BA3F96981}"/>
                    </a:ext>
                  </a:extLst>
                </p:cNvPr>
                <p:cNvSpPr>
                  <a:spLocks noChangeArrowheads="1"/>
                </p:cNvSpPr>
                <p:nvPr/>
              </p:nvSpPr>
              <p:spPr bwMode="auto">
                <a:xfrm>
                  <a:off x="3328" y="1837"/>
                  <a:ext cx="2620" cy="67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27" name="Line 301">
                  <a:extLst>
                    <a:ext uri="{FF2B5EF4-FFF2-40B4-BE49-F238E27FC236}">
                      <a16:creationId xmlns:a16="http://schemas.microsoft.com/office/drawing/2014/main" id="{EE6169F5-80EC-2440-A0BD-5F8456B0B14C}"/>
                    </a:ext>
                  </a:extLst>
                </p:cNvPr>
                <p:cNvSpPr>
                  <a:spLocks noChangeShapeType="1"/>
                </p:cNvSpPr>
                <p:nvPr/>
              </p:nvSpPr>
              <p:spPr bwMode="auto">
                <a:xfrm>
                  <a:off x="3900" y="1397"/>
                  <a:ext cx="0" cy="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28" name="Line 302">
                  <a:extLst>
                    <a:ext uri="{FF2B5EF4-FFF2-40B4-BE49-F238E27FC236}">
                      <a16:creationId xmlns:a16="http://schemas.microsoft.com/office/drawing/2014/main" id="{55360A5D-DC9A-D843-9469-40CA38492893}"/>
                    </a:ext>
                  </a:extLst>
                </p:cNvPr>
                <p:cNvSpPr>
                  <a:spLocks noChangeShapeType="1"/>
                </p:cNvSpPr>
                <p:nvPr/>
              </p:nvSpPr>
              <p:spPr bwMode="auto">
                <a:xfrm>
                  <a:off x="4160" y="1516"/>
                  <a:ext cx="0" cy="32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29" name="Line 303">
                  <a:extLst>
                    <a:ext uri="{FF2B5EF4-FFF2-40B4-BE49-F238E27FC236}">
                      <a16:creationId xmlns:a16="http://schemas.microsoft.com/office/drawing/2014/main" id="{901D0C1B-4AE5-B342-8A55-3DCB0DE1146B}"/>
                    </a:ext>
                  </a:extLst>
                </p:cNvPr>
                <p:cNvSpPr>
                  <a:spLocks noChangeShapeType="1"/>
                </p:cNvSpPr>
                <p:nvPr/>
              </p:nvSpPr>
              <p:spPr bwMode="auto">
                <a:xfrm>
                  <a:off x="4420" y="1283"/>
                  <a:ext cx="0" cy="5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0" name="Line 304">
                  <a:extLst>
                    <a:ext uri="{FF2B5EF4-FFF2-40B4-BE49-F238E27FC236}">
                      <a16:creationId xmlns:a16="http://schemas.microsoft.com/office/drawing/2014/main" id="{D213846E-2F9F-BF40-AC06-78A91CE0A859}"/>
                    </a:ext>
                  </a:extLst>
                </p:cNvPr>
                <p:cNvSpPr>
                  <a:spLocks noChangeShapeType="1"/>
                </p:cNvSpPr>
                <p:nvPr/>
              </p:nvSpPr>
              <p:spPr bwMode="auto">
                <a:xfrm>
                  <a:off x="4680" y="1516"/>
                  <a:ext cx="0" cy="32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31" name="Text Box 305">
                  <a:extLst>
                    <a:ext uri="{FF2B5EF4-FFF2-40B4-BE49-F238E27FC236}">
                      <a16:creationId xmlns:a16="http://schemas.microsoft.com/office/drawing/2014/main" id="{DCCB594D-F3E1-8C48-8028-476983E05621}"/>
                    </a:ext>
                  </a:extLst>
                </p:cNvPr>
                <p:cNvSpPr txBox="1">
                  <a:spLocks noChangeArrowheads="1"/>
                </p:cNvSpPr>
                <p:nvPr/>
              </p:nvSpPr>
              <p:spPr bwMode="auto">
                <a:xfrm>
                  <a:off x="4472" y="2256"/>
                  <a:ext cx="364"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mn-lt"/>
                      <a:ea typeface="宋体" charset="-122"/>
                      <a:cs typeface="+mn-cs"/>
                    </a:rPr>
                    <a:t>Q</a:t>
                  </a:r>
                </a:p>
              </p:txBody>
            </p:sp>
            <p:sp>
              <p:nvSpPr>
                <p:cNvPr id="32" name="Text Box 306">
                  <a:extLst>
                    <a:ext uri="{FF2B5EF4-FFF2-40B4-BE49-F238E27FC236}">
                      <a16:creationId xmlns:a16="http://schemas.microsoft.com/office/drawing/2014/main" id="{3CC7732B-2BA7-1E4B-9E90-74AC50A51A6F}"/>
                    </a:ext>
                  </a:extLst>
                </p:cNvPr>
                <p:cNvSpPr txBox="1">
                  <a:spLocks noChangeArrowheads="1"/>
                </p:cNvSpPr>
                <p:nvPr/>
              </p:nvSpPr>
              <p:spPr bwMode="auto">
                <a:xfrm>
                  <a:off x="3380" y="2265"/>
                  <a:ext cx="364"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mn-lt"/>
                      <a:ea typeface="宋体" charset="-122"/>
                      <a:cs typeface="+mn-cs"/>
                    </a:rPr>
                    <a:t>A</a:t>
                  </a:r>
                  <a:r>
                    <a:rPr kumimoji="1" lang="en-US" altLang="zh-CN" sz="2400" b="0" i="0" u="none" strike="noStrike" kern="1200" cap="none" spc="0" normalizeH="0" baseline="-25000" noProof="0">
                      <a:ln>
                        <a:noFill/>
                      </a:ln>
                      <a:solidFill>
                        <a:srgbClr val="000000"/>
                      </a:solidFill>
                      <a:effectLst/>
                      <a:uLnTx/>
                      <a:uFillTx/>
                      <a:latin typeface="+mn-lt"/>
                      <a:ea typeface="宋体" charset="-122"/>
                      <a:cs typeface="+mn-cs"/>
                    </a:rPr>
                    <a:t>0</a:t>
                  </a:r>
                  <a:endParaRPr kumimoji="1" lang="en-US" altLang="zh-CN" sz="2400" b="0" i="0" u="none" strike="noStrike" kern="1200" cap="none" spc="0" normalizeH="0" baseline="0" noProof="0">
                    <a:ln>
                      <a:noFill/>
                    </a:ln>
                    <a:solidFill>
                      <a:srgbClr val="000000"/>
                    </a:solidFill>
                    <a:effectLst/>
                    <a:uLnTx/>
                    <a:uFillTx/>
                    <a:latin typeface="+mn-lt"/>
                    <a:ea typeface="宋体" charset="-122"/>
                    <a:cs typeface="+mn-cs"/>
                  </a:endParaRPr>
                </a:p>
              </p:txBody>
            </p:sp>
            <p:sp>
              <p:nvSpPr>
                <p:cNvPr id="33" name="Text Box 307">
                  <a:extLst>
                    <a:ext uri="{FF2B5EF4-FFF2-40B4-BE49-F238E27FC236}">
                      <a16:creationId xmlns:a16="http://schemas.microsoft.com/office/drawing/2014/main" id="{1E588758-D8C2-AE43-A802-D0DDC45580D1}"/>
                    </a:ext>
                  </a:extLst>
                </p:cNvPr>
                <p:cNvSpPr txBox="1">
                  <a:spLocks noChangeArrowheads="1"/>
                </p:cNvSpPr>
                <p:nvPr/>
              </p:nvSpPr>
              <p:spPr bwMode="auto">
                <a:xfrm>
                  <a:off x="3380" y="2073"/>
                  <a:ext cx="364"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mn-lt"/>
                      <a:ea typeface="宋体" charset="-122"/>
                      <a:cs typeface="+mn-cs"/>
                    </a:rPr>
                    <a:t>A</a:t>
                  </a:r>
                  <a:r>
                    <a:rPr kumimoji="1" lang="en-US" altLang="zh-CN" sz="2400" b="0" i="0" u="none" strike="noStrike" kern="1200" cap="none" spc="0" normalizeH="0" baseline="-25000" noProof="0">
                      <a:ln>
                        <a:noFill/>
                      </a:ln>
                      <a:solidFill>
                        <a:srgbClr val="000000"/>
                      </a:solidFill>
                      <a:effectLst/>
                      <a:uLnTx/>
                      <a:uFillTx/>
                      <a:latin typeface="+mn-lt"/>
                      <a:ea typeface="宋体" charset="-122"/>
                      <a:cs typeface="+mn-cs"/>
                    </a:rPr>
                    <a:t>1</a:t>
                  </a:r>
                  <a:endParaRPr kumimoji="1" lang="en-US" altLang="zh-CN" sz="2400" b="0" i="0" u="none" strike="noStrike" kern="1200" cap="none" spc="0" normalizeH="0" baseline="0" noProof="0">
                    <a:ln>
                      <a:noFill/>
                    </a:ln>
                    <a:solidFill>
                      <a:srgbClr val="000000"/>
                    </a:solidFill>
                    <a:effectLst/>
                    <a:uLnTx/>
                    <a:uFillTx/>
                    <a:latin typeface="+mn-lt"/>
                    <a:ea typeface="宋体" charset="-122"/>
                    <a:cs typeface="+mn-cs"/>
                  </a:endParaRPr>
                </a:p>
              </p:txBody>
            </p:sp>
            <p:sp>
              <p:nvSpPr>
                <p:cNvPr id="34" name="Text Box 308">
                  <a:extLst>
                    <a:ext uri="{FF2B5EF4-FFF2-40B4-BE49-F238E27FC236}">
                      <a16:creationId xmlns:a16="http://schemas.microsoft.com/office/drawing/2014/main" id="{4F282A0B-8ED5-F54E-AB00-255C3F88697F}"/>
                    </a:ext>
                  </a:extLst>
                </p:cNvPr>
                <p:cNvSpPr txBox="1">
                  <a:spLocks noChangeArrowheads="1"/>
                </p:cNvSpPr>
                <p:nvPr/>
              </p:nvSpPr>
              <p:spPr bwMode="auto">
                <a:xfrm>
                  <a:off x="3796" y="1824"/>
                  <a:ext cx="364"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mn-lt"/>
                      <a:ea typeface="宋体" charset="-122"/>
                      <a:cs typeface="+mn-cs"/>
                    </a:rPr>
                    <a:t>D</a:t>
                  </a:r>
                  <a:r>
                    <a:rPr kumimoji="1" lang="en-US" altLang="zh-CN" sz="2400" b="0" i="0" u="none" strike="noStrike" kern="1200" cap="none" spc="0" normalizeH="0" baseline="-25000" noProof="0">
                      <a:ln>
                        <a:noFill/>
                      </a:ln>
                      <a:solidFill>
                        <a:srgbClr val="000000"/>
                      </a:solidFill>
                      <a:effectLst/>
                      <a:uLnTx/>
                      <a:uFillTx/>
                      <a:latin typeface="+mn-lt"/>
                      <a:ea typeface="宋体" charset="-122"/>
                      <a:cs typeface="+mn-cs"/>
                    </a:rPr>
                    <a:t>0</a:t>
                  </a:r>
                  <a:endParaRPr kumimoji="1" lang="en-US" altLang="zh-CN" sz="2400" b="0" i="0" u="none" strike="noStrike" kern="1200" cap="none" spc="0" normalizeH="0" baseline="0" noProof="0">
                    <a:ln>
                      <a:noFill/>
                    </a:ln>
                    <a:solidFill>
                      <a:srgbClr val="000000"/>
                    </a:solidFill>
                    <a:effectLst/>
                    <a:uLnTx/>
                    <a:uFillTx/>
                    <a:latin typeface="+mn-lt"/>
                    <a:ea typeface="宋体" charset="-122"/>
                    <a:cs typeface="+mn-cs"/>
                  </a:endParaRPr>
                </a:p>
              </p:txBody>
            </p:sp>
            <p:sp>
              <p:nvSpPr>
                <p:cNvPr id="35" name="Text Box 309">
                  <a:extLst>
                    <a:ext uri="{FF2B5EF4-FFF2-40B4-BE49-F238E27FC236}">
                      <a16:creationId xmlns:a16="http://schemas.microsoft.com/office/drawing/2014/main" id="{E3B0B51A-1CDE-374A-9092-E8EE5529B52F}"/>
                    </a:ext>
                  </a:extLst>
                </p:cNvPr>
                <p:cNvSpPr txBox="1">
                  <a:spLocks noChangeArrowheads="1"/>
                </p:cNvSpPr>
                <p:nvPr/>
              </p:nvSpPr>
              <p:spPr bwMode="auto">
                <a:xfrm>
                  <a:off x="4056" y="1824"/>
                  <a:ext cx="364"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mn-lt"/>
                      <a:ea typeface="宋体" charset="-122"/>
                      <a:cs typeface="+mn-cs"/>
                    </a:rPr>
                    <a:t>D</a:t>
                  </a:r>
                  <a:r>
                    <a:rPr kumimoji="1" lang="en-US" altLang="zh-CN" sz="2400" b="0" i="0" u="none" strike="noStrike" kern="1200" cap="none" spc="0" normalizeH="0" baseline="-25000" noProof="0">
                      <a:ln>
                        <a:noFill/>
                      </a:ln>
                      <a:solidFill>
                        <a:srgbClr val="000000"/>
                      </a:solidFill>
                      <a:effectLst/>
                      <a:uLnTx/>
                      <a:uFillTx/>
                      <a:latin typeface="+mn-lt"/>
                      <a:ea typeface="宋体" charset="-122"/>
                      <a:cs typeface="+mn-cs"/>
                    </a:rPr>
                    <a:t>1</a:t>
                  </a:r>
                  <a:endParaRPr kumimoji="1" lang="en-US" altLang="zh-CN" sz="2400" b="0" i="0" u="none" strike="noStrike" kern="1200" cap="none" spc="0" normalizeH="0" baseline="0" noProof="0">
                    <a:ln>
                      <a:noFill/>
                    </a:ln>
                    <a:solidFill>
                      <a:srgbClr val="000000"/>
                    </a:solidFill>
                    <a:effectLst/>
                    <a:uLnTx/>
                    <a:uFillTx/>
                    <a:latin typeface="+mn-lt"/>
                    <a:ea typeface="宋体" charset="-122"/>
                    <a:cs typeface="+mn-cs"/>
                  </a:endParaRPr>
                </a:p>
              </p:txBody>
            </p:sp>
            <p:sp>
              <p:nvSpPr>
                <p:cNvPr id="36" name="Text Box 310">
                  <a:extLst>
                    <a:ext uri="{FF2B5EF4-FFF2-40B4-BE49-F238E27FC236}">
                      <a16:creationId xmlns:a16="http://schemas.microsoft.com/office/drawing/2014/main" id="{3D57A2AE-8A07-054B-8808-D690ECD8377C}"/>
                    </a:ext>
                  </a:extLst>
                </p:cNvPr>
                <p:cNvSpPr txBox="1">
                  <a:spLocks noChangeArrowheads="1"/>
                </p:cNvSpPr>
                <p:nvPr/>
              </p:nvSpPr>
              <p:spPr bwMode="auto">
                <a:xfrm>
                  <a:off x="4316" y="1824"/>
                  <a:ext cx="364"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mn-lt"/>
                      <a:ea typeface="宋体" charset="-122"/>
                      <a:cs typeface="+mn-cs"/>
                    </a:rPr>
                    <a:t>D</a:t>
                  </a:r>
                  <a:r>
                    <a:rPr kumimoji="1" lang="en-US" altLang="zh-CN" sz="2400" b="0" i="0" u="none" strike="noStrike" kern="1200" cap="none" spc="0" normalizeH="0" baseline="-25000" noProof="0">
                      <a:ln>
                        <a:noFill/>
                      </a:ln>
                      <a:solidFill>
                        <a:srgbClr val="000000"/>
                      </a:solidFill>
                      <a:effectLst/>
                      <a:uLnTx/>
                      <a:uFillTx/>
                      <a:latin typeface="+mn-lt"/>
                      <a:ea typeface="宋体" charset="-122"/>
                      <a:cs typeface="+mn-cs"/>
                    </a:rPr>
                    <a:t>2</a:t>
                  </a:r>
                  <a:endParaRPr kumimoji="1" lang="en-US" altLang="zh-CN" sz="2400" b="0" i="0" u="none" strike="noStrike" kern="1200" cap="none" spc="0" normalizeH="0" baseline="0" noProof="0">
                    <a:ln>
                      <a:noFill/>
                    </a:ln>
                    <a:solidFill>
                      <a:srgbClr val="000000"/>
                    </a:solidFill>
                    <a:effectLst/>
                    <a:uLnTx/>
                    <a:uFillTx/>
                    <a:latin typeface="+mn-lt"/>
                    <a:ea typeface="宋体" charset="-122"/>
                    <a:cs typeface="+mn-cs"/>
                  </a:endParaRPr>
                </a:p>
              </p:txBody>
            </p:sp>
            <p:sp>
              <p:nvSpPr>
                <p:cNvPr id="37" name="Text Box 311">
                  <a:extLst>
                    <a:ext uri="{FF2B5EF4-FFF2-40B4-BE49-F238E27FC236}">
                      <a16:creationId xmlns:a16="http://schemas.microsoft.com/office/drawing/2014/main" id="{4DD02547-E8DD-F546-B92E-9B94C41ED3F8}"/>
                    </a:ext>
                  </a:extLst>
                </p:cNvPr>
                <p:cNvSpPr txBox="1">
                  <a:spLocks noChangeArrowheads="1"/>
                </p:cNvSpPr>
                <p:nvPr/>
              </p:nvSpPr>
              <p:spPr bwMode="auto">
                <a:xfrm>
                  <a:off x="4576" y="1824"/>
                  <a:ext cx="364"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mn-lt"/>
                      <a:ea typeface="宋体" charset="-122"/>
                      <a:cs typeface="+mn-cs"/>
                    </a:rPr>
                    <a:t>D</a:t>
                  </a:r>
                  <a:r>
                    <a:rPr kumimoji="1" lang="en-US" altLang="zh-CN" sz="2400" b="0" i="0" u="none" strike="noStrike" kern="1200" cap="none" spc="0" normalizeH="0" baseline="-25000" noProof="0">
                      <a:ln>
                        <a:noFill/>
                      </a:ln>
                      <a:solidFill>
                        <a:srgbClr val="000000"/>
                      </a:solidFill>
                      <a:effectLst/>
                      <a:uLnTx/>
                      <a:uFillTx/>
                      <a:latin typeface="+mn-lt"/>
                      <a:ea typeface="宋体" charset="-122"/>
                      <a:cs typeface="+mn-cs"/>
                    </a:rPr>
                    <a:t>3</a:t>
                  </a:r>
                  <a:endParaRPr kumimoji="1" lang="en-US" altLang="zh-CN" sz="2400" b="0" i="0" u="none" strike="noStrike" kern="1200" cap="none" spc="0" normalizeH="0" baseline="0" noProof="0">
                    <a:ln>
                      <a:noFill/>
                    </a:ln>
                    <a:solidFill>
                      <a:srgbClr val="000000"/>
                    </a:solidFill>
                    <a:effectLst/>
                    <a:uLnTx/>
                    <a:uFillTx/>
                    <a:latin typeface="+mn-lt"/>
                    <a:ea typeface="宋体" charset="-122"/>
                    <a:cs typeface="+mn-cs"/>
                  </a:endParaRPr>
                </a:p>
              </p:txBody>
            </p:sp>
            <p:sp>
              <p:nvSpPr>
                <p:cNvPr id="38" name="Text Box 312">
                  <a:extLst>
                    <a:ext uri="{FF2B5EF4-FFF2-40B4-BE49-F238E27FC236}">
                      <a16:creationId xmlns:a16="http://schemas.microsoft.com/office/drawing/2014/main" id="{2504FD3D-F610-B147-890A-0408E412F7AC}"/>
                    </a:ext>
                  </a:extLst>
                </p:cNvPr>
                <p:cNvSpPr txBox="1">
                  <a:spLocks noChangeArrowheads="1"/>
                </p:cNvSpPr>
                <p:nvPr/>
              </p:nvSpPr>
              <p:spPr bwMode="auto">
                <a:xfrm>
                  <a:off x="3380" y="1872"/>
                  <a:ext cx="364"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mn-lt"/>
                      <a:ea typeface="宋体" charset="-122"/>
                      <a:cs typeface="+mn-cs"/>
                    </a:rPr>
                    <a:t>A</a:t>
                  </a:r>
                  <a:r>
                    <a:rPr kumimoji="1" lang="en-US" altLang="zh-CN" sz="2400" b="0" i="0" u="none" strike="noStrike" kern="1200" cap="none" spc="0" normalizeH="0" baseline="-25000" noProof="0">
                      <a:ln>
                        <a:noFill/>
                      </a:ln>
                      <a:solidFill>
                        <a:srgbClr val="000000"/>
                      </a:solidFill>
                      <a:effectLst/>
                      <a:uLnTx/>
                      <a:uFillTx/>
                      <a:latin typeface="+mn-lt"/>
                      <a:ea typeface="宋体" charset="-122"/>
                      <a:cs typeface="+mn-cs"/>
                    </a:rPr>
                    <a:t>2</a:t>
                  </a:r>
                  <a:endParaRPr kumimoji="1" lang="en-US" altLang="zh-CN" sz="2400" b="0" i="0" u="none" strike="noStrike" kern="1200" cap="none" spc="0" normalizeH="0" baseline="0" noProof="0">
                    <a:ln>
                      <a:noFill/>
                    </a:ln>
                    <a:solidFill>
                      <a:srgbClr val="000000"/>
                    </a:solidFill>
                    <a:effectLst/>
                    <a:uLnTx/>
                    <a:uFillTx/>
                    <a:latin typeface="+mn-lt"/>
                    <a:ea typeface="宋体" charset="-122"/>
                    <a:cs typeface="+mn-cs"/>
                  </a:endParaRPr>
                </a:p>
              </p:txBody>
            </p:sp>
            <p:sp>
              <p:nvSpPr>
                <p:cNvPr id="39" name="Line 313">
                  <a:extLst>
                    <a:ext uri="{FF2B5EF4-FFF2-40B4-BE49-F238E27FC236}">
                      <a16:creationId xmlns:a16="http://schemas.microsoft.com/office/drawing/2014/main" id="{7904CD5E-3148-6F44-874A-35E821BD422F}"/>
                    </a:ext>
                  </a:extLst>
                </p:cNvPr>
                <p:cNvSpPr>
                  <a:spLocks noChangeShapeType="1"/>
                </p:cNvSpPr>
                <p:nvPr/>
              </p:nvSpPr>
              <p:spPr bwMode="auto">
                <a:xfrm>
                  <a:off x="4940" y="1516"/>
                  <a:ext cx="0" cy="32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40" name="Line 314">
                  <a:extLst>
                    <a:ext uri="{FF2B5EF4-FFF2-40B4-BE49-F238E27FC236}">
                      <a16:creationId xmlns:a16="http://schemas.microsoft.com/office/drawing/2014/main" id="{44A0E886-0519-0D42-A81E-70EB2ED36D96}"/>
                    </a:ext>
                  </a:extLst>
                </p:cNvPr>
                <p:cNvSpPr>
                  <a:spLocks noChangeShapeType="1"/>
                </p:cNvSpPr>
                <p:nvPr/>
              </p:nvSpPr>
              <p:spPr bwMode="auto">
                <a:xfrm>
                  <a:off x="5200" y="1516"/>
                  <a:ext cx="0" cy="32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41" name="Line 315">
                  <a:extLst>
                    <a:ext uri="{FF2B5EF4-FFF2-40B4-BE49-F238E27FC236}">
                      <a16:creationId xmlns:a16="http://schemas.microsoft.com/office/drawing/2014/main" id="{51F2A7EE-5AA4-C94B-95CE-7BA1E64DC4E3}"/>
                    </a:ext>
                  </a:extLst>
                </p:cNvPr>
                <p:cNvSpPr>
                  <a:spLocks noChangeShapeType="1"/>
                </p:cNvSpPr>
                <p:nvPr/>
              </p:nvSpPr>
              <p:spPr bwMode="auto">
                <a:xfrm>
                  <a:off x="5460" y="1365"/>
                  <a:ext cx="0" cy="4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42" name="Line 316">
                  <a:extLst>
                    <a:ext uri="{FF2B5EF4-FFF2-40B4-BE49-F238E27FC236}">
                      <a16:creationId xmlns:a16="http://schemas.microsoft.com/office/drawing/2014/main" id="{17CF1A3E-D5E4-FD40-BBE4-D60EB62DDB90}"/>
                    </a:ext>
                  </a:extLst>
                </p:cNvPr>
                <p:cNvSpPr>
                  <a:spLocks noChangeShapeType="1"/>
                </p:cNvSpPr>
                <p:nvPr/>
              </p:nvSpPr>
              <p:spPr bwMode="auto">
                <a:xfrm>
                  <a:off x="5720" y="1516"/>
                  <a:ext cx="0" cy="32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43" name="Text Box 317">
                  <a:extLst>
                    <a:ext uri="{FF2B5EF4-FFF2-40B4-BE49-F238E27FC236}">
                      <a16:creationId xmlns:a16="http://schemas.microsoft.com/office/drawing/2014/main" id="{035579C9-1F11-BA4D-8AEE-D2E44D2D8947}"/>
                    </a:ext>
                  </a:extLst>
                </p:cNvPr>
                <p:cNvSpPr txBox="1">
                  <a:spLocks noChangeArrowheads="1"/>
                </p:cNvSpPr>
                <p:nvPr/>
              </p:nvSpPr>
              <p:spPr bwMode="auto">
                <a:xfrm>
                  <a:off x="4836" y="1824"/>
                  <a:ext cx="364"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mn-lt"/>
                      <a:ea typeface="宋体" charset="-122"/>
                      <a:cs typeface="+mn-cs"/>
                    </a:rPr>
                    <a:t>D</a:t>
                  </a:r>
                  <a:r>
                    <a:rPr kumimoji="1" lang="en-US" altLang="zh-CN" sz="2400" b="0" i="0" u="none" strike="noStrike" kern="1200" cap="none" spc="0" normalizeH="0" baseline="-25000" noProof="0">
                      <a:ln>
                        <a:noFill/>
                      </a:ln>
                      <a:solidFill>
                        <a:srgbClr val="000000"/>
                      </a:solidFill>
                      <a:effectLst/>
                      <a:uLnTx/>
                      <a:uFillTx/>
                      <a:latin typeface="+mn-lt"/>
                      <a:ea typeface="宋体" charset="-122"/>
                      <a:cs typeface="+mn-cs"/>
                    </a:rPr>
                    <a:t>4</a:t>
                  </a:r>
                  <a:endParaRPr kumimoji="1" lang="en-US" altLang="zh-CN" sz="2400" b="0" i="0" u="none" strike="noStrike" kern="1200" cap="none" spc="0" normalizeH="0" baseline="0" noProof="0">
                    <a:ln>
                      <a:noFill/>
                    </a:ln>
                    <a:solidFill>
                      <a:srgbClr val="000000"/>
                    </a:solidFill>
                    <a:effectLst/>
                    <a:uLnTx/>
                    <a:uFillTx/>
                    <a:latin typeface="+mn-lt"/>
                    <a:ea typeface="宋体" charset="-122"/>
                    <a:cs typeface="+mn-cs"/>
                  </a:endParaRPr>
                </a:p>
              </p:txBody>
            </p:sp>
            <p:sp>
              <p:nvSpPr>
                <p:cNvPr id="44" name="Text Box 318">
                  <a:extLst>
                    <a:ext uri="{FF2B5EF4-FFF2-40B4-BE49-F238E27FC236}">
                      <a16:creationId xmlns:a16="http://schemas.microsoft.com/office/drawing/2014/main" id="{43FDF88D-8662-C74A-8501-8A8BF1D38F4C}"/>
                    </a:ext>
                  </a:extLst>
                </p:cNvPr>
                <p:cNvSpPr txBox="1">
                  <a:spLocks noChangeArrowheads="1"/>
                </p:cNvSpPr>
                <p:nvPr/>
              </p:nvSpPr>
              <p:spPr bwMode="auto">
                <a:xfrm>
                  <a:off x="5096" y="1824"/>
                  <a:ext cx="364"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mn-lt"/>
                      <a:ea typeface="宋体" charset="-122"/>
                      <a:cs typeface="+mn-cs"/>
                    </a:rPr>
                    <a:t>D</a:t>
                  </a:r>
                  <a:r>
                    <a:rPr kumimoji="1" lang="en-US" altLang="zh-CN" sz="2400" b="0" i="0" u="none" strike="noStrike" kern="1200" cap="none" spc="0" normalizeH="0" baseline="-25000" noProof="0">
                      <a:ln>
                        <a:noFill/>
                      </a:ln>
                      <a:solidFill>
                        <a:srgbClr val="000000"/>
                      </a:solidFill>
                      <a:effectLst/>
                      <a:uLnTx/>
                      <a:uFillTx/>
                      <a:latin typeface="+mn-lt"/>
                      <a:ea typeface="宋体" charset="-122"/>
                      <a:cs typeface="+mn-cs"/>
                    </a:rPr>
                    <a:t>5</a:t>
                  </a:r>
                  <a:endParaRPr kumimoji="1" lang="en-US" altLang="zh-CN" sz="2400" b="0" i="0" u="none" strike="noStrike" kern="1200" cap="none" spc="0" normalizeH="0" baseline="0" noProof="0">
                    <a:ln>
                      <a:noFill/>
                    </a:ln>
                    <a:solidFill>
                      <a:srgbClr val="000000"/>
                    </a:solidFill>
                    <a:effectLst/>
                    <a:uLnTx/>
                    <a:uFillTx/>
                    <a:latin typeface="+mn-lt"/>
                    <a:ea typeface="宋体" charset="-122"/>
                    <a:cs typeface="+mn-cs"/>
                  </a:endParaRPr>
                </a:p>
              </p:txBody>
            </p:sp>
            <p:sp>
              <p:nvSpPr>
                <p:cNvPr id="45" name="Text Box 319">
                  <a:extLst>
                    <a:ext uri="{FF2B5EF4-FFF2-40B4-BE49-F238E27FC236}">
                      <a16:creationId xmlns:a16="http://schemas.microsoft.com/office/drawing/2014/main" id="{1B8278DE-C99B-BC45-8670-483BE2230680}"/>
                    </a:ext>
                  </a:extLst>
                </p:cNvPr>
                <p:cNvSpPr txBox="1">
                  <a:spLocks noChangeArrowheads="1"/>
                </p:cNvSpPr>
                <p:nvPr/>
              </p:nvSpPr>
              <p:spPr bwMode="auto">
                <a:xfrm>
                  <a:off x="5356" y="1824"/>
                  <a:ext cx="364"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mn-lt"/>
                      <a:ea typeface="宋体" charset="-122"/>
                      <a:cs typeface="+mn-cs"/>
                    </a:rPr>
                    <a:t>D</a:t>
                  </a:r>
                  <a:r>
                    <a:rPr kumimoji="1" lang="en-US" altLang="zh-CN" sz="2400" b="0" i="0" u="none" strike="noStrike" kern="1200" cap="none" spc="0" normalizeH="0" baseline="-25000" noProof="0" dirty="0">
                      <a:ln>
                        <a:noFill/>
                      </a:ln>
                      <a:solidFill>
                        <a:srgbClr val="000000"/>
                      </a:solidFill>
                      <a:effectLst/>
                      <a:uLnTx/>
                      <a:uFillTx/>
                      <a:latin typeface="+mn-lt"/>
                      <a:ea typeface="宋体" charset="-122"/>
                      <a:cs typeface="+mn-cs"/>
                    </a:rPr>
                    <a:t>6</a:t>
                  </a:r>
                  <a:endParaRPr kumimoji="1" lang="en-US" altLang="zh-CN" sz="2400" b="0" i="0" u="none" strike="noStrike" kern="1200" cap="none" spc="0" normalizeH="0" baseline="0" noProof="0" dirty="0">
                    <a:ln>
                      <a:noFill/>
                    </a:ln>
                    <a:solidFill>
                      <a:srgbClr val="000000"/>
                    </a:solidFill>
                    <a:effectLst/>
                    <a:uLnTx/>
                    <a:uFillTx/>
                    <a:latin typeface="+mn-lt"/>
                    <a:ea typeface="宋体" charset="-122"/>
                    <a:cs typeface="+mn-cs"/>
                  </a:endParaRPr>
                </a:p>
              </p:txBody>
            </p:sp>
            <p:sp>
              <p:nvSpPr>
                <p:cNvPr id="51" name="Line 303">
                  <a:extLst>
                    <a:ext uri="{FF2B5EF4-FFF2-40B4-BE49-F238E27FC236}">
                      <a16:creationId xmlns:a16="http://schemas.microsoft.com/office/drawing/2014/main" id="{23A1B51F-7E36-244D-92AB-2B6813043942}"/>
                    </a:ext>
                  </a:extLst>
                </p:cNvPr>
                <p:cNvSpPr>
                  <a:spLocks noChangeShapeType="1"/>
                </p:cNvSpPr>
                <p:nvPr/>
              </p:nvSpPr>
              <p:spPr bwMode="auto">
                <a:xfrm>
                  <a:off x="4422" y="1365"/>
                  <a:ext cx="106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52" name="Line 303">
                  <a:extLst>
                    <a:ext uri="{FF2B5EF4-FFF2-40B4-BE49-F238E27FC236}">
                      <a16:creationId xmlns:a16="http://schemas.microsoft.com/office/drawing/2014/main" id="{D2E81457-D89D-434A-81D5-B94C0C40A8E8}"/>
                    </a:ext>
                  </a:extLst>
                </p:cNvPr>
                <p:cNvSpPr>
                  <a:spLocks noChangeShapeType="1"/>
                </p:cNvSpPr>
                <p:nvPr/>
              </p:nvSpPr>
              <p:spPr bwMode="auto">
                <a:xfrm>
                  <a:off x="3900" y="1516"/>
                  <a:ext cx="13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grpSp>
          <p:sp>
            <p:nvSpPr>
              <p:cNvPr id="25" name="Text Box 320">
                <a:extLst>
                  <a:ext uri="{FF2B5EF4-FFF2-40B4-BE49-F238E27FC236}">
                    <a16:creationId xmlns:a16="http://schemas.microsoft.com/office/drawing/2014/main" id="{93EC4403-6EEB-1B4B-8658-B7FA37F75236}"/>
                  </a:ext>
                </a:extLst>
              </p:cNvPr>
              <p:cNvSpPr txBox="1">
                <a:spLocks noChangeArrowheads="1"/>
              </p:cNvSpPr>
              <p:nvPr/>
            </p:nvSpPr>
            <p:spPr bwMode="auto">
              <a:xfrm>
                <a:off x="5704" y="1897"/>
                <a:ext cx="36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mn-lt"/>
                    <a:ea typeface="宋体" charset="-122"/>
                    <a:cs typeface="+mn-cs"/>
                  </a:rPr>
                  <a:t>D</a:t>
                </a:r>
                <a:r>
                  <a:rPr kumimoji="1" lang="en-US" altLang="zh-CN" sz="2400" b="0" i="0" u="none" strike="noStrike" kern="1200" cap="none" spc="0" normalizeH="0" baseline="-25000" noProof="0">
                    <a:ln>
                      <a:noFill/>
                    </a:ln>
                    <a:solidFill>
                      <a:srgbClr val="000000"/>
                    </a:solidFill>
                    <a:effectLst/>
                    <a:uLnTx/>
                    <a:uFillTx/>
                    <a:latin typeface="+mn-lt"/>
                    <a:ea typeface="宋体" charset="-122"/>
                    <a:cs typeface="+mn-cs"/>
                  </a:rPr>
                  <a:t>7</a:t>
                </a:r>
                <a:endParaRPr kumimoji="1" lang="en-US" altLang="zh-CN" sz="2400" b="0" i="0" u="none" strike="noStrike" kern="1200" cap="none" spc="0" normalizeH="0" baseline="0" noProof="0">
                  <a:ln>
                    <a:noFill/>
                  </a:ln>
                  <a:solidFill>
                    <a:srgbClr val="000000"/>
                  </a:solidFill>
                  <a:effectLst/>
                  <a:uLnTx/>
                  <a:uFillTx/>
                  <a:latin typeface="+mn-lt"/>
                  <a:ea typeface="宋体" charset="-122"/>
                  <a:cs typeface="+mn-cs"/>
                </a:endParaRPr>
              </a:p>
            </p:txBody>
          </p:sp>
        </p:grpSp>
      </p:grpSp>
      <p:sp>
        <p:nvSpPr>
          <p:cNvPr id="49" name="Text Box 113">
            <a:extLst>
              <a:ext uri="{FF2B5EF4-FFF2-40B4-BE49-F238E27FC236}">
                <a16:creationId xmlns:a16="http://schemas.microsoft.com/office/drawing/2014/main" id="{18623544-4FBB-854C-AD76-A4AE4C969350}"/>
              </a:ext>
            </a:extLst>
          </p:cNvPr>
          <p:cNvSpPr txBox="1">
            <a:spLocks noChangeArrowheads="1"/>
          </p:cNvSpPr>
          <p:nvPr/>
        </p:nvSpPr>
        <p:spPr bwMode="auto">
          <a:xfrm>
            <a:off x="883446" y="1453623"/>
            <a:ext cx="65532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3200" b="1"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F=f(A,B,C,D,E)=ABCD+BC’DE</a:t>
            </a:r>
          </a:p>
        </p:txBody>
      </p:sp>
      <p:graphicFrame>
        <p:nvGraphicFramePr>
          <p:cNvPr id="47" name="Group 114">
            <a:extLst>
              <a:ext uri="{FF2B5EF4-FFF2-40B4-BE49-F238E27FC236}">
                <a16:creationId xmlns:a16="http://schemas.microsoft.com/office/drawing/2014/main" id="{CD972731-F25A-7249-AEAF-CA0469F219C5}"/>
              </a:ext>
            </a:extLst>
          </p:cNvPr>
          <p:cNvGraphicFramePr>
            <a:graphicFrameLocks/>
          </p:cNvGraphicFramePr>
          <p:nvPr/>
        </p:nvGraphicFramePr>
        <p:xfrm>
          <a:off x="5952258" y="2608421"/>
          <a:ext cx="2246313" cy="3102864"/>
        </p:xfrm>
        <a:graphic>
          <a:graphicData uri="http://schemas.openxmlformats.org/drawingml/2006/table">
            <a:tbl>
              <a:tblPr/>
              <a:tblGrid>
                <a:gridCol w="912813">
                  <a:extLst>
                    <a:ext uri="{9D8B030D-6E8A-4147-A177-3AD203B41FA5}">
                      <a16:colId xmlns:a16="http://schemas.microsoft.com/office/drawing/2014/main" val="20000"/>
                    </a:ext>
                  </a:extLst>
                </a:gridCol>
                <a:gridCol w="701675">
                  <a:extLst>
                    <a:ext uri="{9D8B030D-6E8A-4147-A177-3AD203B41FA5}">
                      <a16:colId xmlns:a16="http://schemas.microsoft.com/office/drawing/2014/main" val="20001"/>
                    </a:ext>
                  </a:extLst>
                </a:gridCol>
                <a:gridCol w="631825">
                  <a:extLst>
                    <a:ext uri="{9D8B030D-6E8A-4147-A177-3AD203B41FA5}">
                      <a16:colId xmlns:a16="http://schemas.microsoft.com/office/drawing/2014/main" val="20002"/>
                    </a:ext>
                  </a:extLst>
                </a:gridCol>
              </a:tblGrid>
              <a:tr h="1012825">
                <a:tc>
                  <a:txBody>
                    <a:bodyPr/>
                    <a:lstStyle/>
                    <a:p>
                      <a:pPr marL="0" marR="0" lvl="0" indent="0" algn="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 C</a:t>
                      </a:r>
                    </a:p>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AB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9588">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8000">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01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DE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sym typeface="Symbol" pitchFamily="18" charset="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09588">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sym typeface="Symbol" pitchFamily="18" charset="2"/>
                        </a:rPr>
                        <a:t>DE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08000">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sym typeface="Symbol" pitchFamily="18" charset="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1742371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标题 1"/>
          <p:cNvSpPr>
            <a:spLocks noGrp="1"/>
          </p:cNvSpPr>
          <p:nvPr>
            <p:ph type="title"/>
          </p:nvPr>
        </p:nvSpPr>
        <p:spPr>
          <a:xfrm>
            <a:off x="619218" y="163863"/>
            <a:ext cx="8229600" cy="1143000"/>
          </a:xfrm>
        </p:spPr>
        <p:txBody>
          <a:bodyPr/>
          <a:lstStyle/>
          <a:p>
            <a:r>
              <a:rPr lang="zh-CN" altLang="en-US" b="1" dirty="0">
                <a:solidFill>
                  <a:schemeClr val="tx1"/>
                </a:solidFill>
              </a:rPr>
              <a:t>常用组合逻辑</a:t>
            </a:r>
          </a:p>
        </p:txBody>
      </p:sp>
      <p:sp>
        <p:nvSpPr>
          <p:cNvPr id="3" name="内容占位符 2"/>
          <p:cNvSpPr>
            <a:spLocks noGrp="1"/>
          </p:cNvSpPr>
          <p:nvPr>
            <p:ph idx="1"/>
          </p:nvPr>
        </p:nvSpPr>
        <p:spPr>
          <a:xfrm>
            <a:off x="251520" y="1423195"/>
            <a:ext cx="8964996" cy="4716463"/>
          </a:xfrm>
        </p:spPr>
        <p:txBody>
          <a:bodyPr/>
          <a:lstStyle/>
          <a:p>
            <a:pPr>
              <a:defRPr/>
            </a:pPr>
            <a:r>
              <a:rPr lang="zh-CN" altLang="en-US" sz="2800" dirty="0">
                <a:solidFill>
                  <a:srgbClr val="3333FF"/>
                </a:solidFill>
                <a:latin typeface="黑体" panose="02010609060101010101" pitchFamily="49" charset="-122"/>
              </a:rPr>
              <a:t>编码器</a:t>
            </a:r>
            <a:r>
              <a:rPr lang="en-US" altLang="zh-CN" sz="2800" dirty="0">
                <a:solidFill>
                  <a:srgbClr val="3333FF"/>
                </a:solidFill>
                <a:latin typeface="黑体" panose="02010609060101010101" pitchFamily="49" charset="-122"/>
              </a:rPr>
              <a:t>/</a:t>
            </a:r>
            <a:r>
              <a:rPr lang="zh-CN" altLang="en-US" sz="2800" dirty="0">
                <a:solidFill>
                  <a:srgbClr val="3333FF"/>
                </a:solidFill>
                <a:latin typeface="黑体" panose="02010609060101010101" pitchFamily="49" charset="-122"/>
              </a:rPr>
              <a:t>译码器</a:t>
            </a:r>
            <a:endParaRPr lang="en-US" altLang="zh-CN" sz="2800" dirty="0">
              <a:solidFill>
                <a:srgbClr val="3333FF"/>
              </a:solidFill>
              <a:latin typeface="黑体" panose="02010609060101010101" pitchFamily="49" charset="-122"/>
            </a:endParaRPr>
          </a:p>
          <a:p>
            <a:pPr>
              <a:defRPr/>
            </a:pPr>
            <a:r>
              <a:rPr lang="zh-CN" altLang="en-US" sz="2800" dirty="0">
                <a:solidFill>
                  <a:srgbClr val="3333FF"/>
                </a:solidFill>
                <a:latin typeface="黑体" panose="02010609060101010101" pitchFamily="49" charset="-122"/>
              </a:rPr>
              <a:t>多路选择器</a:t>
            </a:r>
            <a:endParaRPr lang="en-US" altLang="zh-CN" sz="2800" dirty="0">
              <a:solidFill>
                <a:srgbClr val="3333FF"/>
              </a:solidFill>
              <a:latin typeface="黑体" panose="02010609060101010101" pitchFamily="49" charset="-122"/>
            </a:endParaRPr>
          </a:p>
          <a:p>
            <a:pPr>
              <a:defRPr/>
            </a:pPr>
            <a:r>
              <a:rPr lang="zh-CN" altLang="en-US" sz="2800" dirty="0">
                <a:latin typeface="黑体" panose="02010609060101010101" pitchFamily="49" charset="-122"/>
              </a:rPr>
              <a:t>加法器</a:t>
            </a:r>
            <a:r>
              <a:rPr lang="en-US" altLang="zh-CN" sz="2800" dirty="0">
                <a:latin typeface="黑体" panose="02010609060101010101" pitchFamily="49" charset="-122"/>
              </a:rPr>
              <a:t>adder</a:t>
            </a:r>
          </a:p>
          <a:p>
            <a:pPr lvl="1">
              <a:defRPr/>
            </a:pPr>
            <a:r>
              <a:rPr lang="zh-CN" altLang="en-US" sz="2400" dirty="0">
                <a:solidFill>
                  <a:srgbClr val="000000"/>
                </a:solidFill>
                <a:latin typeface="黑体" panose="02010609060101010101" pitchFamily="49" charset="-122"/>
              </a:rPr>
              <a:t>在计算机中加、减、乘、除均可转换为加法运算</a:t>
            </a:r>
            <a:endParaRPr lang="en-US" altLang="zh-CN" sz="2400" dirty="0">
              <a:solidFill>
                <a:srgbClr val="000000"/>
              </a:solidFill>
              <a:latin typeface="黑体" panose="02010609060101010101" pitchFamily="49" charset="-122"/>
            </a:endParaRPr>
          </a:p>
          <a:p>
            <a:pPr lvl="1">
              <a:defRPr/>
            </a:pPr>
            <a:r>
              <a:rPr lang="zh-CN" altLang="en-US" sz="2400" dirty="0">
                <a:solidFill>
                  <a:srgbClr val="000000"/>
                </a:solidFill>
                <a:latin typeface="黑体" panose="02010609060101010101" pitchFamily="49" charset="-122"/>
              </a:rPr>
              <a:t>加法器分类</a:t>
            </a:r>
            <a:endParaRPr lang="en-US" altLang="zh-CN" sz="2400" dirty="0">
              <a:solidFill>
                <a:srgbClr val="000000"/>
              </a:solidFill>
              <a:latin typeface="黑体" panose="02010609060101010101" pitchFamily="49" charset="-122"/>
            </a:endParaRPr>
          </a:p>
          <a:p>
            <a:pPr marL="800100" lvl="2" indent="0">
              <a:spcBef>
                <a:spcPts val="0"/>
              </a:spcBef>
              <a:buSzPct val="90000"/>
              <a:buFont typeface="Wingdings" pitchFamily="2" charset="2"/>
              <a:buChar char="p"/>
              <a:defRPr/>
            </a:pPr>
            <a:r>
              <a:rPr lang="zh-CN" altLang="en-US" dirty="0">
                <a:solidFill>
                  <a:srgbClr val="000000"/>
                </a:solidFill>
                <a:latin typeface="黑体" panose="02010609060101010101" pitchFamily="49" charset="-122"/>
              </a:rPr>
              <a:t>半加器：无进位信号（只有</a:t>
            </a:r>
            <a:r>
              <a:rPr lang="en-US" altLang="zh-CN" dirty="0">
                <a:solidFill>
                  <a:srgbClr val="000000"/>
                </a:solidFill>
                <a:latin typeface="黑体" panose="02010609060101010101" pitchFamily="49" charset="-122"/>
              </a:rPr>
              <a:t>2</a:t>
            </a:r>
            <a:r>
              <a:rPr lang="zh-CN" altLang="en-US" dirty="0">
                <a:solidFill>
                  <a:srgbClr val="000000"/>
                </a:solidFill>
                <a:latin typeface="黑体" panose="02010609060101010101" pitchFamily="49" charset="-122"/>
              </a:rPr>
              <a:t>个本位数相加）</a:t>
            </a:r>
            <a:endParaRPr lang="en-US" altLang="zh-CN" dirty="0">
              <a:solidFill>
                <a:srgbClr val="000000"/>
              </a:solidFill>
              <a:latin typeface="黑体" panose="02010609060101010101" pitchFamily="49" charset="-122"/>
            </a:endParaRPr>
          </a:p>
          <a:p>
            <a:pPr marL="800100" lvl="2" indent="0">
              <a:spcBef>
                <a:spcPts val="0"/>
              </a:spcBef>
              <a:buSzPct val="90000"/>
              <a:buFont typeface="Wingdings" pitchFamily="2" charset="2"/>
              <a:buChar char="p"/>
              <a:defRPr/>
            </a:pPr>
            <a:r>
              <a:rPr lang="zh-CN" altLang="en-US" dirty="0">
                <a:solidFill>
                  <a:srgbClr val="000000"/>
                </a:solidFill>
                <a:latin typeface="黑体" panose="02010609060101010101" pitchFamily="49" charset="-122"/>
              </a:rPr>
              <a:t>全加器：有进位输入输出信号、</a:t>
            </a:r>
            <a:r>
              <a:rPr lang="en-US" altLang="zh-CN" dirty="0">
                <a:solidFill>
                  <a:srgbClr val="000000"/>
                </a:solidFill>
                <a:latin typeface="黑体" panose="02010609060101010101" pitchFamily="49" charset="-122"/>
              </a:rPr>
              <a:t>2</a:t>
            </a:r>
            <a:r>
              <a:rPr lang="zh-CN" altLang="en-US" dirty="0">
                <a:solidFill>
                  <a:srgbClr val="000000"/>
                </a:solidFill>
                <a:latin typeface="黑体" panose="02010609060101010101" pitchFamily="49" charset="-122"/>
              </a:rPr>
              <a:t>个本位数</a:t>
            </a:r>
          </a:p>
        </p:txBody>
      </p:sp>
      <p:sp>
        <p:nvSpPr>
          <p:cNvPr id="5" name="灯片编号占位符 6">
            <a:extLst>
              <a:ext uri="{FF2B5EF4-FFF2-40B4-BE49-F238E27FC236}">
                <a16:creationId xmlns:a16="http://schemas.microsoft.com/office/drawing/2014/main" id="{66D30B10-8F19-814C-B856-CF49567FC198}"/>
              </a:ext>
            </a:extLst>
          </p:cNvPr>
          <p:cNvSpPr txBox="1">
            <a:spLocks/>
          </p:cNvSpPr>
          <p:nvPr/>
        </p:nvSpPr>
        <p:spPr bwMode="auto">
          <a:xfrm>
            <a:off x="6553200" y="6265860"/>
            <a:ext cx="213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4600" b="1" kern="1200">
                <a:solidFill>
                  <a:srgbClr val="FF3300"/>
                </a:solidFill>
                <a:latin typeface="Garamond" pitchFamily="18" charset="0"/>
                <a:ea typeface="宋体" charset="-122"/>
                <a:cs typeface="+mn-cs"/>
              </a:defRPr>
            </a:lvl1pPr>
            <a:lvl2pPr marL="742950" indent="-28575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2pPr>
            <a:lvl3pPr marL="11430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3pPr>
            <a:lvl4pPr marL="16002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4pPr>
            <a:lvl5pPr marL="20574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5pPr>
            <a:lvl6pPr marL="25146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6pPr>
            <a:lvl7pPr marL="29718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7pPr>
            <a:lvl8pPr marL="34290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8pPr>
            <a:lvl9pPr marL="38862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9pPr>
          </a:lstStyle>
          <a:p>
            <a:pPr eaLnBrk="1" hangingPunct="1"/>
            <a:fld id="{CCE6D788-BCB5-407E-9DED-68D155892338}" type="slidenum">
              <a:rPr lang="en-US" altLang="zh-CN" sz="1400" smtClean="0">
                <a:solidFill>
                  <a:schemeClr val="tx1"/>
                </a:solidFill>
                <a:latin typeface="+mn-lt"/>
              </a:rPr>
              <a:pPr eaLnBrk="1" hangingPunct="1"/>
              <a:t>80</a:t>
            </a:fld>
            <a:endParaRPr lang="en-US" altLang="zh-CN" sz="1400" dirty="0">
              <a:solidFill>
                <a:schemeClr val="tx1"/>
              </a:solidFill>
              <a:latin typeface="+mn-lt"/>
            </a:endParaRPr>
          </a:p>
        </p:txBody>
      </p:sp>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885FD3EE-3A10-474D-A68C-BF804984B419}"/>
                  </a:ext>
                </a:extLst>
              </p14:cNvPr>
              <p14:cNvContentPartPr/>
              <p14:nvPr/>
            </p14:nvContentPartPr>
            <p14:xfrm>
              <a:off x="822240" y="3714480"/>
              <a:ext cx="1703160" cy="1033560"/>
            </p14:xfrm>
          </p:contentPart>
        </mc:Choice>
        <mc:Fallback xmlns="">
          <p:pic>
            <p:nvPicPr>
              <p:cNvPr id="2" name="墨迹 1">
                <a:extLst>
                  <a:ext uri="{FF2B5EF4-FFF2-40B4-BE49-F238E27FC236}">
                    <a16:creationId xmlns:a16="http://schemas.microsoft.com/office/drawing/2014/main" id="{885FD3EE-3A10-474D-A68C-BF804984B419}"/>
                  </a:ext>
                </a:extLst>
              </p:cNvPr>
              <p:cNvPicPr/>
              <p:nvPr/>
            </p:nvPicPr>
            <p:blipFill>
              <a:blip r:embed="rId4"/>
              <a:stretch>
                <a:fillRect/>
              </a:stretch>
            </p:blipFill>
            <p:spPr>
              <a:xfrm>
                <a:off x="812880" y="3705120"/>
                <a:ext cx="1721880" cy="1052280"/>
              </a:xfrm>
              <a:prstGeom prst="rect">
                <a:avLst/>
              </a:prstGeom>
            </p:spPr>
          </p:pic>
        </mc:Fallback>
      </mc:AlternateContent>
    </p:spTree>
    <p:extLst>
      <p:ext uri="{BB962C8B-B14F-4D97-AF65-F5344CB8AC3E}">
        <p14:creationId xmlns:p14="http://schemas.microsoft.com/office/powerpoint/2010/main" val="167170598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pPr eaLnBrk="1" hangingPunct="1"/>
            <a:r>
              <a:rPr lang="zh-CN" altLang="en-US" b="1" dirty="0"/>
              <a:t>半加器</a:t>
            </a:r>
            <a:endParaRPr lang="en-US" altLang="zh-CN" b="1" dirty="0"/>
          </a:p>
        </p:txBody>
      </p:sp>
      <p:sp>
        <p:nvSpPr>
          <p:cNvPr id="106499" name="Rectangle 3"/>
          <p:cNvSpPr>
            <a:spLocks noGrp="1" noChangeArrowheads="1"/>
          </p:cNvSpPr>
          <p:nvPr>
            <p:ph idx="1"/>
          </p:nvPr>
        </p:nvSpPr>
        <p:spPr>
          <a:xfrm>
            <a:off x="575556" y="1526058"/>
            <a:ext cx="8229600" cy="4525963"/>
          </a:xfrm>
        </p:spPr>
        <p:txBody>
          <a:bodyPr/>
          <a:lstStyle/>
          <a:p>
            <a:pPr eaLnBrk="1" hangingPunct="1"/>
            <a:r>
              <a:rPr lang="en-US" altLang="zh-CN" sz="2800" dirty="0"/>
              <a:t>Half Adder</a:t>
            </a:r>
          </a:p>
          <a:p>
            <a:pPr eaLnBrk="1" hangingPunct="1"/>
            <a:r>
              <a:rPr lang="zh-CN" altLang="en-US" sz="2800" dirty="0"/>
              <a:t>逻辑抽象</a:t>
            </a:r>
            <a:endParaRPr lang="en-US" altLang="zh-CN" sz="2800" dirty="0"/>
          </a:p>
          <a:p>
            <a:pPr lvl="1" eaLnBrk="1" hangingPunct="1">
              <a:buFont typeface="Wingdings" pitchFamily="2" charset="2"/>
              <a:buChar char="ü"/>
            </a:pPr>
            <a:r>
              <a:rPr lang="zh-CN" altLang="en-US" sz="2400" dirty="0"/>
              <a:t>输入</a:t>
            </a:r>
            <a:r>
              <a:rPr lang="en-US" altLang="zh-CN" sz="2400" dirty="0"/>
              <a:t>2</a:t>
            </a:r>
            <a:r>
              <a:rPr lang="zh-CN" altLang="en-US" sz="2400" dirty="0"/>
              <a:t>个：</a:t>
            </a:r>
            <a:r>
              <a:rPr lang="en-US" altLang="zh-CN" sz="2400" dirty="0"/>
              <a:t>A</a:t>
            </a:r>
            <a:r>
              <a:rPr lang="zh-CN" altLang="en-US" sz="2400" dirty="0"/>
              <a:t>，</a:t>
            </a:r>
            <a:r>
              <a:rPr lang="en-US" altLang="zh-CN" sz="2400" dirty="0"/>
              <a:t>B</a:t>
            </a:r>
          </a:p>
          <a:p>
            <a:pPr lvl="1" eaLnBrk="1" hangingPunct="1">
              <a:buFont typeface="Wingdings" pitchFamily="2" charset="2"/>
              <a:buChar char="ü"/>
            </a:pPr>
            <a:r>
              <a:rPr lang="zh-CN" altLang="en-US" sz="2400" dirty="0"/>
              <a:t>输出</a:t>
            </a:r>
            <a:r>
              <a:rPr lang="en-US" altLang="zh-CN" sz="2400" dirty="0"/>
              <a:t>1</a:t>
            </a:r>
            <a:r>
              <a:rPr lang="zh-CN" altLang="en-US" sz="2400" dirty="0"/>
              <a:t>个：</a:t>
            </a:r>
            <a:r>
              <a:rPr lang="en-US" altLang="zh-CN" sz="2400" dirty="0"/>
              <a:t>S</a:t>
            </a:r>
          </a:p>
          <a:p>
            <a:pPr eaLnBrk="1" hangingPunct="1"/>
            <a:r>
              <a:rPr lang="zh-CN" altLang="en-US" sz="2800" dirty="0"/>
              <a:t>列出真值表</a:t>
            </a:r>
            <a:endParaRPr lang="en-US" altLang="zh-CN" sz="2800" dirty="0"/>
          </a:p>
        </p:txBody>
      </p:sp>
      <p:graphicFrame>
        <p:nvGraphicFramePr>
          <p:cNvPr id="5" name="Group 4"/>
          <p:cNvGraphicFramePr>
            <a:graphicFrameLocks noGrp="1"/>
          </p:cNvGraphicFramePr>
          <p:nvPr>
            <p:extLst>
              <p:ext uri="{D42A27DB-BD31-4B8C-83A1-F6EECF244321}">
                <p14:modId xmlns:p14="http://schemas.microsoft.com/office/powerpoint/2010/main" val="1154827342"/>
              </p:ext>
            </p:extLst>
          </p:nvPr>
        </p:nvGraphicFramePr>
        <p:xfrm>
          <a:off x="4906516" y="1617493"/>
          <a:ext cx="3293367" cy="2286000"/>
        </p:xfrm>
        <a:graphic>
          <a:graphicData uri="http://schemas.openxmlformats.org/drawingml/2006/table">
            <a:tbl>
              <a:tblPr/>
              <a:tblGrid>
                <a:gridCol w="1097789">
                  <a:extLst>
                    <a:ext uri="{9D8B030D-6E8A-4147-A177-3AD203B41FA5}">
                      <a16:colId xmlns:a16="http://schemas.microsoft.com/office/drawing/2014/main" val="20000"/>
                    </a:ext>
                  </a:extLst>
                </a:gridCol>
                <a:gridCol w="1097789">
                  <a:extLst>
                    <a:ext uri="{9D8B030D-6E8A-4147-A177-3AD203B41FA5}">
                      <a16:colId xmlns:a16="http://schemas.microsoft.com/office/drawing/2014/main" val="20001"/>
                    </a:ext>
                  </a:extLst>
                </a:gridCol>
                <a:gridCol w="1097789">
                  <a:extLst>
                    <a:ext uri="{9D8B030D-6E8A-4147-A177-3AD203B41FA5}">
                      <a16:colId xmlns:a16="http://schemas.microsoft.com/office/drawing/2014/main" val="20002"/>
                    </a:ext>
                  </a:extLst>
                </a:gridCol>
              </a:tblGrid>
              <a:tr h="37582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charset="-122"/>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charset="-122"/>
                        </a:rPr>
                        <a:t>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582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582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582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582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6" name="Text Box 31">
            <a:extLst>
              <a:ext uri="{FF2B5EF4-FFF2-40B4-BE49-F238E27FC236}">
                <a16:creationId xmlns:a16="http://schemas.microsoft.com/office/drawing/2014/main" id="{13636742-51A9-421F-8811-9EC45810B092}"/>
              </a:ext>
            </a:extLst>
          </p:cNvPr>
          <p:cNvSpPr txBox="1">
            <a:spLocks noChangeArrowheads="1"/>
          </p:cNvSpPr>
          <p:nvPr/>
        </p:nvSpPr>
        <p:spPr bwMode="auto">
          <a:xfrm>
            <a:off x="4999483" y="4117332"/>
            <a:ext cx="3200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2800" b="1" i="0" u="none" strike="noStrike" kern="1200" cap="none" spc="0" normalizeH="0" baseline="0" noProof="0" dirty="0">
                <a:ln>
                  <a:noFill/>
                </a:ln>
                <a:solidFill>
                  <a:srgbClr val="000000"/>
                </a:solidFill>
                <a:effectLst/>
                <a:uLnTx/>
                <a:uFillTx/>
                <a:latin typeface="+mn-lt"/>
                <a:ea typeface="宋体" charset="-122"/>
                <a:cs typeface="+mn-cs"/>
              </a:rPr>
              <a:t>S=A’B+AB’=A</a:t>
            </a:r>
            <a:r>
              <a:rPr kumimoji="0" lang="en-US" altLang="zh-CN" sz="2800" b="1" i="0" u="none" strike="noStrike" kern="1200" cap="none" spc="0" normalizeH="0" baseline="0" noProof="0" dirty="0">
                <a:ln>
                  <a:noFill/>
                </a:ln>
                <a:solidFill>
                  <a:srgbClr val="000000"/>
                </a:solidFill>
                <a:effectLst/>
                <a:uLnTx/>
                <a:uFillTx/>
                <a:latin typeface="+mn-lt"/>
                <a:ea typeface="宋体" charset="-122"/>
                <a:cs typeface="+mn-cs"/>
                <a:sym typeface="Symbol" pitchFamily="18" charset="2"/>
              </a:rPr>
              <a:t>B</a:t>
            </a:r>
          </a:p>
        </p:txBody>
      </p:sp>
      <p:graphicFrame>
        <p:nvGraphicFramePr>
          <p:cNvPr id="7" name="Object 33">
            <a:extLst>
              <a:ext uri="{FF2B5EF4-FFF2-40B4-BE49-F238E27FC236}">
                <a16:creationId xmlns:a16="http://schemas.microsoft.com/office/drawing/2014/main" id="{D81C88DF-AE1C-483B-BFAF-45840483A8F0}"/>
              </a:ext>
            </a:extLst>
          </p:cNvPr>
          <p:cNvGraphicFramePr>
            <a:graphicFrameLocks noChangeAspect="1"/>
          </p:cNvGraphicFramePr>
          <p:nvPr>
            <p:extLst>
              <p:ext uri="{D42A27DB-BD31-4B8C-83A1-F6EECF244321}">
                <p14:modId xmlns:p14="http://schemas.microsoft.com/office/powerpoint/2010/main" val="1792065938"/>
              </p:ext>
            </p:extLst>
          </p:nvPr>
        </p:nvGraphicFramePr>
        <p:xfrm>
          <a:off x="5295899" y="5033406"/>
          <a:ext cx="2514600" cy="1001712"/>
        </p:xfrm>
        <a:graphic>
          <a:graphicData uri="http://schemas.openxmlformats.org/presentationml/2006/ole">
            <mc:AlternateContent xmlns:mc="http://schemas.openxmlformats.org/markup-compatibility/2006">
              <mc:Choice xmlns:v="urn:schemas-microsoft-com:vml" Requires="v">
                <p:oleObj name="Visio" r:id="rId3" imgW="1216457" imgH="484022" progId="Visio.Drawing.6">
                  <p:embed/>
                </p:oleObj>
              </mc:Choice>
              <mc:Fallback>
                <p:oleObj name="Visio" r:id="rId3" imgW="1216457" imgH="484022" progId="Visio.Drawing.6">
                  <p:embed/>
                  <p:pic>
                    <p:nvPicPr>
                      <p:cNvPr id="8" name="Object 33">
                        <a:extLst>
                          <a:ext uri="{FF2B5EF4-FFF2-40B4-BE49-F238E27FC236}">
                            <a16:creationId xmlns:a16="http://schemas.microsoft.com/office/drawing/2014/main" id="{AA3AF832-93A5-2649-9637-0DAFD08087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95899" y="5033406"/>
                        <a:ext cx="2514600" cy="1001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灯片编号占位符 6">
            <a:extLst>
              <a:ext uri="{FF2B5EF4-FFF2-40B4-BE49-F238E27FC236}">
                <a16:creationId xmlns:a16="http://schemas.microsoft.com/office/drawing/2014/main" id="{97DA9765-1B66-C143-A6F9-729FD47EEE9A}"/>
              </a:ext>
            </a:extLst>
          </p:cNvPr>
          <p:cNvSpPr txBox="1">
            <a:spLocks/>
          </p:cNvSpPr>
          <p:nvPr/>
        </p:nvSpPr>
        <p:spPr bwMode="auto">
          <a:xfrm>
            <a:off x="6553200" y="6265860"/>
            <a:ext cx="213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4600" b="1" kern="1200">
                <a:solidFill>
                  <a:srgbClr val="FF3300"/>
                </a:solidFill>
                <a:latin typeface="Garamond" pitchFamily="18" charset="0"/>
                <a:ea typeface="宋体" charset="-122"/>
                <a:cs typeface="+mn-cs"/>
              </a:defRPr>
            </a:lvl1pPr>
            <a:lvl2pPr marL="742950" indent="-28575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2pPr>
            <a:lvl3pPr marL="11430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3pPr>
            <a:lvl4pPr marL="16002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4pPr>
            <a:lvl5pPr marL="20574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5pPr>
            <a:lvl6pPr marL="25146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6pPr>
            <a:lvl7pPr marL="29718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7pPr>
            <a:lvl8pPr marL="34290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8pPr>
            <a:lvl9pPr marL="38862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9pPr>
          </a:lstStyle>
          <a:p>
            <a:pPr eaLnBrk="1" hangingPunct="1"/>
            <a:fld id="{CCE6D788-BCB5-407E-9DED-68D155892338}" type="slidenum">
              <a:rPr lang="en-US" altLang="zh-CN" sz="1400" smtClean="0">
                <a:solidFill>
                  <a:schemeClr val="tx1"/>
                </a:solidFill>
                <a:latin typeface="+mn-lt"/>
              </a:rPr>
              <a:pPr eaLnBrk="1" hangingPunct="1"/>
              <a:t>81</a:t>
            </a:fld>
            <a:endParaRPr lang="en-US" altLang="zh-CN" sz="1400" dirty="0">
              <a:solidFill>
                <a:schemeClr val="tx1"/>
              </a:solidFill>
              <a:latin typeface="+mn-lt"/>
            </a:endParaRPr>
          </a:p>
        </p:txBody>
      </p:sp>
    </p:spTree>
    <p:extLst>
      <p:ext uri="{BB962C8B-B14F-4D97-AF65-F5344CB8AC3E}">
        <p14:creationId xmlns:p14="http://schemas.microsoft.com/office/powerpoint/2010/main" val="141470893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a:xfrm>
            <a:off x="566562" y="173138"/>
            <a:ext cx="8229600" cy="1143000"/>
          </a:xfrm>
        </p:spPr>
        <p:txBody>
          <a:bodyPr/>
          <a:lstStyle/>
          <a:p>
            <a:pPr eaLnBrk="1" hangingPunct="1"/>
            <a:r>
              <a:rPr lang="zh-CN" altLang="en-US" b="1" dirty="0"/>
              <a:t>设计</a:t>
            </a:r>
            <a:r>
              <a:rPr lang="en-US" altLang="zh-CN" b="1" dirty="0"/>
              <a:t>1</a:t>
            </a:r>
            <a:r>
              <a:rPr lang="zh-CN" altLang="en-US" b="1" dirty="0"/>
              <a:t>比特全加器</a:t>
            </a:r>
            <a:endParaRPr lang="en-US" altLang="zh-CN" b="1" dirty="0"/>
          </a:p>
        </p:txBody>
      </p:sp>
      <p:sp>
        <p:nvSpPr>
          <p:cNvPr id="4" name="Slide Number Placeholder 3">
            <a:extLst>
              <a:ext uri="{FF2B5EF4-FFF2-40B4-BE49-F238E27FC236}">
                <a16:creationId xmlns:a16="http://schemas.microsoft.com/office/drawing/2014/main" id="{A2288685-8373-1A40-8352-BF59ADC0F32F}"/>
              </a:ext>
            </a:extLst>
          </p:cNvPr>
          <p:cNvSpPr>
            <a:spLocks noGrp="1"/>
          </p:cNvSpPr>
          <p:nvPr>
            <p:ph type="sldNum" sz="quarter" idx="12"/>
          </p:nvPr>
        </p:nvSpPr>
        <p:spPr/>
        <p:txBody>
          <a:bodyPr/>
          <a:lstStyle/>
          <a:p>
            <a:pPr>
              <a:defRPr/>
            </a:pPr>
            <a:fld id="{A88D0608-5506-4AD0-BB9E-DF761E8BFA1F}" type="slidenum">
              <a:rPr lang="zh-CN" altLang="en-US" smtClean="0"/>
              <a:pPr>
                <a:defRPr/>
              </a:pPr>
              <a:t>82</a:t>
            </a:fld>
            <a:endParaRPr lang="en-US" altLang="zh-CN" dirty="0"/>
          </a:p>
        </p:txBody>
      </p:sp>
      <p:grpSp>
        <p:nvGrpSpPr>
          <p:cNvPr id="2" name="组合 5"/>
          <p:cNvGrpSpPr>
            <a:grpSpLocks/>
          </p:cNvGrpSpPr>
          <p:nvPr/>
        </p:nvGrpSpPr>
        <p:grpSpPr bwMode="auto">
          <a:xfrm>
            <a:off x="5829305" y="1716670"/>
            <a:ext cx="1790695" cy="2292611"/>
            <a:chOff x="3810000" y="1964333"/>
            <a:chExt cx="1790695" cy="2292611"/>
          </a:xfrm>
        </p:grpSpPr>
        <p:sp>
          <p:nvSpPr>
            <p:cNvPr id="107526" name="Text Box 3"/>
            <p:cNvSpPr txBox="1">
              <a:spLocks noChangeArrowheads="1"/>
            </p:cNvSpPr>
            <p:nvPr/>
          </p:nvSpPr>
          <p:spPr bwMode="auto">
            <a:xfrm>
              <a:off x="4947439" y="3795279"/>
              <a:ext cx="65325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1" u="none" strike="noStrike" kern="1200" cap="none" spc="0" normalizeH="0" baseline="0" noProof="0" dirty="0" err="1">
                  <a:ln>
                    <a:noFill/>
                  </a:ln>
                  <a:solidFill>
                    <a:srgbClr val="000000"/>
                  </a:solidFill>
                  <a:effectLst/>
                  <a:uLnTx/>
                  <a:uFillTx/>
                  <a:latin typeface="+mn-lt"/>
                  <a:ea typeface="宋体" charset="-122"/>
                  <a:cs typeface="+mn-cs"/>
                </a:rPr>
                <a:t>C</a:t>
              </a:r>
              <a:r>
                <a:rPr kumimoji="1" lang="en-US" altLang="zh-CN" sz="2400" b="0" i="1" u="none" strike="noStrike" kern="1200" cap="none" spc="0" normalizeH="0" baseline="-25000" noProof="0" dirty="0" err="1">
                  <a:ln>
                    <a:noFill/>
                  </a:ln>
                  <a:solidFill>
                    <a:srgbClr val="000000"/>
                  </a:solidFill>
                  <a:effectLst/>
                  <a:uLnTx/>
                  <a:uFillTx/>
                  <a:latin typeface="+mn-lt"/>
                  <a:ea typeface="宋体" charset="-122"/>
                  <a:cs typeface="+mn-cs"/>
                </a:rPr>
                <a:t>in</a:t>
              </a:r>
              <a:endParaRPr kumimoji="1" lang="en-US" altLang="zh-CN" sz="2400" b="0" i="1" u="none" strike="noStrike" kern="1200" cap="none" spc="0" normalizeH="0" baseline="-25000" noProof="0" dirty="0">
                <a:ln>
                  <a:noFill/>
                </a:ln>
                <a:solidFill>
                  <a:srgbClr val="000000"/>
                </a:solidFill>
                <a:effectLst/>
                <a:uLnTx/>
                <a:uFillTx/>
                <a:latin typeface="+mn-lt"/>
                <a:ea typeface="宋体" charset="-122"/>
                <a:cs typeface="+mn-cs"/>
              </a:endParaRPr>
            </a:p>
          </p:txBody>
        </p:sp>
        <p:sp>
          <p:nvSpPr>
            <p:cNvPr id="107527" name="Rectangle 4"/>
            <p:cNvSpPr>
              <a:spLocks noChangeArrowheads="1"/>
            </p:cNvSpPr>
            <p:nvPr/>
          </p:nvSpPr>
          <p:spPr bwMode="auto">
            <a:xfrm>
              <a:off x="3810000" y="2738438"/>
              <a:ext cx="1611313" cy="66674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107528" name="Text Box 5"/>
            <p:cNvSpPr txBox="1">
              <a:spLocks noChangeArrowheads="1"/>
            </p:cNvSpPr>
            <p:nvPr/>
          </p:nvSpPr>
          <p:spPr bwMode="auto">
            <a:xfrm>
              <a:off x="3989388" y="1964333"/>
              <a:ext cx="10747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1" u="none" strike="noStrike" kern="1200" cap="none" spc="0" normalizeH="0" baseline="0" noProof="0" dirty="0" err="1">
                  <a:ln>
                    <a:noFill/>
                  </a:ln>
                  <a:solidFill>
                    <a:srgbClr val="000000"/>
                  </a:solidFill>
                  <a:effectLst/>
                  <a:uLnTx/>
                  <a:uFillTx/>
                  <a:latin typeface="+mn-lt"/>
                  <a:ea typeface="宋体" charset="-122"/>
                  <a:cs typeface="+mn-cs"/>
                </a:rPr>
                <a:t>C</a:t>
              </a:r>
              <a:r>
                <a:rPr kumimoji="1" lang="en-US" altLang="zh-CN" sz="2400" b="0" i="1" u="none" strike="noStrike" kern="1200" cap="none" spc="0" normalizeH="0" baseline="-25000" noProof="0" dirty="0" err="1">
                  <a:ln>
                    <a:noFill/>
                  </a:ln>
                  <a:solidFill>
                    <a:srgbClr val="000000"/>
                  </a:solidFill>
                  <a:effectLst/>
                  <a:uLnTx/>
                  <a:uFillTx/>
                  <a:latin typeface="+mn-lt"/>
                  <a:ea typeface="宋体" charset="-122"/>
                  <a:cs typeface="+mn-cs"/>
                </a:rPr>
                <a:t>out</a:t>
              </a:r>
              <a:endParaRPr kumimoji="1" lang="en-US" altLang="zh-CN" sz="2400" b="0" i="0" u="none" strike="noStrike" kern="1200" cap="none" spc="0" normalizeH="0" baseline="0" noProof="0" dirty="0">
                <a:ln>
                  <a:noFill/>
                </a:ln>
                <a:solidFill>
                  <a:srgbClr val="000000"/>
                </a:solidFill>
                <a:effectLst/>
                <a:uLnTx/>
                <a:uFillTx/>
                <a:latin typeface="+mn-lt"/>
                <a:ea typeface="宋体" charset="-122"/>
                <a:cs typeface="+mn-cs"/>
              </a:endParaRPr>
            </a:p>
          </p:txBody>
        </p:sp>
        <p:sp>
          <p:nvSpPr>
            <p:cNvPr id="107529" name="Text Box 6"/>
            <p:cNvSpPr txBox="1">
              <a:spLocks noChangeArrowheads="1"/>
            </p:cNvSpPr>
            <p:nvPr/>
          </p:nvSpPr>
          <p:spPr bwMode="auto">
            <a:xfrm>
              <a:off x="4705350" y="1964333"/>
              <a:ext cx="544806"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1" u="none" strike="noStrike" kern="1200" cap="none" spc="0" normalizeH="0" baseline="0" noProof="0" dirty="0">
                  <a:ln>
                    <a:noFill/>
                  </a:ln>
                  <a:solidFill>
                    <a:srgbClr val="000000"/>
                  </a:solidFill>
                  <a:effectLst/>
                  <a:uLnTx/>
                  <a:uFillTx/>
                  <a:latin typeface="+mn-lt"/>
                  <a:ea typeface="宋体" charset="-122"/>
                  <a:cs typeface="+mn-cs"/>
                </a:rPr>
                <a:t>S</a:t>
              </a:r>
            </a:p>
          </p:txBody>
        </p:sp>
        <p:sp>
          <p:nvSpPr>
            <p:cNvPr id="107530" name="Text Box 7"/>
            <p:cNvSpPr txBox="1">
              <a:spLocks noChangeArrowheads="1"/>
            </p:cNvSpPr>
            <p:nvPr/>
          </p:nvSpPr>
          <p:spPr bwMode="auto">
            <a:xfrm>
              <a:off x="3810000" y="3795279"/>
              <a:ext cx="715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1" u="none" strike="noStrike" kern="1200" cap="none" spc="0" normalizeH="0" baseline="0" noProof="0" dirty="0">
                  <a:ln>
                    <a:noFill/>
                  </a:ln>
                  <a:solidFill>
                    <a:srgbClr val="000000"/>
                  </a:solidFill>
                  <a:effectLst/>
                  <a:uLnTx/>
                  <a:uFillTx/>
                  <a:latin typeface="+mn-lt"/>
                  <a:ea typeface="宋体" charset="-122"/>
                  <a:cs typeface="+mn-cs"/>
                </a:rPr>
                <a:t>A</a:t>
              </a:r>
            </a:p>
          </p:txBody>
        </p:sp>
        <p:sp>
          <p:nvSpPr>
            <p:cNvPr id="107531" name="Text Box 8"/>
            <p:cNvSpPr txBox="1">
              <a:spLocks noChangeArrowheads="1"/>
            </p:cNvSpPr>
            <p:nvPr/>
          </p:nvSpPr>
          <p:spPr bwMode="auto">
            <a:xfrm>
              <a:off x="4373563" y="3795279"/>
              <a:ext cx="7794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1" u="none" strike="noStrike" kern="1200" cap="none" spc="0" normalizeH="0" baseline="0" noProof="0" dirty="0">
                  <a:ln>
                    <a:noFill/>
                  </a:ln>
                  <a:solidFill>
                    <a:srgbClr val="000000"/>
                  </a:solidFill>
                  <a:effectLst/>
                  <a:uLnTx/>
                  <a:uFillTx/>
                  <a:latin typeface="+mn-lt"/>
                  <a:ea typeface="宋体" charset="-122"/>
                  <a:cs typeface="+mn-cs"/>
                </a:rPr>
                <a:t>B</a:t>
              </a:r>
            </a:p>
          </p:txBody>
        </p:sp>
        <p:sp>
          <p:nvSpPr>
            <p:cNvPr id="107532" name="Line 9"/>
            <p:cNvSpPr>
              <a:spLocks noChangeShapeType="1"/>
            </p:cNvSpPr>
            <p:nvPr/>
          </p:nvSpPr>
          <p:spPr bwMode="auto">
            <a:xfrm>
              <a:off x="4078288" y="3393641"/>
              <a:ext cx="0" cy="3794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107533" name="Line 10"/>
            <p:cNvSpPr>
              <a:spLocks noChangeShapeType="1"/>
            </p:cNvSpPr>
            <p:nvPr/>
          </p:nvSpPr>
          <p:spPr bwMode="auto">
            <a:xfrm>
              <a:off x="4616450" y="3393641"/>
              <a:ext cx="0" cy="3794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107534" name="Line 11"/>
            <p:cNvSpPr>
              <a:spLocks noChangeShapeType="1"/>
            </p:cNvSpPr>
            <p:nvPr/>
          </p:nvSpPr>
          <p:spPr bwMode="auto">
            <a:xfrm>
              <a:off x="5153025" y="3393641"/>
              <a:ext cx="0" cy="3794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107535" name="Line 12"/>
            <p:cNvSpPr>
              <a:spLocks noChangeShapeType="1"/>
            </p:cNvSpPr>
            <p:nvPr/>
          </p:nvSpPr>
          <p:spPr bwMode="auto">
            <a:xfrm>
              <a:off x="4346575" y="2357438"/>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107536" name="Line 13"/>
            <p:cNvSpPr>
              <a:spLocks noChangeShapeType="1"/>
            </p:cNvSpPr>
            <p:nvPr/>
          </p:nvSpPr>
          <p:spPr bwMode="auto">
            <a:xfrm>
              <a:off x="4884738" y="2357438"/>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107537" name="Text Box 14"/>
            <p:cNvSpPr txBox="1">
              <a:spLocks noChangeArrowheads="1"/>
            </p:cNvSpPr>
            <p:nvPr/>
          </p:nvSpPr>
          <p:spPr bwMode="auto">
            <a:xfrm>
              <a:off x="4095279" y="2817577"/>
              <a:ext cx="10747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mn-lt"/>
                  <a:ea typeface="宋体" charset="-122"/>
                  <a:cs typeface="+mn-cs"/>
                  <a:sym typeface="Symbol" pitchFamily="18" charset="2"/>
                </a:rPr>
                <a:t>FA</a:t>
              </a:r>
              <a:endParaRPr kumimoji="1" lang="en-US" altLang="zh-CN" sz="2400" b="0" i="0" u="none" strike="noStrike" kern="1200" cap="none" spc="0" normalizeH="0" baseline="0" noProof="0" dirty="0">
                <a:ln>
                  <a:noFill/>
                </a:ln>
                <a:solidFill>
                  <a:srgbClr val="000000"/>
                </a:solidFill>
                <a:effectLst/>
                <a:uLnTx/>
                <a:uFillTx/>
                <a:latin typeface="+mn-lt"/>
                <a:ea typeface="宋体" charset="-122"/>
                <a:cs typeface="+mn-cs"/>
              </a:endParaRPr>
            </a:p>
          </p:txBody>
        </p:sp>
      </p:grpSp>
      <p:graphicFrame>
        <p:nvGraphicFramePr>
          <p:cNvPr id="22" name="Group 3">
            <a:extLst>
              <a:ext uri="{FF2B5EF4-FFF2-40B4-BE49-F238E27FC236}">
                <a16:creationId xmlns:a16="http://schemas.microsoft.com/office/drawing/2014/main" id="{F51DA10A-7086-3141-BA90-CB09845D7235}"/>
              </a:ext>
            </a:extLst>
          </p:cNvPr>
          <p:cNvGraphicFramePr>
            <a:graphicFrameLocks/>
          </p:cNvGraphicFramePr>
          <p:nvPr>
            <p:extLst>
              <p:ext uri="{D42A27DB-BD31-4B8C-83A1-F6EECF244321}">
                <p14:modId xmlns:p14="http://schemas.microsoft.com/office/powerpoint/2010/main" val="2103752104"/>
              </p:ext>
            </p:extLst>
          </p:nvPr>
        </p:nvGraphicFramePr>
        <p:xfrm>
          <a:off x="720574" y="1451283"/>
          <a:ext cx="3740454" cy="5181600"/>
        </p:xfrm>
        <a:graphic>
          <a:graphicData uri="http://schemas.openxmlformats.org/drawingml/2006/table">
            <a:tbl>
              <a:tblPr/>
              <a:tblGrid>
                <a:gridCol w="683403">
                  <a:extLst>
                    <a:ext uri="{9D8B030D-6E8A-4147-A177-3AD203B41FA5}">
                      <a16:colId xmlns:a16="http://schemas.microsoft.com/office/drawing/2014/main" val="20000"/>
                    </a:ext>
                  </a:extLst>
                </a:gridCol>
                <a:gridCol w="683403">
                  <a:extLst>
                    <a:ext uri="{9D8B030D-6E8A-4147-A177-3AD203B41FA5}">
                      <a16:colId xmlns:a16="http://schemas.microsoft.com/office/drawing/2014/main" val="20001"/>
                    </a:ext>
                  </a:extLst>
                </a:gridCol>
                <a:gridCol w="708137">
                  <a:extLst>
                    <a:ext uri="{9D8B030D-6E8A-4147-A177-3AD203B41FA5}">
                      <a16:colId xmlns:a16="http://schemas.microsoft.com/office/drawing/2014/main" val="20002"/>
                    </a:ext>
                  </a:extLst>
                </a:gridCol>
                <a:gridCol w="658671">
                  <a:extLst>
                    <a:ext uri="{9D8B030D-6E8A-4147-A177-3AD203B41FA5}">
                      <a16:colId xmlns:a16="http://schemas.microsoft.com/office/drawing/2014/main" val="20003"/>
                    </a:ext>
                  </a:extLst>
                </a:gridCol>
                <a:gridCol w="1006840">
                  <a:extLst>
                    <a:ext uri="{9D8B030D-6E8A-4147-A177-3AD203B41FA5}">
                      <a16:colId xmlns:a16="http://schemas.microsoft.com/office/drawing/2014/main" val="20004"/>
                    </a:ext>
                  </a:extLst>
                </a:gridCol>
              </a:tblGrid>
              <a:tr h="347663">
                <a:tc gridSpan="3">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chemeClr val="tx1"/>
                          </a:solidFill>
                          <a:effectLst/>
                          <a:latin typeface="Arial" charset="0"/>
                          <a:ea typeface="宋体" charset="-122"/>
                        </a:rPr>
                        <a:t>Input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altLang="zh-CN" sz="2800" b="0" i="0" u="none" strike="noStrike" cap="none" normalizeH="0" baseline="0" dirty="0">
                        <a:ln>
                          <a:noFill/>
                        </a:ln>
                        <a:solidFill>
                          <a:schemeClr val="tx1"/>
                        </a:solidFill>
                        <a:effectLst/>
                        <a:latin typeface="Arial"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altLang="zh-CN" sz="2800" b="0" i="0" u="none" strike="noStrike" cap="none" normalizeH="0" baseline="0" dirty="0">
                        <a:ln>
                          <a:noFill/>
                        </a:ln>
                        <a:solidFill>
                          <a:schemeClr val="tx1"/>
                        </a:solidFill>
                        <a:effectLst/>
                        <a:latin typeface="Arial"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rgbClr val="3333FF"/>
                          </a:solidFill>
                          <a:effectLst/>
                          <a:latin typeface="Arial" charset="0"/>
                          <a:ea typeface="宋体" charset="-122"/>
                        </a:rPr>
                        <a:t>Output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altLang="zh-CN" sz="2800" b="1" i="0" u="none" strike="noStrike" cap="none" normalizeH="0" baseline="-25000" dirty="0">
                        <a:ln>
                          <a:noFill/>
                        </a:ln>
                        <a:solidFill>
                          <a:srgbClr val="3333FF"/>
                        </a:solidFill>
                        <a:effectLst/>
                        <a:latin typeface="Arial" charset="0"/>
                        <a:ea typeface="宋体"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12369655"/>
                  </a:ext>
                </a:extLst>
              </a:tr>
              <a:tr h="3476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err="1">
                          <a:ln>
                            <a:noFill/>
                          </a:ln>
                          <a:solidFill>
                            <a:schemeClr val="tx1"/>
                          </a:solidFill>
                          <a:effectLst/>
                          <a:latin typeface="Arial" charset="0"/>
                          <a:ea typeface="宋体" charset="-122"/>
                        </a:rPr>
                        <a:t>C</a:t>
                      </a:r>
                      <a:r>
                        <a:rPr kumimoji="0" lang="en-US" altLang="zh-CN" sz="2800" b="0" i="0" u="none" strike="noStrike" cap="none" normalizeH="0" baseline="-25000" dirty="0" err="1">
                          <a:ln>
                            <a:noFill/>
                          </a:ln>
                          <a:solidFill>
                            <a:schemeClr val="tx1"/>
                          </a:solidFill>
                          <a:effectLst/>
                          <a:latin typeface="Arial" charset="0"/>
                          <a:ea typeface="宋体" charset="-122"/>
                        </a:rPr>
                        <a:t>in</a:t>
                      </a:r>
                      <a:endParaRPr kumimoji="0" lang="en-US" altLang="zh-CN" sz="2800" b="0" i="0" u="none" strike="noStrike" cap="none" normalizeH="0" baseline="0" dirty="0">
                        <a:ln>
                          <a:noFill/>
                        </a:ln>
                        <a:solidFill>
                          <a:schemeClr val="tx1"/>
                        </a:solidFill>
                        <a:effectLst/>
                        <a:latin typeface="Arial"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rgbClr val="3333FF"/>
                          </a:solidFill>
                          <a:effectLst/>
                          <a:latin typeface="Arial" charset="0"/>
                          <a:ea typeface="宋体" charset="-122"/>
                        </a:rPr>
                        <a:t>S</a:t>
                      </a:r>
                      <a:endParaRPr kumimoji="0" lang="en-US" altLang="zh-CN" sz="2800" b="1" i="0" u="none" strike="noStrike" cap="none" normalizeH="0" baseline="-25000" dirty="0">
                        <a:ln>
                          <a:noFill/>
                        </a:ln>
                        <a:solidFill>
                          <a:srgbClr val="3333FF"/>
                        </a:solidFill>
                        <a:effectLst/>
                        <a:latin typeface="Arial"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err="1">
                          <a:ln>
                            <a:noFill/>
                          </a:ln>
                          <a:solidFill>
                            <a:srgbClr val="3333FF"/>
                          </a:solidFill>
                          <a:effectLst/>
                          <a:latin typeface="Arial" charset="0"/>
                          <a:ea typeface="宋体" charset="-122"/>
                        </a:rPr>
                        <a:t>C</a:t>
                      </a:r>
                      <a:r>
                        <a:rPr kumimoji="0" lang="en-US" altLang="zh-CN" sz="2800" b="1" i="0" u="none" strike="noStrike" cap="none" normalizeH="0" baseline="-25000" dirty="0" err="1">
                          <a:ln>
                            <a:noFill/>
                          </a:ln>
                          <a:solidFill>
                            <a:srgbClr val="3333FF"/>
                          </a:solidFill>
                          <a:effectLst/>
                          <a:latin typeface="Arial" charset="0"/>
                          <a:ea typeface="宋体" charset="-122"/>
                        </a:rPr>
                        <a:t>out</a:t>
                      </a:r>
                      <a:endParaRPr kumimoji="0" lang="en-US" altLang="zh-CN" sz="2800" b="1" i="0" u="none" strike="noStrike" cap="none" normalizeH="0" baseline="-25000" dirty="0">
                        <a:ln>
                          <a:noFill/>
                        </a:ln>
                        <a:solidFill>
                          <a:srgbClr val="3333FF"/>
                        </a:solidFill>
                        <a:effectLst/>
                        <a:latin typeface="Arial" charset="0"/>
                        <a:ea typeface="宋体"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460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rgbClr val="3333FF"/>
                          </a:solidFill>
                          <a:effectLst/>
                          <a:latin typeface="Arial" charset="0"/>
                          <a:ea typeface="宋体"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a:ln>
                            <a:noFill/>
                          </a:ln>
                          <a:solidFill>
                            <a:srgbClr val="3333FF"/>
                          </a:solidFill>
                          <a:effectLst/>
                          <a:latin typeface="Arial" charset="0"/>
                          <a:ea typeface="宋体"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76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rgbClr val="3333FF"/>
                          </a:solidFill>
                          <a:effectLst/>
                          <a:latin typeface="Arial" charset="0"/>
                          <a:ea typeface="宋体"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rgbClr val="3333FF"/>
                          </a:solidFill>
                          <a:effectLst/>
                          <a:latin typeface="Arial" charset="0"/>
                          <a:ea typeface="宋体"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76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a:ln>
                            <a:noFill/>
                          </a:ln>
                          <a:solidFill>
                            <a:srgbClr val="3333FF"/>
                          </a:solidFill>
                          <a:effectLst/>
                          <a:latin typeface="Arial" charset="0"/>
                          <a:ea typeface="宋体"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rgbClr val="3333FF"/>
                          </a:solidFill>
                          <a:effectLst/>
                          <a:latin typeface="Arial" charset="0"/>
                          <a:ea typeface="宋体"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460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a:ln>
                            <a:noFill/>
                          </a:ln>
                          <a:solidFill>
                            <a:srgbClr val="3333FF"/>
                          </a:solidFill>
                          <a:effectLst/>
                          <a:latin typeface="Arial" charset="0"/>
                          <a:ea typeface="宋体"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rgbClr val="3333FF"/>
                          </a:solidFill>
                          <a:effectLst/>
                          <a:latin typeface="Arial" charset="0"/>
                          <a:ea typeface="宋体"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476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a:ln>
                            <a:noFill/>
                          </a:ln>
                          <a:solidFill>
                            <a:srgbClr val="3333FF"/>
                          </a:solidFill>
                          <a:effectLst/>
                          <a:latin typeface="Arial" charset="0"/>
                          <a:ea typeface="宋体"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rgbClr val="3333FF"/>
                          </a:solidFill>
                          <a:effectLst/>
                          <a:latin typeface="Arial" charset="0"/>
                          <a:ea typeface="宋体"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476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rgbClr val="3333FF"/>
                          </a:solidFill>
                          <a:effectLst/>
                          <a:latin typeface="Arial" charset="0"/>
                          <a:ea typeface="宋体"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rgbClr val="3333FF"/>
                          </a:solidFill>
                          <a:effectLst/>
                          <a:latin typeface="Arial" charset="0"/>
                          <a:ea typeface="宋体"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460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a:ln>
                            <a:noFill/>
                          </a:ln>
                          <a:solidFill>
                            <a:srgbClr val="3333FF"/>
                          </a:solidFill>
                          <a:effectLst/>
                          <a:latin typeface="Arial" charset="0"/>
                          <a:ea typeface="宋体"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rgbClr val="3333FF"/>
                          </a:solidFill>
                          <a:effectLst/>
                          <a:latin typeface="Arial" charset="0"/>
                          <a:ea typeface="宋体"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476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rgbClr val="3333FF"/>
                          </a:solidFill>
                          <a:effectLst/>
                          <a:latin typeface="Arial" charset="0"/>
                          <a:ea typeface="宋体"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rgbClr val="3333FF"/>
                          </a:solidFill>
                          <a:effectLst/>
                          <a:latin typeface="Arial" charset="0"/>
                          <a:ea typeface="宋体"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27" name="Text Box 80">
            <a:extLst>
              <a:ext uri="{FF2B5EF4-FFF2-40B4-BE49-F238E27FC236}">
                <a16:creationId xmlns:a16="http://schemas.microsoft.com/office/drawing/2014/main" id="{BA0A73D3-2CDC-5F4C-BA55-6B6C11D77055}"/>
              </a:ext>
            </a:extLst>
          </p:cNvPr>
          <p:cNvSpPr txBox="1">
            <a:spLocks noChangeArrowheads="1"/>
          </p:cNvSpPr>
          <p:nvPr/>
        </p:nvSpPr>
        <p:spPr bwMode="auto">
          <a:xfrm>
            <a:off x="4819278" y="4409814"/>
            <a:ext cx="4104456" cy="1745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60375" indent="-460375" eaLnBrk="0" hangingPunct="0">
              <a:defRPr>
                <a:solidFill>
                  <a:schemeClr val="tx1"/>
                </a:solidFill>
                <a:latin typeface="Tahoma" pitchFamily="34" charset="0"/>
                <a:ea typeface="宋体" pitchFamily="2" charset="-122"/>
              </a:defRPr>
            </a:lvl1pPr>
            <a:lvl2pPr marL="914400" indent="-452438"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Tahoma" pitchFamily="34" charset="0"/>
                <a:ea typeface="宋体" pitchFamily="2" charset="-122"/>
              </a:defRPr>
            </a:lvl9pPr>
          </a:lstStyle>
          <a:p>
            <a:pPr marL="460375" marR="0" lvl="0" indent="-460375" algn="l" defTabSz="914400" rtl="0" eaLnBrk="1" fontAlgn="base" latinLnBrk="0" hangingPunct="1">
              <a:lnSpc>
                <a:spcPct val="85000"/>
              </a:lnSpc>
              <a:spcBef>
                <a:spcPct val="25000"/>
              </a:spcBef>
              <a:spcAft>
                <a:spcPct val="0"/>
              </a:spcAft>
              <a:buClr>
                <a:srgbClr val="000000"/>
              </a:buClr>
              <a:buSzTx/>
              <a:buFont typeface="Arial" panose="020B0604020202020204" pitchFamily="34" charset="0"/>
              <a:buChar char="•"/>
              <a:tabLst/>
              <a:defRPr/>
            </a:pPr>
            <a:r>
              <a:rPr lang="zh-CN" altLang="en-US" sz="2800" b="1" dirty="0">
                <a:solidFill>
                  <a:srgbClr val="000000"/>
                </a:solidFill>
                <a:latin typeface="Arial" panose="020B0604020202020204" pitchFamily="34" charset="0"/>
                <a:ea typeface="黑体" panose="02010609060101010101" pitchFamily="49" charset="-122"/>
                <a:cs typeface="Arial" panose="020B0604020202020204" pitchFamily="34" charset="0"/>
              </a:rPr>
              <a:t>也称为</a:t>
            </a:r>
            <a:r>
              <a:rPr lang="en-US" altLang="zh-CN" sz="2800" b="1" dirty="0">
                <a:solidFill>
                  <a:srgbClr val="000000"/>
                </a:solidFill>
                <a:latin typeface="Arial" panose="020B0604020202020204" pitchFamily="34" charset="0"/>
                <a:ea typeface="黑体" panose="02010609060101010101" pitchFamily="49" charset="-122"/>
                <a:cs typeface="Arial" panose="020B0604020202020204" pitchFamily="34" charset="0"/>
              </a:rPr>
              <a:t>(3,2) adder</a:t>
            </a:r>
          </a:p>
          <a:p>
            <a:pPr marL="460375" marR="0" lvl="0" indent="-460375" algn="l" defTabSz="914400" rtl="0" eaLnBrk="1" fontAlgn="base" latinLnBrk="0" hangingPunct="1">
              <a:lnSpc>
                <a:spcPct val="85000"/>
              </a:lnSpc>
              <a:spcBef>
                <a:spcPct val="25000"/>
              </a:spcBef>
              <a:spcAft>
                <a:spcPct val="0"/>
              </a:spcAft>
              <a:buClr>
                <a:srgbClr val="000000"/>
              </a:buClr>
              <a:buSzTx/>
              <a:buFont typeface="Arial" panose="020B0604020202020204" pitchFamily="34" charset="0"/>
              <a:buChar char="•"/>
              <a:tabLst/>
              <a:defRPr/>
            </a:pPr>
            <a:r>
              <a:rPr lang="zh-CN" altLang="en-US" sz="2800" b="1" dirty="0">
                <a:solidFill>
                  <a:srgbClr val="000000"/>
                </a:solidFill>
                <a:latin typeface="Arial" panose="020B0604020202020204" pitchFamily="34" charset="0"/>
                <a:ea typeface="黑体" panose="02010609060101010101" pitchFamily="49" charset="-122"/>
                <a:cs typeface="Arial" panose="020B0604020202020204" pitchFamily="34" charset="0"/>
              </a:rPr>
              <a:t>逻辑函数</a:t>
            </a:r>
            <a:endParaRPr kumimoji="0" lang="zh-CN" altLang="pt-BR" sz="2800" b="1" i="0" u="none" strike="noStrike" kern="120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cs typeface="Arial" panose="020B0604020202020204" pitchFamily="34" charset="0"/>
            </a:endParaRPr>
          </a:p>
          <a:p>
            <a:pPr marL="914400" marR="0" lvl="1" indent="-452438" algn="l" defTabSz="914400" rtl="0" eaLnBrk="1" fontAlgn="base" latinLnBrk="0" hangingPunct="1">
              <a:lnSpc>
                <a:spcPct val="85000"/>
              </a:lnSpc>
              <a:spcBef>
                <a:spcPct val="25000"/>
              </a:spcBef>
              <a:spcAft>
                <a:spcPct val="0"/>
              </a:spcAft>
              <a:buClr>
                <a:srgbClr val="000000"/>
              </a:buClr>
              <a:buSzTx/>
              <a:buFont typeface="System Font Regular"/>
              <a:buChar char="-"/>
              <a:tabLst/>
              <a:defRPr/>
            </a:pPr>
            <a:r>
              <a:rPr kumimoji="0" lang="pt-BR" altLang="zh-CN" sz="2400" b="1" i="0" u="none" strike="noStrike" kern="1200" cap="none" spc="0" normalizeH="0" baseline="0" noProof="0" dirty="0" err="1">
                <a:ln>
                  <a:noFill/>
                </a:ln>
                <a:solidFill>
                  <a:srgbClr val="000000"/>
                </a:solidFill>
                <a:effectLst/>
                <a:uLnTx/>
                <a:uFillTx/>
                <a:latin typeface="Arial" panose="020B0604020202020204" pitchFamily="34" charset="0"/>
                <a:ea typeface="黑体" panose="02010609060101010101" pitchFamily="49" charset="-122"/>
                <a:cs typeface="Arial" panose="020B0604020202020204" pitchFamily="34" charset="0"/>
              </a:rPr>
              <a:t>C</a:t>
            </a:r>
            <a:r>
              <a:rPr kumimoji="0" lang="pt-BR" altLang="zh-CN" sz="2400" b="1" i="0" u="none" strike="noStrike" kern="1200" cap="none" spc="0" normalizeH="0" baseline="-25000" noProof="0" dirty="0" err="1">
                <a:ln>
                  <a:noFill/>
                </a:ln>
                <a:solidFill>
                  <a:srgbClr val="000000"/>
                </a:solidFill>
                <a:effectLst/>
                <a:uLnTx/>
                <a:uFillTx/>
                <a:latin typeface="Arial" panose="020B0604020202020204" pitchFamily="34" charset="0"/>
                <a:ea typeface="黑体" panose="02010609060101010101" pitchFamily="49" charset="-122"/>
                <a:cs typeface="Arial" panose="020B0604020202020204" pitchFamily="34" charset="0"/>
              </a:rPr>
              <a:t>out</a:t>
            </a:r>
            <a:r>
              <a:rPr kumimoji="0" lang="pt-BR" altLang="zh-CN" sz="2400" b="1" i="0" u="none" strike="noStrike" kern="120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cs typeface="Arial" panose="020B0604020202020204" pitchFamily="34" charset="0"/>
              </a:rPr>
              <a:t>=</a:t>
            </a:r>
            <a:r>
              <a:rPr kumimoji="0" lang="pt-BR" altLang="zh-CN" sz="2400" b="1" i="0" u="none" strike="noStrike" kern="1200" cap="none" spc="0" normalizeH="0" baseline="0" noProof="0" dirty="0" err="1">
                <a:ln>
                  <a:noFill/>
                </a:ln>
                <a:solidFill>
                  <a:srgbClr val="000000"/>
                </a:solidFill>
                <a:effectLst/>
                <a:uLnTx/>
                <a:uFillTx/>
                <a:latin typeface="Arial" panose="020B0604020202020204" pitchFamily="34" charset="0"/>
                <a:ea typeface="黑体" panose="02010609060101010101" pitchFamily="49" charset="-122"/>
                <a:cs typeface="Arial" panose="020B0604020202020204" pitchFamily="34" charset="0"/>
              </a:rPr>
              <a:t>A</a:t>
            </a:r>
            <a:r>
              <a:rPr kumimoji="0" lang="pt-BR" altLang="zh-CN" sz="2400" b="1" i="0" u="none" strike="noStrike" kern="1200" cap="none" spc="0" normalizeH="0" baseline="0" noProof="0" dirty="0" err="1">
                <a:ln>
                  <a:noFill/>
                </a:ln>
                <a:solidFill>
                  <a:srgbClr val="000000"/>
                </a:solidFill>
                <a:effectLst/>
                <a:uLnTx/>
                <a:uFillTx/>
                <a:latin typeface="Arial" panose="020B0604020202020204" pitchFamily="34" charset="0"/>
                <a:ea typeface="黑体" panose="02010609060101010101" pitchFamily="49" charset="-122"/>
                <a:cs typeface="Arial" panose="020B0604020202020204" pitchFamily="34" charset="0"/>
                <a:sym typeface="Symbol" pitchFamily="18" charset="2"/>
              </a:rPr>
              <a:t>C</a:t>
            </a:r>
            <a:r>
              <a:rPr kumimoji="0" lang="pt-BR" altLang="zh-CN" sz="2400" b="1" i="0" u="none" strike="noStrike" kern="1200" cap="none" spc="0" normalizeH="0" baseline="-25000" noProof="0" dirty="0" err="1">
                <a:ln>
                  <a:noFill/>
                </a:ln>
                <a:solidFill>
                  <a:srgbClr val="000000"/>
                </a:solidFill>
                <a:effectLst/>
                <a:uLnTx/>
                <a:uFillTx/>
                <a:latin typeface="Arial" panose="020B0604020202020204" pitchFamily="34" charset="0"/>
                <a:ea typeface="黑体" panose="02010609060101010101" pitchFamily="49" charset="-122"/>
                <a:cs typeface="Arial" panose="020B0604020202020204" pitchFamily="34" charset="0"/>
                <a:sym typeface="Symbol" pitchFamily="18" charset="2"/>
              </a:rPr>
              <a:t>in</a:t>
            </a:r>
            <a:r>
              <a:rPr kumimoji="0" lang="pt-BR" altLang="zh-CN" sz="2400" b="1" i="0" u="none" strike="noStrike" kern="1200" cap="none" spc="0" normalizeH="0" baseline="0" noProof="0" dirty="0" err="1">
                <a:ln>
                  <a:noFill/>
                </a:ln>
                <a:solidFill>
                  <a:srgbClr val="000000"/>
                </a:solidFill>
                <a:effectLst/>
                <a:uLnTx/>
                <a:uFillTx/>
                <a:latin typeface="Arial" panose="020B0604020202020204" pitchFamily="34" charset="0"/>
                <a:ea typeface="黑体" panose="02010609060101010101" pitchFamily="49" charset="-122"/>
                <a:cs typeface="Arial" panose="020B0604020202020204" pitchFamily="34" charset="0"/>
                <a:sym typeface="Symbol" pitchFamily="18" charset="2"/>
              </a:rPr>
              <a:t>+</a:t>
            </a:r>
            <a:r>
              <a:rPr kumimoji="0" lang="pt-BR" altLang="zh-CN" sz="2400" b="1" i="0" u="none" strike="noStrike" kern="1200" cap="none" spc="0" normalizeH="0" baseline="0" noProof="0" dirty="0" err="1">
                <a:ln>
                  <a:noFill/>
                </a:ln>
                <a:solidFill>
                  <a:srgbClr val="000000"/>
                </a:solidFill>
                <a:effectLst/>
                <a:uLnTx/>
                <a:uFillTx/>
                <a:latin typeface="Arial" panose="020B0604020202020204" pitchFamily="34" charset="0"/>
                <a:ea typeface="黑体" panose="02010609060101010101" pitchFamily="49" charset="-122"/>
                <a:cs typeface="Arial" panose="020B0604020202020204" pitchFamily="34" charset="0"/>
              </a:rPr>
              <a:t>B</a:t>
            </a:r>
            <a:r>
              <a:rPr kumimoji="0" lang="pt-BR" altLang="zh-CN" sz="2400" b="1" i="0" u="none" strike="noStrike" kern="1200" cap="none" spc="0" normalizeH="0" baseline="0" noProof="0" dirty="0" err="1">
                <a:ln>
                  <a:noFill/>
                </a:ln>
                <a:solidFill>
                  <a:srgbClr val="000000"/>
                </a:solidFill>
                <a:effectLst/>
                <a:uLnTx/>
                <a:uFillTx/>
                <a:latin typeface="Arial" panose="020B0604020202020204" pitchFamily="34" charset="0"/>
                <a:ea typeface="黑体" panose="02010609060101010101" pitchFamily="49" charset="-122"/>
                <a:cs typeface="Arial" panose="020B0604020202020204" pitchFamily="34" charset="0"/>
                <a:sym typeface="Symbol" pitchFamily="18" charset="2"/>
              </a:rPr>
              <a:t>C</a:t>
            </a:r>
            <a:r>
              <a:rPr kumimoji="0" lang="pt-BR" altLang="zh-CN" sz="2400" b="1" i="0" u="none" strike="noStrike" kern="1200" cap="none" spc="0" normalizeH="0" baseline="-25000" noProof="0" dirty="0" err="1">
                <a:ln>
                  <a:noFill/>
                </a:ln>
                <a:solidFill>
                  <a:srgbClr val="000000"/>
                </a:solidFill>
                <a:effectLst/>
                <a:uLnTx/>
                <a:uFillTx/>
                <a:latin typeface="Arial" panose="020B0604020202020204" pitchFamily="34" charset="0"/>
                <a:ea typeface="黑体" panose="02010609060101010101" pitchFamily="49" charset="-122"/>
                <a:cs typeface="Arial" panose="020B0604020202020204" pitchFamily="34" charset="0"/>
                <a:sym typeface="Symbol" pitchFamily="18" charset="2"/>
              </a:rPr>
              <a:t>in</a:t>
            </a:r>
            <a:r>
              <a:rPr kumimoji="0" lang="pt-BR" altLang="zh-CN" sz="2400" b="1" i="0" u="none" strike="noStrike" kern="1200" cap="none" spc="0" normalizeH="0" baseline="0" noProof="0" dirty="0" err="1">
                <a:ln>
                  <a:noFill/>
                </a:ln>
                <a:solidFill>
                  <a:srgbClr val="000000"/>
                </a:solidFill>
                <a:effectLst/>
                <a:uLnTx/>
                <a:uFillTx/>
                <a:latin typeface="Arial" panose="020B0604020202020204" pitchFamily="34" charset="0"/>
                <a:ea typeface="黑体" panose="02010609060101010101" pitchFamily="49" charset="-122"/>
                <a:cs typeface="Arial" panose="020B0604020202020204" pitchFamily="34" charset="0"/>
                <a:sym typeface="Symbol" pitchFamily="18" charset="2"/>
              </a:rPr>
              <a:t>+AB</a:t>
            </a:r>
            <a:endParaRPr kumimoji="0" lang="pt-BR" altLang="zh-CN" sz="2400" b="1" i="0" u="none" strike="noStrike" kern="120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cs typeface="Arial" panose="020B0604020202020204" pitchFamily="34" charset="0"/>
              <a:sym typeface="Symbol" pitchFamily="18" charset="2"/>
            </a:endParaRPr>
          </a:p>
          <a:p>
            <a:pPr marL="914400" marR="0" lvl="1" indent="-452438" algn="l" defTabSz="914400" rtl="0" eaLnBrk="1" fontAlgn="base" latinLnBrk="0" hangingPunct="1">
              <a:lnSpc>
                <a:spcPct val="85000"/>
              </a:lnSpc>
              <a:spcBef>
                <a:spcPct val="25000"/>
              </a:spcBef>
              <a:spcAft>
                <a:spcPct val="0"/>
              </a:spcAft>
              <a:buClr>
                <a:srgbClr val="000000"/>
              </a:buClr>
              <a:buSzTx/>
              <a:buFont typeface="System Font Regular"/>
              <a:buChar char="-"/>
              <a:tabLst/>
              <a:defRPr/>
            </a:pPr>
            <a:r>
              <a:rPr lang="pt-BR" altLang="zh-CN" sz="2400" b="1" dirty="0" err="1">
                <a:solidFill>
                  <a:srgbClr val="000000"/>
                </a:solidFill>
                <a:latin typeface="Arial" panose="020B0604020202020204" pitchFamily="34" charset="0"/>
                <a:ea typeface="黑体" panose="02010609060101010101" pitchFamily="49" charset="-122"/>
                <a:cs typeface="Arial" panose="020B0604020202020204" pitchFamily="34" charset="0"/>
              </a:rPr>
              <a:t>S</a:t>
            </a:r>
            <a:r>
              <a:rPr kumimoji="0" lang="pt-BR" altLang="zh-CN" sz="2400" b="1" i="0" u="none" strike="noStrike" kern="120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cs typeface="Arial" panose="020B0604020202020204" pitchFamily="34" charset="0"/>
              </a:rPr>
              <a:t>=</a:t>
            </a:r>
            <a:r>
              <a:rPr kumimoji="0" lang="pt-BR" altLang="zh-CN" sz="2400" b="1" i="0" u="none" strike="noStrike" kern="1200" cap="none" spc="0" normalizeH="0" baseline="0" noProof="0" dirty="0" err="1">
                <a:ln>
                  <a:noFill/>
                </a:ln>
                <a:solidFill>
                  <a:srgbClr val="000000"/>
                </a:solidFill>
                <a:effectLst/>
                <a:uLnTx/>
                <a:uFillTx/>
                <a:latin typeface="Arial" panose="020B0604020202020204" pitchFamily="34" charset="0"/>
                <a:ea typeface="黑体" panose="02010609060101010101" pitchFamily="49" charset="-122"/>
                <a:cs typeface="Arial" panose="020B0604020202020204" pitchFamily="34" charset="0"/>
              </a:rPr>
              <a:t>A</a:t>
            </a:r>
            <a:r>
              <a:rPr kumimoji="0" lang="pt-BR" altLang="zh-CN" sz="2400" b="1" i="0" u="none" strike="noStrike" kern="1200" cap="none" spc="0" normalizeH="0" baseline="0" noProof="0" dirty="0" err="1">
                <a:ln>
                  <a:noFill/>
                </a:ln>
                <a:solidFill>
                  <a:srgbClr val="000000"/>
                </a:solidFill>
                <a:effectLst/>
                <a:uLnTx/>
                <a:uFillTx/>
                <a:latin typeface="Arial" panose="020B0604020202020204" pitchFamily="34" charset="0"/>
                <a:ea typeface="黑体" panose="02010609060101010101" pitchFamily="49" charset="-122"/>
                <a:cs typeface="Arial" panose="020B0604020202020204" pitchFamily="34" charset="0"/>
                <a:sym typeface="Symbol" pitchFamily="18" charset="2"/>
              </a:rPr>
              <a:t></a:t>
            </a:r>
            <a:r>
              <a:rPr kumimoji="0" lang="pt-BR" altLang="zh-CN" sz="2400" b="1" i="0" u="none" strike="noStrike" kern="1200" cap="none" spc="0" normalizeH="0" baseline="0" noProof="0" dirty="0" err="1">
                <a:ln>
                  <a:noFill/>
                </a:ln>
                <a:solidFill>
                  <a:srgbClr val="000000"/>
                </a:solidFill>
                <a:effectLst/>
                <a:uLnTx/>
                <a:uFillTx/>
                <a:latin typeface="Arial" panose="020B0604020202020204" pitchFamily="34" charset="0"/>
                <a:ea typeface="黑体" panose="02010609060101010101" pitchFamily="49" charset="-122"/>
                <a:cs typeface="Arial" panose="020B0604020202020204" pitchFamily="34" charset="0"/>
              </a:rPr>
              <a:t>B</a:t>
            </a:r>
            <a:r>
              <a:rPr kumimoji="0" lang="pt-BR" altLang="zh-CN" sz="2400" b="1" i="0" u="none" strike="noStrike" kern="1200" cap="none" spc="0" normalizeH="0" baseline="0" noProof="0" dirty="0" err="1">
                <a:ln>
                  <a:noFill/>
                </a:ln>
                <a:solidFill>
                  <a:srgbClr val="000000"/>
                </a:solidFill>
                <a:effectLst/>
                <a:uLnTx/>
                <a:uFillTx/>
                <a:latin typeface="Arial" panose="020B0604020202020204" pitchFamily="34" charset="0"/>
                <a:ea typeface="黑体" panose="02010609060101010101" pitchFamily="49" charset="-122"/>
                <a:cs typeface="Arial" panose="020B0604020202020204" pitchFamily="34" charset="0"/>
                <a:sym typeface="Symbol" pitchFamily="18" charset="2"/>
              </a:rPr>
              <a:t></a:t>
            </a:r>
            <a:r>
              <a:rPr kumimoji="0" lang="pt-BR" altLang="zh-CN" sz="2400" b="1" i="0" u="none" strike="noStrike" kern="1200" cap="none" spc="0" normalizeH="0" baseline="0" noProof="0" dirty="0" err="1">
                <a:ln>
                  <a:noFill/>
                </a:ln>
                <a:solidFill>
                  <a:srgbClr val="000000"/>
                </a:solidFill>
                <a:effectLst/>
                <a:uLnTx/>
                <a:uFillTx/>
                <a:latin typeface="Arial" panose="020B0604020202020204" pitchFamily="34" charset="0"/>
                <a:ea typeface="黑体" panose="02010609060101010101" pitchFamily="49" charset="-122"/>
                <a:cs typeface="Arial" panose="020B0604020202020204" pitchFamily="34" charset="0"/>
              </a:rPr>
              <a:t>C</a:t>
            </a:r>
            <a:r>
              <a:rPr kumimoji="0" lang="pt-BR" altLang="zh-CN" sz="2400" b="1" i="0" u="none" strike="noStrike" kern="1200" cap="none" spc="0" normalizeH="0" baseline="-25000" noProof="0" dirty="0" err="1">
                <a:ln>
                  <a:noFill/>
                </a:ln>
                <a:solidFill>
                  <a:srgbClr val="000000"/>
                </a:solidFill>
                <a:effectLst/>
                <a:uLnTx/>
                <a:uFillTx/>
                <a:latin typeface="Arial" panose="020B0604020202020204" pitchFamily="34" charset="0"/>
                <a:ea typeface="黑体" panose="02010609060101010101" pitchFamily="49" charset="-122"/>
                <a:cs typeface="Arial" panose="020B0604020202020204" pitchFamily="34" charset="0"/>
              </a:rPr>
              <a:t>in</a:t>
            </a:r>
            <a:endParaRPr kumimoji="0" lang="en-US" altLang="zh-CN" sz="2400" b="1" i="0" u="none" strike="noStrike" kern="1200" cap="none" spc="0" normalizeH="0" baseline="-25000" noProof="0" dirty="0">
              <a:ln>
                <a:noFill/>
              </a:ln>
              <a:solidFill>
                <a:srgbClr val="000000"/>
              </a:solidFill>
              <a:effectLst/>
              <a:uLnTx/>
              <a:uFillTx/>
              <a:latin typeface="Arial" panose="020B0604020202020204" pitchFamily="34" charset="0"/>
              <a:ea typeface="黑体" panose="02010609060101010101" pitchFamily="49" charset="-122"/>
              <a:cs typeface="Arial" panose="020B0604020202020204" pitchFamily="34" charset="0"/>
            </a:endParaRPr>
          </a:p>
        </p:txBody>
      </p:sp>
    </p:spTree>
    <p:extLst>
      <p:ext uri="{BB962C8B-B14F-4D97-AF65-F5344CB8AC3E}">
        <p14:creationId xmlns:p14="http://schemas.microsoft.com/office/powerpoint/2010/main" val="51318483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a:xfrm>
            <a:off x="1386762" y="234206"/>
            <a:ext cx="6370476" cy="936625"/>
          </a:xfrm>
        </p:spPr>
        <p:txBody>
          <a:bodyPr/>
          <a:lstStyle/>
          <a:p>
            <a:pPr eaLnBrk="1" hangingPunct="1"/>
            <a:r>
              <a:rPr lang="zh-CN" altLang="en-US" dirty="0"/>
              <a:t>多位加法器</a:t>
            </a:r>
            <a:endParaRPr lang="en-US" altLang="zh-CN" dirty="0"/>
          </a:p>
        </p:txBody>
      </p:sp>
      <p:sp>
        <p:nvSpPr>
          <p:cNvPr id="109573" name="Text Box 2"/>
          <p:cNvSpPr txBox="1">
            <a:spLocks noChangeArrowheads="1"/>
          </p:cNvSpPr>
          <p:nvPr/>
        </p:nvSpPr>
        <p:spPr bwMode="auto">
          <a:xfrm>
            <a:off x="2267744" y="1644461"/>
            <a:ext cx="510877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3200" b="0" i="0" u="none" strike="noStrike" kern="1200" cap="none" spc="0" normalizeH="0" baseline="0" noProof="0" dirty="0">
                <a:ln>
                  <a:noFill/>
                </a:ln>
                <a:solidFill>
                  <a:srgbClr val="000000"/>
                </a:solidFill>
                <a:effectLst/>
                <a:uLnTx/>
                <a:uFillTx/>
                <a:latin typeface="Times New Roman" pitchFamily="18" charset="0"/>
                <a:ea typeface="宋体" charset="-122"/>
                <a:cs typeface="+mn-cs"/>
              </a:rPr>
              <a:t>A: 1010</a:t>
            </a:r>
            <a:r>
              <a:rPr kumimoji="1" lang="zh-CN" altLang="en-US" sz="3200" b="0" i="0" u="none" strike="noStrike" kern="1200" cap="none" spc="0" normalizeH="0" baseline="0" noProof="0" dirty="0">
                <a:ln>
                  <a:noFill/>
                </a:ln>
                <a:solidFill>
                  <a:srgbClr val="000000"/>
                </a:solidFill>
                <a:effectLst/>
                <a:uLnTx/>
                <a:uFillTx/>
                <a:latin typeface="Times New Roman" pitchFamily="18" charset="0"/>
                <a:ea typeface="宋体" charset="-122"/>
                <a:cs typeface="+mn-cs"/>
              </a:rPr>
              <a:t> </a:t>
            </a:r>
            <a:r>
              <a:rPr kumimoji="1" lang="en-US" altLang="zh-CN" sz="3200" b="0" i="0" u="none" strike="noStrike" kern="1200" cap="none" spc="0" normalizeH="0" baseline="0" noProof="0" dirty="0">
                <a:ln>
                  <a:noFill/>
                </a:ln>
                <a:solidFill>
                  <a:srgbClr val="000000"/>
                </a:solidFill>
                <a:effectLst/>
                <a:uLnTx/>
                <a:uFillTx/>
                <a:latin typeface="Times New Roman" pitchFamily="18" charset="0"/>
                <a:ea typeface="宋体" charset="-122"/>
                <a:cs typeface="+mn-cs"/>
              </a:rPr>
              <a:t>+</a:t>
            </a:r>
            <a:r>
              <a:rPr kumimoji="1" lang="zh-CN" altLang="en-US" sz="3200" b="0" i="0" u="none" strike="noStrike" kern="1200" cap="none" spc="0" normalizeH="0" baseline="0" noProof="0" dirty="0">
                <a:ln>
                  <a:noFill/>
                </a:ln>
                <a:solidFill>
                  <a:srgbClr val="000000"/>
                </a:solidFill>
                <a:effectLst/>
                <a:uLnTx/>
                <a:uFillTx/>
                <a:latin typeface="Times New Roman" pitchFamily="18" charset="0"/>
                <a:ea typeface="宋体" charset="-122"/>
                <a:cs typeface="+mn-cs"/>
              </a:rPr>
              <a:t> </a:t>
            </a:r>
            <a:r>
              <a:rPr kumimoji="1" lang="en-US" altLang="zh-CN" sz="3200" b="0" i="0" u="none" strike="noStrike" kern="1200" cap="none" spc="0" normalizeH="0" baseline="0" noProof="0" dirty="0">
                <a:ln>
                  <a:noFill/>
                </a:ln>
                <a:solidFill>
                  <a:srgbClr val="000000"/>
                </a:solidFill>
                <a:effectLst/>
                <a:uLnTx/>
                <a:uFillTx/>
                <a:latin typeface="Times New Roman" pitchFamily="18" charset="0"/>
                <a:ea typeface="宋体" charset="-122"/>
                <a:cs typeface="+mn-cs"/>
              </a:rPr>
              <a:t>B: 1011</a:t>
            </a:r>
            <a:r>
              <a:rPr kumimoji="1" lang="zh-CN" altLang="en-US" sz="3200" b="0" i="0" u="none" strike="noStrike" kern="1200" cap="none" spc="0" normalizeH="0" baseline="0" noProof="0" dirty="0">
                <a:ln>
                  <a:noFill/>
                </a:ln>
                <a:solidFill>
                  <a:srgbClr val="000000"/>
                </a:solidFill>
                <a:effectLst/>
                <a:uLnTx/>
                <a:uFillTx/>
                <a:latin typeface="Times New Roman" pitchFamily="18" charset="0"/>
                <a:ea typeface="宋体" charset="-122"/>
                <a:cs typeface="+mn-cs"/>
              </a:rPr>
              <a:t> </a:t>
            </a:r>
            <a:r>
              <a:rPr kumimoji="1" lang="en-US" altLang="zh-CN" sz="3200" b="0" i="0" u="none" strike="noStrike" kern="1200" cap="none" spc="0" normalizeH="0" baseline="0" noProof="0" dirty="0">
                <a:ln>
                  <a:noFill/>
                </a:ln>
                <a:solidFill>
                  <a:srgbClr val="000000"/>
                </a:solidFill>
                <a:effectLst/>
                <a:uLnTx/>
                <a:uFillTx/>
                <a:latin typeface="Times New Roman" pitchFamily="18" charset="0"/>
                <a:ea typeface="宋体" charset="-122"/>
                <a:cs typeface="+mn-cs"/>
              </a:rPr>
              <a:t>=</a:t>
            </a:r>
            <a:r>
              <a:rPr kumimoji="1" lang="zh-CN" altLang="en-US" sz="3200" b="0" i="0" u="none" strike="noStrike" kern="1200" cap="none" spc="0" normalizeH="0" baseline="0" noProof="0" dirty="0">
                <a:ln>
                  <a:noFill/>
                </a:ln>
                <a:solidFill>
                  <a:srgbClr val="000000"/>
                </a:solidFill>
                <a:effectLst/>
                <a:uLnTx/>
                <a:uFillTx/>
                <a:latin typeface="Times New Roman" pitchFamily="18" charset="0"/>
                <a:ea typeface="宋体" charset="-122"/>
                <a:cs typeface="+mn-cs"/>
              </a:rPr>
              <a:t> </a:t>
            </a:r>
            <a:r>
              <a:rPr kumimoji="1" lang="en-US" altLang="zh-CN" sz="3200" u="none" strike="noStrike" kern="1200" cap="none" spc="0" normalizeH="0" baseline="0" noProof="0" dirty="0">
                <a:ln>
                  <a:noFill/>
                </a:ln>
                <a:solidFill>
                  <a:srgbClr val="FF0000"/>
                </a:solidFill>
                <a:effectLst/>
                <a:uLnTx/>
                <a:uFillTx/>
                <a:latin typeface="Times New Roman" pitchFamily="18" charset="0"/>
                <a:ea typeface="宋体" charset="-122"/>
                <a:cs typeface="+mn-cs"/>
              </a:rPr>
              <a:t>1</a:t>
            </a:r>
            <a:r>
              <a:rPr kumimoji="1" lang="en-US" altLang="zh-CN" sz="3200" b="0" i="0" u="none" strike="noStrike" kern="1200" cap="none" spc="0" normalizeH="0" baseline="0" noProof="0" dirty="0">
                <a:ln>
                  <a:noFill/>
                </a:ln>
                <a:solidFill>
                  <a:srgbClr val="000000"/>
                </a:solidFill>
                <a:effectLst/>
                <a:uLnTx/>
                <a:uFillTx/>
                <a:latin typeface="Times New Roman" pitchFamily="18" charset="0"/>
                <a:ea typeface="宋体" charset="-122"/>
                <a:cs typeface="+mn-cs"/>
              </a:rPr>
              <a:t>0101</a:t>
            </a:r>
          </a:p>
        </p:txBody>
      </p:sp>
      <p:sp>
        <p:nvSpPr>
          <p:cNvPr id="109574" name="Text Box 4"/>
          <p:cNvSpPr txBox="1">
            <a:spLocks noChangeArrowheads="1"/>
          </p:cNvSpPr>
          <p:nvPr/>
        </p:nvSpPr>
        <p:spPr bwMode="auto">
          <a:xfrm>
            <a:off x="541412" y="2739234"/>
            <a:ext cx="2128838"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3200" b="0" i="0" u="none" strike="noStrike" kern="1200" cap="none" spc="0" normalizeH="0" baseline="0" noProof="0" dirty="0">
                <a:ln>
                  <a:noFill/>
                </a:ln>
                <a:solidFill>
                  <a:srgbClr val="000000"/>
                </a:solidFill>
                <a:effectLst/>
                <a:uLnTx/>
                <a:uFillTx/>
                <a:latin typeface="Times New Roman" pitchFamily="18" charset="0"/>
                <a:ea typeface="宋体" charset="-122"/>
                <a:cs typeface="+mn-cs"/>
              </a:rPr>
              <a:t>A</a:t>
            </a:r>
            <a:r>
              <a:rPr kumimoji="1" lang="en-US" altLang="zh-CN" sz="3200" b="0" i="0" u="none" strike="noStrike" kern="1200" cap="none" spc="0" normalizeH="0" baseline="-25000" noProof="0" dirty="0">
                <a:ln>
                  <a:noFill/>
                </a:ln>
                <a:solidFill>
                  <a:srgbClr val="000000"/>
                </a:solidFill>
                <a:effectLst/>
                <a:uLnTx/>
                <a:uFillTx/>
                <a:latin typeface="Times New Roman" pitchFamily="18" charset="0"/>
                <a:ea typeface="宋体" charset="-122"/>
                <a:cs typeface="+mn-cs"/>
              </a:rPr>
              <a:t>3</a:t>
            </a:r>
            <a:r>
              <a:rPr kumimoji="1" lang="en-US" altLang="zh-CN" sz="3200" b="0" i="0" u="none" strike="noStrike" kern="1200" cap="none" spc="0" normalizeH="0" baseline="0" noProof="0" dirty="0">
                <a:ln>
                  <a:noFill/>
                </a:ln>
                <a:solidFill>
                  <a:srgbClr val="000000"/>
                </a:solidFill>
                <a:effectLst/>
                <a:uLnTx/>
                <a:uFillTx/>
                <a:latin typeface="Times New Roman" pitchFamily="18" charset="0"/>
                <a:ea typeface="宋体" charset="-122"/>
                <a:cs typeface="+mn-cs"/>
              </a:rPr>
              <a:t>A</a:t>
            </a:r>
            <a:r>
              <a:rPr kumimoji="1" lang="en-US" altLang="zh-CN" sz="3200" b="0" i="0" u="none" strike="noStrike" kern="1200" cap="none" spc="0" normalizeH="0" baseline="-25000" noProof="0" dirty="0">
                <a:ln>
                  <a:noFill/>
                </a:ln>
                <a:solidFill>
                  <a:srgbClr val="000000"/>
                </a:solidFill>
                <a:effectLst/>
                <a:uLnTx/>
                <a:uFillTx/>
                <a:latin typeface="Times New Roman" pitchFamily="18" charset="0"/>
                <a:ea typeface="宋体" charset="-122"/>
                <a:cs typeface="+mn-cs"/>
              </a:rPr>
              <a:t>2</a:t>
            </a:r>
            <a:r>
              <a:rPr kumimoji="1" lang="en-US" altLang="zh-CN" sz="3200" b="0" i="0" u="none" strike="noStrike" kern="1200" cap="none" spc="0" normalizeH="0" baseline="0" noProof="0" dirty="0">
                <a:ln>
                  <a:noFill/>
                </a:ln>
                <a:solidFill>
                  <a:srgbClr val="000000"/>
                </a:solidFill>
                <a:effectLst/>
                <a:uLnTx/>
                <a:uFillTx/>
                <a:latin typeface="Times New Roman" pitchFamily="18" charset="0"/>
                <a:ea typeface="宋体" charset="-122"/>
                <a:cs typeface="+mn-cs"/>
              </a:rPr>
              <a:t>A</a:t>
            </a:r>
            <a:r>
              <a:rPr kumimoji="1" lang="en-US" altLang="zh-CN" sz="3200" b="0" i="0" u="none" strike="noStrike" kern="1200" cap="none" spc="0" normalizeH="0" baseline="-25000" noProof="0" dirty="0">
                <a:ln>
                  <a:noFill/>
                </a:ln>
                <a:solidFill>
                  <a:srgbClr val="000000"/>
                </a:solidFill>
                <a:effectLst/>
                <a:uLnTx/>
                <a:uFillTx/>
                <a:latin typeface="Times New Roman" pitchFamily="18" charset="0"/>
                <a:ea typeface="宋体" charset="-122"/>
                <a:cs typeface="+mn-cs"/>
              </a:rPr>
              <a:t>1</a:t>
            </a:r>
            <a:r>
              <a:rPr kumimoji="1" lang="en-US" altLang="zh-CN" sz="3200" b="0" i="0" u="none" strike="noStrike" kern="1200" cap="none" spc="0" normalizeH="0" baseline="0" noProof="0" dirty="0">
                <a:ln>
                  <a:noFill/>
                </a:ln>
                <a:solidFill>
                  <a:srgbClr val="000000"/>
                </a:solidFill>
                <a:effectLst/>
                <a:uLnTx/>
                <a:uFillTx/>
                <a:latin typeface="Times New Roman" pitchFamily="18" charset="0"/>
                <a:ea typeface="宋体" charset="-122"/>
                <a:cs typeface="+mn-cs"/>
              </a:rPr>
              <a:t>A</a:t>
            </a:r>
            <a:r>
              <a:rPr kumimoji="1" lang="en-US" altLang="zh-CN" sz="3200" b="0" i="0" u="none" strike="noStrike" kern="1200" cap="none" spc="0" normalizeH="0" baseline="-25000" noProof="0" dirty="0">
                <a:ln>
                  <a:noFill/>
                </a:ln>
                <a:solidFill>
                  <a:srgbClr val="000000"/>
                </a:solidFill>
                <a:effectLst/>
                <a:uLnTx/>
                <a:uFillTx/>
                <a:latin typeface="Times New Roman" pitchFamily="18" charset="0"/>
                <a:ea typeface="宋体" charset="-122"/>
                <a:cs typeface="+mn-cs"/>
              </a:rPr>
              <a:t>0</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3200" b="0" i="0" u="none" strike="noStrike" kern="1200" cap="none" spc="0" normalizeH="0" baseline="0" noProof="0" dirty="0">
                <a:ln>
                  <a:noFill/>
                </a:ln>
                <a:solidFill>
                  <a:srgbClr val="000000"/>
                </a:solidFill>
                <a:effectLst/>
                <a:uLnTx/>
                <a:uFillTx/>
                <a:latin typeface="Times New Roman" pitchFamily="18" charset="0"/>
                <a:ea typeface="宋体" charset="-122"/>
                <a:cs typeface="+mn-cs"/>
              </a:rPr>
              <a:t>1   0  1   0</a:t>
            </a:r>
          </a:p>
        </p:txBody>
      </p:sp>
      <p:sp>
        <p:nvSpPr>
          <p:cNvPr id="8" name="Rectangle 6"/>
          <p:cNvSpPr>
            <a:spLocks noChangeArrowheads="1"/>
          </p:cNvSpPr>
          <p:nvPr/>
        </p:nvSpPr>
        <p:spPr bwMode="auto">
          <a:xfrm>
            <a:off x="4224449" y="2918642"/>
            <a:ext cx="1501775"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pPr marL="457200" marR="0" lvl="1"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A</a:t>
            </a:r>
            <a:r>
              <a:rPr kumimoji="0" lang="en-US" altLang="zh-CN" sz="2400" b="0" i="0" u="none" strike="noStrike" kern="1200" cap="none" spc="0" normalizeH="0" baseline="-25000" noProof="0" dirty="0">
                <a:ln>
                  <a:noFill/>
                </a:ln>
                <a:solidFill>
                  <a:srgbClr val="000000"/>
                </a:solidFill>
                <a:effectLst/>
                <a:uLnTx/>
                <a:uFillTx/>
                <a:latin typeface="Times New Roman" pitchFamily="18" charset="0"/>
                <a:ea typeface="宋体" pitchFamily="2" charset="-122"/>
                <a:cs typeface="+mn-cs"/>
              </a:rPr>
              <a:t>1</a:t>
            </a:r>
            <a:r>
              <a:rPr kumimoji="0" lang="en-US" altLang="zh-CN" sz="2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1</a:t>
            </a:r>
          </a:p>
          <a:p>
            <a:pPr marL="457200" marR="0" lvl="1"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B</a:t>
            </a:r>
            <a:r>
              <a:rPr kumimoji="0" lang="en-US" altLang="zh-CN" sz="2400" b="0" i="0" u="none" strike="noStrike" kern="1200" cap="none" spc="0" normalizeH="0" baseline="-25000" noProof="0" dirty="0">
                <a:ln>
                  <a:noFill/>
                </a:ln>
                <a:solidFill>
                  <a:srgbClr val="000000"/>
                </a:solidFill>
                <a:effectLst/>
                <a:uLnTx/>
                <a:uFillTx/>
                <a:latin typeface="Times New Roman" pitchFamily="18" charset="0"/>
                <a:ea typeface="宋体" pitchFamily="2" charset="-122"/>
                <a:cs typeface="+mn-cs"/>
              </a:rPr>
              <a:t>1</a:t>
            </a:r>
            <a:r>
              <a:rPr kumimoji="0" lang="en-US" altLang="zh-CN" sz="2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1</a:t>
            </a:r>
          </a:p>
          <a:p>
            <a:pPr marL="457200" marR="0" lvl="1"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t>
            </a:r>
            <a:r>
              <a:rPr kumimoji="0" lang="en-US" altLang="zh-CN" sz="2400" b="0" i="0" u="none" strike="noStrike" kern="1200" cap="none" spc="0" normalizeH="0" baseline="-25000" noProof="0" dirty="0">
                <a:ln>
                  <a:noFill/>
                </a:ln>
                <a:solidFill>
                  <a:srgbClr val="000000"/>
                </a:solidFill>
                <a:effectLst/>
                <a:uLnTx/>
                <a:uFillTx/>
                <a:latin typeface="Times New Roman" pitchFamily="18" charset="0"/>
                <a:ea typeface="宋体" pitchFamily="2" charset="-122"/>
                <a:cs typeface="+mn-cs"/>
              </a:rPr>
              <a:t>1</a:t>
            </a:r>
            <a:r>
              <a:rPr kumimoji="0" lang="en-US" altLang="zh-CN" sz="2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0" lang="en-US" altLang="zh-CN" sz="2400" b="0" i="0" u="none" strike="noStrike" kern="1200" cap="none" spc="0" normalizeH="0" baseline="0" noProof="0" dirty="0">
                <a:ln>
                  <a:noFill/>
                </a:ln>
                <a:solidFill>
                  <a:srgbClr val="33CC33"/>
                </a:solidFill>
                <a:effectLst/>
                <a:uLnTx/>
                <a:uFillTx/>
                <a:latin typeface="Times New Roman" pitchFamily="18" charset="0"/>
                <a:ea typeface="宋体" pitchFamily="2" charset="-122"/>
                <a:cs typeface="+mn-cs"/>
              </a:rPr>
              <a:t>0</a:t>
            </a:r>
          </a:p>
          <a:p>
            <a:pPr marL="457200" marR="0" lvl="1" indent="0" algn="l" defTabSz="914400" rtl="0" eaLnBrk="1" fontAlgn="base" latinLnBrk="0" hangingPunct="1">
              <a:lnSpc>
                <a:spcPct val="100000"/>
              </a:lnSpc>
              <a:spcBef>
                <a:spcPct val="0"/>
              </a:spcBef>
              <a:spcAft>
                <a:spcPct val="0"/>
              </a:spcAft>
              <a:buClrTx/>
              <a:buSzTx/>
              <a:buFontTx/>
              <a:buNone/>
              <a:tabLst/>
              <a:defRPr/>
            </a:pPr>
            <a:endParaRPr kumimoji="0" lang="en-US" altLang="zh-CN" sz="2400" b="0" i="0" u="none" strike="noStrike" kern="1200" cap="none" spc="0" normalizeH="0" baseline="0" noProof="0" dirty="0">
              <a:ln>
                <a:noFill/>
              </a:ln>
              <a:solidFill>
                <a:srgbClr val="33CC33"/>
              </a:solidFill>
              <a:effectLst/>
              <a:uLnTx/>
              <a:uFillTx/>
              <a:latin typeface="Times New Roman" pitchFamily="18" charset="0"/>
              <a:ea typeface="宋体" pitchFamily="2" charset="-122"/>
              <a:cs typeface="+mn-cs"/>
            </a:endParaRPr>
          </a:p>
          <a:p>
            <a:pPr marL="457200" marR="0" lvl="1"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S</a:t>
            </a:r>
            <a:r>
              <a:rPr kumimoji="0" lang="en-US" altLang="zh-CN" sz="2400" b="0" i="0" u="none" strike="noStrike" kern="1200" cap="none" spc="0" normalizeH="0" baseline="-25000" noProof="0" dirty="0">
                <a:ln>
                  <a:noFill/>
                </a:ln>
                <a:solidFill>
                  <a:srgbClr val="000000"/>
                </a:solidFill>
                <a:effectLst/>
                <a:uLnTx/>
                <a:uFillTx/>
                <a:latin typeface="Times New Roman" pitchFamily="18" charset="0"/>
                <a:ea typeface="宋体" pitchFamily="2" charset="-122"/>
                <a:cs typeface="+mn-cs"/>
              </a:rPr>
              <a:t>1</a:t>
            </a:r>
            <a:r>
              <a:rPr kumimoji="0" lang="en-US" altLang="zh-CN" sz="2400" b="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0</a:t>
            </a:r>
          </a:p>
          <a:p>
            <a:pPr marL="457200" marR="0" lvl="1"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t>
            </a:r>
            <a:r>
              <a:rPr kumimoji="0" lang="en-US" altLang="zh-CN" sz="2400" b="0" i="0" u="none" strike="noStrike" kern="1200" cap="none" spc="0" normalizeH="0" baseline="-25000" noProof="0" dirty="0">
                <a:ln>
                  <a:noFill/>
                </a:ln>
                <a:solidFill>
                  <a:srgbClr val="000000"/>
                </a:solidFill>
                <a:effectLst/>
                <a:uLnTx/>
                <a:uFillTx/>
                <a:latin typeface="Times New Roman" pitchFamily="18" charset="0"/>
                <a:ea typeface="宋体" pitchFamily="2" charset="-122"/>
                <a:cs typeface="+mn-cs"/>
              </a:rPr>
              <a:t>2</a:t>
            </a:r>
            <a:r>
              <a:rPr kumimoji="0" lang="en-US" altLang="zh-CN" sz="2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0" lang="en-US" altLang="zh-CN" sz="2400" b="0" i="0" u="none" strike="noStrike" kern="1200" cap="none" spc="0" normalizeH="0" baseline="0" noProof="0" dirty="0">
                <a:ln>
                  <a:noFill/>
                </a:ln>
                <a:solidFill>
                  <a:srgbClr val="FF00FF"/>
                </a:solidFill>
                <a:effectLst/>
                <a:uLnTx/>
                <a:uFillTx/>
                <a:latin typeface="Times New Roman" pitchFamily="18" charset="0"/>
                <a:ea typeface="宋体" pitchFamily="2" charset="-122"/>
                <a:cs typeface="+mn-cs"/>
              </a:rPr>
              <a:t>1</a:t>
            </a:r>
          </a:p>
        </p:txBody>
      </p:sp>
      <p:sp>
        <p:nvSpPr>
          <p:cNvPr id="9" name="Rectangle 7"/>
          <p:cNvSpPr>
            <a:spLocks noChangeArrowheads="1"/>
          </p:cNvSpPr>
          <p:nvPr/>
        </p:nvSpPr>
        <p:spPr bwMode="auto">
          <a:xfrm>
            <a:off x="2697274" y="2918642"/>
            <a:ext cx="158750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pPr marL="457200" marR="0" lvl="1"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A</a:t>
            </a:r>
            <a:r>
              <a:rPr kumimoji="0" lang="en-US" altLang="zh-CN" sz="2400" b="0" i="0" u="none" strike="noStrike" kern="1200" cap="none" spc="0" normalizeH="0" baseline="-25000" noProof="0" dirty="0">
                <a:ln>
                  <a:noFill/>
                </a:ln>
                <a:solidFill>
                  <a:srgbClr val="000000"/>
                </a:solidFill>
                <a:effectLst/>
                <a:uLnTx/>
                <a:uFillTx/>
                <a:latin typeface="Times New Roman" pitchFamily="18" charset="0"/>
                <a:ea typeface="宋体" pitchFamily="2" charset="-122"/>
                <a:cs typeface="+mn-cs"/>
              </a:rPr>
              <a:t>0</a:t>
            </a:r>
            <a:r>
              <a:rPr kumimoji="0" lang="en-US" altLang="zh-CN" sz="2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0</a:t>
            </a:r>
          </a:p>
          <a:p>
            <a:pPr marL="457200" marR="0" lvl="1"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B</a:t>
            </a:r>
            <a:r>
              <a:rPr kumimoji="0" lang="en-US" altLang="zh-CN" sz="2400" b="0" i="0" u="none" strike="noStrike" kern="1200" cap="none" spc="0" normalizeH="0" baseline="-25000" noProof="0" dirty="0">
                <a:ln>
                  <a:noFill/>
                </a:ln>
                <a:solidFill>
                  <a:srgbClr val="000000"/>
                </a:solidFill>
                <a:effectLst/>
                <a:uLnTx/>
                <a:uFillTx/>
                <a:latin typeface="Times New Roman" pitchFamily="18" charset="0"/>
                <a:ea typeface="宋体" pitchFamily="2" charset="-122"/>
                <a:cs typeface="+mn-cs"/>
              </a:rPr>
              <a:t>0</a:t>
            </a:r>
            <a:r>
              <a:rPr kumimoji="0" lang="en-US" altLang="zh-CN" sz="2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1</a:t>
            </a:r>
          </a:p>
          <a:p>
            <a:pPr marL="457200" marR="0" lvl="1"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t>
            </a:r>
            <a:r>
              <a:rPr kumimoji="0" lang="en-US" altLang="zh-CN" sz="2400" b="0" i="0" u="none" strike="noStrike" kern="1200" cap="none" spc="0" normalizeH="0" baseline="-25000" noProof="0" dirty="0">
                <a:ln>
                  <a:noFill/>
                </a:ln>
                <a:solidFill>
                  <a:srgbClr val="000000"/>
                </a:solidFill>
                <a:effectLst/>
                <a:uLnTx/>
                <a:uFillTx/>
                <a:latin typeface="Times New Roman" pitchFamily="18" charset="0"/>
                <a:ea typeface="宋体" pitchFamily="2" charset="-122"/>
                <a:cs typeface="+mn-cs"/>
              </a:rPr>
              <a:t>0</a:t>
            </a:r>
            <a:r>
              <a:rPr kumimoji="0" lang="en-US" altLang="zh-CN" sz="2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0</a:t>
            </a:r>
          </a:p>
          <a:p>
            <a:pPr marL="457200" marR="0" lvl="1" indent="0" algn="l" defTabSz="914400" rtl="0" eaLnBrk="1" fontAlgn="base" latinLnBrk="0" hangingPunct="1">
              <a:lnSpc>
                <a:spcPct val="100000"/>
              </a:lnSpc>
              <a:spcBef>
                <a:spcPct val="0"/>
              </a:spcBef>
              <a:spcAft>
                <a:spcPct val="0"/>
              </a:spcAft>
              <a:buClrTx/>
              <a:buSzTx/>
              <a:buFontTx/>
              <a:buNone/>
              <a:tabLst/>
              <a:defRPr/>
            </a:pPr>
            <a:endParaRPr kumimoji="0" lang="en-US" altLang="zh-CN" sz="2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a:p>
            <a:pPr marL="457200" marR="0" lvl="1"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S</a:t>
            </a:r>
            <a:r>
              <a:rPr kumimoji="0" lang="en-US" altLang="zh-CN" sz="2400" b="0" i="0" u="none" strike="noStrike" kern="1200" cap="none" spc="0" normalizeH="0" baseline="-25000" noProof="0" dirty="0">
                <a:ln>
                  <a:noFill/>
                </a:ln>
                <a:solidFill>
                  <a:srgbClr val="000000"/>
                </a:solidFill>
                <a:effectLst/>
                <a:uLnTx/>
                <a:uFillTx/>
                <a:latin typeface="Times New Roman" pitchFamily="18" charset="0"/>
                <a:ea typeface="宋体" pitchFamily="2" charset="-122"/>
                <a:cs typeface="+mn-cs"/>
              </a:rPr>
              <a:t>0</a:t>
            </a:r>
            <a:r>
              <a:rPr kumimoji="0" lang="en-US" altLang="zh-CN" sz="2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0" lang="en-US" altLang="zh-CN" sz="2400" b="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1</a:t>
            </a:r>
          </a:p>
          <a:p>
            <a:pPr marL="457200" marR="0" lvl="1"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t>
            </a:r>
            <a:r>
              <a:rPr kumimoji="0" lang="en-US" altLang="zh-CN" sz="2400" b="0" i="0" u="none" strike="noStrike" kern="1200" cap="none" spc="0" normalizeH="0" baseline="-25000" noProof="0" dirty="0">
                <a:ln>
                  <a:noFill/>
                </a:ln>
                <a:solidFill>
                  <a:srgbClr val="000000"/>
                </a:solidFill>
                <a:effectLst/>
                <a:uLnTx/>
                <a:uFillTx/>
                <a:latin typeface="Times New Roman" pitchFamily="18" charset="0"/>
                <a:ea typeface="宋体" pitchFamily="2" charset="-122"/>
                <a:cs typeface="+mn-cs"/>
              </a:rPr>
              <a:t>1</a:t>
            </a:r>
            <a:r>
              <a:rPr kumimoji="0" lang="en-US" altLang="zh-CN" sz="2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0" lang="en-US" altLang="zh-CN" sz="2400" b="0" i="0" u="none" strike="noStrike" kern="1200" cap="none" spc="0" normalizeH="0" baseline="0" noProof="0" dirty="0">
                <a:ln>
                  <a:noFill/>
                </a:ln>
                <a:solidFill>
                  <a:srgbClr val="33CC33"/>
                </a:solidFill>
                <a:effectLst/>
                <a:uLnTx/>
                <a:uFillTx/>
                <a:latin typeface="Times New Roman" pitchFamily="18" charset="0"/>
                <a:ea typeface="宋体" pitchFamily="2" charset="-122"/>
                <a:cs typeface="+mn-cs"/>
              </a:rPr>
              <a:t>0</a:t>
            </a:r>
          </a:p>
        </p:txBody>
      </p:sp>
      <p:sp>
        <p:nvSpPr>
          <p:cNvPr id="10" name="Rectangle 8"/>
          <p:cNvSpPr>
            <a:spLocks noChangeArrowheads="1"/>
          </p:cNvSpPr>
          <p:nvPr/>
        </p:nvSpPr>
        <p:spPr bwMode="auto">
          <a:xfrm>
            <a:off x="7150212" y="2918642"/>
            <a:ext cx="1328737"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pPr marL="457200" marR="0" lvl="1"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A</a:t>
            </a:r>
            <a:r>
              <a:rPr kumimoji="0" lang="en-US" altLang="zh-CN" sz="2400" b="0" i="0" u="none" strike="noStrike" kern="1200" cap="none" spc="0" normalizeH="0" baseline="-25000" noProof="0" dirty="0">
                <a:ln>
                  <a:noFill/>
                </a:ln>
                <a:solidFill>
                  <a:srgbClr val="000000"/>
                </a:solidFill>
                <a:effectLst/>
                <a:uLnTx/>
                <a:uFillTx/>
                <a:latin typeface="Times New Roman" pitchFamily="18" charset="0"/>
                <a:ea typeface="宋体" pitchFamily="2" charset="-122"/>
                <a:cs typeface="+mn-cs"/>
              </a:rPr>
              <a:t>3</a:t>
            </a:r>
            <a:r>
              <a:rPr kumimoji="0" lang="en-US" altLang="zh-CN" sz="2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1</a:t>
            </a:r>
          </a:p>
          <a:p>
            <a:pPr marL="457200" marR="0" lvl="1"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B</a:t>
            </a:r>
            <a:r>
              <a:rPr kumimoji="0" lang="en-US" altLang="zh-CN" sz="2400" b="0" i="0" u="none" strike="noStrike" kern="1200" cap="none" spc="0" normalizeH="0" baseline="-25000" noProof="0" dirty="0">
                <a:ln>
                  <a:noFill/>
                </a:ln>
                <a:solidFill>
                  <a:srgbClr val="000000"/>
                </a:solidFill>
                <a:effectLst/>
                <a:uLnTx/>
                <a:uFillTx/>
                <a:latin typeface="Times New Roman" pitchFamily="18" charset="0"/>
                <a:ea typeface="宋体" pitchFamily="2" charset="-122"/>
                <a:cs typeface="+mn-cs"/>
              </a:rPr>
              <a:t>3</a:t>
            </a:r>
            <a:r>
              <a:rPr kumimoji="0" lang="en-US" altLang="zh-CN" sz="2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1</a:t>
            </a:r>
          </a:p>
          <a:p>
            <a:pPr marL="457200" marR="0" lvl="1"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t>
            </a:r>
            <a:r>
              <a:rPr kumimoji="0" lang="en-US" altLang="zh-CN" sz="2400" b="0" i="0" u="none" strike="noStrike" kern="1200" cap="none" spc="0" normalizeH="0" baseline="-25000" noProof="0" dirty="0">
                <a:ln>
                  <a:noFill/>
                </a:ln>
                <a:solidFill>
                  <a:srgbClr val="000000"/>
                </a:solidFill>
                <a:effectLst/>
                <a:uLnTx/>
                <a:uFillTx/>
                <a:latin typeface="Times New Roman" pitchFamily="18" charset="0"/>
                <a:ea typeface="宋体" pitchFamily="2" charset="-122"/>
                <a:cs typeface="+mn-cs"/>
              </a:rPr>
              <a:t>3</a:t>
            </a:r>
            <a:r>
              <a:rPr kumimoji="0" lang="en-US" altLang="zh-CN" sz="2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0" lang="en-US" altLang="zh-CN" sz="2400" b="0" i="0" u="none" strike="noStrike" kern="1200" cap="none" spc="0" normalizeH="0" baseline="0" noProof="0" dirty="0">
                <a:ln>
                  <a:noFill/>
                </a:ln>
                <a:solidFill>
                  <a:srgbClr val="3399FF"/>
                </a:solidFill>
                <a:effectLst/>
                <a:uLnTx/>
                <a:uFillTx/>
                <a:latin typeface="Times New Roman" pitchFamily="18" charset="0"/>
                <a:ea typeface="宋体" pitchFamily="2" charset="-122"/>
                <a:cs typeface="+mn-cs"/>
              </a:rPr>
              <a:t>0</a:t>
            </a:r>
          </a:p>
          <a:p>
            <a:pPr marL="457200" marR="0" lvl="1" indent="0" algn="l" defTabSz="914400" rtl="0" eaLnBrk="1" fontAlgn="base" latinLnBrk="0" hangingPunct="1">
              <a:lnSpc>
                <a:spcPct val="100000"/>
              </a:lnSpc>
              <a:spcBef>
                <a:spcPct val="0"/>
              </a:spcBef>
              <a:spcAft>
                <a:spcPct val="0"/>
              </a:spcAft>
              <a:buClrTx/>
              <a:buSzTx/>
              <a:buFontTx/>
              <a:buNone/>
              <a:tabLst/>
              <a:defRPr/>
            </a:pPr>
            <a:endParaRPr kumimoji="0" lang="en-US" altLang="zh-CN" sz="2400" b="0" i="0" u="none" strike="noStrike" kern="1200" cap="none" spc="0" normalizeH="0" baseline="0" noProof="0" dirty="0">
              <a:ln>
                <a:noFill/>
              </a:ln>
              <a:solidFill>
                <a:srgbClr val="3399FF"/>
              </a:solidFill>
              <a:effectLst/>
              <a:uLnTx/>
              <a:uFillTx/>
              <a:latin typeface="Times New Roman" pitchFamily="18" charset="0"/>
              <a:ea typeface="宋体" pitchFamily="2" charset="-122"/>
              <a:cs typeface="+mn-cs"/>
            </a:endParaRPr>
          </a:p>
          <a:p>
            <a:pPr marL="457200" marR="0" lvl="1"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S</a:t>
            </a:r>
            <a:r>
              <a:rPr kumimoji="0" lang="en-US" altLang="zh-CN" sz="2400" b="0" i="0" u="none" strike="noStrike" kern="1200" cap="none" spc="0" normalizeH="0" baseline="-25000" noProof="0" dirty="0">
                <a:ln>
                  <a:noFill/>
                </a:ln>
                <a:solidFill>
                  <a:srgbClr val="000000"/>
                </a:solidFill>
                <a:effectLst/>
                <a:uLnTx/>
                <a:uFillTx/>
                <a:latin typeface="Times New Roman" pitchFamily="18" charset="0"/>
                <a:ea typeface="宋体" pitchFamily="2" charset="-122"/>
                <a:cs typeface="+mn-cs"/>
              </a:rPr>
              <a:t>3</a:t>
            </a:r>
            <a:r>
              <a:rPr kumimoji="0" lang="en-US" altLang="zh-CN" sz="2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0" lang="en-US" altLang="zh-CN" sz="2400" b="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0</a:t>
            </a:r>
          </a:p>
          <a:p>
            <a:pPr marL="457200" marR="0" lvl="1"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t>
            </a:r>
            <a:r>
              <a:rPr kumimoji="0" lang="en-US" altLang="zh-CN" sz="2400" b="0" i="0" u="none" strike="noStrike" kern="1200" cap="none" spc="0" normalizeH="0" baseline="-25000" noProof="0" dirty="0">
                <a:ln>
                  <a:noFill/>
                </a:ln>
                <a:solidFill>
                  <a:srgbClr val="000000"/>
                </a:solidFill>
                <a:effectLst/>
                <a:uLnTx/>
                <a:uFillTx/>
                <a:latin typeface="Times New Roman" pitchFamily="18" charset="0"/>
                <a:ea typeface="宋体" pitchFamily="2" charset="-122"/>
                <a:cs typeface="+mn-cs"/>
              </a:rPr>
              <a:t>4</a:t>
            </a:r>
            <a:r>
              <a:rPr kumimoji="0" lang="en-US" altLang="zh-CN" sz="2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0" lang="en-US" altLang="zh-CN" sz="2400" b="1"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1</a:t>
            </a:r>
          </a:p>
        </p:txBody>
      </p:sp>
      <p:sp>
        <p:nvSpPr>
          <p:cNvPr id="11" name="Rectangle 9"/>
          <p:cNvSpPr>
            <a:spLocks noChangeArrowheads="1"/>
          </p:cNvSpPr>
          <p:nvPr/>
        </p:nvSpPr>
        <p:spPr bwMode="auto">
          <a:xfrm>
            <a:off x="5688124" y="2918642"/>
            <a:ext cx="146050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pPr marL="457200" marR="0" lvl="1"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A</a:t>
            </a:r>
            <a:r>
              <a:rPr kumimoji="0" lang="en-US" altLang="zh-CN" sz="2400" b="0" i="0" u="none" strike="noStrike" kern="1200" cap="none" spc="0" normalizeH="0" baseline="-25000" noProof="0" dirty="0">
                <a:ln>
                  <a:noFill/>
                </a:ln>
                <a:solidFill>
                  <a:srgbClr val="000000"/>
                </a:solidFill>
                <a:effectLst/>
                <a:uLnTx/>
                <a:uFillTx/>
                <a:latin typeface="Times New Roman" pitchFamily="18" charset="0"/>
                <a:ea typeface="宋体" pitchFamily="2" charset="-122"/>
                <a:cs typeface="+mn-cs"/>
              </a:rPr>
              <a:t>2</a:t>
            </a:r>
            <a:r>
              <a:rPr kumimoji="0" lang="en-US" altLang="zh-CN" sz="2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0</a:t>
            </a:r>
          </a:p>
          <a:p>
            <a:pPr marL="457200" marR="0" lvl="1"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B</a:t>
            </a:r>
            <a:r>
              <a:rPr kumimoji="0" lang="en-US" altLang="zh-CN" sz="2400" b="0" i="0" u="none" strike="noStrike" kern="1200" cap="none" spc="0" normalizeH="0" baseline="-25000" noProof="0" dirty="0">
                <a:ln>
                  <a:noFill/>
                </a:ln>
                <a:solidFill>
                  <a:srgbClr val="000000"/>
                </a:solidFill>
                <a:effectLst/>
                <a:uLnTx/>
                <a:uFillTx/>
                <a:latin typeface="Times New Roman" pitchFamily="18" charset="0"/>
                <a:ea typeface="宋体" pitchFamily="2" charset="-122"/>
                <a:cs typeface="+mn-cs"/>
              </a:rPr>
              <a:t>2</a:t>
            </a:r>
            <a:r>
              <a:rPr kumimoji="0" lang="en-US" altLang="zh-CN" sz="2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0</a:t>
            </a:r>
          </a:p>
          <a:p>
            <a:pPr marL="457200" marR="0" lvl="1"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t>
            </a:r>
            <a:r>
              <a:rPr kumimoji="0" lang="en-US" altLang="zh-CN" sz="2400" b="0" i="0" u="none" strike="noStrike" kern="1200" cap="none" spc="0" normalizeH="0" baseline="-25000" noProof="0" dirty="0">
                <a:ln>
                  <a:noFill/>
                </a:ln>
                <a:solidFill>
                  <a:srgbClr val="000000"/>
                </a:solidFill>
                <a:effectLst/>
                <a:uLnTx/>
                <a:uFillTx/>
                <a:latin typeface="Times New Roman" pitchFamily="18" charset="0"/>
                <a:ea typeface="宋体" pitchFamily="2" charset="-122"/>
                <a:cs typeface="+mn-cs"/>
              </a:rPr>
              <a:t>2</a:t>
            </a:r>
            <a:r>
              <a:rPr kumimoji="0" lang="en-US" altLang="zh-CN" sz="2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0" lang="en-US" altLang="zh-CN" sz="2400" b="0" i="0" u="none" strike="noStrike" kern="1200" cap="none" spc="0" normalizeH="0" baseline="0" noProof="0" dirty="0">
                <a:ln>
                  <a:noFill/>
                </a:ln>
                <a:solidFill>
                  <a:srgbClr val="FF00FF"/>
                </a:solidFill>
                <a:effectLst/>
                <a:uLnTx/>
                <a:uFillTx/>
                <a:latin typeface="Times New Roman" pitchFamily="18" charset="0"/>
                <a:ea typeface="宋体" pitchFamily="2" charset="-122"/>
                <a:cs typeface="+mn-cs"/>
              </a:rPr>
              <a:t>1</a:t>
            </a:r>
          </a:p>
          <a:p>
            <a:pPr marL="457200" marR="0" lvl="1" indent="0" algn="l" defTabSz="914400" rtl="0" eaLnBrk="1" fontAlgn="base" latinLnBrk="0" hangingPunct="1">
              <a:lnSpc>
                <a:spcPct val="100000"/>
              </a:lnSpc>
              <a:spcBef>
                <a:spcPct val="0"/>
              </a:spcBef>
              <a:spcAft>
                <a:spcPct val="0"/>
              </a:spcAft>
              <a:buClrTx/>
              <a:buSzTx/>
              <a:buFontTx/>
              <a:buNone/>
              <a:tabLst/>
              <a:defRPr/>
            </a:pPr>
            <a:endParaRPr kumimoji="0" lang="en-US" altLang="zh-CN" sz="2400" b="0" i="0" u="none" strike="noStrike" kern="1200" cap="none" spc="0" normalizeH="0" baseline="0" noProof="0" dirty="0">
              <a:ln>
                <a:noFill/>
              </a:ln>
              <a:solidFill>
                <a:srgbClr val="FF00FF"/>
              </a:solidFill>
              <a:effectLst/>
              <a:uLnTx/>
              <a:uFillTx/>
              <a:latin typeface="Times New Roman" pitchFamily="18" charset="0"/>
              <a:ea typeface="宋体" pitchFamily="2" charset="-122"/>
              <a:cs typeface="+mn-cs"/>
            </a:endParaRPr>
          </a:p>
          <a:p>
            <a:pPr marL="457200" marR="0" lvl="1"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S</a:t>
            </a:r>
            <a:r>
              <a:rPr kumimoji="0" lang="en-US" altLang="zh-CN" sz="2400" b="0" i="0" u="none" strike="noStrike" kern="1200" cap="none" spc="0" normalizeH="0" baseline="-25000" noProof="0" dirty="0">
                <a:ln>
                  <a:noFill/>
                </a:ln>
                <a:solidFill>
                  <a:srgbClr val="000000"/>
                </a:solidFill>
                <a:effectLst/>
                <a:uLnTx/>
                <a:uFillTx/>
                <a:latin typeface="Times New Roman" pitchFamily="18" charset="0"/>
                <a:ea typeface="宋体" pitchFamily="2" charset="-122"/>
                <a:cs typeface="+mn-cs"/>
              </a:rPr>
              <a:t>2</a:t>
            </a:r>
            <a:r>
              <a:rPr kumimoji="0" lang="en-US" altLang="zh-CN" sz="2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0" lang="en-US" altLang="zh-CN" sz="2400" b="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1</a:t>
            </a:r>
          </a:p>
          <a:p>
            <a:pPr marL="457200" marR="0" lvl="1"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t>
            </a:r>
            <a:r>
              <a:rPr kumimoji="0" lang="en-US" altLang="zh-CN" sz="2400" b="0" i="0" u="none" strike="noStrike" kern="1200" cap="none" spc="0" normalizeH="0" baseline="-25000" noProof="0" dirty="0">
                <a:ln>
                  <a:noFill/>
                </a:ln>
                <a:solidFill>
                  <a:srgbClr val="000000"/>
                </a:solidFill>
                <a:effectLst/>
                <a:uLnTx/>
                <a:uFillTx/>
                <a:latin typeface="Times New Roman" pitchFamily="18" charset="0"/>
                <a:ea typeface="宋体" pitchFamily="2" charset="-122"/>
                <a:cs typeface="+mn-cs"/>
              </a:rPr>
              <a:t>3</a:t>
            </a:r>
            <a:r>
              <a:rPr kumimoji="0" lang="en-US" altLang="zh-CN" sz="2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0" lang="en-US" altLang="zh-CN" sz="2400" b="0" i="0" u="none" strike="noStrike" kern="1200" cap="none" spc="0" normalizeH="0" baseline="0" noProof="0" dirty="0">
                <a:ln>
                  <a:noFill/>
                </a:ln>
                <a:solidFill>
                  <a:srgbClr val="3399FF"/>
                </a:solidFill>
                <a:effectLst/>
                <a:uLnTx/>
                <a:uFillTx/>
                <a:latin typeface="Times New Roman" pitchFamily="18" charset="0"/>
                <a:ea typeface="宋体" pitchFamily="2" charset="-122"/>
                <a:cs typeface="+mn-cs"/>
              </a:rPr>
              <a:t>0</a:t>
            </a:r>
          </a:p>
        </p:txBody>
      </p:sp>
      <p:sp>
        <p:nvSpPr>
          <p:cNvPr id="109580" name="Text Box 10"/>
          <p:cNvSpPr txBox="1">
            <a:spLocks noChangeArrowheads="1"/>
          </p:cNvSpPr>
          <p:nvPr/>
        </p:nvSpPr>
        <p:spPr bwMode="auto">
          <a:xfrm>
            <a:off x="541412" y="4307684"/>
            <a:ext cx="212725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3200" b="0" i="0" u="none" strike="noStrike" kern="1200" cap="none" spc="0" normalizeH="0" baseline="0" noProof="0" dirty="0">
                <a:ln>
                  <a:noFill/>
                </a:ln>
                <a:solidFill>
                  <a:srgbClr val="000000"/>
                </a:solidFill>
                <a:effectLst/>
                <a:uLnTx/>
                <a:uFillTx/>
                <a:latin typeface="Times New Roman" pitchFamily="18" charset="0"/>
                <a:ea typeface="宋体" charset="-122"/>
                <a:cs typeface="+mn-cs"/>
              </a:rPr>
              <a:t>B</a:t>
            </a:r>
            <a:r>
              <a:rPr kumimoji="1" lang="en-US" altLang="zh-CN" sz="3200" b="0" i="0" u="none" strike="noStrike" kern="1200" cap="none" spc="0" normalizeH="0" baseline="-25000" noProof="0" dirty="0">
                <a:ln>
                  <a:noFill/>
                </a:ln>
                <a:solidFill>
                  <a:srgbClr val="000000"/>
                </a:solidFill>
                <a:effectLst/>
                <a:uLnTx/>
                <a:uFillTx/>
                <a:latin typeface="Times New Roman" pitchFamily="18" charset="0"/>
                <a:ea typeface="宋体" charset="-122"/>
                <a:cs typeface="+mn-cs"/>
              </a:rPr>
              <a:t>3</a:t>
            </a:r>
            <a:r>
              <a:rPr kumimoji="1" lang="en-US" altLang="zh-CN" sz="3200" b="0" i="0" u="none" strike="noStrike" kern="1200" cap="none" spc="0" normalizeH="0" baseline="0" noProof="0" dirty="0">
                <a:ln>
                  <a:noFill/>
                </a:ln>
                <a:solidFill>
                  <a:srgbClr val="000000"/>
                </a:solidFill>
                <a:effectLst/>
                <a:uLnTx/>
                <a:uFillTx/>
                <a:latin typeface="Times New Roman" pitchFamily="18" charset="0"/>
                <a:ea typeface="宋体" charset="-122"/>
                <a:cs typeface="+mn-cs"/>
              </a:rPr>
              <a:t>B</a:t>
            </a:r>
            <a:r>
              <a:rPr kumimoji="1" lang="en-US" altLang="zh-CN" sz="3200" b="0" i="0" u="none" strike="noStrike" kern="1200" cap="none" spc="0" normalizeH="0" baseline="-25000" noProof="0" dirty="0">
                <a:ln>
                  <a:noFill/>
                </a:ln>
                <a:solidFill>
                  <a:srgbClr val="000000"/>
                </a:solidFill>
                <a:effectLst/>
                <a:uLnTx/>
                <a:uFillTx/>
                <a:latin typeface="Times New Roman" pitchFamily="18" charset="0"/>
                <a:ea typeface="宋体" charset="-122"/>
                <a:cs typeface="+mn-cs"/>
              </a:rPr>
              <a:t>2</a:t>
            </a:r>
            <a:r>
              <a:rPr kumimoji="1" lang="en-US" altLang="zh-CN" sz="3200" b="0" i="0" u="none" strike="noStrike" kern="1200" cap="none" spc="0" normalizeH="0" baseline="0" noProof="0" dirty="0">
                <a:ln>
                  <a:noFill/>
                </a:ln>
                <a:solidFill>
                  <a:srgbClr val="000000"/>
                </a:solidFill>
                <a:effectLst/>
                <a:uLnTx/>
                <a:uFillTx/>
                <a:latin typeface="Times New Roman" pitchFamily="18" charset="0"/>
                <a:ea typeface="宋体" charset="-122"/>
                <a:cs typeface="+mn-cs"/>
              </a:rPr>
              <a:t>B</a:t>
            </a:r>
            <a:r>
              <a:rPr kumimoji="1" lang="en-US" altLang="zh-CN" sz="3200" b="0" i="0" u="none" strike="noStrike" kern="1200" cap="none" spc="0" normalizeH="0" baseline="-25000" noProof="0" dirty="0">
                <a:ln>
                  <a:noFill/>
                </a:ln>
                <a:solidFill>
                  <a:srgbClr val="000000"/>
                </a:solidFill>
                <a:effectLst/>
                <a:uLnTx/>
                <a:uFillTx/>
                <a:latin typeface="Times New Roman" pitchFamily="18" charset="0"/>
                <a:ea typeface="宋体" charset="-122"/>
                <a:cs typeface="+mn-cs"/>
              </a:rPr>
              <a:t>1</a:t>
            </a:r>
            <a:r>
              <a:rPr kumimoji="1" lang="en-US" altLang="zh-CN" sz="3200" b="0" i="0" u="none" strike="noStrike" kern="1200" cap="none" spc="0" normalizeH="0" baseline="0" noProof="0" dirty="0">
                <a:ln>
                  <a:noFill/>
                </a:ln>
                <a:solidFill>
                  <a:srgbClr val="000000"/>
                </a:solidFill>
                <a:effectLst/>
                <a:uLnTx/>
                <a:uFillTx/>
                <a:latin typeface="Times New Roman" pitchFamily="18" charset="0"/>
                <a:ea typeface="宋体" charset="-122"/>
                <a:cs typeface="+mn-cs"/>
              </a:rPr>
              <a:t>B</a:t>
            </a:r>
            <a:r>
              <a:rPr kumimoji="1" lang="en-US" altLang="zh-CN" sz="3200" b="0" i="0" u="none" strike="noStrike" kern="1200" cap="none" spc="0" normalizeH="0" baseline="-25000" noProof="0" dirty="0">
                <a:ln>
                  <a:noFill/>
                </a:ln>
                <a:solidFill>
                  <a:srgbClr val="000000"/>
                </a:solidFill>
                <a:effectLst/>
                <a:uLnTx/>
                <a:uFillTx/>
                <a:latin typeface="Times New Roman" pitchFamily="18" charset="0"/>
                <a:ea typeface="宋体" charset="-122"/>
                <a:cs typeface="+mn-cs"/>
              </a:rPr>
              <a:t>0</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3200" b="0" i="0" u="none" strike="noStrike" kern="1200" cap="none" spc="0" normalizeH="0" baseline="0" noProof="0" dirty="0">
                <a:ln>
                  <a:noFill/>
                </a:ln>
                <a:solidFill>
                  <a:srgbClr val="000000"/>
                </a:solidFill>
                <a:effectLst/>
                <a:uLnTx/>
                <a:uFillTx/>
                <a:latin typeface="Times New Roman" pitchFamily="18" charset="0"/>
                <a:ea typeface="宋体" charset="-122"/>
                <a:cs typeface="+mn-cs"/>
              </a:rPr>
              <a:t>1   0  1  1</a:t>
            </a:r>
          </a:p>
        </p:txBody>
      </p:sp>
      <p:cxnSp>
        <p:nvCxnSpPr>
          <p:cNvPr id="3" name="直接连接符 2"/>
          <p:cNvCxnSpPr/>
          <p:nvPr/>
        </p:nvCxnSpPr>
        <p:spPr bwMode="auto">
          <a:xfrm>
            <a:off x="3117764" y="4302272"/>
            <a:ext cx="5361185"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2" name="灯片编号占位符 6">
            <a:extLst>
              <a:ext uri="{FF2B5EF4-FFF2-40B4-BE49-F238E27FC236}">
                <a16:creationId xmlns:a16="http://schemas.microsoft.com/office/drawing/2014/main" id="{26652B79-F219-EF46-ACAC-C93972633CC0}"/>
              </a:ext>
            </a:extLst>
          </p:cNvPr>
          <p:cNvSpPr txBox="1">
            <a:spLocks/>
          </p:cNvSpPr>
          <p:nvPr/>
        </p:nvSpPr>
        <p:spPr bwMode="auto">
          <a:xfrm>
            <a:off x="6553200" y="6265860"/>
            <a:ext cx="213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4600" b="1" kern="1200">
                <a:solidFill>
                  <a:srgbClr val="FF3300"/>
                </a:solidFill>
                <a:latin typeface="Garamond" pitchFamily="18" charset="0"/>
                <a:ea typeface="宋体" charset="-122"/>
                <a:cs typeface="+mn-cs"/>
              </a:defRPr>
            </a:lvl1pPr>
            <a:lvl2pPr marL="742950" indent="-28575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2pPr>
            <a:lvl3pPr marL="11430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3pPr>
            <a:lvl4pPr marL="16002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4pPr>
            <a:lvl5pPr marL="20574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5pPr>
            <a:lvl6pPr marL="25146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6pPr>
            <a:lvl7pPr marL="29718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7pPr>
            <a:lvl8pPr marL="34290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8pPr>
            <a:lvl9pPr marL="38862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9pPr>
          </a:lstStyle>
          <a:p>
            <a:pPr eaLnBrk="1" hangingPunct="1"/>
            <a:fld id="{CCE6D788-BCB5-407E-9DED-68D155892338}" type="slidenum">
              <a:rPr lang="en-US" altLang="zh-CN" sz="1400" smtClean="0">
                <a:solidFill>
                  <a:schemeClr val="tx1"/>
                </a:solidFill>
                <a:latin typeface="+mn-lt"/>
              </a:rPr>
              <a:pPr eaLnBrk="1" hangingPunct="1"/>
              <a:t>83</a:t>
            </a:fld>
            <a:endParaRPr lang="en-US" altLang="zh-CN" sz="1400" dirty="0">
              <a:solidFill>
                <a:schemeClr val="tx1"/>
              </a:solidFill>
              <a:latin typeface="+mn-lt"/>
            </a:endParaRPr>
          </a:p>
        </p:txBody>
      </p:sp>
    </p:spTree>
    <p:extLst>
      <p:ext uri="{BB962C8B-B14F-4D97-AF65-F5344CB8AC3E}">
        <p14:creationId xmlns:p14="http://schemas.microsoft.com/office/powerpoint/2010/main" val="26788144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61" name="Rectangle 48"/>
          <p:cNvSpPr>
            <a:spLocks noGrp="1" noChangeArrowheads="1"/>
          </p:cNvSpPr>
          <p:nvPr>
            <p:ph type="title"/>
          </p:nvPr>
        </p:nvSpPr>
        <p:spPr/>
        <p:txBody>
          <a:bodyPr/>
          <a:lstStyle/>
          <a:p>
            <a:pPr eaLnBrk="1" hangingPunct="1"/>
            <a:r>
              <a:rPr lang="zh-CN" altLang="en-US" b="1" dirty="0"/>
              <a:t>串行加法器</a:t>
            </a:r>
          </a:p>
        </p:txBody>
      </p:sp>
      <p:sp>
        <p:nvSpPr>
          <p:cNvPr id="64562" name="Rectangle 49"/>
          <p:cNvSpPr>
            <a:spLocks noGrp="1" noChangeArrowheads="1"/>
          </p:cNvSpPr>
          <p:nvPr>
            <p:ph idx="1"/>
          </p:nvPr>
        </p:nvSpPr>
        <p:spPr>
          <a:xfrm>
            <a:off x="559523" y="1438117"/>
            <a:ext cx="8229600" cy="5193277"/>
          </a:xfrm>
        </p:spPr>
        <p:txBody>
          <a:bodyPr/>
          <a:lstStyle/>
          <a:p>
            <a:pPr hangingPunct="1"/>
            <a:r>
              <a:rPr lang="zh-CN" altLang="en-US" sz="2800" dirty="0">
                <a:solidFill>
                  <a:schemeClr val="tx1"/>
                </a:solidFill>
              </a:rPr>
              <a:t>也称“行波进位加</a:t>
            </a:r>
            <a:r>
              <a:rPr lang="zh-CN" altLang="en-US" sz="2800" dirty="0"/>
              <a:t>法</a:t>
            </a:r>
            <a:r>
              <a:rPr lang="zh-CN" altLang="en-US" sz="2800" dirty="0">
                <a:solidFill>
                  <a:schemeClr val="tx1"/>
                </a:solidFill>
              </a:rPr>
              <a:t>器”</a:t>
            </a:r>
            <a:r>
              <a:rPr lang="en-US" altLang="zh-CN" sz="2800" dirty="0">
                <a:solidFill>
                  <a:schemeClr val="tx1"/>
                </a:solidFill>
              </a:rPr>
              <a:t>(</a:t>
            </a:r>
            <a:r>
              <a:rPr lang="en-US" altLang="zh-CN" sz="2800" dirty="0">
                <a:solidFill>
                  <a:srgbClr val="3333FF"/>
                </a:solidFill>
              </a:rPr>
              <a:t>R</a:t>
            </a:r>
            <a:r>
              <a:rPr lang="en-US" altLang="zh-CN" sz="2800" dirty="0"/>
              <a:t>ipple </a:t>
            </a:r>
            <a:r>
              <a:rPr lang="en-US" altLang="zh-CN" sz="2800" dirty="0">
                <a:solidFill>
                  <a:srgbClr val="3333FF"/>
                </a:solidFill>
              </a:rPr>
              <a:t>C</a:t>
            </a:r>
            <a:r>
              <a:rPr lang="en-US" altLang="zh-CN" sz="2800" dirty="0"/>
              <a:t>arry </a:t>
            </a:r>
            <a:r>
              <a:rPr lang="en-US" altLang="zh-CN" sz="2800" dirty="0">
                <a:solidFill>
                  <a:srgbClr val="3333FF"/>
                </a:solidFill>
              </a:rPr>
              <a:t>A</a:t>
            </a:r>
            <a:r>
              <a:rPr lang="en-US" altLang="zh-CN" sz="2800" dirty="0"/>
              <a:t>dder</a:t>
            </a:r>
            <a:r>
              <a:rPr lang="en-US" altLang="zh-CN" sz="2800" dirty="0">
                <a:solidFill>
                  <a:schemeClr val="tx1"/>
                </a:solidFill>
              </a:rPr>
              <a:t>)</a:t>
            </a:r>
            <a:endParaRPr lang="zh-CN" altLang="en-US" sz="2800" dirty="0">
              <a:solidFill>
                <a:schemeClr val="tx1"/>
              </a:solidFill>
            </a:endParaRPr>
          </a:p>
        </p:txBody>
      </p:sp>
      <p:sp>
        <p:nvSpPr>
          <p:cNvPr id="3" name="Slide Number Placeholder 2">
            <a:extLst>
              <a:ext uri="{FF2B5EF4-FFF2-40B4-BE49-F238E27FC236}">
                <a16:creationId xmlns:a16="http://schemas.microsoft.com/office/drawing/2014/main" id="{F2992C29-CFE0-6645-85C8-027B865AAAC8}"/>
              </a:ext>
            </a:extLst>
          </p:cNvPr>
          <p:cNvSpPr>
            <a:spLocks noGrp="1"/>
          </p:cNvSpPr>
          <p:nvPr>
            <p:ph type="sldNum" sz="quarter" idx="12"/>
          </p:nvPr>
        </p:nvSpPr>
        <p:spPr/>
        <p:txBody>
          <a:bodyPr/>
          <a:lstStyle/>
          <a:p>
            <a:pPr>
              <a:defRPr/>
            </a:pPr>
            <a:fld id="{A88D0608-5506-4AD0-BB9E-DF761E8BFA1F}" type="slidenum">
              <a:rPr lang="zh-CN" altLang="en-US" smtClean="0"/>
              <a:pPr>
                <a:defRPr/>
              </a:pPr>
              <a:t>84</a:t>
            </a:fld>
            <a:endParaRPr lang="en-US" altLang="zh-CN" dirty="0"/>
          </a:p>
        </p:txBody>
      </p:sp>
      <p:grpSp>
        <p:nvGrpSpPr>
          <p:cNvPr id="2" name="组合 1"/>
          <p:cNvGrpSpPr/>
          <p:nvPr/>
        </p:nvGrpSpPr>
        <p:grpSpPr>
          <a:xfrm>
            <a:off x="783305" y="2174767"/>
            <a:ext cx="3023318" cy="4298389"/>
            <a:chOff x="1054915" y="2355850"/>
            <a:chExt cx="3023318" cy="4298389"/>
          </a:xfrm>
        </p:grpSpPr>
        <p:sp>
          <p:nvSpPr>
            <p:cNvPr id="64515" name="Rectangle 2"/>
            <p:cNvSpPr>
              <a:spLocks noChangeArrowheads="1"/>
            </p:cNvSpPr>
            <p:nvPr/>
          </p:nvSpPr>
          <p:spPr bwMode="auto">
            <a:xfrm>
              <a:off x="1065213" y="2813050"/>
              <a:ext cx="387928"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600" b="1" i="0" u="none" strike="noStrike" kern="1200" cap="none" spc="0" normalizeH="0" baseline="0" noProof="0">
                  <a:ln>
                    <a:noFill/>
                  </a:ln>
                  <a:solidFill>
                    <a:srgbClr val="000000"/>
                  </a:solidFill>
                  <a:effectLst/>
                  <a:uLnTx/>
                  <a:uFillTx/>
                  <a:latin typeface="Times New Roman" pitchFamily="18" charset="0"/>
                  <a:ea typeface="PMingLiU" pitchFamily="18" charset="-120"/>
                  <a:cs typeface="+mn-cs"/>
                </a:rPr>
                <a:t>a</a:t>
              </a:r>
              <a:r>
                <a:rPr kumimoji="1" lang="en-US" altLang="zh-TW" sz="1600" b="1" i="0" u="none" strike="noStrike" kern="1200" cap="none" spc="0" normalizeH="0" baseline="0" noProof="0">
                  <a:ln>
                    <a:noFill/>
                  </a:ln>
                  <a:solidFill>
                    <a:srgbClr val="000000"/>
                  </a:solidFill>
                  <a:effectLst/>
                  <a:uLnTx/>
                  <a:uFillTx/>
                  <a:latin typeface="Times New Roman" pitchFamily="18" charset="0"/>
                  <a:ea typeface="PMingLiU" pitchFamily="18" charset="-120"/>
                  <a:cs typeface="+mn-cs"/>
                </a:rPr>
                <a:t>0</a:t>
              </a:r>
            </a:p>
          </p:txBody>
        </p:sp>
        <p:sp>
          <p:nvSpPr>
            <p:cNvPr id="64516" name="Rectangle 3"/>
            <p:cNvSpPr>
              <a:spLocks noChangeArrowheads="1"/>
            </p:cNvSpPr>
            <p:nvPr/>
          </p:nvSpPr>
          <p:spPr bwMode="auto">
            <a:xfrm>
              <a:off x="1065213" y="3194050"/>
              <a:ext cx="399149"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600" b="1" i="0" u="none" strike="noStrike" kern="1200" cap="none" spc="0" normalizeH="0" baseline="0" noProof="0">
                  <a:ln>
                    <a:noFill/>
                  </a:ln>
                  <a:solidFill>
                    <a:srgbClr val="000000"/>
                  </a:solidFill>
                  <a:effectLst/>
                  <a:uLnTx/>
                  <a:uFillTx/>
                  <a:latin typeface="Times New Roman" pitchFamily="18" charset="0"/>
                  <a:ea typeface="PMingLiU" pitchFamily="18" charset="-120"/>
                  <a:cs typeface="+mn-cs"/>
                </a:rPr>
                <a:t>b</a:t>
              </a:r>
              <a:r>
                <a:rPr kumimoji="1" lang="en-US" altLang="zh-TW" sz="1600" b="1" i="0" u="none" strike="noStrike" kern="1200" cap="none" spc="0" normalizeH="0" baseline="0" noProof="0">
                  <a:ln>
                    <a:noFill/>
                  </a:ln>
                  <a:solidFill>
                    <a:srgbClr val="000000"/>
                  </a:solidFill>
                  <a:effectLst/>
                  <a:uLnTx/>
                  <a:uFillTx/>
                  <a:latin typeface="Times New Roman" pitchFamily="18" charset="0"/>
                  <a:ea typeface="PMingLiU" pitchFamily="18" charset="-120"/>
                  <a:cs typeface="+mn-cs"/>
                </a:rPr>
                <a:t>0</a:t>
              </a:r>
            </a:p>
          </p:txBody>
        </p:sp>
        <p:sp>
          <p:nvSpPr>
            <p:cNvPr id="64517" name="Rectangle 4"/>
            <p:cNvSpPr>
              <a:spLocks noChangeArrowheads="1"/>
            </p:cNvSpPr>
            <p:nvPr/>
          </p:nvSpPr>
          <p:spPr bwMode="auto">
            <a:xfrm>
              <a:off x="1931988" y="2903538"/>
              <a:ext cx="1041400" cy="5080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4518" name="Rectangle 5"/>
            <p:cNvSpPr>
              <a:spLocks noChangeArrowheads="1"/>
            </p:cNvSpPr>
            <p:nvPr/>
          </p:nvSpPr>
          <p:spPr bwMode="auto">
            <a:xfrm>
              <a:off x="2300425" y="3008313"/>
              <a:ext cx="299763"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600" b="1" i="0" u="none" strike="noStrike" kern="1200" cap="none" spc="0" normalizeH="0" baseline="0" noProof="0">
                  <a:ln>
                    <a:noFill/>
                  </a:ln>
                  <a:solidFill>
                    <a:srgbClr val="000000"/>
                  </a:solidFill>
                  <a:effectLst/>
                  <a:uLnTx/>
                  <a:uFillTx/>
                  <a:latin typeface="Times New Roman" pitchFamily="18" charset="0"/>
                  <a:ea typeface="PMingLiU" pitchFamily="18" charset="-120"/>
                  <a:cs typeface="+mn-cs"/>
                </a:rPr>
                <a:t>+</a:t>
              </a:r>
              <a:endParaRPr kumimoji="1" lang="en-US" altLang="zh-TW" sz="1600" b="1" i="0" u="none" strike="noStrike" kern="1200" cap="none" spc="0" normalizeH="0" baseline="0" noProof="0">
                <a:ln>
                  <a:noFill/>
                </a:ln>
                <a:solidFill>
                  <a:srgbClr val="000000"/>
                </a:solidFill>
                <a:effectLst/>
                <a:uLnTx/>
                <a:uFillTx/>
                <a:latin typeface="Times New Roman" pitchFamily="18" charset="0"/>
                <a:ea typeface="PMingLiU" pitchFamily="18" charset="-120"/>
                <a:cs typeface="+mn-cs"/>
              </a:endParaRPr>
            </a:p>
          </p:txBody>
        </p:sp>
        <p:sp>
          <p:nvSpPr>
            <p:cNvPr id="64519" name="Line 6"/>
            <p:cNvSpPr>
              <a:spLocks noChangeShapeType="1"/>
            </p:cNvSpPr>
            <p:nvPr/>
          </p:nvSpPr>
          <p:spPr bwMode="auto">
            <a:xfrm>
              <a:off x="2986088" y="3119438"/>
              <a:ext cx="4572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4520" name="Line 7"/>
            <p:cNvSpPr>
              <a:spLocks noChangeShapeType="1"/>
            </p:cNvSpPr>
            <p:nvPr/>
          </p:nvSpPr>
          <p:spPr bwMode="auto">
            <a:xfrm>
              <a:off x="1385888" y="3043238"/>
              <a:ext cx="5334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4521" name="Line 8"/>
            <p:cNvSpPr>
              <a:spLocks noChangeShapeType="1"/>
            </p:cNvSpPr>
            <p:nvPr/>
          </p:nvSpPr>
          <p:spPr bwMode="auto">
            <a:xfrm>
              <a:off x="1385888" y="3271838"/>
              <a:ext cx="5334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4522" name="Rectangle 9"/>
            <p:cNvSpPr>
              <a:spLocks noChangeArrowheads="1"/>
            </p:cNvSpPr>
            <p:nvPr/>
          </p:nvSpPr>
          <p:spPr bwMode="auto">
            <a:xfrm>
              <a:off x="3427413" y="2965450"/>
              <a:ext cx="650820"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600" b="1" i="0" u="none" strike="noStrike" kern="1200" cap="none" spc="0" normalizeH="0" baseline="0" noProof="0">
                  <a:ln>
                    <a:noFill/>
                  </a:ln>
                  <a:solidFill>
                    <a:srgbClr val="000000"/>
                  </a:solidFill>
                  <a:effectLst/>
                  <a:uLnTx/>
                  <a:uFillTx/>
                  <a:latin typeface="Times New Roman" pitchFamily="18" charset="0"/>
                  <a:ea typeface="PMingLiU" pitchFamily="18" charset="-120"/>
                  <a:cs typeface="+mn-cs"/>
                </a:rPr>
                <a:t>sum</a:t>
              </a:r>
              <a:r>
                <a:rPr kumimoji="1" lang="en-US" altLang="zh-TW" sz="1600" b="1" i="0" u="none" strike="noStrike" kern="1200" cap="none" spc="0" normalizeH="0" baseline="0" noProof="0">
                  <a:ln>
                    <a:noFill/>
                  </a:ln>
                  <a:solidFill>
                    <a:srgbClr val="000000"/>
                  </a:solidFill>
                  <a:effectLst/>
                  <a:uLnTx/>
                  <a:uFillTx/>
                  <a:latin typeface="Times New Roman" pitchFamily="18" charset="0"/>
                  <a:ea typeface="PMingLiU" pitchFamily="18" charset="-120"/>
                  <a:cs typeface="+mn-cs"/>
                </a:rPr>
                <a:t>0</a:t>
              </a:r>
            </a:p>
          </p:txBody>
        </p:sp>
        <p:sp>
          <p:nvSpPr>
            <p:cNvPr id="64523" name="Line 10"/>
            <p:cNvSpPr>
              <a:spLocks noChangeShapeType="1"/>
            </p:cNvSpPr>
            <p:nvPr/>
          </p:nvSpPr>
          <p:spPr bwMode="auto">
            <a:xfrm>
              <a:off x="2452688" y="2509838"/>
              <a:ext cx="0" cy="3810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4524" name="Rectangle 11"/>
            <p:cNvSpPr>
              <a:spLocks noChangeArrowheads="1"/>
            </p:cNvSpPr>
            <p:nvPr/>
          </p:nvSpPr>
          <p:spPr bwMode="auto">
            <a:xfrm>
              <a:off x="1949450" y="2355850"/>
              <a:ext cx="548228"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600" b="1" i="0" u="none" strike="noStrike" kern="1200" cap="none" spc="0" normalizeH="0" baseline="0" noProof="0">
                  <a:ln>
                    <a:noFill/>
                  </a:ln>
                  <a:solidFill>
                    <a:srgbClr val="000000"/>
                  </a:solidFill>
                  <a:effectLst/>
                  <a:uLnTx/>
                  <a:uFillTx/>
                  <a:latin typeface="Times New Roman" pitchFamily="18" charset="0"/>
                  <a:ea typeface="PMingLiU" pitchFamily="18" charset="-120"/>
                  <a:cs typeface="+mn-cs"/>
                </a:rPr>
                <a:t>cin</a:t>
              </a:r>
              <a:r>
                <a:rPr kumimoji="1" lang="en-US" altLang="zh-TW" sz="1600" b="1" i="0" u="none" strike="noStrike" kern="1200" cap="none" spc="0" normalizeH="0" baseline="0" noProof="0">
                  <a:ln>
                    <a:noFill/>
                  </a:ln>
                  <a:solidFill>
                    <a:srgbClr val="000000"/>
                  </a:solidFill>
                  <a:effectLst/>
                  <a:uLnTx/>
                  <a:uFillTx/>
                  <a:latin typeface="Times New Roman" pitchFamily="18" charset="0"/>
                  <a:ea typeface="PMingLiU" pitchFamily="18" charset="-120"/>
                  <a:cs typeface="+mn-cs"/>
                </a:rPr>
                <a:t>0</a:t>
              </a:r>
            </a:p>
          </p:txBody>
        </p:sp>
        <p:sp>
          <p:nvSpPr>
            <p:cNvPr id="64525" name="Rectangle 12"/>
            <p:cNvSpPr>
              <a:spLocks noChangeArrowheads="1"/>
            </p:cNvSpPr>
            <p:nvPr/>
          </p:nvSpPr>
          <p:spPr bwMode="auto">
            <a:xfrm>
              <a:off x="1065213" y="3727450"/>
              <a:ext cx="387928"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600" b="1" i="0" u="none" strike="noStrike" kern="1200" cap="none" spc="0" normalizeH="0" baseline="0" noProof="0">
                  <a:ln>
                    <a:noFill/>
                  </a:ln>
                  <a:solidFill>
                    <a:srgbClr val="000000"/>
                  </a:solidFill>
                  <a:effectLst/>
                  <a:uLnTx/>
                  <a:uFillTx/>
                  <a:latin typeface="Times New Roman" pitchFamily="18" charset="0"/>
                  <a:ea typeface="PMingLiU" pitchFamily="18" charset="-120"/>
                  <a:cs typeface="+mn-cs"/>
                </a:rPr>
                <a:t>a</a:t>
              </a:r>
              <a:r>
                <a:rPr kumimoji="1" lang="en-US" altLang="zh-TW" sz="1600" b="1" i="0" u="none" strike="noStrike" kern="1200" cap="none" spc="0" normalizeH="0" baseline="0" noProof="0">
                  <a:ln>
                    <a:noFill/>
                  </a:ln>
                  <a:solidFill>
                    <a:srgbClr val="000000"/>
                  </a:solidFill>
                  <a:effectLst/>
                  <a:uLnTx/>
                  <a:uFillTx/>
                  <a:latin typeface="Times New Roman" pitchFamily="18" charset="0"/>
                  <a:ea typeface="PMingLiU" pitchFamily="18" charset="-120"/>
                  <a:cs typeface="+mn-cs"/>
                </a:rPr>
                <a:t>1</a:t>
              </a:r>
            </a:p>
          </p:txBody>
        </p:sp>
        <p:sp>
          <p:nvSpPr>
            <p:cNvPr id="64526" name="Rectangle 13"/>
            <p:cNvSpPr>
              <a:spLocks noChangeArrowheads="1"/>
            </p:cNvSpPr>
            <p:nvPr/>
          </p:nvSpPr>
          <p:spPr bwMode="auto">
            <a:xfrm>
              <a:off x="1065213" y="4108450"/>
              <a:ext cx="399149"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600" b="1" i="0" u="none" strike="noStrike" kern="1200" cap="none" spc="0" normalizeH="0" baseline="0" noProof="0">
                  <a:ln>
                    <a:noFill/>
                  </a:ln>
                  <a:solidFill>
                    <a:srgbClr val="000000"/>
                  </a:solidFill>
                  <a:effectLst/>
                  <a:uLnTx/>
                  <a:uFillTx/>
                  <a:latin typeface="Times New Roman" pitchFamily="18" charset="0"/>
                  <a:ea typeface="PMingLiU" pitchFamily="18" charset="-120"/>
                  <a:cs typeface="+mn-cs"/>
                </a:rPr>
                <a:t>b</a:t>
              </a:r>
              <a:r>
                <a:rPr kumimoji="1" lang="en-US" altLang="zh-TW" sz="1600" b="1" i="0" u="none" strike="noStrike" kern="1200" cap="none" spc="0" normalizeH="0" baseline="0" noProof="0">
                  <a:ln>
                    <a:noFill/>
                  </a:ln>
                  <a:solidFill>
                    <a:srgbClr val="000000"/>
                  </a:solidFill>
                  <a:effectLst/>
                  <a:uLnTx/>
                  <a:uFillTx/>
                  <a:latin typeface="Times New Roman" pitchFamily="18" charset="0"/>
                  <a:ea typeface="PMingLiU" pitchFamily="18" charset="-120"/>
                  <a:cs typeface="+mn-cs"/>
                </a:rPr>
                <a:t>1</a:t>
              </a:r>
            </a:p>
          </p:txBody>
        </p:sp>
        <p:sp>
          <p:nvSpPr>
            <p:cNvPr id="64527" name="Rectangle 14"/>
            <p:cNvSpPr>
              <a:spLocks noChangeArrowheads="1"/>
            </p:cNvSpPr>
            <p:nvPr/>
          </p:nvSpPr>
          <p:spPr bwMode="auto">
            <a:xfrm>
              <a:off x="1931988" y="3817938"/>
              <a:ext cx="1041400" cy="5080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4528" name="Rectangle 15"/>
            <p:cNvSpPr>
              <a:spLocks noChangeArrowheads="1"/>
            </p:cNvSpPr>
            <p:nvPr/>
          </p:nvSpPr>
          <p:spPr bwMode="auto">
            <a:xfrm>
              <a:off x="2300425" y="3917950"/>
              <a:ext cx="299763"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600" b="1" i="0" u="none" strike="noStrike" kern="1200" cap="none" spc="0" normalizeH="0" baseline="0" noProof="0">
                  <a:ln>
                    <a:noFill/>
                  </a:ln>
                  <a:solidFill>
                    <a:srgbClr val="000000"/>
                  </a:solidFill>
                  <a:effectLst/>
                  <a:uLnTx/>
                  <a:uFillTx/>
                  <a:latin typeface="Times New Roman" pitchFamily="18" charset="0"/>
                  <a:ea typeface="PMingLiU" pitchFamily="18" charset="-120"/>
                  <a:cs typeface="+mn-cs"/>
                </a:rPr>
                <a:t>+</a:t>
              </a:r>
              <a:endParaRPr kumimoji="1" lang="en-US" altLang="zh-TW" sz="1600" b="1" i="0" u="none" strike="noStrike" kern="1200" cap="none" spc="0" normalizeH="0" baseline="0" noProof="0">
                <a:ln>
                  <a:noFill/>
                </a:ln>
                <a:solidFill>
                  <a:srgbClr val="000000"/>
                </a:solidFill>
                <a:effectLst/>
                <a:uLnTx/>
                <a:uFillTx/>
                <a:latin typeface="Times New Roman" pitchFamily="18" charset="0"/>
                <a:ea typeface="PMingLiU" pitchFamily="18" charset="-120"/>
                <a:cs typeface="+mn-cs"/>
              </a:endParaRPr>
            </a:p>
          </p:txBody>
        </p:sp>
        <p:sp>
          <p:nvSpPr>
            <p:cNvPr id="64529" name="Line 16"/>
            <p:cNvSpPr>
              <a:spLocks noChangeShapeType="1"/>
            </p:cNvSpPr>
            <p:nvPr/>
          </p:nvSpPr>
          <p:spPr bwMode="auto">
            <a:xfrm>
              <a:off x="2986088" y="4033838"/>
              <a:ext cx="4572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4530" name="Line 17"/>
            <p:cNvSpPr>
              <a:spLocks noChangeShapeType="1"/>
            </p:cNvSpPr>
            <p:nvPr/>
          </p:nvSpPr>
          <p:spPr bwMode="auto">
            <a:xfrm>
              <a:off x="1385888" y="3957638"/>
              <a:ext cx="5334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4531" name="Line 18"/>
            <p:cNvSpPr>
              <a:spLocks noChangeShapeType="1"/>
            </p:cNvSpPr>
            <p:nvPr/>
          </p:nvSpPr>
          <p:spPr bwMode="auto">
            <a:xfrm>
              <a:off x="1385888" y="4186238"/>
              <a:ext cx="5334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4532" name="Rectangle 19"/>
            <p:cNvSpPr>
              <a:spLocks noChangeArrowheads="1"/>
            </p:cNvSpPr>
            <p:nvPr/>
          </p:nvSpPr>
          <p:spPr bwMode="auto">
            <a:xfrm>
              <a:off x="3427413" y="3879850"/>
              <a:ext cx="650820"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600" b="1" i="0" u="none" strike="noStrike" kern="1200" cap="none" spc="0" normalizeH="0" baseline="0" noProof="0" dirty="0">
                  <a:ln>
                    <a:noFill/>
                  </a:ln>
                  <a:solidFill>
                    <a:srgbClr val="000000"/>
                  </a:solidFill>
                  <a:effectLst/>
                  <a:uLnTx/>
                  <a:uFillTx/>
                  <a:latin typeface="Times New Roman" pitchFamily="18" charset="0"/>
                  <a:ea typeface="PMingLiU" pitchFamily="18" charset="-120"/>
                  <a:cs typeface="+mn-cs"/>
                </a:rPr>
                <a:t>sum</a:t>
              </a:r>
              <a:r>
                <a:rPr kumimoji="1" lang="en-US" altLang="zh-TW" sz="1600" b="1" i="0" u="none" strike="noStrike" kern="1200" cap="none" spc="0" normalizeH="0" baseline="0" noProof="0" dirty="0">
                  <a:ln>
                    <a:noFill/>
                  </a:ln>
                  <a:solidFill>
                    <a:srgbClr val="000000"/>
                  </a:solidFill>
                  <a:effectLst/>
                  <a:uLnTx/>
                  <a:uFillTx/>
                  <a:latin typeface="Times New Roman" pitchFamily="18" charset="0"/>
                  <a:ea typeface="PMingLiU" pitchFamily="18" charset="-120"/>
                  <a:cs typeface="+mn-cs"/>
                </a:rPr>
                <a:t>1</a:t>
              </a:r>
            </a:p>
          </p:txBody>
        </p:sp>
        <p:sp>
          <p:nvSpPr>
            <p:cNvPr id="64533" name="Line 20"/>
            <p:cNvSpPr>
              <a:spLocks noChangeShapeType="1"/>
            </p:cNvSpPr>
            <p:nvPr/>
          </p:nvSpPr>
          <p:spPr bwMode="auto">
            <a:xfrm>
              <a:off x="2452688" y="3424238"/>
              <a:ext cx="0" cy="3810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4534" name="Rectangle 21"/>
            <p:cNvSpPr>
              <a:spLocks noChangeArrowheads="1"/>
            </p:cNvSpPr>
            <p:nvPr/>
          </p:nvSpPr>
          <p:spPr bwMode="auto">
            <a:xfrm>
              <a:off x="2436813" y="4260850"/>
              <a:ext cx="662042"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600" b="1" i="0" u="none" strike="noStrike" kern="1200" cap="none" spc="0" normalizeH="0" baseline="0" noProof="0">
                  <a:ln>
                    <a:noFill/>
                  </a:ln>
                  <a:solidFill>
                    <a:srgbClr val="000000"/>
                  </a:solidFill>
                  <a:effectLst/>
                  <a:uLnTx/>
                  <a:uFillTx/>
                  <a:latin typeface="Times New Roman" pitchFamily="18" charset="0"/>
                  <a:ea typeface="PMingLiU" pitchFamily="18" charset="-120"/>
                  <a:cs typeface="+mn-cs"/>
                </a:rPr>
                <a:t>cout</a:t>
              </a:r>
              <a:r>
                <a:rPr kumimoji="1" lang="en-US" altLang="zh-TW" sz="1600" b="1" i="0" u="none" strike="noStrike" kern="1200" cap="none" spc="0" normalizeH="0" baseline="0" noProof="0">
                  <a:ln>
                    <a:noFill/>
                  </a:ln>
                  <a:solidFill>
                    <a:srgbClr val="000000"/>
                  </a:solidFill>
                  <a:effectLst/>
                  <a:uLnTx/>
                  <a:uFillTx/>
                  <a:latin typeface="Times New Roman" pitchFamily="18" charset="0"/>
                  <a:ea typeface="PMingLiU" pitchFamily="18" charset="-120"/>
                  <a:cs typeface="+mn-cs"/>
                </a:rPr>
                <a:t>1</a:t>
              </a:r>
            </a:p>
          </p:txBody>
        </p:sp>
        <p:sp>
          <p:nvSpPr>
            <p:cNvPr id="64535" name="Rectangle 22"/>
            <p:cNvSpPr>
              <a:spLocks noChangeArrowheads="1"/>
            </p:cNvSpPr>
            <p:nvPr/>
          </p:nvSpPr>
          <p:spPr bwMode="auto">
            <a:xfrm>
              <a:off x="1054915" y="4687525"/>
              <a:ext cx="387928"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600" b="1" i="0" u="none" strike="noStrike" kern="1200" cap="none" spc="0" normalizeH="0" baseline="0" noProof="0" dirty="0">
                  <a:ln>
                    <a:noFill/>
                  </a:ln>
                  <a:solidFill>
                    <a:srgbClr val="000000"/>
                  </a:solidFill>
                  <a:effectLst/>
                  <a:uLnTx/>
                  <a:uFillTx/>
                  <a:latin typeface="Times New Roman" pitchFamily="18" charset="0"/>
                  <a:ea typeface="PMingLiU" pitchFamily="18" charset="-120"/>
                  <a:cs typeface="+mn-cs"/>
                </a:rPr>
                <a:t>a</a:t>
              </a:r>
              <a:r>
                <a:rPr kumimoji="1" lang="en-US" altLang="zh-TW" sz="1600" b="1" i="0" u="none" strike="noStrike" kern="1200" cap="none" spc="0" normalizeH="0" baseline="0" noProof="0" dirty="0">
                  <a:ln>
                    <a:noFill/>
                  </a:ln>
                  <a:solidFill>
                    <a:srgbClr val="000000"/>
                  </a:solidFill>
                  <a:effectLst/>
                  <a:uLnTx/>
                  <a:uFillTx/>
                  <a:latin typeface="Times New Roman" pitchFamily="18" charset="0"/>
                  <a:ea typeface="PMingLiU" pitchFamily="18" charset="-120"/>
                  <a:cs typeface="+mn-cs"/>
                </a:rPr>
                <a:t>2</a:t>
              </a:r>
            </a:p>
          </p:txBody>
        </p:sp>
        <p:sp>
          <p:nvSpPr>
            <p:cNvPr id="64536" name="Rectangle 23"/>
            <p:cNvSpPr>
              <a:spLocks noChangeArrowheads="1"/>
            </p:cNvSpPr>
            <p:nvPr/>
          </p:nvSpPr>
          <p:spPr bwMode="auto">
            <a:xfrm>
              <a:off x="1065213" y="5022850"/>
              <a:ext cx="399149"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600" b="1" i="0" u="none" strike="noStrike" kern="1200" cap="none" spc="0" normalizeH="0" baseline="0" noProof="0">
                  <a:ln>
                    <a:noFill/>
                  </a:ln>
                  <a:solidFill>
                    <a:srgbClr val="000000"/>
                  </a:solidFill>
                  <a:effectLst/>
                  <a:uLnTx/>
                  <a:uFillTx/>
                  <a:latin typeface="Times New Roman" pitchFamily="18" charset="0"/>
                  <a:ea typeface="PMingLiU" pitchFamily="18" charset="-120"/>
                  <a:cs typeface="+mn-cs"/>
                </a:rPr>
                <a:t>b</a:t>
              </a:r>
              <a:r>
                <a:rPr kumimoji="1" lang="en-US" altLang="zh-TW" sz="1600" b="1" i="0" u="none" strike="noStrike" kern="1200" cap="none" spc="0" normalizeH="0" baseline="0" noProof="0">
                  <a:ln>
                    <a:noFill/>
                  </a:ln>
                  <a:solidFill>
                    <a:srgbClr val="000000"/>
                  </a:solidFill>
                  <a:effectLst/>
                  <a:uLnTx/>
                  <a:uFillTx/>
                  <a:latin typeface="Times New Roman" pitchFamily="18" charset="0"/>
                  <a:ea typeface="PMingLiU" pitchFamily="18" charset="-120"/>
                  <a:cs typeface="+mn-cs"/>
                </a:rPr>
                <a:t>2</a:t>
              </a:r>
            </a:p>
          </p:txBody>
        </p:sp>
        <p:sp>
          <p:nvSpPr>
            <p:cNvPr id="64537" name="Rectangle 24"/>
            <p:cNvSpPr>
              <a:spLocks noChangeArrowheads="1"/>
            </p:cNvSpPr>
            <p:nvPr/>
          </p:nvSpPr>
          <p:spPr bwMode="auto">
            <a:xfrm>
              <a:off x="1931988" y="4732338"/>
              <a:ext cx="1041400" cy="5080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4538" name="Rectangle 25"/>
            <p:cNvSpPr>
              <a:spLocks noChangeArrowheads="1"/>
            </p:cNvSpPr>
            <p:nvPr/>
          </p:nvSpPr>
          <p:spPr bwMode="auto">
            <a:xfrm>
              <a:off x="2287725" y="4819650"/>
              <a:ext cx="299763"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600" b="1" i="0" u="none" strike="noStrike" kern="1200" cap="none" spc="0" normalizeH="0" baseline="0" noProof="0">
                  <a:ln>
                    <a:noFill/>
                  </a:ln>
                  <a:solidFill>
                    <a:srgbClr val="000000"/>
                  </a:solidFill>
                  <a:effectLst/>
                  <a:uLnTx/>
                  <a:uFillTx/>
                  <a:latin typeface="Times New Roman" pitchFamily="18" charset="0"/>
                  <a:ea typeface="PMingLiU" pitchFamily="18" charset="-120"/>
                  <a:cs typeface="+mn-cs"/>
                </a:rPr>
                <a:t>+</a:t>
              </a:r>
              <a:endParaRPr kumimoji="1" lang="en-US" altLang="zh-TW" sz="1600" b="1" i="0" u="none" strike="noStrike" kern="1200" cap="none" spc="0" normalizeH="0" baseline="0" noProof="0">
                <a:ln>
                  <a:noFill/>
                </a:ln>
                <a:solidFill>
                  <a:srgbClr val="000000"/>
                </a:solidFill>
                <a:effectLst/>
                <a:uLnTx/>
                <a:uFillTx/>
                <a:latin typeface="Times New Roman" pitchFamily="18" charset="0"/>
                <a:ea typeface="PMingLiU" pitchFamily="18" charset="-120"/>
                <a:cs typeface="+mn-cs"/>
              </a:endParaRPr>
            </a:p>
          </p:txBody>
        </p:sp>
        <p:sp>
          <p:nvSpPr>
            <p:cNvPr id="64539" name="Line 26"/>
            <p:cNvSpPr>
              <a:spLocks noChangeShapeType="1"/>
            </p:cNvSpPr>
            <p:nvPr/>
          </p:nvSpPr>
          <p:spPr bwMode="auto">
            <a:xfrm>
              <a:off x="2986088" y="4948238"/>
              <a:ext cx="4572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4540" name="Line 27"/>
            <p:cNvSpPr>
              <a:spLocks noChangeShapeType="1"/>
            </p:cNvSpPr>
            <p:nvPr/>
          </p:nvSpPr>
          <p:spPr bwMode="auto">
            <a:xfrm>
              <a:off x="1385888" y="4872038"/>
              <a:ext cx="5334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4541" name="Line 28"/>
            <p:cNvSpPr>
              <a:spLocks noChangeShapeType="1"/>
            </p:cNvSpPr>
            <p:nvPr/>
          </p:nvSpPr>
          <p:spPr bwMode="auto">
            <a:xfrm>
              <a:off x="1385888" y="5100638"/>
              <a:ext cx="5334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4542" name="Rectangle 29"/>
            <p:cNvSpPr>
              <a:spLocks noChangeArrowheads="1"/>
            </p:cNvSpPr>
            <p:nvPr/>
          </p:nvSpPr>
          <p:spPr bwMode="auto">
            <a:xfrm>
              <a:off x="3427413" y="4794250"/>
              <a:ext cx="650820"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600" b="1" i="0" u="none" strike="noStrike" kern="1200" cap="none" spc="0" normalizeH="0" baseline="0" noProof="0">
                  <a:ln>
                    <a:noFill/>
                  </a:ln>
                  <a:solidFill>
                    <a:srgbClr val="000000"/>
                  </a:solidFill>
                  <a:effectLst/>
                  <a:uLnTx/>
                  <a:uFillTx/>
                  <a:latin typeface="Times New Roman" pitchFamily="18" charset="0"/>
                  <a:ea typeface="PMingLiU" pitchFamily="18" charset="-120"/>
                  <a:cs typeface="+mn-cs"/>
                </a:rPr>
                <a:t>sum</a:t>
              </a:r>
              <a:r>
                <a:rPr kumimoji="1" lang="en-US" altLang="zh-TW" sz="1600" b="1" i="0" u="none" strike="noStrike" kern="1200" cap="none" spc="0" normalizeH="0" baseline="0" noProof="0">
                  <a:ln>
                    <a:noFill/>
                  </a:ln>
                  <a:solidFill>
                    <a:srgbClr val="000000"/>
                  </a:solidFill>
                  <a:effectLst/>
                  <a:uLnTx/>
                  <a:uFillTx/>
                  <a:latin typeface="Times New Roman" pitchFamily="18" charset="0"/>
                  <a:ea typeface="PMingLiU" pitchFamily="18" charset="-120"/>
                  <a:cs typeface="+mn-cs"/>
                </a:rPr>
                <a:t>2</a:t>
              </a:r>
            </a:p>
          </p:txBody>
        </p:sp>
        <p:sp>
          <p:nvSpPr>
            <p:cNvPr id="64543" name="Line 30"/>
            <p:cNvSpPr>
              <a:spLocks noChangeShapeType="1"/>
            </p:cNvSpPr>
            <p:nvPr/>
          </p:nvSpPr>
          <p:spPr bwMode="auto">
            <a:xfrm>
              <a:off x="2452688" y="4338638"/>
              <a:ext cx="0" cy="3810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4544" name="Rectangle 31"/>
            <p:cNvSpPr>
              <a:spLocks noChangeArrowheads="1"/>
            </p:cNvSpPr>
            <p:nvPr/>
          </p:nvSpPr>
          <p:spPr bwMode="auto">
            <a:xfrm>
              <a:off x="1941513" y="4425950"/>
              <a:ext cx="548228"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600" b="1" i="0" u="none" strike="noStrike" kern="1200" cap="none" spc="0" normalizeH="0" baseline="0" noProof="0" dirty="0">
                  <a:ln>
                    <a:noFill/>
                  </a:ln>
                  <a:solidFill>
                    <a:srgbClr val="000000"/>
                  </a:solidFill>
                  <a:effectLst/>
                  <a:uLnTx/>
                  <a:uFillTx/>
                  <a:latin typeface="Times New Roman" pitchFamily="18" charset="0"/>
                  <a:ea typeface="PMingLiU" pitchFamily="18" charset="-120"/>
                  <a:cs typeface="+mn-cs"/>
                </a:rPr>
                <a:t>cin</a:t>
              </a:r>
              <a:r>
                <a:rPr kumimoji="1" lang="en-US" altLang="zh-TW" sz="1600" b="1" i="0" u="none" strike="noStrike" kern="1200" cap="none" spc="0" normalizeH="0" baseline="0" noProof="0" dirty="0">
                  <a:ln>
                    <a:noFill/>
                  </a:ln>
                  <a:solidFill>
                    <a:srgbClr val="000000"/>
                  </a:solidFill>
                  <a:effectLst/>
                  <a:uLnTx/>
                  <a:uFillTx/>
                  <a:latin typeface="Times New Roman" pitchFamily="18" charset="0"/>
                  <a:ea typeface="PMingLiU" pitchFamily="18" charset="-120"/>
                  <a:cs typeface="+mn-cs"/>
                </a:rPr>
                <a:t>2</a:t>
              </a:r>
            </a:p>
          </p:txBody>
        </p:sp>
        <p:sp>
          <p:nvSpPr>
            <p:cNvPr id="64545" name="Rectangle 32"/>
            <p:cNvSpPr>
              <a:spLocks noChangeArrowheads="1"/>
            </p:cNvSpPr>
            <p:nvPr/>
          </p:nvSpPr>
          <p:spPr bwMode="auto">
            <a:xfrm>
              <a:off x="1065213" y="5556250"/>
              <a:ext cx="387928"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600" b="1" i="0" u="none" strike="noStrike" kern="1200" cap="none" spc="0" normalizeH="0" baseline="0" noProof="0">
                  <a:ln>
                    <a:noFill/>
                  </a:ln>
                  <a:solidFill>
                    <a:srgbClr val="000000"/>
                  </a:solidFill>
                  <a:effectLst/>
                  <a:uLnTx/>
                  <a:uFillTx/>
                  <a:latin typeface="Times New Roman" pitchFamily="18" charset="0"/>
                  <a:ea typeface="PMingLiU" pitchFamily="18" charset="-120"/>
                  <a:cs typeface="+mn-cs"/>
                </a:rPr>
                <a:t>a</a:t>
              </a:r>
              <a:r>
                <a:rPr kumimoji="1" lang="en-US" altLang="zh-TW" sz="1600" b="1" i="0" u="none" strike="noStrike" kern="1200" cap="none" spc="0" normalizeH="0" baseline="0" noProof="0">
                  <a:ln>
                    <a:noFill/>
                  </a:ln>
                  <a:solidFill>
                    <a:srgbClr val="000000"/>
                  </a:solidFill>
                  <a:effectLst/>
                  <a:uLnTx/>
                  <a:uFillTx/>
                  <a:latin typeface="Times New Roman" pitchFamily="18" charset="0"/>
                  <a:ea typeface="PMingLiU" pitchFamily="18" charset="-120"/>
                  <a:cs typeface="+mn-cs"/>
                </a:rPr>
                <a:t>3</a:t>
              </a:r>
            </a:p>
          </p:txBody>
        </p:sp>
        <p:sp>
          <p:nvSpPr>
            <p:cNvPr id="64546" name="Rectangle 33"/>
            <p:cNvSpPr>
              <a:spLocks noChangeArrowheads="1"/>
            </p:cNvSpPr>
            <p:nvPr/>
          </p:nvSpPr>
          <p:spPr bwMode="auto">
            <a:xfrm>
              <a:off x="1065213" y="5937250"/>
              <a:ext cx="399149"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600" b="1" i="0" u="none" strike="noStrike" kern="1200" cap="none" spc="0" normalizeH="0" baseline="0" noProof="0">
                  <a:ln>
                    <a:noFill/>
                  </a:ln>
                  <a:solidFill>
                    <a:srgbClr val="000000"/>
                  </a:solidFill>
                  <a:effectLst/>
                  <a:uLnTx/>
                  <a:uFillTx/>
                  <a:latin typeface="Times New Roman" pitchFamily="18" charset="0"/>
                  <a:ea typeface="PMingLiU" pitchFamily="18" charset="-120"/>
                  <a:cs typeface="+mn-cs"/>
                </a:rPr>
                <a:t>b</a:t>
              </a:r>
              <a:r>
                <a:rPr kumimoji="1" lang="en-US" altLang="zh-TW" sz="1600" b="1" i="0" u="none" strike="noStrike" kern="1200" cap="none" spc="0" normalizeH="0" baseline="0" noProof="0">
                  <a:ln>
                    <a:noFill/>
                  </a:ln>
                  <a:solidFill>
                    <a:srgbClr val="000000"/>
                  </a:solidFill>
                  <a:effectLst/>
                  <a:uLnTx/>
                  <a:uFillTx/>
                  <a:latin typeface="Times New Roman" pitchFamily="18" charset="0"/>
                  <a:ea typeface="PMingLiU" pitchFamily="18" charset="-120"/>
                  <a:cs typeface="+mn-cs"/>
                </a:rPr>
                <a:t>3</a:t>
              </a:r>
            </a:p>
          </p:txBody>
        </p:sp>
        <p:sp>
          <p:nvSpPr>
            <p:cNvPr id="64547" name="Rectangle 34"/>
            <p:cNvSpPr>
              <a:spLocks noChangeArrowheads="1"/>
            </p:cNvSpPr>
            <p:nvPr/>
          </p:nvSpPr>
          <p:spPr bwMode="auto">
            <a:xfrm>
              <a:off x="1931988" y="5646738"/>
              <a:ext cx="1041400" cy="5080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4548" name="Rectangle 35"/>
            <p:cNvSpPr>
              <a:spLocks noChangeArrowheads="1"/>
            </p:cNvSpPr>
            <p:nvPr/>
          </p:nvSpPr>
          <p:spPr bwMode="auto">
            <a:xfrm>
              <a:off x="2287725" y="5734050"/>
              <a:ext cx="299763"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600" b="1" i="0" u="none" strike="noStrike" kern="1200" cap="none" spc="0" normalizeH="0" baseline="0" noProof="0">
                  <a:ln>
                    <a:noFill/>
                  </a:ln>
                  <a:solidFill>
                    <a:srgbClr val="000000"/>
                  </a:solidFill>
                  <a:effectLst/>
                  <a:uLnTx/>
                  <a:uFillTx/>
                  <a:latin typeface="Times New Roman" pitchFamily="18" charset="0"/>
                  <a:ea typeface="PMingLiU" pitchFamily="18" charset="-120"/>
                  <a:cs typeface="+mn-cs"/>
                </a:rPr>
                <a:t>+</a:t>
              </a:r>
              <a:endParaRPr kumimoji="1" lang="en-US" altLang="zh-TW" sz="1600" b="1" i="0" u="none" strike="noStrike" kern="1200" cap="none" spc="0" normalizeH="0" baseline="0" noProof="0">
                <a:ln>
                  <a:noFill/>
                </a:ln>
                <a:solidFill>
                  <a:srgbClr val="000000"/>
                </a:solidFill>
                <a:effectLst/>
                <a:uLnTx/>
                <a:uFillTx/>
                <a:latin typeface="Times New Roman" pitchFamily="18" charset="0"/>
                <a:ea typeface="PMingLiU" pitchFamily="18" charset="-120"/>
                <a:cs typeface="+mn-cs"/>
              </a:endParaRPr>
            </a:p>
          </p:txBody>
        </p:sp>
        <p:sp>
          <p:nvSpPr>
            <p:cNvPr id="64549" name="Line 36"/>
            <p:cNvSpPr>
              <a:spLocks noChangeShapeType="1"/>
            </p:cNvSpPr>
            <p:nvPr/>
          </p:nvSpPr>
          <p:spPr bwMode="auto">
            <a:xfrm>
              <a:off x="2986088" y="5862638"/>
              <a:ext cx="4572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4550" name="Line 37"/>
            <p:cNvSpPr>
              <a:spLocks noChangeShapeType="1"/>
            </p:cNvSpPr>
            <p:nvPr/>
          </p:nvSpPr>
          <p:spPr bwMode="auto">
            <a:xfrm>
              <a:off x="1385888" y="5786438"/>
              <a:ext cx="5334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4551" name="Line 38"/>
            <p:cNvSpPr>
              <a:spLocks noChangeShapeType="1"/>
            </p:cNvSpPr>
            <p:nvPr/>
          </p:nvSpPr>
          <p:spPr bwMode="auto">
            <a:xfrm>
              <a:off x="1385888" y="6015038"/>
              <a:ext cx="5334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4552" name="Rectangle 39"/>
            <p:cNvSpPr>
              <a:spLocks noChangeArrowheads="1"/>
            </p:cNvSpPr>
            <p:nvPr/>
          </p:nvSpPr>
          <p:spPr bwMode="auto">
            <a:xfrm>
              <a:off x="3427413" y="5708650"/>
              <a:ext cx="650820"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600" b="1" i="0" u="none" strike="noStrike" kern="1200" cap="none" spc="0" normalizeH="0" baseline="0" noProof="0">
                  <a:ln>
                    <a:noFill/>
                  </a:ln>
                  <a:solidFill>
                    <a:srgbClr val="000000"/>
                  </a:solidFill>
                  <a:effectLst/>
                  <a:uLnTx/>
                  <a:uFillTx/>
                  <a:latin typeface="Times New Roman" pitchFamily="18" charset="0"/>
                  <a:ea typeface="PMingLiU" pitchFamily="18" charset="-120"/>
                  <a:cs typeface="+mn-cs"/>
                </a:rPr>
                <a:t>sum</a:t>
              </a:r>
              <a:r>
                <a:rPr kumimoji="1" lang="en-US" altLang="zh-TW" sz="1600" b="1" i="0" u="none" strike="noStrike" kern="1200" cap="none" spc="0" normalizeH="0" baseline="0" noProof="0">
                  <a:ln>
                    <a:noFill/>
                  </a:ln>
                  <a:solidFill>
                    <a:srgbClr val="000000"/>
                  </a:solidFill>
                  <a:effectLst/>
                  <a:uLnTx/>
                  <a:uFillTx/>
                  <a:latin typeface="Times New Roman" pitchFamily="18" charset="0"/>
                  <a:ea typeface="PMingLiU" pitchFamily="18" charset="-120"/>
                  <a:cs typeface="+mn-cs"/>
                </a:rPr>
                <a:t>3</a:t>
              </a:r>
            </a:p>
          </p:txBody>
        </p:sp>
        <p:sp>
          <p:nvSpPr>
            <p:cNvPr id="64553" name="Line 40"/>
            <p:cNvSpPr>
              <a:spLocks noChangeShapeType="1"/>
            </p:cNvSpPr>
            <p:nvPr/>
          </p:nvSpPr>
          <p:spPr bwMode="auto">
            <a:xfrm>
              <a:off x="2452688" y="5253038"/>
              <a:ext cx="0" cy="3810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4554" name="Rectangle 41"/>
            <p:cNvSpPr>
              <a:spLocks noChangeArrowheads="1"/>
            </p:cNvSpPr>
            <p:nvPr/>
          </p:nvSpPr>
          <p:spPr bwMode="auto">
            <a:xfrm>
              <a:off x="2436813" y="6318250"/>
              <a:ext cx="662042"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600" b="1" i="0" u="none" strike="noStrike" kern="1200" cap="none" spc="0" normalizeH="0" baseline="0" noProof="0">
                  <a:ln>
                    <a:noFill/>
                  </a:ln>
                  <a:solidFill>
                    <a:srgbClr val="000000"/>
                  </a:solidFill>
                  <a:effectLst/>
                  <a:uLnTx/>
                  <a:uFillTx/>
                  <a:latin typeface="Times New Roman" pitchFamily="18" charset="0"/>
                  <a:ea typeface="PMingLiU" pitchFamily="18" charset="-120"/>
                  <a:cs typeface="+mn-cs"/>
                </a:rPr>
                <a:t>cout</a:t>
              </a:r>
              <a:r>
                <a:rPr kumimoji="1" lang="en-US" altLang="zh-TW" sz="1600" b="1" i="0" u="none" strike="noStrike" kern="1200" cap="none" spc="0" normalizeH="0" baseline="0" noProof="0">
                  <a:ln>
                    <a:noFill/>
                  </a:ln>
                  <a:solidFill>
                    <a:srgbClr val="000000"/>
                  </a:solidFill>
                  <a:effectLst/>
                  <a:uLnTx/>
                  <a:uFillTx/>
                  <a:latin typeface="Times New Roman" pitchFamily="18" charset="0"/>
                  <a:ea typeface="PMingLiU" pitchFamily="18" charset="-120"/>
                  <a:cs typeface="+mn-cs"/>
                </a:rPr>
                <a:t>3</a:t>
              </a:r>
            </a:p>
          </p:txBody>
        </p:sp>
        <p:sp>
          <p:nvSpPr>
            <p:cNvPr id="64555" name="Line 42"/>
            <p:cNvSpPr>
              <a:spLocks noChangeShapeType="1"/>
            </p:cNvSpPr>
            <p:nvPr/>
          </p:nvSpPr>
          <p:spPr bwMode="auto">
            <a:xfrm>
              <a:off x="2452688" y="6167438"/>
              <a:ext cx="0" cy="3810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4556" name="Rectangle 43"/>
            <p:cNvSpPr>
              <a:spLocks noChangeArrowheads="1"/>
            </p:cNvSpPr>
            <p:nvPr/>
          </p:nvSpPr>
          <p:spPr bwMode="auto">
            <a:xfrm>
              <a:off x="2436813" y="5187950"/>
              <a:ext cx="662042"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600" b="1" i="0" u="none" strike="noStrike" kern="1200" cap="none" spc="0" normalizeH="0" baseline="0" noProof="0">
                  <a:ln>
                    <a:noFill/>
                  </a:ln>
                  <a:solidFill>
                    <a:srgbClr val="000000"/>
                  </a:solidFill>
                  <a:effectLst/>
                  <a:uLnTx/>
                  <a:uFillTx/>
                  <a:latin typeface="Times New Roman" pitchFamily="18" charset="0"/>
                  <a:ea typeface="PMingLiU" pitchFamily="18" charset="-120"/>
                  <a:cs typeface="+mn-cs"/>
                </a:rPr>
                <a:t>cout2</a:t>
              </a:r>
              <a:endParaRPr kumimoji="1" lang="en-US" altLang="zh-TW" sz="1600" b="1" i="0" u="none" strike="noStrike" kern="1200" cap="none" spc="0" normalizeH="0" baseline="0" noProof="0">
                <a:ln>
                  <a:noFill/>
                </a:ln>
                <a:solidFill>
                  <a:srgbClr val="000000"/>
                </a:solidFill>
                <a:effectLst/>
                <a:uLnTx/>
                <a:uFillTx/>
                <a:latin typeface="Times New Roman" pitchFamily="18" charset="0"/>
                <a:ea typeface="PMingLiU" pitchFamily="18" charset="-120"/>
                <a:cs typeface="+mn-cs"/>
              </a:endParaRPr>
            </a:p>
          </p:txBody>
        </p:sp>
        <p:sp>
          <p:nvSpPr>
            <p:cNvPr id="64557" name="Rectangle 44"/>
            <p:cNvSpPr>
              <a:spLocks noChangeArrowheads="1"/>
            </p:cNvSpPr>
            <p:nvPr/>
          </p:nvSpPr>
          <p:spPr bwMode="auto">
            <a:xfrm>
              <a:off x="1941513" y="5353050"/>
              <a:ext cx="548228"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600" b="1" i="0" u="none" strike="noStrike" kern="1200" cap="none" spc="0" normalizeH="0" baseline="0" noProof="0">
                  <a:ln>
                    <a:noFill/>
                  </a:ln>
                  <a:solidFill>
                    <a:srgbClr val="000000"/>
                  </a:solidFill>
                  <a:effectLst/>
                  <a:uLnTx/>
                  <a:uFillTx/>
                  <a:latin typeface="Times New Roman" pitchFamily="18" charset="0"/>
                  <a:ea typeface="PMingLiU" pitchFamily="18" charset="-120"/>
                  <a:cs typeface="+mn-cs"/>
                </a:rPr>
                <a:t>cin3</a:t>
              </a:r>
              <a:endParaRPr kumimoji="1" lang="en-US" altLang="zh-TW" sz="1600" b="1" i="0" u="none" strike="noStrike" kern="1200" cap="none" spc="0" normalizeH="0" baseline="0" noProof="0">
                <a:ln>
                  <a:noFill/>
                </a:ln>
                <a:solidFill>
                  <a:srgbClr val="000000"/>
                </a:solidFill>
                <a:effectLst/>
                <a:uLnTx/>
                <a:uFillTx/>
                <a:latin typeface="Times New Roman" pitchFamily="18" charset="0"/>
                <a:ea typeface="PMingLiU" pitchFamily="18" charset="-120"/>
                <a:cs typeface="+mn-cs"/>
              </a:endParaRPr>
            </a:p>
          </p:txBody>
        </p:sp>
        <p:sp>
          <p:nvSpPr>
            <p:cNvPr id="64558" name="Rectangle 45"/>
            <p:cNvSpPr>
              <a:spLocks noChangeArrowheads="1"/>
            </p:cNvSpPr>
            <p:nvPr/>
          </p:nvSpPr>
          <p:spPr bwMode="auto">
            <a:xfrm>
              <a:off x="2436813" y="3333750"/>
              <a:ext cx="662042"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600" b="1" i="0" u="none" strike="noStrike" kern="1200" cap="none" spc="0" normalizeH="0" baseline="0" noProof="0">
                  <a:ln>
                    <a:noFill/>
                  </a:ln>
                  <a:solidFill>
                    <a:srgbClr val="000000"/>
                  </a:solidFill>
                  <a:effectLst/>
                  <a:uLnTx/>
                  <a:uFillTx/>
                  <a:latin typeface="Times New Roman" pitchFamily="18" charset="0"/>
                  <a:ea typeface="PMingLiU" pitchFamily="18" charset="-120"/>
                  <a:cs typeface="+mn-cs"/>
                </a:rPr>
                <a:t>cout0</a:t>
              </a:r>
              <a:endParaRPr kumimoji="1" lang="en-US" altLang="zh-TW" sz="1600" b="1" i="0" u="none" strike="noStrike" kern="1200" cap="none" spc="0" normalizeH="0" baseline="0" noProof="0">
                <a:ln>
                  <a:noFill/>
                </a:ln>
                <a:solidFill>
                  <a:srgbClr val="000000"/>
                </a:solidFill>
                <a:effectLst/>
                <a:uLnTx/>
                <a:uFillTx/>
                <a:latin typeface="Times New Roman" pitchFamily="18" charset="0"/>
                <a:ea typeface="PMingLiU" pitchFamily="18" charset="-120"/>
                <a:cs typeface="+mn-cs"/>
              </a:endParaRPr>
            </a:p>
          </p:txBody>
        </p:sp>
        <p:sp>
          <p:nvSpPr>
            <p:cNvPr id="64559" name="Rectangle 46"/>
            <p:cNvSpPr>
              <a:spLocks noChangeArrowheads="1"/>
            </p:cNvSpPr>
            <p:nvPr/>
          </p:nvSpPr>
          <p:spPr bwMode="auto">
            <a:xfrm>
              <a:off x="1941513" y="3498850"/>
              <a:ext cx="548228"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600" b="1" i="0" u="none" strike="noStrike" kern="1200" cap="none" spc="0" normalizeH="0" baseline="0" noProof="0">
                  <a:ln>
                    <a:noFill/>
                  </a:ln>
                  <a:solidFill>
                    <a:srgbClr val="000000"/>
                  </a:solidFill>
                  <a:effectLst/>
                  <a:uLnTx/>
                  <a:uFillTx/>
                  <a:latin typeface="Times New Roman" pitchFamily="18" charset="0"/>
                  <a:ea typeface="PMingLiU" pitchFamily="18" charset="-120"/>
                  <a:cs typeface="+mn-cs"/>
                </a:rPr>
                <a:t>cin1</a:t>
              </a:r>
              <a:endParaRPr kumimoji="1" lang="en-US" altLang="zh-TW" sz="1600" b="1" i="0" u="none" strike="noStrike" kern="1200" cap="none" spc="0" normalizeH="0" baseline="0" noProof="0">
                <a:ln>
                  <a:noFill/>
                </a:ln>
                <a:solidFill>
                  <a:srgbClr val="000000"/>
                </a:solidFill>
                <a:effectLst/>
                <a:uLnTx/>
                <a:uFillTx/>
                <a:latin typeface="Times New Roman" pitchFamily="18" charset="0"/>
                <a:ea typeface="PMingLiU" pitchFamily="18" charset="-120"/>
                <a:cs typeface="+mn-cs"/>
              </a:endParaRPr>
            </a:p>
          </p:txBody>
        </p:sp>
      </p:grpSp>
      <p:sp>
        <p:nvSpPr>
          <p:cNvPr id="64560" name="Rectangle 47"/>
          <p:cNvSpPr>
            <a:spLocks noChangeArrowheads="1"/>
          </p:cNvSpPr>
          <p:nvPr/>
        </p:nvSpPr>
        <p:spPr bwMode="auto">
          <a:xfrm>
            <a:off x="381000" y="355600"/>
            <a:ext cx="8393113"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zh-CN" sz="4400" b="0" i="0" u="none" strike="noStrike" kern="1200" cap="none" spc="0" normalizeH="0" baseline="0" noProof="0">
              <a:ln>
                <a:noFill/>
              </a:ln>
              <a:solidFill>
                <a:srgbClr val="47C3B7"/>
              </a:solidFill>
              <a:effectLst/>
              <a:uLnTx/>
              <a:uFillTx/>
              <a:latin typeface="Arial" charset="0"/>
              <a:ea typeface="宋体" pitchFamily="2" charset="-122"/>
              <a:cs typeface="+mn-cs"/>
            </a:endParaRPr>
          </a:p>
        </p:txBody>
      </p:sp>
      <p:sp>
        <p:nvSpPr>
          <p:cNvPr id="1968178" name="Text Box 50"/>
          <p:cNvSpPr txBox="1">
            <a:spLocks noChangeArrowheads="1"/>
          </p:cNvSpPr>
          <p:nvPr/>
        </p:nvSpPr>
        <p:spPr bwMode="auto">
          <a:xfrm>
            <a:off x="4441045" y="3429000"/>
            <a:ext cx="4846474" cy="997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60375" indent="-460375"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Tahoma" pitchFamily="34" charset="0"/>
                <a:ea typeface="宋体" pitchFamily="2" charset="-122"/>
              </a:defRPr>
            </a:lvl9pPr>
          </a:lstStyle>
          <a:p>
            <a:pPr marL="460375" marR="0" lvl="0" indent="-460375" algn="l" defTabSz="914400" rtl="0" eaLnBrk="1" fontAlgn="base" latinLnBrk="0" hangingPunct="1">
              <a:lnSpc>
                <a:spcPct val="110000"/>
              </a:lnSpc>
              <a:spcBef>
                <a:spcPct val="25000"/>
              </a:spcBef>
              <a:spcAft>
                <a:spcPct val="0"/>
              </a:spcAft>
              <a:buClr>
                <a:srgbClr val="000000"/>
              </a:buClr>
              <a:buSzTx/>
              <a:buFont typeface="Arial" panose="020B0604020202020204" pitchFamily="34" charset="0"/>
              <a:buChar char="•"/>
              <a:tabLst/>
              <a:defRPr/>
            </a:pPr>
            <a:r>
              <a:rPr lang="zh-CN" altLang="en-US" sz="2400" b="1" noProof="0" dirty="0">
                <a:solidFill>
                  <a:srgbClr val="3333FF"/>
                </a:solidFill>
                <a:latin typeface="Arial" panose="020B0604020202020204" pitchFamily="34" charset="0"/>
                <a:ea typeface="黑体" panose="02010609060101010101" pitchFamily="49" charset="-122"/>
                <a:cs typeface="Arial" panose="020B0604020202020204" pitchFamily="34" charset="0"/>
              </a:rPr>
              <a:t>优点</a:t>
            </a:r>
            <a:r>
              <a:rPr kumimoji="0" lang="en-US" altLang="zh-CN" sz="2400" b="1" i="0" u="none" strike="noStrike" kern="120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cs typeface="Arial" panose="020B0604020202020204" pitchFamily="34" charset="0"/>
              </a:rPr>
              <a:t>: </a:t>
            </a:r>
            <a:r>
              <a:rPr lang="zh-CN" altLang="en-US" sz="2400" b="1" noProof="0" dirty="0">
                <a:solidFill>
                  <a:srgbClr val="000000"/>
                </a:solidFill>
                <a:latin typeface="Arial" panose="020B0604020202020204" pitchFamily="34" charset="0"/>
                <a:ea typeface="黑体" panose="02010609060101010101" pitchFamily="49" charset="-122"/>
                <a:cs typeface="Arial" panose="020B0604020202020204" pitchFamily="34" charset="0"/>
              </a:rPr>
              <a:t>简单，紧凑</a:t>
            </a:r>
            <a:endParaRPr kumimoji="0" lang="en-US" altLang="zh-CN" sz="2400" b="1" i="0" u="none" strike="noStrike" kern="120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cs typeface="Arial" panose="020B0604020202020204" pitchFamily="34" charset="0"/>
            </a:endParaRPr>
          </a:p>
          <a:p>
            <a:pPr lvl="0" eaLnBrk="1" hangingPunct="1">
              <a:lnSpc>
                <a:spcPct val="110000"/>
              </a:lnSpc>
              <a:spcBef>
                <a:spcPct val="25000"/>
              </a:spcBef>
              <a:buClr>
                <a:srgbClr val="000000"/>
              </a:buClr>
              <a:buFont typeface="Arial" panose="020B0604020202020204" pitchFamily="34" charset="0"/>
              <a:buChar char="•"/>
              <a:defRPr/>
            </a:pPr>
            <a:r>
              <a:rPr lang="zh-CN" altLang="en-US" sz="2400" b="1" dirty="0">
                <a:solidFill>
                  <a:srgbClr val="3333FF"/>
                </a:solidFill>
                <a:latin typeface="Arial" panose="020B0604020202020204" pitchFamily="34" charset="0"/>
                <a:ea typeface="黑体" panose="02010609060101010101" pitchFamily="49" charset="-122"/>
                <a:cs typeface="Arial" panose="020B0604020202020204" pitchFamily="34" charset="0"/>
              </a:rPr>
              <a:t>缺点</a:t>
            </a:r>
            <a:r>
              <a:rPr kumimoji="0" lang="en-US" altLang="zh-CN" sz="2400" b="1" i="0" u="none" strike="noStrike" kern="120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cs typeface="Arial" panose="020B0604020202020204" pitchFamily="34" charset="0"/>
              </a:rPr>
              <a:t>: </a:t>
            </a:r>
            <a:r>
              <a:rPr kumimoji="0" lang="zh-CN" altLang="en-US" sz="2400" b="1" i="0" u="none" strike="noStrike" kern="120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cs typeface="Arial" panose="020B0604020202020204" pitchFamily="34" charset="0"/>
              </a:rPr>
              <a:t>慢</a:t>
            </a:r>
          </a:p>
        </p:txBody>
      </p:sp>
    </p:spTree>
    <p:extLst>
      <p:ext uri="{BB962C8B-B14F-4D97-AF65-F5344CB8AC3E}">
        <p14:creationId xmlns:p14="http://schemas.microsoft.com/office/powerpoint/2010/main" val="2520755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681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8178"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p:txBody>
          <a:bodyPr/>
          <a:lstStyle/>
          <a:p>
            <a:pPr eaLnBrk="1" hangingPunct="1"/>
            <a:r>
              <a:rPr lang="zh-CN" altLang="en-US" dirty="0">
                <a:solidFill>
                  <a:schemeClr val="tx1"/>
                </a:solidFill>
              </a:rPr>
              <a:t>串行加法器</a:t>
            </a:r>
            <a:r>
              <a:rPr lang="en-US" altLang="zh-CN" dirty="0">
                <a:solidFill>
                  <a:schemeClr val="tx1"/>
                </a:solidFill>
              </a:rPr>
              <a:t>: </a:t>
            </a:r>
            <a:r>
              <a:rPr lang="zh-CN" altLang="en-US" dirty="0">
                <a:solidFill>
                  <a:schemeClr val="tx1"/>
                </a:solidFill>
              </a:rPr>
              <a:t>延时</a:t>
            </a:r>
            <a:endParaRPr lang="en-US" altLang="zh-CN" dirty="0">
              <a:solidFill>
                <a:schemeClr val="tx1"/>
              </a:solidFill>
            </a:endParaRPr>
          </a:p>
        </p:txBody>
      </p:sp>
      <p:grpSp>
        <p:nvGrpSpPr>
          <p:cNvPr id="7" name="Group 6">
            <a:extLst>
              <a:ext uri="{FF2B5EF4-FFF2-40B4-BE49-F238E27FC236}">
                <a16:creationId xmlns:a16="http://schemas.microsoft.com/office/drawing/2014/main" id="{FB2DD935-4C9F-7F4F-88FE-E8A1DA1F9B3D}"/>
              </a:ext>
            </a:extLst>
          </p:cNvPr>
          <p:cNvGrpSpPr/>
          <p:nvPr/>
        </p:nvGrpSpPr>
        <p:grpSpPr>
          <a:xfrm>
            <a:off x="407764" y="2795736"/>
            <a:ext cx="8686800" cy="3657600"/>
            <a:chOff x="457200" y="2590800"/>
            <a:chExt cx="8686800" cy="3657600"/>
          </a:xfrm>
        </p:grpSpPr>
        <p:sp>
          <p:nvSpPr>
            <p:cNvPr id="665603" name="Text Box 3"/>
            <p:cNvSpPr txBox="1">
              <a:spLocks noChangeArrowheads="1"/>
            </p:cNvSpPr>
            <p:nvPr/>
          </p:nvSpPr>
          <p:spPr bwMode="auto">
            <a:xfrm>
              <a:off x="7162800" y="2895600"/>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1" u="none" strike="noStrike" kern="1200" cap="none" spc="0" normalizeH="0" baseline="0" noProof="0">
                  <a:ln>
                    <a:noFill/>
                  </a:ln>
                  <a:solidFill>
                    <a:srgbClr val="000000"/>
                  </a:solidFill>
                  <a:effectLst/>
                  <a:uLnTx/>
                  <a:uFillTx/>
                  <a:latin typeface="Times New Roman" pitchFamily="18" charset="0"/>
                  <a:ea typeface="宋体" charset="-122"/>
                  <a:cs typeface="+mn-cs"/>
                </a:rPr>
                <a:t>S</a:t>
              </a:r>
              <a:r>
                <a:rPr kumimoji="1" lang="en-US" altLang="zh-CN" sz="2400" b="0" i="0" u="none" strike="noStrike" kern="1200" cap="none" spc="0" normalizeH="0" baseline="-25000" noProof="0">
                  <a:ln>
                    <a:noFill/>
                  </a:ln>
                  <a:solidFill>
                    <a:srgbClr val="000000"/>
                  </a:solidFill>
                  <a:effectLst/>
                  <a:uLnTx/>
                  <a:uFillTx/>
                  <a:latin typeface="Times New Roman" pitchFamily="18" charset="0"/>
                  <a:ea typeface="宋体" charset="-122"/>
                  <a:cs typeface="+mn-cs"/>
                </a:rPr>
                <a:t>3</a:t>
              </a:r>
              <a:endParaRPr kumimoji="1" lang="en-US" altLang="zh-CN" sz="2400" b="0" i="0"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sp>
          <p:nvSpPr>
            <p:cNvPr id="665604" name="Text Box 4"/>
            <p:cNvSpPr txBox="1">
              <a:spLocks noChangeArrowheads="1"/>
            </p:cNvSpPr>
            <p:nvPr/>
          </p:nvSpPr>
          <p:spPr bwMode="auto">
            <a:xfrm>
              <a:off x="4953000" y="2895600"/>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1" u="none" strike="noStrike" kern="1200" cap="none" spc="0" normalizeH="0" baseline="0" noProof="0">
                  <a:ln>
                    <a:noFill/>
                  </a:ln>
                  <a:solidFill>
                    <a:srgbClr val="000000"/>
                  </a:solidFill>
                  <a:effectLst/>
                  <a:uLnTx/>
                  <a:uFillTx/>
                  <a:latin typeface="Times New Roman" pitchFamily="18" charset="0"/>
                  <a:ea typeface="宋体" charset="-122"/>
                  <a:cs typeface="+mn-cs"/>
                </a:rPr>
                <a:t>S</a:t>
              </a:r>
              <a:r>
                <a:rPr kumimoji="1" lang="en-US" altLang="zh-CN" sz="2400" b="0" i="0" u="none" strike="noStrike" kern="1200" cap="none" spc="0" normalizeH="0" baseline="-25000" noProof="0">
                  <a:ln>
                    <a:noFill/>
                  </a:ln>
                  <a:solidFill>
                    <a:srgbClr val="000000"/>
                  </a:solidFill>
                  <a:effectLst/>
                  <a:uLnTx/>
                  <a:uFillTx/>
                  <a:latin typeface="Times New Roman" pitchFamily="18" charset="0"/>
                  <a:ea typeface="宋体" charset="-122"/>
                  <a:cs typeface="+mn-cs"/>
                </a:rPr>
                <a:t>2</a:t>
              </a:r>
              <a:endParaRPr kumimoji="1" lang="en-US" altLang="zh-CN" sz="2400" b="0" i="0"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sp>
          <p:nvSpPr>
            <p:cNvPr id="665605" name="Text Box 5"/>
            <p:cNvSpPr txBox="1">
              <a:spLocks noChangeArrowheads="1"/>
            </p:cNvSpPr>
            <p:nvPr/>
          </p:nvSpPr>
          <p:spPr bwMode="auto">
            <a:xfrm>
              <a:off x="685800" y="2895600"/>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1" u="none" strike="noStrike" kern="1200" cap="none" spc="0" normalizeH="0" baseline="0" noProof="0">
                  <a:ln>
                    <a:noFill/>
                  </a:ln>
                  <a:solidFill>
                    <a:srgbClr val="000000"/>
                  </a:solidFill>
                  <a:effectLst/>
                  <a:uLnTx/>
                  <a:uFillTx/>
                  <a:latin typeface="Times New Roman" pitchFamily="18" charset="0"/>
                  <a:ea typeface="宋体" charset="-122"/>
                  <a:cs typeface="+mn-cs"/>
                </a:rPr>
                <a:t>S</a:t>
              </a:r>
              <a:r>
                <a:rPr kumimoji="1" lang="en-US" altLang="zh-CN" sz="2400" b="0" i="0" u="none" strike="noStrike" kern="1200" cap="none" spc="0" normalizeH="0" baseline="-25000" noProof="0">
                  <a:ln>
                    <a:noFill/>
                  </a:ln>
                  <a:solidFill>
                    <a:srgbClr val="000000"/>
                  </a:solidFill>
                  <a:effectLst/>
                  <a:uLnTx/>
                  <a:uFillTx/>
                  <a:latin typeface="Times New Roman" pitchFamily="18" charset="0"/>
                  <a:ea typeface="宋体" charset="-122"/>
                  <a:cs typeface="+mn-cs"/>
                </a:rPr>
                <a:t>0</a:t>
              </a:r>
              <a:endParaRPr kumimoji="1" lang="en-US" altLang="zh-CN" sz="2400" b="0" i="0"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sp>
          <p:nvSpPr>
            <p:cNvPr id="665606" name="Line 6"/>
            <p:cNvSpPr>
              <a:spLocks noChangeShapeType="1"/>
            </p:cNvSpPr>
            <p:nvPr/>
          </p:nvSpPr>
          <p:spPr bwMode="auto">
            <a:xfrm>
              <a:off x="609600" y="5867400"/>
              <a:ext cx="533400"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65607" name="Text Box 7"/>
            <p:cNvSpPr txBox="1">
              <a:spLocks noChangeArrowheads="1"/>
            </p:cNvSpPr>
            <p:nvPr/>
          </p:nvSpPr>
          <p:spPr bwMode="auto">
            <a:xfrm>
              <a:off x="1219200" y="5791200"/>
              <a:ext cx="1143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1" u="none" strike="noStrike" kern="1200" cap="none" spc="0" normalizeH="0" baseline="0" noProof="0">
                  <a:ln>
                    <a:noFill/>
                  </a:ln>
                  <a:solidFill>
                    <a:srgbClr val="000000"/>
                  </a:solidFill>
                  <a:effectLst/>
                  <a:uLnTx/>
                  <a:uFillTx/>
                  <a:latin typeface="Times New Roman" pitchFamily="18" charset="0"/>
                  <a:ea typeface="宋体" charset="-122"/>
                  <a:cs typeface="+mn-cs"/>
                </a:rPr>
                <a:t>A</a:t>
              </a:r>
              <a:r>
                <a:rPr kumimoji="1" lang="en-US" altLang="zh-CN" sz="2400" b="0" i="0" u="none" strike="noStrike" kern="1200" cap="none" spc="0" normalizeH="0" baseline="-25000" noProof="0">
                  <a:ln>
                    <a:noFill/>
                  </a:ln>
                  <a:solidFill>
                    <a:srgbClr val="000000"/>
                  </a:solidFill>
                  <a:effectLst/>
                  <a:uLnTx/>
                  <a:uFillTx/>
                  <a:latin typeface="Times New Roman" pitchFamily="18" charset="0"/>
                  <a:ea typeface="宋体" charset="-122"/>
                  <a:cs typeface="+mn-cs"/>
                </a:rPr>
                <a:t>0 </a:t>
              </a:r>
              <a:r>
                <a:rPr kumimoji="1" lang="en-US" altLang="zh-CN" sz="2400" b="0" i="1" u="none" strike="noStrike" kern="1200" cap="none" spc="0" normalizeH="0" baseline="0" noProof="0">
                  <a:ln>
                    <a:noFill/>
                  </a:ln>
                  <a:solidFill>
                    <a:srgbClr val="000000"/>
                  </a:solidFill>
                  <a:effectLst/>
                  <a:uLnTx/>
                  <a:uFillTx/>
                  <a:latin typeface="Times New Roman" pitchFamily="18" charset="0"/>
                  <a:ea typeface="宋体" charset="-122"/>
                  <a:cs typeface="+mn-cs"/>
                </a:rPr>
                <a:t> B</a:t>
              </a:r>
              <a:r>
                <a:rPr kumimoji="1" lang="en-US" altLang="zh-CN" sz="2400" b="0" i="0" u="none" strike="noStrike" kern="1200" cap="none" spc="0" normalizeH="0" baseline="-25000" noProof="0">
                  <a:ln>
                    <a:noFill/>
                  </a:ln>
                  <a:solidFill>
                    <a:srgbClr val="000000"/>
                  </a:solidFill>
                  <a:effectLst/>
                  <a:uLnTx/>
                  <a:uFillTx/>
                  <a:latin typeface="Times New Roman" pitchFamily="18" charset="0"/>
                  <a:ea typeface="宋体" charset="-122"/>
                  <a:cs typeface="+mn-cs"/>
                </a:rPr>
                <a:t>0</a:t>
              </a:r>
              <a:endParaRPr kumimoji="1" lang="en-US" altLang="zh-CN" sz="2400" b="0" i="0"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sp>
          <p:nvSpPr>
            <p:cNvPr id="665608" name="Text Box 8"/>
            <p:cNvSpPr txBox="1">
              <a:spLocks noChangeArrowheads="1"/>
            </p:cNvSpPr>
            <p:nvPr/>
          </p:nvSpPr>
          <p:spPr bwMode="auto">
            <a:xfrm>
              <a:off x="3352800" y="5791200"/>
              <a:ext cx="1143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1" u="none" strike="noStrike" kern="1200" cap="none" spc="0" normalizeH="0" baseline="0" noProof="0">
                  <a:ln>
                    <a:noFill/>
                  </a:ln>
                  <a:solidFill>
                    <a:srgbClr val="000000"/>
                  </a:solidFill>
                  <a:effectLst/>
                  <a:uLnTx/>
                  <a:uFillTx/>
                  <a:latin typeface="Times New Roman" pitchFamily="18" charset="0"/>
                  <a:ea typeface="宋体" charset="-122"/>
                  <a:cs typeface="+mn-cs"/>
                </a:rPr>
                <a:t>A</a:t>
              </a:r>
              <a:r>
                <a:rPr kumimoji="1" lang="en-US" altLang="zh-CN" sz="2400" b="0" i="0" u="none" strike="noStrike" kern="1200" cap="none" spc="0" normalizeH="0" baseline="-25000" noProof="0">
                  <a:ln>
                    <a:noFill/>
                  </a:ln>
                  <a:solidFill>
                    <a:srgbClr val="000000"/>
                  </a:solidFill>
                  <a:effectLst/>
                  <a:uLnTx/>
                  <a:uFillTx/>
                  <a:latin typeface="Times New Roman" pitchFamily="18" charset="0"/>
                  <a:ea typeface="宋体" charset="-122"/>
                  <a:cs typeface="+mn-cs"/>
                </a:rPr>
                <a:t>1</a:t>
              </a:r>
              <a:r>
                <a:rPr kumimoji="1" lang="en-US" altLang="zh-CN" sz="2400" b="0" i="1" u="none" strike="noStrike" kern="1200" cap="none" spc="0" normalizeH="0" baseline="-25000" noProof="0">
                  <a:ln>
                    <a:noFill/>
                  </a:ln>
                  <a:solidFill>
                    <a:srgbClr val="000000"/>
                  </a:solidFill>
                  <a:effectLst/>
                  <a:uLnTx/>
                  <a:uFillTx/>
                  <a:latin typeface="Times New Roman" pitchFamily="18" charset="0"/>
                  <a:ea typeface="宋体" charset="-122"/>
                  <a:cs typeface="+mn-cs"/>
                </a:rPr>
                <a:t> </a:t>
              </a:r>
              <a:r>
                <a:rPr kumimoji="1" lang="en-US" altLang="zh-CN" sz="2400" b="0" i="1" u="none" strike="noStrike" kern="1200" cap="none" spc="0" normalizeH="0" baseline="0" noProof="0">
                  <a:ln>
                    <a:noFill/>
                  </a:ln>
                  <a:solidFill>
                    <a:srgbClr val="000000"/>
                  </a:solidFill>
                  <a:effectLst/>
                  <a:uLnTx/>
                  <a:uFillTx/>
                  <a:latin typeface="Times New Roman" pitchFamily="18" charset="0"/>
                  <a:ea typeface="宋体" charset="-122"/>
                  <a:cs typeface="+mn-cs"/>
                </a:rPr>
                <a:t> B</a:t>
              </a:r>
              <a:r>
                <a:rPr kumimoji="1" lang="en-US" altLang="zh-CN" sz="2400" b="0" i="0" u="none" strike="noStrike" kern="1200" cap="none" spc="0" normalizeH="0" baseline="-25000" noProof="0">
                  <a:ln>
                    <a:noFill/>
                  </a:ln>
                  <a:solidFill>
                    <a:srgbClr val="000000"/>
                  </a:solidFill>
                  <a:effectLst/>
                  <a:uLnTx/>
                  <a:uFillTx/>
                  <a:latin typeface="Times New Roman" pitchFamily="18" charset="0"/>
                  <a:ea typeface="宋体" charset="-122"/>
                  <a:cs typeface="+mn-cs"/>
                </a:rPr>
                <a:t>1</a:t>
              </a:r>
              <a:endParaRPr kumimoji="1" lang="en-US" altLang="zh-CN" sz="2400" b="0" i="0"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sp>
          <p:nvSpPr>
            <p:cNvPr id="665609" name="Text Box 9"/>
            <p:cNvSpPr txBox="1">
              <a:spLocks noChangeArrowheads="1"/>
            </p:cNvSpPr>
            <p:nvPr/>
          </p:nvSpPr>
          <p:spPr bwMode="auto">
            <a:xfrm>
              <a:off x="5486400" y="5791200"/>
              <a:ext cx="1143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1" u="none" strike="noStrike" kern="1200" cap="none" spc="0" normalizeH="0" baseline="0" noProof="0">
                  <a:ln>
                    <a:noFill/>
                  </a:ln>
                  <a:solidFill>
                    <a:srgbClr val="000000"/>
                  </a:solidFill>
                  <a:effectLst/>
                  <a:uLnTx/>
                  <a:uFillTx/>
                  <a:latin typeface="Times New Roman" pitchFamily="18" charset="0"/>
                  <a:ea typeface="宋体" charset="-122"/>
                  <a:cs typeface="+mn-cs"/>
                </a:rPr>
                <a:t>A</a:t>
              </a:r>
              <a:r>
                <a:rPr kumimoji="1" lang="en-US" altLang="zh-CN" sz="2400" b="0" i="0" u="none" strike="noStrike" kern="1200" cap="none" spc="0" normalizeH="0" baseline="-25000" noProof="0">
                  <a:ln>
                    <a:noFill/>
                  </a:ln>
                  <a:solidFill>
                    <a:srgbClr val="000000"/>
                  </a:solidFill>
                  <a:effectLst/>
                  <a:uLnTx/>
                  <a:uFillTx/>
                  <a:latin typeface="Times New Roman" pitchFamily="18" charset="0"/>
                  <a:ea typeface="宋体" charset="-122"/>
                  <a:cs typeface="+mn-cs"/>
                </a:rPr>
                <a:t>2</a:t>
              </a:r>
              <a:r>
                <a:rPr kumimoji="1" lang="en-US" altLang="zh-CN" sz="2400" b="0" i="1" u="none" strike="noStrike" kern="1200" cap="none" spc="0" normalizeH="0" baseline="0" noProof="0">
                  <a:ln>
                    <a:noFill/>
                  </a:ln>
                  <a:solidFill>
                    <a:srgbClr val="000000"/>
                  </a:solidFill>
                  <a:effectLst/>
                  <a:uLnTx/>
                  <a:uFillTx/>
                  <a:latin typeface="Times New Roman" pitchFamily="18" charset="0"/>
                  <a:ea typeface="宋体" charset="-122"/>
                  <a:cs typeface="+mn-cs"/>
                </a:rPr>
                <a:t>  B</a:t>
              </a:r>
              <a:r>
                <a:rPr kumimoji="1" lang="en-US" altLang="zh-CN" sz="2400" b="0" i="0" u="none" strike="noStrike" kern="1200" cap="none" spc="0" normalizeH="0" baseline="-25000" noProof="0">
                  <a:ln>
                    <a:noFill/>
                  </a:ln>
                  <a:solidFill>
                    <a:srgbClr val="000000"/>
                  </a:solidFill>
                  <a:effectLst/>
                  <a:uLnTx/>
                  <a:uFillTx/>
                  <a:latin typeface="Times New Roman" pitchFamily="18" charset="0"/>
                  <a:ea typeface="宋体" charset="-122"/>
                  <a:cs typeface="+mn-cs"/>
                </a:rPr>
                <a:t>2</a:t>
              </a:r>
              <a:endParaRPr kumimoji="1" lang="en-US" altLang="zh-CN" sz="2400" b="0" i="0"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sp>
          <p:nvSpPr>
            <p:cNvPr id="665610" name="Text Box 10"/>
            <p:cNvSpPr txBox="1">
              <a:spLocks noChangeArrowheads="1"/>
            </p:cNvSpPr>
            <p:nvPr/>
          </p:nvSpPr>
          <p:spPr bwMode="auto">
            <a:xfrm>
              <a:off x="7620000" y="5791200"/>
              <a:ext cx="1143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1" u="none" strike="noStrike" kern="1200" cap="none" spc="0" normalizeH="0" baseline="0" noProof="0">
                  <a:ln>
                    <a:noFill/>
                  </a:ln>
                  <a:solidFill>
                    <a:srgbClr val="000000"/>
                  </a:solidFill>
                  <a:effectLst/>
                  <a:uLnTx/>
                  <a:uFillTx/>
                  <a:latin typeface="Times New Roman" pitchFamily="18" charset="0"/>
                  <a:ea typeface="宋体" charset="-122"/>
                  <a:cs typeface="+mn-cs"/>
                </a:rPr>
                <a:t>A</a:t>
              </a:r>
              <a:r>
                <a:rPr kumimoji="1" lang="en-US" altLang="zh-CN" sz="2400" b="0" i="0" u="none" strike="noStrike" kern="1200" cap="none" spc="0" normalizeH="0" baseline="-25000" noProof="0">
                  <a:ln>
                    <a:noFill/>
                  </a:ln>
                  <a:solidFill>
                    <a:srgbClr val="000000"/>
                  </a:solidFill>
                  <a:effectLst/>
                  <a:uLnTx/>
                  <a:uFillTx/>
                  <a:latin typeface="Times New Roman" pitchFamily="18" charset="0"/>
                  <a:ea typeface="宋体" charset="-122"/>
                  <a:cs typeface="+mn-cs"/>
                </a:rPr>
                <a:t>3</a:t>
              </a:r>
              <a:r>
                <a:rPr kumimoji="1" lang="en-US" altLang="zh-CN" sz="2400" b="0" i="1" u="none" strike="noStrike" kern="1200" cap="none" spc="0" normalizeH="0" baseline="0" noProof="0">
                  <a:ln>
                    <a:noFill/>
                  </a:ln>
                  <a:solidFill>
                    <a:srgbClr val="000000"/>
                  </a:solidFill>
                  <a:effectLst/>
                  <a:uLnTx/>
                  <a:uFillTx/>
                  <a:latin typeface="Times New Roman" pitchFamily="18" charset="0"/>
                  <a:ea typeface="宋体" charset="-122"/>
                  <a:cs typeface="+mn-cs"/>
                </a:rPr>
                <a:t>  B</a:t>
              </a:r>
              <a:r>
                <a:rPr kumimoji="1" lang="en-US" altLang="zh-CN" sz="2400" b="0" i="0" u="none" strike="noStrike" kern="1200" cap="none" spc="0" normalizeH="0" baseline="-25000" noProof="0">
                  <a:ln>
                    <a:noFill/>
                  </a:ln>
                  <a:solidFill>
                    <a:srgbClr val="000000"/>
                  </a:solidFill>
                  <a:effectLst/>
                  <a:uLnTx/>
                  <a:uFillTx/>
                  <a:latin typeface="Times New Roman" pitchFamily="18" charset="0"/>
                  <a:ea typeface="宋体" charset="-122"/>
                  <a:cs typeface="+mn-cs"/>
                </a:rPr>
                <a:t>3</a:t>
              </a:r>
              <a:endParaRPr kumimoji="1" lang="en-US" altLang="zh-CN" sz="2400" b="0" i="0"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sp>
          <p:nvSpPr>
            <p:cNvPr id="665611" name="Text Box 11"/>
            <p:cNvSpPr txBox="1">
              <a:spLocks noChangeArrowheads="1"/>
            </p:cNvSpPr>
            <p:nvPr/>
          </p:nvSpPr>
          <p:spPr bwMode="auto">
            <a:xfrm>
              <a:off x="2819400" y="2895600"/>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1" u="none" strike="noStrike" kern="1200" cap="none" spc="0" normalizeH="0" baseline="0" noProof="0">
                  <a:ln>
                    <a:noFill/>
                  </a:ln>
                  <a:solidFill>
                    <a:srgbClr val="000000"/>
                  </a:solidFill>
                  <a:effectLst/>
                  <a:uLnTx/>
                  <a:uFillTx/>
                  <a:latin typeface="Times New Roman" pitchFamily="18" charset="0"/>
                  <a:ea typeface="宋体" charset="-122"/>
                  <a:cs typeface="+mn-cs"/>
                </a:rPr>
                <a:t>S</a:t>
              </a:r>
              <a:r>
                <a:rPr kumimoji="1" lang="en-US" altLang="zh-CN" sz="2400" b="0" i="0" u="none" strike="noStrike" kern="1200" cap="none" spc="0" normalizeH="0" baseline="-25000" noProof="0">
                  <a:ln>
                    <a:noFill/>
                  </a:ln>
                  <a:solidFill>
                    <a:srgbClr val="000000"/>
                  </a:solidFill>
                  <a:effectLst/>
                  <a:uLnTx/>
                  <a:uFillTx/>
                  <a:latin typeface="Times New Roman" pitchFamily="18" charset="0"/>
                  <a:ea typeface="宋体" charset="-122"/>
                  <a:cs typeface="+mn-cs"/>
                </a:rPr>
                <a:t>1</a:t>
              </a:r>
              <a:endParaRPr kumimoji="1" lang="en-US" altLang="zh-CN" sz="2400" b="0" i="0"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grpSp>
          <p:nvGrpSpPr>
            <p:cNvPr id="2" name="Group 12"/>
            <p:cNvGrpSpPr>
              <a:grpSpLocks/>
            </p:cNvGrpSpPr>
            <p:nvPr/>
          </p:nvGrpSpPr>
          <p:grpSpPr bwMode="auto">
            <a:xfrm>
              <a:off x="457200" y="3378200"/>
              <a:ext cx="8229600" cy="2522538"/>
              <a:chOff x="192" y="1552"/>
              <a:chExt cx="5184" cy="1589"/>
            </a:xfrm>
          </p:grpSpPr>
          <p:sp>
            <p:nvSpPr>
              <p:cNvPr id="110627" name="Rectangle 13"/>
              <p:cNvSpPr>
                <a:spLocks noChangeArrowheads="1"/>
              </p:cNvSpPr>
              <p:nvPr/>
            </p:nvSpPr>
            <p:spPr bwMode="auto">
              <a:xfrm>
                <a:off x="2912" y="2005"/>
                <a:ext cx="1104" cy="67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0628" name="Text Box 14"/>
              <p:cNvSpPr txBox="1">
                <a:spLocks noChangeArrowheads="1"/>
              </p:cNvSpPr>
              <p:nvPr/>
            </p:nvSpPr>
            <p:spPr bwMode="auto">
              <a:xfrm>
                <a:off x="3536" y="2053"/>
                <a:ext cx="44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1" u="none" strike="noStrike" kern="1200" cap="none" spc="0" normalizeH="0" baseline="0" noProof="0">
                    <a:ln>
                      <a:noFill/>
                    </a:ln>
                    <a:solidFill>
                      <a:srgbClr val="000000"/>
                    </a:solidFill>
                    <a:effectLst/>
                    <a:uLnTx/>
                    <a:uFillTx/>
                    <a:latin typeface="Times New Roman" pitchFamily="18" charset="0"/>
                    <a:ea typeface="宋体" charset="-122"/>
                    <a:cs typeface="+mn-cs"/>
                  </a:rPr>
                  <a:t>C</a:t>
                </a:r>
                <a:r>
                  <a:rPr kumimoji="1" lang="en-US" altLang="zh-CN" sz="2400" b="0" i="1" u="none" strike="noStrike" kern="1200" cap="none" spc="0" normalizeH="0" baseline="-25000" noProof="0">
                    <a:ln>
                      <a:noFill/>
                    </a:ln>
                    <a:solidFill>
                      <a:srgbClr val="000000"/>
                    </a:solidFill>
                    <a:effectLst/>
                    <a:uLnTx/>
                    <a:uFillTx/>
                    <a:latin typeface="Times New Roman" pitchFamily="18" charset="0"/>
                    <a:ea typeface="宋体" charset="-122"/>
                    <a:cs typeface="+mn-cs"/>
                  </a:rPr>
                  <a:t>i</a:t>
                </a:r>
                <a:r>
                  <a:rPr kumimoji="1" lang="en-US" altLang="zh-CN" sz="2400" b="0" i="0" u="none" strike="noStrike" kern="1200" cap="none" spc="0" normalizeH="0" baseline="-25000" noProof="0">
                    <a:ln>
                      <a:noFill/>
                    </a:ln>
                    <a:solidFill>
                      <a:srgbClr val="000000"/>
                    </a:solidFill>
                    <a:effectLst/>
                    <a:uLnTx/>
                    <a:uFillTx/>
                    <a:latin typeface="Times New Roman" pitchFamily="18" charset="0"/>
                    <a:ea typeface="宋体" charset="-122"/>
                    <a:cs typeface="+mn-cs"/>
                  </a:rPr>
                  <a:t>+1</a:t>
                </a:r>
                <a:endParaRPr kumimoji="1" lang="en-US" altLang="zh-CN" sz="2400" b="0" i="0"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sp>
            <p:nvSpPr>
              <p:cNvPr id="110629" name="Text Box 15"/>
              <p:cNvSpPr txBox="1">
                <a:spLocks noChangeArrowheads="1"/>
              </p:cNvSpPr>
              <p:nvPr/>
            </p:nvSpPr>
            <p:spPr bwMode="auto">
              <a:xfrm>
                <a:off x="3104" y="2053"/>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1" u="none" strike="noStrike" kern="1200" cap="none" spc="0" normalizeH="0" baseline="0" noProof="0">
                    <a:ln>
                      <a:noFill/>
                    </a:ln>
                    <a:solidFill>
                      <a:srgbClr val="000000"/>
                    </a:solidFill>
                    <a:effectLst/>
                    <a:uLnTx/>
                    <a:uFillTx/>
                    <a:latin typeface="Times New Roman" pitchFamily="18" charset="0"/>
                    <a:ea typeface="宋体" charset="-122"/>
                    <a:cs typeface="+mn-cs"/>
                  </a:rPr>
                  <a:t>S</a:t>
                </a:r>
                <a:r>
                  <a:rPr kumimoji="1" lang="en-US" altLang="zh-CN" sz="2400" b="0" i="1" u="none" strike="noStrike" kern="1200" cap="none" spc="0" normalizeH="0" baseline="-25000" noProof="0">
                    <a:ln>
                      <a:noFill/>
                    </a:ln>
                    <a:solidFill>
                      <a:srgbClr val="000000"/>
                    </a:solidFill>
                    <a:effectLst/>
                    <a:uLnTx/>
                    <a:uFillTx/>
                    <a:latin typeface="Times New Roman" pitchFamily="18" charset="0"/>
                    <a:ea typeface="宋体" charset="-122"/>
                    <a:cs typeface="+mn-cs"/>
                  </a:rPr>
                  <a:t>i</a:t>
                </a:r>
                <a:endParaRPr kumimoji="1" lang="en-US" altLang="zh-CN" sz="2400" b="0" i="1"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sp>
            <p:nvSpPr>
              <p:cNvPr id="110630" name="Line 16"/>
              <p:cNvSpPr>
                <a:spLocks noChangeShapeType="1"/>
              </p:cNvSpPr>
              <p:nvPr/>
            </p:nvSpPr>
            <p:spPr bwMode="auto">
              <a:xfrm>
                <a:off x="3200" y="2677"/>
                <a:ext cx="0" cy="3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0631" name="Line 17"/>
              <p:cNvSpPr>
                <a:spLocks noChangeShapeType="1"/>
              </p:cNvSpPr>
              <p:nvPr/>
            </p:nvSpPr>
            <p:spPr bwMode="auto">
              <a:xfrm>
                <a:off x="3488" y="2677"/>
                <a:ext cx="0" cy="45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0632" name="Line 18"/>
              <p:cNvSpPr>
                <a:spLocks noChangeShapeType="1"/>
              </p:cNvSpPr>
              <p:nvPr/>
            </p:nvSpPr>
            <p:spPr bwMode="auto">
              <a:xfrm>
                <a:off x="3776" y="2677"/>
                <a:ext cx="0" cy="45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0633" name="Line 19"/>
              <p:cNvSpPr>
                <a:spLocks noChangeShapeType="1"/>
              </p:cNvSpPr>
              <p:nvPr/>
            </p:nvSpPr>
            <p:spPr bwMode="auto">
              <a:xfrm>
                <a:off x="3200" y="1552"/>
                <a:ext cx="0" cy="45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0634" name="Rectangle 20"/>
              <p:cNvSpPr>
                <a:spLocks noChangeArrowheads="1"/>
              </p:cNvSpPr>
              <p:nvPr/>
            </p:nvSpPr>
            <p:spPr bwMode="auto">
              <a:xfrm>
                <a:off x="4272" y="2005"/>
                <a:ext cx="1104" cy="67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0635" name="Text Box 21"/>
              <p:cNvSpPr txBox="1">
                <a:spLocks noChangeArrowheads="1"/>
              </p:cNvSpPr>
              <p:nvPr/>
            </p:nvSpPr>
            <p:spPr bwMode="auto">
              <a:xfrm>
                <a:off x="4896" y="2053"/>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1" u="none" strike="noStrike" kern="1200" cap="none" spc="0" normalizeH="0" baseline="0" noProof="0">
                    <a:ln>
                      <a:noFill/>
                    </a:ln>
                    <a:solidFill>
                      <a:srgbClr val="000000"/>
                    </a:solidFill>
                    <a:effectLst/>
                    <a:uLnTx/>
                    <a:uFillTx/>
                    <a:latin typeface="Times New Roman" pitchFamily="18" charset="0"/>
                    <a:ea typeface="宋体" charset="-122"/>
                    <a:cs typeface="+mn-cs"/>
                  </a:rPr>
                  <a:t>C</a:t>
                </a:r>
                <a:r>
                  <a:rPr kumimoji="1" lang="en-US" altLang="zh-CN" sz="2400" b="0" i="0" u="none" strike="noStrike" kern="1200" cap="none" spc="0" normalizeH="0" baseline="-25000" noProof="0">
                    <a:ln>
                      <a:noFill/>
                    </a:ln>
                    <a:solidFill>
                      <a:srgbClr val="000000"/>
                    </a:solidFill>
                    <a:effectLst/>
                    <a:uLnTx/>
                    <a:uFillTx/>
                    <a:latin typeface="Times New Roman" pitchFamily="18" charset="0"/>
                    <a:ea typeface="宋体" charset="-122"/>
                    <a:cs typeface="+mn-cs"/>
                  </a:rPr>
                  <a:t>i+1</a:t>
                </a:r>
                <a:endParaRPr kumimoji="1" lang="en-US" altLang="zh-CN" sz="2400" b="0" i="0"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sp>
            <p:nvSpPr>
              <p:cNvPr id="110636" name="Text Box 22"/>
              <p:cNvSpPr txBox="1">
                <a:spLocks noChangeArrowheads="1"/>
              </p:cNvSpPr>
              <p:nvPr/>
            </p:nvSpPr>
            <p:spPr bwMode="auto">
              <a:xfrm>
                <a:off x="4464" y="2053"/>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1" u="none" strike="noStrike" kern="1200" cap="none" spc="0" normalizeH="0" baseline="0" noProof="0">
                    <a:ln>
                      <a:noFill/>
                    </a:ln>
                    <a:solidFill>
                      <a:srgbClr val="000000"/>
                    </a:solidFill>
                    <a:effectLst/>
                    <a:uLnTx/>
                    <a:uFillTx/>
                    <a:latin typeface="Times New Roman" pitchFamily="18" charset="0"/>
                    <a:ea typeface="宋体" charset="-122"/>
                    <a:cs typeface="+mn-cs"/>
                  </a:rPr>
                  <a:t>S</a:t>
                </a:r>
                <a:r>
                  <a:rPr kumimoji="1" lang="en-US" altLang="zh-CN" sz="2400" b="0" i="1" u="none" strike="noStrike" kern="1200" cap="none" spc="0" normalizeH="0" baseline="-25000" noProof="0">
                    <a:ln>
                      <a:noFill/>
                    </a:ln>
                    <a:solidFill>
                      <a:srgbClr val="000000"/>
                    </a:solidFill>
                    <a:effectLst/>
                    <a:uLnTx/>
                    <a:uFillTx/>
                    <a:latin typeface="Times New Roman" pitchFamily="18" charset="0"/>
                    <a:ea typeface="宋体" charset="-122"/>
                    <a:cs typeface="+mn-cs"/>
                  </a:rPr>
                  <a:t>i</a:t>
                </a:r>
                <a:endParaRPr kumimoji="1" lang="en-US" altLang="zh-CN" sz="2400" b="0" i="1"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sp>
            <p:nvSpPr>
              <p:cNvPr id="110637" name="Line 23"/>
              <p:cNvSpPr>
                <a:spLocks noChangeShapeType="1"/>
              </p:cNvSpPr>
              <p:nvPr/>
            </p:nvSpPr>
            <p:spPr bwMode="auto">
              <a:xfrm>
                <a:off x="4560" y="2677"/>
                <a:ext cx="0" cy="3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0638" name="Line 24"/>
              <p:cNvSpPr>
                <a:spLocks noChangeShapeType="1"/>
              </p:cNvSpPr>
              <p:nvPr/>
            </p:nvSpPr>
            <p:spPr bwMode="auto">
              <a:xfrm>
                <a:off x="4848" y="2677"/>
                <a:ext cx="0" cy="45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0639" name="Line 25"/>
              <p:cNvSpPr>
                <a:spLocks noChangeShapeType="1"/>
              </p:cNvSpPr>
              <p:nvPr/>
            </p:nvSpPr>
            <p:spPr bwMode="auto">
              <a:xfrm>
                <a:off x="5136" y="2677"/>
                <a:ext cx="0" cy="45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0640" name="Line 26"/>
              <p:cNvSpPr>
                <a:spLocks noChangeShapeType="1"/>
              </p:cNvSpPr>
              <p:nvPr/>
            </p:nvSpPr>
            <p:spPr bwMode="auto">
              <a:xfrm>
                <a:off x="4560" y="1552"/>
                <a:ext cx="0" cy="45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0641" name="Line 27"/>
              <p:cNvSpPr>
                <a:spLocks noChangeShapeType="1"/>
              </p:cNvSpPr>
              <p:nvPr/>
            </p:nvSpPr>
            <p:spPr bwMode="auto">
              <a:xfrm>
                <a:off x="5088" y="1552"/>
                <a:ext cx="0" cy="45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0642" name="Text Box 28"/>
              <p:cNvSpPr txBox="1">
                <a:spLocks noChangeArrowheads="1"/>
              </p:cNvSpPr>
              <p:nvPr/>
            </p:nvSpPr>
            <p:spPr bwMode="auto">
              <a:xfrm>
                <a:off x="2176" y="2053"/>
                <a:ext cx="4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1" u="none" strike="noStrike" kern="1200" cap="none" spc="0" normalizeH="0" baseline="0" noProof="0">
                    <a:ln>
                      <a:noFill/>
                    </a:ln>
                    <a:solidFill>
                      <a:srgbClr val="000000"/>
                    </a:solidFill>
                    <a:effectLst/>
                    <a:uLnTx/>
                    <a:uFillTx/>
                    <a:latin typeface="Times New Roman" pitchFamily="18" charset="0"/>
                    <a:ea typeface="宋体" charset="-122"/>
                    <a:cs typeface="+mn-cs"/>
                  </a:rPr>
                  <a:t>C</a:t>
                </a:r>
                <a:r>
                  <a:rPr kumimoji="1" lang="en-US" altLang="zh-CN" sz="2400" b="0" i="1" u="none" strike="noStrike" kern="1200" cap="none" spc="0" normalizeH="0" baseline="-25000" noProof="0">
                    <a:ln>
                      <a:noFill/>
                    </a:ln>
                    <a:solidFill>
                      <a:srgbClr val="000000"/>
                    </a:solidFill>
                    <a:effectLst/>
                    <a:uLnTx/>
                    <a:uFillTx/>
                    <a:latin typeface="Times New Roman" pitchFamily="18" charset="0"/>
                    <a:ea typeface="宋体" charset="-122"/>
                    <a:cs typeface="+mn-cs"/>
                  </a:rPr>
                  <a:t>i</a:t>
                </a:r>
                <a:r>
                  <a:rPr kumimoji="1" lang="en-US" altLang="zh-CN" sz="2400" b="0" i="0" u="none" strike="noStrike" kern="1200" cap="none" spc="0" normalizeH="0" baseline="-25000" noProof="0">
                    <a:ln>
                      <a:noFill/>
                    </a:ln>
                    <a:solidFill>
                      <a:srgbClr val="000000"/>
                    </a:solidFill>
                    <a:effectLst/>
                    <a:uLnTx/>
                    <a:uFillTx/>
                    <a:latin typeface="Times New Roman" pitchFamily="18" charset="0"/>
                    <a:ea typeface="宋体" charset="-122"/>
                    <a:cs typeface="+mn-cs"/>
                  </a:rPr>
                  <a:t>+1</a:t>
                </a:r>
                <a:endParaRPr kumimoji="1" lang="en-US" altLang="zh-CN" sz="2400" b="0" i="0"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sp>
            <p:nvSpPr>
              <p:cNvPr id="110643" name="Line 29"/>
              <p:cNvSpPr>
                <a:spLocks noChangeShapeType="1"/>
              </p:cNvSpPr>
              <p:nvPr/>
            </p:nvSpPr>
            <p:spPr bwMode="auto">
              <a:xfrm>
                <a:off x="3718" y="1669"/>
                <a:ext cx="0" cy="3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0644" name="Text Box 30"/>
              <p:cNvSpPr txBox="1">
                <a:spLocks noChangeArrowheads="1"/>
              </p:cNvSpPr>
              <p:nvPr/>
            </p:nvSpPr>
            <p:spPr bwMode="auto">
              <a:xfrm>
                <a:off x="816" y="2053"/>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1" u="none" strike="noStrike" kern="1200" cap="none" spc="0" normalizeH="0" baseline="0" noProof="0" dirty="0">
                    <a:ln>
                      <a:noFill/>
                    </a:ln>
                    <a:solidFill>
                      <a:srgbClr val="000000"/>
                    </a:solidFill>
                    <a:effectLst/>
                    <a:uLnTx/>
                    <a:uFillTx/>
                    <a:latin typeface="Times New Roman" pitchFamily="18" charset="0"/>
                    <a:ea typeface="宋体" charset="-122"/>
                    <a:cs typeface="+mn-cs"/>
                  </a:rPr>
                  <a:t>C</a:t>
                </a:r>
                <a:r>
                  <a:rPr kumimoji="1" lang="en-US" altLang="zh-CN" sz="2400" b="0" i="1" u="none" strike="noStrike" kern="1200" cap="none" spc="0" normalizeH="0" baseline="-25000" noProof="0" dirty="0">
                    <a:ln>
                      <a:noFill/>
                    </a:ln>
                    <a:solidFill>
                      <a:srgbClr val="000000"/>
                    </a:solidFill>
                    <a:effectLst/>
                    <a:uLnTx/>
                    <a:uFillTx/>
                    <a:latin typeface="Times New Roman" pitchFamily="18" charset="0"/>
                    <a:ea typeface="宋体" charset="-122"/>
                    <a:cs typeface="+mn-cs"/>
                  </a:rPr>
                  <a:t>i</a:t>
                </a:r>
                <a:r>
                  <a:rPr kumimoji="1" lang="en-US" altLang="zh-CN" sz="2400" b="0" i="0" u="none" strike="noStrike" kern="1200" cap="none" spc="0" normalizeH="0" baseline="-25000" noProof="0" dirty="0">
                    <a:ln>
                      <a:noFill/>
                    </a:ln>
                    <a:solidFill>
                      <a:srgbClr val="000000"/>
                    </a:solidFill>
                    <a:effectLst/>
                    <a:uLnTx/>
                    <a:uFillTx/>
                    <a:latin typeface="Times New Roman" pitchFamily="18" charset="0"/>
                    <a:ea typeface="宋体" charset="-122"/>
                    <a:cs typeface="+mn-cs"/>
                  </a:rPr>
                  <a:t>+1</a:t>
                </a:r>
                <a:endParaRPr kumimoji="1" lang="en-US" altLang="zh-CN" sz="2400" b="0" i="0" u="none" strike="noStrike" kern="1200" cap="none" spc="0" normalizeH="0" baseline="0" noProof="0" dirty="0">
                  <a:ln>
                    <a:noFill/>
                  </a:ln>
                  <a:solidFill>
                    <a:srgbClr val="000000"/>
                  </a:solidFill>
                  <a:effectLst/>
                  <a:uLnTx/>
                  <a:uFillTx/>
                  <a:latin typeface="Times New Roman" pitchFamily="18" charset="0"/>
                  <a:ea typeface="宋体" charset="-122"/>
                  <a:cs typeface="+mn-cs"/>
                </a:endParaRPr>
              </a:p>
            </p:txBody>
          </p:sp>
          <p:sp>
            <p:nvSpPr>
              <p:cNvPr id="110645" name="Text Box 31"/>
              <p:cNvSpPr txBox="1">
                <a:spLocks noChangeArrowheads="1"/>
              </p:cNvSpPr>
              <p:nvPr/>
            </p:nvSpPr>
            <p:spPr bwMode="auto">
              <a:xfrm>
                <a:off x="955" y="2341"/>
                <a:ext cx="41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1" u="none" strike="noStrike" kern="1200" cap="none" spc="0" normalizeH="0" baseline="0" noProof="0">
                    <a:ln>
                      <a:noFill/>
                    </a:ln>
                    <a:solidFill>
                      <a:srgbClr val="000000"/>
                    </a:solidFill>
                    <a:effectLst/>
                    <a:uLnTx/>
                    <a:uFillTx/>
                    <a:latin typeface="Times New Roman" pitchFamily="18" charset="0"/>
                    <a:ea typeface="宋体" charset="-122"/>
                    <a:cs typeface="+mn-cs"/>
                  </a:rPr>
                  <a:t>B</a:t>
                </a:r>
                <a:r>
                  <a:rPr kumimoji="1" lang="en-US" altLang="zh-CN" sz="2400" b="0" i="1" u="none" strike="noStrike" kern="1200" cap="none" spc="0" normalizeH="0" baseline="-25000" noProof="0">
                    <a:ln>
                      <a:noFill/>
                    </a:ln>
                    <a:solidFill>
                      <a:srgbClr val="000000"/>
                    </a:solidFill>
                    <a:effectLst/>
                    <a:uLnTx/>
                    <a:uFillTx/>
                    <a:latin typeface="Times New Roman" pitchFamily="18" charset="0"/>
                    <a:ea typeface="宋体" charset="-122"/>
                    <a:cs typeface="+mn-cs"/>
                  </a:rPr>
                  <a:t>i</a:t>
                </a:r>
                <a:endParaRPr kumimoji="1" lang="en-US" altLang="zh-CN" sz="2400" b="0" i="1"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sp>
            <p:nvSpPr>
              <p:cNvPr id="110646" name="Rectangle 32"/>
              <p:cNvSpPr>
                <a:spLocks noChangeArrowheads="1"/>
              </p:cNvSpPr>
              <p:nvPr/>
            </p:nvSpPr>
            <p:spPr bwMode="auto">
              <a:xfrm>
                <a:off x="192" y="2005"/>
                <a:ext cx="1104" cy="67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0647" name="Text Box 33"/>
              <p:cNvSpPr txBox="1">
                <a:spLocks noChangeArrowheads="1"/>
              </p:cNvSpPr>
              <p:nvPr/>
            </p:nvSpPr>
            <p:spPr bwMode="auto">
              <a:xfrm>
                <a:off x="384" y="2053"/>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1" u="none" strike="noStrike" kern="1200" cap="none" spc="0" normalizeH="0" baseline="0" noProof="0" dirty="0">
                    <a:ln>
                      <a:noFill/>
                    </a:ln>
                    <a:solidFill>
                      <a:srgbClr val="000000"/>
                    </a:solidFill>
                    <a:effectLst/>
                    <a:uLnTx/>
                    <a:uFillTx/>
                    <a:latin typeface="Times New Roman" pitchFamily="18" charset="0"/>
                    <a:ea typeface="宋体" charset="-122"/>
                    <a:cs typeface="+mn-cs"/>
                  </a:rPr>
                  <a:t>S</a:t>
                </a:r>
                <a:r>
                  <a:rPr kumimoji="1" lang="en-US" altLang="zh-CN" sz="2400" b="0" i="1" u="none" strike="noStrike" kern="1200" cap="none" spc="0" normalizeH="0" baseline="-25000" noProof="0" dirty="0">
                    <a:ln>
                      <a:noFill/>
                    </a:ln>
                    <a:solidFill>
                      <a:srgbClr val="000000"/>
                    </a:solidFill>
                    <a:effectLst/>
                    <a:uLnTx/>
                    <a:uFillTx/>
                    <a:latin typeface="Times New Roman" pitchFamily="18" charset="0"/>
                    <a:ea typeface="宋体" charset="-122"/>
                    <a:cs typeface="+mn-cs"/>
                  </a:rPr>
                  <a:t>i</a:t>
                </a:r>
                <a:endParaRPr kumimoji="1" lang="en-US" altLang="zh-CN" sz="2400" b="0" i="1" u="none" strike="noStrike" kern="1200" cap="none" spc="0" normalizeH="0" baseline="0" noProof="0" dirty="0">
                  <a:ln>
                    <a:noFill/>
                  </a:ln>
                  <a:solidFill>
                    <a:srgbClr val="000000"/>
                  </a:solidFill>
                  <a:effectLst/>
                  <a:uLnTx/>
                  <a:uFillTx/>
                  <a:latin typeface="Times New Roman" pitchFamily="18" charset="0"/>
                  <a:ea typeface="宋体" charset="-122"/>
                  <a:cs typeface="+mn-cs"/>
                </a:endParaRPr>
              </a:p>
            </p:txBody>
          </p:sp>
          <p:sp>
            <p:nvSpPr>
              <p:cNvPr id="110648" name="Text Box 34"/>
              <p:cNvSpPr txBox="1">
                <a:spLocks noChangeArrowheads="1"/>
              </p:cNvSpPr>
              <p:nvPr/>
            </p:nvSpPr>
            <p:spPr bwMode="auto">
              <a:xfrm>
                <a:off x="654" y="2341"/>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1" u="none" strike="noStrike" kern="1200" cap="none" spc="0" normalizeH="0" baseline="0" noProof="0">
                    <a:ln>
                      <a:noFill/>
                    </a:ln>
                    <a:solidFill>
                      <a:srgbClr val="000000"/>
                    </a:solidFill>
                    <a:effectLst/>
                    <a:uLnTx/>
                    <a:uFillTx/>
                    <a:latin typeface="Times New Roman" pitchFamily="18" charset="0"/>
                    <a:ea typeface="宋体" charset="-122"/>
                    <a:cs typeface="+mn-cs"/>
                  </a:rPr>
                  <a:t>A</a:t>
                </a:r>
                <a:r>
                  <a:rPr kumimoji="1" lang="en-US" altLang="zh-CN" sz="2400" b="0" i="1" u="none" strike="noStrike" kern="1200" cap="none" spc="0" normalizeH="0" baseline="-25000" noProof="0">
                    <a:ln>
                      <a:noFill/>
                    </a:ln>
                    <a:solidFill>
                      <a:srgbClr val="000000"/>
                    </a:solidFill>
                    <a:effectLst/>
                    <a:uLnTx/>
                    <a:uFillTx/>
                    <a:latin typeface="Times New Roman" pitchFamily="18" charset="0"/>
                    <a:ea typeface="宋体" charset="-122"/>
                    <a:cs typeface="+mn-cs"/>
                  </a:rPr>
                  <a:t>i</a:t>
                </a:r>
                <a:endParaRPr kumimoji="1" lang="en-US" altLang="zh-CN" sz="2400" b="0" i="1"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sp>
            <p:nvSpPr>
              <p:cNvPr id="110649" name="Line 35"/>
              <p:cNvSpPr>
                <a:spLocks noChangeShapeType="1"/>
              </p:cNvSpPr>
              <p:nvPr/>
            </p:nvSpPr>
            <p:spPr bwMode="auto">
              <a:xfrm>
                <a:off x="480" y="2677"/>
                <a:ext cx="0"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0650" name="Line 36"/>
              <p:cNvSpPr>
                <a:spLocks noChangeShapeType="1"/>
              </p:cNvSpPr>
              <p:nvPr/>
            </p:nvSpPr>
            <p:spPr bwMode="auto">
              <a:xfrm>
                <a:off x="768" y="2677"/>
                <a:ext cx="0" cy="45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0651" name="Line 37"/>
              <p:cNvSpPr>
                <a:spLocks noChangeShapeType="1"/>
              </p:cNvSpPr>
              <p:nvPr/>
            </p:nvSpPr>
            <p:spPr bwMode="auto">
              <a:xfrm>
                <a:off x="480" y="1552"/>
                <a:ext cx="0" cy="45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0652" name="Text Box 38"/>
              <p:cNvSpPr txBox="1">
                <a:spLocks noChangeArrowheads="1"/>
              </p:cNvSpPr>
              <p:nvPr/>
            </p:nvSpPr>
            <p:spPr bwMode="auto">
              <a:xfrm>
                <a:off x="366" y="2341"/>
                <a:ext cx="30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1" u="none" strike="noStrike" kern="1200" cap="none" spc="0" normalizeH="0" baseline="0" noProof="0">
                    <a:ln>
                      <a:noFill/>
                    </a:ln>
                    <a:solidFill>
                      <a:srgbClr val="000000"/>
                    </a:solidFill>
                    <a:effectLst/>
                    <a:uLnTx/>
                    <a:uFillTx/>
                    <a:latin typeface="Times New Roman" pitchFamily="18" charset="0"/>
                    <a:ea typeface="宋体" charset="-122"/>
                    <a:cs typeface="+mn-cs"/>
                  </a:rPr>
                  <a:t>C</a:t>
                </a:r>
                <a:r>
                  <a:rPr kumimoji="1" lang="en-US" altLang="zh-CN" sz="2400" b="0" i="1" u="none" strike="noStrike" kern="1200" cap="none" spc="0" normalizeH="0" baseline="-25000" noProof="0">
                    <a:ln>
                      <a:noFill/>
                    </a:ln>
                    <a:solidFill>
                      <a:srgbClr val="000000"/>
                    </a:solidFill>
                    <a:effectLst/>
                    <a:uLnTx/>
                    <a:uFillTx/>
                    <a:latin typeface="Times New Roman" pitchFamily="18" charset="0"/>
                    <a:ea typeface="宋体" charset="-122"/>
                    <a:cs typeface="+mn-cs"/>
                  </a:rPr>
                  <a:t>i</a:t>
                </a:r>
                <a:endParaRPr kumimoji="1" lang="en-US" altLang="zh-CN" sz="2400" b="0" i="1"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sp>
            <p:nvSpPr>
              <p:cNvPr id="110653" name="Line 39"/>
              <p:cNvSpPr>
                <a:spLocks noChangeShapeType="1"/>
              </p:cNvSpPr>
              <p:nvPr/>
            </p:nvSpPr>
            <p:spPr bwMode="auto">
              <a:xfrm>
                <a:off x="1056" y="2677"/>
                <a:ext cx="0" cy="45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0654" name="Line 40"/>
              <p:cNvSpPr>
                <a:spLocks noChangeShapeType="1"/>
              </p:cNvSpPr>
              <p:nvPr/>
            </p:nvSpPr>
            <p:spPr bwMode="auto">
              <a:xfrm>
                <a:off x="1008" y="1669"/>
                <a:ext cx="0" cy="3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0655" name="Rectangle 41"/>
              <p:cNvSpPr>
                <a:spLocks noChangeArrowheads="1"/>
              </p:cNvSpPr>
              <p:nvPr/>
            </p:nvSpPr>
            <p:spPr bwMode="auto">
              <a:xfrm>
                <a:off x="1536" y="2016"/>
                <a:ext cx="1104" cy="67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0656" name="Text Box 42"/>
              <p:cNvSpPr txBox="1">
                <a:spLocks noChangeArrowheads="1"/>
              </p:cNvSpPr>
              <p:nvPr/>
            </p:nvSpPr>
            <p:spPr bwMode="auto">
              <a:xfrm>
                <a:off x="1728" y="2064"/>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1" u="none" strike="noStrike" kern="1200" cap="none" spc="0" normalizeH="0" baseline="0" noProof="0">
                    <a:ln>
                      <a:noFill/>
                    </a:ln>
                    <a:solidFill>
                      <a:srgbClr val="000000"/>
                    </a:solidFill>
                    <a:effectLst/>
                    <a:uLnTx/>
                    <a:uFillTx/>
                    <a:latin typeface="Times New Roman" pitchFamily="18" charset="0"/>
                    <a:ea typeface="宋体" charset="-122"/>
                    <a:cs typeface="+mn-cs"/>
                  </a:rPr>
                  <a:t>S</a:t>
                </a:r>
                <a:r>
                  <a:rPr kumimoji="1" lang="en-US" altLang="zh-CN" sz="2400" b="0" i="1" u="none" strike="noStrike" kern="1200" cap="none" spc="0" normalizeH="0" baseline="-25000" noProof="0">
                    <a:ln>
                      <a:noFill/>
                    </a:ln>
                    <a:solidFill>
                      <a:srgbClr val="000000"/>
                    </a:solidFill>
                    <a:effectLst/>
                    <a:uLnTx/>
                    <a:uFillTx/>
                    <a:latin typeface="Times New Roman" pitchFamily="18" charset="0"/>
                    <a:ea typeface="宋体" charset="-122"/>
                    <a:cs typeface="+mn-cs"/>
                  </a:rPr>
                  <a:t>i</a:t>
                </a:r>
                <a:endParaRPr kumimoji="1" lang="en-US" altLang="zh-CN" sz="2400" b="0" i="1"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sp>
            <p:nvSpPr>
              <p:cNvPr id="110657" name="Line 43"/>
              <p:cNvSpPr>
                <a:spLocks noChangeShapeType="1"/>
              </p:cNvSpPr>
              <p:nvPr/>
            </p:nvSpPr>
            <p:spPr bwMode="auto">
              <a:xfrm>
                <a:off x="1824" y="2688"/>
                <a:ext cx="0" cy="3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0658" name="Line 44"/>
              <p:cNvSpPr>
                <a:spLocks noChangeShapeType="1"/>
              </p:cNvSpPr>
              <p:nvPr/>
            </p:nvSpPr>
            <p:spPr bwMode="auto">
              <a:xfrm>
                <a:off x="2112" y="2688"/>
                <a:ext cx="0" cy="45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0659" name="Line 45"/>
              <p:cNvSpPr>
                <a:spLocks noChangeShapeType="1"/>
              </p:cNvSpPr>
              <p:nvPr/>
            </p:nvSpPr>
            <p:spPr bwMode="auto">
              <a:xfrm>
                <a:off x="2400" y="2688"/>
                <a:ext cx="0" cy="45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0660" name="Line 46"/>
              <p:cNvSpPr>
                <a:spLocks noChangeShapeType="1"/>
              </p:cNvSpPr>
              <p:nvPr/>
            </p:nvSpPr>
            <p:spPr bwMode="auto">
              <a:xfrm>
                <a:off x="1824" y="1563"/>
                <a:ext cx="0" cy="45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0661" name="Line 47"/>
              <p:cNvSpPr>
                <a:spLocks noChangeShapeType="1"/>
              </p:cNvSpPr>
              <p:nvPr/>
            </p:nvSpPr>
            <p:spPr bwMode="auto">
              <a:xfrm>
                <a:off x="2358" y="1680"/>
                <a:ext cx="0" cy="3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0662" name="Text Box 48"/>
              <p:cNvSpPr txBox="1">
                <a:spLocks noChangeArrowheads="1"/>
              </p:cNvSpPr>
              <p:nvPr/>
            </p:nvSpPr>
            <p:spPr bwMode="auto">
              <a:xfrm>
                <a:off x="1967" y="2352"/>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1" u="none" strike="noStrike" kern="1200" cap="none" spc="0" normalizeH="0" baseline="0" noProof="0">
                    <a:ln>
                      <a:noFill/>
                    </a:ln>
                    <a:solidFill>
                      <a:srgbClr val="000000"/>
                    </a:solidFill>
                    <a:effectLst/>
                    <a:uLnTx/>
                    <a:uFillTx/>
                    <a:latin typeface="Times New Roman" pitchFamily="18" charset="0"/>
                    <a:ea typeface="宋体" charset="-122"/>
                    <a:cs typeface="+mn-cs"/>
                  </a:rPr>
                  <a:t>A</a:t>
                </a:r>
                <a:r>
                  <a:rPr kumimoji="1" lang="en-US" altLang="zh-CN" sz="2400" b="0" i="1" u="none" strike="noStrike" kern="1200" cap="none" spc="0" normalizeH="0" baseline="-25000" noProof="0">
                    <a:ln>
                      <a:noFill/>
                    </a:ln>
                    <a:solidFill>
                      <a:srgbClr val="000000"/>
                    </a:solidFill>
                    <a:effectLst/>
                    <a:uLnTx/>
                    <a:uFillTx/>
                    <a:latin typeface="Times New Roman" pitchFamily="18" charset="0"/>
                    <a:ea typeface="宋体" charset="-122"/>
                    <a:cs typeface="+mn-cs"/>
                  </a:rPr>
                  <a:t>i</a:t>
                </a:r>
                <a:endParaRPr kumimoji="1" lang="en-US" altLang="zh-CN" sz="2400" b="0" i="1"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sp>
            <p:nvSpPr>
              <p:cNvPr id="110663" name="Text Box 49"/>
              <p:cNvSpPr txBox="1">
                <a:spLocks noChangeArrowheads="1"/>
              </p:cNvSpPr>
              <p:nvPr/>
            </p:nvSpPr>
            <p:spPr bwMode="auto">
              <a:xfrm>
                <a:off x="2269" y="2352"/>
                <a:ext cx="41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1" u="none" strike="noStrike" kern="1200" cap="none" spc="0" normalizeH="0" baseline="0" noProof="0">
                    <a:ln>
                      <a:noFill/>
                    </a:ln>
                    <a:solidFill>
                      <a:srgbClr val="000000"/>
                    </a:solidFill>
                    <a:effectLst/>
                    <a:uLnTx/>
                    <a:uFillTx/>
                    <a:latin typeface="Times New Roman" pitchFamily="18" charset="0"/>
                    <a:ea typeface="宋体" charset="-122"/>
                    <a:cs typeface="+mn-cs"/>
                  </a:rPr>
                  <a:t>B</a:t>
                </a:r>
                <a:r>
                  <a:rPr kumimoji="1" lang="en-US" altLang="zh-CN" sz="2400" b="0" i="1" u="none" strike="noStrike" kern="1200" cap="none" spc="0" normalizeH="0" baseline="-25000" noProof="0">
                    <a:ln>
                      <a:noFill/>
                    </a:ln>
                    <a:solidFill>
                      <a:srgbClr val="000000"/>
                    </a:solidFill>
                    <a:effectLst/>
                    <a:uLnTx/>
                    <a:uFillTx/>
                    <a:latin typeface="Times New Roman" pitchFamily="18" charset="0"/>
                    <a:ea typeface="宋体" charset="-122"/>
                    <a:cs typeface="+mn-cs"/>
                  </a:rPr>
                  <a:t>i</a:t>
                </a:r>
                <a:endParaRPr kumimoji="1" lang="en-US" altLang="zh-CN" sz="2400" b="0" i="1"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sp>
            <p:nvSpPr>
              <p:cNvPr id="110664" name="Text Box 50"/>
              <p:cNvSpPr txBox="1">
                <a:spLocks noChangeArrowheads="1"/>
              </p:cNvSpPr>
              <p:nvPr/>
            </p:nvSpPr>
            <p:spPr bwMode="auto">
              <a:xfrm>
                <a:off x="1632" y="2352"/>
                <a:ext cx="31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1" u="none" strike="noStrike" kern="1200" cap="none" spc="0" normalizeH="0" baseline="0" noProof="0">
                    <a:ln>
                      <a:noFill/>
                    </a:ln>
                    <a:solidFill>
                      <a:srgbClr val="000000"/>
                    </a:solidFill>
                    <a:effectLst/>
                    <a:uLnTx/>
                    <a:uFillTx/>
                    <a:latin typeface="Times New Roman" pitchFamily="18" charset="0"/>
                    <a:ea typeface="宋体" charset="-122"/>
                    <a:cs typeface="+mn-cs"/>
                  </a:rPr>
                  <a:t>C</a:t>
                </a:r>
                <a:r>
                  <a:rPr kumimoji="1" lang="en-US" altLang="zh-CN" sz="2400" b="0" i="1" u="none" strike="noStrike" kern="1200" cap="none" spc="0" normalizeH="0" baseline="-25000" noProof="0">
                    <a:ln>
                      <a:noFill/>
                    </a:ln>
                    <a:solidFill>
                      <a:srgbClr val="000000"/>
                    </a:solidFill>
                    <a:effectLst/>
                    <a:uLnTx/>
                    <a:uFillTx/>
                    <a:latin typeface="Times New Roman" pitchFamily="18" charset="0"/>
                    <a:ea typeface="宋体" charset="-122"/>
                    <a:cs typeface="+mn-cs"/>
                  </a:rPr>
                  <a:t>i</a:t>
                </a:r>
                <a:endParaRPr kumimoji="1" lang="en-US" altLang="zh-CN" sz="2400" b="0" i="1"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sp>
            <p:nvSpPr>
              <p:cNvPr id="110665" name="Text Box 51"/>
              <p:cNvSpPr txBox="1">
                <a:spLocks noChangeArrowheads="1"/>
              </p:cNvSpPr>
              <p:nvPr/>
            </p:nvSpPr>
            <p:spPr bwMode="auto">
              <a:xfrm>
                <a:off x="3345" y="2341"/>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1" u="none" strike="noStrike" kern="1200" cap="none" spc="0" normalizeH="0" baseline="0" noProof="0">
                    <a:ln>
                      <a:noFill/>
                    </a:ln>
                    <a:solidFill>
                      <a:srgbClr val="000000"/>
                    </a:solidFill>
                    <a:effectLst/>
                    <a:uLnTx/>
                    <a:uFillTx/>
                    <a:latin typeface="Times New Roman" pitchFamily="18" charset="0"/>
                    <a:ea typeface="宋体" charset="-122"/>
                    <a:cs typeface="+mn-cs"/>
                  </a:rPr>
                  <a:t>A</a:t>
                </a:r>
                <a:r>
                  <a:rPr kumimoji="1" lang="en-US" altLang="zh-CN" sz="2400" b="0" i="1" u="none" strike="noStrike" kern="1200" cap="none" spc="0" normalizeH="0" baseline="-25000" noProof="0">
                    <a:ln>
                      <a:noFill/>
                    </a:ln>
                    <a:solidFill>
                      <a:srgbClr val="000000"/>
                    </a:solidFill>
                    <a:effectLst/>
                    <a:uLnTx/>
                    <a:uFillTx/>
                    <a:latin typeface="Times New Roman" pitchFamily="18" charset="0"/>
                    <a:ea typeface="宋体" charset="-122"/>
                    <a:cs typeface="+mn-cs"/>
                  </a:rPr>
                  <a:t>i</a:t>
                </a:r>
                <a:endParaRPr kumimoji="1" lang="en-US" altLang="zh-CN" sz="2400" b="0" i="1"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sp>
            <p:nvSpPr>
              <p:cNvPr id="110666" name="Text Box 52"/>
              <p:cNvSpPr txBox="1">
                <a:spLocks noChangeArrowheads="1"/>
              </p:cNvSpPr>
              <p:nvPr/>
            </p:nvSpPr>
            <p:spPr bwMode="auto">
              <a:xfrm>
                <a:off x="3647" y="2341"/>
                <a:ext cx="41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1" u="none" strike="noStrike" kern="1200" cap="none" spc="0" normalizeH="0" baseline="0" noProof="0">
                    <a:ln>
                      <a:noFill/>
                    </a:ln>
                    <a:solidFill>
                      <a:srgbClr val="000000"/>
                    </a:solidFill>
                    <a:effectLst/>
                    <a:uLnTx/>
                    <a:uFillTx/>
                    <a:latin typeface="Times New Roman" pitchFamily="18" charset="0"/>
                    <a:ea typeface="宋体" charset="-122"/>
                    <a:cs typeface="+mn-cs"/>
                  </a:rPr>
                  <a:t>B</a:t>
                </a:r>
                <a:r>
                  <a:rPr kumimoji="1" lang="en-US" altLang="zh-CN" sz="2400" b="0" i="1" u="none" strike="noStrike" kern="1200" cap="none" spc="0" normalizeH="0" baseline="-25000" noProof="0">
                    <a:ln>
                      <a:noFill/>
                    </a:ln>
                    <a:solidFill>
                      <a:srgbClr val="000000"/>
                    </a:solidFill>
                    <a:effectLst/>
                    <a:uLnTx/>
                    <a:uFillTx/>
                    <a:latin typeface="Times New Roman" pitchFamily="18" charset="0"/>
                    <a:ea typeface="宋体" charset="-122"/>
                    <a:cs typeface="+mn-cs"/>
                  </a:rPr>
                  <a:t>i</a:t>
                </a:r>
                <a:endParaRPr kumimoji="1" lang="en-US" altLang="zh-CN" sz="2400" b="0" i="1"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sp>
            <p:nvSpPr>
              <p:cNvPr id="110667" name="Text Box 53"/>
              <p:cNvSpPr txBox="1">
                <a:spLocks noChangeArrowheads="1"/>
              </p:cNvSpPr>
              <p:nvPr/>
            </p:nvSpPr>
            <p:spPr bwMode="auto">
              <a:xfrm>
                <a:off x="3024" y="2341"/>
                <a:ext cx="29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1" u="none" strike="noStrike" kern="1200" cap="none" spc="0" normalizeH="0" baseline="0" noProof="0">
                    <a:ln>
                      <a:noFill/>
                    </a:ln>
                    <a:solidFill>
                      <a:srgbClr val="000000"/>
                    </a:solidFill>
                    <a:effectLst/>
                    <a:uLnTx/>
                    <a:uFillTx/>
                    <a:latin typeface="Times New Roman" pitchFamily="18" charset="0"/>
                    <a:ea typeface="宋体" charset="-122"/>
                    <a:cs typeface="+mn-cs"/>
                  </a:rPr>
                  <a:t>C</a:t>
                </a:r>
                <a:r>
                  <a:rPr kumimoji="1" lang="en-US" altLang="zh-CN" sz="2400" b="0" i="1" u="none" strike="noStrike" kern="1200" cap="none" spc="0" normalizeH="0" baseline="-25000" noProof="0">
                    <a:ln>
                      <a:noFill/>
                    </a:ln>
                    <a:solidFill>
                      <a:srgbClr val="000000"/>
                    </a:solidFill>
                    <a:effectLst/>
                    <a:uLnTx/>
                    <a:uFillTx/>
                    <a:latin typeface="Times New Roman" pitchFamily="18" charset="0"/>
                    <a:ea typeface="宋体" charset="-122"/>
                    <a:cs typeface="+mn-cs"/>
                  </a:rPr>
                  <a:t>i</a:t>
                </a:r>
                <a:endParaRPr kumimoji="1" lang="en-US" altLang="zh-CN" sz="2400" b="0" i="1"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sp>
            <p:nvSpPr>
              <p:cNvPr id="110668" name="Text Box 54"/>
              <p:cNvSpPr txBox="1">
                <a:spLocks noChangeArrowheads="1"/>
              </p:cNvSpPr>
              <p:nvPr/>
            </p:nvSpPr>
            <p:spPr bwMode="auto">
              <a:xfrm>
                <a:off x="4730" y="2341"/>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1" u="none" strike="noStrike" kern="1200" cap="none" spc="0" normalizeH="0" baseline="0" noProof="0">
                    <a:ln>
                      <a:noFill/>
                    </a:ln>
                    <a:solidFill>
                      <a:srgbClr val="000000"/>
                    </a:solidFill>
                    <a:effectLst/>
                    <a:uLnTx/>
                    <a:uFillTx/>
                    <a:latin typeface="Times New Roman" pitchFamily="18" charset="0"/>
                    <a:ea typeface="宋体" charset="-122"/>
                    <a:cs typeface="+mn-cs"/>
                  </a:rPr>
                  <a:t>A</a:t>
                </a:r>
                <a:r>
                  <a:rPr kumimoji="1" lang="en-US" altLang="zh-CN" sz="2400" b="0" i="1" u="none" strike="noStrike" kern="1200" cap="none" spc="0" normalizeH="0" baseline="-25000" noProof="0">
                    <a:ln>
                      <a:noFill/>
                    </a:ln>
                    <a:solidFill>
                      <a:srgbClr val="000000"/>
                    </a:solidFill>
                    <a:effectLst/>
                    <a:uLnTx/>
                    <a:uFillTx/>
                    <a:latin typeface="Times New Roman" pitchFamily="18" charset="0"/>
                    <a:ea typeface="宋体" charset="-122"/>
                    <a:cs typeface="+mn-cs"/>
                  </a:rPr>
                  <a:t>i</a:t>
                </a:r>
                <a:endParaRPr kumimoji="1" lang="en-US" altLang="zh-CN" sz="2400" b="0" i="1"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sp>
            <p:nvSpPr>
              <p:cNvPr id="110669" name="Text Box 55"/>
              <p:cNvSpPr txBox="1">
                <a:spLocks noChangeArrowheads="1"/>
              </p:cNvSpPr>
              <p:nvPr/>
            </p:nvSpPr>
            <p:spPr bwMode="auto">
              <a:xfrm>
                <a:off x="5032" y="2341"/>
                <a:ext cx="29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1" u="none" strike="noStrike" kern="1200" cap="none" spc="0" normalizeH="0" baseline="0" noProof="0" dirty="0">
                    <a:ln>
                      <a:noFill/>
                    </a:ln>
                    <a:solidFill>
                      <a:srgbClr val="000000"/>
                    </a:solidFill>
                    <a:effectLst/>
                    <a:uLnTx/>
                    <a:uFillTx/>
                    <a:latin typeface="Times New Roman" pitchFamily="18" charset="0"/>
                    <a:ea typeface="宋体" charset="-122"/>
                    <a:cs typeface="+mn-cs"/>
                  </a:rPr>
                  <a:t>B</a:t>
                </a:r>
                <a:r>
                  <a:rPr kumimoji="1" lang="en-US" altLang="zh-CN" sz="2400" b="0" i="1" u="none" strike="noStrike" kern="1200" cap="none" spc="0" normalizeH="0" baseline="-25000" noProof="0" dirty="0">
                    <a:ln>
                      <a:noFill/>
                    </a:ln>
                    <a:solidFill>
                      <a:srgbClr val="000000"/>
                    </a:solidFill>
                    <a:effectLst/>
                    <a:uLnTx/>
                    <a:uFillTx/>
                    <a:latin typeface="Times New Roman" pitchFamily="18" charset="0"/>
                    <a:ea typeface="宋体" charset="-122"/>
                    <a:cs typeface="+mn-cs"/>
                  </a:rPr>
                  <a:t>i</a:t>
                </a:r>
                <a:endParaRPr kumimoji="1" lang="en-US" altLang="zh-CN" sz="2400" b="0" i="1" u="none" strike="noStrike" kern="1200" cap="none" spc="0" normalizeH="0" baseline="0" noProof="0" dirty="0">
                  <a:ln>
                    <a:noFill/>
                  </a:ln>
                  <a:solidFill>
                    <a:srgbClr val="000000"/>
                  </a:solidFill>
                  <a:effectLst/>
                  <a:uLnTx/>
                  <a:uFillTx/>
                  <a:latin typeface="Times New Roman" pitchFamily="18" charset="0"/>
                  <a:ea typeface="宋体" charset="-122"/>
                  <a:cs typeface="+mn-cs"/>
                </a:endParaRPr>
              </a:p>
            </p:txBody>
          </p:sp>
          <p:sp>
            <p:nvSpPr>
              <p:cNvPr id="110670" name="Text Box 56"/>
              <p:cNvSpPr txBox="1">
                <a:spLocks noChangeArrowheads="1"/>
              </p:cNvSpPr>
              <p:nvPr/>
            </p:nvSpPr>
            <p:spPr bwMode="auto">
              <a:xfrm>
                <a:off x="4442" y="2341"/>
                <a:ext cx="31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1" u="none" strike="noStrike" kern="1200" cap="none" spc="0" normalizeH="0" baseline="0" noProof="0">
                    <a:ln>
                      <a:noFill/>
                    </a:ln>
                    <a:solidFill>
                      <a:srgbClr val="000000"/>
                    </a:solidFill>
                    <a:effectLst/>
                    <a:uLnTx/>
                    <a:uFillTx/>
                    <a:latin typeface="Times New Roman" pitchFamily="18" charset="0"/>
                    <a:ea typeface="宋体" charset="-122"/>
                    <a:cs typeface="+mn-cs"/>
                  </a:rPr>
                  <a:t>C</a:t>
                </a:r>
                <a:r>
                  <a:rPr kumimoji="1" lang="en-US" altLang="zh-CN" sz="2400" b="0" i="1" u="none" strike="noStrike" kern="1200" cap="none" spc="0" normalizeH="0" baseline="-25000" noProof="0">
                    <a:ln>
                      <a:noFill/>
                    </a:ln>
                    <a:solidFill>
                      <a:srgbClr val="000000"/>
                    </a:solidFill>
                    <a:effectLst/>
                    <a:uLnTx/>
                    <a:uFillTx/>
                    <a:latin typeface="Times New Roman" pitchFamily="18" charset="0"/>
                    <a:ea typeface="宋体" charset="-122"/>
                    <a:cs typeface="+mn-cs"/>
                  </a:rPr>
                  <a:t>i</a:t>
                </a:r>
                <a:endParaRPr kumimoji="1" lang="en-US" altLang="zh-CN" sz="2400" b="0" i="1"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grpSp>
        <p:sp>
          <p:nvSpPr>
            <p:cNvPr id="665657" name="Text Box 57"/>
            <p:cNvSpPr txBox="1">
              <a:spLocks noChangeArrowheads="1"/>
            </p:cNvSpPr>
            <p:nvPr/>
          </p:nvSpPr>
          <p:spPr bwMode="auto">
            <a:xfrm>
              <a:off x="7924800" y="2819400"/>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1" u="none" strike="noStrike" kern="1200" cap="none" spc="0" normalizeH="0" baseline="0" noProof="0">
                  <a:ln>
                    <a:noFill/>
                  </a:ln>
                  <a:solidFill>
                    <a:srgbClr val="000000"/>
                  </a:solidFill>
                  <a:effectLst/>
                  <a:uLnTx/>
                  <a:uFillTx/>
                  <a:latin typeface="Times New Roman" pitchFamily="18" charset="0"/>
                  <a:ea typeface="宋体" charset="-122"/>
                  <a:cs typeface="+mn-cs"/>
                </a:rPr>
                <a:t>C</a:t>
              </a:r>
              <a:r>
                <a:rPr kumimoji="1" lang="en-US" altLang="zh-CN" sz="2400" b="0" i="0" u="none" strike="noStrike" kern="1200" cap="none" spc="0" normalizeH="0" baseline="-25000" noProof="0">
                  <a:ln>
                    <a:noFill/>
                  </a:ln>
                  <a:solidFill>
                    <a:srgbClr val="000000"/>
                  </a:solidFill>
                  <a:effectLst/>
                  <a:uLnTx/>
                  <a:uFillTx/>
                  <a:latin typeface="Times New Roman" pitchFamily="18" charset="0"/>
                  <a:ea typeface="宋体" charset="-122"/>
                  <a:cs typeface="+mn-cs"/>
                </a:rPr>
                <a:t>4</a:t>
              </a:r>
              <a:endParaRPr kumimoji="1" lang="en-US" altLang="zh-CN" sz="2400" b="0" i="0"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grpSp>
          <p:nvGrpSpPr>
            <p:cNvPr id="3" name="Group 58"/>
            <p:cNvGrpSpPr>
              <a:grpSpLocks/>
            </p:cNvGrpSpPr>
            <p:nvPr/>
          </p:nvGrpSpPr>
          <p:grpSpPr bwMode="auto">
            <a:xfrm>
              <a:off x="1752600" y="3581400"/>
              <a:ext cx="1677988" cy="2122488"/>
              <a:chOff x="1104" y="1680"/>
              <a:chExt cx="1057" cy="1337"/>
            </a:xfrm>
          </p:grpSpPr>
          <p:sp>
            <p:nvSpPr>
              <p:cNvPr id="110625" name="Arc 59"/>
              <p:cNvSpPr>
                <a:spLocks/>
              </p:cNvSpPr>
              <p:nvPr/>
            </p:nvSpPr>
            <p:spPr bwMode="auto">
              <a:xfrm>
                <a:off x="1104" y="1680"/>
                <a:ext cx="432" cy="72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FF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0626" name="Arc 60"/>
              <p:cNvSpPr>
                <a:spLocks/>
              </p:cNvSpPr>
              <p:nvPr/>
            </p:nvSpPr>
            <p:spPr bwMode="auto">
              <a:xfrm rot="16200000" flipH="1">
                <a:off x="1515" y="2372"/>
                <a:ext cx="667" cy="624"/>
              </a:xfrm>
              <a:custGeom>
                <a:avLst/>
                <a:gdLst>
                  <a:gd name="T0" fmla="*/ 0 w 21461"/>
                  <a:gd name="T1" fmla="*/ 0 h 21600"/>
                  <a:gd name="T2" fmla="*/ 0 w 21461"/>
                  <a:gd name="T3" fmla="*/ 0 h 21600"/>
                  <a:gd name="T4" fmla="*/ 0 w 21461"/>
                  <a:gd name="T5" fmla="*/ 0 h 21600"/>
                  <a:gd name="T6" fmla="*/ 0 60000 65536"/>
                  <a:gd name="T7" fmla="*/ 0 60000 65536"/>
                  <a:gd name="T8" fmla="*/ 0 60000 65536"/>
                  <a:gd name="T9" fmla="*/ 0 w 21461"/>
                  <a:gd name="T10" fmla="*/ 0 h 21600"/>
                  <a:gd name="T11" fmla="*/ 21461 w 21461"/>
                  <a:gd name="T12" fmla="*/ 21600 h 21600"/>
                </a:gdLst>
                <a:ahLst/>
                <a:cxnLst>
                  <a:cxn ang="T6">
                    <a:pos x="T0" y="T1"/>
                  </a:cxn>
                  <a:cxn ang="T7">
                    <a:pos x="T2" y="T3"/>
                  </a:cxn>
                  <a:cxn ang="T8">
                    <a:pos x="T4" y="T5"/>
                  </a:cxn>
                </a:cxnLst>
                <a:rect l="T9" t="T10" r="T11" b="T12"/>
                <a:pathLst>
                  <a:path w="21461" h="21600" fill="none" extrusionOk="0">
                    <a:moveTo>
                      <a:pt x="-1" y="65"/>
                    </a:moveTo>
                    <a:cubicBezTo>
                      <a:pt x="559" y="21"/>
                      <a:pt x="1121" y="-1"/>
                      <a:pt x="1683" y="0"/>
                    </a:cubicBezTo>
                    <a:cubicBezTo>
                      <a:pt x="10254" y="0"/>
                      <a:pt x="18015" y="5068"/>
                      <a:pt x="21461" y="12917"/>
                    </a:cubicBezTo>
                  </a:path>
                  <a:path w="21461" h="21600" stroke="0" extrusionOk="0">
                    <a:moveTo>
                      <a:pt x="-1" y="65"/>
                    </a:moveTo>
                    <a:cubicBezTo>
                      <a:pt x="559" y="21"/>
                      <a:pt x="1121" y="-1"/>
                      <a:pt x="1683" y="0"/>
                    </a:cubicBezTo>
                    <a:cubicBezTo>
                      <a:pt x="10254" y="0"/>
                      <a:pt x="18015" y="5068"/>
                      <a:pt x="21461" y="12917"/>
                    </a:cubicBezTo>
                    <a:lnTo>
                      <a:pt x="1683" y="21600"/>
                    </a:lnTo>
                    <a:close/>
                  </a:path>
                </a:pathLst>
              </a:custGeom>
              <a:noFill/>
              <a:ln w="9525">
                <a:solidFill>
                  <a:srgbClr val="FF00FF"/>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grpSp>
        <p:grpSp>
          <p:nvGrpSpPr>
            <p:cNvPr id="4" name="Group 61"/>
            <p:cNvGrpSpPr>
              <a:grpSpLocks/>
            </p:cNvGrpSpPr>
            <p:nvPr/>
          </p:nvGrpSpPr>
          <p:grpSpPr bwMode="auto">
            <a:xfrm>
              <a:off x="3886200" y="3581400"/>
              <a:ext cx="1752600" cy="2122488"/>
              <a:chOff x="1104" y="1680"/>
              <a:chExt cx="1057" cy="1337"/>
            </a:xfrm>
          </p:grpSpPr>
          <p:sp>
            <p:nvSpPr>
              <p:cNvPr id="110623" name="Arc 62"/>
              <p:cNvSpPr>
                <a:spLocks/>
              </p:cNvSpPr>
              <p:nvPr/>
            </p:nvSpPr>
            <p:spPr bwMode="auto">
              <a:xfrm>
                <a:off x="1104" y="1680"/>
                <a:ext cx="432" cy="72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FF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0624" name="Arc 63"/>
              <p:cNvSpPr>
                <a:spLocks/>
              </p:cNvSpPr>
              <p:nvPr/>
            </p:nvSpPr>
            <p:spPr bwMode="auto">
              <a:xfrm rot="16200000" flipH="1">
                <a:off x="1515" y="2372"/>
                <a:ext cx="667" cy="624"/>
              </a:xfrm>
              <a:custGeom>
                <a:avLst/>
                <a:gdLst>
                  <a:gd name="T0" fmla="*/ 0 w 21461"/>
                  <a:gd name="T1" fmla="*/ 0 h 21600"/>
                  <a:gd name="T2" fmla="*/ 0 w 21461"/>
                  <a:gd name="T3" fmla="*/ 0 h 21600"/>
                  <a:gd name="T4" fmla="*/ 0 w 21461"/>
                  <a:gd name="T5" fmla="*/ 0 h 21600"/>
                  <a:gd name="T6" fmla="*/ 0 60000 65536"/>
                  <a:gd name="T7" fmla="*/ 0 60000 65536"/>
                  <a:gd name="T8" fmla="*/ 0 60000 65536"/>
                  <a:gd name="T9" fmla="*/ 0 w 21461"/>
                  <a:gd name="T10" fmla="*/ 0 h 21600"/>
                  <a:gd name="T11" fmla="*/ 21461 w 21461"/>
                  <a:gd name="T12" fmla="*/ 21600 h 21600"/>
                </a:gdLst>
                <a:ahLst/>
                <a:cxnLst>
                  <a:cxn ang="T6">
                    <a:pos x="T0" y="T1"/>
                  </a:cxn>
                  <a:cxn ang="T7">
                    <a:pos x="T2" y="T3"/>
                  </a:cxn>
                  <a:cxn ang="T8">
                    <a:pos x="T4" y="T5"/>
                  </a:cxn>
                </a:cxnLst>
                <a:rect l="T9" t="T10" r="T11" b="T12"/>
                <a:pathLst>
                  <a:path w="21461" h="21600" fill="none" extrusionOk="0">
                    <a:moveTo>
                      <a:pt x="-1" y="65"/>
                    </a:moveTo>
                    <a:cubicBezTo>
                      <a:pt x="559" y="21"/>
                      <a:pt x="1121" y="-1"/>
                      <a:pt x="1683" y="0"/>
                    </a:cubicBezTo>
                    <a:cubicBezTo>
                      <a:pt x="10254" y="0"/>
                      <a:pt x="18015" y="5068"/>
                      <a:pt x="21461" y="12917"/>
                    </a:cubicBezTo>
                  </a:path>
                  <a:path w="21461" h="21600" stroke="0" extrusionOk="0">
                    <a:moveTo>
                      <a:pt x="-1" y="65"/>
                    </a:moveTo>
                    <a:cubicBezTo>
                      <a:pt x="559" y="21"/>
                      <a:pt x="1121" y="-1"/>
                      <a:pt x="1683" y="0"/>
                    </a:cubicBezTo>
                    <a:cubicBezTo>
                      <a:pt x="10254" y="0"/>
                      <a:pt x="18015" y="5068"/>
                      <a:pt x="21461" y="12917"/>
                    </a:cubicBezTo>
                    <a:lnTo>
                      <a:pt x="1683" y="21600"/>
                    </a:lnTo>
                    <a:close/>
                  </a:path>
                </a:pathLst>
              </a:custGeom>
              <a:noFill/>
              <a:ln w="9525">
                <a:solidFill>
                  <a:srgbClr val="FF00FF"/>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grpSp>
        <p:grpSp>
          <p:nvGrpSpPr>
            <p:cNvPr id="5" name="Group 64"/>
            <p:cNvGrpSpPr>
              <a:grpSpLocks/>
            </p:cNvGrpSpPr>
            <p:nvPr/>
          </p:nvGrpSpPr>
          <p:grpSpPr bwMode="auto">
            <a:xfrm>
              <a:off x="6096000" y="3581400"/>
              <a:ext cx="1752600" cy="2122488"/>
              <a:chOff x="1104" y="1680"/>
              <a:chExt cx="1057" cy="1337"/>
            </a:xfrm>
          </p:grpSpPr>
          <p:sp>
            <p:nvSpPr>
              <p:cNvPr id="110621" name="Arc 65"/>
              <p:cNvSpPr>
                <a:spLocks/>
              </p:cNvSpPr>
              <p:nvPr/>
            </p:nvSpPr>
            <p:spPr bwMode="auto">
              <a:xfrm>
                <a:off x="1104" y="1680"/>
                <a:ext cx="432" cy="72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FF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0622" name="Arc 66"/>
              <p:cNvSpPr>
                <a:spLocks/>
              </p:cNvSpPr>
              <p:nvPr/>
            </p:nvSpPr>
            <p:spPr bwMode="auto">
              <a:xfrm rot="16200000" flipH="1">
                <a:off x="1515" y="2372"/>
                <a:ext cx="667" cy="624"/>
              </a:xfrm>
              <a:custGeom>
                <a:avLst/>
                <a:gdLst>
                  <a:gd name="T0" fmla="*/ 0 w 21461"/>
                  <a:gd name="T1" fmla="*/ 0 h 21600"/>
                  <a:gd name="T2" fmla="*/ 0 w 21461"/>
                  <a:gd name="T3" fmla="*/ 0 h 21600"/>
                  <a:gd name="T4" fmla="*/ 0 w 21461"/>
                  <a:gd name="T5" fmla="*/ 0 h 21600"/>
                  <a:gd name="T6" fmla="*/ 0 60000 65536"/>
                  <a:gd name="T7" fmla="*/ 0 60000 65536"/>
                  <a:gd name="T8" fmla="*/ 0 60000 65536"/>
                  <a:gd name="T9" fmla="*/ 0 w 21461"/>
                  <a:gd name="T10" fmla="*/ 0 h 21600"/>
                  <a:gd name="T11" fmla="*/ 21461 w 21461"/>
                  <a:gd name="T12" fmla="*/ 21600 h 21600"/>
                </a:gdLst>
                <a:ahLst/>
                <a:cxnLst>
                  <a:cxn ang="T6">
                    <a:pos x="T0" y="T1"/>
                  </a:cxn>
                  <a:cxn ang="T7">
                    <a:pos x="T2" y="T3"/>
                  </a:cxn>
                  <a:cxn ang="T8">
                    <a:pos x="T4" y="T5"/>
                  </a:cxn>
                </a:cxnLst>
                <a:rect l="T9" t="T10" r="T11" b="T12"/>
                <a:pathLst>
                  <a:path w="21461" h="21600" fill="none" extrusionOk="0">
                    <a:moveTo>
                      <a:pt x="-1" y="65"/>
                    </a:moveTo>
                    <a:cubicBezTo>
                      <a:pt x="559" y="21"/>
                      <a:pt x="1121" y="-1"/>
                      <a:pt x="1683" y="0"/>
                    </a:cubicBezTo>
                    <a:cubicBezTo>
                      <a:pt x="10254" y="0"/>
                      <a:pt x="18015" y="5068"/>
                      <a:pt x="21461" y="12917"/>
                    </a:cubicBezTo>
                  </a:path>
                  <a:path w="21461" h="21600" stroke="0" extrusionOk="0">
                    <a:moveTo>
                      <a:pt x="-1" y="65"/>
                    </a:moveTo>
                    <a:cubicBezTo>
                      <a:pt x="559" y="21"/>
                      <a:pt x="1121" y="-1"/>
                      <a:pt x="1683" y="0"/>
                    </a:cubicBezTo>
                    <a:cubicBezTo>
                      <a:pt x="10254" y="0"/>
                      <a:pt x="18015" y="5068"/>
                      <a:pt x="21461" y="12917"/>
                    </a:cubicBezTo>
                    <a:lnTo>
                      <a:pt x="1683" y="21600"/>
                    </a:lnTo>
                    <a:close/>
                  </a:path>
                </a:pathLst>
              </a:custGeom>
              <a:noFill/>
              <a:ln w="9525">
                <a:solidFill>
                  <a:srgbClr val="FF00FF"/>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grpSp>
        <p:sp>
          <p:nvSpPr>
            <p:cNvPr id="665668" name="Text Box 68"/>
            <p:cNvSpPr txBox="1">
              <a:spLocks noChangeArrowheads="1"/>
            </p:cNvSpPr>
            <p:nvPr/>
          </p:nvSpPr>
          <p:spPr bwMode="auto">
            <a:xfrm>
              <a:off x="944563" y="2886869"/>
              <a:ext cx="144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2400" b="1" i="0" u="none" strike="noStrike" kern="1200" cap="none" spc="0" normalizeH="0" baseline="0" noProof="0">
                  <a:ln>
                    <a:noFill/>
                  </a:ln>
                  <a:solidFill>
                    <a:srgbClr val="000000"/>
                  </a:solidFill>
                  <a:effectLst/>
                  <a:uLnTx/>
                  <a:uFillTx/>
                  <a:latin typeface="Garamond" pitchFamily="18" charset="0"/>
                  <a:ea typeface="宋体" charset="-122"/>
                  <a:cs typeface="+mn-cs"/>
                </a:rPr>
                <a:t>@ 2</a:t>
              </a:r>
            </a:p>
          </p:txBody>
        </p:sp>
        <p:sp>
          <p:nvSpPr>
            <p:cNvPr id="665669" name="Text Box 69"/>
            <p:cNvSpPr txBox="1">
              <a:spLocks noChangeArrowheads="1"/>
            </p:cNvSpPr>
            <p:nvPr/>
          </p:nvSpPr>
          <p:spPr bwMode="auto">
            <a:xfrm>
              <a:off x="1371600" y="3200400"/>
              <a:ext cx="144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2400" b="1" i="0" u="none" strike="noStrike" kern="1200" cap="none" spc="0" normalizeH="0" baseline="0" noProof="0">
                  <a:ln>
                    <a:noFill/>
                  </a:ln>
                  <a:solidFill>
                    <a:srgbClr val="000000"/>
                  </a:solidFill>
                  <a:effectLst/>
                  <a:uLnTx/>
                  <a:uFillTx/>
                  <a:latin typeface="Garamond" pitchFamily="18" charset="0"/>
                  <a:ea typeface="宋体" charset="-122"/>
                  <a:cs typeface="+mn-cs"/>
                </a:rPr>
                <a:t>@ </a:t>
              </a:r>
              <a:r>
                <a:rPr kumimoji="0" lang="en-US" altLang="zh-CN" sz="2400" b="1" i="1" u="none" strike="noStrike" kern="1200" cap="none" spc="0" normalizeH="0" baseline="0" noProof="0">
                  <a:ln>
                    <a:noFill/>
                  </a:ln>
                  <a:solidFill>
                    <a:srgbClr val="000000"/>
                  </a:solidFill>
                  <a:effectLst/>
                  <a:uLnTx/>
                  <a:uFillTx/>
                  <a:latin typeface="Garamond" pitchFamily="18" charset="0"/>
                  <a:ea typeface="宋体" charset="-122"/>
                  <a:cs typeface="+mn-cs"/>
                </a:rPr>
                <a:t>2</a:t>
              </a:r>
            </a:p>
          </p:txBody>
        </p:sp>
        <p:sp>
          <p:nvSpPr>
            <p:cNvPr id="665670" name="Text Box 70"/>
            <p:cNvSpPr txBox="1">
              <a:spLocks noChangeArrowheads="1"/>
            </p:cNvSpPr>
            <p:nvPr/>
          </p:nvSpPr>
          <p:spPr bwMode="auto">
            <a:xfrm>
              <a:off x="3048000" y="2895600"/>
              <a:ext cx="144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2400" b="1" i="0" u="none" strike="noStrike" kern="1200" cap="none" spc="0" normalizeH="0" baseline="0" noProof="0" dirty="0">
                  <a:ln>
                    <a:noFill/>
                  </a:ln>
                  <a:solidFill>
                    <a:srgbClr val="000000"/>
                  </a:solidFill>
                  <a:effectLst/>
                  <a:uLnTx/>
                  <a:uFillTx/>
                  <a:latin typeface="Garamond" pitchFamily="18" charset="0"/>
                  <a:ea typeface="宋体" charset="-122"/>
                  <a:cs typeface="+mn-cs"/>
                </a:rPr>
                <a:t>@ </a:t>
              </a:r>
              <a:r>
                <a:rPr kumimoji="0" lang="en-US" altLang="zh-CN" sz="2400" b="1" i="1" u="none" strike="noStrike" kern="1200" cap="none" spc="0" normalizeH="0" baseline="0" noProof="0" dirty="0">
                  <a:ln>
                    <a:noFill/>
                  </a:ln>
                  <a:solidFill>
                    <a:srgbClr val="000000"/>
                  </a:solidFill>
                  <a:effectLst/>
                  <a:uLnTx/>
                  <a:uFillTx/>
                  <a:latin typeface="Garamond" pitchFamily="18" charset="0"/>
                  <a:ea typeface="宋体" charset="-122"/>
                  <a:cs typeface="+mn-cs"/>
                </a:rPr>
                <a:t>2</a:t>
              </a:r>
              <a:r>
                <a:rPr kumimoji="0" lang="en-US" altLang="zh-CN" sz="2400" b="1" i="0" u="none" strike="noStrike" kern="1200" cap="none" spc="0" normalizeH="0" baseline="0" noProof="0" dirty="0">
                  <a:ln>
                    <a:noFill/>
                  </a:ln>
                  <a:solidFill>
                    <a:srgbClr val="000000"/>
                  </a:solidFill>
                  <a:effectLst/>
                  <a:uLnTx/>
                  <a:uFillTx/>
                  <a:latin typeface="Garamond" pitchFamily="18" charset="0"/>
                  <a:ea typeface="宋体" charset="-122"/>
                  <a:cs typeface="+mn-cs"/>
                </a:rPr>
                <a:t>+1</a:t>
              </a:r>
            </a:p>
          </p:txBody>
        </p:sp>
        <p:sp>
          <p:nvSpPr>
            <p:cNvPr id="665672" name="Text Box 72"/>
            <p:cNvSpPr txBox="1">
              <a:spLocks noChangeArrowheads="1"/>
            </p:cNvSpPr>
            <p:nvPr/>
          </p:nvSpPr>
          <p:spPr bwMode="auto">
            <a:xfrm>
              <a:off x="3581400" y="3200400"/>
              <a:ext cx="144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2400" b="1" i="0" u="none" strike="noStrike" kern="1200" cap="none" spc="0" normalizeH="0" baseline="0" noProof="0">
                  <a:ln>
                    <a:noFill/>
                  </a:ln>
                  <a:solidFill>
                    <a:srgbClr val="000000"/>
                  </a:solidFill>
                  <a:effectLst/>
                  <a:uLnTx/>
                  <a:uFillTx/>
                  <a:latin typeface="Garamond" pitchFamily="18" charset="0"/>
                  <a:ea typeface="宋体" charset="-122"/>
                  <a:cs typeface="+mn-cs"/>
                </a:rPr>
                <a:t>@ </a:t>
              </a:r>
              <a:r>
                <a:rPr kumimoji="0" lang="en-US" altLang="zh-CN" sz="2400" b="1" i="1" u="none" strike="noStrike" kern="1200" cap="none" spc="0" normalizeH="0" baseline="0" noProof="0">
                  <a:ln>
                    <a:noFill/>
                  </a:ln>
                  <a:solidFill>
                    <a:srgbClr val="000000"/>
                  </a:solidFill>
                  <a:effectLst/>
                  <a:uLnTx/>
                  <a:uFillTx/>
                  <a:latin typeface="Garamond" pitchFamily="18" charset="0"/>
                  <a:ea typeface="宋体" charset="-122"/>
                  <a:cs typeface="+mn-cs"/>
                </a:rPr>
                <a:t>2</a:t>
              </a:r>
              <a:r>
                <a:rPr kumimoji="0" lang="en-US" altLang="zh-CN" sz="2400" b="1" i="0" u="none" strike="noStrike" kern="1200" cap="none" spc="0" normalizeH="0" baseline="0" noProof="0">
                  <a:ln>
                    <a:noFill/>
                  </a:ln>
                  <a:solidFill>
                    <a:srgbClr val="000000"/>
                  </a:solidFill>
                  <a:effectLst/>
                  <a:uLnTx/>
                  <a:uFillTx/>
                  <a:latin typeface="Garamond" pitchFamily="18" charset="0"/>
                  <a:ea typeface="宋体" charset="-122"/>
                  <a:cs typeface="+mn-cs"/>
                </a:rPr>
                <a:t>+2=</a:t>
              </a:r>
              <a:r>
                <a:rPr kumimoji="0" lang="en-US" altLang="zh-CN" sz="2400" b="1" i="1" u="none" strike="noStrike" kern="1200" cap="none" spc="0" normalizeH="0" baseline="0" noProof="0">
                  <a:ln>
                    <a:noFill/>
                  </a:ln>
                  <a:solidFill>
                    <a:srgbClr val="000000"/>
                  </a:solidFill>
                  <a:effectLst/>
                  <a:uLnTx/>
                  <a:uFillTx/>
                  <a:latin typeface="Garamond" pitchFamily="18" charset="0"/>
                  <a:ea typeface="宋体" charset="-122"/>
                  <a:cs typeface="+mn-cs"/>
                </a:rPr>
                <a:t>4</a:t>
              </a:r>
            </a:p>
          </p:txBody>
        </p:sp>
        <p:sp>
          <p:nvSpPr>
            <p:cNvPr id="665673" name="Text Box 73"/>
            <p:cNvSpPr txBox="1">
              <a:spLocks noChangeArrowheads="1"/>
            </p:cNvSpPr>
            <p:nvPr/>
          </p:nvSpPr>
          <p:spPr bwMode="auto">
            <a:xfrm>
              <a:off x="5267325" y="2876948"/>
              <a:ext cx="144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2400" b="1" i="0" u="none" strike="noStrike" kern="1200" cap="none" spc="0" normalizeH="0" baseline="0" noProof="0" dirty="0">
                  <a:ln>
                    <a:noFill/>
                  </a:ln>
                  <a:solidFill>
                    <a:srgbClr val="000000"/>
                  </a:solidFill>
                  <a:effectLst/>
                  <a:uLnTx/>
                  <a:uFillTx/>
                  <a:latin typeface="Garamond" pitchFamily="18" charset="0"/>
                  <a:ea typeface="宋体" charset="-122"/>
                  <a:cs typeface="+mn-cs"/>
                </a:rPr>
                <a:t>@ </a:t>
              </a:r>
              <a:r>
                <a:rPr kumimoji="0" lang="en-US" altLang="zh-CN" sz="2400" b="1" i="1" u="none" strike="noStrike" kern="1200" cap="none" spc="0" normalizeH="0" baseline="0" noProof="0" dirty="0">
                  <a:ln>
                    <a:noFill/>
                  </a:ln>
                  <a:solidFill>
                    <a:srgbClr val="000000"/>
                  </a:solidFill>
                  <a:effectLst/>
                  <a:uLnTx/>
                  <a:uFillTx/>
                  <a:latin typeface="Garamond" pitchFamily="18" charset="0"/>
                  <a:ea typeface="宋体" charset="-122"/>
                  <a:cs typeface="+mn-cs"/>
                </a:rPr>
                <a:t>4</a:t>
              </a:r>
              <a:r>
                <a:rPr kumimoji="0" lang="en-US" altLang="zh-CN" sz="2400" b="1" i="0" u="none" strike="noStrike" kern="1200" cap="none" spc="0" normalizeH="0" baseline="0" noProof="0" dirty="0">
                  <a:ln>
                    <a:noFill/>
                  </a:ln>
                  <a:solidFill>
                    <a:srgbClr val="000000"/>
                  </a:solidFill>
                  <a:effectLst/>
                  <a:uLnTx/>
                  <a:uFillTx/>
                  <a:latin typeface="Garamond" pitchFamily="18" charset="0"/>
                  <a:ea typeface="宋体" charset="-122"/>
                  <a:cs typeface="+mn-cs"/>
                </a:rPr>
                <a:t>+1=5</a:t>
              </a:r>
              <a:endParaRPr kumimoji="0" lang="en-US" altLang="zh-CN" sz="2400" b="1" i="1" u="none" strike="noStrike" kern="1200" cap="none" spc="0" normalizeH="0" baseline="0" noProof="0" dirty="0">
                <a:ln>
                  <a:noFill/>
                </a:ln>
                <a:solidFill>
                  <a:srgbClr val="000000"/>
                </a:solidFill>
                <a:effectLst/>
                <a:uLnTx/>
                <a:uFillTx/>
                <a:latin typeface="Garamond" pitchFamily="18" charset="0"/>
                <a:ea typeface="宋体" charset="-122"/>
                <a:cs typeface="+mn-cs"/>
              </a:endParaRPr>
            </a:p>
          </p:txBody>
        </p:sp>
        <p:sp>
          <p:nvSpPr>
            <p:cNvPr id="665674" name="Text Box 74"/>
            <p:cNvSpPr txBox="1">
              <a:spLocks noChangeArrowheads="1"/>
            </p:cNvSpPr>
            <p:nvPr/>
          </p:nvSpPr>
          <p:spPr bwMode="auto">
            <a:xfrm>
              <a:off x="5486400" y="3200400"/>
              <a:ext cx="144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2400" b="1" i="0" u="none" strike="noStrike" kern="1200" cap="none" spc="0" normalizeH="0" baseline="0" noProof="0">
                  <a:ln>
                    <a:noFill/>
                  </a:ln>
                  <a:solidFill>
                    <a:srgbClr val="000000"/>
                  </a:solidFill>
                  <a:effectLst/>
                  <a:uLnTx/>
                  <a:uFillTx/>
                  <a:latin typeface="Garamond" pitchFamily="18" charset="0"/>
                  <a:ea typeface="宋体" charset="-122"/>
                  <a:cs typeface="+mn-cs"/>
                </a:rPr>
                <a:t>@ </a:t>
              </a:r>
              <a:r>
                <a:rPr kumimoji="0" lang="en-US" altLang="zh-CN" sz="2400" b="1" i="1" u="none" strike="noStrike" kern="1200" cap="none" spc="0" normalizeH="0" baseline="0" noProof="0">
                  <a:ln>
                    <a:noFill/>
                  </a:ln>
                  <a:solidFill>
                    <a:srgbClr val="000000"/>
                  </a:solidFill>
                  <a:effectLst/>
                  <a:uLnTx/>
                  <a:uFillTx/>
                  <a:latin typeface="Garamond" pitchFamily="18" charset="0"/>
                  <a:ea typeface="宋体" charset="-122"/>
                  <a:cs typeface="+mn-cs"/>
                </a:rPr>
                <a:t>4</a:t>
              </a:r>
              <a:r>
                <a:rPr kumimoji="0" lang="en-US" altLang="zh-CN" sz="2400" b="1" i="0" u="none" strike="noStrike" kern="1200" cap="none" spc="0" normalizeH="0" baseline="0" noProof="0">
                  <a:ln>
                    <a:noFill/>
                  </a:ln>
                  <a:solidFill>
                    <a:srgbClr val="000000"/>
                  </a:solidFill>
                  <a:effectLst/>
                  <a:uLnTx/>
                  <a:uFillTx/>
                  <a:latin typeface="Garamond" pitchFamily="18" charset="0"/>
                  <a:ea typeface="宋体" charset="-122"/>
                  <a:cs typeface="+mn-cs"/>
                </a:rPr>
                <a:t>+2=</a:t>
              </a:r>
              <a:r>
                <a:rPr kumimoji="0" lang="en-US" altLang="zh-CN" sz="2400" b="1" i="1" u="none" strike="noStrike" kern="1200" cap="none" spc="0" normalizeH="0" baseline="0" noProof="0">
                  <a:ln>
                    <a:noFill/>
                  </a:ln>
                  <a:solidFill>
                    <a:srgbClr val="000000"/>
                  </a:solidFill>
                  <a:effectLst/>
                  <a:uLnTx/>
                  <a:uFillTx/>
                  <a:latin typeface="Garamond" pitchFamily="18" charset="0"/>
                  <a:ea typeface="宋体" charset="-122"/>
                  <a:cs typeface="+mn-cs"/>
                </a:rPr>
                <a:t>6</a:t>
              </a:r>
            </a:p>
          </p:txBody>
        </p:sp>
        <p:sp>
          <p:nvSpPr>
            <p:cNvPr id="665675" name="Text Box 75"/>
            <p:cNvSpPr txBox="1">
              <a:spLocks noChangeArrowheads="1"/>
            </p:cNvSpPr>
            <p:nvPr/>
          </p:nvSpPr>
          <p:spPr bwMode="auto">
            <a:xfrm>
              <a:off x="6705600" y="2590800"/>
              <a:ext cx="144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2400" b="1" i="0" u="none" strike="noStrike" kern="1200" cap="none" spc="0" normalizeH="0" baseline="0" noProof="0">
                  <a:ln>
                    <a:noFill/>
                  </a:ln>
                  <a:solidFill>
                    <a:srgbClr val="000000"/>
                  </a:solidFill>
                  <a:effectLst/>
                  <a:uLnTx/>
                  <a:uFillTx/>
                  <a:latin typeface="Garamond" pitchFamily="18" charset="0"/>
                  <a:ea typeface="宋体" charset="-122"/>
                  <a:cs typeface="+mn-cs"/>
                </a:rPr>
                <a:t>@ </a:t>
              </a:r>
              <a:r>
                <a:rPr kumimoji="0" lang="en-US" altLang="zh-CN" sz="2400" b="1" i="1" u="none" strike="noStrike" kern="1200" cap="none" spc="0" normalizeH="0" baseline="0" noProof="0">
                  <a:ln>
                    <a:noFill/>
                  </a:ln>
                  <a:solidFill>
                    <a:srgbClr val="000000"/>
                  </a:solidFill>
                  <a:effectLst/>
                  <a:uLnTx/>
                  <a:uFillTx/>
                  <a:latin typeface="Garamond" pitchFamily="18" charset="0"/>
                  <a:ea typeface="宋体" charset="-122"/>
                  <a:cs typeface="+mn-cs"/>
                </a:rPr>
                <a:t>6</a:t>
              </a:r>
              <a:r>
                <a:rPr kumimoji="0" lang="en-US" altLang="zh-CN" sz="2400" b="1" i="0" u="none" strike="noStrike" kern="1200" cap="none" spc="0" normalizeH="0" baseline="0" noProof="0">
                  <a:ln>
                    <a:noFill/>
                  </a:ln>
                  <a:solidFill>
                    <a:srgbClr val="000000"/>
                  </a:solidFill>
                  <a:effectLst/>
                  <a:uLnTx/>
                  <a:uFillTx/>
                  <a:latin typeface="Garamond" pitchFamily="18" charset="0"/>
                  <a:ea typeface="宋体" charset="-122"/>
                  <a:cs typeface="+mn-cs"/>
                </a:rPr>
                <a:t>+1=7</a:t>
              </a:r>
              <a:endParaRPr kumimoji="0" lang="en-US" altLang="zh-CN" sz="2400" b="1" i="1" u="none" strike="noStrike" kern="1200" cap="none" spc="0" normalizeH="0" baseline="0" noProof="0">
                <a:ln>
                  <a:noFill/>
                </a:ln>
                <a:solidFill>
                  <a:srgbClr val="000000"/>
                </a:solidFill>
                <a:effectLst/>
                <a:uLnTx/>
                <a:uFillTx/>
                <a:latin typeface="Garamond" pitchFamily="18" charset="0"/>
                <a:ea typeface="宋体" charset="-122"/>
                <a:cs typeface="+mn-cs"/>
              </a:endParaRPr>
            </a:p>
          </p:txBody>
        </p:sp>
        <p:sp>
          <p:nvSpPr>
            <p:cNvPr id="665676" name="Text Box 76"/>
            <p:cNvSpPr txBox="1">
              <a:spLocks noChangeArrowheads="1"/>
            </p:cNvSpPr>
            <p:nvPr/>
          </p:nvSpPr>
          <p:spPr bwMode="auto">
            <a:xfrm>
              <a:off x="7696200" y="3276600"/>
              <a:ext cx="144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2400" b="1" i="0" u="none" strike="noStrike" kern="1200" cap="none" spc="0" normalizeH="0" baseline="0" noProof="0" dirty="0">
                  <a:ln>
                    <a:noFill/>
                  </a:ln>
                  <a:solidFill>
                    <a:srgbClr val="000000"/>
                  </a:solidFill>
                  <a:effectLst/>
                  <a:uLnTx/>
                  <a:uFillTx/>
                  <a:latin typeface="Garamond" pitchFamily="18" charset="0"/>
                  <a:ea typeface="宋体" charset="-122"/>
                  <a:cs typeface="+mn-cs"/>
                </a:rPr>
                <a:t>@ </a:t>
              </a:r>
              <a:r>
                <a:rPr kumimoji="0" lang="en-US" altLang="zh-CN" sz="2400" b="1" i="1" u="none" strike="noStrike" kern="1200" cap="none" spc="0" normalizeH="0" baseline="0" noProof="0" dirty="0">
                  <a:ln>
                    <a:noFill/>
                  </a:ln>
                  <a:solidFill>
                    <a:srgbClr val="000000"/>
                  </a:solidFill>
                  <a:effectLst/>
                  <a:uLnTx/>
                  <a:uFillTx/>
                  <a:latin typeface="Garamond" pitchFamily="18" charset="0"/>
                  <a:ea typeface="宋体" charset="-122"/>
                  <a:cs typeface="+mn-cs"/>
                </a:rPr>
                <a:t>6</a:t>
              </a:r>
              <a:r>
                <a:rPr kumimoji="0" lang="en-US" altLang="zh-CN" sz="2400" b="1" i="0" u="none" strike="noStrike" kern="1200" cap="none" spc="0" normalizeH="0" baseline="0" noProof="0" dirty="0">
                  <a:ln>
                    <a:noFill/>
                  </a:ln>
                  <a:solidFill>
                    <a:srgbClr val="000000"/>
                  </a:solidFill>
                  <a:effectLst/>
                  <a:uLnTx/>
                  <a:uFillTx/>
                  <a:latin typeface="Garamond" pitchFamily="18" charset="0"/>
                  <a:ea typeface="宋体" charset="-122"/>
                  <a:cs typeface="+mn-cs"/>
                </a:rPr>
                <a:t>+2=8</a:t>
              </a:r>
              <a:endParaRPr kumimoji="0" lang="en-US" altLang="zh-CN" sz="2400" b="1" i="1" u="none" strike="noStrike" kern="1200" cap="none" spc="0" normalizeH="0" baseline="0" noProof="0" dirty="0">
                <a:ln>
                  <a:noFill/>
                </a:ln>
                <a:solidFill>
                  <a:srgbClr val="000000"/>
                </a:solidFill>
                <a:effectLst/>
                <a:uLnTx/>
                <a:uFillTx/>
                <a:latin typeface="Garamond" pitchFamily="18" charset="0"/>
                <a:ea typeface="宋体" charset="-122"/>
                <a:cs typeface="+mn-cs"/>
              </a:endParaRPr>
            </a:p>
          </p:txBody>
        </p:sp>
      </p:grpSp>
      <p:sp>
        <p:nvSpPr>
          <p:cNvPr id="78" name="Rectangle 49"/>
          <p:cNvSpPr txBox="1">
            <a:spLocks noChangeArrowheads="1"/>
          </p:cNvSpPr>
          <p:nvPr/>
        </p:nvSpPr>
        <p:spPr>
          <a:xfrm>
            <a:off x="533400" y="1329133"/>
            <a:ext cx="8561164" cy="1821658"/>
          </a:xfrm>
          <a:prstGeom prst="rect">
            <a:avLst/>
          </a:prstGeom>
        </p:spPr>
        <p:txBody>
          <a:bodyPr/>
          <a:lstStyle>
            <a:lvl1pPr marL="342900" indent="-342900" algn="l" rtl="0" eaLnBrk="1" fontAlgn="base" hangingPunct="0">
              <a:lnSpc>
                <a:spcPct val="120000"/>
              </a:lnSpc>
              <a:spcBef>
                <a:spcPct val="20000"/>
              </a:spcBef>
              <a:spcAft>
                <a:spcPct val="0"/>
              </a:spcAft>
              <a:buClr>
                <a:schemeClr val="hlink"/>
              </a:buClr>
              <a:buFont typeface="Wingdings" pitchFamily="2" charset="2"/>
              <a:buChar char="v"/>
              <a:defRPr sz="3600" baseline="0">
                <a:solidFill>
                  <a:srgbClr val="080808"/>
                </a:solidFill>
                <a:latin typeface="+mn-lt"/>
                <a:ea typeface="黑体" pitchFamily="49" charset="-122"/>
                <a:cs typeface="+mn-cs"/>
              </a:defRPr>
            </a:lvl1pPr>
            <a:lvl2pPr marL="742950" indent="-285750" algn="l" rtl="0" eaLnBrk="1" fontAlgn="base" hangingPunct="0">
              <a:lnSpc>
                <a:spcPct val="120000"/>
              </a:lnSpc>
              <a:spcBef>
                <a:spcPct val="20000"/>
              </a:spcBef>
              <a:spcAft>
                <a:spcPct val="0"/>
              </a:spcAft>
              <a:buClr>
                <a:schemeClr val="accent1"/>
              </a:buClr>
              <a:buFont typeface="Wingdings" pitchFamily="2" charset="2"/>
              <a:buChar char="§"/>
              <a:defRPr sz="3600" baseline="0">
                <a:solidFill>
                  <a:srgbClr val="080808"/>
                </a:solidFill>
                <a:latin typeface="+mn-lt"/>
                <a:ea typeface="黑体" pitchFamily="49" charset="-122"/>
              </a:defRPr>
            </a:lvl2pPr>
            <a:lvl3pPr marL="1143000" indent="-228600" algn="l" rtl="0" eaLnBrk="1" fontAlgn="base" hangingPunct="0">
              <a:lnSpc>
                <a:spcPct val="120000"/>
              </a:lnSpc>
              <a:spcBef>
                <a:spcPct val="20000"/>
              </a:spcBef>
              <a:spcAft>
                <a:spcPct val="0"/>
              </a:spcAft>
              <a:buClr>
                <a:schemeClr val="tx1"/>
              </a:buClr>
              <a:buChar char="•"/>
              <a:defRPr sz="3200" baseline="0">
                <a:solidFill>
                  <a:srgbClr val="080808"/>
                </a:solidFill>
                <a:latin typeface="+mn-lt"/>
                <a:ea typeface="黑体" pitchFamily="49" charset="-122"/>
              </a:defRPr>
            </a:lvl3pPr>
            <a:lvl4pPr marL="1600200" indent="-228600" algn="l" rtl="0" eaLnBrk="1" fontAlgn="base" hangingPunct="0">
              <a:lnSpc>
                <a:spcPct val="120000"/>
              </a:lnSpc>
              <a:spcBef>
                <a:spcPct val="20000"/>
              </a:spcBef>
              <a:spcAft>
                <a:spcPct val="0"/>
              </a:spcAft>
              <a:buChar char="–"/>
              <a:defRPr sz="2800" baseline="0">
                <a:solidFill>
                  <a:srgbClr val="080808"/>
                </a:solidFill>
                <a:latin typeface="+mn-lt"/>
                <a:ea typeface="黑体" pitchFamily="49" charset="-122"/>
              </a:defRPr>
            </a:lvl4pPr>
            <a:lvl5pPr marL="2057400" indent="-228600" algn="l" rtl="0" eaLnBrk="1" fontAlgn="base" hangingPunct="0">
              <a:lnSpc>
                <a:spcPct val="120000"/>
              </a:lnSpc>
              <a:spcBef>
                <a:spcPct val="20000"/>
              </a:spcBef>
              <a:spcAft>
                <a:spcPct val="0"/>
              </a:spcAft>
              <a:buChar char="»"/>
              <a:defRPr sz="2800" baseline="0">
                <a:solidFill>
                  <a:srgbClr val="080808"/>
                </a:solidFill>
                <a:latin typeface="+mn-lt"/>
                <a:ea typeface="黑体" pitchFamily="49" charset="-122"/>
              </a:defRPr>
            </a:lvl5pPr>
            <a:lvl6pPr marL="2514600" indent="-228600" algn="l" rtl="0" fontAlgn="base">
              <a:lnSpc>
                <a:spcPct val="120000"/>
              </a:lnSpc>
              <a:spcBef>
                <a:spcPct val="20000"/>
              </a:spcBef>
              <a:spcAft>
                <a:spcPct val="0"/>
              </a:spcAft>
              <a:buChar char="»"/>
              <a:defRPr sz="2800">
                <a:solidFill>
                  <a:srgbClr val="080808"/>
                </a:solidFill>
                <a:latin typeface="+mn-lt"/>
                <a:ea typeface="+mn-ea"/>
              </a:defRPr>
            </a:lvl6pPr>
            <a:lvl7pPr marL="2971800" indent="-228600" algn="l" rtl="0" fontAlgn="base">
              <a:lnSpc>
                <a:spcPct val="120000"/>
              </a:lnSpc>
              <a:spcBef>
                <a:spcPct val="20000"/>
              </a:spcBef>
              <a:spcAft>
                <a:spcPct val="0"/>
              </a:spcAft>
              <a:buChar char="»"/>
              <a:defRPr sz="2800">
                <a:solidFill>
                  <a:srgbClr val="080808"/>
                </a:solidFill>
                <a:latin typeface="+mn-lt"/>
                <a:ea typeface="+mn-ea"/>
              </a:defRPr>
            </a:lvl7pPr>
            <a:lvl8pPr marL="3429000" indent="-228600" algn="l" rtl="0" fontAlgn="base">
              <a:lnSpc>
                <a:spcPct val="120000"/>
              </a:lnSpc>
              <a:spcBef>
                <a:spcPct val="20000"/>
              </a:spcBef>
              <a:spcAft>
                <a:spcPct val="0"/>
              </a:spcAft>
              <a:buChar char="»"/>
              <a:defRPr sz="2800">
                <a:solidFill>
                  <a:srgbClr val="080808"/>
                </a:solidFill>
                <a:latin typeface="+mn-lt"/>
                <a:ea typeface="+mn-ea"/>
              </a:defRPr>
            </a:lvl8pPr>
            <a:lvl9pPr marL="3886200" indent="-228600" algn="l" rtl="0" fontAlgn="base">
              <a:lnSpc>
                <a:spcPct val="120000"/>
              </a:lnSpc>
              <a:spcBef>
                <a:spcPct val="20000"/>
              </a:spcBef>
              <a:spcAft>
                <a:spcPct val="0"/>
              </a:spcAft>
              <a:buChar char="»"/>
              <a:defRPr sz="2800">
                <a:solidFill>
                  <a:srgbClr val="080808"/>
                </a:solidFill>
                <a:latin typeface="+mn-lt"/>
                <a:ea typeface="+mn-ea"/>
              </a:defRPr>
            </a:lvl9pPr>
          </a:lstStyle>
          <a:p>
            <a:pPr marR="0" lvl="0" algn="l" defTabSz="914400" rtl="0" eaLnBrk="1" fontAlgn="base" latinLnBrk="0" hangingPunct="1">
              <a:lnSpc>
                <a:spcPct val="120000"/>
              </a:lnSpc>
              <a:spcBef>
                <a:spcPct val="20000"/>
              </a:spcBef>
              <a:spcAft>
                <a:spcPct val="0"/>
              </a:spcAft>
              <a:buClr>
                <a:srgbClr val="000000"/>
              </a:buClr>
              <a:buSzTx/>
              <a:buFont typeface="Arial" panose="020B0604020202020204" pitchFamily="34" charset="0"/>
              <a:buChar char="•"/>
              <a:tabLst/>
              <a:defRPr/>
            </a:pPr>
            <a:r>
              <a:rPr lang="zh-CN" altLang="en-US" sz="2800" b="1" kern="0" dirty="0">
                <a:solidFill>
                  <a:srgbClr val="000000"/>
                </a:solidFill>
              </a:rPr>
              <a:t>延时假设</a:t>
            </a:r>
            <a:endParaRPr kumimoji="0" lang="en-US" altLang="zh-CN" sz="2800" b="1" i="0" u="none" strike="noStrike" kern="0" cap="none" spc="0" normalizeH="0" baseline="0" noProof="0" dirty="0">
              <a:ln>
                <a:noFill/>
              </a:ln>
              <a:solidFill>
                <a:srgbClr val="000000"/>
              </a:solidFill>
              <a:effectLst/>
              <a:uLnTx/>
              <a:uFillTx/>
              <a:ea typeface="黑体" pitchFamily="49" charset="-122"/>
              <a:cs typeface="+mn-cs"/>
            </a:endParaRPr>
          </a:p>
          <a:p>
            <a:pPr marL="742950" marR="0" lvl="1" indent="-342900" algn="l" defTabSz="914400" rtl="0" eaLnBrk="1" fontAlgn="base" latinLnBrk="0" hangingPunct="1">
              <a:lnSpc>
                <a:spcPct val="120000"/>
              </a:lnSpc>
              <a:spcBef>
                <a:spcPct val="20000"/>
              </a:spcBef>
              <a:spcAft>
                <a:spcPct val="0"/>
              </a:spcAft>
              <a:buClr>
                <a:srgbClr val="000000"/>
              </a:buClr>
              <a:buSzTx/>
              <a:buFont typeface="System Font Regular"/>
              <a:buChar char="-"/>
              <a:tabLst/>
              <a:defRPr/>
            </a:pPr>
            <a:r>
              <a:rPr kumimoji="0" lang="en-US" altLang="zh-CN" sz="2400" b="1" i="0" u="none" strike="noStrike" kern="0" cap="none" spc="0" normalizeH="0" baseline="0" noProof="0" dirty="0">
                <a:ln>
                  <a:noFill/>
                </a:ln>
                <a:solidFill>
                  <a:srgbClr val="000000"/>
                </a:solidFill>
                <a:effectLst/>
                <a:uLnTx/>
                <a:uFillTx/>
                <a:ea typeface="黑体" pitchFamily="49" charset="-122"/>
                <a:cs typeface="+mn-cs"/>
              </a:rPr>
              <a:t>2: A</a:t>
            </a:r>
            <a:r>
              <a:rPr kumimoji="0" lang="en-US" altLang="zh-CN" sz="2400" b="1" i="0" u="none" strike="noStrike" kern="0" cap="none" spc="0" normalizeH="0" baseline="-25000" noProof="0" dirty="0">
                <a:ln>
                  <a:noFill/>
                </a:ln>
                <a:solidFill>
                  <a:srgbClr val="000000"/>
                </a:solidFill>
                <a:effectLst/>
                <a:uLnTx/>
                <a:uFillTx/>
                <a:ea typeface="黑体" pitchFamily="49" charset="-122"/>
                <a:cs typeface="+mn-cs"/>
              </a:rPr>
              <a:t>i</a:t>
            </a:r>
            <a:r>
              <a:rPr kumimoji="0" lang="en-US" altLang="zh-CN" sz="2400" b="1" i="0" u="none" strike="noStrike" kern="0" cap="none" spc="0" normalizeH="0" baseline="0" noProof="0" dirty="0">
                <a:ln>
                  <a:noFill/>
                </a:ln>
                <a:solidFill>
                  <a:srgbClr val="000000"/>
                </a:solidFill>
                <a:effectLst/>
                <a:uLnTx/>
                <a:uFillTx/>
                <a:ea typeface="黑体" pitchFamily="49" charset="-122"/>
                <a:cs typeface="+mn-cs"/>
              </a:rPr>
              <a:t> to </a:t>
            </a:r>
            <a:r>
              <a:rPr kumimoji="0" lang="en-US" altLang="zh-CN" sz="2400" b="1" i="0" u="none" strike="noStrike" kern="0" cap="none" spc="0" normalizeH="0" baseline="0" noProof="0" dirty="0" err="1">
                <a:ln>
                  <a:noFill/>
                </a:ln>
                <a:solidFill>
                  <a:srgbClr val="000000"/>
                </a:solidFill>
                <a:effectLst/>
                <a:uLnTx/>
                <a:uFillTx/>
                <a:ea typeface="黑体" pitchFamily="49" charset="-122"/>
                <a:cs typeface="+mn-cs"/>
              </a:rPr>
              <a:t>C</a:t>
            </a:r>
            <a:r>
              <a:rPr kumimoji="0" lang="en-US" altLang="zh-CN" sz="2400" b="1" i="0" u="none" strike="noStrike" kern="0" cap="none" spc="0" normalizeH="0" baseline="-25000" noProof="0" dirty="0" err="1">
                <a:ln>
                  <a:noFill/>
                </a:ln>
                <a:solidFill>
                  <a:srgbClr val="000000"/>
                </a:solidFill>
                <a:effectLst/>
                <a:uLnTx/>
                <a:uFillTx/>
                <a:ea typeface="黑体" pitchFamily="49" charset="-122"/>
                <a:cs typeface="+mn-cs"/>
              </a:rPr>
              <a:t>out</a:t>
            </a:r>
            <a:r>
              <a:rPr kumimoji="0" lang="en-US" altLang="zh-CN" sz="2400" b="1" i="0" u="none" strike="noStrike" kern="0" cap="none" spc="0" normalizeH="0" baseline="0" noProof="0" dirty="0">
                <a:ln>
                  <a:noFill/>
                </a:ln>
                <a:solidFill>
                  <a:srgbClr val="000000"/>
                </a:solidFill>
                <a:effectLst/>
                <a:uLnTx/>
                <a:uFillTx/>
                <a:ea typeface="黑体" pitchFamily="49" charset="-122"/>
                <a:cs typeface="+mn-cs"/>
              </a:rPr>
              <a:t>; 2: A</a:t>
            </a:r>
            <a:r>
              <a:rPr kumimoji="0" lang="en-US" altLang="zh-CN" sz="2400" b="1" i="0" u="none" strike="noStrike" kern="0" cap="none" spc="0" normalizeH="0" baseline="-25000" noProof="0" dirty="0">
                <a:ln>
                  <a:noFill/>
                </a:ln>
                <a:solidFill>
                  <a:srgbClr val="000000"/>
                </a:solidFill>
                <a:effectLst/>
                <a:uLnTx/>
                <a:uFillTx/>
                <a:ea typeface="黑体" pitchFamily="49" charset="-122"/>
                <a:cs typeface="+mn-cs"/>
              </a:rPr>
              <a:t>i</a:t>
            </a:r>
            <a:r>
              <a:rPr kumimoji="0" lang="en-US" altLang="zh-CN" sz="2400" b="1" i="0" u="none" strike="noStrike" kern="0" cap="none" spc="0" normalizeH="0" baseline="0" noProof="0" dirty="0">
                <a:ln>
                  <a:noFill/>
                </a:ln>
                <a:solidFill>
                  <a:srgbClr val="000000"/>
                </a:solidFill>
                <a:effectLst/>
                <a:uLnTx/>
                <a:uFillTx/>
                <a:ea typeface="黑体" pitchFamily="49" charset="-122"/>
                <a:cs typeface="+mn-cs"/>
              </a:rPr>
              <a:t> to S</a:t>
            </a:r>
            <a:r>
              <a:rPr kumimoji="0" lang="en-US" altLang="zh-CN" sz="2400" b="1" i="0" u="none" strike="noStrike" kern="0" cap="none" spc="0" normalizeH="0" baseline="-25000" noProof="0" dirty="0">
                <a:ln>
                  <a:noFill/>
                </a:ln>
                <a:solidFill>
                  <a:srgbClr val="000000"/>
                </a:solidFill>
                <a:effectLst/>
                <a:uLnTx/>
                <a:uFillTx/>
                <a:ea typeface="黑体" pitchFamily="49" charset="-122"/>
                <a:cs typeface="+mn-cs"/>
              </a:rPr>
              <a:t>i</a:t>
            </a:r>
            <a:endParaRPr kumimoji="0" lang="en-US" altLang="zh-CN" sz="2400" b="1" i="0" u="none" strike="noStrike" kern="0" cap="none" spc="0" normalizeH="0" baseline="0" noProof="0" dirty="0">
              <a:ln>
                <a:noFill/>
              </a:ln>
              <a:solidFill>
                <a:srgbClr val="000000"/>
              </a:solidFill>
              <a:effectLst/>
              <a:uLnTx/>
              <a:uFillTx/>
              <a:ea typeface="黑体" pitchFamily="49" charset="-122"/>
              <a:cs typeface="+mn-cs"/>
            </a:endParaRPr>
          </a:p>
          <a:p>
            <a:pPr marL="742950" marR="0" lvl="1" indent="-342900" algn="l" defTabSz="914400" rtl="0" eaLnBrk="1" fontAlgn="base" latinLnBrk="0" hangingPunct="1">
              <a:lnSpc>
                <a:spcPct val="120000"/>
              </a:lnSpc>
              <a:spcBef>
                <a:spcPct val="20000"/>
              </a:spcBef>
              <a:spcAft>
                <a:spcPct val="0"/>
              </a:spcAft>
              <a:buClr>
                <a:srgbClr val="000000"/>
              </a:buClr>
              <a:buSzTx/>
              <a:buFont typeface="System Font Regular"/>
              <a:buChar char="-"/>
              <a:tabLst/>
              <a:defRPr/>
            </a:pPr>
            <a:r>
              <a:rPr kumimoji="0" lang="en-US" altLang="zh-CN" sz="2400" b="1" i="0" u="none" strike="noStrike" kern="0" cap="none" spc="0" normalizeH="0" baseline="0" noProof="0" dirty="0">
                <a:ln>
                  <a:noFill/>
                </a:ln>
                <a:solidFill>
                  <a:srgbClr val="000000"/>
                </a:solidFill>
                <a:effectLst/>
                <a:uLnTx/>
                <a:uFillTx/>
                <a:ea typeface="黑体" pitchFamily="49" charset="-122"/>
                <a:cs typeface="+mn-cs"/>
              </a:rPr>
              <a:t>2: </a:t>
            </a:r>
            <a:r>
              <a:rPr kumimoji="0" lang="en-US" altLang="zh-CN" sz="2400" b="1" i="0" u="none" strike="noStrike" kern="0" cap="none" spc="0" normalizeH="0" baseline="0" noProof="0" dirty="0" err="1">
                <a:ln>
                  <a:noFill/>
                </a:ln>
                <a:solidFill>
                  <a:srgbClr val="000000"/>
                </a:solidFill>
                <a:effectLst/>
                <a:uLnTx/>
                <a:uFillTx/>
                <a:ea typeface="黑体" pitchFamily="49" charset="-122"/>
                <a:cs typeface="+mn-cs"/>
              </a:rPr>
              <a:t>C</a:t>
            </a:r>
            <a:r>
              <a:rPr kumimoji="0" lang="en-US" altLang="zh-CN" sz="2400" b="1" i="0" u="none" strike="noStrike" kern="0" cap="none" spc="0" normalizeH="0" baseline="-25000" noProof="0" dirty="0" err="1">
                <a:ln>
                  <a:noFill/>
                </a:ln>
                <a:solidFill>
                  <a:srgbClr val="000000"/>
                </a:solidFill>
                <a:effectLst/>
                <a:uLnTx/>
                <a:uFillTx/>
                <a:ea typeface="黑体" pitchFamily="49" charset="-122"/>
                <a:cs typeface="+mn-cs"/>
              </a:rPr>
              <a:t>in</a:t>
            </a:r>
            <a:r>
              <a:rPr kumimoji="0" lang="en-US" altLang="zh-CN" sz="2400" b="1" i="0" u="none" strike="noStrike" kern="0" cap="none" spc="0" normalizeH="0" baseline="0" noProof="0" dirty="0">
                <a:ln>
                  <a:noFill/>
                </a:ln>
                <a:solidFill>
                  <a:srgbClr val="000000"/>
                </a:solidFill>
                <a:effectLst/>
                <a:uLnTx/>
                <a:uFillTx/>
                <a:ea typeface="黑体" pitchFamily="49" charset="-122"/>
                <a:cs typeface="+mn-cs"/>
              </a:rPr>
              <a:t> to </a:t>
            </a:r>
            <a:r>
              <a:rPr kumimoji="0" lang="en-US" altLang="zh-CN" sz="2400" b="1" i="0" u="none" strike="noStrike" kern="0" cap="none" spc="0" normalizeH="0" baseline="0" noProof="0" dirty="0" err="1">
                <a:ln>
                  <a:noFill/>
                </a:ln>
                <a:solidFill>
                  <a:srgbClr val="000000"/>
                </a:solidFill>
                <a:effectLst/>
                <a:uLnTx/>
                <a:uFillTx/>
                <a:ea typeface="黑体" pitchFamily="49" charset="-122"/>
                <a:cs typeface="+mn-cs"/>
              </a:rPr>
              <a:t>C</a:t>
            </a:r>
            <a:r>
              <a:rPr kumimoji="0" lang="en-US" altLang="zh-CN" sz="2400" b="1" i="0" u="none" strike="noStrike" kern="0" cap="none" spc="0" normalizeH="0" baseline="-25000" noProof="0" dirty="0" err="1">
                <a:ln>
                  <a:noFill/>
                </a:ln>
                <a:solidFill>
                  <a:srgbClr val="000000"/>
                </a:solidFill>
                <a:effectLst/>
                <a:uLnTx/>
                <a:uFillTx/>
                <a:ea typeface="黑体" pitchFamily="49" charset="-122"/>
                <a:cs typeface="+mn-cs"/>
              </a:rPr>
              <a:t>out</a:t>
            </a:r>
            <a:r>
              <a:rPr kumimoji="0" lang="en-US" altLang="zh-CN" sz="2400" b="1" i="0" u="none" strike="noStrike" kern="0" cap="none" spc="0" normalizeH="0" baseline="0" noProof="0" dirty="0">
                <a:ln>
                  <a:noFill/>
                </a:ln>
                <a:solidFill>
                  <a:srgbClr val="000000"/>
                </a:solidFill>
                <a:effectLst/>
                <a:uLnTx/>
                <a:uFillTx/>
                <a:ea typeface="黑体" pitchFamily="49" charset="-122"/>
                <a:cs typeface="+mn-cs"/>
              </a:rPr>
              <a:t>; 1: </a:t>
            </a:r>
            <a:r>
              <a:rPr kumimoji="0" lang="en-US" altLang="zh-CN" sz="2400" b="1" i="0" u="none" strike="noStrike" kern="0" cap="none" spc="0" normalizeH="0" baseline="0" noProof="0" dirty="0" err="1">
                <a:ln>
                  <a:noFill/>
                </a:ln>
                <a:solidFill>
                  <a:srgbClr val="000000"/>
                </a:solidFill>
                <a:effectLst/>
                <a:uLnTx/>
                <a:uFillTx/>
                <a:ea typeface="黑体" pitchFamily="49" charset="-122"/>
                <a:cs typeface="+mn-cs"/>
              </a:rPr>
              <a:t>C</a:t>
            </a:r>
            <a:r>
              <a:rPr kumimoji="0" lang="en-US" altLang="zh-CN" sz="2400" b="1" i="0" u="none" strike="noStrike" kern="0" cap="none" spc="0" normalizeH="0" baseline="-25000" noProof="0" dirty="0" err="1">
                <a:ln>
                  <a:noFill/>
                </a:ln>
                <a:solidFill>
                  <a:srgbClr val="000000"/>
                </a:solidFill>
                <a:effectLst/>
                <a:uLnTx/>
                <a:uFillTx/>
                <a:ea typeface="黑体" pitchFamily="49" charset="-122"/>
                <a:cs typeface="+mn-cs"/>
              </a:rPr>
              <a:t>in,i</a:t>
            </a:r>
            <a:r>
              <a:rPr kumimoji="0" lang="en-US" altLang="zh-CN" sz="2400" b="1" i="0" u="none" strike="noStrike" kern="0" cap="none" spc="0" normalizeH="0" baseline="0" noProof="0" dirty="0">
                <a:ln>
                  <a:noFill/>
                </a:ln>
                <a:solidFill>
                  <a:srgbClr val="000000"/>
                </a:solidFill>
                <a:effectLst/>
                <a:uLnTx/>
                <a:uFillTx/>
                <a:ea typeface="黑体" pitchFamily="49" charset="-122"/>
                <a:cs typeface="+mn-cs"/>
              </a:rPr>
              <a:t> to S</a:t>
            </a:r>
            <a:r>
              <a:rPr kumimoji="0" lang="en-US" altLang="zh-CN" sz="2400" b="1" i="0" u="none" strike="noStrike" kern="0" cap="none" spc="0" normalizeH="0" baseline="-25000" noProof="0" dirty="0">
                <a:ln>
                  <a:noFill/>
                </a:ln>
                <a:solidFill>
                  <a:srgbClr val="000000"/>
                </a:solidFill>
                <a:effectLst/>
                <a:uLnTx/>
                <a:uFillTx/>
                <a:ea typeface="黑体" pitchFamily="49" charset="-122"/>
                <a:cs typeface="+mn-cs"/>
              </a:rPr>
              <a:t>i</a:t>
            </a:r>
            <a:endParaRPr kumimoji="0" lang="en-US" altLang="zh-CN" sz="2000" b="1" i="0" u="none" strike="noStrike" kern="0" cap="none" spc="0" normalizeH="0" baseline="-25000" noProof="0" dirty="0">
              <a:ln>
                <a:noFill/>
              </a:ln>
              <a:solidFill>
                <a:srgbClr val="000000"/>
              </a:solidFill>
              <a:effectLst/>
              <a:uLnTx/>
              <a:uFillTx/>
              <a:ea typeface="黑体" pitchFamily="49" charset="-122"/>
              <a:cs typeface="+mn-cs"/>
            </a:endParaRPr>
          </a:p>
        </p:txBody>
      </p:sp>
      <p:sp>
        <p:nvSpPr>
          <p:cNvPr id="77" name="Rectangle 76">
            <a:extLst>
              <a:ext uri="{FF2B5EF4-FFF2-40B4-BE49-F238E27FC236}">
                <a16:creationId xmlns:a16="http://schemas.microsoft.com/office/drawing/2014/main" id="{3BC309B6-6BD3-174A-935A-128DE4DD47D4}"/>
              </a:ext>
            </a:extLst>
          </p:cNvPr>
          <p:cNvSpPr/>
          <p:nvPr/>
        </p:nvSpPr>
        <p:spPr>
          <a:xfrm>
            <a:off x="5436964" y="1933756"/>
            <a:ext cx="3069237" cy="369332"/>
          </a:xfrm>
          <a:prstGeom prst="rect">
            <a:avLst/>
          </a:prstGeom>
          <a:solidFill>
            <a:schemeClr val="accent2">
              <a:lumMod val="20000"/>
              <a:lumOff val="80000"/>
            </a:schemeClr>
          </a:solidFill>
        </p:spPr>
        <p:txBody>
          <a:bodyPr wrap="square">
            <a:spAutoFit/>
          </a:bodyPr>
          <a:lstStyle/>
          <a:p>
            <a:pPr lvl="0"/>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SimHei" panose="02010609060101010101" pitchFamily="49" charset="-122"/>
                <a:cs typeface="Arial" panose="020B0604020202020204" pitchFamily="34" charset="0"/>
              </a:rPr>
              <a:t>@2</a:t>
            </a:r>
            <a:r>
              <a:rPr lang="zh-CN" altLang="en-US" dirty="0">
                <a:solidFill>
                  <a:srgbClr val="000000"/>
                </a:solidFill>
                <a:latin typeface="Arial" panose="020B0604020202020204" pitchFamily="34" charset="0"/>
                <a:ea typeface="SimHei" panose="02010609060101010101" pitchFamily="49" charset="-122"/>
                <a:cs typeface="Arial" panose="020B0604020202020204" pitchFamily="34" charset="0"/>
              </a:rPr>
              <a:t>表示在时刻</a:t>
            </a:r>
            <a:r>
              <a:rPr lang="en-US" altLang="zh-CN" dirty="0">
                <a:solidFill>
                  <a:srgbClr val="000000"/>
                </a:solidFill>
                <a:latin typeface="Arial" panose="020B0604020202020204" pitchFamily="34" charset="0"/>
                <a:ea typeface="SimHei" panose="02010609060101010101" pitchFamily="49" charset="-122"/>
                <a:cs typeface="Arial" panose="020B0604020202020204" pitchFamily="34" charset="0"/>
              </a:rPr>
              <a:t>2</a:t>
            </a:r>
            <a:r>
              <a:rPr lang="zh-CN" altLang="en-US" dirty="0">
                <a:solidFill>
                  <a:srgbClr val="000000"/>
                </a:solidFill>
                <a:latin typeface="Arial" panose="020B0604020202020204" pitchFamily="34" charset="0"/>
                <a:ea typeface="SimHei" panose="02010609060101010101" pitchFamily="49" charset="-122"/>
                <a:cs typeface="Arial" panose="020B0604020202020204" pitchFamily="34" charset="0"/>
              </a:rPr>
              <a:t>信号才到达</a:t>
            </a:r>
          </a:p>
        </p:txBody>
      </p:sp>
      <p:sp>
        <p:nvSpPr>
          <p:cNvPr id="79" name="灯片编号占位符 6">
            <a:extLst>
              <a:ext uri="{FF2B5EF4-FFF2-40B4-BE49-F238E27FC236}">
                <a16:creationId xmlns:a16="http://schemas.microsoft.com/office/drawing/2014/main" id="{C9C74AC2-4326-2147-AB96-C9CFD31EECCD}"/>
              </a:ext>
            </a:extLst>
          </p:cNvPr>
          <p:cNvSpPr txBox="1">
            <a:spLocks/>
          </p:cNvSpPr>
          <p:nvPr/>
        </p:nvSpPr>
        <p:spPr bwMode="auto">
          <a:xfrm>
            <a:off x="6553200" y="6265860"/>
            <a:ext cx="213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4600" b="1" kern="1200">
                <a:solidFill>
                  <a:srgbClr val="FF3300"/>
                </a:solidFill>
                <a:latin typeface="Garamond" pitchFamily="18" charset="0"/>
                <a:ea typeface="宋体" charset="-122"/>
                <a:cs typeface="+mn-cs"/>
              </a:defRPr>
            </a:lvl1pPr>
            <a:lvl2pPr marL="742950" indent="-28575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2pPr>
            <a:lvl3pPr marL="11430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3pPr>
            <a:lvl4pPr marL="16002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4pPr>
            <a:lvl5pPr marL="20574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5pPr>
            <a:lvl6pPr marL="25146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6pPr>
            <a:lvl7pPr marL="29718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7pPr>
            <a:lvl8pPr marL="34290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8pPr>
            <a:lvl9pPr marL="38862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9pPr>
          </a:lstStyle>
          <a:p>
            <a:pPr eaLnBrk="1" hangingPunct="1"/>
            <a:fld id="{CCE6D788-BCB5-407E-9DED-68D155892338}" type="slidenum">
              <a:rPr lang="en-US" altLang="zh-CN" sz="1400" smtClean="0">
                <a:solidFill>
                  <a:schemeClr val="tx1"/>
                </a:solidFill>
                <a:latin typeface="+mn-lt"/>
              </a:rPr>
              <a:pPr eaLnBrk="1" hangingPunct="1"/>
              <a:t>85</a:t>
            </a:fld>
            <a:endParaRPr lang="en-US" altLang="zh-CN" sz="1400" dirty="0">
              <a:solidFill>
                <a:schemeClr val="tx1"/>
              </a:solidFill>
              <a:latin typeface="+mn-lt"/>
            </a:endParaRPr>
          </a:p>
        </p:txBody>
      </p:sp>
    </p:spTree>
    <p:extLst>
      <p:ext uri="{BB962C8B-B14F-4D97-AF65-F5344CB8AC3E}">
        <p14:creationId xmlns:p14="http://schemas.microsoft.com/office/powerpoint/2010/main" val="201557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2"/>
          <p:cNvSpPr>
            <a:spLocks noGrp="1" noChangeArrowheads="1"/>
          </p:cNvSpPr>
          <p:nvPr>
            <p:ph type="title"/>
          </p:nvPr>
        </p:nvSpPr>
        <p:spPr/>
        <p:txBody>
          <a:bodyPr/>
          <a:lstStyle/>
          <a:p>
            <a:pPr eaLnBrk="1" hangingPunct="1"/>
            <a:r>
              <a:rPr lang="zh-CN" altLang="en-US" b="1" dirty="0"/>
              <a:t>可以更快些吗</a:t>
            </a:r>
            <a:r>
              <a:rPr lang="en-US" altLang="zh-CN" b="1" dirty="0"/>
              <a:t>?</a:t>
            </a:r>
            <a:endParaRPr lang="zh-CN" altLang="en-US" b="1" dirty="0"/>
          </a:p>
        </p:txBody>
      </p:sp>
      <p:sp>
        <p:nvSpPr>
          <p:cNvPr id="65542" name="Rectangle 29"/>
          <p:cNvSpPr>
            <a:spLocks noGrp="1" noChangeArrowheads="1"/>
          </p:cNvSpPr>
          <p:nvPr>
            <p:ph idx="1"/>
          </p:nvPr>
        </p:nvSpPr>
        <p:spPr>
          <a:xfrm>
            <a:off x="495743" y="1422161"/>
            <a:ext cx="8152514" cy="5220803"/>
          </a:xfrm>
          <a:noFill/>
        </p:spPr>
        <p:txBody>
          <a:bodyPr/>
          <a:lstStyle/>
          <a:p>
            <a:pPr eaLnBrk="1" hangingPunct="1"/>
            <a:r>
              <a:rPr lang="zh-CN" altLang="en-CN" sz="2800" dirty="0"/>
              <a:t>两比特加法器</a:t>
            </a:r>
            <a:r>
              <a:rPr lang="zh-CN" altLang="en-US" sz="2800" dirty="0"/>
              <a:t>的进位：</a:t>
            </a:r>
            <a:endParaRPr lang="en-US" altLang="zh-CN" sz="2800" dirty="0"/>
          </a:p>
          <a:p>
            <a:pPr lvl="1" hangingPunct="1"/>
            <a:r>
              <a:rPr lang="pt-BR" altLang="zh-CN" sz="2400" dirty="0"/>
              <a:t>C</a:t>
            </a:r>
            <a:r>
              <a:rPr lang="pt-BR" altLang="zh-CN" sz="2400" baseline="-25000" dirty="0"/>
              <a:t>i</a:t>
            </a:r>
            <a:r>
              <a:rPr lang="en-US" altLang="zh-CN" sz="2400" baseline="-25000" dirty="0"/>
              <a:t>+1</a:t>
            </a:r>
            <a:r>
              <a:rPr lang="pt-BR" altLang="zh-CN" sz="2400" dirty="0"/>
              <a:t> = A</a:t>
            </a:r>
            <a:r>
              <a:rPr lang="pt-BR" altLang="zh-CN" sz="2400" baseline="-25000" dirty="0"/>
              <a:t>i</a:t>
            </a:r>
            <a:r>
              <a:rPr lang="pt-BR" altLang="zh-CN" sz="2400" dirty="0"/>
              <a:t>C</a:t>
            </a:r>
            <a:r>
              <a:rPr lang="pt-BR" altLang="zh-CN" sz="2400" baseline="-25000" dirty="0"/>
              <a:t>i</a:t>
            </a:r>
            <a:r>
              <a:rPr lang="pt-BR" altLang="zh-CN" sz="2400" dirty="0"/>
              <a:t> + B</a:t>
            </a:r>
            <a:r>
              <a:rPr lang="pt-BR" altLang="zh-CN" sz="2400" baseline="-25000" dirty="0"/>
              <a:t>i</a:t>
            </a:r>
            <a:r>
              <a:rPr lang="pt-BR" altLang="zh-CN" sz="2400" dirty="0"/>
              <a:t>C</a:t>
            </a:r>
            <a:r>
              <a:rPr lang="pt-BR" altLang="zh-CN" sz="2400" baseline="-25000" dirty="0"/>
              <a:t>i</a:t>
            </a:r>
            <a:r>
              <a:rPr lang="pt-BR" altLang="zh-CN" sz="2400" dirty="0"/>
              <a:t> + A</a:t>
            </a:r>
            <a:r>
              <a:rPr lang="pt-BR" altLang="zh-CN" sz="2400" baseline="-25000" dirty="0"/>
              <a:t>i</a:t>
            </a:r>
            <a:r>
              <a:rPr lang="pt-BR" altLang="zh-CN" sz="2400" dirty="0"/>
              <a:t>B</a:t>
            </a:r>
            <a:r>
              <a:rPr lang="pt-BR" altLang="zh-CN" sz="2400" baseline="-25000" dirty="0"/>
              <a:t>i</a:t>
            </a:r>
            <a:endParaRPr lang="pt-BR" altLang="zh-CN" sz="2400" dirty="0">
              <a:sym typeface="Symbol" pitchFamily="18" charset="2"/>
            </a:endParaRPr>
          </a:p>
          <a:p>
            <a:pPr lvl="1" hangingPunct="1"/>
            <a:r>
              <a:rPr lang="pt-BR" altLang="zh-CN" sz="2400" dirty="0"/>
              <a:t>C</a:t>
            </a:r>
            <a:r>
              <a:rPr lang="pt-BR" altLang="zh-CN" sz="2400" baseline="-25000" dirty="0"/>
              <a:t>2</a:t>
            </a:r>
            <a:r>
              <a:rPr lang="pt-BR" altLang="zh-CN" sz="2400" dirty="0"/>
              <a:t> = A</a:t>
            </a:r>
            <a:r>
              <a:rPr lang="pt-BR" altLang="zh-CN" sz="2400" baseline="-25000" dirty="0"/>
              <a:t>1</a:t>
            </a:r>
            <a:r>
              <a:rPr lang="pt-BR" altLang="zh-CN" sz="2400" dirty="0"/>
              <a:t>C</a:t>
            </a:r>
            <a:r>
              <a:rPr lang="pt-BR" altLang="zh-CN" sz="2400" baseline="-25000" dirty="0"/>
              <a:t>1</a:t>
            </a:r>
            <a:r>
              <a:rPr lang="pt-BR" altLang="zh-CN" sz="2400" dirty="0"/>
              <a:t> + B</a:t>
            </a:r>
            <a:r>
              <a:rPr lang="pt-BR" altLang="zh-CN" sz="2400" baseline="-25000" dirty="0"/>
              <a:t>1</a:t>
            </a:r>
            <a:r>
              <a:rPr lang="pt-BR" altLang="zh-CN" sz="2400" dirty="0"/>
              <a:t>C</a:t>
            </a:r>
            <a:r>
              <a:rPr lang="pt-BR" altLang="zh-CN" sz="2400" baseline="-25000" dirty="0"/>
              <a:t>1</a:t>
            </a:r>
            <a:r>
              <a:rPr lang="pt-BR" altLang="zh-CN" sz="2400" dirty="0"/>
              <a:t> + A</a:t>
            </a:r>
            <a:r>
              <a:rPr lang="pt-BR" altLang="zh-CN" sz="2400" baseline="-25000" dirty="0"/>
              <a:t>1</a:t>
            </a:r>
            <a:r>
              <a:rPr lang="pt-BR" altLang="zh-CN" sz="2400" dirty="0"/>
              <a:t>B</a:t>
            </a:r>
            <a:r>
              <a:rPr lang="pt-BR" altLang="zh-CN" sz="2400" baseline="-25000" dirty="0"/>
              <a:t>1</a:t>
            </a:r>
            <a:endParaRPr lang="pt-BR" altLang="zh-CN" sz="2400" dirty="0">
              <a:sym typeface="Symbol" pitchFamily="18" charset="2"/>
            </a:endParaRPr>
          </a:p>
          <a:p>
            <a:pPr lvl="1" hangingPunct="1"/>
            <a:r>
              <a:rPr lang="pt-BR" altLang="zh-CN" sz="2400" dirty="0"/>
              <a:t>C</a:t>
            </a:r>
            <a:r>
              <a:rPr lang="pt-BR" altLang="zh-CN" sz="2400" baseline="-25000" dirty="0"/>
              <a:t>1</a:t>
            </a:r>
            <a:r>
              <a:rPr lang="pt-BR" altLang="zh-CN" sz="2400" dirty="0"/>
              <a:t> = A</a:t>
            </a:r>
            <a:r>
              <a:rPr lang="pt-BR" altLang="zh-CN" sz="2400" baseline="-25000" dirty="0"/>
              <a:t>0</a:t>
            </a:r>
            <a:r>
              <a:rPr lang="pt-BR" altLang="zh-CN" sz="2400" dirty="0"/>
              <a:t>C</a:t>
            </a:r>
            <a:r>
              <a:rPr lang="pt-BR" altLang="zh-CN" sz="2400" baseline="-25000" dirty="0"/>
              <a:t>0</a:t>
            </a:r>
            <a:r>
              <a:rPr lang="pt-BR" altLang="zh-CN" sz="2400" dirty="0"/>
              <a:t> + B</a:t>
            </a:r>
            <a:r>
              <a:rPr lang="pt-BR" altLang="zh-CN" sz="2400" baseline="-25000" dirty="0"/>
              <a:t>0</a:t>
            </a:r>
            <a:r>
              <a:rPr lang="pt-BR" altLang="zh-CN" sz="2400" dirty="0"/>
              <a:t>C</a:t>
            </a:r>
            <a:r>
              <a:rPr lang="pt-BR" altLang="zh-CN" sz="2400" baseline="-25000" dirty="0"/>
              <a:t>0</a:t>
            </a:r>
            <a:r>
              <a:rPr lang="pt-BR" altLang="zh-CN" sz="2400" dirty="0"/>
              <a:t> + A</a:t>
            </a:r>
            <a:r>
              <a:rPr lang="pt-BR" altLang="zh-CN" sz="2400" baseline="-25000" dirty="0"/>
              <a:t>0</a:t>
            </a:r>
            <a:r>
              <a:rPr lang="pt-BR" altLang="zh-CN" sz="2400" dirty="0"/>
              <a:t>B</a:t>
            </a:r>
            <a:r>
              <a:rPr lang="pt-BR" altLang="zh-CN" sz="2400" baseline="-25000" dirty="0"/>
              <a:t>0</a:t>
            </a:r>
            <a:endParaRPr lang="pt-BR" altLang="zh-CN" sz="2400" dirty="0">
              <a:sym typeface="Symbol" pitchFamily="18" charset="2"/>
            </a:endParaRPr>
          </a:p>
          <a:p>
            <a:pPr hangingPunct="1"/>
            <a:r>
              <a:rPr lang="zh-CN" altLang="en-US" sz="2800" dirty="0"/>
              <a:t>将</a:t>
            </a:r>
            <a:r>
              <a:rPr lang="pt-BR" altLang="zh-CN" sz="2800" dirty="0"/>
              <a:t>C</a:t>
            </a:r>
            <a:r>
              <a:rPr lang="pt-BR" altLang="zh-CN" sz="2800" baseline="-25000" dirty="0"/>
              <a:t>1</a:t>
            </a:r>
            <a:r>
              <a:rPr lang="zh-CN" altLang="en-US" sz="2800" dirty="0"/>
              <a:t>代入</a:t>
            </a:r>
            <a:r>
              <a:rPr lang="pt-BR" altLang="zh-CN" sz="2800" dirty="0"/>
              <a:t>C</a:t>
            </a:r>
            <a:r>
              <a:rPr lang="pt-BR" altLang="zh-CN" sz="2800" baseline="-25000" dirty="0"/>
              <a:t>2 </a:t>
            </a:r>
            <a:r>
              <a:rPr lang="en-US" altLang="zh-CN" sz="2800" dirty="0"/>
              <a:t>:</a:t>
            </a:r>
          </a:p>
          <a:p>
            <a:pPr lvl="1" hangingPunct="1"/>
            <a:r>
              <a:rPr lang="pt-BR" altLang="zh-CN" sz="2400" dirty="0"/>
              <a:t>C</a:t>
            </a:r>
            <a:r>
              <a:rPr lang="pt-BR" altLang="zh-CN" sz="2400" baseline="-25000" dirty="0"/>
              <a:t>2 </a:t>
            </a:r>
            <a:r>
              <a:rPr lang="pt-BR" altLang="zh-CN" sz="2400" dirty="0">
                <a:sym typeface="Symbol" pitchFamily="18" charset="2"/>
              </a:rPr>
              <a:t>= A</a:t>
            </a:r>
            <a:r>
              <a:rPr lang="pt-BR" altLang="zh-CN" sz="2400" baseline="-25000" dirty="0">
                <a:sym typeface="Symbol" pitchFamily="18" charset="2"/>
              </a:rPr>
              <a:t>1</a:t>
            </a:r>
            <a:r>
              <a:rPr lang="pt-BR" altLang="zh-CN" sz="2400" dirty="0">
                <a:sym typeface="Symbol" pitchFamily="18" charset="2"/>
              </a:rPr>
              <a:t>A</a:t>
            </a:r>
            <a:r>
              <a:rPr lang="en-US" altLang="zh-CN" sz="2400" baseline="-25000" dirty="0">
                <a:sym typeface="Symbol" pitchFamily="18" charset="2"/>
              </a:rPr>
              <a:t>0</a:t>
            </a:r>
            <a:r>
              <a:rPr lang="pt-BR" altLang="zh-CN" sz="2400" dirty="0">
                <a:sym typeface="Symbol" pitchFamily="18" charset="2"/>
              </a:rPr>
              <a:t>B</a:t>
            </a:r>
            <a:r>
              <a:rPr lang="en-US" altLang="zh-CN" sz="2400" baseline="-25000" dirty="0">
                <a:sym typeface="Symbol" pitchFamily="18" charset="2"/>
              </a:rPr>
              <a:t>0 </a:t>
            </a:r>
            <a:r>
              <a:rPr lang="en-US" altLang="zh-CN" sz="2400" dirty="0"/>
              <a:t>+ A</a:t>
            </a:r>
            <a:r>
              <a:rPr lang="en-US" altLang="zh-CN" sz="2400" baseline="-25000" dirty="0"/>
              <a:t>1</a:t>
            </a:r>
            <a:r>
              <a:rPr lang="pt-BR" altLang="zh-CN" sz="2400" dirty="0">
                <a:sym typeface="Symbol" pitchFamily="18" charset="2"/>
              </a:rPr>
              <a:t>A</a:t>
            </a:r>
            <a:r>
              <a:rPr lang="pt-BR" altLang="zh-CN" sz="2400" baseline="-25000" dirty="0">
                <a:sym typeface="Symbol" pitchFamily="18" charset="2"/>
              </a:rPr>
              <a:t>0</a:t>
            </a:r>
            <a:r>
              <a:rPr lang="pt-BR" altLang="zh-CN" sz="2400" dirty="0">
                <a:sym typeface="Symbol" pitchFamily="18" charset="2"/>
              </a:rPr>
              <a:t>C</a:t>
            </a:r>
            <a:r>
              <a:rPr lang="pt-BR" altLang="zh-CN" sz="2400" baseline="-25000" dirty="0">
                <a:sym typeface="Symbol" pitchFamily="18" charset="2"/>
              </a:rPr>
              <a:t>0</a:t>
            </a:r>
            <a:r>
              <a:rPr lang="pt-BR" altLang="zh-CN" sz="2400" dirty="0">
                <a:sym typeface="Symbol" pitchFamily="18" charset="2"/>
              </a:rPr>
              <a:t> </a:t>
            </a:r>
            <a:r>
              <a:rPr lang="en-US" altLang="zh-CN" sz="2400" dirty="0"/>
              <a:t>+ A</a:t>
            </a:r>
            <a:r>
              <a:rPr lang="en-US" altLang="zh-CN" sz="2400" baseline="-25000" dirty="0"/>
              <a:t>1</a:t>
            </a:r>
            <a:r>
              <a:rPr lang="pt-BR" altLang="zh-CN" sz="2400" dirty="0">
                <a:sym typeface="Symbol" pitchFamily="18" charset="2"/>
              </a:rPr>
              <a:t>B</a:t>
            </a:r>
            <a:r>
              <a:rPr lang="pt-BR" altLang="zh-CN" sz="2400" baseline="-25000" dirty="0">
                <a:sym typeface="Symbol" pitchFamily="18" charset="2"/>
              </a:rPr>
              <a:t>1</a:t>
            </a:r>
            <a:r>
              <a:rPr lang="pt-BR" altLang="zh-CN" sz="2400" dirty="0">
                <a:sym typeface="Symbol" pitchFamily="18" charset="2"/>
              </a:rPr>
              <a:t>C</a:t>
            </a:r>
            <a:r>
              <a:rPr lang="pt-BR" altLang="zh-CN" sz="2400" baseline="-25000" dirty="0">
                <a:sym typeface="Symbol" pitchFamily="18" charset="2"/>
              </a:rPr>
              <a:t>0 </a:t>
            </a:r>
            <a:r>
              <a:rPr lang="en-US" altLang="zh-CN" sz="2400" dirty="0"/>
              <a:t>+ B</a:t>
            </a:r>
            <a:r>
              <a:rPr lang="en-US" altLang="zh-CN" sz="2400" baseline="-25000" dirty="0"/>
              <a:t>1</a:t>
            </a:r>
            <a:r>
              <a:rPr lang="pt-BR" altLang="zh-CN" sz="2400" dirty="0">
                <a:sym typeface="Symbol" pitchFamily="18" charset="2"/>
              </a:rPr>
              <a:t>A</a:t>
            </a:r>
            <a:r>
              <a:rPr lang="pt-BR" altLang="zh-CN" sz="2400" baseline="-25000" dirty="0">
                <a:sym typeface="Symbol" pitchFamily="18" charset="2"/>
              </a:rPr>
              <a:t>0</a:t>
            </a:r>
            <a:r>
              <a:rPr lang="pt-BR" altLang="zh-CN" sz="2400" dirty="0">
                <a:sym typeface="Symbol" pitchFamily="18" charset="2"/>
              </a:rPr>
              <a:t>B</a:t>
            </a:r>
            <a:r>
              <a:rPr lang="pt-BR" altLang="zh-CN" sz="2400" baseline="-25000" dirty="0">
                <a:sym typeface="Symbol" pitchFamily="18" charset="2"/>
              </a:rPr>
              <a:t>0</a:t>
            </a:r>
            <a:r>
              <a:rPr lang="pt-BR" altLang="zh-CN" sz="2400" dirty="0">
                <a:sym typeface="Symbol" pitchFamily="18" charset="2"/>
              </a:rPr>
              <a:t> + B</a:t>
            </a:r>
            <a:r>
              <a:rPr lang="pt-BR" altLang="zh-CN" sz="2400" baseline="-25000" dirty="0">
                <a:sym typeface="Symbol" pitchFamily="18" charset="2"/>
              </a:rPr>
              <a:t>1</a:t>
            </a:r>
            <a:r>
              <a:rPr lang="pt-BR" altLang="zh-CN" sz="2400" dirty="0">
                <a:sym typeface="Symbol" pitchFamily="18" charset="2"/>
              </a:rPr>
              <a:t>A</a:t>
            </a:r>
            <a:r>
              <a:rPr lang="pt-BR" altLang="zh-CN" sz="2400" baseline="-25000" dirty="0">
                <a:sym typeface="Symbol" pitchFamily="18" charset="2"/>
              </a:rPr>
              <a:t>0</a:t>
            </a:r>
            <a:r>
              <a:rPr lang="pt-BR" altLang="zh-CN" sz="2400" dirty="0">
                <a:sym typeface="Symbol" pitchFamily="18" charset="2"/>
              </a:rPr>
              <a:t>C</a:t>
            </a:r>
            <a:r>
              <a:rPr lang="pt-BR" altLang="zh-CN" sz="2400" baseline="-25000" dirty="0">
                <a:sym typeface="Symbol" pitchFamily="18" charset="2"/>
              </a:rPr>
              <a:t>0</a:t>
            </a:r>
            <a:r>
              <a:rPr lang="pt-BR" altLang="zh-CN" sz="2400" dirty="0">
                <a:sym typeface="Symbol" pitchFamily="18" charset="2"/>
              </a:rPr>
              <a:t> </a:t>
            </a:r>
            <a:r>
              <a:rPr lang="en-US" altLang="zh-CN" sz="2400" dirty="0"/>
              <a:t>+ B</a:t>
            </a:r>
            <a:r>
              <a:rPr lang="en-US" altLang="zh-CN" sz="2400" baseline="-25000" dirty="0"/>
              <a:t>1</a:t>
            </a:r>
            <a:r>
              <a:rPr lang="pt-BR" altLang="zh-CN" sz="2400" dirty="0">
                <a:sym typeface="Symbol" pitchFamily="18" charset="2"/>
              </a:rPr>
              <a:t>A</a:t>
            </a:r>
            <a:r>
              <a:rPr lang="pt-BR" altLang="zh-CN" sz="2400" baseline="-25000" dirty="0">
                <a:sym typeface="Symbol" pitchFamily="18" charset="2"/>
              </a:rPr>
              <a:t>0</a:t>
            </a:r>
            <a:r>
              <a:rPr lang="pt-BR" altLang="zh-CN" sz="2400" dirty="0">
                <a:sym typeface="Symbol" pitchFamily="18" charset="2"/>
              </a:rPr>
              <a:t>C</a:t>
            </a:r>
            <a:r>
              <a:rPr lang="en-US" altLang="zh-CN" sz="2400" baseline="-25000" dirty="0">
                <a:sym typeface="Symbol" pitchFamily="18" charset="2"/>
              </a:rPr>
              <a:t>0</a:t>
            </a:r>
            <a:r>
              <a:rPr lang="pt-BR" altLang="zh-CN" sz="2400" dirty="0">
                <a:sym typeface="Symbol" pitchFamily="18" charset="2"/>
              </a:rPr>
              <a:t>  + </a:t>
            </a:r>
            <a:r>
              <a:rPr lang="en-US" altLang="zh-CN" sz="2400" dirty="0">
                <a:sym typeface="Symbol" pitchFamily="18" charset="2"/>
              </a:rPr>
              <a:t>B</a:t>
            </a:r>
            <a:r>
              <a:rPr lang="pt-BR" altLang="zh-CN" sz="2400" baseline="-25000" dirty="0">
                <a:sym typeface="Symbol" pitchFamily="18" charset="2"/>
              </a:rPr>
              <a:t>1</a:t>
            </a:r>
            <a:r>
              <a:rPr lang="pt-BR" altLang="zh-CN" sz="2400" dirty="0">
                <a:sym typeface="Symbol" pitchFamily="18" charset="2"/>
              </a:rPr>
              <a:t>A</a:t>
            </a:r>
            <a:r>
              <a:rPr lang="pt-BR" altLang="zh-CN" sz="2400" baseline="-25000" dirty="0">
                <a:sym typeface="Symbol" pitchFamily="18" charset="2"/>
              </a:rPr>
              <a:t>1</a:t>
            </a:r>
            <a:r>
              <a:rPr lang="en-US" altLang="zh-CN" sz="2400" dirty="0"/>
              <a:t> </a:t>
            </a:r>
          </a:p>
          <a:p>
            <a:pPr lvl="1" hangingPunct="1"/>
            <a:r>
              <a:rPr lang="en-US" altLang="zh-CN" sz="2400" dirty="0">
                <a:solidFill>
                  <a:srgbClr val="3333FF"/>
                </a:solidFill>
              </a:rPr>
              <a:t>C</a:t>
            </a:r>
            <a:r>
              <a:rPr lang="en-US" altLang="zh-CN" sz="2400" baseline="-25000" dirty="0">
                <a:solidFill>
                  <a:srgbClr val="3333FF"/>
                </a:solidFill>
              </a:rPr>
              <a:t>2 </a:t>
            </a:r>
            <a:r>
              <a:rPr lang="zh-CN" altLang="en-US" sz="2400" dirty="0">
                <a:solidFill>
                  <a:srgbClr val="3333FF"/>
                </a:solidFill>
              </a:rPr>
              <a:t>不需要等待</a:t>
            </a:r>
            <a:r>
              <a:rPr lang="pt-BR" altLang="zh-CN" sz="2400" dirty="0">
                <a:solidFill>
                  <a:srgbClr val="3333FF"/>
                </a:solidFill>
              </a:rPr>
              <a:t>C</a:t>
            </a:r>
            <a:r>
              <a:rPr lang="pt-BR" altLang="zh-CN" sz="2400" baseline="-25000" dirty="0">
                <a:solidFill>
                  <a:srgbClr val="3333FF"/>
                </a:solidFill>
              </a:rPr>
              <a:t>1</a:t>
            </a:r>
            <a:r>
              <a:rPr lang="zh-CN" altLang="en-US" sz="2400" dirty="0">
                <a:solidFill>
                  <a:srgbClr val="3333FF"/>
                </a:solidFill>
              </a:rPr>
              <a:t>计算结束后才能计算，可直接算</a:t>
            </a:r>
            <a:endParaRPr lang="pt-BR" altLang="zh-CN" sz="2400" baseline="-25000" dirty="0">
              <a:solidFill>
                <a:srgbClr val="3333FF"/>
              </a:solidFill>
            </a:endParaRPr>
          </a:p>
          <a:p>
            <a:pPr lvl="1" hangingPunct="1"/>
            <a:r>
              <a:rPr lang="en-US" altLang="zh-CN" sz="2400" dirty="0"/>
              <a:t>C</a:t>
            </a:r>
            <a:r>
              <a:rPr lang="en-US" altLang="zh-CN" sz="2400" baseline="-25000" dirty="0"/>
              <a:t>2 </a:t>
            </a:r>
            <a:r>
              <a:rPr lang="zh-CN" altLang="en-US" sz="2400" dirty="0"/>
              <a:t>表达式虽更复杂，但可能比</a:t>
            </a:r>
            <a:r>
              <a:rPr lang="en-US" altLang="zh-CN" sz="2400" dirty="0"/>
              <a:t>C</a:t>
            </a:r>
            <a:r>
              <a:rPr lang="en-US" altLang="zh-CN" sz="2400" baseline="-25000" dirty="0"/>
              <a:t>1</a:t>
            </a:r>
            <a:r>
              <a:rPr lang="zh-CN" altLang="en-US" sz="2400" dirty="0"/>
              <a:t>、</a:t>
            </a:r>
            <a:r>
              <a:rPr lang="en-US" altLang="zh-CN" sz="2400" dirty="0"/>
              <a:t>C</a:t>
            </a:r>
            <a:r>
              <a:rPr lang="en-US" altLang="zh-CN" sz="2400" baseline="-25000" dirty="0"/>
              <a:t>2</a:t>
            </a:r>
            <a:r>
              <a:rPr lang="zh-CN" altLang="en-US" sz="2400" dirty="0"/>
              <a:t>先后算更快</a:t>
            </a:r>
            <a:endParaRPr lang="en-US" altLang="zh-CN" sz="2400" dirty="0"/>
          </a:p>
          <a:p>
            <a:pPr hangingPunct="1"/>
            <a:r>
              <a:rPr lang="zh-CN" altLang="en-US" sz="2800" dirty="0"/>
              <a:t>给</a:t>
            </a:r>
            <a:r>
              <a:rPr lang="en-US" altLang="zh-CN" sz="2800" dirty="0"/>
              <a:t>C3</a:t>
            </a:r>
            <a:r>
              <a:rPr lang="zh-CN" altLang="en-US" sz="2800" dirty="0"/>
              <a:t>、</a:t>
            </a:r>
            <a:r>
              <a:rPr lang="en-US" altLang="zh-CN" sz="2800" dirty="0"/>
              <a:t>C4</a:t>
            </a:r>
            <a:r>
              <a:rPr lang="zh-CN" altLang="en-US" sz="2800" dirty="0"/>
              <a:t>也递推下去吗？</a:t>
            </a:r>
            <a:endParaRPr lang="pt-BR" altLang="zh-CN" sz="2800" dirty="0"/>
          </a:p>
        </p:txBody>
      </p:sp>
      <p:sp>
        <p:nvSpPr>
          <p:cNvPr id="26" name="灯片编号占位符 2">
            <a:extLst>
              <a:ext uri="{FF2B5EF4-FFF2-40B4-BE49-F238E27FC236}">
                <a16:creationId xmlns:a16="http://schemas.microsoft.com/office/drawing/2014/main" id="{FE98EE4A-2EE8-4048-9423-36F999440FEB}"/>
              </a:ext>
            </a:extLst>
          </p:cNvPr>
          <p:cNvSpPr>
            <a:spLocks noGrp="1"/>
          </p:cNvSpPr>
          <p:nvPr>
            <p:ph type="sldNum" sz="quarter" idx="12"/>
          </p:nvPr>
        </p:nvSpPr>
        <p:spPr/>
        <p:txBody>
          <a:bodyPr/>
          <a:lstStyle/>
          <a:p>
            <a:pPr>
              <a:defRPr/>
            </a:pPr>
            <a:fld id="{F8B2A855-7301-4036-B977-4E13EC7544E9}" type="slidenum">
              <a:rPr lang="zh-CN" altLang="en-US" smtClean="0"/>
              <a:pPr>
                <a:defRPr/>
              </a:pPr>
              <a:t>86</a:t>
            </a:fld>
            <a:endParaRPr lang="en-US" altLang="zh-CN"/>
          </a:p>
        </p:txBody>
      </p:sp>
      <p:grpSp>
        <p:nvGrpSpPr>
          <p:cNvPr id="65540" name="Group 4"/>
          <p:cNvGrpSpPr>
            <a:grpSpLocks/>
          </p:cNvGrpSpPr>
          <p:nvPr/>
        </p:nvGrpSpPr>
        <p:grpSpPr bwMode="auto">
          <a:xfrm>
            <a:off x="5940152" y="1546226"/>
            <a:ext cx="2436814" cy="1882774"/>
            <a:chOff x="4954" y="505"/>
            <a:chExt cx="1535" cy="1186"/>
          </a:xfrm>
        </p:grpSpPr>
        <p:sp>
          <p:nvSpPr>
            <p:cNvPr id="65543" name="Rectangle 5"/>
            <p:cNvSpPr>
              <a:spLocks noChangeArrowheads="1"/>
            </p:cNvSpPr>
            <p:nvPr/>
          </p:nvSpPr>
          <p:spPr bwMode="auto">
            <a:xfrm>
              <a:off x="5964" y="505"/>
              <a:ext cx="28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eaLnBrk="0" hangingPunct="0"/>
              <a:r>
                <a:rPr kumimoji="1" lang="en-US" altLang="zh-CN" sz="1800" b="1" dirty="0">
                  <a:solidFill>
                    <a:schemeClr val="tx1"/>
                  </a:solidFill>
                  <a:latin typeface="Times New Roman" pitchFamily="18" charset="0"/>
                  <a:ea typeface="PMingLiU" pitchFamily="18" charset="-120"/>
                </a:rPr>
                <a:t>B</a:t>
              </a:r>
              <a:r>
                <a:rPr kumimoji="1" lang="en-US" altLang="zh-TW" sz="1800" b="1" dirty="0">
                  <a:solidFill>
                    <a:schemeClr val="tx1"/>
                  </a:solidFill>
                  <a:latin typeface="Times New Roman" pitchFamily="18" charset="0"/>
                  <a:ea typeface="PMingLiU" pitchFamily="18" charset="-120"/>
                </a:rPr>
                <a:t>0</a:t>
              </a:r>
            </a:p>
          </p:txBody>
        </p:sp>
        <p:sp>
          <p:nvSpPr>
            <p:cNvPr id="65544" name="Rectangle 6"/>
            <p:cNvSpPr>
              <a:spLocks noChangeArrowheads="1"/>
            </p:cNvSpPr>
            <p:nvPr/>
          </p:nvSpPr>
          <p:spPr bwMode="auto">
            <a:xfrm>
              <a:off x="5720" y="509"/>
              <a:ext cx="29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eaLnBrk="0" hangingPunct="0"/>
              <a:r>
                <a:rPr kumimoji="1" lang="en-US" altLang="zh-CN" sz="1800" b="1" dirty="0">
                  <a:solidFill>
                    <a:schemeClr val="tx1"/>
                  </a:solidFill>
                  <a:latin typeface="Times New Roman" pitchFamily="18" charset="0"/>
                  <a:ea typeface="PMingLiU" pitchFamily="18" charset="-120"/>
                </a:rPr>
                <a:t>A</a:t>
              </a:r>
              <a:r>
                <a:rPr kumimoji="1" lang="en-US" altLang="zh-TW" sz="1800" b="1" dirty="0">
                  <a:solidFill>
                    <a:schemeClr val="tx1"/>
                  </a:solidFill>
                  <a:latin typeface="Times New Roman" pitchFamily="18" charset="0"/>
                  <a:ea typeface="PMingLiU" pitchFamily="18" charset="-120"/>
                </a:rPr>
                <a:t>0</a:t>
              </a:r>
            </a:p>
          </p:txBody>
        </p:sp>
        <p:sp>
          <p:nvSpPr>
            <p:cNvPr id="65545" name="Rectangle 7"/>
            <p:cNvSpPr>
              <a:spLocks noChangeArrowheads="1"/>
            </p:cNvSpPr>
            <p:nvPr/>
          </p:nvSpPr>
          <p:spPr bwMode="auto">
            <a:xfrm rot="5400000">
              <a:off x="5645" y="1203"/>
              <a:ext cx="656" cy="32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00">
                <a:solidFill>
                  <a:schemeClr val="tx1"/>
                </a:solidFill>
              </a:endParaRPr>
            </a:p>
          </p:txBody>
        </p:sp>
        <p:sp>
          <p:nvSpPr>
            <p:cNvPr id="65546" name="Rectangle 8"/>
            <p:cNvSpPr>
              <a:spLocks noChangeArrowheads="1"/>
            </p:cNvSpPr>
            <p:nvPr/>
          </p:nvSpPr>
          <p:spPr bwMode="auto">
            <a:xfrm rot="5400000">
              <a:off x="5863" y="1246"/>
              <a:ext cx="19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1" lang="en-US" altLang="zh-CN" sz="1800" b="1">
                  <a:solidFill>
                    <a:schemeClr val="tx1"/>
                  </a:solidFill>
                  <a:latin typeface="Times New Roman" pitchFamily="18" charset="0"/>
                  <a:ea typeface="PMingLiU" pitchFamily="18" charset="-120"/>
                </a:rPr>
                <a:t>+</a:t>
              </a:r>
              <a:endParaRPr kumimoji="1" lang="en-US" altLang="zh-TW" sz="1800" b="1">
                <a:solidFill>
                  <a:schemeClr val="tx1"/>
                </a:solidFill>
                <a:latin typeface="Times New Roman" pitchFamily="18" charset="0"/>
                <a:ea typeface="PMingLiU" pitchFamily="18" charset="-120"/>
              </a:endParaRPr>
            </a:p>
          </p:txBody>
        </p:sp>
        <p:sp>
          <p:nvSpPr>
            <p:cNvPr id="65547" name="Line 9"/>
            <p:cNvSpPr>
              <a:spLocks noChangeShapeType="1"/>
            </p:cNvSpPr>
            <p:nvPr/>
          </p:nvSpPr>
          <p:spPr bwMode="auto">
            <a:xfrm rot="5400000">
              <a:off x="5877" y="859"/>
              <a:ext cx="336"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solidFill>
                  <a:schemeClr val="tx1"/>
                </a:solidFill>
              </a:endParaRPr>
            </a:p>
          </p:txBody>
        </p:sp>
        <p:sp>
          <p:nvSpPr>
            <p:cNvPr id="65548" name="Line 10"/>
            <p:cNvSpPr>
              <a:spLocks noChangeShapeType="1"/>
            </p:cNvSpPr>
            <p:nvPr/>
          </p:nvSpPr>
          <p:spPr bwMode="auto">
            <a:xfrm rot="5400000">
              <a:off x="5733" y="859"/>
              <a:ext cx="336"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solidFill>
                  <a:schemeClr val="tx1"/>
                </a:solidFill>
              </a:endParaRPr>
            </a:p>
          </p:txBody>
        </p:sp>
        <p:sp>
          <p:nvSpPr>
            <p:cNvPr id="65549" name="Line 11"/>
            <p:cNvSpPr>
              <a:spLocks noChangeShapeType="1"/>
            </p:cNvSpPr>
            <p:nvPr/>
          </p:nvSpPr>
          <p:spPr bwMode="auto">
            <a:xfrm rot="5400000">
              <a:off x="6257" y="1238"/>
              <a:ext cx="0" cy="24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solidFill>
                  <a:schemeClr val="tx1"/>
                </a:solidFill>
              </a:endParaRPr>
            </a:p>
          </p:txBody>
        </p:sp>
        <p:sp>
          <p:nvSpPr>
            <p:cNvPr id="65550" name="Rectangle 12"/>
            <p:cNvSpPr>
              <a:spLocks noChangeArrowheads="1"/>
            </p:cNvSpPr>
            <p:nvPr/>
          </p:nvSpPr>
          <p:spPr bwMode="auto">
            <a:xfrm rot="5400000">
              <a:off x="6227" y="1101"/>
              <a:ext cx="29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eaLnBrk="0" hangingPunct="0"/>
              <a:r>
                <a:rPr kumimoji="1" lang="en-US" altLang="zh-CN" sz="1800" b="1" dirty="0">
                  <a:solidFill>
                    <a:schemeClr val="tx1"/>
                  </a:solidFill>
                  <a:latin typeface="Times New Roman" pitchFamily="18" charset="0"/>
                  <a:ea typeface="PMingLiU" pitchFamily="18" charset="-120"/>
                </a:rPr>
                <a:t>C0</a:t>
              </a:r>
              <a:endParaRPr kumimoji="1" lang="en-US" altLang="zh-TW" sz="1800" b="1" dirty="0">
                <a:solidFill>
                  <a:schemeClr val="tx1"/>
                </a:solidFill>
                <a:latin typeface="Times New Roman" pitchFamily="18" charset="0"/>
                <a:ea typeface="PMingLiU" pitchFamily="18" charset="-120"/>
              </a:endParaRPr>
            </a:p>
          </p:txBody>
        </p:sp>
        <p:sp>
          <p:nvSpPr>
            <p:cNvPr id="65551" name="Rectangle 13"/>
            <p:cNvSpPr>
              <a:spLocks noChangeArrowheads="1"/>
            </p:cNvSpPr>
            <p:nvPr/>
          </p:nvSpPr>
          <p:spPr bwMode="auto">
            <a:xfrm>
              <a:off x="5388" y="505"/>
              <a:ext cx="28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eaLnBrk="0" hangingPunct="0"/>
              <a:r>
                <a:rPr kumimoji="1" lang="en-US" altLang="zh-CN" sz="1800" b="1" dirty="0">
                  <a:solidFill>
                    <a:schemeClr val="tx1"/>
                  </a:solidFill>
                  <a:latin typeface="Times New Roman" pitchFamily="18" charset="0"/>
                  <a:ea typeface="PMingLiU" pitchFamily="18" charset="-120"/>
                </a:rPr>
                <a:t>B</a:t>
              </a:r>
              <a:r>
                <a:rPr kumimoji="1" lang="en-US" altLang="zh-TW" sz="1800" b="1" dirty="0">
                  <a:solidFill>
                    <a:schemeClr val="tx1"/>
                  </a:solidFill>
                  <a:latin typeface="Times New Roman" pitchFamily="18" charset="0"/>
                  <a:ea typeface="PMingLiU" pitchFamily="18" charset="-120"/>
                </a:rPr>
                <a:t>1</a:t>
              </a:r>
            </a:p>
          </p:txBody>
        </p:sp>
        <p:sp>
          <p:nvSpPr>
            <p:cNvPr id="65552" name="Rectangle 14"/>
            <p:cNvSpPr>
              <a:spLocks noChangeArrowheads="1"/>
            </p:cNvSpPr>
            <p:nvPr/>
          </p:nvSpPr>
          <p:spPr bwMode="auto">
            <a:xfrm>
              <a:off x="5144" y="509"/>
              <a:ext cx="29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eaLnBrk="0" hangingPunct="0"/>
              <a:r>
                <a:rPr kumimoji="1" lang="en-US" altLang="zh-CN" sz="1800" b="1" dirty="0">
                  <a:solidFill>
                    <a:schemeClr val="tx1"/>
                  </a:solidFill>
                  <a:latin typeface="Times New Roman" pitchFamily="18" charset="0"/>
                  <a:ea typeface="PMingLiU" pitchFamily="18" charset="-120"/>
                </a:rPr>
                <a:t>A</a:t>
              </a:r>
              <a:r>
                <a:rPr kumimoji="1" lang="en-US" altLang="zh-TW" sz="1800" b="1" dirty="0">
                  <a:solidFill>
                    <a:schemeClr val="tx1"/>
                  </a:solidFill>
                  <a:latin typeface="Times New Roman" pitchFamily="18" charset="0"/>
                  <a:ea typeface="PMingLiU" pitchFamily="18" charset="-120"/>
                </a:rPr>
                <a:t>1</a:t>
              </a:r>
            </a:p>
          </p:txBody>
        </p:sp>
        <p:sp>
          <p:nvSpPr>
            <p:cNvPr id="65553" name="Rectangle 15"/>
            <p:cNvSpPr>
              <a:spLocks noChangeArrowheads="1"/>
            </p:cNvSpPr>
            <p:nvPr/>
          </p:nvSpPr>
          <p:spPr bwMode="auto">
            <a:xfrm rot="5400000">
              <a:off x="5069" y="1203"/>
              <a:ext cx="656" cy="32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00">
                <a:solidFill>
                  <a:schemeClr val="tx1"/>
                </a:solidFill>
              </a:endParaRPr>
            </a:p>
          </p:txBody>
        </p:sp>
        <p:sp>
          <p:nvSpPr>
            <p:cNvPr id="65554" name="Rectangle 16"/>
            <p:cNvSpPr>
              <a:spLocks noChangeArrowheads="1"/>
            </p:cNvSpPr>
            <p:nvPr/>
          </p:nvSpPr>
          <p:spPr bwMode="auto">
            <a:xfrm rot="5400000">
              <a:off x="5290" y="1246"/>
              <a:ext cx="19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1" lang="en-US" altLang="zh-CN" sz="1800" b="1">
                  <a:solidFill>
                    <a:schemeClr val="tx1"/>
                  </a:solidFill>
                  <a:latin typeface="Times New Roman" pitchFamily="18" charset="0"/>
                  <a:ea typeface="PMingLiU" pitchFamily="18" charset="-120"/>
                </a:rPr>
                <a:t>+</a:t>
              </a:r>
              <a:endParaRPr kumimoji="1" lang="en-US" altLang="zh-TW" sz="1800" b="1">
                <a:solidFill>
                  <a:schemeClr val="tx1"/>
                </a:solidFill>
                <a:latin typeface="Times New Roman" pitchFamily="18" charset="0"/>
                <a:ea typeface="PMingLiU" pitchFamily="18" charset="-120"/>
              </a:endParaRPr>
            </a:p>
          </p:txBody>
        </p:sp>
        <p:sp>
          <p:nvSpPr>
            <p:cNvPr id="65555" name="Line 17"/>
            <p:cNvSpPr>
              <a:spLocks noChangeShapeType="1"/>
            </p:cNvSpPr>
            <p:nvPr/>
          </p:nvSpPr>
          <p:spPr bwMode="auto">
            <a:xfrm rot="5400000">
              <a:off x="5301" y="859"/>
              <a:ext cx="336"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solidFill>
                  <a:schemeClr val="tx1"/>
                </a:solidFill>
              </a:endParaRPr>
            </a:p>
          </p:txBody>
        </p:sp>
        <p:sp>
          <p:nvSpPr>
            <p:cNvPr id="65556" name="Line 18"/>
            <p:cNvSpPr>
              <a:spLocks noChangeShapeType="1"/>
            </p:cNvSpPr>
            <p:nvPr/>
          </p:nvSpPr>
          <p:spPr bwMode="auto">
            <a:xfrm rot="5400000">
              <a:off x="5157" y="859"/>
              <a:ext cx="336"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solidFill>
                  <a:schemeClr val="tx1"/>
                </a:solidFill>
              </a:endParaRPr>
            </a:p>
          </p:txBody>
        </p:sp>
        <p:sp>
          <p:nvSpPr>
            <p:cNvPr id="65557" name="Line 19"/>
            <p:cNvSpPr>
              <a:spLocks noChangeShapeType="1"/>
            </p:cNvSpPr>
            <p:nvPr/>
          </p:nvSpPr>
          <p:spPr bwMode="auto">
            <a:xfrm rot="5400000">
              <a:off x="5685" y="1243"/>
              <a:ext cx="0" cy="24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solidFill>
                  <a:schemeClr val="tx1"/>
                </a:solidFill>
              </a:endParaRPr>
            </a:p>
          </p:txBody>
        </p:sp>
        <p:sp>
          <p:nvSpPr>
            <p:cNvPr id="65559" name="Line 21"/>
            <p:cNvSpPr>
              <a:spLocks noChangeShapeType="1"/>
            </p:cNvSpPr>
            <p:nvPr/>
          </p:nvSpPr>
          <p:spPr bwMode="auto">
            <a:xfrm rot="5400000">
              <a:off x="5109" y="1243"/>
              <a:ext cx="0" cy="24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solidFill>
                  <a:schemeClr val="tx1"/>
                </a:solidFill>
              </a:endParaRPr>
            </a:p>
          </p:txBody>
        </p:sp>
        <p:sp>
          <p:nvSpPr>
            <p:cNvPr id="65560" name="Rectangle 22"/>
            <p:cNvSpPr>
              <a:spLocks noChangeArrowheads="1"/>
            </p:cNvSpPr>
            <p:nvPr/>
          </p:nvSpPr>
          <p:spPr bwMode="auto">
            <a:xfrm rot="5400000">
              <a:off x="4923" y="1096"/>
              <a:ext cx="29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eaLnBrk="0" hangingPunct="0"/>
              <a:r>
                <a:rPr kumimoji="1" lang="en-US" altLang="zh-CN" sz="1800" b="1" dirty="0">
                  <a:solidFill>
                    <a:schemeClr val="tx1"/>
                  </a:solidFill>
                  <a:latin typeface="Times New Roman" pitchFamily="18" charset="0"/>
                  <a:ea typeface="PMingLiU" pitchFamily="18" charset="-120"/>
                </a:rPr>
                <a:t>C</a:t>
              </a:r>
              <a:r>
                <a:rPr kumimoji="1" lang="en-US" altLang="zh-TW" sz="1800" b="1" dirty="0">
                  <a:solidFill>
                    <a:schemeClr val="tx1"/>
                  </a:solidFill>
                  <a:latin typeface="Times New Roman" pitchFamily="18" charset="0"/>
                  <a:ea typeface="PMingLiU" pitchFamily="18" charset="-120"/>
                </a:rPr>
                <a:t>2</a:t>
              </a:r>
            </a:p>
          </p:txBody>
        </p:sp>
        <p:sp>
          <p:nvSpPr>
            <p:cNvPr id="65562" name="Rectangle 24"/>
            <p:cNvSpPr>
              <a:spLocks noChangeArrowheads="1"/>
            </p:cNvSpPr>
            <p:nvPr/>
          </p:nvSpPr>
          <p:spPr bwMode="auto">
            <a:xfrm rot="5400000">
              <a:off x="5507" y="1096"/>
              <a:ext cx="29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eaLnBrk="0" hangingPunct="0"/>
              <a:r>
                <a:rPr kumimoji="1" lang="en-US" altLang="zh-CN" sz="1800" b="1" dirty="0">
                  <a:solidFill>
                    <a:schemeClr val="tx1"/>
                  </a:solidFill>
                  <a:latin typeface="Times New Roman" pitchFamily="18" charset="0"/>
                  <a:ea typeface="PMingLiU" pitchFamily="18" charset="-120"/>
                </a:rPr>
                <a:t>C1</a:t>
              </a:r>
              <a:endParaRPr kumimoji="1" lang="en-US" altLang="zh-TW" sz="1800" b="1" dirty="0">
                <a:solidFill>
                  <a:schemeClr val="tx1"/>
                </a:solidFill>
                <a:latin typeface="Times New Roman" pitchFamily="18" charset="0"/>
                <a:ea typeface="PMingLiU" pitchFamily="18" charset="-120"/>
              </a:endParaRPr>
            </a:p>
          </p:txBody>
        </p:sp>
      </p:grpSp>
      <p:sp>
        <p:nvSpPr>
          <p:cNvPr id="65541" name="Rectangle 25"/>
          <p:cNvSpPr>
            <a:spLocks noChangeArrowheads="1"/>
          </p:cNvSpPr>
          <p:nvPr/>
        </p:nvSpPr>
        <p:spPr bwMode="auto">
          <a:xfrm>
            <a:off x="598113" y="986631"/>
            <a:ext cx="8029575" cy="453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gn="l">
              <a:lnSpc>
                <a:spcPct val="75000"/>
              </a:lnSpc>
              <a:spcBef>
                <a:spcPct val="20000"/>
              </a:spcBef>
              <a:buClr>
                <a:schemeClr val="folHlink"/>
              </a:buClr>
              <a:buSzPct val="60000"/>
              <a:buFont typeface="Wingdings" pitchFamily="2" charset="2"/>
              <a:buNone/>
            </a:pPr>
            <a:endParaRPr lang="zh-CN" altLang="en-US" sz="3200" dirty="0">
              <a:solidFill>
                <a:srgbClr val="C00000"/>
              </a:solidFill>
              <a:latin typeface="+mn-lt"/>
              <a:ea typeface="黑体" panose="02010609060101010101" pitchFamily="49" charset="-122"/>
            </a:endParaRPr>
          </a:p>
        </p:txBody>
      </p:sp>
    </p:spTree>
    <p:extLst>
      <p:ext uri="{BB962C8B-B14F-4D97-AF65-F5344CB8AC3E}">
        <p14:creationId xmlns:p14="http://schemas.microsoft.com/office/powerpoint/2010/main" val="2219440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5542">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5542">
                                            <p:txEl>
                                              <p:pRg st="7" end="7"/>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554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9" name="Rectangle 2"/>
          <p:cNvSpPr>
            <a:spLocks noGrp="1" noChangeArrowheads="1"/>
          </p:cNvSpPr>
          <p:nvPr>
            <p:ph type="title"/>
          </p:nvPr>
        </p:nvSpPr>
        <p:spPr>
          <a:xfrm>
            <a:off x="1443444" y="207710"/>
            <a:ext cx="6257111" cy="936625"/>
          </a:xfrm>
        </p:spPr>
        <p:txBody>
          <a:bodyPr/>
          <a:lstStyle/>
          <a:p>
            <a:pPr eaLnBrk="1" hangingPunct="1"/>
            <a:r>
              <a:rPr lang="zh-CN" altLang="en-US" b="1" dirty="0"/>
              <a:t>对于</a:t>
            </a:r>
            <a:r>
              <a:rPr lang="en-US" altLang="zh-CN" b="1" dirty="0"/>
              <a:t> C</a:t>
            </a:r>
            <a:r>
              <a:rPr lang="en-US" altLang="zh-CN" b="1" baseline="-25000" dirty="0"/>
              <a:t>3</a:t>
            </a:r>
            <a:r>
              <a:rPr lang="en-US" altLang="zh-CN" b="1" dirty="0"/>
              <a:t>, C</a:t>
            </a:r>
            <a:r>
              <a:rPr lang="en-US" altLang="zh-CN" b="1" baseline="-25000" dirty="0"/>
              <a:t>4,</a:t>
            </a:r>
            <a:r>
              <a:rPr lang="en-US" altLang="zh-CN" b="1" dirty="0"/>
              <a:t> …?</a:t>
            </a:r>
          </a:p>
        </p:txBody>
      </p:sp>
      <p:sp>
        <p:nvSpPr>
          <p:cNvPr id="2" name="Slide Number Placeholder 1">
            <a:extLst>
              <a:ext uri="{FF2B5EF4-FFF2-40B4-BE49-F238E27FC236}">
                <a16:creationId xmlns:a16="http://schemas.microsoft.com/office/drawing/2014/main" id="{7F03E526-A76E-0B4A-B6B7-25B89215E967}"/>
              </a:ext>
            </a:extLst>
          </p:cNvPr>
          <p:cNvSpPr>
            <a:spLocks noGrp="1"/>
          </p:cNvSpPr>
          <p:nvPr>
            <p:ph type="sldNum" sz="quarter" idx="12"/>
          </p:nvPr>
        </p:nvSpPr>
        <p:spPr/>
        <p:txBody>
          <a:bodyPr/>
          <a:lstStyle/>
          <a:p>
            <a:pPr>
              <a:defRPr/>
            </a:pPr>
            <a:fld id="{C5BA3390-FAE4-4C36-B805-80E623F337FC}" type="slidenum">
              <a:rPr lang="zh-CN" altLang="en-US" smtClean="0"/>
              <a:pPr>
                <a:defRPr/>
              </a:pPr>
              <a:t>87</a:t>
            </a:fld>
            <a:endParaRPr lang="en-US" altLang="zh-CN"/>
          </a:p>
        </p:txBody>
      </p:sp>
      <p:graphicFrame>
        <p:nvGraphicFramePr>
          <p:cNvPr id="11" name="Object 3"/>
          <p:cNvGraphicFramePr>
            <a:graphicFrameLocks noChangeAspect="1"/>
          </p:cNvGraphicFramePr>
          <p:nvPr>
            <p:extLst>
              <p:ext uri="{D42A27DB-BD31-4B8C-83A1-F6EECF244321}">
                <p14:modId xmlns:p14="http://schemas.microsoft.com/office/powerpoint/2010/main" val="3432439365"/>
              </p:ext>
            </p:extLst>
          </p:nvPr>
        </p:nvGraphicFramePr>
        <p:xfrm>
          <a:off x="1763688" y="1526132"/>
          <a:ext cx="3492379" cy="580482"/>
        </p:xfrm>
        <a:graphic>
          <a:graphicData uri="http://schemas.openxmlformats.org/presentationml/2006/ole">
            <mc:AlternateContent xmlns:mc="http://schemas.openxmlformats.org/markup-compatibility/2006">
              <mc:Choice xmlns:v="urn:schemas-microsoft-com:vml" Requires="v">
                <p:oleObj name="Equation" r:id="rId3" imgW="1295280" imgH="190440" progId="Equation.DSMT4">
                  <p:embed/>
                </p:oleObj>
              </mc:Choice>
              <mc:Fallback>
                <p:oleObj name="Equation" r:id="rId3" imgW="1295280" imgH="190440" progId="Equation.DSMT4">
                  <p:embed/>
                  <p:pic>
                    <p:nvPicPr>
                      <p:cNvPr id="11"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688" y="1526132"/>
                        <a:ext cx="3492379" cy="580482"/>
                      </a:xfrm>
                      <a:prstGeom prst="rect">
                        <a:avLst/>
                      </a:prstGeom>
                      <a:noFill/>
                      <a:ln>
                        <a:noFill/>
                      </a:ln>
                      <a:effectLst/>
                    </p:spPr>
                  </p:pic>
                </p:oleObj>
              </mc:Fallback>
            </mc:AlternateContent>
          </a:graphicData>
        </a:graphic>
      </p:graphicFrame>
      <p:grpSp>
        <p:nvGrpSpPr>
          <p:cNvPr id="5" name="Group 4">
            <a:extLst>
              <a:ext uri="{FF2B5EF4-FFF2-40B4-BE49-F238E27FC236}">
                <a16:creationId xmlns:a16="http://schemas.microsoft.com/office/drawing/2014/main" id="{E5C8ACCA-E2CE-7147-B948-66F3BE282559}"/>
              </a:ext>
            </a:extLst>
          </p:cNvPr>
          <p:cNvGrpSpPr/>
          <p:nvPr/>
        </p:nvGrpSpPr>
        <p:grpSpPr>
          <a:xfrm>
            <a:off x="6359723" y="1329767"/>
            <a:ext cx="1397190" cy="1537500"/>
            <a:chOff x="6193703" y="4492848"/>
            <a:chExt cx="1397190" cy="1537500"/>
          </a:xfrm>
        </p:grpSpPr>
        <p:sp>
          <p:nvSpPr>
            <p:cNvPr id="24" name="Rectangle 13">
              <a:extLst>
                <a:ext uri="{FF2B5EF4-FFF2-40B4-BE49-F238E27FC236}">
                  <a16:creationId xmlns:a16="http://schemas.microsoft.com/office/drawing/2014/main" id="{718F893E-3C48-3641-AF32-E93A410F5AC8}"/>
                </a:ext>
              </a:extLst>
            </p:cNvPr>
            <p:cNvSpPr>
              <a:spLocks noChangeArrowheads="1"/>
            </p:cNvSpPr>
            <p:nvPr/>
          </p:nvSpPr>
          <p:spPr bwMode="auto">
            <a:xfrm>
              <a:off x="6969091" y="4492848"/>
              <a:ext cx="400752"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PMingLiU" pitchFamily="18" charset="-120"/>
                  <a:cs typeface="+mn-cs"/>
                </a:rPr>
                <a:t>B</a:t>
              </a:r>
              <a:r>
                <a:rPr kumimoji="1" lang="en-US" altLang="zh-TW" sz="1800" b="1" i="0" u="none" strike="noStrike" kern="1200" cap="none" spc="0" normalizeH="0" baseline="0" noProof="0" dirty="0">
                  <a:ln>
                    <a:noFill/>
                  </a:ln>
                  <a:solidFill>
                    <a:srgbClr val="000000"/>
                  </a:solidFill>
                  <a:effectLst/>
                  <a:uLnTx/>
                  <a:uFillTx/>
                  <a:latin typeface="Times New Roman" pitchFamily="18" charset="0"/>
                  <a:ea typeface="PMingLiU" pitchFamily="18" charset="-120"/>
                  <a:cs typeface="+mn-cs"/>
                </a:rPr>
                <a:t>i</a:t>
              </a:r>
            </a:p>
          </p:txBody>
        </p:sp>
        <p:sp>
          <p:nvSpPr>
            <p:cNvPr id="25" name="Rectangle 14">
              <a:extLst>
                <a:ext uri="{FF2B5EF4-FFF2-40B4-BE49-F238E27FC236}">
                  <a16:creationId xmlns:a16="http://schemas.microsoft.com/office/drawing/2014/main" id="{A05F9126-2873-3940-B4D3-B99A94FDD71D}"/>
                </a:ext>
              </a:extLst>
            </p:cNvPr>
            <p:cNvSpPr>
              <a:spLocks noChangeArrowheads="1"/>
            </p:cNvSpPr>
            <p:nvPr/>
          </p:nvSpPr>
          <p:spPr bwMode="auto">
            <a:xfrm>
              <a:off x="6605255" y="4497731"/>
              <a:ext cx="41357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PMingLiU" pitchFamily="18" charset="-120"/>
                  <a:cs typeface="+mn-cs"/>
                </a:rPr>
                <a:t>A</a:t>
              </a:r>
              <a:r>
                <a:rPr kumimoji="1" lang="en-US" altLang="zh-TW" sz="1800" b="1" i="0" u="none" strike="noStrike" kern="1200" cap="none" spc="0" normalizeH="0" baseline="0" noProof="0" dirty="0">
                  <a:ln>
                    <a:noFill/>
                  </a:ln>
                  <a:solidFill>
                    <a:srgbClr val="000000"/>
                  </a:solidFill>
                  <a:effectLst/>
                  <a:uLnTx/>
                  <a:uFillTx/>
                  <a:latin typeface="Times New Roman" pitchFamily="18" charset="0"/>
                  <a:ea typeface="PMingLiU" pitchFamily="18" charset="-120"/>
                  <a:cs typeface="+mn-cs"/>
                </a:rPr>
                <a:t>i</a:t>
              </a:r>
            </a:p>
          </p:txBody>
        </p:sp>
        <p:sp>
          <p:nvSpPr>
            <p:cNvPr id="26" name="Rectangle 15">
              <a:extLst>
                <a:ext uri="{FF2B5EF4-FFF2-40B4-BE49-F238E27FC236}">
                  <a16:creationId xmlns:a16="http://schemas.microsoft.com/office/drawing/2014/main" id="{8C52A1A2-6D31-594E-B6DC-E68B486BCA0E}"/>
                </a:ext>
              </a:extLst>
            </p:cNvPr>
            <p:cNvSpPr>
              <a:spLocks noChangeArrowheads="1"/>
            </p:cNvSpPr>
            <p:nvPr/>
          </p:nvSpPr>
          <p:spPr bwMode="auto">
            <a:xfrm rot="5400000">
              <a:off x="6582108" y="5391364"/>
              <a:ext cx="800807" cy="477162"/>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7" name="Rectangle 16">
              <a:extLst>
                <a:ext uri="{FF2B5EF4-FFF2-40B4-BE49-F238E27FC236}">
                  <a16:creationId xmlns:a16="http://schemas.microsoft.com/office/drawing/2014/main" id="{DD8BBB71-8FB9-FF46-8CC7-E33471CE5E46}"/>
                </a:ext>
              </a:extLst>
            </p:cNvPr>
            <p:cNvSpPr>
              <a:spLocks noChangeArrowheads="1"/>
            </p:cNvSpPr>
            <p:nvPr/>
          </p:nvSpPr>
          <p:spPr bwMode="auto">
            <a:xfrm rot="5400000">
              <a:off x="6849729" y="5455888"/>
              <a:ext cx="241707" cy="3444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PMingLiU" pitchFamily="18" charset="-120"/>
                  <a:cs typeface="+mn-cs"/>
                </a:rPr>
                <a:t>+</a:t>
              </a:r>
              <a:endParaRPr kumimoji="1" lang="en-US" altLang="zh-TW" sz="1800" b="1" i="0" u="none" strike="noStrike" kern="1200" cap="none" spc="0" normalizeH="0" baseline="0" noProof="0" dirty="0">
                <a:ln>
                  <a:noFill/>
                </a:ln>
                <a:solidFill>
                  <a:srgbClr val="000000"/>
                </a:solidFill>
                <a:effectLst/>
                <a:uLnTx/>
                <a:uFillTx/>
                <a:latin typeface="Times New Roman" pitchFamily="18" charset="0"/>
                <a:ea typeface="PMingLiU" pitchFamily="18" charset="-120"/>
                <a:cs typeface="+mn-cs"/>
              </a:endParaRPr>
            </a:p>
          </p:txBody>
        </p:sp>
        <p:sp>
          <p:nvSpPr>
            <p:cNvPr id="28" name="Line 17">
              <a:extLst>
                <a:ext uri="{FF2B5EF4-FFF2-40B4-BE49-F238E27FC236}">
                  <a16:creationId xmlns:a16="http://schemas.microsoft.com/office/drawing/2014/main" id="{48B62E7F-6882-1140-8180-368073C02D73}"/>
                </a:ext>
              </a:extLst>
            </p:cNvPr>
            <p:cNvSpPr>
              <a:spLocks noChangeShapeType="1"/>
            </p:cNvSpPr>
            <p:nvPr/>
          </p:nvSpPr>
          <p:spPr bwMode="auto">
            <a:xfrm rot="5400000">
              <a:off x="6884788" y="5014691"/>
              <a:ext cx="410169"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9" name="Line 18">
              <a:extLst>
                <a:ext uri="{FF2B5EF4-FFF2-40B4-BE49-F238E27FC236}">
                  <a16:creationId xmlns:a16="http://schemas.microsoft.com/office/drawing/2014/main" id="{ECE04F07-1622-2443-AD00-D560BC7F3193}"/>
                </a:ext>
              </a:extLst>
            </p:cNvPr>
            <p:cNvSpPr>
              <a:spLocks noChangeShapeType="1"/>
            </p:cNvSpPr>
            <p:nvPr/>
          </p:nvSpPr>
          <p:spPr bwMode="auto">
            <a:xfrm rot="5400000">
              <a:off x="6670065" y="5014691"/>
              <a:ext cx="410169"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30" name="Line 19">
              <a:extLst>
                <a:ext uri="{FF2B5EF4-FFF2-40B4-BE49-F238E27FC236}">
                  <a16:creationId xmlns:a16="http://schemas.microsoft.com/office/drawing/2014/main" id="{03610A7D-EE23-124F-A92B-9B0E1CD60FF5}"/>
                </a:ext>
              </a:extLst>
            </p:cNvPr>
            <p:cNvSpPr>
              <a:spLocks noChangeShapeType="1"/>
            </p:cNvSpPr>
            <p:nvPr/>
          </p:nvSpPr>
          <p:spPr bwMode="auto">
            <a:xfrm rot="5400000">
              <a:off x="7411957" y="5451009"/>
              <a:ext cx="0" cy="357872"/>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31" name="Line 21">
              <a:extLst>
                <a:ext uri="{FF2B5EF4-FFF2-40B4-BE49-F238E27FC236}">
                  <a16:creationId xmlns:a16="http://schemas.microsoft.com/office/drawing/2014/main" id="{C99B243F-FF7F-4244-9752-46D6EA9A5F8C}"/>
                </a:ext>
              </a:extLst>
            </p:cNvPr>
            <p:cNvSpPr>
              <a:spLocks noChangeShapeType="1"/>
            </p:cNvSpPr>
            <p:nvPr/>
          </p:nvSpPr>
          <p:spPr bwMode="auto">
            <a:xfrm rot="5400000">
              <a:off x="6553066" y="5451009"/>
              <a:ext cx="0" cy="357872"/>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32" name="Rectangle 22">
              <a:extLst>
                <a:ext uri="{FF2B5EF4-FFF2-40B4-BE49-F238E27FC236}">
                  <a16:creationId xmlns:a16="http://schemas.microsoft.com/office/drawing/2014/main" id="{023C8445-0C28-3049-9739-DCCE6710BA68}"/>
                </a:ext>
              </a:extLst>
            </p:cNvPr>
            <p:cNvSpPr>
              <a:spLocks noChangeArrowheads="1"/>
            </p:cNvSpPr>
            <p:nvPr/>
          </p:nvSpPr>
          <p:spPr bwMode="auto">
            <a:xfrm>
              <a:off x="6193703" y="5272267"/>
              <a:ext cx="557683" cy="3662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PMingLiU" pitchFamily="18" charset="-120"/>
                  <a:cs typeface="+mn-cs"/>
                </a:rPr>
                <a:t>C</a:t>
              </a:r>
              <a:r>
                <a:rPr kumimoji="1" lang="en-US" altLang="zh-TW" sz="1800" b="1" i="0" u="none" strike="noStrike" kern="1200" cap="none" spc="0" normalizeH="0" baseline="-25000" noProof="0" dirty="0">
                  <a:ln>
                    <a:noFill/>
                  </a:ln>
                  <a:solidFill>
                    <a:srgbClr val="000000"/>
                  </a:solidFill>
                  <a:effectLst/>
                  <a:uLnTx/>
                  <a:uFillTx/>
                  <a:latin typeface="Times New Roman" pitchFamily="18" charset="0"/>
                  <a:ea typeface="PMingLiU" pitchFamily="18" charset="-120"/>
                  <a:cs typeface="+mn-cs"/>
                </a:rPr>
                <a:t>i+1</a:t>
              </a:r>
            </a:p>
          </p:txBody>
        </p:sp>
        <p:sp>
          <p:nvSpPr>
            <p:cNvPr id="33" name="Rectangle 24">
              <a:extLst>
                <a:ext uri="{FF2B5EF4-FFF2-40B4-BE49-F238E27FC236}">
                  <a16:creationId xmlns:a16="http://schemas.microsoft.com/office/drawing/2014/main" id="{82C6F2C6-C293-6244-9B04-E6EEFA42E9DC}"/>
                </a:ext>
              </a:extLst>
            </p:cNvPr>
            <p:cNvSpPr>
              <a:spLocks noChangeArrowheads="1"/>
            </p:cNvSpPr>
            <p:nvPr/>
          </p:nvSpPr>
          <p:spPr bwMode="auto">
            <a:xfrm>
              <a:off x="7186797" y="5272267"/>
              <a:ext cx="392168" cy="3662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PMingLiU" pitchFamily="18" charset="-120"/>
                  <a:cs typeface="+mn-cs"/>
                </a:rPr>
                <a:t>C</a:t>
              </a:r>
              <a:r>
                <a:rPr kumimoji="1" lang="en-US" altLang="zh-CN" sz="1800" b="1" i="0" u="none" strike="noStrike" kern="1200" cap="none" spc="0" normalizeH="0" baseline="-25000" noProof="0" dirty="0">
                  <a:ln>
                    <a:noFill/>
                  </a:ln>
                  <a:solidFill>
                    <a:srgbClr val="000000"/>
                  </a:solidFill>
                  <a:effectLst/>
                  <a:uLnTx/>
                  <a:uFillTx/>
                  <a:latin typeface="Times New Roman" pitchFamily="18" charset="0"/>
                  <a:ea typeface="PMingLiU" pitchFamily="18" charset="-120"/>
                  <a:cs typeface="+mn-cs"/>
                </a:rPr>
                <a:t>i</a:t>
              </a:r>
              <a:endParaRPr kumimoji="1" lang="en-US" altLang="zh-TW" sz="1800" b="1" i="0" u="none" strike="noStrike" kern="1200" cap="none" spc="0" normalizeH="0" baseline="-25000" noProof="0" dirty="0">
                <a:ln>
                  <a:noFill/>
                </a:ln>
                <a:solidFill>
                  <a:srgbClr val="000000"/>
                </a:solidFill>
                <a:effectLst/>
                <a:uLnTx/>
                <a:uFillTx/>
                <a:latin typeface="Times New Roman" pitchFamily="18" charset="0"/>
                <a:ea typeface="PMingLiU" pitchFamily="18" charset="-120"/>
                <a:cs typeface="+mn-cs"/>
              </a:endParaRPr>
            </a:p>
          </p:txBody>
        </p:sp>
      </p:grpSp>
      <p:grpSp>
        <p:nvGrpSpPr>
          <p:cNvPr id="40" name="Group 39">
            <a:extLst>
              <a:ext uri="{FF2B5EF4-FFF2-40B4-BE49-F238E27FC236}">
                <a16:creationId xmlns:a16="http://schemas.microsoft.com/office/drawing/2014/main" id="{FF898576-8761-924F-8987-45F2ECBF7974}"/>
              </a:ext>
            </a:extLst>
          </p:cNvPr>
          <p:cNvGrpSpPr/>
          <p:nvPr/>
        </p:nvGrpSpPr>
        <p:grpSpPr>
          <a:xfrm>
            <a:off x="1305977" y="5061392"/>
            <a:ext cx="4377721" cy="1108558"/>
            <a:chOff x="1179945" y="4048634"/>
            <a:chExt cx="4377721" cy="1108558"/>
          </a:xfrm>
        </p:grpSpPr>
        <p:graphicFrame>
          <p:nvGraphicFramePr>
            <p:cNvPr id="9" name="Object 4"/>
            <p:cNvGraphicFramePr>
              <a:graphicFrameLocks noChangeAspect="1"/>
            </p:cNvGraphicFramePr>
            <p:nvPr/>
          </p:nvGraphicFramePr>
          <p:xfrm>
            <a:off x="3590753" y="4547592"/>
            <a:ext cx="1966913" cy="609600"/>
          </p:xfrm>
          <a:graphic>
            <a:graphicData uri="http://schemas.openxmlformats.org/presentationml/2006/ole">
              <mc:AlternateContent xmlns:mc="http://schemas.openxmlformats.org/markup-compatibility/2006">
                <mc:Choice xmlns:v="urn:schemas-microsoft-com:vml" Requires="v">
                  <p:oleObj name="公式" r:id="rId5" imgW="736560" imgH="228600" progId="Equation.3">
                    <p:embed/>
                  </p:oleObj>
                </mc:Choice>
                <mc:Fallback>
                  <p:oleObj name="公式" r:id="rId5" imgW="736560" imgH="228600" progId="Equation.3">
                    <p:embed/>
                    <p:pic>
                      <p:nvPicPr>
                        <p:cNvPr id="9"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90753" y="4547592"/>
                          <a:ext cx="1966913"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 name="Object 4">
              <a:extLst>
                <a:ext uri="{FF2B5EF4-FFF2-40B4-BE49-F238E27FC236}">
                  <a16:creationId xmlns:a16="http://schemas.microsoft.com/office/drawing/2014/main" id="{08532751-B8A8-4249-84FA-019A9510D594}"/>
                </a:ext>
              </a:extLst>
            </p:cNvPr>
            <p:cNvGraphicFramePr>
              <a:graphicFrameLocks noChangeAspect="1"/>
            </p:cNvGraphicFramePr>
            <p:nvPr/>
          </p:nvGraphicFramePr>
          <p:xfrm>
            <a:off x="1216373" y="4547592"/>
            <a:ext cx="2814638" cy="609600"/>
          </p:xfrm>
          <a:graphic>
            <a:graphicData uri="http://schemas.openxmlformats.org/presentationml/2006/ole">
              <mc:AlternateContent xmlns:mc="http://schemas.openxmlformats.org/markup-compatibility/2006">
                <mc:Choice xmlns:v="urn:schemas-microsoft-com:vml" Requires="v">
                  <p:oleObj name="公式" r:id="rId7" imgW="1054080" imgH="228600" progId="Equation.3">
                    <p:embed/>
                  </p:oleObj>
                </mc:Choice>
                <mc:Fallback>
                  <p:oleObj name="公式" r:id="rId7" imgW="1054080" imgH="228600" progId="Equation.3">
                    <p:embed/>
                    <p:pic>
                      <p:nvPicPr>
                        <p:cNvPr id="38" name="Object 4">
                          <a:extLst>
                            <a:ext uri="{FF2B5EF4-FFF2-40B4-BE49-F238E27FC236}">
                              <a16:creationId xmlns:a16="http://schemas.microsoft.com/office/drawing/2014/main" id="{08532751-B8A8-4249-84FA-019A9510D59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16373" y="4547592"/>
                          <a:ext cx="2814638" cy="609600"/>
                        </a:xfrm>
                        <a:prstGeom prst="rect">
                          <a:avLst/>
                        </a:prstGeom>
                        <a:solidFill>
                          <a:schemeClr val="bg1"/>
                        </a:solidFill>
                        <a:ln>
                          <a:noFill/>
                        </a:ln>
                        <a:effectLst/>
                      </p:spPr>
                    </p:pic>
                  </p:oleObj>
                </mc:Fallback>
              </mc:AlternateContent>
            </a:graphicData>
          </a:graphic>
        </p:graphicFrame>
        <p:pic>
          <p:nvPicPr>
            <p:cNvPr id="14" name="Picture 13">
              <a:extLst>
                <a:ext uri="{FF2B5EF4-FFF2-40B4-BE49-F238E27FC236}">
                  <a16:creationId xmlns:a16="http://schemas.microsoft.com/office/drawing/2014/main" id="{A4919740-C92C-7248-9233-854C1A8761A1}"/>
                </a:ext>
              </a:extLst>
            </p:cNvPr>
            <p:cNvPicPr>
              <a:picLocks noChangeAspect="1"/>
            </p:cNvPicPr>
            <p:nvPr/>
          </p:nvPicPr>
          <p:blipFill>
            <a:blip r:embed="rId9"/>
            <a:stretch>
              <a:fillRect/>
            </a:stretch>
          </p:blipFill>
          <p:spPr>
            <a:xfrm>
              <a:off x="1179945" y="4048634"/>
              <a:ext cx="2480918" cy="521201"/>
            </a:xfrm>
            <a:prstGeom prst="rect">
              <a:avLst/>
            </a:prstGeom>
          </p:spPr>
        </p:pic>
      </p:grpSp>
      <p:grpSp>
        <p:nvGrpSpPr>
          <p:cNvPr id="41" name="Group 40">
            <a:extLst>
              <a:ext uri="{FF2B5EF4-FFF2-40B4-BE49-F238E27FC236}">
                <a16:creationId xmlns:a16="http://schemas.microsoft.com/office/drawing/2014/main" id="{ADB8182F-3C54-264F-9181-68A40A66F378}"/>
              </a:ext>
            </a:extLst>
          </p:cNvPr>
          <p:cNvGrpSpPr/>
          <p:nvPr/>
        </p:nvGrpSpPr>
        <p:grpSpPr>
          <a:xfrm>
            <a:off x="5905846" y="3016264"/>
            <a:ext cx="2593600" cy="1371894"/>
            <a:chOff x="5945660" y="2870183"/>
            <a:chExt cx="2593600" cy="1371894"/>
          </a:xfrm>
        </p:grpSpPr>
        <p:grpSp>
          <p:nvGrpSpPr>
            <p:cNvPr id="42" name="Group 41">
              <a:extLst>
                <a:ext uri="{FF2B5EF4-FFF2-40B4-BE49-F238E27FC236}">
                  <a16:creationId xmlns:a16="http://schemas.microsoft.com/office/drawing/2014/main" id="{0F7C9AEE-598F-5042-A8D1-2AB8D00148A6}"/>
                </a:ext>
              </a:extLst>
            </p:cNvPr>
            <p:cNvGrpSpPr>
              <a:grpSpLocks noChangeAspect="1"/>
            </p:cNvGrpSpPr>
            <p:nvPr/>
          </p:nvGrpSpPr>
          <p:grpSpPr>
            <a:xfrm>
              <a:off x="6348334" y="2928251"/>
              <a:ext cx="1821695" cy="587169"/>
              <a:chOff x="5905277" y="5655686"/>
              <a:chExt cx="1821695" cy="587169"/>
            </a:xfrm>
          </p:grpSpPr>
          <p:cxnSp>
            <p:nvCxnSpPr>
              <p:cNvPr id="43" name="Straight Connector 42">
                <a:extLst>
                  <a:ext uri="{FF2B5EF4-FFF2-40B4-BE49-F238E27FC236}">
                    <a16:creationId xmlns:a16="http://schemas.microsoft.com/office/drawing/2014/main" id="{1FE500A6-1D1B-104A-BA27-6B8877A5EACD}"/>
                  </a:ext>
                </a:extLst>
              </p:cNvPr>
              <p:cNvCxnSpPr>
                <a:cxnSpLocks/>
              </p:cNvCxnSpPr>
              <p:nvPr/>
            </p:nvCxnSpPr>
            <p:spPr bwMode="auto">
              <a:xfrm>
                <a:off x="7208898" y="5945946"/>
                <a:ext cx="518074"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44" name="Straight Connector 43">
                <a:extLst>
                  <a:ext uri="{FF2B5EF4-FFF2-40B4-BE49-F238E27FC236}">
                    <a16:creationId xmlns:a16="http://schemas.microsoft.com/office/drawing/2014/main" id="{EC329BB6-B068-144D-BB27-45C4F72C5724}"/>
                  </a:ext>
                </a:extLst>
              </p:cNvPr>
              <p:cNvCxnSpPr>
                <a:cxnSpLocks/>
              </p:cNvCxnSpPr>
              <p:nvPr/>
            </p:nvCxnSpPr>
            <p:spPr bwMode="auto">
              <a:xfrm>
                <a:off x="5905277" y="5796328"/>
                <a:ext cx="855935"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45" name="Straight Connector 44">
                <a:extLst>
                  <a:ext uri="{FF2B5EF4-FFF2-40B4-BE49-F238E27FC236}">
                    <a16:creationId xmlns:a16="http://schemas.microsoft.com/office/drawing/2014/main" id="{932F3FD1-EF86-F74D-AC35-4542FEB193FB}"/>
                  </a:ext>
                </a:extLst>
              </p:cNvPr>
              <p:cNvCxnSpPr>
                <a:cxnSpLocks/>
              </p:cNvCxnSpPr>
              <p:nvPr/>
            </p:nvCxnSpPr>
            <p:spPr bwMode="auto">
              <a:xfrm>
                <a:off x="5905277" y="6089904"/>
                <a:ext cx="855935"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46" name="Freeform 45">
                <a:extLst>
                  <a:ext uri="{FF2B5EF4-FFF2-40B4-BE49-F238E27FC236}">
                    <a16:creationId xmlns:a16="http://schemas.microsoft.com/office/drawing/2014/main" id="{FD539CE0-FCAA-C944-998B-12AD0C797551}"/>
                  </a:ext>
                </a:extLst>
              </p:cNvPr>
              <p:cNvSpPr/>
              <p:nvPr/>
            </p:nvSpPr>
            <p:spPr bwMode="auto">
              <a:xfrm>
                <a:off x="6574688" y="5655686"/>
                <a:ext cx="634218" cy="587169"/>
              </a:xfrm>
              <a:custGeom>
                <a:avLst/>
                <a:gdLst>
                  <a:gd name="connsiteX0" fmla="*/ 0 w 627888"/>
                  <a:gd name="connsiteY0" fmla="*/ 0 h 579120"/>
                  <a:gd name="connsiteX1" fmla="*/ 207264 w 627888"/>
                  <a:gd name="connsiteY1" fmla="*/ 286512 h 579120"/>
                  <a:gd name="connsiteX2" fmla="*/ 0 w 627888"/>
                  <a:gd name="connsiteY2" fmla="*/ 579120 h 579120"/>
                  <a:gd name="connsiteX3" fmla="*/ 365760 w 627888"/>
                  <a:gd name="connsiteY3" fmla="*/ 573024 h 579120"/>
                  <a:gd name="connsiteX4" fmla="*/ 627888 w 627888"/>
                  <a:gd name="connsiteY4" fmla="*/ 292608 h 579120"/>
                  <a:gd name="connsiteX5" fmla="*/ 390144 w 627888"/>
                  <a:gd name="connsiteY5" fmla="*/ 6096 h 579120"/>
                  <a:gd name="connsiteX6" fmla="*/ 0 w 627888"/>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46520"/>
                  <a:gd name="connsiteY0" fmla="*/ 0 h 579120"/>
                  <a:gd name="connsiteX1" fmla="*/ 209962 w 646520"/>
                  <a:gd name="connsiteY1" fmla="*/ 286512 h 579120"/>
                  <a:gd name="connsiteX2" fmla="*/ 2698 w 646520"/>
                  <a:gd name="connsiteY2" fmla="*/ 579120 h 579120"/>
                  <a:gd name="connsiteX3" fmla="*/ 368458 w 646520"/>
                  <a:gd name="connsiteY3" fmla="*/ 573024 h 579120"/>
                  <a:gd name="connsiteX4" fmla="*/ 630586 w 646520"/>
                  <a:gd name="connsiteY4" fmla="*/ 292608 h 579120"/>
                  <a:gd name="connsiteX5" fmla="*/ 392842 w 646520"/>
                  <a:gd name="connsiteY5" fmla="*/ 6096 h 579120"/>
                  <a:gd name="connsiteX6" fmla="*/ 2698 w 646520"/>
                  <a:gd name="connsiteY6" fmla="*/ 0 h 579120"/>
                  <a:gd name="connsiteX0" fmla="*/ 2698 w 646520"/>
                  <a:gd name="connsiteY0" fmla="*/ 51141 h 630261"/>
                  <a:gd name="connsiteX1" fmla="*/ 209962 w 646520"/>
                  <a:gd name="connsiteY1" fmla="*/ 337653 h 630261"/>
                  <a:gd name="connsiteX2" fmla="*/ 2698 w 646520"/>
                  <a:gd name="connsiteY2" fmla="*/ 630261 h 630261"/>
                  <a:gd name="connsiteX3" fmla="*/ 368458 w 646520"/>
                  <a:gd name="connsiteY3" fmla="*/ 624165 h 630261"/>
                  <a:gd name="connsiteX4" fmla="*/ 630586 w 646520"/>
                  <a:gd name="connsiteY4" fmla="*/ 343749 h 630261"/>
                  <a:gd name="connsiteX5" fmla="*/ 392842 w 646520"/>
                  <a:gd name="connsiteY5" fmla="*/ 57237 h 630261"/>
                  <a:gd name="connsiteX6" fmla="*/ 2698 w 646520"/>
                  <a:gd name="connsiteY6" fmla="*/ 51141 h 630261"/>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1455 h 600575"/>
                  <a:gd name="connsiteX1" fmla="*/ 209962 w 646520"/>
                  <a:gd name="connsiteY1" fmla="*/ 307967 h 600575"/>
                  <a:gd name="connsiteX2" fmla="*/ 2698 w 646520"/>
                  <a:gd name="connsiteY2" fmla="*/ 600575 h 600575"/>
                  <a:gd name="connsiteX3" fmla="*/ 368458 w 646520"/>
                  <a:gd name="connsiteY3" fmla="*/ 594479 h 600575"/>
                  <a:gd name="connsiteX4" fmla="*/ 630586 w 646520"/>
                  <a:gd name="connsiteY4" fmla="*/ 314063 h 600575"/>
                  <a:gd name="connsiteX5" fmla="*/ 392842 w 646520"/>
                  <a:gd name="connsiteY5" fmla="*/ 27551 h 600575"/>
                  <a:gd name="connsiteX6" fmla="*/ 2698 w 646520"/>
                  <a:gd name="connsiteY6" fmla="*/ 21455 h 600575"/>
                  <a:gd name="connsiteX0" fmla="*/ 2698 w 630586"/>
                  <a:gd name="connsiteY0" fmla="*/ 21455 h 600575"/>
                  <a:gd name="connsiteX1" fmla="*/ 209962 w 630586"/>
                  <a:gd name="connsiteY1" fmla="*/ 307967 h 600575"/>
                  <a:gd name="connsiteX2" fmla="*/ 2698 w 630586"/>
                  <a:gd name="connsiteY2" fmla="*/ 600575 h 600575"/>
                  <a:gd name="connsiteX3" fmla="*/ 368458 w 630586"/>
                  <a:gd name="connsiteY3" fmla="*/ 594479 h 600575"/>
                  <a:gd name="connsiteX4" fmla="*/ 630586 w 630586"/>
                  <a:gd name="connsiteY4" fmla="*/ 314063 h 600575"/>
                  <a:gd name="connsiteX5" fmla="*/ 392842 w 630586"/>
                  <a:gd name="connsiteY5" fmla="*/ 27551 h 600575"/>
                  <a:gd name="connsiteX6" fmla="*/ 2698 w 630586"/>
                  <a:gd name="connsiteY6" fmla="*/ 21455 h 600575"/>
                  <a:gd name="connsiteX0" fmla="*/ 2698 w 631527"/>
                  <a:gd name="connsiteY0" fmla="*/ 21455 h 600575"/>
                  <a:gd name="connsiteX1" fmla="*/ 209962 w 631527"/>
                  <a:gd name="connsiteY1" fmla="*/ 307967 h 600575"/>
                  <a:gd name="connsiteX2" fmla="*/ 2698 w 631527"/>
                  <a:gd name="connsiteY2" fmla="*/ 600575 h 600575"/>
                  <a:gd name="connsiteX3" fmla="*/ 301402 w 631527"/>
                  <a:gd name="connsiteY3" fmla="*/ 600575 h 600575"/>
                  <a:gd name="connsiteX4" fmla="*/ 630586 w 631527"/>
                  <a:gd name="connsiteY4" fmla="*/ 314063 h 600575"/>
                  <a:gd name="connsiteX5" fmla="*/ 392842 w 631527"/>
                  <a:gd name="connsiteY5" fmla="*/ 27551 h 600575"/>
                  <a:gd name="connsiteX6" fmla="*/ 2698 w 631527"/>
                  <a:gd name="connsiteY6" fmla="*/ 21455 h 600575"/>
                  <a:gd name="connsiteX0" fmla="*/ 2698 w 631527"/>
                  <a:gd name="connsiteY0" fmla="*/ 21455 h 602832"/>
                  <a:gd name="connsiteX1" fmla="*/ 209962 w 631527"/>
                  <a:gd name="connsiteY1" fmla="*/ 307967 h 602832"/>
                  <a:gd name="connsiteX2" fmla="*/ 2698 w 631527"/>
                  <a:gd name="connsiteY2" fmla="*/ 600575 h 602832"/>
                  <a:gd name="connsiteX3" fmla="*/ 301402 w 631527"/>
                  <a:gd name="connsiteY3" fmla="*/ 600575 h 602832"/>
                  <a:gd name="connsiteX4" fmla="*/ 630586 w 631527"/>
                  <a:gd name="connsiteY4" fmla="*/ 314063 h 602832"/>
                  <a:gd name="connsiteX5" fmla="*/ 392842 w 631527"/>
                  <a:gd name="connsiteY5" fmla="*/ 27551 h 602832"/>
                  <a:gd name="connsiteX6" fmla="*/ 2698 w 631527"/>
                  <a:gd name="connsiteY6" fmla="*/ 21455 h 602832"/>
                  <a:gd name="connsiteX0" fmla="*/ 2698 w 630586"/>
                  <a:gd name="connsiteY0" fmla="*/ 21455 h 602832"/>
                  <a:gd name="connsiteX1" fmla="*/ 209962 w 630586"/>
                  <a:gd name="connsiteY1" fmla="*/ 307967 h 602832"/>
                  <a:gd name="connsiteX2" fmla="*/ 2698 w 630586"/>
                  <a:gd name="connsiteY2" fmla="*/ 600575 h 602832"/>
                  <a:gd name="connsiteX3" fmla="*/ 301402 w 630586"/>
                  <a:gd name="connsiteY3" fmla="*/ 600575 h 602832"/>
                  <a:gd name="connsiteX4" fmla="*/ 630586 w 630586"/>
                  <a:gd name="connsiteY4" fmla="*/ 314063 h 602832"/>
                  <a:gd name="connsiteX5" fmla="*/ 301402 w 630586"/>
                  <a:gd name="connsiteY5" fmla="*/ 27551 h 602832"/>
                  <a:gd name="connsiteX6" fmla="*/ 2698 w 630586"/>
                  <a:gd name="connsiteY6" fmla="*/ 21455 h 602832"/>
                  <a:gd name="connsiteX0" fmla="*/ 2698 w 630586"/>
                  <a:gd name="connsiteY0" fmla="*/ 20123 h 601500"/>
                  <a:gd name="connsiteX1" fmla="*/ 209962 w 630586"/>
                  <a:gd name="connsiteY1" fmla="*/ 306635 h 601500"/>
                  <a:gd name="connsiteX2" fmla="*/ 2698 w 630586"/>
                  <a:gd name="connsiteY2" fmla="*/ 599243 h 601500"/>
                  <a:gd name="connsiteX3" fmla="*/ 301402 w 630586"/>
                  <a:gd name="connsiteY3" fmla="*/ 599243 h 601500"/>
                  <a:gd name="connsiteX4" fmla="*/ 630586 w 630586"/>
                  <a:gd name="connsiteY4" fmla="*/ 312731 h 601500"/>
                  <a:gd name="connsiteX5" fmla="*/ 301402 w 630586"/>
                  <a:gd name="connsiteY5" fmla="*/ 26219 h 601500"/>
                  <a:gd name="connsiteX6" fmla="*/ 2698 w 630586"/>
                  <a:gd name="connsiteY6" fmla="*/ 20123 h 601500"/>
                  <a:gd name="connsiteX0" fmla="*/ 2146 w 630034"/>
                  <a:gd name="connsiteY0" fmla="*/ 20123 h 601500"/>
                  <a:gd name="connsiteX1" fmla="*/ 209410 w 630034"/>
                  <a:gd name="connsiteY1" fmla="*/ 306635 h 601500"/>
                  <a:gd name="connsiteX2" fmla="*/ 2146 w 630034"/>
                  <a:gd name="connsiteY2" fmla="*/ 599243 h 601500"/>
                  <a:gd name="connsiteX3" fmla="*/ 300850 w 630034"/>
                  <a:gd name="connsiteY3" fmla="*/ 599243 h 601500"/>
                  <a:gd name="connsiteX4" fmla="*/ 630034 w 630034"/>
                  <a:gd name="connsiteY4" fmla="*/ 312731 h 601500"/>
                  <a:gd name="connsiteX5" fmla="*/ 300850 w 630034"/>
                  <a:gd name="connsiteY5" fmla="*/ 26219 h 601500"/>
                  <a:gd name="connsiteX6" fmla="*/ 2146 w 630034"/>
                  <a:gd name="connsiteY6" fmla="*/ 20123 h 601500"/>
                  <a:gd name="connsiteX0" fmla="*/ 6215 w 634103"/>
                  <a:gd name="connsiteY0" fmla="*/ 3947 h 585324"/>
                  <a:gd name="connsiteX1" fmla="*/ 213479 w 634103"/>
                  <a:gd name="connsiteY1" fmla="*/ 290459 h 585324"/>
                  <a:gd name="connsiteX2" fmla="*/ 6215 w 634103"/>
                  <a:gd name="connsiteY2" fmla="*/ 583067 h 585324"/>
                  <a:gd name="connsiteX3" fmla="*/ 304919 w 634103"/>
                  <a:gd name="connsiteY3" fmla="*/ 583067 h 585324"/>
                  <a:gd name="connsiteX4" fmla="*/ 634103 w 634103"/>
                  <a:gd name="connsiteY4" fmla="*/ 296555 h 585324"/>
                  <a:gd name="connsiteX5" fmla="*/ 304919 w 634103"/>
                  <a:gd name="connsiteY5" fmla="*/ 10043 h 585324"/>
                  <a:gd name="connsiteX6" fmla="*/ 6215 w 634103"/>
                  <a:gd name="connsiteY6" fmla="*/ 3947 h 585324"/>
                  <a:gd name="connsiteX0" fmla="*/ 6624 w 634512"/>
                  <a:gd name="connsiteY0" fmla="*/ 3947 h 585324"/>
                  <a:gd name="connsiteX1" fmla="*/ 213888 w 634512"/>
                  <a:gd name="connsiteY1" fmla="*/ 290459 h 585324"/>
                  <a:gd name="connsiteX2" fmla="*/ 6624 w 634512"/>
                  <a:gd name="connsiteY2" fmla="*/ 583067 h 585324"/>
                  <a:gd name="connsiteX3" fmla="*/ 305328 w 634512"/>
                  <a:gd name="connsiteY3" fmla="*/ 583067 h 585324"/>
                  <a:gd name="connsiteX4" fmla="*/ 634512 w 634512"/>
                  <a:gd name="connsiteY4" fmla="*/ 296555 h 585324"/>
                  <a:gd name="connsiteX5" fmla="*/ 305328 w 634512"/>
                  <a:gd name="connsiteY5" fmla="*/ 10043 h 585324"/>
                  <a:gd name="connsiteX6" fmla="*/ 6624 w 634512"/>
                  <a:gd name="connsiteY6" fmla="*/ 3947 h 585324"/>
                  <a:gd name="connsiteX0" fmla="*/ 6624 w 634644"/>
                  <a:gd name="connsiteY0" fmla="*/ 18301 h 599678"/>
                  <a:gd name="connsiteX1" fmla="*/ 213888 w 634644"/>
                  <a:gd name="connsiteY1" fmla="*/ 304813 h 599678"/>
                  <a:gd name="connsiteX2" fmla="*/ 6624 w 634644"/>
                  <a:gd name="connsiteY2" fmla="*/ 597421 h 599678"/>
                  <a:gd name="connsiteX3" fmla="*/ 305328 w 634644"/>
                  <a:gd name="connsiteY3" fmla="*/ 597421 h 599678"/>
                  <a:gd name="connsiteX4" fmla="*/ 634512 w 634644"/>
                  <a:gd name="connsiteY4" fmla="*/ 310909 h 599678"/>
                  <a:gd name="connsiteX5" fmla="*/ 268752 w 634644"/>
                  <a:gd name="connsiteY5" fmla="*/ 30493 h 599678"/>
                  <a:gd name="connsiteX6" fmla="*/ 6624 w 634644"/>
                  <a:gd name="connsiteY6" fmla="*/ 18301 h 599678"/>
                  <a:gd name="connsiteX0" fmla="*/ 6624 w 634644"/>
                  <a:gd name="connsiteY0" fmla="*/ 23735 h 605112"/>
                  <a:gd name="connsiteX1" fmla="*/ 213888 w 634644"/>
                  <a:gd name="connsiteY1" fmla="*/ 310247 h 605112"/>
                  <a:gd name="connsiteX2" fmla="*/ 6624 w 634644"/>
                  <a:gd name="connsiteY2" fmla="*/ 602855 h 605112"/>
                  <a:gd name="connsiteX3" fmla="*/ 305328 w 634644"/>
                  <a:gd name="connsiteY3" fmla="*/ 602855 h 605112"/>
                  <a:gd name="connsiteX4" fmla="*/ 634512 w 634644"/>
                  <a:gd name="connsiteY4" fmla="*/ 316343 h 605112"/>
                  <a:gd name="connsiteX5" fmla="*/ 268752 w 634644"/>
                  <a:gd name="connsiteY5" fmla="*/ 35927 h 605112"/>
                  <a:gd name="connsiteX6" fmla="*/ 6624 w 634644"/>
                  <a:gd name="connsiteY6" fmla="*/ 23735 h 605112"/>
                  <a:gd name="connsiteX0" fmla="*/ 6624 w 634577"/>
                  <a:gd name="connsiteY0" fmla="*/ 17614 h 598991"/>
                  <a:gd name="connsiteX1" fmla="*/ 213888 w 634577"/>
                  <a:gd name="connsiteY1" fmla="*/ 304126 h 598991"/>
                  <a:gd name="connsiteX2" fmla="*/ 6624 w 634577"/>
                  <a:gd name="connsiteY2" fmla="*/ 596734 h 598991"/>
                  <a:gd name="connsiteX3" fmla="*/ 305328 w 634577"/>
                  <a:gd name="connsiteY3" fmla="*/ 596734 h 598991"/>
                  <a:gd name="connsiteX4" fmla="*/ 634512 w 634577"/>
                  <a:gd name="connsiteY4" fmla="*/ 310222 h 598991"/>
                  <a:gd name="connsiteX5" fmla="*/ 329712 w 634577"/>
                  <a:gd name="connsiteY5" fmla="*/ 48094 h 598991"/>
                  <a:gd name="connsiteX6" fmla="*/ 6624 w 634577"/>
                  <a:gd name="connsiteY6" fmla="*/ 17614 h 598991"/>
                  <a:gd name="connsiteX0" fmla="*/ 6624 w 634575"/>
                  <a:gd name="connsiteY0" fmla="*/ 21507 h 602884"/>
                  <a:gd name="connsiteX1" fmla="*/ 213888 w 634575"/>
                  <a:gd name="connsiteY1" fmla="*/ 308019 h 602884"/>
                  <a:gd name="connsiteX2" fmla="*/ 6624 w 634575"/>
                  <a:gd name="connsiteY2" fmla="*/ 600627 h 602884"/>
                  <a:gd name="connsiteX3" fmla="*/ 305328 w 634575"/>
                  <a:gd name="connsiteY3" fmla="*/ 600627 h 602884"/>
                  <a:gd name="connsiteX4" fmla="*/ 634512 w 634575"/>
                  <a:gd name="connsiteY4" fmla="*/ 314115 h 602884"/>
                  <a:gd name="connsiteX5" fmla="*/ 329712 w 634575"/>
                  <a:gd name="connsiteY5" fmla="*/ 51987 h 602884"/>
                  <a:gd name="connsiteX6" fmla="*/ 6624 w 634575"/>
                  <a:gd name="connsiteY6" fmla="*/ 21507 h 602884"/>
                  <a:gd name="connsiteX0" fmla="*/ 6624 w 634575"/>
                  <a:gd name="connsiteY0" fmla="*/ 21507 h 619140"/>
                  <a:gd name="connsiteX1" fmla="*/ 213888 w 634575"/>
                  <a:gd name="connsiteY1" fmla="*/ 308019 h 619140"/>
                  <a:gd name="connsiteX2" fmla="*/ 6624 w 634575"/>
                  <a:gd name="connsiteY2" fmla="*/ 600627 h 619140"/>
                  <a:gd name="connsiteX3" fmla="*/ 305328 w 634575"/>
                  <a:gd name="connsiteY3" fmla="*/ 600627 h 619140"/>
                  <a:gd name="connsiteX4" fmla="*/ 634512 w 634575"/>
                  <a:gd name="connsiteY4" fmla="*/ 314115 h 619140"/>
                  <a:gd name="connsiteX5" fmla="*/ 329712 w 634575"/>
                  <a:gd name="connsiteY5" fmla="*/ 51987 h 619140"/>
                  <a:gd name="connsiteX6" fmla="*/ 6624 w 634575"/>
                  <a:gd name="connsiteY6" fmla="*/ 21507 h 619140"/>
                  <a:gd name="connsiteX0" fmla="*/ 6624 w 634531"/>
                  <a:gd name="connsiteY0" fmla="*/ 21507 h 607159"/>
                  <a:gd name="connsiteX1" fmla="*/ 213888 w 634531"/>
                  <a:gd name="connsiteY1" fmla="*/ 308019 h 607159"/>
                  <a:gd name="connsiteX2" fmla="*/ 6624 w 634531"/>
                  <a:gd name="connsiteY2" fmla="*/ 600627 h 607159"/>
                  <a:gd name="connsiteX3" fmla="*/ 341904 w 634531"/>
                  <a:gd name="connsiteY3" fmla="*/ 582339 h 607159"/>
                  <a:gd name="connsiteX4" fmla="*/ 634512 w 634531"/>
                  <a:gd name="connsiteY4" fmla="*/ 314115 h 607159"/>
                  <a:gd name="connsiteX5" fmla="*/ 329712 w 634531"/>
                  <a:gd name="connsiteY5" fmla="*/ 51987 h 607159"/>
                  <a:gd name="connsiteX6" fmla="*/ 6624 w 634531"/>
                  <a:gd name="connsiteY6" fmla="*/ 21507 h 607159"/>
                  <a:gd name="connsiteX0" fmla="*/ 6624 w 634516"/>
                  <a:gd name="connsiteY0" fmla="*/ 21507 h 600822"/>
                  <a:gd name="connsiteX1" fmla="*/ 213888 w 634516"/>
                  <a:gd name="connsiteY1" fmla="*/ 308019 h 600822"/>
                  <a:gd name="connsiteX2" fmla="*/ 6624 w 634516"/>
                  <a:gd name="connsiteY2" fmla="*/ 600627 h 600822"/>
                  <a:gd name="connsiteX3" fmla="*/ 335808 w 634516"/>
                  <a:gd name="connsiteY3" fmla="*/ 564051 h 600822"/>
                  <a:gd name="connsiteX4" fmla="*/ 634512 w 634516"/>
                  <a:gd name="connsiteY4" fmla="*/ 314115 h 600822"/>
                  <a:gd name="connsiteX5" fmla="*/ 329712 w 634516"/>
                  <a:gd name="connsiteY5" fmla="*/ 51987 h 600822"/>
                  <a:gd name="connsiteX6" fmla="*/ 6624 w 634516"/>
                  <a:gd name="connsiteY6" fmla="*/ 21507 h 600822"/>
                  <a:gd name="connsiteX0" fmla="*/ 6624 w 634516"/>
                  <a:gd name="connsiteY0" fmla="*/ 20598 h 599913"/>
                  <a:gd name="connsiteX1" fmla="*/ 213888 w 634516"/>
                  <a:gd name="connsiteY1" fmla="*/ 307110 h 599913"/>
                  <a:gd name="connsiteX2" fmla="*/ 6624 w 634516"/>
                  <a:gd name="connsiteY2" fmla="*/ 599718 h 599913"/>
                  <a:gd name="connsiteX3" fmla="*/ 335808 w 634516"/>
                  <a:gd name="connsiteY3" fmla="*/ 563142 h 599913"/>
                  <a:gd name="connsiteX4" fmla="*/ 634512 w 634516"/>
                  <a:gd name="connsiteY4" fmla="*/ 313206 h 599913"/>
                  <a:gd name="connsiteX5" fmla="*/ 329712 w 634516"/>
                  <a:gd name="connsiteY5" fmla="*/ 51078 h 599913"/>
                  <a:gd name="connsiteX6" fmla="*/ 6624 w 634516"/>
                  <a:gd name="connsiteY6" fmla="*/ 20598 h 599913"/>
                  <a:gd name="connsiteX0" fmla="*/ 6624 w 634516"/>
                  <a:gd name="connsiteY0" fmla="*/ 22407 h 601722"/>
                  <a:gd name="connsiteX1" fmla="*/ 213888 w 634516"/>
                  <a:gd name="connsiteY1" fmla="*/ 308919 h 601722"/>
                  <a:gd name="connsiteX2" fmla="*/ 6624 w 634516"/>
                  <a:gd name="connsiteY2" fmla="*/ 601527 h 601722"/>
                  <a:gd name="connsiteX3" fmla="*/ 335808 w 634516"/>
                  <a:gd name="connsiteY3" fmla="*/ 564951 h 601722"/>
                  <a:gd name="connsiteX4" fmla="*/ 634512 w 634516"/>
                  <a:gd name="connsiteY4" fmla="*/ 315015 h 601722"/>
                  <a:gd name="connsiteX5" fmla="*/ 329712 w 634516"/>
                  <a:gd name="connsiteY5" fmla="*/ 52887 h 601722"/>
                  <a:gd name="connsiteX6" fmla="*/ 6624 w 634516"/>
                  <a:gd name="connsiteY6" fmla="*/ 22407 h 601722"/>
                  <a:gd name="connsiteX0" fmla="*/ 6624 w 634516"/>
                  <a:gd name="connsiteY0" fmla="*/ 8163 h 587478"/>
                  <a:gd name="connsiteX1" fmla="*/ 213888 w 634516"/>
                  <a:gd name="connsiteY1" fmla="*/ 294675 h 587478"/>
                  <a:gd name="connsiteX2" fmla="*/ 6624 w 634516"/>
                  <a:gd name="connsiteY2" fmla="*/ 587283 h 587478"/>
                  <a:gd name="connsiteX3" fmla="*/ 335808 w 634516"/>
                  <a:gd name="connsiteY3" fmla="*/ 550707 h 587478"/>
                  <a:gd name="connsiteX4" fmla="*/ 634512 w 634516"/>
                  <a:gd name="connsiteY4" fmla="*/ 300771 h 587478"/>
                  <a:gd name="connsiteX5" fmla="*/ 329712 w 634516"/>
                  <a:gd name="connsiteY5" fmla="*/ 38643 h 587478"/>
                  <a:gd name="connsiteX6" fmla="*/ 6624 w 634516"/>
                  <a:gd name="connsiteY6" fmla="*/ 8163 h 587478"/>
                  <a:gd name="connsiteX0" fmla="*/ 6288 w 634180"/>
                  <a:gd name="connsiteY0" fmla="*/ 8163 h 587686"/>
                  <a:gd name="connsiteX1" fmla="*/ 213552 w 634180"/>
                  <a:gd name="connsiteY1" fmla="*/ 294675 h 587686"/>
                  <a:gd name="connsiteX2" fmla="*/ 6288 w 634180"/>
                  <a:gd name="connsiteY2" fmla="*/ 587283 h 587686"/>
                  <a:gd name="connsiteX3" fmla="*/ 335472 w 634180"/>
                  <a:gd name="connsiteY3" fmla="*/ 550707 h 587686"/>
                  <a:gd name="connsiteX4" fmla="*/ 634176 w 634180"/>
                  <a:gd name="connsiteY4" fmla="*/ 300771 h 587686"/>
                  <a:gd name="connsiteX5" fmla="*/ 329376 w 634180"/>
                  <a:gd name="connsiteY5" fmla="*/ 38643 h 587686"/>
                  <a:gd name="connsiteX6" fmla="*/ 6288 w 634180"/>
                  <a:gd name="connsiteY6" fmla="*/ 8163 h 587686"/>
                  <a:gd name="connsiteX0" fmla="*/ 6288 w 634211"/>
                  <a:gd name="connsiteY0" fmla="*/ 8163 h 587686"/>
                  <a:gd name="connsiteX1" fmla="*/ 213552 w 634211"/>
                  <a:gd name="connsiteY1" fmla="*/ 294675 h 587686"/>
                  <a:gd name="connsiteX2" fmla="*/ 6288 w 634211"/>
                  <a:gd name="connsiteY2" fmla="*/ 587283 h 587686"/>
                  <a:gd name="connsiteX3" fmla="*/ 335472 w 634211"/>
                  <a:gd name="connsiteY3" fmla="*/ 550707 h 587686"/>
                  <a:gd name="connsiteX4" fmla="*/ 634176 w 634211"/>
                  <a:gd name="connsiteY4" fmla="*/ 300771 h 587686"/>
                  <a:gd name="connsiteX5" fmla="*/ 329376 w 634211"/>
                  <a:gd name="connsiteY5" fmla="*/ 38643 h 587686"/>
                  <a:gd name="connsiteX6" fmla="*/ 6288 w 634211"/>
                  <a:gd name="connsiteY6" fmla="*/ 8163 h 587686"/>
                  <a:gd name="connsiteX0" fmla="*/ 6288 w 634286"/>
                  <a:gd name="connsiteY0" fmla="*/ 8163 h 587686"/>
                  <a:gd name="connsiteX1" fmla="*/ 213552 w 634286"/>
                  <a:gd name="connsiteY1" fmla="*/ 294675 h 587686"/>
                  <a:gd name="connsiteX2" fmla="*/ 6288 w 634286"/>
                  <a:gd name="connsiteY2" fmla="*/ 587283 h 587686"/>
                  <a:gd name="connsiteX3" fmla="*/ 335472 w 634286"/>
                  <a:gd name="connsiteY3" fmla="*/ 550707 h 587686"/>
                  <a:gd name="connsiteX4" fmla="*/ 634176 w 634286"/>
                  <a:gd name="connsiteY4" fmla="*/ 300771 h 587686"/>
                  <a:gd name="connsiteX5" fmla="*/ 329376 w 634286"/>
                  <a:gd name="connsiteY5" fmla="*/ 38643 h 587686"/>
                  <a:gd name="connsiteX6" fmla="*/ 6288 w 634286"/>
                  <a:gd name="connsiteY6" fmla="*/ 8163 h 587686"/>
                  <a:gd name="connsiteX0" fmla="*/ 6288 w 634286"/>
                  <a:gd name="connsiteY0" fmla="*/ 4816 h 584339"/>
                  <a:gd name="connsiteX1" fmla="*/ 213552 w 634286"/>
                  <a:gd name="connsiteY1" fmla="*/ 291328 h 584339"/>
                  <a:gd name="connsiteX2" fmla="*/ 6288 w 634286"/>
                  <a:gd name="connsiteY2" fmla="*/ 583936 h 584339"/>
                  <a:gd name="connsiteX3" fmla="*/ 335472 w 634286"/>
                  <a:gd name="connsiteY3" fmla="*/ 547360 h 584339"/>
                  <a:gd name="connsiteX4" fmla="*/ 634176 w 634286"/>
                  <a:gd name="connsiteY4" fmla="*/ 297424 h 584339"/>
                  <a:gd name="connsiteX5" fmla="*/ 329376 w 634286"/>
                  <a:gd name="connsiteY5" fmla="*/ 35296 h 584339"/>
                  <a:gd name="connsiteX6" fmla="*/ 6288 w 634286"/>
                  <a:gd name="connsiteY6" fmla="*/ 4816 h 584339"/>
                  <a:gd name="connsiteX0" fmla="*/ 6288 w 634210"/>
                  <a:gd name="connsiteY0" fmla="*/ 14826 h 594349"/>
                  <a:gd name="connsiteX1" fmla="*/ 213552 w 634210"/>
                  <a:gd name="connsiteY1" fmla="*/ 301338 h 594349"/>
                  <a:gd name="connsiteX2" fmla="*/ 6288 w 634210"/>
                  <a:gd name="connsiteY2" fmla="*/ 593946 h 594349"/>
                  <a:gd name="connsiteX3" fmla="*/ 335472 w 634210"/>
                  <a:gd name="connsiteY3" fmla="*/ 557370 h 594349"/>
                  <a:gd name="connsiteX4" fmla="*/ 634176 w 634210"/>
                  <a:gd name="connsiteY4" fmla="*/ 307434 h 594349"/>
                  <a:gd name="connsiteX5" fmla="*/ 353545 w 634210"/>
                  <a:gd name="connsiteY5" fmla="*/ 57390 h 594349"/>
                  <a:gd name="connsiteX6" fmla="*/ 6288 w 634210"/>
                  <a:gd name="connsiteY6" fmla="*/ 14826 h 594349"/>
                  <a:gd name="connsiteX0" fmla="*/ 6288 w 634210"/>
                  <a:gd name="connsiteY0" fmla="*/ 4846 h 584369"/>
                  <a:gd name="connsiteX1" fmla="*/ 213552 w 634210"/>
                  <a:gd name="connsiteY1" fmla="*/ 291358 h 584369"/>
                  <a:gd name="connsiteX2" fmla="*/ 6288 w 634210"/>
                  <a:gd name="connsiteY2" fmla="*/ 583966 h 584369"/>
                  <a:gd name="connsiteX3" fmla="*/ 335472 w 634210"/>
                  <a:gd name="connsiteY3" fmla="*/ 547390 h 584369"/>
                  <a:gd name="connsiteX4" fmla="*/ 634176 w 634210"/>
                  <a:gd name="connsiteY4" fmla="*/ 297454 h 584369"/>
                  <a:gd name="connsiteX5" fmla="*/ 353545 w 634210"/>
                  <a:gd name="connsiteY5" fmla="*/ 47410 h 584369"/>
                  <a:gd name="connsiteX6" fmla="*/ 6288 w 634210"/>
                  <a:gd name="connsiteY6" fmla="*/ 4846 h 584369"/>
                  <a:gd name="connsiteX0" fmla="*/ 6288 w 634210"/>
                  <a:gd name="connsiteY0" fmla="*/ 4415 h 583938"/>
                  <a:gd name="connsiteX1" fmla="*/ 213552 w 634210"/>
                  <a:gd name="connsiteY1" fmla="*/ 290927 h 583938"/>
                  <a:gd name="connsiteX2" fmla="*/ 6288 w 634210"/>
                  <a:gd name="connsiteY2" fmla="*/ 583535 h 583938"/>
                  <a:gd name="connsiteX3" fmla="*/ 335472 w 634210"/>
                  <a:gd name="connsiteY3" fmla="*/ 546959 h 583938"/>
                  <a:gd name="connsiteX4" fmla="*/ 634176 w 634210"/>
                  <a:gd name="connsiteY4" fmla="*/ 297023 h 583938"/>
                  <a:gd name="connsiteX5" fmla="*/ 353545 w 634210"/>
                  <a:gd name="connsiteY5" fmla="*/ 46979 h 583938"/>
                  <a:gd name="connsiteX6" fmla="*/ 6288 w 634210"/>
                  <a:gd name="connsiteY6" fmla="*/ 4415 h 583938"/>
                  <a:gd name="connsiteX0" fmla="*/ 6288 w 634210"/>
                  <a:gd name="connsiteY0" fmla="*/ 5419 h 584942"/>
                  <a:gd name="connsiteX1" fmla="*/ 213552 w 634210"/>
                  <a:gd name="connsiteY1" fmla="*/ 291931 h 584942"/>
                  <a:gd name="connsiteX2" fmla="*/ 6288 w 634210"/>
                  <a:gd name="connsiteY2" fmla="*/ 584539 h 584942"/>
                  <a:gd name="connsiteX3" fmla="*/ 335472 w 634210"/>
                  <a:gd name="connsiteY3" fmla="*/ 547963 h 584942"/>
                  <a:gd name="connsiteX4" fmla="*/ 634176 w 634210"/>
                  <a:gd name="connsiteY4" fmla="*/ 298027 h 584942"/>
                  <a:gd name="connsiteX5" fmla="*/ 353545 w 634210"/>
                  <a:gd name="connsiteY5" fmla="*/ 47983 h 584942"/>
                  <a:gd name="connsiteX6" fmla="*/ 6288 w 634210"/>
                  <a:gd name="connsiteY6" fmla="*/ 5419 h 584942"/>
                  <a:gd name="connsiteX0" fmla="*/ 6288 w 634218"/>
                  <a:gd name="connsiteY0" fmla="*/ 7646 h 587169"/>
                  <a:gd name="connsiteX1" fmla="*/ 213552 w 634218"/>
                  <a:gd name="connsiteY1" fmla="*/ 294158 h 587169"/>
                  <a:gd name="connsiteX2" fmla="*/ 6288 w 634218"/>
                  <a:gd name="connsiteY2" fmla="*/ 586766 h 587169"/>
                  <a:gd name="connsiteX3" fmla="*/ 335472 w 634218"/>
                  <a:gd name="connsiteY3" fmla="*/ 550190 h 587169"/>
                  <a:gd name="connsiteX4" fmla="*/ 634176 w 634218"/>
                  <a:gd name="connsiteY4" fmla="*/ 300254 h 587169"/>
                  <a:gd name="connsiteX5" fmla="*/ 353545 w 634218"/>
                  <a:gd name="connsiteY5" fmla="*/ 50210 h 587169"/>
                  <a:gd name="connsiteX6" fmla="*/ 6288 w 634218"/>
                  <a:gd name="connsiteY6" fmla="*/ 7646 h 587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4218" h="587169">
                    <a:moveTo>
                      <a:pt x="6288" y="7646"/>
                    </a:moveTo>
                    <a:cubicBezTo>
                      <a:pt x="-1402" y="17865"/>
                      <a:pt x="197440" y="80821"/>
                      <a:pt x="213552" y="294158"/>
                    </a:cubicBezTo>
                    <a:cubicBezTo>
                      <a:pt x="229664" y="507495"/>
                      <a:pt x="-44512" y="593878"/>
                      <a:pt x="6288" y="586766"/>
                    </a:cubicBezTo>
                    <a:cubicBezTo>
                      <a:pt x="105856" y="586766"/>
                      <a:pt x="200344" y="591846"/>
                      <a:pt x="335472" y="550190"/>
                    </a:cubicBezTo>
                    <a:cubicBezTo>
                      <a:pt x="470600" y="508534"/>
                      <a:pt x="631164" y="383584"/>
                      <a:pt x="634176" y="300254"/>
                    </a:cubicBezTo>
                    <a:cubicBezTo>
                      <a:pt x="637188" y="216924"/>
                      <a:pt x="479500" y="97260"/>
                      <a:pt x="353545" y="50210"/>
                    </a:cubicBezTo>
                    <a:cubicBezTo>
                      <a:pt x="227590" y="3160"/>
                      <a:pt x="19803" y="-10314"/>
                      <a:pt x="6288" y="7646"/>
                    </a:cubicBezTo>
                    <a:close/>
                  </a:path>
                </a:pathLst>
              </a:custGeom>
              <a:solidFill>
                <a:schemeClr val="bg1"/>
              </a:solidFill>
              <a:ln w="38100"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r"/>
                <a:endParaRPr lang="en-CN">
                  <a:latin typeface="Times New Roman" panose="02020603050405020304" pitchFamily="18" charset="0"/>
                  <a:cs typeface="Times New Roman" panose="02020603050405020304" pitchFamily="18" charset="0"/>
                </a:endParaRPr>
              </a:p>
            </p:txBody>
          </p:sp>
          <p:sp>
            <p:nvSpPr>
              <p:cNvPr id="47" name="Freeform 46">
                <a:extLst>
                  <a:ext uri="{FF2B5EF4-FFF2-40B4-BE49-F238E27FC236}">
                    <a16:creationId xmlns:a16="http://schemas.microsoft.com/office/drawing/2014/main" id="{59AA07F5-5CD1-7C41-8E39-5C6C2FFB26F9}"/>
                  </a:ext>
                </a:extLst>
              </p:cNvPr>
              <p:cNvSpPr/>
              <p:nvPr/>
            </p:nvSpPr>
            <p:spPr bwMode="auto">
              <a:xfrm>
                <a:off x="6470670" y="5701318"/>
                <a:ext cx="223789" cy="531264"/>
              </a:xfrm>
              <a:custGeom>
                <a:avLst/>
                <a:gdLst>
                  <a:gd name="connsiteX0" fmla="*/ 0 w 195378"/>
                  <a:gd name="connsiteY0" fmla="*/ 0 h 541538"/>
                  <a:gd name="connsiteX1" fmla="*/ 195308 w 195378"/>
                  <a:gd name="connsiteY1" fmla="*/ 257452 h 541538"/>
                  <a:gd name="connsiteX2" fmla="*/ 17755 w 195378"/>
                  <a:gd name="connsiteY2" fmla="*/ 541538 h 541538"/>
                  <a:gd name="connsiteX0" fmla="*/ 2793 w 198102"/>
                  <a:gd name="connsiteY0" fmla="*/ 0 h 531264"/>
                  <a:gd name="connsiteX1" fmla="*/ 198101 w 198102"/>
                  <a:gd name="connsiteY1" fmla="*/ 257452 h 531264"/>
                  <a:gd name="connsiteX2" fmla="*/ 0 w 198102"/>
                  <a:gd name="connsiteY2" fmla="*/ 531264 h 531264"/>
                  <a:gd name="connsiteX0" fmla="*/ 2793 w 223788"/>
                  <a:gd name="connsiteY0" fmla="*/ 0 h 531264"/>
                  <a:gd name="connsiteX1" fmla="*/ 223787 w 223788"/>
                  <a:gd name="connsiteY1" fmla="*/ 262589 h 531264"/>
                  <a:gd name="connsiteX2" fmla="*/ 0 w 223788"/>
                  <a:gd name="connsiteY2" fmla="*/ 531264 h 531264"/>
                  <a:gd name="connsiteX0" fmla="*/ 2793 w 223902"/>
                  <a:gd name="connsiteY0" fmla="*/ 0 h 531264"/>
                  <a:gd name="connsiteX1" fmla="*/ 223787 w 223902"/>
                  <a:gd name="connsiteY1" fmla="*/ 262589 h 531264"/>
                  <a:gd name="connsiteX2" fmla="*/ 0 w 223902"/>
                  <a:gd name="connsiteY2" fmla="*/ 531264 h 531264"/>
                  <a:gd name="connsiteX0" fmla="*/ 2793 w 223934"/>
                  <a:gd name="connsiteY0" fmla="*/ 0 h 531264"/>
                  <a:gd name="connsiteX1" fmla="*/ 223787 w 223934"/>
                  <a:gd name="connsiteY1" fmla="*/ 262589 h 531264"/>
                  <a:gd name="connsiteX2" fmla="*/ 0 w 223934"/>
                  <a:gd name="connsiteY2" fmla="*/ 531264 h 531264"/>
                  <a:gd name="connsiteX0" fmla="*/ 2793 w 223927"/>
                  <a:gd name="connsiteY0" fmla="*/ 0 h 531264"/>
                  <a:gd name="connsiteX1" fmla="*/ 223787 w 223927"/>
                  <a:gd name="connsiteY1" fmla="*/ 262589 h 531264"/>
                  <a:gd name="connsiteX2" fmla="*/ 0 w 223927"/>
                  <a:gd name="connsiteY2" fmla="*/ 531264 h 531264"/>
                  <a:gd name="connsiteX0" fmla="*/ 2793 w 223927"/>
                  <a:gd name="connsiteY0" fmla="*/ 0 h 531264"/>
                  <a:gd name="connsiteX1" fmla="*/ 223787 w 223927"/>
                  <a:gd name="connsiteY1" fmla="*/ 262589 h 531264"/>
                  <a:gd name="connsiteX2" fmla="*/ 0 w 223927"/>
                  <a:gd name="connsiteY2" fmla="*/ 531264 h 531264"/>
                  <a:gd name="connsiteX0" fmla="*/ 2793 w 223789"/>
                  <a:gd name="connsiteY0" fmla="*/ 0 h 531264"/>
                  <a:gd name="connsiteX1" fmla="*/ 223787 w 223789"/>
                  <a:gd name="connsiteY1" fmla="*/ 262589 h 531264"/>
                  <a:gd name="connsiteX2" fmla="*/ 0 w 223789"/>
                  <a:gd name="connsiteY2" fmla="*/ 531264 h 531264"/>
                </a:gdLst>
                <a:ahLst/>
                <a:cxnLst>
                  <a:cxn ang="0">
                    <a:pos x="connsiteX0" y="connsiteY0"/>
                  </a:cxn>
                  <a:cxn ang="0">
                    <a:pos x="connsiteX1" y="connsiteY1"/>
                  </a:cxn>
                  <a:cxn ang="0">
                    <a:pos x="connsiteX2" y="connsiteY2"/>
                  </a:cxn>
                </a:cxnLst>
                <a:rect l="l" t="t" r="r" b="b"/>
                <a:pathLst>
                  <a:path w="223789" h="531264">
                    <a:moveTo>
                      <a:pt x="2793" y="0"/>
                    </a:moveTo>
                    <a:cubicBezTo>
                      <a:pt x="145200" y="83598"/>
                      <a:pt x="224252" y="153497"/>
                      <a:pt x="223787" y="262589"/>
                    </a:cubicBezTo>
                    <a:cubicBezTo>
                      <a:pt x="223322" y="371681"/>
                      <a:pt x="115941" y="460034"/>
                      <a:pt x="0" y="531264"/>
                    </a:cubicBezTo>
                  </a:path>
                </a:pathLst>
              </a:custGeom>
              <a:no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grpSp>
        <p:grpSp>
          <p:nvGrpSpPr>
            <p:cNvPr id="48" name="Group 47">
              <a:extLst>
                <a:ext uri="{FF2B5EF4-FFF2-40B4-BE49-F238E27FC236}">
                  <a16:creationId xmlns:a16="http://schemas.microsoft.com/office/drawing/2014/main" id="{460EFCA1-37AB-064D-B9B2-29F43E42853E}"/>
                </a:ext>
              </a:extLst>
            </p:cNvPr>
            <p:cNvGrpSpPr/>
            <p:nvPr/>
          </p:nvGrpSpPr>
          <p:grpSpPr>
            <a:xfrm>
              <a:off x="6508924" y="3666014"/>
              <a:ext cx="1661105" cy="576063"/>
              <a:chOff x="3512486" y="5594843"/>
              <a:chExt cx="1661105" cy="576063"/>
            </a:xfrm>
          </p:grpSpPr>
          <p:cxnSp>
            <p:nvCxnSpPr>
              <p:cNvPr id="49" name="Straight Connector 48">
                <a:extLst>
                  <a:ext uri="{FF2B5EF4-FFF2-40B4-BE49-F238E27FC236}">
                    <a16:creationId xmlns:a16="http://schemas.microsoft.com/office/drawing/2014/main" id="{C2D9BAAD-BD3C-7C45-837E-A69684A6479D}"/>
                  </a:ext>
                </a:extLst>
              </p:cNvPr>
              <p:cNvCxnSpPr>
                <a:cxnSpLocks/>
                <a:stCxn id="50" idx="1"/>
              </p:cNvCxnSpPr>
              <p:nvPr/>
            </p:nvCxnSpPr>
            <p:spPr bwMode="auto">
              <a:xfrm>
                <a:off x="4067382" y="5882876"/>
                <a:ext cx="1106209"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50" name="Round Same Side Corner Rectangle 49">
                <a:extLst>
                  <a:ext uri="{FF2B5EF4-FFF2-40B4-BE49-F238E27FC236}">
                    <a16:creationId xmlns:a16="http://schemas.microsoft.com/office/drawing/2014/main" id="{1C146723-52EF-AC43-B374-23C7DEF3A135}"/>
                  </a:ext>
                </a:extLst>
              </p:cNvPr>
              <p:cNvSpPr/>
              <p:nvPr/>
            </p:nvSpPr>
            <p:spPr bwMode="auto">
              <a:xfrm rot="5400000">
                <a:off x="4093388" y="5568837"/>
                <a:ext cx="576063" cy="628076"/>
              </a:xfrm>
              <a:prstGeom prst="round2SameRect">
                <a:avLst>
                  <a:gd name="adj1" fmla="val 50000"/>
                  <a:gd name="adj2" fmla="val 0"/>
                </a:avLst>
              </a:prstGeom>
              <a:solidFill>
                <a:schemeClr val="bg1"/>
              </a:solidFill>
              <a:ln w="38100"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r"/>
                <a:endParaRPr lang="en-CN">
                  <a:latin typeface="Times New Roman" panose="02020603050405020304" pitchFamily="18" charset="0"/>
                  <a:cs typeface="Times New Roman" panose="02020603050405020304" pitchFamily="18" charset="0"/>
                </a:endParaRPr>
              </a:p>
            </p:txBody>
          </p:sp>
          <p:cxnSp>
            <p:nvCxnSpPr>
              <p:cNvPr id="51" name="Straight Connector 50">
                <a:extLst>
                  <a:ext uri="{FF2B5EF4-FFF2-40B4-BE49-F238E27FC236}">
                    <a16:creationId xmlns:a16="http://schemas.microsoft.com/office/drawing/2014/main" id="{6EC5398A-5980-8040-B01C-4DBB6AF73C9D}"/>
                  </a:ext>
                </a:extLst>
              </p:cNvPr>
              <p:cNvCxnSpPr>
                <a:cxnSpLocks/>
              </p:cNvCxnSpPr>
              <p:nvPr/>
            </p:nvCxnSpPr>
            <p:spPr bwMode="auto">
              <a:xfrm>
                <a:off x="3706618" y="5733256"/>
                <a:ext cx="378009"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52" name="Straight Connector 51">
                <a:extLst>
                  <a:ext uri="{FF2B5EF4-FFF2-40B4-BE49-F238E27FC236}">
                    <a16:creationId xmlns:a16="http://schemas.microsoft.com/office/drawing/2014/main" id="{83848C06-B11E-3B40-909F-8B5E495093EB}"/>
                  </a:ext>
                </a:extLst>
              </p:cNvPr>
              <p:cNvCxnSpPr>
                <a:cxnSpLocks/>
              </p:cNvCxnSpPr>
              <p:nvPr/>
            </p:nvCxnSpPr>
            <p:spPr bwMode="auto">
              <a:xfrm>
                <a:off x="3512486" y="6026832"/>
                <a:ext cx="572141"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grpSp>
        <p:sp>
          <p:nvSpPr>
            <p:cNvPr id="34" name="TextBox 33">
              <a:extLst>
                <a:ext uri="{FF2B5EF4-FFF2-40B4-BE49-F238E27FC236}">
                  <a16:creationId xmlns:a16="http://schemas.microsoft.com/office/drawing/2014/main" id="{B568FD97-AA8F-5F4A-8FC9-D3537650983D}"/>
                </a:ext>
              </a:extLst>
            </p:cNvPr>
            <p:cNvSpPr txBox="1"/>
            <p:nvPr/>
          </p:nvSpPr>
          <p:spPr>
            <a:xfrm>
              <a:off x="5945660" y="2870183"/>
              <a:ext cx="415498" cy="369332"/>
            </a:xfrm>
            <a:prstGeom prst="rect">
              <a:avLst/>
            </a:prstGeom>
            <a:noFill/>
          </p:spPr>
          <p:txBody>
            <a:bodyPr wrap="none" rtlCol="0">
              <a:spAutoFit/>
            </a:bodyPr>
            <a:lstStyle/>
            <a:p>
              <a:r>
                <a:rPr lang="en-CN" dirty="0">
                  <a:latin typeface="Times New Roman" panose="02020603050405020304" pitchFamily="18" charset="0"/>
                  <a:cs typeface="Times New Roman" panose="02020603050405020304" pitchFamily="18" charset="0"/>
                </a:rPr>
                <a:t>Ai</a:t>
              </a:r>
            </a:p>
          </p:txBody>
        </p:sp>
        <p:sp>
          <p:nvSpPr>
            <p:cNvPr id="60" name="TextBox 59">
              <a:extLst>
                <a:ext uri="{FF2B5EF4-FFF2-40B4-BE49-F238E27FC236}">
                  <a16:creationId xmlns:a16="http://schemas.microsoft.com/office/drawing/2014/main" id="{B05B165C-168F-E849-A98F-AA529C9F69F7}"/>
                </a:ext>
              </a:extLst>
            </p:cNvPr>
            <p:cNvSpPr txBox="1"/>
            <p:nvPr/>
          </p:nvSpPr>
          <p:spPr>
            <a:xfrm>
              <a:off x="5945660" y="3201790"/>
              <a:ext cx="402674" cy="369332"/>
            </a:xfrm>
            <a:prstGeom prst="rect">
              <a:avLst/>
            </a:prstGeom>
            <a:noFill/>
          </p:spPr>
          <p:txBody>
            <a:bodyPr wrap="none" rtlCol="0">
              <a:spAutoFit/>
            </a:bodyPr>
            <a:lstStyle/>
            <a:p>
              <a:r>
                <a:rPr lang="en-CN" dirty="0">
                  <a:latin typeface="Times New Roman" panose="02020603050405020304" pitchFamily="18" charset="0"/>
                  <a:cs typeface="Times New Roman" panose="02020603050405020304" pitchFamily="18" charset="0"/>
                </a:rPr>
                <a:t>Bi</a:t>
              </a:r>
            </a:p>
          </p:txBody>
        </p:sp>
        <p:cxnSp>
          <p:nvCxnSpPr>
            <p:cNvPr id="62" name="Straight Connector 61">
              <a:extLst>
                <a:ext uri="{FF2B5EF4-FFF2-40B4-BE49-F238E27FC236}">
                  <a16:creationId xmlns:a16="http://schemas.microsoft.com/office/drawing/2014/main" id="{63F8B1BF-46BD-1148-8B54-87FE5B2DB8C7}"/>
                </a:ext>
              </a:extLst>
            </p:cNvPr>
            <p:cNvCxnSpPr>
              <a:cxnSpLocks/>
            </p:cNvCxnSpPr>
            <p:nvPr/>
          </p:nvCxnSpPr>
          <p:spPr bwMode="auto">
            <a:xfrm>
              <a:off x="6703056" y="3068893"/>
              <a:ext cx="0" cy="735534"/>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69" name="TextBox 68">
              <a:extLst>
                <a:ext uri="{FF2B5EF4-FFF2-40B4-BE49-F238E27FC236}">
                  <a16:creationId xmlns:a16="http://schemas.microsoft.com/office/drawing/2014/main" id="{FA010120-2795-3A4E-BD80-5611FD832780}"/>
                </a:ext>
              </a:extLst>
            </p:cNvPr>
            <p:cNvSpPr txBox="1"/>
            <p:nvPr/>
          </p:nvSpPr>
          <p:spPr>
            <a:xfrm>
              <a:off x="8139085" y="3055132"/>
              <a:ext cx="389850" cy="369332"/>
            </a:xfrm>
            <a:prstGeom prst="rect">
              <a:avLst/>
            </a:prstGeom>
            <a:noFill/>
          </p:spPr>
          <p:txBody>
            <a:bodyPr wrap="none" rtlCol="0">
              <a:spAutoFit/>
            </a:bodyPr>
            <a:lstStyle/>
            <a:p>
              <a:r>
                <a:rPr lang="en-CN" dirty="0">
                  <a:latin typeface="Times New Roman" panose="02020603050405020304" pitchFamily="18" charset="0"/>
                  <a:cs typeface="Times New Roman" panose="02020603050405020304" pitchFamily="18" charset="0"/>
                </a:rPr>
                <a:t>Pi</a:t>
              </a:r>
            </a:p>
          </p:txBody>
        </p:sp>
        <p:sp>
          <p:nvSpPr>
            <p:cNvPr id="74" name="TextBox 73">
              <a:extLst>
                <a:ext uri="{FF2B5EF4-FFF2-40B4-BE49-F238E27FC236}">
                  <a16:creationId xmlns:a16="http://schemas.microsoft.com/office/drawing/2014/main" id="{112F66D3-27BA-9347-99D0-36C55DA1A2D3}"/>
                </a:ext>
              </a:extLst>
            </p:cNvPr>
            <p:cNvSpPr txBox="1"/>
            <p:nvPr/>
          </p:nvSpPr>
          <p:spPr>
            <a:xfrm>
              <a:off x="8123762" y="3764751"/>
              <a:ext cx="415498" cy="369332"/>
            </a:xfrm>
            <a:prstGeom prst="rect">
              <a:avLst/>
            </a:prstGeom>
            <a:noFill/>
          </p:spPr>
          <p:txBody>
            <a:bodyPr wrap="none" rtlCol="0">
              <a:spAutoFit/>
            </a:bodyPr>
            <a:lstStyle/>
            <a:p>
              <a:r>
                <a:rPr lang="en-CN" dirty="0">
                  <a:latin typeface="Times New Roman" panose="02020603050405020304" pitchFamily="18" charset="0"/>
                  <a:cs typeface="Times New Roman" panose="02020603050405020304" pitchFamily="18" charset="0"/>
                </a:rPr>
                <a:t>Gi</a:t>
              </a:r>
            </a:p>
          </p:txBody>
        </p:sp>
        <p:cxnSp>
          <p:nvCxnSpPr>
            <p:cNvPr id="78" name="Straight Connector 77">
              <a:extLst>
                <a:ext uri="{FF2B5EF4-FFF2-40B4-BE49-F238E27FC236}">
                  <a16:creationId xmlns:a16="http://schemas.microsoft.com/office/drawing/2014/main" id="{5499335C-9DE5-B540-87D5-1F627E8A2719}"/>
                </a:ext>
              </a:extLst>
            </p:cNvPr>
            <p:cNvCxnSpPr>
              <a:cxnSpLocks/>
            </p:cNvCxnSpPr>
            <p:nvPr/>
          </p:nvCxnSpPr>
          <p:spPr bwMode="auto">
            <a:xfrm>
              <a:off x="6523036" y="3364008"/>
              <a:ext cx="0" cy="733995"/>
            </a:xfrm>
            <a:prstGeom prst="line">
              <a:avLst/>
            </a:prstGeom>
            <a:solidFill>
              <a:schemeClr val="accent1"/>
            </a:solidFill>
            <a:ln w="38100" cap="flat" cmpd="sng" algn="ctr">
              <a:solidFill>
                <a:schemeClr val="tx1"/>
              </a:solidFill>
              <a:prstDash val="solid"/>
              <a:round/>
              <a:headEnd type="none" w="med" len="med"/>
              <a:tailEnd type="none" w="med" len="med"/>
            </a:ln>
            <a:effectLst/>
          </p:spPr>
        </p:cxnSp>
      </p:grpSp>
      <p:pic>
        <p:nvPicPr>
          <p:cNvPr id="15" name="Picture 14">
            <a:extLst>
              <a:ext uri="{FF2B5EF4-FFF2-40B4-BE49-F238E27FC236}">
                <a16:creationId xmlns:a16="http://schemas.microsoft.com/office/drawing/2014/main" id="{1D46E996-2D05-7C45-B477-3A8437FA6AF3}"/>
              </a:ext>
            </a:extLst>
          </p:cNvPr>
          <p:cNvPicPr>
            <a:picLocks noChangeAspect="1"/>
          </p:cNvPicPr>
          <p:nvPr/>
        </p:nvPicPr>
        <p:blipFill rotWithShape="1">
          <a:blip r:embed="rId10"/>
          <a:srcRect t="76874" r="31517"/>
          <a:stretch/>
        </p:blipFill>
        <p:spPr>
          <a:xfrm>
            <a:off x="1680854" y="3268291"/>
            <a:ext cx="3935262" cy="521201"/>
          </a:xfrm>
          <a:prstGeom prst="rect">
            <a:avLst/>
          </a:prstGeom>
        </p:spPr>
      </p:pic>
      <p:sp>
        <p:nvSpPr>
          <p:cNvPr id="16" name="TextBox 15">
            <a:extLst>
              <a:ext uri="{FF2B5EF4-FFF2-40B4-BE49-F238E27FC236}">
                <a16:creationId xmlns:a16="http://schemas.microsoft.com/office/drawing/2014/main" id="{322ACFA8-E0ED-0147-9788-804B594AE4AD}"/>
              </a:ext>
            </a:extLst>
          </p:cNvPr>
          <p:cNvSpPr txBox="1"/>
          <p:nvPr/>
        </p:nvSpPr>
        <p:spPr>
          <a:xfrm>
            <a:off x="573767" y="1515003"/>
            <a:ext cx="1266693" cy="3970318"/>
          </a:xfrm>
          <a:prstGeom prst="rect">
            <a:avLst/>
          </a:prstGeom>
          <a:noFill/>
        </p:spPr>
        <p:txBody>
          <a:bodyPr wrap="none" rtlCol="0">
            <a:spAutoFit/>
          </a:bodyPr>
          <a:lstStyle/>
          <a:p>
            <a:r>
              <a:rPr lang="zh-CN" altLang="en-US" sz="2800" b="1" dirty="0">
                <a:latin typeface="黑体" panose="02010609060101010101" pitchFamily="49" charset="-122"/>
                <a:ea typeface="黑体" panose="02010609060101010101" pitchFamily="49" charset="-122"/>
              </a:rPr>
              <a:t>已知：</a:t>
            </a:r>
            <a:endParaRPr lang="en-CN" sz="2800" b="1" dirty="0">
              <a:latin typeface="黑体" panose="02010609060101010101" pitchFamily="49" charset="-122"/>
              <a:ea typeface="黑体" panose="02010609060101010101" pitchFamily="49" charset="-122"/>
            </a:endParaRPr>
          </a:p>
          <a:p>
            <a:endParaRPr lang="en-CN" sz="2800" b="1" dirty="0">
              <a:latin typeface="黑体" panose="02010609060101010101" pitchFamily="49" charset="-122"/>
              <a:ea typeface="黑体" panose="02010609060101010101" pitchFamily="49" charset="-122"/>
            </a:endParaRPr>
          </a:p>
          <a:p>
            <a:endParaRPr lang="en-US" sz="2800" b="1" dirty="0">
              <a:latin typeface="黑体" panose="02010609060101010101" pitchFamily="49" charset="-122"/>
              <a:ea typeface="黑体" panose="02010609060101010101" pitchFamily="49" charset="-122"/>
            </a:endParaRPr>
          </a:p>
          <a:p>
            <a:endParaRPr lang="en-CN" sz="2800" b="1" dirty="0">
              <a:latin typeface="黑体" panose="02010609060101010101" pitchFamily="49" charset="-122"/>
              <a:ea typeface="黑体" panose="02010609060101010101" pitchFamily="49" charset="-122"/>
            </a:endParaRPr>
          </a:p>
          <a:p>
            <a:r>
              <a:rPr lang="zh-CN" altLang="en-US" sz="2800" b="1" dirty="0">
                <a:latin typeface="黑体" panose="02010609060101010101" pitchFamily="49" charset="-122"/>
                <a:ea typeface="黑体" panose="02010609060101010101" pitchFamily="49" charset="-122"/>
              </a:rPr>
              <a:t>定义：</a:t>
            </a:r>
            <a:endParaRPr lang="en-CN" sz="2800" b="1" dirty="0">
              <a:latin typeface="黑体" panose="02010609060101010101" pitchFamily="49" charset="-122"/>
              <a:ea typeface="黑体" panose="02010609060101010101" pitchFamily="49" charset="-122"/>
            </a:endParaRPr>
          </a:p>
          <a:p>
            <a:endParaRPr lang="en-CN" sz="2800" b="1" dirty="0">
              <a:latin typeface="黑体" panose="02010609060101010101" pitchFamily="49" charset="-122"/>
              <a:ea typeface="黑体" panose="02010609060101010101" pitchFamily="49" charset="-122"/>
            </a:endParaRPr>
          </a:p>
          <a:p>
            <a:endParaRPr lang="en-MY" sz="2800" b="1" dirty="0">
              <a:latin typeface="黑体" panose="02010609060101010101" pitchFamily="49" charset="-122"/>
              <a:ea typeface="黑体" panose="02010609060101010101" pitchFamily="49" charset="-122"/>
            </a:endParaRPr>
          </a:p>
          <a:p>
            <a:endParaRPr lang="en-CN" sz="2800" b="1" dirty="0">
              <a:latin typeface="黑体" panose="02010609060101010101" pitchFamily="49" charset="-122"/>
              <a:ea typeface="黑体" panose="02010609060101010101" pitchFamily="49" charset="-122"/>
            </a:endParaRPr>
          </a:p>
          <a:p>
            <a:r>
              <a:rPr lang="zh-CN" altLang="en-US" sz="2800" b="1" dirty="0">
                <a:latin typeface="黑体" panose="02010609060101010101" pitchFamily="49" charset="-122"/>
                <a:ea typeface="黑体" panose="02010609060101010101" pitchFamily="49" charset="-122"/>
              </a:rPr>
              <a:t>则：</a:t>
            </a:r>
            <a:endParaRPr lang="en-CN" sz="2800" b="1" dirty="0">
              <a:latin typeface="黑体" panose="02010609060101010101" pitchFamily="49" charset="-122"/>
              <a:ea typeface="黑体" panose="02010609060101010101" pitchFamily="49" charset="-122"/>
            </a:endParaRPr>
          </a:p>
        </p:txBody>
      </p:sp>
      <p:grpSp>
        <p:nvGrpSpPr>
          <p:cNvPr id="53" name="Group 52">
            <a:extLst>
              <a:ext uri="{FF2B5EF4-FFF2-40B4-BE49-F238E27FC236}">
                <a16:creationId xmlns:a16="http://schemas.microsoft.com/office/drawing/2014/main" id="{25199EB3-A885-8F4D-9B77-2705923D136C}"/>
              </a:ext>
            </a:extLst>
          </p:cNvPr>
          <p:cNvGrpSpPr/>
          <p:nvPr/>
        </p:nvGrpSpPr>
        <p:grpSpPr>
          <a:xfrm>
            <a:off x="5968163" y="4688043"/>
            <a:ext cx="2819388" cy="1770631"/>
            <a:chOff x="5998594" y="4583985"/>
            <a:chExt cx="2819388" cy="1770631"/>
          </a:xfrm>
        </p:grpSpPr>
        <p:grpSp>
          <p:nvGrpSpPr>
            <p:cNvPr id="89" name="Group 88">
              <a:extLst>
                <a:ext uri="{FF2B5EF4-FFF2-40B4-BE49-F238E27FC236}">
                  <a16:creationId xmlns:a16="http://schemas.microsoft.com/office/drawing/2014/main" id="{5C1EEECE-5BE6-E648-BF41-0DCDEF8ADDE6}"/>
                </a:ext>
              </a:extLst>
            </p:cNvPr>
            <p:cNvGrpSpPr>
              <a:grpSpLocks noChangeAspect="1"/>
            </p:cNvGrpSpPr>
            <p:nvPr/>
          </p:nvGrpSpPr>
          <p:grpSpPr>
            <a:xfrm>
              <a:off x="6388444" y="4659152"/>
              <a:ext cx="1821695" cy="587169"/>
              <a:chOff x="5905277" y="5655686"/>
              <a:chExt cx="1821695" cy="587169"/>
            </a:xfrm>
          </p:grpSpPr>
          <p:cxnSp>
            <p:nvCxnSpPr>
              <p:cNvPr id="90" name="Straight Connector 89">
                <a:extLst>
                  <a:ext uri="{FF2B5EF4-FFF2-40B4-BE49-F238E27FC236}">
                    <a16:creationId xmlns:a16="http://schemas.microsoft.com/office/drawing/2014/main" id="{759A2001-8142-EC44-8A17-B0E0F4674DAC}"/>
                  </a:ext>
                </a:extLst>
              </p:cNvPr>
              <p:cNvCxnSpPr>
                <a:cxnSpLocks/>
              </p:cNvCxnSpPr>
              <p:nvPr/>
            </p:nvCxnSpPr>
            <p:spPr bwMode="auto">
              <a:xfrm>
                <a:off x="7208898" y="5945946"/>
                <a:ext cx="518074"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91" name="Straight Connector 90">
                <a:extLst>
                  <a:ext uri="{FF2B5EF4-FFF2-40B4-BE49-F238E27FC236}">
                    <a16:creationId xmlns:a16="http://schemas.microsoft.com/office/drawing/2014/main" id="{1F83D190-8DE7-5D41-98D2-807433CDA34F}"/>
                  </a:ext>
                </a:extLst>
              </p:cNvPr>
              <p:cNvCxnSpPr>
                <a:cxnSpLocks/>
              </p:cNvCxnSpPr>
              <p:nvPr/>
            </p:nvCxnSpPr>
            <p:spPr bwMode="auto">
              <a:xfrm>
                <a:off x="5905277" y="5796328"/>
                <a:ext cx="855935"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92" name="Straight Connector 91">
                <a:extLst>
                  <a:ext uri="{FF2B5EF4-FFF2-40B4-BE49-F238E27FC236}">
                    <a16:creationId xmlns:a16="http://schemas.microsoft.com/office/drawing/2014/main" id="{B30448F9-9500-B244-805A-57C389982FCA}"/>
                  </a:ext>
                </a:extLst>
              </p:cNvPr>
              <p:cNvCxnSpPr>
                <a:cxnSpLocks/>
              </p:cNvCxnSpPr>
              <p:nvPr/>
            </p:nvCxnSpPr>
            <p:spPr bwMode="auto">
              <a:xfrm>
                <a:off x="5905277" y="6089904"/>
                <a:ext cx="855935"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93" name="Freeform 92">
                <a:extLst>
                  <a:ext uri="{FF2B5EF4-FFF2-40B4-BE49-F238E27FC236}">
                    <a16:creationId xmlns:a16="http://schemas.microsoft.com/office/drawing/2014/main" id="{841556BB-55A7-EC44-819B-5BF5B9B38781}"/>
                  </a:ext>
                </a:extLst>
              </p:cNvPr>
              <p:cNvSpPr/>
              <p:nvPr/>
            </p:nvSpPr>
            <p:spPr bwMode="auto">
              <a:xfrm>
                <a:off x="6574688" y="5655686"/>
                <a:ext cx="634218" cy="587169"/>
              </a:xfrm>
              <a:custGeom>
                <a:avLst/>
                <a:gdLst>
                  <a:gd name="connsiteX0" fmla="*/ 0 w 627888"/>
                  <a:gd name="connsiteY0" fmla="*/ 0 h 579120"/>
                  <a:gd name="connsiteX1" fmla="*/ 207264 w 627888"/>
                  <a:gd name="connsiteY1" fmla="*/ 286512 h 579120"/>
                  <a:gd name="connsiteX2" fmla="*/ 0 w 627888"/>
                  <a:gd name="connsiteY2" fmla="*/ 579120 h 579120"/>
                  <a:gd name="connsiteX3" fmla="*/ 365760 w 627888"/>
                  <a:gd name="connsiteY3" fmla="*/ 573024 h 579120"/>
                  <a:gd name="connsiteX4" fmla="*/ 627888 w 627888"/>
                  <a:gd name="connsiteY4" fmla="*/ 292608 h 579120"/>
                  <a:gd name="connsiteX5" fmla="*/ 390144 w 627888"/>
                  <a:gd name="connsiteY5" fmla="*/ 6096 h 579120"/>
                  <a:gd name="connsiteX6" fmla="*/ 0 w 627888"/>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46520"/>
                  <a:gd name="connsiteY0" fmla="*/ 0 h 579120"/>
                  <a:gd name="connsiteX1" fmla="*/ 209962 w 646520"/>
                  <a:gd name="connsiteY1" fmla="*/ 286512 h 579120"/>
                  <a:gd name="connsiteX2" fmla="*/ 2698 w 646520"/>
                  <a:gd name="connsiteY2" fmla="*/ 579120 h 579120"/>
                  <a:gd name="connsiteX3" fmla="*/ 368458 w 646520"/>
                  <a:gd name="connsiteY3" fmla="*/ 573024 h 579120"/>
                  <a:gd name="connsiteX4" fmla="*/ 630586 w 646520"/>
                  <a:gd name="connsiteY4" fmla="*/ 292608 h 579120"/>
                  <a:gd name="connsiteX5" fmla="*/ 392842 w 646520"/>
                  <a:gd name="connsiteY5" fmla="*/ 6096 h 579120"/>
                  <a:gd name="connsiteX6" fmla="*/ 2698 w 646520"/>
                  <a:gd name="connsiteY6" fmla="*/ 0 h 579120"/>
                  <a:gd name="connsiteX0" fmla="*/ 2698 w 646520"/>
                  <a:gd name="connsiteY0" fmla="*/ 51141 h 630261"/>
                  <a:gd name="connsiteX1" fmla="*/ 209962 w 646520"/>
                  <a:gd name="connsiteY1" fmla="*/ 337653 h 630261"/>
                  <a:gd name="connsiteX2" fmla="*/ 2698 w 646520"/>
                  <a:gd name="connsiteY2" fmla="*/ 630261 h 630261"/>
                  <a:gd name="connsiteX3" fmla="*/ 368458 w 646520"/>
                  <a:gd name="connsiteY3" fmla="*/ 624165 h 630261"/>
                  <a:gd name="connsiteX4" fmla="*/ 630586 w 646520"/>
                  <a:gd name="connsiteY4" fmla="*/ 343749 h 630261"/>
                  <a:gd name="connsiteX5" fmla="*/ 392842 w 646520"/>
                  <a:gd name="connsiteY5" fmla="*/ 57237 h 630261"/>
                  <a:gd name="connsiteX6" fmla="*/ 2698 w 646520"/>
                  <a:gd name="connsiteY6" fmla="*/ 51141 h 630261"/>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1455 h 600575"/>
                  <a:gd name="connsiteX1" fmla="*/ 209962 w 646520"/>
                  <a:gd name="connsiteY1" fmla="*/ 307967 h 600575"/>
                  <a:gd name="connsiteX2" fmla="*/ 2698 w 646520"/>
                  <a:gd name="connsiteY2" fmla="*/ 600575 h 600575"/>
                  <a:gd name="connsiteX3" fmla="*/ 368458 w 646520"/>
                  <a:gd name="connsiteY3" fmla="*/ 594479 h 600575"/>
                  <a:gd name="connsiteX4" fmla="*/ 630586 w 646520"/>
                  <a:gd name="connsiteY4" fmla="*/ 314063 h 600575"/>
                  <a:gd name="connsiteX5" fmla="*/ 392842 w 646520"/>
                  <a:gd name="connsiteY5" fmla="*/ 27551 h 600575"/>
                  <a:gd name="connsiteX6" fmla="*/ 2698 w 646520"/>
                  <a:gd name="connsiteY6" fmla="*/ 21455 h 600575"/>
                  <a:gd name="connsiteX0" fmla="*/ 2698 w 630586"/>
                  <a:gd name="connsiteY0" fmla="*/ 21455 h 600575"/>
                  <a:gd name="connsiteX1" fmla="*/ 209962 w 630586"/>
                  <a:gd name="connsiteY1" fmla="*/ 307967 h 600575"/>
                  <a:gd name="connsiteX2" fmla="*/ 2698 w 630586"/>
                  <a:gd name="connsiteY2" fmla="*/ 600575 h 600575"/>
                  <a:gd name="connsiteX3" fmla="*/ 368458 w 630586"/>
                  <a:gd name="connsiteY3" fmla="*/ 594479 h 600575"/>
                  <a:gd name="connsiteX4" fmla="*/ 630586 w 630586"/>
                  <a:gd name="connsiteY4" fmla="*/ 314063 h 600575"/>
                  <a:gd name="connsiteX5" fmla="*/ 392842 w 630586"/>
                  <a:gd name="connsiteY5" fmla="*/ 27551 h 600575"/>
                  <a:gd name="connsiteX6" fmla="*/ 2698 w 630586"/>
                  <a:gd name="connsiteY6" fmla="*/ 21455 h 600575"/>
                  <a:gd name="connsiteX0" fmla="*/ 2698 w 631527"/>
                  <a:gd name="connsiteY0" fmla="*/ 21455 h 600575"/>
                  <a:gd name="connsiteX1" fmla="*/ 209962 w 631527"/>
                  <a:gd name="connsiteY1" fmla="*/ 307967 h 600575"/>
                  <a:gd name="connsiteX2" fmla="*/ 2698 w 631527"/>
                  <a:gd name="connsiteY2" fmla="*/ 600575 h 600575"/>
                  <a:gd name="connsiteX3" fmla="*/ 301402 w 631527"/>
                  <a:gd name="connsiteY3" fmla="*/ 600575 h 600575"/>
                  <a:gd name="connsiteX4" fmla="*/ 630586 w 631527"/>
                  <a:gd name="connsiteY4" fmla="*/ 314063 h 600575"/>
                  <a:gd name="connsiteX5" fmla="*/ 392842 w 631527"/>
                  <a:gd name="connsiteY5" fmla="*/ 27551 h 600575"/>
                  <a:gd name="connsiteX6" fmla="*/ 2698 w 631527"/>
                  <a:gd name="connsiteY6" fmla="*/ 21455 h 600575"/>
                  <a:gd name="connsiteX0" fmla="*/ 2698 w 631527"/>
                  <a:gd name="connsiteY0" fmla="*/ 21455 h 602832"/>
                  <a:gd name="connsiteX1" fmla="*/ 209962 w 631527"/>
                  <a:gd name="connsiteY1" fmla="*/ 307967 h 602832"/>
                  <a:gd name="connsiteX2" fmla="*/ 2698 w 631527"/>
                  <a:gd name="connsiteY2" fmla="*/ 600575 h 602832"/>
                  <a:gd name="connsiteX3" fmla="*/ 301402 w 631527"/>
                  <a:gd name="connsiteY3" fmla="*/ 600575 h 602832"/>
                  <a:gd name="connsiteX4" fmla="*/ 630586 w 631527"/>
                  <a:gd name="connsiteY4" fmla="*/ 314063 h 602832"/>
                  <a:gd name="connsiteX5" fmla="*/ 392842 w 631527"/>
                  <a:gd name="connsiteY5" fmla="*/ 27551 h 602832"/>
                  <a:gd name="connsiteX6" fmla="*/ 2698 w 631527"/>
                  <a:gd name="connsiteY6" fmla="*/ 21455 h 602832"/>
                  <a:gd name="connsiteX0" fmla="*/ 2698 w 630586"/>
                  <a:gd name="connsiteY0" fmla="*/ 21455 h 602832"/>
                  <a:gd name="connsiteX1" fmla="*/ 209962 w 630586"/>
                  <a:gd name="connsiteY1" fmla="*/ 307967 h 602832"/>
                  <a:gd name="connsiteX2" fmla="*/ 2698 w 630586"/>
                  <a:gd name="connsiteY2" fmla="*/ 600575 h 602832"/>
                  <a:gd name="connsiteX3" fmla="*/ 301402 w 630586"/>
                  <a:gd name="connsiteY3" fmla="*/ 600575 h 602832"/>
                  <a:gd name="connsiteX4" fmla="*/ 630586 w 630586"/>
                  <a:gd name="connsiteY4" fmla="*/ 314063 h 602832"/>
                  <a:gd name="connsiteX5" fmla="*/ 301402 w 630586"/>
                  <a:gd name="connsiteY5" fmla="*/ 27551 h 602832"/>
                  <a:gd name="connsiteX6" fmla="*/ 2698 w 630586"/>
                  <a:gd name="connsiteY6" fmla="*/ 21455 h 602832"/>
                  <a:gd name="connsiteX0" fmla="*/ 2698 w 630586"/>
                  <a:gd name="connsiteY0" fmla="*/ 20123 h 601500"/>
                  <a:gd name="connsiteX1" fmla="*/ 209962 w 630586"/>
                  <a:gd name="connsiteY1" fmla="*/ 306635 h 601500"/>
                  <a:gd name="connsiteX2" fmla="*/ 2698 w 630586"/>
                  <a:gd name="connsiteY2" fmla="*/ 599243 h 601500"/>
                  <a:gd name="connsiteX3" fmla="*/ 301402 w 630586"/>
                  <a:gd name="connsiteY3" fmla="*/ 599243 h 601500"/>
                  <a:gd name="connsiteX4" fmla="*/ 630586 w 630586"/>
                  <a:gd name="connsiteY4" fmla="*/ 312731 h 601500"/>
                  <a:gd name="connsiteX5" fmla="*/ 301402 w 630586"/>
                  <a:gd name="connsiteY5" fmla="*/ 26219 h 601500"/>
                  <a:gd name="connsiteX6" fmla="*/ 2698 w 630586"/>
                  <a:gd name="connsiteY6" fmla="*/ 20123 h 601500"/>
                  <a:gd name="connsiteX0" fmla="*/ 2146 w 630034"/>
                  <a:gd name="connsiteY0" fmla="*/ 20123 h 601500"/>
                  <a:gd name="connsiteX1" fmla="*/ 209410 w 630034"/>
                  <a:gd name="connsiteY1" fmla="*/ 306635 h 601500"/>
                  <a:gd name="connsiteX2" fmla="*/ 2146 w 630034"/>
                  <a:gd name="connsiteY2" fmla="*/ 599243 h 601500"/>
                  <a:gd name="connsiteX3" fmla="*/ 300850 w 630034"/>
                  <a:gd name="connsiteY3" fmla="*/ 599243 h 601500"/>
                  <a:gd name="connsiteX4" fmla="*/ 630034 w 630034"/>
                  <a:gd name="connsiteY4" fmla="*/ 312731 h 601500"/>
                  <a:gd name="connsiteX5" fmla="*/ 300850 w 630034"/>
                  <a:gd name="connsiteY5" fmla="*/ 26219 h 601500"/>
                  <a:gd name="connsiteX6" fmla="*/ 2146 w 630034"/>
                  <a:gd name="connsiteY6" fmla="*/ 20123 h 601500"/>
                  <a:gd name="connsiteX0" fmla="*/ 6215 w 634103"/>
                  <a:gd name="connsiteY0" fmla="*/ 3947 h 585324"/>
                  <a:gd name="connsiteX1" fmla="*/ 213479 w 634103"/>
                  <a:gd name="connsiteY1" fmla="*/ 290459 h 585324"/>
                  <a:gd name="connsiteX2" fmla="*/ 6215 w 634103"/>
                  <a:gd name="connsiteY2" fmla="*/ 583067 h 585324"/>
                  <a:gd name="connsiteX3" fmla="*/ 304919 w 634103"/>
                  <a:gd name="connsiteY3" fmla="*/ 583067 h 585324"/>
                  <a:gd name="connsiteX4" fmla="*/ 634103 w 634103"/>
                  <a:gd name="connsiteY4" fmla="*/ 296555 h 585324"/>
                  <a:gd name="connsiteX5" fmla="*/ 304919 w 634103"/>
                  <a:gd name="connsiteY5" fmla="*/ 10043 h 585324"/>
                  <a:gd name="connsiteX6" fmla="*/ 6215 w 634103"/>
                  <a:gd name="connsiteY6" fmla="*/ 3947 h 585324"/>
                  <a:gd name="connsiteX0" fmla="*/ 6624 w 634512"/>
                  <a:gd name="connsiteY0" fmla="*/ 3947 h 585324"/>
                  <a:gd name="connsiteX1" fmla="*/ 213888 w 634512"/>
                  <a:gd name="connsiteY1" fmla="*/ 290459 h 585324"/>
                  <a:gd name="connsiteX2" fmla="*/ 6624 w 634512"/>
                  <a:gd name="connsiteY2" fmla="*/ 583067 h 585324"/>
                  <a:gd name="connsiteX3" fmla="*/ 305328 w 634512"/>
                  <a:gd name="connsiteY3" fmla="*/ 583067 h 585324"/>
                  <a:gd name="connsiteX4" fmla="*/ 634512 w 634512"/>
                  <a:gd name="connsiteY4" fmla="*/ 296555 h 585324"/>
                  <a:gd name="connsiteX5" fmla="*/ 305328 w 634512"/>
                  <a:gd name="connsiteY5" fmla="*/ 10043 h 585324"/>
                  <a:gd name="connsiteX6" fmla="*/ 6624 w 634512"/>
                  <a:gd name="connsiteY6" fmla="*/ 3947 h 585324"/>
                  <a:gd name="connsiteX0" fmla="*/ 6624 w 634644"/>
                  <a:gd name="connsiteY0" fmla="*/ 18301 h 599678"/>
                  <a:gd name="connsiteX1" fmla="*/ 213888 w 634644"/>
                  <a:gd name="connsiteY1" fmla="*/ 304813 h 599678"/>
                  <a:gd name="connsiteX2" fmla="*/ 6624 w 634644"/>
                  <a:gd name="connsiteY2" fmla="*/ 597421 h 599678"/>
                  <a:gd name="connsiteX3" fmla="*/ 305328 w 634644"/>
                  <a:gd name="connsiteY3" fmla="*/ 597421 h 599678"/>
                  <a:gd name="connsiteX4" fmla="*/ 634512 w 634644"/>
                  <a:gd name="connsiteY4" fmla="*/ 310909 h 599678"/>
                  <a:gd name="connsiteX5" fmla="*/ 268752 w 634644"/>
                  <a:gd name="connsiteY5" fmla="*/ 30493 h 599678"/>
                  <a:gd name="connsiteX6" fmla="*/ 6624 w 634644"/>
                  <a:gd name="connsiteY6" fmla="*/ 18301 h 599678"/>
                  <a:gd name="connsiteX0" fmla="*/ 6624 w 634644"/>
                  <a:gd name="connsiteY0" fmla="*/ 23735 h 605112"/>
                  <a:gd name="connsiteX1" fmla="*/ 213888 w 634644"/>
                  <a:gd name="connsiteY1" fmla="*/ 310247 h 605112"/>
                  <a:gd name="connsiteX2" fmla="*/ 6624 w 634644"/>
                  <a:gd name="connsiteY2" fmla="*/ 602855 h 605112"/>
                  <a:gd name="connsiteX3" fmla="*/ 305328 w 634644"/>
                  <a:gd name="connsiteY3" fmla="*/ 602855 h 605112"/>
                  <a:gd name="connsiteX4" fmla="*/ 634512 w 634644"/>
                  <a:gd name="connsiteY4" fmla="*/ 316343 h 605112"/>
                  <a:gd name="connsiteX5" fmla="*/ 268752 w 634644"/>
                  <a:gd name="connsiteY5" fmla="*/ 35927 h 605112"/>
                  <a:gd name="connsiteX6" fmla="*/ 6624 w 634644"/>
                  <a:gd name="connsiteY6" fmla="*/ 23735 h 605112"/>
                  <a:gd name="connsiteX0" fmla="*/ 6624 w 634577"/>
                  <a:gd name="connsiteY0" fmla="*/ 17614 h 598991"/>
                  <a:gd name="connsiteX1" fmla="*/ 213888 w 634577"/>
                  <a:gd name="connsiteY1" fmla="*/ 304126 h 598991"/>
                  <a:gd name="connsiteX2" fmla="*/ 6624 w 634577"/>
                  <a:gd name="connsiteY2" fmla="*/ 596734 h 598991"/>
                  <a:gd name="connsiteX3" fmla="*/ 305328 w 634577"/>
                  <a:gd name="connsiteY3" fmla="*/ 596734 h 598991"/>
                  <a:gd name="connsiteX4" fmla="*/ 634512 w 634577"/>
                  <a:gd name="connsiteY4" fmla="*/ 310222 h 598991"/>
                  <a:gd name="connsiteX5" fmla="*/ 329712 w 634577"/>
                  <a:gd name="connsiteY5" fmla="*/ 48094 h 598991"/>
                  <a:gd name="connsiteX6" fmla="*/ 6624 w 634577"/>
                  <a:gd name="connsiteY6" fmla="*/ 17614 h 598991"/>
                  <a:gd name="connsiteX0" fmla="*/ 6624 w 634575"/>
                  <a:gd name="connsiteY0" fmla="*/ 21507 h 602884"/>
                  <a:gd name="connsiteX1" fmla="*/ 213888 w 634575"/>
                  <a:gd name="connsiteY1" fmla="*/ 308019 h 602884"/>
                  <a:gd name="connsiteX2" fmla="*/ 6624 w 634575"/>
                  <a:gd name="connsiteY2" fmla="*/ 600627 h 602884"/>
                  <a:gd name="connsiteX3" fmla="*/ 305328 w 634575"/>
                  <a:gd name="connsiteY3" fmla="*/ 600627 h 602884"/>
                  <a:gd name="connsiteX4" fmla="*/ 634512 w 634575"/>
                  <a:gd name="connsiteY4" fmla="*/ 314115 h 602884"/>
                  <a:gd name="connsiteX5" fmla="*/ 329712 w 634575"/>
                  <a:gd name="connsiteY5" fmla="*/ 51987 h 602884"/>
                  <a:gd name="connsiteX6" fmla="*/ 6624 w 634575"/>
                  <a:gd name="connsiteY6" fmla="*/ 21507 h 602884"/>
                  <a:gd name="connsiteX0" fmla="*/ 6624 w 634575"/>
                  <a:gd name="connsiteY0" fmla="*/ 21507 h 619140"/>
                  <a:gd name="connsiteX1" fmla="*/ 213888 w 634575"/>
                  <a:gd name="connsiteY1" fmla="*/ 308019 h 619140"/>
                  <a:gd name="connsiteX2" fmla="*/ 6624 w 634575"/>
                  <a:gd name="connsiteY2" fmla="*/ 600627 h 619140"/>
                  <a:gd name="connsiteX3" fmla="*/ 305328 w 634575"/>
                  <a:gd name="connsiteY3" fmla="*/ 600627 h 619140"/>
                  <a:gd name="connsiteX4" fmla="*/ 634512 w 634575"/>
                  <a:gd name="connsiteY4" fmla="*/ 314115 h 619140"/>
                  <a:gd name="connsiteX5" fmla="*/ 329712 w 634575"/>
                  <a:gd name="connsiteY5" fmla="*/ 51987 h 619140"/>
                  <a:gd name="connsiteX6" fmla="*/ 6624 w 634575"/>
                  <a:gd name="connsiteY6" fmla="*/ 21507 h 619140"/>
                  <a:gd name="connsiteX0" fmla="*/ 6624 w 634531"/>
                  <a:gd name="connsiteY0" fmla="*/ 21507 h 607159"/>
                  <a:gd name="connsiteX1" fmla="*/ 213888 w 634531"/>
                  <a:gd name="connsiteY1" fmla="*/ 308019 h 607159"/>
                  <a:gd name="connsiteX2" fmla="*/ 6624 w 634531"/>
                  <a:gd name="connsiteY2" fmla="*/ 600627 h 607159"/>
                  <a:gd name="connsiteX3" fmla="*/ 341904 w 634531"/>
                  <a:gd name="connsiteY3" fmla="*/ 582339 h 607159"/>
                  <a:gd name="connsiteX4" fmla="*/ 634512 w 634531"/>
                  <a:gd name="connsiteY4" fmla="*/ 314115 h 607159"/>
                  <a:gd name="connsiteX5" fmla="*/ 329712 w 634531"/>
                  <a:gd name="connsiteY5" fmla="*/ 51987 h 607159"/>
                  <a:gd name="connsiteX6" fmla="*/ 6624 w 634531"/>
                  <a:gd name="connsiteY6" fmla="*/ 21507 h 607159"/>
                  <a:gd name="connsiteX0" fmla="*/ 6624 w 634516"/>
                  <a:gd name="connsiteY0" fmla="*/ 21507 h 600822"/>
                  <a:gd name="connsiteX1" fmla="*/ 213888 w 634516"/>
                  <a:gd name="connsiteY1" fmla="*/ 308019 h 600822"/>
                  <a:gd name="connsiteX2" fmla="*/ 6624 w 634516"/>
                  <a:gd name="connsiteY2" fmla="*/ 600627 h 600822"/>
                  <a:gd name="connsiteX3" fmla="*/ 335808 w 634516"/>
                  <a:gd name="connsiteY3" fmla="*/ 564051 h 600822"/>
                  <a:gd name="connsiteX4" fmla="*/ 634512 w 634516"/>
                  <a:gd name="connsiteY4" fmla="*/ 314115 h 600822"/>
                  <a:gd name="connsiteX5" fmla="*/ 329712 w 634516"/>
                  <a:gd name="connsiteY5" fmla="*/ 51987 h 600822"/>
                  <a:gd name="connsiteX6" fmla="*/ 6624 w 634516"/>
                  <a:gd name="connsiteY6" fmla="*/ 21507 h 600822"/>
                  <a:gd name="connsiteX0" fmla="*/ 6624 w 634516"/>
                  <a:gd name="connsiteY0" fmla="*/ 20598 h 599913"/>
                  <a:gd name="connsiteX1" fmla="*/ 213888 w 634516"/>
                  <a:gd name="connsiteY1" fmla="*/ 307110 h 599913"/>
                  <a:gd name="connsiteX2" fmla="*/ 6624 w 634516"/>
                  <a:gd name="connsiteY2" fmla="*/ 599718 h 599913"/>
                  <a:gd name="connsiteX3" fmla="*/ 335808 w 634516"/>
                  <a:gd name="connsiteY3" fmla="*/ 563142 h 599913"/>
                  <a:gd name="connsiteX4" fmla="*/ 634512 w 634516"/>
                  <a:gd name="connsiteY4" fmla="*/ 313206 h 599913"/>
                  <a:gd name="connsiteX5" fmla="*/ 329712 w 634516"/>
                  <a:gd name="connsiteY5" fmla="*/ 51078 h 599913"/>
                  <a:gd name="connsiteX6" fmla="*/ 6624 w 634516"/>
                  <a:gd name="connsiteY6" fmla="*/ 20598 h 599913"/>
                  <a:gd name="connsiteX0" fmla="*/ 6624 w 634516"/>
                  <a:gd name="connsiteY0" fmla="*/ 22407 h 601722"/>
                  <a:gd name="connsiteX1" fmla="*/ 213888 w 634516"/>
                  <a:gd name="connsiteY1" fmla="*/ 308919 h 601722"/>
                  <a:gd name="connsiteX2" fmla="*/ 6624 w 634516"/>
                  <a:gd name="connsiteY2" fmla="*/ 601527 h 601722"/>
                  <a:gd name="connsiteX3" fmla="*/ 335808 w 634516"/>
                  <a:gd name="connsiteY3" fmla="*/ 564951 h 601722"/>
                  <a:gd name="connsiteX4" fmla="*/ 634512 w 634516"/>
                  <a:gd name="connsiteY4" fmla="*/ 315015 h 601722"/>
                  <a:gd name="connsiteX5" fmla="*/ 329712 w 634516"/>
                  <a:gd name="connsiteY5" fmla="*/ 52887 h 601722"/>
                  <a:gd name="connsiteX6" fmla="*/ 6624 w 634516"/>
                  <a:gd name="connsiteY6" fmla="*/ 22407 h 601722"/>
                  <a:gd name="connsiteX0" fmla="*/ 6624 w 634516"/>
                  <a:gd name="connsiteY0" fmla="*/ 8163 h 587478"/>
                  <a:gd name="connsiteX1" fmla="*/ 213888 w 634516"/>
                  <a:gd name="connsiteY1" fmla="*/ 294675 h 587478"/>
                  <a:gd name="connsiteX2" fmla="*/ 6624 w 634516"/>
                  <a:gd name="connsiteY2" fmla="*/ 587283 h 587478"/>
                  <a:gd name="connsiteX3" fmla="*/ 335808 w 634516"/>
                  <a:gd name="connsiteY3" fmla="*/ 550707 h 587478"/>
                  <a:gd name="connsiteX4" fmla="*/ 634512 w 634516"/>
                  <a:gd name="connsiteY4" fmla="*/ 300771 h 587478"/>
                  <a:gd name="connsiteX5" fmla="*/ 329712 w 634516"/>
                  <a:gd name="connsiteY5" fmla="*/ 38643 h 587478"/>
                  <a:gd name="connsiteX6" fmla="*/ 6624 w 634516"/>
                  <a:gd name="connsiteY6" fmla="*/ 8163 h 587478"/>
                  <a:gd name="connsiteX0" fmla="*/ 6288 w 634180"/>
                  <a:gd name="connsiteY0" fmla="*/ 8163 h 587686"/>
                  <a:gd name="connsiteX1" fmla="*/ 213552 w 634180"/>
                  <a:gd name="connsiteY1" fmla="*/ 294675 h 587686"/>
                  <a:gd name="connsiteX2" fmla="*/ 6288 w 634180"/>
                  <a:gd name="connsiteY2" fmla="*/ 587283 h 587686"/>
                  <a:gd name="connsiteX3" fmla="*/ 335472 w 634180"/>
                  <a:gd name="connsiteY3" fmla="*/ 550707 h 587686"/>
                  <a:gd name="connsiteX4" fmla="*/ 634176 w 634180"/>
                  <a:gd name="connsiteY4" fmla="*/ 300771 h 587686"/>
                  <a:gd name="connsiteX5" fmla="*/ 329376 w 634180"/>
                  <a:gd name="connsiteY5" fmla="*/ 38643 h 587686"/>
                  <a:gd name="connsiteX6" fmla="*/ 6288 w 634180"/>
                  <a:gd name="connsiteY6" fmla="*/ 8163 h 587686"/>
                  <a:gd name="connsiteX0" fmla="*/ 6288 w 634211"/>
                  <a:gd name="connsiteY0" fmla="*/ 8163 h 587686"/>
                  <a:gd name="connsiteX1" fmla="*/ 213552 w 634211"/>
                  <a:gd name="connsiteY1" fmla="*/ 294675 h 587686"/>
                  <a:gd name="connsiteX2" fmla="*/ 6288 w 634211"/>
                  <a:gd name="connsiteY2" fmla="*/ 587283 h 587686"/>
                  <a:gd name="connsiteX3" fmla="*/ 335472 w 634211"/>
                  <a:gd name="connsiteY3" fmla="*/ 550707 h 587686"/>
                  <a:gd name="connsiteX4" fmla="*/ 634176 w 634211"/>
                  <a:gd name="connsiteY4" fmla="*/ 300771 h 587686"/>
                  <a:gd name="connsiteX5" fmla="*/ 329376 w 634211"/>
                  <a:gd name="connsiteY5" fmla="*/ 38643 h 587686"/>
                  <a:gd name="connsiteX6" fmla="*/ 6288 w 634211"/>
                  <a:gd name="connsiteY6" fmla="*/ 8163 h 587686"/>
                  <a:gd name="connsiteX0" fmla="*/ 6288 w 634286"/>
                  <a:gd name="connsiteY0" fmla="*/ 8163 h 587686"/>
                  <a:gd name="connsiteX1" fmla="*/ 213552 w 634286"/>
                  <a:gd name="connsiteY1" fmla="*/ 294675 h 587686"/>
                  <a:gd name="connsiteX2" fmla="*/ 6288 w 634286"/>
                  <a:gd name="connsiteY2" fmla="*/ 587283 h 587686"/>
                  <a:gd name="connsiteX3" fmla="*/ 335472 w 634286"/>
                  <a:gd name="connsiteY3" fmla="*/ 550707 h 587686"/>
                  <a:gd name="connsiteX4" fmla="*/ 634176 w 634286"/>
                  <a:gd name="connsiteY4" fmla="*/ 300771 h 587686"/>
                  <a:gd name="connsiteX5" fmla="*/ 329376 w 634286"/>
                  <a:gd name="connsiteY5" fmla="*/ 38643 h 587686"/>
                  <a:gd name="connsiteX6" fmla="*/ 6288 w 634286"/>
                  <a:gd name="connsiteY6" fmla="*/ 8163 h 587686"/>
                  <a:gd name="connsiteX0" fmla="*/ 6288 w 634286"/>
                  <a:gd name="connsiteY0" fmla="*/ 4816 h 584339"/>
                  <a:gd name="connsiteX1" fmla="*/ 213552 w 634286"/>
                  <a:gd name="connsiteY1" fmla="*/ 291328 h 584339"/>
                  <a:gd name="connsiteX2" fmla="*/ 6288 w 634286"/>
                  <a:gd name="connsiteY2" fmla="*/ 583936 h 584339"/>
                  <a:gd name="connsiteX3" fmla="*/ 335472 w 634286"/>
                  <a:gd name="connsiteY3" fmla="*/ 547360 h 584339"/>
                  <a:gd name="connsiteX4" fmla="*/ 634176 w 634286"/>
                  <a:gd name="connsiteY4" fmla="*/ 297424 h 584339"/>
                  <a:gd name="connsiteX5" fmla="*/ 329376 w 634286"/>
                  <a:gd name="connsiteY5" fmla="*/ 35296 h 584339"/>
                  <a:gd name="connsiteX6" fmla="*/ 6288 w 634286"/>
                  <a:gd name="connsiteY6" fmla="*/ 4816 h 584339"/>
                  <a:gd name="connsiteX0" fmla="*/ 6288 w 634210"/>
                  <a:gd name="connsiteY0" fmla="*/ 14826 h 594349"/>
                  <a:gd name="connsiteX1" fmla="*/ 213552 w 634210"/>
                  <a:gd name="connsiteY1" fmla="*/ 301338 h 594349"/>
                  <a:gd name="connsiteX2" fmla="*/ 6288 w 634210"/>
                  <a:gd name="connsiteY2" fmla="*/ 593946 h 594349"/>
                  <a:gd name="connsiteX3" fmla="*/ 335472 w 634210"/>
                  <a:gd name="connsiteY3" fmla="*/ 557370 h 594349"/>
                  <a:gd name="connsiteX4" fmla="*/ 634176 w 634210"/>
                  <a:gd name="connsiteY4" fmla="*/ 307434 h 594349"/>
                  <a:gd name="connsiteX5" fmla="*/ 353545 w 634210"/>
                  <a:gd name="connsiteY5" fmla="*/ 57390 h 594349"/>
                  <a:gd name="connsiteX6" fmla="*/ 6288 w 634210"/>
                  <a:gd name="connsiteY6" fmla="*/ 14826 h 594349"/>
                  <a:gd name="connsiteX0" fmla="*/ 6288 w 634210"/>
                  <a:gd name="connsiteY0" fmla="*/ 4846 h 584369"/>
                  <a:gd name="connsiteX1" fmla="*/ 213552 w 634210"/>
                  <a:gd name="connsiteY1" fmla="*/ 291358 h 584369"/>
                  <a:gd name="connsiteX2" fmla="*/ 6288 w 634210"/>
                  <a:gd name="connsiteY2" fmla="*/ 583966 h 584369"/>
                  <a:gd name="connsiteX3" fmla="*/ 335472 w 634210"/>
                  <a:gd name="connsiteY3" fmla="*/ 547390 h 584369"/>
                  <a:gd name="connsiteX4" fmla="*/ 634176 w 634210"/>
                  <a:gd name="connsiteY4" fmla="*/ 297454 h 584369"/>
                  <a:gd name="connsiteX5" fmla="*/ 353545 w 634210"/>
                  <a:gd name="connsiteY5" fmla="*/ 47410 h 584369"/>
                  <a:gd name="connsiteX6" fmla="*/ 6288 w 634210"/>
                  <a:gd name="connsiteY6" fmla="*/ 4846 h 584369"/>
                  <a:gd name="connsiteX0" fmla="*/ 6288 w 634210"/>
                  <a:gd name="connsiteY0" fmla="*/ 4415 h 583938"/>
                  <a:gd name="connsiteX1" fmla="*/ 213552 w 634210"/>
                  <a:gd name="connsiteY1" fmla="*/ 290927 h 583938"/>
                  <a:gd name="connsiteX2" fmla="*/ 6288 w 634210"/>
                  <a:gd name="connsiteY2" fmla="*/ 583535 h 583938"/>
                  <a:gd name="connsiteX3" fmla="*/ 335472 w 634210"/>
                  <a:gd name="connsiteY3" fmla="*/ 546959 h 583938"/>
                  <a:gd name="connsiteX4" fmla="*/ 634176 w 634210"/>
                  <a:gd name="connsiteY4" fmla="*/ 297023 h 583938"/>
                  <a:gd name="connsiteX5" fmla="*/ 353545 w 634210"/>
                  <a:gd name="connsiteY5" fmla="*/ 46979 h 583938"/>
                  <a:gd name="connsiteX6" fmla="*/ 6288 w 634210"/>
                  <a:gd name="connsiteY6" fmla="*/ 4415 h 583938"/>
                  <a:gd name="connsiteX0" fmla="*/ 6288 w 634210"/>
                  <a:gd name="connsiteY0" fmla="*/ 5419 h 584942"/>
                  <a:gd name="connsiteX1" fmla="*/ 213552 w 634210"/>
                  <a:gd name="connsiteY1" fmla="*/ 291931 h 584942"/>
                  <a:gd name="connsiteX2" fmla="*/ 6288 w 634210"/>
                  <a:gd name="connsiteY2" fmla="*/ 584539 h 584942"/>
                  <a:gd name="connsiteX3" fmla="*/ 335472 w 634210"/>
                  <a:gd name="connsiteY3" fmla="*/ 547963 h 584942"/>
                  <a:gd name="connsiteX4" fmla="*/ 634176 w 634210"/>
                  <a:gd name="connsiteY4" fmla="*/ 298027 h 584942"/>
                  <a:gd name="connsiteX5" fmla="*/ 353545 w 634210"/>
                  <a:gd name="connsiteY5" fmla="*/ 47983 h 584942"/>
                  <a:gd name="connsiteX6" fmla="*/ 6288 w 634210"/>
                  <a:gd name="connsiteY6" fmla="*/ 5419 h 584942"/>
                  <a:gd name="connsiteX0" fmla="*/ 6288 w 634218"/>
                  <a:gd name="connsiteY0" fmla="*/ 7646 h 587169"/>
                  <a:gd name="connsiteX1" fmla="*/ 213552 w 634218"/>
                  <a:gd name="connsiteY1" fmla="*/ 294158 h 587169"/>
                  <a:gd name="connsiteX2" fmla="*/ 6288 w 634218"/>
                  <a:gd name="connsiteY2" fmla="*/ 586766 h 587169"/>
                  <a:gd name="connsiteX3" fmla="*/ 335472 w 634218"/>
                  <a:gd name="connsiteY3" fmla="*/ 550190 h 587169"/>
                  <a:gd name="connsiteX4" fmla="*/ 634176 w 634218"/>
                  <a:gd name="connsiteY4" fmla="*/ 300254 h 587169"/>
                  <a:gd name="connsiteX5" fmla="*/ 353545 w 634218"/>
                  <a:gd name="connsiteY5" fmla="*/ 50210 h 587169"/>
                  <a:gd name="connsiteX6" fmla="*/ 6288 w 634218"/>
                  <a:gd name="connsiteY6" fmla="*/ 7646 h 587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4218" h="587169">
                    <a:moveTo>
                      <a:pt x="6288" y="7646"/>
                    </a:moveTo>
                    <a:cubicBezTo>
                      <a:pt x="-1402" y="17865"/>
                      <a:pt x="197440" y="80821"/>
                      <a:pt x="213552" y="294158"/>
                    </a:cubicBezTo>
                    <a:cubicBezTo>
                      <a:pt x="229664" y="507495"/>
                      <a:pt x="-44512" y="593878"/>
                      <a:pt x="6288" y="586766"/>
                    </a:cubicBezTo>
                    <a:cubicBezTo>
                      <a:pt x="105856" y="586766"/>
                      <a:pt x="200344" y="591846"/>
                      <a:pt x="335472" y="550190"/>
                    </a:cubicBezTo>
                    <a:cubicBezTo>
                      <a:pt x="470600" y="508534"/>
                      <a:pt x="631164" y="383584"/>
                      <a:pt x="634176" y="300254"/>
                    </a:cubicBezTo>
                    <a:cubicBezTo>
                      <a:pt x="637188" y="216924"/>
                      <a:pt x="479500" y="97260"/>
                      <a:pt x="353545" y="50210"/>
                    </a:cubicBezTo>
                    <a:cubicBezTo>
                      <a:pt x="227590" y="3160"/>
                      <a:pt x="19803" y="-10314"/>
                      <a:pt x="6288" y="7646"/>
                    </a:cubicBezTo>
                    <a:close/>
                  </a:path>
                </a:pathLst>
              </a:custGeom>
              <a:solidFill>
                <a:schemeClr val="bg1"/>
              </a:solidFill>
              <a:ln w="38100"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r"/>
                <a:endParaRPr lang="en-CN">
                  <a:latin typeface="Times New Roman" panose="02020603050405020304" pitchFamily="18" charset="0"/>
                  <a:cs typeface="Times New Roman" panose="02020603050405020304" pitchFamily="18" charset="0"/>
                </a:endParaRPr>
              </a:p>
            </p:txBody>
          </p:sp>
          <p:sp>
            <p:nvSpPr>
              <p:cNvPr id="94" name="Freeform 93">
                <a:extLst>
                  <a:ext uri="{FF2B5EF4-FFF2-40B4-BE49-F238E27FC236}">
                    <a16:creationId xmlns:a16="http://schemas.microsoft.com/office/drawing/2014/main" id="{888E62E4-8F70-4248-BB82-CA2734EB841F}"/>
                  </a:ext>
                </a:extLst>
              </p:cNvPr>
              <p:cNvSpPr/>
              <p:nvPr/>
            </p:nvSpPr>
            <p:spPr bwMode="auto">
              <a:xfrm>
                <a:off x="6470670" y="5701318"/>
                <a:ext cx="223789" cy="531264"/>
              </a:xfrm>
              <a:custGeom>
                <a:avLst/>
                <a:gdLst>
                  <a:gd name="connsiteX0" fmla="*/ 0 w 195378"/>
                  <a:gd name="connsiteY0" fmla="*/ 0 h 541538"/>
                  <a:gd name="connsiteX1" fmla="*/ 195308 w 195378"/>
                  <a:gd name="connsiteY1" fmla="*/ 257452 h 541538"/>
                  <a:gd name="connsiteX2" fmla="*/ 17755 w 195378"/>
                  <a:gd name="connsiteY2" fmla="*/ 541538 h 541538"/>
                  <a:gd name="connsiteX0" fmla="*/ 2793 w 198102"/>
                  <a:gd name="connsiteY0" fmla="*/ 0 h 531264"/>
                  <a:gd name="connsiteX1" fmla="*/ 198101 w 198102"/>
                  <a:gd name="connsiteY1" fmla="*/ 257452 h 531264"/>
                  <a:gd name="connsiteX2" fmla="*/ 0 w 198102"/>
                  <a:gd name="connsiteY2" fmla="*/ 531264 h 531264"/>
                  <a:gd name="connsiteX0" fmla="*/ 2793 w 223788"/>
                  <a:gd name="connsiteY0" fmla="*/ 0 h 531264"/>
                  <a:gd name="connsiteX1" fmla="*/ 223787 w 223788"/>
                  <a:gd name="connsiteY1" fmla="*/ 262589 h 531264"/>
                  <a:gd name="connsiteX2" fmla="*/ 0 w 223788"/>
                  <a:gd name="connsiteY2" fmla="*/ 531264 h 531264"/>
                  <a:gd name="connsiteX0" fmla="*/ 2793 w 223902"/>
                  <a:gd name="connsiteY0" fmla="*/ 0 h 531264"/>
                  <a:gd name="connsiteX1" fmla="*/ 223787 w 223902"/>
                  <a:gd name="connsiteY1" fmla="*/ 262589 h 531264"/>
                  <a:gd name="connsiteX2" fmla="*/ 0 w 223902"/>
                  <a:gd name="connsiteY2" fmla="*/ 531264 h 531264"/>
                  <a:gd name="connsiteX0" fmla="*/ 2793 w 223934"/>
                  <a:gd name="connsiteY0" fmla="*/ 0 h 531264"/>
                  <a:gd name="connsiteX1" fmla="*/ 223787 w 223934"/>
                  <a:gd name="connsiteY1" fmla="*/ 262589 h 531264"/>
                  <a:gd name="connsiteX2" fmla="*/ 0 w 223934"/>
                  <a:gd name="connsiteY2" fmla="*/ 531264 h 531264"/>
                  <a:gd name="connsiteX0" fmla="*/ 2793 w 223927"/>
                  <a:gd name="connsiteY0" fmla="*/ 0 h 531264"/>
                  <a:gd name="connsiteX1" fmla="*/ 223787 w 223927"/>
                  <a:gd name="connsiteY1" fmla="*/ 262589 h 531264"/>
                  <a:gd name="connsiteX2" fmla="*/ 0 w 223927"/>
                  <a:gd name="connsiteY2" fmla="*/ 531264 h 531264"/>
                  <a:gd name="connsiteX0" fmla="*/ 2793 w 223927"/>
                  <a:gd name="connsiteY0" fmla="*/ 0 h 531264"/>
                  <a:gd name="connsiteX1" fmla="*/ 223787 w 223927"/>
                  <a:gd name="connsiteY1" fmla="*/ 262589 h 531264"/>
                  <a:gd name="connsiteX2" fmla="*/ 0 w 223927"/>
                  <a:gd name="connsiteY2" fmla="*/ 531264 h 531264"/>
                  <a:gd name="connsiteX0" fmla="*/ 2793 w 223789"/>
                  <a:gd name="connsiteY0" fmla="*/ 0 h 531264"/>
                  <a:gd name="connsiteX1" fmla="*/ 223787 w 223789"/>
                  <a:gd name="connsiteY1" fmla="*/ 262589 h 531264"/>
                  <a:gd name="connsiteX2" fmla="*/ 0 w 223789"/>
                  <a:gd name="connsiteY2" fmla="*/ 531264 h 531264"/>
                </a:gdLst>
                <a:ahLst/>
                <a:cxnLst>
                  <a:cxn ang="0">
                    <a:pos x="connsiteX0" y="connsiteY0"/>
                  </a:cxn>
                  <a:cxn ang="0">
                    <a:pos x="connsiteX1" y="connsiteY1"/>
                  </a:cxn>
                  <a:cxn ang="0">
                    <a:pos x="connsiteX2" y="connsiteY2"/>
                  </a:cxn>
                </a:cxnLst>
                <a:rect l="l" t="t" r="r" b="b"/>
                <a:pathLst>
                  <a:path w="223789" h="531264">
                    <a:moveTo>
                      <a:pt x="2793" y="0"/>
                    </a:moveTo>
                    <a:cubicBezTo>
                      <a:pt x="145200" y="83598"/>
                      <a:pt x="224252" y="153497"/>
                      <a:pt x="223787" y="262589"/>
                    </a:cubicBezTo>
                    <a:cubicBezTo>
                      <a:pt x="223322" y="371681"/>
                      <a:pt x="115941" y="460034"/>
                      <a:pt x="0" y="531264"/>
                    </a:cubicBezTo>
                  </a:path>
                </a:pathLst>
              </a:custGeom>
              <a:no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grpSp>
        <p:sp>
          <p:nvSpPr>
            <p:cNvPr id="95" name="TextBox 94">
              <a:extLst>
                <a:ext uri="{FF2B5EF4-FFF2-40B4-BE49-F238E27FC236}">
                  <a16:creationId xmlns:a16="http://schemas.microsoft.com/office/drawing/2014/main" id="{8E948E70-6127-C345-B63B-F2CEFEC6CD36}"/>
                </a:ext>
              </a:extLst>
            </p:cNvPr>
            <p:cNvSpPr txBox="1"/>
            <p:nvPr/>
          </p:nvSpPr>
          <p:spPr>
            <a:xfrm>
              <a:off x="5998594" y="4583985"/>
              <a:ext cx="389850" cy="369332"/>
            </a:xfrm>
            <a:prstGeom prst="rect">
              <a:avLst/>
            </a:prstGeom>
            <a:noFill/>
          </p:spPr>
          <p:txBody>
            <a:bodyPr wrap="none" rtlCol="0">
              <a:spAutoFit/>
            </a:bodyPr>
            <a:lstStyle/>
            <a:p>
              <a:r>
                <a:rPr lang="en-CN" dirty="0">
                  <a:latin typeface="Times New Roman" panose="02020603050405020304" pitchFamily="18" charset="0"/>
                  <a:cs typeface="Times New Roman" panose="02020603050405020304" pitchFamily="18" charset="0"/>
                </a:rPr>
                <a:t>Pi</a:t>
              </a:r>
            </a:p>
          </p:txBody>
        </p:sp>
        <p:sp>
          <p:nvSpPr>
            <p:cNvPr id="96" name="TextBox 95">
              <a:extLst>
                <a:ext uri="{FF2B5EF4-FFF2-40B4-BE49-F238E27FC236}">
                  <a16:creationId xmlns:a16="http://schemas.microsoft.com/office/drawing/2014/main" id="{E1B1E9D1-CE32-1F45-B078-E7B717643210}"/>
                </a:ext>
              </a:extLst>
            </p:cNvPr>
            <p:cNvSpPr txBox="1"/>
            <p:nvPr/>
          </p:nvSpPr>
          <p:spPr>
            <a:xfrm>
              <a:off x="5998594" y="4949123"/>
              <a:ext cx="402674" cy="369332"/>
            </a:xfrm>
            <a:prstGeom prst="rect">
              <a:avLst/>
            </a:prstGeom>
            <a:noFill/>
          </p:spPr>
          <p:txBody>
            <a:bodyPr wrap="none" rtlCol="0">
              <a:spAutoFit/>
            </a:bodyPr>
            <a:lstStyle/>
            <a:p>
              <a:r>
                <a:rPr lang="en-CN" dirty="0">
                  <a:latin typeface="Times New Roman" panose="02020603050405020304" pitchFamily="18" charset="0"/>
                  <a:cs typeface="Times New Roman" panose="02020603050405020304" pitchFamily="18" charset="0"/>
                </a:rPr>
                <a:t>Ci</a:t>
              </a:r>
            </a:p>
          </p:txBody>
        </p:sp>
        <p:sp>
          <p:nvSpPr>
            <p:cNvPr id="97" name="TextBox 96">
              <a:extLst>
                <a:ext uri="{FF2B5EF4-FFF2-40B4-BE49-F238E27FC236}">
                  <a16:creationId xmlns:a16="http://schemas.microsoft.com/office/drawing/2014/main" id="{BAA63995-313D-5B48-BC37-64D640C3C126}"/>
                </a:ext>
              </a:extLst>
            </p:cNvPr>
            <p:cNvSpPr txBox="1"/>
            <p:nvPr/>
          </p:nvSpPr>
          <p:spPr>
            <a:xfrm>
              <a:off x="8170029" y="4785750"/>
              <a:ext cx="389850" cy="369332"/>
            </a:xfrm>
            <a:prstGeom prst="rect">
              <a:avLst/>
            </a:prstGeom>
            <a:noFill/>
          </p:spPr>
          <p:txBody>
            <a:bodyPr wrap="none" rtlCol="0">
              <a:spAutoFit/>
            </a:bodyPr>
            <a:lstStyle/>
            <a:p>
              <a:r>
                <a:rPr lang="en-CN" dirty="0">
                  <a:latin typeface="Times New Roman" panose="02020603050405020304" pitchFamily="18" charset="0"/>
                  <a:cs typeface="Times New Roman" panose="02020603050405020304" pitchFamily="18" charset="0"/>
                </a:rPr>
                <a:t>Si</a:t>
              </a:r>
            </a:p>
          </p:txBody>
        </p:sp>
        <p:grpSp>
          <p:nvGrpSpPr>
            <p:cNvPr id="57" name="Group 56">
              <a:extLst>
                <a:ext uri="{FF2B5EF4-FFF2-40B4-BE49-F238E27FC236}">
                  <a16:creationId xmlns:a16="http://schemas.microsoft.com/office/drawing/2014/main" id="{5E728D59-F8B2-8242-A6D9-14BD1F805F95}"/>
                </a:ext>
              </a:extLst>
            </p:cNvPr>
            <p:cNvGrpSpPr/>
            <p:nvPr/>
          </p:nvGrpSpPr>
          <p:grpSpPr>
            <a:xfrm>
              <a:off x="6627175" y="5445342"/>
              <a:ext cx="1080803" cy="576063"/>
              <a:chOff x="3614655" y="5594843"/>
              <a:chExt cx="1080803" cy="576063"/>
            </a:xfrm>
          </p:grpSpPr>
          <p:sp>
            <p:nvSpPr>
              <p:cNvPr id="59" name="Round Same Side Corner Rectangle 58">
                <a:extLst>
                  <a:ext uri="{FF2B5EF4-FFF2-40B4-BE49-F238E27FC236}">
                    <a16:creationId xmlns:a16="http://schemas.microsoft.com/office/drawing/2014/main" id="{835D1AF8-4811-7D41-B737-94B1A8E88748}"/>
                  </a:ext>
                </a:extLst>
              </p:cNvPr>
              <p:cNvSpPr/>
              <p:nvPr/>
            </p:nvSpPr>
            <p:spPr bwMode="auto">
              <a:xfrm rot="5400000">
                <a:off x="4093388" y="5568837"/>
                <a:ext cx="576063" cy="628076"/>
              </a:xfrm>
              <a:prstGeom prst="round2SameRect">
                <a:avLst>
                  <a:gd name="adj1" fmla="val 50000"/>
                  <a:gd name="adj2" fmla="val 0"/>
                </a:avLst>
              </a:prstGeom>
              <a:solidFill>
                <a:schemeClr val="bg1"/>
              </a:solidFill>
              <a:ln w="38100"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r"/>
                <a:endParaRPr lang="en-CN">
                  <a:latin typeface="Times New Roman" panose="02020603050405020304" pitchFamily="18" charset="0"/>
                  <a:cs typeface="Times New Roman" panose="02020603050405020304" pitchFamily="18" charset="0"/>
                </a:endParaRPr>
              </a:p>
            </p:txBody>
          </p:sp>
          <p:cxnSp>
            <p:nvCxnSpPr>
              <p:cNvPr id="61" name="Straight Connector 60">
                <a:extLst>
                  <a:ext uri="{FF2B5EF4-FFF2-40B4-BE49-F238E27FC236}">
                    <a16:creationId xmlns:a16="http://schemas.microsoft.com/office/drawing/2014/main" id="{1D6B907E-4CEB-CC47-973C-98221D914D74}"/>
                  </a:ext>
                </a:extLst>
              </p:cNvPr>
              <p:cNvCxnSpPr>
                <a:cxnSpLocks/>
              </p:cNvCxnSpPr>
              <p:nvPr/>
            </p:nvCxnSpPr>
            <p:spPr bwMode="auto">
              <a:xfrm>
                <a:off x="3798556" y="5733256"/>
                <a:ext cx="286071"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63" name="Straight Connector 62">
                <a:extLst>
                  <a:ext uri="{FF2B5EF4-FFF2-40B4-BE49-F238E27FC236}">
                    <a16:creationId xmlns:a16="http://schemas.microsoft.com/office/drawing/2014/main" id="{AD11CB73-DD00-9A42-BA7E-C6DD5F3BDF97}"/>
                  </a:ext>
                </a:extLst>
              </p:cNvPr>
              <p:cNvCxnSpPr>
                <a:cxnSpLocks/>
              </p:cNvCxnSpPr>
              <p:nvPr/>
            </p:nvCxnSpPr>
            <p:spPr bwMode="auto">
              <a:xfrm>
                <a:off x="3614655" y="6026832"/>
                <a:ext cx="469972"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grpSp>
        <p:grpSp>
          <p:nvGrpSpPr>
            <p:cNvPr id="64" name="Group 63">
              <a:extLst>
                <a:ext uri="{FF2B5EF4-FFF2-40B4-BE49-F238E27FC236}">
                  <a16:creationId xmlns:a16="http://schemas.microsoft.com/office/drawing/2014/main" id="{F0E449F8-B2F2-5842-9BFF-52B132D2BC42}"/>
                </a:ext>
              </a:extLst>
            </p:cNvPr>
            <p:cNvGrpSpPr>
              <a:grpSpLocks noChangeAspect="1"/>
            </p:cNvGrpSpPr>
            <p:nvPr/>
          </p:nvGrpSpPr>
          <p:grpSpPr>
            <a:xfrm>
              <a:off x="6401268" y="5741745"/>
              <a:ext cx="2127667" cy="587169"/>
              <a:chOff x="5280924" y="5655686"/>
              <a:chExt cx="2127667" cy="587169"/>
            </a:xfrm>
          </p:grpSpPr>
          <p:cxnSp>
            <p:nvCxnSpPr>
              <p:cNvPr id="65" name="Straight Connector 64">
                <a:extLst>
                  <a:ext uri="{FF2B5EF4-FFF2-40B4-BE49-F238E27FC236}">
                    <a16:creationId xmlns:a16="http://schemas.microsoft.com/office/drawing/2014/main" id="{1E4794C6-8231-6D42-8E12-7C97D5FD3167}"/>
                  </a:ext>
                </a:extLst>
              </p:cNvPr>
              <p:cNvCxnSpPr>
                <a:cxnSpLocks/>
              </p:cNvCxnSpPr>
              <p:nvPr/>
            </p:nvCxnSpPr>
            <p:spPr bwMode="auto">
              <a:xfrm>
                <a:off x="7208898" y="5945946"/>
                <a:ext cx="199693"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67" name="Straight Connector 66">
                <a:extLst>
                  <a:ext uri="{FF2B5EF4-FFF2-40B4-BE49-F238E27FC236}">
                    <a16:creationId xmlns:a16="http://schemas.microsoft.com/office/drawing/2014/main" id="{07674916-1B30-B644-9220-D8EC05BE6ADC}"/>
                  </a:ext>
                </a:extLst>
              </p:cNvPr>
              <p:cNvCxnSpPr>
                <a:cxnSpLocks/>
              </p:cNvCxnSpPr>
              <p:nvPr/>
            </p:nvCxnSpPr>
            <p:spPr bwMode="auto">
              <a:xfrm>
                <a:off x="5280924" y="6089904"/>
                <a:ext cx="1480288"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68" name="Freeform 67">
                <a:extLst>
                  <a:ext uri="{FF2B5EF4-FFF2-40B4-BE49-F238E27FC236}">
                    <a16:creationId xmlns:a16="http://schemas.microsoft.com/office/drawing/2014/main" id="{911F791E-16A4-E444-8150-435A8E3BCBFA}"/>
                  </a:ext>
                </a:extLst>
              </p:cNvPr>
              <p:cNvSpPr/>
              <p:nvPr/>
            </p:nvSpPr>
            <p:spPr bwMode="auto">
              <a:xfrm>
                <a:off x="6574688" y="5655686"/>
                <a:ext cx="634218" cy="587169"/>
              </a:xfrm>
              <a:custGeom>
                <a:avLst/>
                <a:gdLst>
                  <a:gd name="connsiteX0" fmla="*/ 0 w 627888"/>
                  <a:gd name="connsiteY0" fmla="*/ 0 h 579120"/>
                  <a:gd name="connsiteX1" fmla="*/ 207264 w 627888"/>
                  <a:gd name="connsiteY1" fmla="*/ 286512 h 579120"/>
                  <a:gd name="connsiteX2" fmla="*/ 0 w 627888"/>
                  <a:gd name="connsiteY2" fmla="*/ 579120 h 579120"/>
                  <a:gd name="connsiteX3" fmla="*/ 365760 w 627888"/>
                  <a:gd name="connsiteY3" fmla="*/ 573024 h 579120"/>
                  <a:gd name="connsiteX4" fmla="*/ 627888 w 627888"/>
                  <a:gd name="connsiteY4" fmla="*/ 292608 h 579120"/>
                  <a:gd name="connsiteX5" fmla="*/ 390144 w 627888"/>
                  <a:gd name="connsiteY5" fmla="*/ 6096 h 579120"/>
                  <a:gd name="connsiteX6" fmla="*/ 0 w 627888"/>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46520"/>
                  <a:gd name="connsiteY0" fmla="*/ 0 h 579120"/>
                  <a:gd name="connsiteX1" fmla="*/ 209962 w 646520"/>
                  <a:gd name="connsiteY1" fmla="*/ 286512 h 579120"/>
                  <a:gd name="connsiteX2" fmla="*/ 2698 w 646520"/>
                  <a:gd name="connsiteY2" fmla="*/ 579120 h 579120"/>
                  <a:gd name="connsiteX3" fmla="*/ 368458 w 646520"/>
                  <a:gd name="connsiteY3" fmla="*/ 573024 h 579120"/>
                  <a:gd name="connsiteX4" fmla="*/ 630586 w 646520"/>
                  <a:gd name="connsiteY4" fmla="*/ 292608 h 579120"/>
                  <a:gd name="connsiteX5" fmla="*/ 392842 w 646520"/>
                  <a:gd name="connsiteY5" fmla="*/ 6096 h 579120"/>
                  <a:gd name="connsiteX6" fmla="*/ 2698 w 646520"/>
                  <a:gd name="connsiteY6" fmla="*/ 0 h 579120"/>
                  <a:gd name="connsiteX0" fmla="*/ 2698 w 646520"/>
                  <a:gd name="connsiteY0" fmla="*/ 51141 h 630261"/>
                  <a:gd name="connsiteX1" fmla="*/ 209962 w 646520"/>
                  <a:gd name="connsiteY1" fmla="*/ 337653 h 630261"/>
                  <a:gd name="connsiteX2" fmla="*/ 2698 w 646520"/>
                  <a:gd name="connsiteY2" fmla="*/ 630261 h 630261"/>
                  <a:gd name="connsiteX3" fmla="*/ 368458 w 646520"/>
                  <a:gd name="connsiteY3" fmla="*/ 624165 h 630261"/>
                  <a:gd name="connsiteX4" fmla="*/ 630586 w 646520"/>
                  <a:gd name="connsiteY4" fmla="*/ 343749 h 630261"/>
                  <a:gd name="connsiteX5" fmla="*/ 392842 w 646520"/>
                  <a:gd name="connsiteY5" fmla="*/ 57237 h 630261"/>
                  <a:gd name="connsiteX6" fmla="*/ 2698 w 646520"/>
                  <a:gd name="connsiteY6" fmla="*/ 51141 h 630261"/>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1455 h 600575"/>
                  <a:gd name="connsiteX1" fmla="*/ 209962 w 646520"/>
                  <a:gd name="connsiteY1" fmla="*/ 307967 h 600575"/>
                  <a:gd name="connsiteX2" fmla="*/ 2698 w 646520"/>
                  <a:gd name="connsiteY2" fmla="*/ 600575 h 600575"/>
                  <a:gd name="connsiteX3" fmla="*/ 368458 w 646520"/>
                  <a:gd name="connsiteY3" fmla="*/ 594479 h 600575"/>
                  <a:gd name="connsiteX4" fmla="*/ 630586 w 646520"/>
                  <a:gd name="connsiteY4" fmla="*/ 314063 h 600575"/>
                  <a:gd name="connsiteX5" fmla="*/ 392842 w 646520"/>
                  <a:gd name="connsiteY5" fmla="*/ 27551 h 600575"/>
                  <a:gd name="connsiteX6" fmla="*/ 2698 w 646520"/>
                  <a:gd name="connsiteY6" fmla="*/ 21455 h 600575"/>
                  <a:gd name="connsiteX0" fmla="*/ 2698 w 630586"/>
                  <a:gd name="connsiteY0" fmla="*/ 21455 h 600575"/>
                  <a:gd name="connsiteX1" fmla="*/ 209962 w 630586"/>
                  <a:gd name="connsiteY1" fmla="*/ 307967 h 600575"/>
                  <a:gd name="connsiteX2" fmla="*/ 2698 w 630586"/>
                  <a:gd name="connsiteY2" fmla="*/ 600575 h 600575"/>
                  <a:gd name="connsiteX3" fmla="*/ 368458 w 630586"/>
                  <a:gd name="connsiteY3" fmla="*/ 594479 h 600575"/>
                  <a:gd name="connsiteX4" fmla="*/ 630586 w 630586"/>
                  <a:gd name="connsiteY4" fmla="*/ 314063 h 600575"/>
                  <a:gd name="connsiteX5" fmla="*/ 392842 w 630586"/>
                  <a:gd name="connsiteY5" fmla="*/ 27551 h 600575"/>
                  <a:gd name="connsiteX6" fmla="*/ 2698 w 630586"/>
                  <a:gd name="connsiteY6" fmla="*/ 21455 h 600575"/>
                  <a:gd name="connsiteX0" fmla="*/ 2698 w 631527"/>
                  <a:gd name="connsiteY0" fmla="*/ 21455 h 600575"/>
                  <a:gd name="connsiteX1" fmla="*/ 209962 w 631527"/>
                  <a:gd name="connsiteY1" fmla="*/ 307967 h 600575"/>
                  <a:gd name="connsiteX2" fmla="*/ 2698 w 631527"/>
                  <a:gd name="connsiteY2" fmla="*/ 600575 h 600575"/>
                  <a:gd name="connsiteX3" fmla="*/ 301402 w 631527"/>
                  <a:gd name="connsiteY3" fmla="*/ 600575 h 600575"/>
                  <a:gd name="connsiteX4" fmla="*/ 630586 w 631527"/>
                  <a:gd name="connsiteY4" fmla="*/ 314063 h 600575"/>
                  <a:gd name="connsiteX5" fmla="*/ 392842 w 631527"/>
                  <a:gd name="connsiteY5" fmla="*/ 27551 h 600575"/>
                  <a:gd name="connsiteX6" fmla="*/ 2698 w 631527"/>
                  <a:gd name="connsiteY6" fmla="*/ 21455 h 600575"/>
                  <a:gd name="connsiteX0" fmla="*/ 2698 w 631527"/>
                  <a:gd name="connsiteY0" fmla="*/ 21455 h 602832"/>
                  <a:gd name="connsiteX1" fmla="*/ 209962 w 631527"/>
                  <a:gd name="connsiteY1" fmla="*/ 307967 h 602832"/>
                  <a:gd name="connsiteX2" fmla="*/ 2698 w 631527"/>
                  <a:gd name="connsiteY2" fmla="*/ 600575 h 602832"/>
                  <a:gd name="connsiteX3" fmla="*/ 301402 w 631527"/>
                  <a:gd name="connsiteY3" fmla="*/ 600575 h 602832"/>
                  <a:gd name="connsiteX4" fmla="*/ 630586 w 631527"/>
                  <a:gd name="connsiteY4" fmla="*/ 314063 h 602832"/>
                  <a:gd name="connsiteX5" fmla="*/ 392842 w 631527"/>
                  <a:gd name="connsiteY5" fmla="*/ 27551 h 602832"/>
                  <a:gd name="connsiteX6" fmla="*/ 2698 w 631527"/>
                  <a:gd name="connsiteY6" fmla="*/ 21455 h 602832"/>
                  <a:gd name="connsiteX0" fmla="*/ 2698 w 630586"/>
                  <a:gd name="connsiteY0" fmla="*/ 21455 h 602832"/>
                  <a:gd name="connsiteX1" fmla="*/ 209962 w 630586"/>
                  <a:gd name="connsiteY1" fmla="*/ 307967 h 602832"/>
                  <a:gd name="connsiteX2" fmla="*/ 2698 w 630586"/>
                  <a:gd name="connsiteY2" fmla="*/ 600575 h 602832"/>
                  <a:gd name="connsiteX3" fmla="*/ 301402 w 630586"/>
                  <a:gd name="connsiteY3" fmla="*/ 600575 h 602832"/>
                  <a:gd name="connsiteX4" fmla="*/ 630586 w 630586"/>
                  <a:gd name="connsiteY4" fmla="*/ 314063 h 602832"/>
                  <a:gd name="connsiteX5" fmla="*/ 301402 w 630586"/>
                  <a:gd name="connsiteY5" fmla="*/ 27551 h 602832"/>
                  <a:gd name="connsiteX6" fmla="*/ 2698 w 630586"/>
                  <a:gd name="connsiteY6" fmla="*/ 21455 h 602832"/>
                  <a:gd name="connsiteX0" fmla="*/ 2698 w 630586"/>
                  <a:gd name="connsiteY0" fmla="*/ 20123 h 601500"/>
                  <a:gd name="connsiteX1" fmla="*/ 209962 w 630586"/>
                  <a:gd name="connsiteY1" fmla="*/ 306635 h 601500"/>
                  <a:gd name="connsiteX2" fmla="*/ 2698 w 630586"/>
                  <a:gd name="connsiteY2" fmla="*/ 599243 h 601500"/>
                  <a:gd name="connsiteX3" fmla="*/ 301402 w 630586"/>
                  <a:gd name="connsiteY3" fmla="*/ 599243 h 601500"/>
                  <a:gd name="connsiteX4" fmla="*/ 630586 w 630586"/>
                  <a:gd name="connsiteY4" fmla="*/ 312731 h 601500"/>
                  <a:gd name="connsiteX5" fmla="*/ 301402 w 630586"/>
                  <a:gd name="connsiteY5" fmla="*/ 26219 h 601500"/>
                  <a:gd name="connsiteX6" fmla="*/ 2698 w 630586"/>
                  <a:gd name="connsiteY6" fmla="*/ 20123 h 601500"/>
                  <a:gd name="connsiteX0" fmla="*/ 2146 w 630034"/>
                  <a:gd name="connsiteY0" fmla="*/ 20123 h 601500"/>
                  <a:gd name="connsiteX1" fmla="*/ 209410 w 630034"/>
                  <a:gd name="connsiteY1" fmla="*/ 306635 h 601500"/>
                  <a:gd name="connsiteX2" fmla="*/ 2146 w 630034"/>
                  <a:gd name="connsiteY2" fmla="*/ 599243 h 601500"/>
                  <a:gd name="connsiteX3" fmla="*/ 300850 w 630034"/>
                  <a:gd name="connsiteY3" fmla="*/ 599243 h 601500"/>
                  <a:gd name="connsiteX4" fmla="*/ 630034 w 630034"/>
                  <a:gd name="connsiteY4" fmla="*/ 312731 h 601500"/>
                  <a:gd name="connsiteX5" fmla="*/ 300850 w 630034"/>
                  <a:gd name="connsiteY5" fmla="*/ 26219 h 601500"/>
                  <a:gd name="connsiteX6" fmla="*/ 2146 w 630034"/>
                  <a:gd name="connsiteY6" fmla="*/ 20123 h 601500"/>
                  <a:gd name="connsiteX0" fmla="*/ 6215 w 634103"/>
                  <a:gd name="connsiteY0" fmla="*/ 3947 h 585324"/>
                  <a:gd name="connsiteX1" fmla="*/ 213479 w 634103"/>
                  <a:gd name="connsiteY1" fmla="*/ 290459 h 585324"/>
                  <a:gd name="connsiteX2" fmla="*/ 6215 w 634103"/>
                  <a:gd name="connsiteY2" fmla="*/ 583067 h 585324"/>
                  <a:gd name="connsiteX3" fmla="*/ 304919 w 634103"/>
                  <a:gd name="connsiteY3" fmla="*/ 583067 h 585324"/>
                  <a:gd name="connsiteX4" fmla="*/ 634103 w 634103"/>
                  <a:gd name="connsiteY4" fmla="*/ 296555 h 585324"/>
                  <a:gd name="connsiteX5" fmla="*/ 304919 w 634103"/>
                  <a:gd name="connsiteY5" fmla="*/ 10043 h 585324"/>
                  <a:gd name="connsiteX6" fmla="*/ 6215 w 634103"/>
                  <a:gd name="connsiteY6" fmla="*/ 3947 h 585324"/>
                  <a:gd name="connsiteX0" fmla="*/ 6624 w 634512"/>
                  <a:gd name="connsiteY0" fmla="*/ 3947 h 585324"/>
                  <a:gd name="connsiteX1" fmla="*/ 213888 w 634512"/>
                  <a:gd name="connsiteY1" fmla="*/ 290459 h 585324"/>
                  <a:gd name="connsiteX2" fmla="*/ 6624 w 634512"/>
                  <a:gd name="connsiteY2" fmla="*/ 583067 h 585324"/>
                  <a:gd name="connsiteX3" fmla="*/ 305328 w 634512"/>
                  <a:gd name="connsiteY3" fmla="*/ 583067 h 585324"/>
                  <a:gd name="connsiteX4" fmla="*/ 634512 w 634512"/>
                  <a:gd name="connsiteY4" fmla="*/ 296555 h 585324"/>
                  <a:gd name="connsiteX5" fmla="*/ 305328 w 634512"/>
                  <a:gd name="connsiteY5" fmla="*/ 10043 h 585324"/>
                  <a:gd name="connsiteX6" fmla="*/ 6624 w 634512"/>
                  <a:gd name="connsiteY6" fmla="*/ 3947 h 585324"/>
                  <a:gd name="connsiteX0" fmla="*/ 6624 w 634644"/>
                  <a:gd name="connsiteY0" fmla="*/ 18301 h 599678"/>
                  <a:gd name="connsiteX1" fmla="*/ 213888 w 634644"/>
                  <a:gd name="connsiteY1" fmla="*/ 304813 h 599678"/>
                  <a:gd name="connsiteX2" fmla="*/ 6624 w 634644"/>
                  <a:gd name="connsiteY2" fmla="*/ 597421 h 599678"/>
                  <a:gd name="connsiteX3" fmla="*/ 305328 w 634644"/>
                  <a:gd name="connsiteY3" fmla="*/ 597421 h 599678"/>
                  <a:gd name="connsiteX4" fmla="*/ 634512 w 634644"/>
                  <a:gd name="connsiteY4" fmla="*/ 310909 h 599678"/>
                  <a:gd name="connsiteX5" fmla="*/ 268752 w 634644"/>
                  <a:gd name="connsiteY5" fmla="*/ 30493 h 599678"/>
                  <a:gd name="connsiteX6" fmla="*/ 6624 w 634644"/>
                  <a:gd name="connsiteY6" fmla="*/ 18301 h 599678"/>
                  <a:gd name="connsiteX0" fmla="*/ 6624 w 634644"/>
                  <a:gd name="connsiteY0" fmla="*/ 23735 h 605112"/>
                  <a:gd name="connsiteX1" fmla="*/ 213888 w 634644"/>
                  <a:gd name="connsiteY1" fmla="*/ 310247 h 605112"/>
                  <a:gd name="connsiteX2" fmla="*/ 6624 w 634644"/>
                  <a:gd name="connsiteY2" fmla="*/ 602855 h 605112"/>
                  <a:gd name="connsiteX3" fmla="*/ 305328 w 634644"/>
                  <a:gd name="connsiteY3" fmla="*/ 602855 h 605112"/>
                  <a:gd name="connsiteX4" fmla="*/ 634512 w 634644"/>
                  <a:gd name="connsiteY4" fmla="*/ 316343 h 605112"/>
                  <a:gd name="connsiteX5" fmla="*/ 268752 w 634644"/>
                  <a:gd name="connsiteY5" fmla="*/ 35927 h 605112"/>
                  <a:gd name="connsiteX6" fmla="*/ 6624 w 634644"/>
                  <a:gd name="connsiteY6" fmla="*/ 23735 h 605112"/>
                  <a:gd name="connsiteX0" fmla="*/ 6624 w 634577"/>
                  <a:gd name="connsiteY0" fmla="*/ 17614 h 598991"/>
                  <a:gd name="connsiteX1" fmla="*/ 213888 w 634577"/>
                  <a:gd name="connsiteY1" fmla="*/ 304126 h 598991"/>
                  <a:gd name="connsiteX2" fmla="*/ 6624 w 634577"/>
                  <a:gd name="connsiteY2" fmla="*/ 596734 h 598991"/>
                  <a:gd name="connsiteX3" fmla="*/ 305328 w 634577"/>
                  <a:gd name="connsiteY3" fmla="*/ 596734 h 598991"/>
                  <a:gd name="connsiteX4" fmla="*/ 634512 w 634577"/>
                  <a:gd name="connsiteY4" fmla="*/ 310222 h 598991"/>
                  <a:gd name="connsiteX5" fmla="*/ 329712 w 634577"/>
                  <a:gd name="connsiteY5" fmla="*/ 48094 h 598991"/>
                  <a:gd name="connsiteX6" fmla="*/ 6624 w 634577"/>
                  <a:gd name="connsiteY6" fmla="*/ 17614 h 598991"/>
                  <a:gd name="connsiteX0" fmla="*/ 6624 w 634575"/>
                  <a:gd name="connsiteY0" fmla="*/ 21507 h 602884"/>
                  <a:gd name="connsiteX1" fmla="*/ 213888 w 634575"/>
                  <a:gd name="connsiteY1" fmla="*/ 308019 h 602884"/>
                  <a:gd name="connsiteX2" fmla="*/ 6624 w 634575"/>
                  <a:gd name="connsiteY2" fmla="*/ 600627 h 602884"/>
                  <a:gd name="connsiteX3" fmla="*/ 305328 w 634575"/>
                  <a:gd name="connsiteY3" fmla="*/ 600627 h 602884"/>
                  <a:gd name="connsiteX4" fmla="*/ 634512 w 634575"/>
                  <a:gd name="connsiteY4" fmla="*/ 314115 h 602884"/>
                  <a:gd name="connsiteX5" fmla="*/ 329712 w 634575"/>
                  <a:gd name="connsiteY5" fmla="*/ 51987 h 602884"/>
                  <a:gd name="connsiteX6" fmla="*/ 6624 w 634575"/>
                  <a:gd name="connsiteY6" fmla="*/ 21507 h 602884"/>
                  <a:gd name="connsiteX0" fmla="*/ 6624 w 634575"/>
                  <a:gd name="connsiteY0" fmla="*/ 21507 h 619140"/>
                  <a:gd name="connsiteX1" fmla="*/ 213888 w 634575"/>
                  <a:gd name="connsiteY1" fmla="*/ 308019 h 619140"/>
                  <a:gd name="connsiteX2" fmla="*/ 6624 w 634575"/>
                  <a:gd name="connsiteY2" fmla="*/ 600627 h 619140"/>
                  <a:gd name="connsiteX3" fmla="*/ 305328 w 634575"/>
                  <a:gd name="connsiteY3" fmla="*/ 600627 h 619140"/>
                  <a:gd name="connsiteX4" fmla="*/ 634512 w 634575"/>
                  <a:gd name="connsiteY4" fmla="*/ 314115 h 619140"/>
                  <a:gd name="connsiteX5" fmla="*/ 329712 w 634575"/>
                  <a:gd name="connsiteY5" fmla="*/ 51987 h 619140"/>
                  <a:gd name="connsiteX6" fmla="*/ 6624 w 634575"/>
                  <a:gd name="connsiteY6" fmla="*/ 21507 h 619140"/>
                  <a:gd name="connsiteX0" fmla="*/ 6624 w 634531"/>
                  <a:gd name="connsiteY0" fmla="*/ 21507 h 607159"/>
                  <a:gd name="connsiteX1" fmla="*/ 213888 w 634531"/>
                  <a:gd name="connsiteY1" fmla="*/ 308019 h 607159"/>
                  <a:gd name="connsiteX2" fmla="*/ 6624 w 634531"/>
                  <a:gd name="connsiteY2" fmla="*/ 600627 h 607159"/>
                  <a:gd name="connsiteX3" fmla="*/ 341904 w 634531"/>
                  <a:gd name="connsiteY3" fmla="*/ 582339 h 607159"/>
                  <a:gd name="connsiteX4" fmla="*/ 634512 w 634531"/>
                  <a:gd name="connsiteY4" fmla="*/ 314115 h 607159"/>
                  <a:gd name="connsiteX5" fmla="*/ 329712 w 634531"/>
                  <a:gd name="connsiteY5" fmla="*/ 51987 h 607159"/>
                  <a:gd name="connsiteX6" fmla="*/ 6624 w 634531"/>
                  <a:gd name="connsiteY6" fmla="*/ 21507 h 607159"/>
                  <a:gd name="connsiteX0" fmla="*/ 6624 w 634516"/>
                  <a:gd name="connsiteY0" fmla="*/ 21507 h 600822"/>
                  <a:gd name="connsiteX1" fmla="*/ 213888 w 634516"/>
                  <a:gd name="connsiteY1" fmla="*/ 308019 h 600822"/>
                  <a:gd name="connsiteX2" fmla="*/ 6624 w 634516"/>
                  <a:gd name="connsiteY2" fmla="*/ 600627 h 600822"/>
                  <a:gd name="connsiteX3" fmla="*/ 335808 w 634516"/>
                  <a:gd name="connsiteY3" fmla="*/ 564051 h 600822"/>
                  <a:gd name="connsiteX4" fmla="*/ 634512 w 634516"/>
                  <a:gd name="connsiteY4" fmla="*/ 314115 h 600822"/>
                  <a:gd name="connsiteX5" fmla="*/ 329712 w 634516"/>
                  <a:gd name="connsiteY5" fmla="*/ 51987 h 600822"/>
                  <a:gd name="connsiteX6" fmla="*/ 6624 w 634516"/>
                  <a:gd name="connsiteY6" fmla="*/ 21507 h 600822"/>
                  <a:gd name="connsiteX0" fmla="*/ 6624 w 634516"/>
                  <a:gd name="connsiteY0" fmla="*/ 20598 h 599913"/>
                  <a:gd name="connsiteX1" fmla="*/ 213888 w 634516"/>
                  <a:gd name="connsiteY1" fmla="*/ 307110 h 599913"/>
                  <a:gd name="connsiteX2" fmla="*/ 6624 w 634516"/>
                  <a:gd name="connsiteY2" fmla="*/ 599718 h 599913"/>
                  <a:gd name="connsiteX3" fmla="*/ 335808 w 634516"/>
                  <a:gd name="connsiteY3" fmla="*/ 563142 h 599913"/>
                  <a:gd name="connsiteX4" fmla="*/ 634512 w 634516"/>
                  <a:gd name="connsiteY4" fmla="*/ 313206 h 599913"/>
                  <a:gd name="connsiteX5" fmla="*/ 329712 w 634516"/>
                  <a:gd name="connsiteY5" fmla="*/ 51078 h 599913"/>
                  <a:gd name="connsiteX6" fmla="*/ 6624 w 634516"/>
                  <a:gd name="connsiteY6" fmla="*/ 20598 h 599913"/>
                  <a:gd name="connsiteX0" fmla="*/ 6624 w 634516"/>
                  <a:gd name="connsiteY0" fmla="*/ 22407 h 601722"/>
                  <a:gd name="connsiteX1" fmla="*/ 213888 w 634516"/>
                  <a:gd name="connsiteY1" fmla="*/ 308919 h 601722"/>
                  <a:gd name="connsiteX2" fmla="*/ 6624 w 634516"/>
                  <a:gd name="connsiteY2" fmla="*/ 601527 h 601722"/>
                  <a:gd name="connsiteX3" fmla="*/ 335808 w 634516"/>
                  <a:gd name="connsiteY3" fmla="*/ 564951 h 601722"/>
                  <a:gd name="connsiteX4" fmla="*/ 634512 w 634516"/>
                  <a:gd name="connsiteY4" fmla="*/ 315015 h 601722"/>
                  <a:gd name="connsiteX5" fmla="*/ 329712 w 634516"/>
                  <a:gd name="connsiteY5" fmla="*/ 52887 h 601722"/>
                  <a:gd name="connsiteX6" fmla="*/ 6624 w 634516"/>
                  <a:gd name="connsiteY6" fmla="*/ 22407 h 601722"/>
                  <a:gd name="connsiteX0" fmla="*/ 6624 w 634516"/>
                  <a:gd name="connsiteY0" fmla="*/ 8163 h 587478"/>
                  <a:gd name="connsiteX1" fmla="*/ 213888 w 634516"/>
                  <a:gd name="connsiteY1" fmla="*/ 294675 h 587478"/>
                  <a:gd name="connsiteX2" fmla="*/ 6624 w 634516"/>
                  <a:gd name="connsiteY2" fmla="*/ 587283 h 587478"/>
                  <a:gd name="connsiteX3" fmla="*/ 335808 w 634516"/>
                  <a:gd name="connsiteY3" fmla="*/ 550707 h 587478"/>
                  <a:gd name="connsiteX4" fmla="*/ 634512 w 634516"/>
                  <a:gd name="connsiteY4" fmla="*/ 300771 h 587478"/>
                  <a:gd name="connsiteX5" fmla="*/ 329712 w 634516"/>
                  <a:gd name="connsiteY5" fmla="*/ 38643 h 587478"/>
                  <a:gd name="connsiteX6" fmla="*/ 6624 w 634516"/>
                  <a:gd name="connsiteY6" fmla="*/ 8163 h 587478"/>
                  <a:gd name="connsiteX0" fmla="*/ 6288 w 634180"/>
                  <a:gd name="connsiteY0" fmla="*/ 8163 h 587686"/>
                  <a:gd name="connsiteX1" fmla="*/ 213552 w 634180"/>
                  <a:gd name="connsiteY1" fmla="*/ 294675 h 587686"/>
                  <a:gd name="connsiteX2" fmla="*/ 6288 w 634180"/>
                  <a:gd name="connsiteY2" fmla="*/ 587283 h 587686"/>
                  <a:gd name="connsiteX3" fmla="*/ 335472 w 634180"/>
                  <a:gd name="connsiteY3" fmla="*/ 550707 h 587686"/>
                  <a:gd name="connsiteX4" fmla="*/ 634176 w 634180"/>
                  <a:gd name="connsiteY4" fmla="*/ 300771 h 587686"/>
                  <a:gd name="connsiteX5" fmla="*/ 329376 w 634180"/>
                  <a:gd name="connsiteY5" fmla="*/ 38643 h 587686"/>
                  <a:gd name="connsiteX6" fmla="*/ 6288 w 634180"/>
                  <a:gd name="connsiteY6" fmla="*/ 8163 h 587686"/>
                  <a:gd name="connsiteX0" fmla="*/ 6288 w 634211"/>
                  <a:gd name="connsiteY0" fmla="*/ 8163 h 587686"/>
                  <a:gd name="connsiteX1" fmla="*/ 213552 w 634211"/>
                  <a:gd name="connsiteY1" fmla="*/ 294675 h 587686"/>
                  <a:gd name="connsiteX2" fmla="*/ 6288 w 634211"/>
                  <a:gd name="connsiteY2" fmla="*/ 587283 h 587686"/>
                  <a:gd name="connsiteX3" fmla="*/ 335472 w 634211"/>
                  <a:gd name="connsiteY3" fmla="*/ 550707 h 587686"/>
                  <a:gd name="connsiteX4" fmla="*/ 634176 w 634211"/>
                  <a:gd name="connsiteY4" fmla="*/ 300771 h 587686"/>
                  <a:gd name="connsiteX5" fmla="*/ 329376 w 634211"/>
                  <a:gd name="connsiteY5" fmla="*/ 38643 h 587686"/>
                  <a:gd name="connsiteX6" fmla="*/ 6288 w 634211"/>
                  <a:gd name="connsiteY6" fmla="*/ 8163 h 587686"/>
                  <a:gd name="connsiteX0" fmla="*/ 6288 w 634286"/>
                  <a:gd name="connsiteY0" fmla="*/ 8163 h 587686"/>
                  <a:gd name="connsiteX1" fmla="*/ 213552 w 634286"/>
                  <a:gd name="connsiteY1" fmla="*/ 294675 h 587686"/>
                  <a:gd name="connsiteX2" fmla="*/ 6288 w 634286"/>
                  <a:gd name="connsiteY2" fmla="*/ 587283 h 587686"/>
                  <a:gd name="connsiteX3" fmla="*/ 335472 w 634286"/>
                  <a:gd name="connsiteY3" fmla="*/ 550707 h 587686"/>
                  <a:gd name="connsiteX4" fmla="*/ 634176 w 634286"/>
                  <a:gd name="connsiteY4" fmla="*/ 300771 h 587686"/>
                  <a:gd name="connsiteX5" fmla="*/ 329376 w 634286"/>
                  <a:gd name="connsiteY5" fmla="*/ 38643 h 587686"/>
                  <a:gd name="connsiteX6" fmla="*/ 6288 w 634286"/>
                  <a:gd name="connsiteY6" fmla="*/ 8163 h 587686"/>
                  <a:gd name="connsiteX0" fmla="*/ 6288 w 634286"/>
                  <a:gd name="connsiteY0" fmla="*/ 4816 h 584339"/>
                  <a:gd name="connsiteX1" fmla="*/ 213552 w 634286"/>
                  <a:gd name="connsiteY1" fmla="*/ 291328 h 584339"/>
                  <a:gd name="connsiteX2" fmla="*/ 6288 w 634286"/>
                  <a:gd name="connsiteY2" fmla="*/ 583936 h 584339"/>
                  <a:gd name="connsiteX3" fmla="*/ 335472 w 634286"/>
                  <a:gd name="connsiteY3" fmla="*/ 547360 h 584339"/>
                  <a:gd name="connsiteX4" fmla="*/ 634176 w 634286"/>
                  <a:gd name="connsiteY4" fmla="*/ 297424 h 584339"/>
                  <a:gd name="connsiteX5" fmla="*/ 329376 w 634286"/>
                  <a:gd name="connsiteY5" fmla="*/ 35296 h 584339"/>
                  <a:gd name="connsiteX6" fmla="*/ 6288 w 634286"/>
                  <a:gd name="connsiteY6" fmla="*/ 4816 h 584339"/>
                  <a:gd name="connsiteX0" fmla="*/ 6288 w 634210"/>
                  <a:gd name="connsiteY0" fmla="*/ 14826 h 594349"/>
                  <a:gd name="connsiteX1" fmla="*/ 213552 w 634210"/>
                  <a:gd name="connsiteY1" fmla="*/ 301338 h 594349"/>
                  <a:gd name="connsiteX2" fmla="*/ 6288 w 634210"/>
                  <a:gd name="connsiteY2" fmla="*/ 593946 h 594349"/>
                  <a:gd name="connsiteX3" fmla="*/ 335472 w 634210"/>
                  <a:gd name="connsiteY3" fmla="*/ 557370 h 594349"/>
                  <a:gd name="connsiteX4" fmla="*/ 634176 w 634210"/>
                  <a:gd name="connsiteY4" fmla="*/ 307434 h 594349"/>
                  <a:gd name="connsiteX5" fmla="*/ 353545 w 634210"/>
                  <a:gd name="connsiteY5" fmla="*/ 57390 h 594349"/>
                  <a:gd name="connsiteX6" fmla="*/ 6288 w 634210"/>
                  <a:gd name="connsiteY6" fmla="*/ 14826 h 594349"/>
                  <a:gd name="connsiteX0" fmla="*/ 6288 w 634210"/>
                  <a:gd name="connsiteY0" fmla="*/ 4846 h 584369"/>
                  <a:gd name="connsiteX1" fmla="*/ 213552 w 634210"/>
                  <a:gd name="connsiteY1" fmla="*/ 291358 h 584369"/>
                  <a:gd name="connsiteX2" fmla="*/ 6288 w 634210"/>
                  <a:gd name="connsiteY2" fmla="*/ 583966 h 584369"/>
                  <a:gd name="connsiteX3" fmla="*/ 335472 w 634210"/>
                  <a:gd name="connsiteY3" fmla="*/ 547390 h 584369"/>
                  <a:gd name="connsiteX4" fmla="*/ 634176 w 634210"/>
                  <a:gd name="connsiteY4" fmla="*/ 297454 h 584369"/>
                  <a:gd name="connsiteX5" fmla="*/ 353545 w 634210"/>
                  <a:gd name="connsiteY5" fmla="*/ 47410 h 584369"/>
                  <a:gd name="connsiteX6" fmla="*/ 6288 w 634210"/>
                  <a:gd name="connsiteY6" fmla="*/ 4846 h 584369"/>
                  <a:gd name="connsiteX0" fmla="*/ 6288 w 634210"/>
                  <a:gd name="connsiteY0" fmla="*/ 4415 h 583938"/>
                  <a:gd name="connsiteX1" fmla="*/ 213552 w 634210"/>
                  <a:gd name="connsiteY1" fmla="*/ 290927 h 583938"/>
                  <a:gd name="connsiteX2" fmla="*/ 6288 w 634210"/>
                  <a:gd name="connsiteY2" fmla="*/ 583535 h 583938"/>
                  <a:gd name="connsiteX3" fmla="*/ 335472 w 634210"/>
                  <a:gd name="connsiteY3" fmla="*/ 546959 h 583938"/>
                  <a:gd name="connsiteX4" fmla="*/ 634176 w 634210"/>
                  <a:gd name="connsiteY4" fmla="*/ 297023 h 583938"/>
                  <a:gd name="connsiteX5" fmla="*/ 353545 w 634210"/>
                  <a:gd name="connsiteY5" fmla="*/ 46979 h 583938"/>
                  <a:gd name="connsiteX6" fmla="*/ 6288 w 634210"/>
                  <a:gd name="connsiteY6" fmla="*/ 4415 h 583938"/>
                  <a:gd name="connsiteX0" fmla="*/ 6288 w 634210"/>
                  <a:gd name="connsiteY0" fmla="*/ 5419 h 584942"/>
                  <a:gd name="connsiteX1" fmla="*/ 213552 w 634210"/>
                  <a:gd name="connsiteY1" fmla="*/ 291931 h 584942"/>
                  <a:gd name="connsiteX2" fmla="*/ 6288 w 634210"/>
                  <a:gd name="connsiteY2" fmla="*/ 584539 h 584942"/>
                  <a:gd name="connsiteX3" fmla="*/ 335472 w 634210"/>
                  <a:gd name="connsiteY3" fmla="*/ 547963 h 584942"/>
                  <a:gd name="connsiteX4" fmla="*/ 634176 w 634210"/>
                  <a:gd name="connsiteY4" fmla="*/ 298027 h 584942"/>
                  <a:gd name="connsiteX5" fmla="*/ 353545 w 634210"/>
                  <a:gd name="connsiteY5" fmla="*/ 47983 h 584942"/>
                  <a:gd name="connsiteX6" fmla="*/ 6288 w 634210"/>
                  <a:gd name="connsiteY6" fmla="*/ 5419 h 584942"/>
                  <a:gd name="connsiteX0" fmla="*/ 6288 w 634218"/>
                  <a:gd name="connsiteY0" fmla="*/ 7646 h 587169"/>
                  <a:gd name="connsiteX1" fmla="*/ 213552 w 634218"/>
                  <a:gd name="connsiteY1" fmla="*/ 294158 h 587169"/>
                  <a:gd name="connsiteX2" fmla="*/ 6288 w 634218"/>
                  <a:gd name="connsiteY2" fmla="*/ 586766 h 587169"/>
                  <a:gd name="connsiteX3" fmla="*/ 335472 w 634218"/>
                  <a:gd name="connsiteY3" fmla="*/ 550190 h 587169"/>
                  <a:gd name="connsiteX4" fmla="*/ 634176 w 634218"/>
                  <a:gd name="connsiteY4" fmla="*/ 300254 h 587169"/>
                  <a:gd name="connsiteX5" fmla="*/ 353545 w 634218"/>
                  <a:gd name="connsiteY5" fmla="*/ 50210 h 587169"/>
                  <a:gd name="connsiteX6" fmla="*/ 6288 w 634218"/>
                  <a:gd name="connsiteY6" fmla="*/ 7646 h 587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4218" h="587169">
                    <a:moveTo>
                      <a:pt x="6288" y="7646"/>
                    </a:moveTo>
                    <a:cubicBezTo>
                      <a:pt x="-1402" y="17865"/>
                      <a:pt x="197440" y="80821"/>
                      <a:pt x="213552" y="294158"/>
                    </a:cubicBezTo>
                    <a:cubicBezTo>
                      <a:pt x="229664" y="507495"/>
                      <a:pt x="-44512" y="593878"/>
                      <a:pt x="6288" y="586766"/>
                    </a:cubicBezTo>
                    <a:cubicBezTo>
                      <a:pt x="105856" y="586766"/>
                      <a:pt x="200344" y="591846"/>
                      <a:pt x="335472" y="550190"/>
                    </a:cubicBezTo>
                    <a:cubicBezTo>
                      <a:pt x="470600" y="508534"/>
                      <a:pt x="631164" y="383584"/>
                      <a:pt x="634176" y="300254"/>
                    </a:cubicBezTo>
                    <a:cubicBezTo>
                      <a:pt x="637188" y="216924"/>
                      <a:pt x="479500" y="97260"/>
                      <a:pt x="353545" y="50210"/>
                    </a:cubicBezTo>
                    <a:cubicBezTo>
                      <a:pt x="227590" y="3160"/>
                      <a:pt x="19803" y="-10314"/>
                      <a:pt x="6288" y="7646"/>
                    </a:cubicBezTo>
                    <a:close/>
                  </a:path>
                </a:pathLst>
              </a:custGeom>
              <a:solidFill>
                <a:schemeClr val="bg1"/>
              </a:solidFill>
              <a:ln w="38100"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r"/>
                <a:endParaRPr lang="en-CN">
                  <a:latin typeface="Times New Roman" panose="02020603050405020304" pitchFamily="18" charset="0"/>
                  <a:cs typeface="Times New Roman" panose="02020603050405020304" pitchFamily="18" charset="0"/>
                </a:endParaRPr>
              </a:p>
            </p:txBody>
          </p:sp>
        </p:grpSp>
        <p:sp>
          <p:nvSpPr>
            <p:cNvPr id="71" name="TextBox 70">
              <a:extLst>
                <a:ext uri="{FF2B5EF4-FFF2-40B4-BE49-F238E27FC236}">
                  <a16:creationId xmlns:a16="http://schemas.microsoft.com/office/drawing/2014/main" id="{589C8392-D3D4-6740-B708-3B3B8F8C0962}"/>
                </a:ext>
              </a:extLst>
            </p:cNvPr>
            <p:cNvSpPr txBox="1"/>
            <p:nvPr/>
          </p:nvSpPr>
          <p:spPr>
            <a:xfrm>
              <a:off x="6028710" y="5985284"/>
              <a:ext cx="415498" cy="369332"/>
            </a:xfrm>
            <a:prstGeom prst="rect">
              <a:avLst/>
            </a:prstGeom>
            <a:noFill/>
          </p:spPr>
          <p:txBody>
            <a:bodyPr wrap="none" rtlCol="0">
              <a:spAutoFit/>
            </a:bodyPr>
            <a:lstStyle/>
            <a:p>
              <a:r>
                <a:rPr lang="en-CN" dirty="0">
                  <a:latin typeface="Times New Roman" panose="02020603050405020304" pitchFamily="18" charset="0"/>
                  <a:cs typeface="Times New Roman" panose="02020603050405020304" pitchFamily="18" charset="0"/>
                </a:rPr>
                <a:t>Gi</a:t>
              </a:r>
            </a:p>
          </p:txBody>
        </p:sp>
        <p:cxnSp>
          <p:nvCxnSpPr>
            <p:cNvPr id="23" name="Straight Connector 22">
              <a:extLst>
                <a:ext uri="{FF2B5EF4-FFF2-40B4-BE49-F238E27FC236}">
                  <a16:creationId xmlns:a16="http://schemas.microsoft.com/office/drawing/2014/main" id="{4B61DD38-C664-D041-B15C-5585B66ED6A4}"/>
                </a:ext>
              </a:extLst>
            </p:cNvPr>
            <p:cNvCxnSpPr>
              <a:cxnSpLocks/>
            </p:cNvCxnSpPr>
            <p:nvPr/>
          </p:nvCxnSpPr>
          <p:spPr bwMode="auto">
            <a:xfrm flipV="1">
              <a:off x="6627175" y="5093370"/>
              <a:ext cx="0" cy="783902"/>
            </a:xfrm>
            <a:prstGeom prst="line">
              <a:avLst/>
            </a:prstGeom>
            <a:solidFill>
              <a:schemeClr val="accent1"/>
            </a:solidFill>
            <a:ln w="38100" cap="rnd" cmpd="sng" algn="ctr">
              <a:solidFill>
                <a:schemeClr val="tx1"/>
              </a:solidFill>
              <a:prstDash val="solid"/>
              <a:round/>
              <a:headEnd type="none" w="med" len="med"/>
              <a:tailEnd type="none" w="med" len="med"/>
            </a:ln>
            <a:effectLst/>
          </p:spPr>
        </p:cxnSp>
        <p:cxnSp>
          <p:nvCxnSpPr>
            <p:cNvPr id="76" name="Straight Connector 75">
              <a:extLst>
                <a:ext uri="{FF2B5EF4-FFF2-40B4-BE49-F238E27FC236}">
                  <a16:creationId xmlns:a16="http://schemas.microsoft.com/office/drawing/2014/main" id="{79F6EEEE-3FC5-C34C-A264-96B4BFB06D21}"/>
                </a:ext>
              </a:extLst>
            </p:cNvPr>
            <p:cNvCxnSpPr>
              <a:cxnSpLocks/>
            </p:cNvCxnSpPr>
            <p:nvPr/>
          </p:nvCxnSpPr>
          <p:spPr bwMode="auto">
            <a:xfrm flipV="1">
              <a:off x="6818866" y="4799794"/>
              <a:ext cx="0" cy="783962"/>
            </a:xfrm>
            <a:prstGeom prst="line">
              <a:avLst/>
            </a:prstGeom>
            <a:solidFill>
              <a:schemeClr val="accent1"/>
            </a:solidFill>
            <a:ln w="38100" cap="rnd" cmpd="sng" algn="ctr">
              <a:solidFill>
                <a:schemeClr val="tx1"/>
              </a:solidFill>
              <a:prstDash val="solid"/>
              <a:round/>
              <a:headEnd type="none" w="med" len="med"/>
              <a:tailEnd type="none" w="med" len="med"/>
            </a:ln>
            <a:effectLst/>
          </p:spPr>
        </p:cxnSp>
        <p:sp>
          <p:nvSpPr>
            <p:cNvPr id="80" name="TextBox 79">
              <a:extLst>
                <a:ext uri="{FF2B5EF4-FFF2-40B4-BE49-F238E27FC236}">
                  <a16:creationId xmlns:a16="http://schemas.microsoft.com/office/drawing/2014/main" id="{21807D7D-61AC-E24F-AE90-8DC03FC81392}"/>
                </a:ext>
              </a:extLst>
            </p:cNvPr>
            <p:cNvSpPr txBox="1"/>
            <p:nvPr/>
          </p:nvSpPr>
          <p:spPr>
            <a:xfrm>
              <a:off x="8234168" y="5643086"/>
              <a:ext cx="583814" cy="369332"/>
            </a:xfrm>
            <a:prstGeom prst="rect">
              <a:avLst/>
            </a:prstGeom>
            <a:noFill/>
          </p:spPr>
          <p:txBody>
            <a:bodyPr wrap="none" rtlCol="0">
              <a:spAutoFit/>
            </a:bodyPr>
            <a:lstStyle/>
            <a:p>
              <a:r>
                <a:rPr lang="en-CN" dirty="0">
                  <a:latin typeface="Times New Roman" panose="02020603050405020304" pitchFamily="18" charset="0"/>
                  <a:cs typeface="Times New Roman" panose="02020603050405020304" pitchFamily="18" charset="0"/>
                </a:rPr>
                <a:t>C</a:t>
              </a:r>
              <a:r>
                <a:rPr lang="en-CN" sz="2000" baseline="-25000" dirty="0">
                  <a:latin typeface="Times New Roman" panose="02020603050405020304" pitchFamily="18" charset="0"/>
                  <a:cs typeface="Times New Roman" panose="02020603050405020304" pitchFamily="18" charset="0"/>
                </a:rPr>
                <a:t>i+1</a:t>
              </a:r>
              <a:endParaRPr lang="en-CN" baseline="-25000"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3686445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5ABC2DC6-66E5-8558-A650-BC04A87576AC}"/>
              </a:ext>
            </a:extLst>
          </p:cNvPr>
          <p:cNvGrpSpPr/>
          <p:nvPr/>
        </p:nvGrpSpPr>
        <p:grpSpPr>
          <a:xfrm>
            <a:off x="5686397" y="3082665"/>
            <a:ext cx="3045536" cy="1788562"/>
            <a:chOff x="5686397" y="3082665"/>
            <a:chExt cx="3045536" cy="1788562"/>
          </a:xfrm>
        </p:grpSpPr>
        <p:sp>
          <p:nvSpPr>
            <p:cNvPr id="42" name="矩形 41">
              <a:extLst>
                <a:ext uri="{FF2B5EF4-FFF2-40B4-BE49-F238E27FC236}">
                  <a16:creationId xmlns:a16="http://schemas.microsoft.com/office/drawing/2014/main" id="{EAC6809D-4132-8FF4-1CCB-D59746FE8DEA}"/>
                </a:ext>
              </a:extLst>
            </p:cNvPr>
            <p:cNvSpPr/>
            <p:nvPr/>
          </p:nvSpPr>
          <p:spPr bwMode="auto">
            <a:xfrm>
              <a:off x="5686397" y="3082665"/>
              <a:ext cx="3045536" cy="1788562"/>
            </a:xfrm>
            <a:prstGeom prst="rect">
              <a:avLst/>
            </a:prstGeom>
            <a:solidFill>
              <a:schemeClr val="accent1">
                <a:alpha val="1328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9EB7D757-656B-FCE9-C4D9-4A3D930FE91F}"/>
                    </a:ext>
                  </a:extLst>
                </p:cNvPr>
                <p:cNvSpPr txBox="1"/>
                <p:nvPr/>
              </p:nvSpPr>
              <p:spPr>
                <a:xfrm>
                  <a:off x="5837038" y="3315076"/>
                  <a:ext cx="2191241" cy="276999"/>
                </a:xfrm>
                <a:prstGeom prst="rect">
                  <a:avLst/>
                </a:prstGeom>
                <a:noFill/>
              </p:spPr>
              <p:txBody>
                <a:bodyPr wrap="none" lIns="0" tIns="0" rIns="0" bIns="0" rtlCol="0">
                  <a:spAutoFit/>
                </a:bodyPr>
                <a:lstStyle/>
                <a:p>
                  <a14:m>
                    <m:oMath xmlns:m="http://schemas.openxmlformats.org/officeDocument/2006/math">
                      <m:r>
                        <a:rPr kumimoji="1" lang="en-US" altLang="zh-CN" b="1" i="1" smtClean="0">
                          <a:latin typeface="Cambria Math" panose="02040503050406030204" pitchFamily="18" charset="0"/>
                        </a:rPr>
                        <m:t>①</m:t>
                      </m:r>
                      <m:r>
                        <a:rPr kumimoji="1" lang="zh-CN" altLang="en-US" b="1" i="1" smtClean="0">
                          <a:latin typeface="Cambria Math" panose="02040503050406030204" pitchFamily="18" charset="0"/>
                        </a:rPr>
                        <m:t> </m:t>
                      </m:r>
                      <m:r>
                        <a:rPr kumimoji="1" lang="en-US" altLang="zh-CN" b="1" i="1" smtClean="0">
                          <a:latin typeface="Cambria Math" panose="02040503050406030204" pitchFamily="18" charset="0"/>
                        </a:rPr>
                        <m:t>𝑨</m:t>
                      </m:r>
                      <m:r>
                        <a:rPr kumimoji="1" lang="en-US" altLang="zh-CN" b="1" i="1" smtClean="0">
                          <a:latin typeface="Cambria Math" panose="02040503050406030204" pitchFamily="18" charset="0"/>
                        </a:rPr>
                        <m:t>+</m:t>
                      </m:r>
                      <m:r>
                        <a:rPr kumimoji="1" lang="en-US" altLang="zh-CN" b="1" i="1" smtClean="0">
                          <a:latin typeface="Cambria Math" panose="02040503050406030204" pitchFamily="18" charset="0"/>
                        </a:rPr>
                        <m:t>𝑩</m:t>
                      </m:r>
                      <m:r>
                        <a:rPr kumimoji="1" lang="zh-CN" altLang="en-US" b="1" i="1" smtClean="0">
                          <a:latin typeface="Cambria Math" panose="02040503050406030204" pitchFamily="18" charset="0"/>
                        </a:rPr>
                        <m:t> ⇒</m:t>
                      </m:r>
                      <m:sSub>
                        <m:sSubPr>
                          <m:ctrlPr>
                            <a:rPr kumimoji="1" lang="en-US" altLang="zh-CN" b="1" i="1" smtClean="0">
                              <a:latin typeface="Cambria Math" panose="02040503050406030204" pitchFamily="18" charset="0"/>
                            </a:rPr>
                          </m:ctrlPr>
                        </m:sSubPr>
                        <m:e>
                          <m:r>
                            <a:rPr kumimoji="1" lang="en-US" altLang="zh-CN" b="1" i="1" smtClean="0">
                              <a:latin typeface="Cambria Math" panose="02040503050406030204" pitchFamily="18" charset="0"/>
                            </a:rPr>
                            <m:t>𝑪</m:t>
                          </m:r>
                        </m:e>
                        <m:sub>
                          <m:r>
                            <a:rPr kumimoji="1" lang="en-US" altLang="zh-CN" b="1" i="1" smtClean="0">
                              <a:latin typeface="Cambria Math" panose="02040503050406030204" pitchFamily="18" charset="0"/>
                            </a:rPr>
                            <m:t>𝒐𝒖𝒕</m:t>
                          </m:r>
                        </m:sub>
                      </m:sSub>
                      <m:r>
                        <a:rPr kumimoji="1" lang="en-US" altLang="zh-CN" b="1" i="1" smtClean="0">
                          <a:latin typeface="Cambria Math" panose="02040503050406030204" pitchFamily="18" charset="0"/>
                        </a:rPr>
                        <m:t>=</m:t>
                      </m:r>
                      <m:r>
                        <a:rPr kumimoji="1" lang="en-US" altLang="zh-CN" b="1" i="1" smtClean="0">
                          <a:latin typeface="Cambria Math" panose="02040503050406030204" pitchFamily="18" charset="0"/>
                        </a:rPr>
                        <m:t>𝟏</m:t>
                      </m:r>
                    </m:oMath>
                  </a14:m>
                  <a:r>
                    <a:rPr kumimoji="1" lang="zh-CN" altLang="en-US" b="1" dirty="0"/>
                    <a:t> </a:t>
                  </a:r>
                </a:p>
              </p:txBody>
            </p:sp>
          </mc:Choice>
          <mc:Fallback xmlns="">
            <p:sp>
              <p:nvSpPr>
                <p:cNvPr id="27" name="文本框 26">
                  <a:extLst>
                    <a:ext uri="{FF2B5EF4-FFF2-40B4-BE49-F238E27FC236}">
                      <a16:creationId xmlns:a16="http://schemas.microsoft.com/office/drawing/2014/main" id="{9EB7D757-656B-FCE9-C4D9-4A3D930FE91F}"/>
                    </a:ext>
                  </a:extLst>
                </p:cNvPr>
                <p:cNvSpPr txBox="1">
                  <a:spLocks noRot="1" noChangeAspect="1" noMove="1" noResize="1" noEditPoints="1" noAdjustHandles="1" noChangeArrowheads="1" noChangeShapeType="1" noTextEdit="1"/>
                </p:cNvSpPr>
                <p:nvPr/>
              </p:nvSpPr>
              <p:spPr>
                <a:xfrm>
                  <a:off x="5837038" y="3315076"/>
                  <a:ext cx="2191241" cy="276999"/>
                </a:xfrm>
                <a:prstGeom prst="rect">
                  <a:avLst/>
                </a:prstGeom>
                <a:blipFill>
                  <a:blip r:embed="rId2"/>
                  <a:stretch>
                    <a:fillRect l="-5172" t="-9091" b="-454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EF187DB8-779B-F508-E5E4-FC895CFCC959}"/>
                    </a:ext>
                  </a:extLst>
                </p:cNvPr>
                <p:cNvSpPr txBox="1"/>
                <p:nvPr/>
              </p:nvSpPr>
              <p:spPr>
                <a:xfrm>
                  <a:off x="5837038" y="4072543"/>
                  <a:ext cx="2894895" cy="276999"/>
                </a:xfrm>
                <a:prstGeom prst="rect">
                  <a:avLst/>
                </a:prstGeom>
                <a:noFill/>
              </p:spPr>
              <p:txBody>
                <a:bodyPr wrap="none" lIns="0" tIns="0" rIns="0" bIns="0" rtlCol="0">
                  <a:spAutoFit/>
                </a:bodyPr>
                <a:lstStyle/>
                <a:p>
                  <a14:m>
                    <m:oMath xmlns:m="http://schemas.openxmlformats.org/officeDocument/2006/math">
                      <m:r>
                        <a:rPr kumimoji="1" lang="en-US" altLang="zh-CN" b="1" i="1" smtClean="0">
                          <a:latin typeface="Cambria Math" panose="02040503050406030204" pitchFamily="18" charset="0"/>
                        </a:rPr>
                        <m:t>①</m:t>
                      </m:r>
                      <m:r>
                        <a:rPr kumimoji="1" lang="zh-CN" altLang="en-US" b="1" i="1" smtClean="0">
                          <a:latin typeface="Cambria Math" panose="02040503050406030204" pitchFamily="18" charset="0"/>
                        </a:rPr>
                        <m:t> </m:t>
                      </m:r>
                      <m:r>
                        <a:rPr kumimoji="1" lang="en-US" altLang="zh-CN" b="1" i="1" smtClean="0">
                          <a:latin typeface="Cambria Math" panose="02040503050406030204" pitchFamily="18" charset="0"/>
                        </a:rPr>
                        <m:t>𝑨</m:t>
                      </m:r>
                      <m:r>
                        <a:rPr kumimoji="1" lang="en-US" altLang="zh-CN" b="1" i="1" smtClean="0">
                          <a:latin typeface="Cambria Math" panose="02040503050406030204" pitchFamily="18" charset="0"/>
                        </a:rPr>
                        <m:t>+</m:t>
                      </m:r>
                      <m:r>
                        <a:rPr kumimoji="1" lang="en-US" altLang="zh-CN" b="1" i="1" smtClean="0">
                          <a:latin typeface="Cambria Math" panose="02040503050406030204" pitchFamily="18" charset="0"/>
                        </a:rPr>
                        <m:t>𝑩</m:t>
                      </m:r>
                      <m:r>
                        <a:rPr kumimoji="1" lang="zh-CN" altLang="en-US" b="1" i="1" smtClean="0">
                          <a:latin typeface="Cambria Math" panose="02040503050406030204" pitchFamily="18" charset="0"/>
                        </a:rPr>
                        <m:t> </m:t>
                      </m:r>
                      <m:r>
                        <a:rPr kumimoji="1" lang="en-US" altLang="zh-CN" b="1" i="1" smtClean="0">
                          <a:latin typeface="Cambria Math" panose="02040503050406030204" pitchFamily="18" charset="0"/>
                        </a:rPr>
                        <m:t>+</m:t>
                      </m:r>
                      <m:r>
                        <a:rPr kumimoji="1" lang="zh-CN" altLang="en-US" b="1" i="1" smtClean="0">
                          <a:latin typeface="Cambria Math" panose="02040503050406030204" pitchFamily="18" charset="0"/>
                        </a:rPr>
                        <m:t> </m:t>
                      </m:r>
                      <m:sSub>
                        <m:sSubPr>
                          <m:ctrlPr>
                            <a:rPr kumimoji="1" lang="en-US" altLang="zh-CN" b="1" i="1" smtClean="0">
                              <a:latin typeface="Cambria Math" panose="02040503050406030204" pitchFamily="18" charset="0"/>
                            </a:rPr>
                          </m:ctrlPr>
                        </m:sSubPr>
                        <m:e>
                          <m:r>
                            <a:rPr kumimoji="1" lang="en-US" altLang="zh-CN" b="1" i="1" smtClean="0">
                              <a:latin typeface="Cambria Math" panose="02040503050406030204" pitchFamily="18" charset="0"/>
                            </a:rPr>
                            <m:t>𝑪</m:t>
                          </m:r>
                        </m:e>
                        <m:sub>
                          <m:r>
                            <a:rPr kumimoji="1" lang="en-US" altLang="zh-CN" b="1" i="1" smtClean="0">
                              <a:latin typeface="Cambria Math" panose="02040503050406030204" pitchFamily="18" charset="0"/>
                            </a:rPr>
                            <m:t>𝒊𝒏</m:t>
                          </m:r>
                        </m:sub>
                      </m:sSub>
                      <m:r>
                        <a:rPr kumimoji="1" lang="zh-CN" altLang="en-US" b="1" i="1" smtClean="0">
                          <a:latin typeface="Cambria Math" panose="02040503050406030204" pitchFamily="18" charset="0"/>
                        </a:rPr>
                        <m:t> ⇒</m:t>
                      </m:r>
                      <m:sSub>
                        <m:sSubPr>
                          <m:ctrlPr>
                            <a:rPr kumimoji="1" lang="en-US" altLang="zh-CN" b="1" i="1" smtClean="0">
                              <a:latin typeface="Cambria Math" panose="02040503050406030204" pitchFamily="18" charset="0"/>
                            </a:rPr>
                          </m:ctrlPr>
                        </m:sSubPr>
                        <m:e>
                          <m:r>
                            <a:rPr kumimoji="1" lang="en-US" altLang="zh-CN" b="1" i="1" smtClean="0">
                              <a:latin typeface="Cambria Math" panose="02040503050406030204" pitchFamily="18" charset="0"/>
                            </a:rPr>
                            <m:t>𝑪</m:t>
                          </m:r>
                        </m:e>
                        <m:sub>
                          <m:r>
                            <a:rPr kumimoji="1" lang="en-US" altLang="zh-CN" b="1" i="1" smtClean="0">
                              <a:latin typeface="Cambria Math" panose="02040503050406030204" pitchFamily="18" charset="0"/>
                            </a:rPr>
                            <m:t>𝒐𝒖𝒕</m:t>
                          </m:r>
                        </m:sub>
                      </m:sSub>
                      <m:r>
                        <a:rPr kumimoji="1" lang="en-US" altLang="zh-CN" b="1" i="1" smtClean="0">
                          <a:latin typeface="Cambria Math" panose="02040503050406030204" pitchFamily="18" charset="0"/>
                        </a:rPr>
                        <m:t>=</m:t>
                      </m:r>
                      <m:r>
                        <a:rPr kumimoji="1" lang="en-US" altLang="zh-CN" b="1" i="1" smtClean="0">
                          <a:latin typeface="Cambria Math" panose="02040503050406030204" pitchFamily="18" charset="0"/>
                        </a:rPr>
                        <m:t>𝟏</m:t>
                      </m:r>
                    </m:oMath>
                  </a14:m>
                  <a:r>
                    <a:rPr kumimoji="1" lang="zh-CN" altLang="en-US" b="1" dirty="0"/>
                    <a:t> </a:t>
                  </a:r>
                </a:p>
              </p:txBody>
            </p:sp>
          </mc:Choice>
          <mc:Fallback xmlns="">
            <p:sp>
              <p:nvSpPr>
                <p:cNvPr id="29" name="文本框 28">
                  <a:extLst>
                    <a:ext uri="{FF2B5EF4-FFF2-40B4-BE49-F238E27FC236}">
                      <a16:creationId xmlns:a16="http://schemas.microsoft.com/office/drawing/2014/main" id="{EF187DB8-779B-F508-E5E4-FC895CFCC959}"/>
                    </a:ext>
                  </a:extLst>
                </p:cNvPr>
                <p:cNvSpPr txBox="1">
                  <a:spLocks noRot="1" noChangeAspect="1" noMove="1" noResize="1" noEditPoints="1" noAdjustHandles="1" noChangeArrowheads="1" noChangeShapeType="1" noTextEdit="1"/>
                </p:cNvSpPr>
                <p:nvPr/>
              </p:nvSpPr>
              <p:spPr>
                <a:xfrm>
                  <a:off x="5837038" y="4072543"/>
                  <a:ext cx="2894895" cy="276999"/>
                </a:xfrm>
                <a:prstGeom prst="rect">
                  <a:avLst/>
                </a:prstGeom>
                <a:blipFill>
                  <a:blip r:embed="rId3"/>
                  <a:stretch>
                    <a:fillRect l="-3930" t="-4348" b="-39130"/>
                  </a:stretch>
                </a:blipFill>
              </p:spPr>
              <p:txBody>
                <a:bodyPr/>
                <a:lstStyle/>
                <a:p>
                  <a:r>
                    <a:rPr lang="zh-CN" altLang="en-US">
                      <a:noFill/>
                    </a:rPr>
                    <a:t> </a:t>
                  </a:r>
                </a:p>
              </p:txBody>
            </p:sp>
          </mc:Fallback>
        </mc:AlternateContent>
      </p:grpSp>
      <p:sp>
        <p:nvSpPr>
          <p:cNvPr id="2" name="Title 1">
            <a:extLst>
              <a:ext uri="{FF2B5EF4-FFF2-40B4-BE49-F238E27FC236}">
                <a16:creationId xmlns:a16="http://schemas.microsoft.com/office/drawing/2014/main" id="{18674624-0F04-3C48-9F99-2C62607094B2}"/>
              </a:ext>
            </a:extLst>
          </p:cNvPr>
          <p:cNvSpPr>
            <a:spLocks noGrp="1"/>
          </p:cNvSpPr>
          <p:nvPr>
            <p:ph type="title"/>
          </p:nvPr>
        </p:nvSpPr>
        <p:spPr>
          <a:xfrm>
            <a:off x="1065700" y="288656"/>
            <a:ext cx="7430736" cy="936625"/>
          </a:xfrm>
        </p:spPr>
        <p:txBody>
          <a:bodyPr/>
          <a:lstStyle/>
          <a:p>
            <a:r>
              <a:rPr lang="zh-CN" altLang="en-US" b="1" dirty="0"/>
              <a:t>如何理解</a:t>
            </a:r>
            <a:r>
              <a:rPr lang="en-CN" altLang="zh-CN" b="1"/>
              <a:t>Pi </a:t>
            </a:r>
            <a:r>
              <a:rPr lang="zh-CN" altLang="en-US" b="1" dirty="0"/>
              <a:t>和</a:t>
            </a:r>
            <a:r>
              <a:rPr lang="en-CN" altLang="zh-CN" b="1"/>
              <a:t> Gi?</a:t>
            </a:r>
            <a:endParaRPr lang="en-CN" b="1" dirty="0"/>
          </a:p>
        </p:txBody>
      </p:sp>
      <p:sp>
        <p:nvSpPr>
          <p:cNvPr id="4" name="Slide Number Placeholder 3">
            <a:extLst>
              <a:ext uri="{FF2B5EF4-FFF2-40B4-BE49-F238E27FC236}">
                <a16:creationId xmlns:a16="http://schemas.microsoft.com/office/drawing/2014/main" id="{66FBB42B-432C-814C-B36D-9B2364ABC25A}"/>
              </a:ext>
            </a:extLst>
          </p:cNvPr>
          <p:cNvSpPr>
            <a:spLocks noGrp="1"/>
          </p:cNvSpPr>
          <p:nvPr>
            <p:ph type="sldNum" sz="quarter" idx="12"/>
          </p:nvPr>
        </p:nvSpPr>
        <p:spPr/>
        <p:txBody>
          <a:bodyPr/>
          <a:lstStyle/>
          <a:p>
            <a:pPr>
              <a:defRPr/>
            </a:pPr>
            <a:fld id="{A88D0608-5506-4AD0-BB9E-DF761E8BFA1F}" type="slidenum">
              <a:rPr lang="zh-CN" altLang="en-US" smtClean="0"/>
              <a:pPr>
                <a:defRPr/>
              </a:pPr>
              <a:t>88</a:t>
            </a:fld>
            <a:endParaRPr lang="en-US" altLang="zh-CN" dirty="0"/>
          </a:p>
        </p:txBody>
      </p:sp>
      <p:grpSp>
        <p:nvGrpSpPr>
          <p:cNvPr id="20" name="Group 19">
            <a:extLst>
              <a:ext uri="{FF2B5EF4-FFF2-40B4-BE49-F238E27FC236}">
                <a16:creationId xmlns:a16="http://schemas.microsoft.com/office/drawing/2014/main" id="{37C6109C-43ED-CA44-9CBE-EAF2E9A99956}"/>
              </a:ext>
            </a:extLst>
          </p:cNvPr>
          <p:cNvGrpSpPr/>
          <p:nvPr/>
        </p:nvGrpSpPr>
        <p:grpSpPr>
          <a:xfrm>
            <a:off x="815209" y="2162655"/>
            <a:ext cx="4615878" cy="1213345"/>
            <a:chOff x="1587661" y="2300679"/>
            <a:chExt cx="4615878" cy="1213345"/>
          </a:xfrm>
        </p:grpSpPr>
        <p:sp>
          <p:nvSpPr>
            <p:cNvPr id="5" name="Rectangle 4">
              <a:extLst>
                <a:ext uri="{FF2B5EF4-FFF2-40B4-BE49-F238E27FC236}">
                  <a16:creationId xmlns:a16="http://schemas.microsoft.com/office/drawing/2014/main" id="{A07B9976-ACAA-1C4C-A316-7BE92B2CFEF5}"/>
                </a:ext>
              </a:extLst>
            </p:cNvPr>
            <p:cNvSpPr/>
            <p:nvPr/>
          </p:nvSpPr>
          <p:spPr>
            <a:xfrm>
              <a:off x="1587661" y="2300679"/>
              <a:ext cx="2084238" cy="1200329"/>
            </a:xfrm>
            <a:prstGeom prst="rect">
              <a:avLst/>
            </a:prstGeom>
          </p:spPr>
          <p:txBody>
            <a:bodyPr wrap="square">
              <a:spAutoFit/>
            </a:bodyPr>
            <a:lstStyle/>
            <a:p>
              <a:pPr lvl="0" algn="ctr">
                <a:defRPr/>
              </a:pPr>
              <a:r>
                <a:rPr lang="en-US" altLang="zh-CN" sz="2400" dirty="0">
                  <a:solidFill>
                    <a:srgbClr val="000000"/>
                  </a:solidFill>
                  <a:latin typeface="Arial" panose="020B0604020202020204" pitchFamily="34" charset="0"/>
                  <a:ea typeface="SimHei" panose="02010609060101010101" pitchFamily="49" charset="-122"/>
                  <a:cs typeface="Arial" panose="020B0604020202020204" pitchFamily="34" charset="0"/>
                </a:rPr>
                <a:t>Carry-bit </a:t>
              </a:r>
              <a:r>
                <a:rPr lang="en-US" altLang="zh-CN" sz="2400" b="1" dirty="0">
                  <a:solidFill>
                    <a:srgbClr val="3333FF"/>
                  </a:solidFill>
                  <a:latin typeface="Arial" panose="020B0604020202020204" pitchFamily="34" charset="0"/>
                  <a:ea typeface="SimHei" panose="02010609060101010101" pitchFamily="49" charset="-122"/>
                  <a:cs typeface="Arial" panose="020B0604020202020204" pitchFamily="34" charset="0"/>
                </a:rPr>
                <a:t>Propagation</a:t>
              </a:r>
            </a:p>
            <a:p>
              <a:pPr lvl="0" algn="ctr">
                <a:defRPr/>
              </a:pPr>
              <a:r>
                <a:rPr lang="zh-CN" altLang="en-US" sz="2400" b="1" dirty="0">
                  <a:solidFill>
                    <a:srgbClr val="3333FF"/>
                  </a:solidFill>
                  <a:latin typeface="Arial" panose="020B0604020202020204" pitchFamily="34" charset="0"/>
                  <a:ea typeface="SimHei" panose="02010609060101010101" pitchFamily="49" charset="-122"/>
                  <a:cs typeface="Arial" panose="020B0604020202020204" pitchFamily="34" charset="0"/>
                </a:rPr>
                <a:t>进位传播</a:t>
              </a:r>
            </a:p>
          </p:txBody>
        </p:sp>
        <p:sp>
          <p:nvSpPr>
            <p:cNvPr id="6" name="Rectangle 5">
              <a:extLst>
                <a:ext uri="{FF2B5EF4-FFF2-40B4-BE49-F238E27FC236}">
                  <a16:creationId xmlns:a16="http://schemas.microsoft.com/office/drawing/2014/main" id="{E70B096F-A711-C44A-8A54-99289802547D}"/>
                </a:ext>
              </a:extLst>
            </p:cNvPr>
            <p:cNvSpPr/>
            <p:nvPr/>
          </p:nvSpPr>
          <p:spPr>
            <a:xfrm>
              <a:off x="4314522" y="2313695"/>
              <a:ext cx="1889017" cy="1200329"/>
            </a:xfrm>
            <a:prstGeom prst="rect">
              <a:avLst/>
            </a:prstGeom>
          </p:spPr>
          <p:txBody>
            <a:bodyPr wrap="square">
              <a:spAutoFit/>
            </a:bodyPr>
            <a:lstStyle/>
            <a:p>
              <a:pPr lvl="0" algn="ctr">
                <a:defRPr/>
              </a:pPr>
              <a:r>
                <a:rPr lang="en-US" altLang="zh-CN" sz="2400" dirty="0">
                  <a:solidFill>
                    <a:srgbClr val="000000"/>
                  </a:solidFill>
                  <a:latin typeface="Arial" panose="020B0604020202020204" pitchFamily="34" charset="0"/>
                  <a:ea typeface="SimHei" panose="02010609060101010101" pitchFamily="49" charset="-122"/>
                  <a:cs typeface="Arial" panose="020B0604020202020204" pitchFamily="34" charset="0"/>
                </a:rPr>
                <a:t>Carry-bit </a:t>
              </a:r>
              <a:r>
                <a:rPr lang="en-US" altLang="zh-CN" sz="2400" b="1" dirty="0">
                  <a:solidFill>
                    <a:schemeClr val="accent6"/>
                  </a:solidFill>
                  <a:latin typeface="Arial" panose="020B0604020202020204" pitchFamily="34" charset="0"/>
                  <a:ea typeface="SimHei" panose="02010609060101010101" pitchFamily="49" charset="-122"/>
                  <a:cs typeface="Arial" panose="020B0604020202020204" pitchFamily="34" charset="0"/>
                </a:rPr>
                <a:t>Generation</a:t>
              </a:r>
            </a:p>
            <a:p>
              <a:pPr lvl="0" algn="ctr">
                <a:defRPr/>
              </a:pPr>
              <a:r>
                <a:rPr lang="zh-CN" altLang="en-US" sz="2400" b="1" dirty="0">
                  <a:solidFill>
                    <a:schemeClr val="accent6"/>
                  </a:solidFill>
                  <a:latin typeface="Arial" panose="020B0604020202020204" pitchFamily="34" charset="0"/>
                  <a:ea typeface="SimHei" panose="02010609060101010101" pitchFamily="49" charset="-122"/>
                  <a:cs typeface="Arial" panose="020B0604020202020204" pitchFamily="34" charset="0"/>
                </a:rPr>
                <a:t>进位生成</a:t>
              </a:r>
            </a:p>
          </p:txBody>
        </p:sp>
      </p:grpSp>
      <p:pic>
        <p:nvPicPr>
          <p:cNvPr id="7" name="Picture 6">
            <a:extLst>
              <a:ext uri="{FF2B5EF4-FFF2-40B4-BE49-F238E27FC236}">
                <a16:creationId xmlns:a16="http://schemas.microsoft.com/office/drawing/2014/main" id="{FFB78562-1DC5-AB4E-9091-75AD7CE05E77}"/>
              </a:ext>
            </a:extLst>
          </p:cNvPr>
          <p:cNvPicPr>
            <a:picLocks noChangeAspect="1"/>
          </p:cNvPicPr>
          <p:nvPr/>
        </p:nvPicPr>
        <p:blipFill rotWithShape="1">
          <a:blip r:embed="rId4"/>
          <a:srcRect t="76874" r="31517"/>
          <a:stretch/>
        </p:blipFill>
        <p:spPr>
          <a:xfrm>
            <a:off x="573828" y="1437859"/>
            <a:ext cx="5112569" cy="677128"/>
          </a:xfrm>
          <a:prstGeom prst="rect">
            <a:avLst/>
          </a:prstGeom>
        </p:spPr>
      </p:pic>
      <p:sp>
        <p:nvSpPr>
          <p:cNvPr id="8" name="TextBox 7">
            <a:extLst>
              <a:ext uri="{FF2B5EF4-FFF2-40B4-BE49-F238E27FC236}">
                <a16:creationId xmlns:a16="http://schemas.microsoft.com/office/drawing/2014/main" id="{07A959D6-7CBF-444A-B491-7D5BE650E229}"/>
              </a:ext>
            </a:extLst>
          </p:cNvPr>
          <p:cNvSpPr txBox="1"/>
          <p:nvPr/>
        </p:nvSpPr>
        <p:spPr>
          <a:xfrm>
            <a:off x="484627" y="4293096"/>
            <a:ext cx="4882029" cy="1754326"/>
          </a:xfrm>
          <a:prstGeom prst="rect">
            <a:avLst/>
          </a:prstGeom>
          <a:noFill/>
        </p:spPr>
        <p:txBody>
          <a:bodyPr wrap="square" rtlCol="0">
            <a:spAutoFit/>
          </a:bodyPr>
          <a:lstStyle/>
          <a:p>
            <a:r>
              <a:rPr lang="zh-CN" altLang="en-US" sz="2400" b="1" dirty="0">
                <a:latin typeface="黑体" panose="02010609060101010101" pitchFamily="49" charset="-122"/>
                <a:ea typeface="黑体" panose="02010609060101010101" pitchFamily="49" charset="-122"/>
              </a:rPr>
              <a:t>问题</a:t>
            </a:r>
            <a:r>
              <a:rPr lang="en-CN" altLang="zh-CN" sz="2400" b="1">
                <a:latin typeface="黑体" panose="02010609060101010101" pitchFamily="49" charset="-122"/>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什么时候</a:t>
            </a:r>
            <a:r>
              <a:rPr lang="en-CN" altLang="zh-CN" sz="2400" b="1">
                <a:latin typeface="黑体" panose="02010609060101010101" pitchFamily="49" charset="-122"/>
                <a:ea typeface="黑体" panose="02010609060101010101" pitchFamily="49" charset="-122"/>
              </a:rPr>
              <a:t> </a:t>
            </a:r>
            <a:r>
              <a:rPr lang="en-CN" altLang="zh-CN" sz="2400" b="1"/>
              <a:t>C</a:t>
            </a:r>
            <a:r>
              <a:rPr lang="en-CN" altLang="zh-CN" sz="2400" b="1" baseline="-25000"/>
              <a:t>out</a:t>
            </a:r>
            <a:r>
              <a:rPr lang="en-CN" altLang="zh-CN" sz="2400" b="1"/>
              <a:t> </a:t>
            </a:r>
            <a:r>
              <a:rPr lang="zh-CN" altLang="en-US" sz="2400" b="1" dirty="0">
                <a:latin typeface="黑体" panose="02010609060101010101" pitchFamily="49" charset="-122"/>
                <a:ea typeface="黑体" panose="02010609060101010101" pitchFamily="49" charset="-122"/>
              </a:rPr>
              <a:t>为</a:t>
            </a:r>
            <a:r>
              <a:rPr lang="en-CN" altLang="zh-CN" sz="2400" b="1"/>
              <a:t> 1?</a:t>
            </a:r>
            <a:endParaRPr lang="en-CN" altLang="zh-CN" sz="2400" b="1" dirty="0">
              <a:latin typeface="Arial" panose="020B0604020202020204" pitchFamily="34" charset="0"/>
              <a:cs typeface="Arial" panose="020B0604020202020204" pitchFamily="34" charset="0"/>
            </a:endParaRPr>
          </a:p>
          <a:p>
            <a:r>
              <a:rPr lang="zh-CN" altLang="en-US" sz="2400" b="1" dirty="0">
                <a:latin typeface="黑体" panose="02010609060101010101" pitchFamily="49" charset="-122"/>
                <a:ea typeface="黑体" panose="02010609060101010101" pitchFamily="49" charset="-122"/>
              </a:rPr>
              <a:t>两种情形</a:t>
            </a:r>
            <a:r>
              <a:rPr lang="en-CN" altLang="zh-CN" sz="2400" b="1">
                <a:latin typeface="黑体" panose="02010609060101010101" pitchFamily="49" charset="-122"/>
                <a:ea typeface="黑体" panose="02010609060101010101" pitchFamily="49" charset="-122"/>
              </a:rPr>
              <a:t>:</a:t>
            </a:r>
            <a:endParaRPr lang="en-CN" altLang="zh-CN" sz="2400" b="1" dirty="0">
              <a:latin typeface="黑体" panose="02010609060101010101" pitchFamily="49" charset="-122"/>
              <a:ea typeface="黑体" panose="02010609060101010101" pitchFamily="49" charset="-122"/>
            </a:endParaRPr>
          </a:p>
          <a:p>
            <a:pPr marL="457200" indent="-457200">
              <a:buFont typeface="Wingdings" pitchFamily="2" charset="2"/>
              <a:buChar char="ü"/>
            </a:pPr>
            <a:r>
              <a:rPr lang="en-CN" sz="2000" b="1" dirty="0">
                <a:solidFill>
                  <a:schemeClr val="accent6"/>
                </a:solidFill>
                <a:latin typeface="Arial" panose="020B0604020202020204" pitchFamily="34" charset="0"/>
                <a:cs typeface="Arial" panose="020B0604020202020204" pitchFamily="34" charset="0"/>
              </a:rPr>
              <a:t>A=B=1 </a:t>
            </a:r>
            <a:r>
              <a:rPr lang="en-CN" sz="2000" b="1" dirty="0">
                <a:solidFill>
                  <a:schemeClr val="accent6"/>
                </a:solidFill>
                <a:latin typeface="Arial" panose="020B0604020202020204" pitchFamily="34" charset="0"/>
                <a:cs typeface="Arial" panose="020B0604020202020204" pitchFamily="34" charset="0"/>
                <a:sym typeface="Wingdings" pitchFamily="2" charset="2"/>
              </a:rPr>
              <a:t> C</a:t>
            </a:r>
            <a:r>
              <a:rPr lang="en-CN" sz="2000" b="1" baseline="-25000" dirty="0">
                <a:solidFill>
                  <a:schemeClr val="accent6"/>
                </a:solidFill>
                <a:latin typeface="Arial" panose="020B0604020202020204" pitchFamily="34" charset="0"/>
                <a:cs typeface="Arial" panose="020B0604020202020204" pitchFamily="34" charset="0"/>
                <a:sym typeface="Wingdings" pitchFamily="2" charset="2"/>
              </a:rPr>
              <a:t>out</a:t>
            </a:r>
            <a:r>
              <a:rPr lang="en-CN" sz="2000" b="1" dirty="0">
                <a:solidFill>
                  <a:schemeClr val="accent6"/>
                </a:solidFill>
                <a:latin typeface="Arial" panose="020B0604020202020204" pitchFamily="34" charset="0"/>
                <a:cs typeface="Arial" panose="020B0604020202020204" pitchFamily="34" charset="0"/>
                <a:sym typeface="Wingdings" pitchFamily="2" charset="2"/>
              </a:rPr>
              <a:t>=1</a:t>
            </a:r>
            <a:r>
              <a:rPr lang="en-CN" sz="2000" b="1">
                <a:solidFill>
                  <a:schemeClr val="accent6"/>
                </a:solidFill>
                <a:latin typeface="Arial" panose="020B0604020202020204" pitchFamily="34" charset="0"/>
                <a:cs typeface="Arial" panose="020B0604020202020204" pitchFamily="34" charset="0"/>
                <a:sym typeface="Wingdings" pitchFamily="2" charset="2"/>
              </a:rPr>
              <a:t>, </a:t>
            </a:r>
            <a:r>
              <a:rPr lang="zh-CN" altLang="en-US" sz="2000" b="1" dirty="0">
                <a:solidFill>
                  <a:schemeClr val="accent6"/>
                </a:solidFill>
                <a:latin typeface="Arial" panose="020B0604020202020204" pitchFamily="34" charset="0"/>
                <a:ea typeface="黑体" panose="02010609060101010101" pitchFamily="49" charset="-122"/>
                <a:cs typeface="Arial" panose="020B0604020202020204" pitchFamily="34" charset="0"/>
                <a:sym typeface="Wingdings" pitchFamily="2" charset="2"/>
              </a:rPr>
              <a:t>无论</a:t>
            </a:r>
            <a:r>
              <a:rPr lang="en-CN" sz="2000" b="1">
                <a:solidFill>
                  <a:schemeClr val="accent6"/>
                </a:solidFill>
                <a:latin typeface="Arial" panose="020B0604020202020204" pitchFamily="34" charset="0"/>
                <a:cs typeface="Arial" panose="020B0604020202020204" pitchFamily="34" charset="0"/>
                <a:sym typeface="Wingdings" pitchFamily="2" charset="2"/>
              </a:rPr>
              <a:t>C</a:t>
            </a:r>
            <a:r>
              <a:rPr lang="en-CN" sz="2000" b="1" baseline="-25000">
                <a:solidFill>
                  <a:schemeClr val="accent6"/>
                </a:solidFill>
                <a:latin typeface="Arial" panose="020B0604020202020204" pitchFamily="34" charset="0"/>
                <a:cs typeface="Arial" panose="020B0604020202020204" pitchFamily="34" charset="0"/>
                <a:sym typeface="Wingdings" pitchFamily="2" charset="2"/>
              </a:rPr>
              <a:t>in</a:t>
            </a:r>
            <a:r>
              <a:rPr lang="zh-CN" altLang="en-US" sz="2000" b="1" dirty="0">
                <a:solidFill>
                  <a:schemeClr val="accent6"/>
                </a:solidFill>
                <a:latin typeface="Arial" panose="020B0604020202020204" pitchFamily="34" charset="0"/>
                <a:ea typeface="黑体" panose="02010609060101010101" pitchFamily="49" charset="-122"/>
                <a:cs typeface="Arial" panose="020B0604020202020204" pitchFamily="34" charset="0"/>
                <a:sym typeface="Wingdings" pitchFamily="2" charset="2"/>
              </a:rPr>
              <a:t>取值</a:t>
            </a:r>
            <a:endParaRPr lang="en-CN" sz="2000" b="1" baseline="-25000" dirty="0">
              <a:solidFill>
                <a:schemeClr val="accent6"/>
              </a:solidFill>
              <a:latin typeface="Arial" panose="020B0604020202020204" pitchFamily="34" charset="0"/>
              <a:ea typeface="黑体" panose="02010609060101010101" pitchFamily="49" charset="-122"/>
              <a:cs typeface="Arial" panose="020B0604020202020204" pitchFamily="34" charset="0"/>
              <a:sym typeface="Wingdings" pitchFamily="2" charset="2"/>
            </a:endParaRPr>
          </a:p>
          <a:p>
            <a:pPr marL="457200" indent="-457200">
              <a:buFont typeface="Wingdings" pitchFamily="2" charset="2"/>
              <a:buChar char="ü"/>
            </a:pPr>
            <a:r>
              <a:rPr lang="en-CN" sz="2000" b="1" dirty="0">
                <a:solidFill>
                  <a:srgbClr val="3333FF"/>
                </a:solidFill>
                <a:latin typeface="Arial" panose="020B0604020202020204" pitchFamily="34" charset="0"/>
                <a:cs typeface="Arial" panose="020B0604020202020204" pitchFamily="34" charset="0"/>
                <a:sym typeface="Wingdings" pitchFamily="2" charset="2"/>
              </a:rPr>
              <a:t>{AB = ’10’ or ’01’} and C</a:t>
            </a:r>
            <a:r>
              <a:rPr lang="en-CN" sz="2000" b="1" baseline="-25000" dirty="0">
                <a:solidFill>
                  <a:srgbClr val="3333FF"/>
                </a:solidFill>
                <a:latin typeface="Arial" panose="020B0604020202020204" pitchFamily="34" charset="0"/>
                <a:cs typeface="Arial" panose="020B0604020202020204" pitchFamily="34" charset="0"/>
                <a:sym typeface="Wingdings" pitchFamily="2" charset="2"/>
              </a:rPr>
              <a:t>in</a:t>
            </a:r>
            <a:r>
              <a:rPr lang="en-CN" sz="2000" b="1" dirty="0">
                <a:solidFill>
                  <a:srgbClr val="3333FF"/>
                </a:solidFill>
                <a:latin typeface="Arial" panose="020B0604020202020204" pitchFamily="34" charset="0"/>
                <a:cs typeface="Arial" panose="020B0604020202020204" pitchFamily="34" charset="0"/>
                <a:sym typeface="Wingdings" pitchFamily="2" charset="2"/>
              </a:rPr>
              <a:t>=1</a:t>
            </a:r>
          </a:p>
          <a:p>
            <a:pPr marL="457200" indent="-457200">
              <a:buFont typeface="Wingdings" pitchFamily="2" charset="2"/>
              <a:buChar char="Ø"/>
            </a:pPr>
            <a:r>
              <a:rPr lang="en-CN" altLang="zh-CN" sz="2000" b="1">
                <a:solidFill>
                  <a:srgbClr val="7030A0"/>
                </a:solidFill>
                <a:latin typeface="Arial" panose="020B0604020202020204" pitchFamily="34" charset="0"/>
                <a:ea typeface="SimHei" panose="02010609060101010101" pitchFamily="49" charset="-122"/>
                <a:cs typeface="Arial" panose="020B0604020202020204" pitchFamily="34" charset="0"/>
                <a:sym typeface="Wingdings" pitchFamily="2" charset="2"/>
              </a:rPr>
              <a:t>A=B=0不会使得</a:t>
            </a:r>
            <a:r>
              <a:rPr lang="en-CN" altLang="zh-CN" sz="2000" b="1">
                <a:solidFill>
                  <a:srgbClr val="7030A0"/>
                </a:solidFill>
                <a:sym typeface="Wingdings" pitchFamily="2" charset="2"/>
              </a:rPr>
              <a:t> C</a:t>
            </a:r>
            <a:r>
              <a:rPr lang="en-CN" altLang="zh-CN" sz="2000" b="1" baseline="-25000">
                <a:solidFill>
                  <a:srgbClr val="7030A0"/>
                </a:solidFill>
                <a:sym typeface="Wingdings" pitchFamily="2" charset="2"/>
              </a:rPr>
              <a:t>out</a:t>
            </a:r>
            <a:r>
              <a:rPr lang="en-CN" altLang="zh-CN" sz="2000" b="1">
                <a:solidFill>
                  <a:srgbClr val="7030A0"/>
                </a:solidFill>
                <a:sym typeface="Wingdings" pitchFamily="2" charset="2"/>
              </a:rPr>
              <a:t>=1</a:t>
            </a:r>
            <a:endParaRPr lang="en-CN" altLang="zh-CN" sz="2000" b="1">
              <a:solidFill>
                <a:srgbClr val="7030A0"/>
              </a:solidFill>
              <a:latin typeface="Arial" panose="020B0604020202020204" pitchFamily="34" charset="0"/>
              <a:ea typeface="SimHei" panose="02010609060101010101" pitchFamily="49" charset="-122"/>
              <a:cs typeface="Arial" panose="020B0604020202020204" pitchFamily="34" charset="0"/>
            </a:endParaRPr>
          </a:p>
        </p:txBody>
      </p:sp>
      <p:grpSp>
        <p:nvGrpSpPr>
          <p:cNvPr id="21" name="Group 20">
            <a:extLst>
              <a:ext uri="{FF2B5EF4-FFF2-40B4-BE49-F238E27FC236}">
                <a16:creationId xmlns:a16="http://schemas.microsoft.com/office/drawing/2014/main" id="{070BD02F-ECDA-E447-B038-18501AEB011E}"/>
              </a:ext>
            </a:extLst>
          </p:cNvPr>
          <p:cNvGrpSpPr/>
          <p:nvPr/>
        </p:nvGrpSpPr>
        <p:grpSpPr>
          <a:xfrm>
            <a:off x="6372200" y="1351440"/>
            <a:ext cx="1529301" cy="1537500"/>
            <a:chOff x="6696185" y="1031997"/>
            <a:chExt cx="1529301" cy="1537500"/>
          </a:xfrm>
        </p:grpSpPr>
        <p:grpSp>
          <p:nvGrpSpPr>
            <p:cNvPr id="9" name="Group 8">
              <a:extLst>
                <a:ext uri="{FF2B5EF4-FFF2-40B4-BE49-F238E27FC236}">
                  <a16:creationId xmlns:a16="http://schemas.microsoft.com/office/drawing/2014/main" id="{53C03CCD-4A47-5C42-AB18-CB5C850EB004}"/>
                </a:ext>
              </a:extLst>
            </p:cNvPr>
            <p:cNvGrpSpPr/>
            <p:nvPr/>
          </p:nvGrpSpPr>
          <p:grpSpPr>
            <a:xfrm>
              <a:off x="6743156" y="1031997"/>
              <a:ext cx="1397190" cy="1537500"/>
              <a:chOff x="6193703" y="4492848"/>
              <a:chExt cx="1397190" cy="1537500"/>
            </a:xfrm>
          </p:grpSpPr>
          <p:sp>
            <p:nvSpPr>
              <p:cNvPr id="10" name="Rectangle 13">
                <a:extLst>
                  <a:ext uri="{FF2B5EF4-FFF2-40B4-BE49-F238E27FC236}">
                    <a16:creationId xmlns:a16="http://schemas.microsoft.com/office/drawing/2014/main" id="{D2C88C82-5389-A042-9E9E-2BE699A5026D}"/>
                  </a:ext>
                </a:extLst>
              </p:cNvPr>
              <p:cNvSpPr>
                <a:spLocks noChangeArrowheads="1"/>
              </p:cNvSpPr>
              <p:nvPr/>
            </p:nvSpPr>
            <p:spPr bwMode="auto">
              <a:xfrm>
                <a:off x="6969091" y="4492848"/>
                <a:ext cx="400752"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PMingLiU" pitchFamily="18" charset="-120"/>
                    <a:cs typeface="+mn-cs"/>
                  </a:rPr>
                  <a:t>B</a:t>
                </a:r>
                <a:r>
                  <a:rPr kumimoji="1" lang="en-US" altLang="zh-TW" sz="1800" b="1" i="0" u="none" strike="noStrike" kern="1200" cap="none" spc="0" normalizeH="0" baseline="0" noProof="0" dirty="0">
                    <a:ln>
                      <a:noFill/>
                    </a:ln>
                    <a:solidFill>
                      <a:srgbClr val="000000"/>
                    </a:solidFill>
                    <a:effectLst/>
                    <a:uLnTx/>
                    <a:uFillTx/>
                    <a:latin typeface="Times New Roman" pitchFamily="18" charset="0"/>
                    <a:ea typeface="PMingLiU" pitchFamily="18" charset="-120"/>
                    <a:cs typeface="+mn-cs"/>
                  </a:rPr>
                  <a:t>i</a:t>
                </a:r>
              </a:p>
            </p:txBody>
          </p:sp>
          <p:sp>
            <p:nvSpPr>
              <p:cNvPr id="11" name="Rectangle 14">
                <a:extLst>
                  <a:ext uri="{FF2B5EF4-FFF2-40B4-BE49-F238E27FC236}">
                    <a16:creationId xmlns:a16="http://schemas.microsoft.com/office/drawing/2014/main" id="{0610BE4A-AB48-9B4C-8103-F31A3EFB028E}"/>
                  </a:ext>
                </a:extLst>
              </p:cNvPr>
              <p:cNvSpPr>
                <a:spLocks noChangeArrowheads="1"/>
              </p:cNvSpPr>
              <p:nvPr/>
            </p:nvSpPr>
            <p:spPr bwMode="auto">
              <a:xfrm>
                <a:off x="6605255" y="4497731"/>
                <a:ext cx="41357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PMingLiU" pitchFamily="18" charset="-120"/>
                    <a:cs typeface="+mn-cs"/>
                  </a:rPr>
                  <a:t>A</a:t>
                </a:r>
                <a:r>
                  <a:rPr kumimoji="1" lang="en-US" altLang="zh-TW" sz="1800" b="1" i="0" u="none" strike="noStrike" kern="1200" cap="none" spc="0" normalizeH="0" baseline="0" noProof="0" dirty="0">
                    <a:ln>
                      <a:noFill/>
                    </a:ln>
                    <a:solidFill>
                      <a:srgbClr val="000000"/>
                    </a:solidFill>
                    <a:effectLst/>
                    <a:uLnTx/>
                    <a:uFillTx/>
                    <a:latin typeface="Times New Roman" pitchFamily="18" charset="0"/>
                    <a:ea typeface="PMingLiU" pitchFamily="18" charset="-120"/>
                    <a:cs typeface="+mn-cs"/>
                  </a:rPr>
                  <a:t>i</a:t>
                </a:r>
              </a:p>
            </p:txBody>
          </p:sp>
          <p:sp>
            <p:nvSpPr>
              <p:cNvPr id="12" name="Rectangle 15">
                <a:extLst>
                  <a:ext uri="{FF2B5EF4-FFF2-40B4-BE49-F238E27FC236}">
                    <a16:creationId xmlns:a16="http://schemas.microsoft.com/office/drawing/2014/main" id="{81727397-EB92-0048-8890-E8FB3E4E2408}"/>
                  </a:ext>
                </a:extLst>
              </p:cNvPr>
              <p:cNvSpPr>
                <a:spLocks noChangeArrowheads="1"/>
              </p:cNvSpPr>
              <p:nvPr/>
            </p:nvSpPr>
            <p:spPr bwMode="auto">
              <a:xfrm rot="5400000">
                <a:off x="6582108" y="5391364"/>
                <a:ext cx="800807" cy="477162"/>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3" name="Rectangle 16">
                <a:extLst>
                  <a:ext uri="{FF2B5EF4-FFF2-40B4-BE49-F238E27FC236}">
                    <a16:creationId xmlns:a16="http://schemas.microsoft.com/office/drawing/2014/main" id="{61C58A64-86F2-A84A-A2E9-A81F5C551F14}"/>
                  </a:ext>
                </a:extLst>
              </p:cNvPr>
              <p:cNvSpPr>
                <a:spLocks noChangeArrowheads="1"/>
              </p:cNvSpPr>
              <p:nvPr/>
            </p:nvSpPr>
            <p:spPr bwMode="auto">
              <a:xfrm rot="5400000">
                <a:off x="6849729" y="5455888"/>
                <a:ext cx="241707" cy="3444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PMingLiU" pitchFamily="18" charset="-120"/>
                    <a:cs typeface="+mn-cs"/>
                  </a:rPr>
                  <a:t>+</a:t>
                </a:r>
                <a:endParaRPr kumimoji="1" lang="en-US" altLang="zh-TW" sz="1800" b="1" i="0" u="none" strike="noStrike" kern="1200" cap="none" spc="0" normalizeH="0" baseline="0" noProof="0" dirty="0">
                  <a:ln>
                    <a:noFill/>
                  </a:ln>
                  <a:solidFill>
                    <a:srgbClr val="000000"/>
                  </a:solidFill>
                  <a:effectLst/>
                  <a:uLnTx/>
                  <a:uFillTx/>
                  <a:latin typeface="Times New Roman" pitchFamily="18" charset="0"/>
                  <a:ea typeface="PMingLiU" pitchFamily="18" charset="-120"/>
                  <a:cs typeface="+mn-cs"/>
                </a:endParaRPr>
              </a:p>
            </p:txBody>
          </p:sp>
          <p:sp>
            <p:nvSpPr>
              <p:cNvPr id="14" name="Line 17">
                <a:extLst>
                  <a:ext uri="{FF2B5EF4-FFF2-40B4-BE49-F238E27FC236}">
                    <a16:creationId xmlns:a16="http://schemas.microsoft.com/office/drawing/2014/main" id="{A08B6D7C-18D7-AE4C-BF3E-7F2ACC837A8C}"/>
                  </a:ext>
                </a:extLst>
              </p:cNvPr>
              <p:cNvSpPr>
                <a:spLocks noChangeShapeType="1"/>
              </p:cNvSpPr>
              <p:nvPr/>
            </p:nvSpPr>
            <p:spPr bwMode="auto">
              <a:xfrm rot="5400000">
                <a:off x="6884788" y="5014691"/>
                <a:ext cx="410169"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5" name="Line 18">
                <a:extLst>
                  <a:ext uri="{FF2B5EF4-FFF2-40B4-BE49-F238E27FC236}">
                    <a16:creationId xmlns:a16="http://schemas.microsoft.com/office/drawing/2014/main" id="{DC41DEA9-E4C1-164C-A9DD-364F8180D477}"/>
                  </a:ext>
                </a:extLst>
              </p:cNvPr>
              <p:cNvSpPr>
                <a:spLocks noChangeShapeType="1"/>
              </p:cNvSpPr>
              <p:nvPr/>
            </p:nvSpPr>
            <p:spPr bwMode="auto">
              <a:xfrm rot="5400000">
                <a:off x="6670065" y="5014691"/>
                <a:ext cx="410169"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6" name="Line 19">
                <a:extLst>
                  <a:ext uri="{FF2B5EF4-FFF2-40B4-BE49-F238E27FC236}">
                    <a16:creationId xmlns:a16="http://schemas.microsoft.com/office/drawing/2014/main" id="{A2A52370-F08D-3B48-A01F-A7CF847F12DD}"/>
                  </a:ext>
                </a:extLst>
              </p:cNvPr>
              <p:cNvSpPr>
                <a:spLocks noChangeShapeType="1"/>
              </p:cNvSpPr>
              <p:nvPr/>
            </p:nvSpPr>
            <p:spPr bwMode="auto">
              <a:xfrm rot="5400000">
                <a:off x="7411957" y="5451009"/>
                <a:ext cx="0" cy="357872"/>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7" name="Line 21">
                <a:extLst>
                  <a:ext uri="{FF2B5EF4-FFF2-40B4-BE49-F238E27FC236}">
                    <a16:creationId xmlns:a16="http://schemas.microsoft.com/office/drawing/2014/main" id="{259E9219-2BC8-8548-A495-49833409B017}"/>
                  </a:ext>
                </a:extLst>
              </p:cNvPr>
              <p:cNvSpPr>
                <a:spLocks noChangeShapeType="1"/>
              </p:cNvSpPr>
              <p:nvPr/>
            </p:nvSpPr>
            <p:spPr bwMode="auto">
              <a:xfrm rot="5400000">
                <a:off x="6553066" y="5451009"/>
                <a:ext cx="0" cy="357872"/>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8" name="Rectangle 22">
                <a:extLst>
                  <a:ext uri="{FF2B5EF4-FFF2-40B4-BE49-F238E27FC236}">
                    <a16:creationId xmlns:a16="http://schemas.microsoft.com/office/drawing/2014/main" id="{ECF94625-B11E-A949-9E2E-657EACBEDB8B}"/>
                  </a:ext>
                </a:extLst>
              </p:cNvPr>
              <p:cNvSpPr>
                <a:spLocks noChangeArrowheads="1"/>
              </p:cNvSpPr>
              <p:nvPr/>
            </p:nvSpPr>
            <p:spPr bwMode="auto">
              <a:xfrm>
                <a:off x="6193703" y="5272267"/>
                <a:ext cx="557683" cy="3662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PMingLiU" pitchFamily="18" charset="-120"/>
                    <a:cs typeface="+mn-cs"/>
                  </a:rPr>
                  <a:t>C</a:t>
                </a:r>
                <a:r>
                  <a:rPr kumimoji="1" lang="en-US" altLang="zh-TW" sz="1800" b="1" i="0" u="none" strike="noStrike" kern="1200" cap="none" spc="0" normalizeH="0" baseline="-25000" noProof="0" dirty="0">
                    <a:ln>
                      <a:noFill/>
                    </a:ln>
                    <a:solidFill>
                      <a:srgbClr val="000000"/>
                    </a:solidFill>
                    <a:effectLst/>
                    <a:uLnTx/>
                    <a:uFillTx/>
                    <a:latin typeface="Times New Roman" pitchFamily="18" charset="0"/>
                    <a:ea typeface="PMingLiU" pitchFamily="18" charset="-120"/>
                    <a:cs typeface="+mn-cs"/>
                  </a:rPr>
                  <a:t>i+1</a:t>
                </a:r>
              </a:p>
            </p:txBody>
          </p:sp>
          <p:sp>
            <p:nvSpPr>
              <p:cNvPr id="19" name="Rectangle 24">
                <a:extLst>
                  <a:ext uri="{FF2B5EF4-FFF2-40B4-BE49-F238E27FC236}">
                    <a16:creationId xmlns:a16="http://schemas.microsoft.com/office/drawing/2014/main" id="{91024409-8AA9-2541-9C8B-9BFD6042E6FC}"/>
                  </a:ext>
                </a:extLst>
              </p:cNvPr>
              <p:cNvSpPr>
                <a:spLocks noChangeArrowheads="1"/>
              </p:cNvSpPr>
              <p:nvPr/>
            </p:nvSpPr>
            <p:spPr bwMode="auto">
              <a:xfrm>
                <a:off x="7186797" y="5272267"/>
                <a:ext cx="392168" cy="3662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PMingLiU" pitchFamily="18" charset="-120"/>
                    <a:cs typeface="+mn-cs"/>
                  </a:rPr>
                  <a:t>C</a:t>
                </a:r>
                <a:r>
                  <a:rPr kumimoji="1" lang="en-US" altLang="zh-CN" sz="1800" b="1" i="0" u="none" strike="noStrike" kern="1200" cap="none" spc="0" normalizeH="0" baseline="-25000" noProof="0" dirty="0">
                    <a:ln>
                      <a:noFill/>
                    </a:ln>
                    <a:solidFill>
                      <a:srgbClr val="000000"/>
                    </a:solidFill>
                    <a:effectLst/>
                    <a:uLnTx/>
                    <a:uFillTx/>
                    <a:latin typeface="Times New Roman" pitchFamily="18" charset="0"/>
                    <a:ea typeface="PMingLiU" pitchFamily="18" charset="-120"/>
                    <a:cs typeface="+mn-cs"/>
                  </a:rPr>
                  <a:t>i</a:t>
                </a:r>
                <a:endParaRPr kumimoji="1" lang="en-US" altLang="zh-TW" sz="1800" b="1" i="0" u="none" strike="noStrike" kern="1200" cap="none" spc="0" normalizeH="0" baseline="-25000" noProof="0" dirty="0">
                  <a:ln>
                    <a:noFill/>
                  </a:ln>
                  <a:solidFill>
                    <a:srgbClr val="000000"/>
                  </a:solidFill>
                  <a:effectLst/>
                  <a:uLnTx/>
                  <a:uFillTx/>
                  <a:latin typeface="Times New Roman" pitchFamily="18" charset="0"/>
                  <a:ea typeface="PMingLiU" pitchFamily="18" charset="-120"/>
                  <a:cs typeface="+mn-cs"/>
                </a:endParaRPr>
              </a:p>
            </p:txBody>
          </p:sp>
        </p:grpSp>
        <p:sp>
          <p:nvSpPr>
            <p:cNvPr id="30" name="Rectangle 29">
              <a:extLst>
                <a:ext uri="{FF2B5EF4-FFF2-40B4-BE49-F238E27FC236}">
                  <a16:creationId xmlns:a16="http://schemas.microsoft.com/office/drawing/2014/main" id="{9A577C94-A6C5-824F-ADAA-5EA737686B69}"/>
                </a:ext>
              </a:extLst>
            </p:cNvPr>
            <p:cNvSpPr/>
            <p:nvPr/>
          </p:nvSpPr>
          <p:spPr>
            <a:xfrm>
              <a:off x="6696185" y="2154245"/>
              <a:ext cx="591829" cy="369332"/>
            </a:xfrm>
            <a:prstGeom prst="rect">
              <a:avLst/>
            </a:prstGeom>
          </p:spPr>
          <p:txBody>
            <a:bodyPr wrap="none">
              <a:spAutoFit/>
            </a:bodyPr>
            <a:lstStyle/>
            <a:p>
              <a:r>
                <a:rPr lang="en-CN" b="1" dirty="0">
                  <a:solidFill>
                    <a:srgbClr val="C00000"/>
                  </a:solidFill>
                  <a:sym typeface="Wingdings" pitchFamily="2" charset="2"/>
                </a:rPr>
                <a:t>C</a:t>
              </a:r>
              <a:r>
                <a:rPr lang="en-CN" b="1" baseline="-25000" dirty="0">
                  <a:solidFill>
                    <a:srgbClr val="C00000"/>
                  </a:solidFill>
                  <a:sym typeface="Wingdings" pitchFamily="2" charset="2"/>
                </a:rPr>
                <a:t>out</a:t>
              </a:r>
              <a:endParaRPr lang="en-CN" dirty="0">
                <a:solidFill>
                  <a:srgbClr val="C00000"/>
                </a:solidFill>
              </a:endParaRPr>
            </a:p>
          </p:txBody>
        </p:sp>
        <p:sp>
          <p:nvSpPr>
            <p:cNvPr id="31" name="Rectangle 30">
              <a:extLst>
                <a:ext uri="{FF2B5EF4-FFF2-40B4-BE49-F238E27FC236}">
                  <a16:creationId xmlns:a16="http://schemas.microsoft.com/office/drawing/2014/main" id="{179873BF-DB4C-5B48-B392-2430B2B72232}"/>
                </a:ext>
              </a:extLst>
            </p:cNvPr>
            <p:cNvSpPr/>
            <p:nvPr/>
          </p:nvSpPr>
          <p:spPr>
            <a:xfrm>
              <a:off x="7736250" y="2167262"/>
              <a:ext cx="489236" cy="369332"/>
            </a:xfrm>
            <a:prstGeom prst="rect">
              <a:avLst/>
            </a:prstGeom>
          </p:spPr>
          <p:txBody>
            <a:bodyPr wrap="none">
              <a:spAutoFit/>
            </a:bodyPr>
            <a:lstStyle/>
            <a:p>
              <a:r>
                <a:rPr lang="en-CN" b="1" dirty="0">
                  <a:solidFill>
                    <a:srgbClr val="C00000"/>
                  </a:solidFill>
                  <a:sym typeface="Wingdings" pitchFamily="2" charset="2"/>
                </a:rPr>
                <a:t>C</a:t>
              </a:r>
              <a:r>
                <a:rPr lang="en-CN" b="1" baseline="-25000" dirty="0">
                  <a:solidFill>
                    <a:srgbClr val="C00000"/>
                  </a:solidFill>
                  <a:sym typeface="Wingdings" pitchFamily="2" charset="2"/>
                </a:rPr>
                <a:t>in</a:t>
              </a:r>
              <a:endParaRPr lang="en-CN" dirty="0">
                <a:solidFill>
                  <a:srgbClr val="C00000"/>
                </a:solidFill>
              </a:endParaRPr>
            </a:p>
          </p:txBody>
        </p:sp>
      </p:grpSp>
      <p:grpSp>
        <p:nvGrpSpPr>
          <p:cNvPr id="23" name="组合 22">
            <a:extLst>
              <a:ext uri="{FF2B5EF4-FFF2-40B4-BE49-F238E27FC236}">
                <a16:creationId xmlns:a16="http://schemas.microsoft.com/office/drawing/2014/main" id="{E76F7EDF-26BC-D284-E143-E7450C7604AD}"/>
              </a:ext>
            </a:extLst>
          </p:cNvPr>
          <p:cNvGrpSpPr/>
          <p:nvPr/>
        </p:nvGrpSpPr>
        <p:grpSpPr>
          <a:xfrm>
            <a:off x="4954302" y="5420141"/>
            <a:ext cx="2518793" cy="418764"/>
            <a:chOff x="4954302" y="5420141"/>
            <a:chExt cx="2518793" cy="418764"/>
          </a:xfrm>
        </p:grpSpPr>
        <p:pic>
          <p:nvPicPr>
            <p:cNvPr id="26" name="Picture 25">
              <a:extLst>
                <a:ext uri="{FF2B5EF4-FFF2-40B4-BE49-F238E27FC236}">
                  <a16:creationId xmlns:a16="http://schemas.microsoft.com/office/drawing/2014/main" id="{EEC1561C-6C02-4848-BE21-ADC0392D5A79}"/>
                </a:ext>
              </a:extLst>
            </p:cNvPr>
            <p:cNvPicPr>
              <a:picLocks noChangeAspect="1"/>
            </p:cNvPicPr>
            <p:nvPr/>
          </p:nvPicPr>
          <p:blipFill>
            <a:blip r:embed="rId5"/>
            <a:stretch>
              <a:fillRect/>
            </a:stretch>
          </p:blipFill>
          <p:spPr>
            <a:xfrm>
              <a:off x="5648344" y="5455554"/>
              <a:ext cx="1824751" cy="383351"/>
            </a:xfrm>
            <a:prstGeom prst="rect">
              <a:avLst/>
            </a:prstGeom>
          </p:spPr>
        </p:pic>
        <p:sp>
          <p:nvSpPr>
            <p:cNvPr id="25" name="右箭头 24">
              <a:extLst>
                <a:ext uri="{FF2B5EF4-FFF2-40B4-BE49-F238E27FC236}">
                  <a16:creationId xmlns:a16="http://schemas.microsoft.com/office/drawing/2014/main" id="{F4469CEB-232C-0BA0-B9E5-67B5E2D3F69B}"/>
                </a:ext>
              </a:extLst>
            </p:cNvPr>
            <p:cNvSpPr/>
            <p:nvPr/>
          </p:nvSpPr>
          <p:spPr bwMode="auto">
            <a:xfrm>
              <a:off x="4954302" y="5420141"/>
              <a:ext cx="660749" cy="302338"/>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grpSp>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744E61BE-6D56-DC6E-44E6-0286EB6BF2F7}"/>
                  </a:ext>
                </a:extLst>
              </p:cNvPr>
              <p:cNvSpPr txBox="1"/>
              <p:nvPr/>
            </p:nvSpPr>
            <p:spPr>
              <a:xfrm>
                <a:off x="6848662" y="3640935"/>
                <a:ext cx="1495409" cy="276999"/>
              </a:xfrm>
              <a:prstGeom prst="rect">
                <a:avLst/>
              </a:prstGeom>
              <a:noFill/>
            </p:spPr>
            <p:txBody>
              <a:bodyPr wrap="none" lIns="0" tIns="0" rIns="0" bIns="0" rtlCol="0">
                <a:spAutoFit/>
              </a:bodyPr>
              <a:lstStyle/>
              <a:p>
                <a14:m>
                  <m:oMath xmlns:m="http://schemas.openxmlformats.org/officeDocument/2006/math">
                    <m:sSub>
                      <m:sSubPr>
                        <m:ctrlPr>
                          <a:rPr kumimoji="1" lang="en-US" altLang="zh-CN" b="1" i="1" smtClean="0">
                            <a:solidFill>
                              <a:srgbClr val="3333FF"/>
                            </a:solidFill>
                            <a:latin typeface="Cambria Math" panose="02040503050406030204" pitchFamily="18" charset="0"/>
                          </a:rPr>
                        </m:ctrlPr>
                      </m:sSubPr>
                      <m:e>
                        <m:r>
                          <a:rPr kumimoji="1" lang="en-US" altLang="zh-CN" b="1" i="1" smtClean="0">
                            <a:solidFill>
                              <a:srgbClr val="3333FF"/>
                            </a:solidFill>
                            <a:latin typeface="Cambria Math" panose="02040503050406030204" pitchFamily="18" charset="0"/>
                          </a:rPr>
                          <m:t>𝑮</m:t>
                        </m:r>
                      </m:e>
                      <m:sub>
                        <m:r>
                          <a:rPr kumimoji="1" lang="en-US" altLang="zh-CN" b="1" i="1" smtClean="0">
                            <a:solidFill>
                              <a:srgbClr val="3333FF"/>
                            </a:solidFill>
                            <a:latin typeface="Cambria Math" panose="02040503050406030204" pitchFamily="18" charset="0"/>
                          </a:rPr>
                          <m:t>𝒊</m:t>
                        </m:r>
                      </m:sub>
                    </m:sSub>
                    <m:r>
                      <a:rPr kumimoji="1" lang="en-US" altLang="zh-CN" b="1" i="1" smtClean="0">
                        <a:solidFill>
                          <a:srgbClr val="3333FF"/>
                        </a:solidFill>
                        <a:latin typeface="Cambria Math" panose="02040503050406030204" pitchFamily="18" charset="0"/>
                      </a:rPr>
                      <m:t>=</m:t>
                    </m:r>
                    <m:sSub>
                      <m:sSubPr>
                        <m:ctrlPr>
                          <a:rPr kumimoji="1" lang="en-US" altLang="zh-CN" b="1" i="1" smtClean="0">
                            <a:solidFill>
                              <a:srgbClr val="3333FF"/>
                            </a:solidFill>
                            <a:latin typeface="Cambria Math" panose="02040503050406030204" pitchFamily="18" charset="0"/>
                          </a:rPr>
                        </m:ctrlPr>
                      </m:sSubPr>
                      <m:e>
                        <m:r>
                          <a:rPr kumimoji="1" lang="en-US" altLang="zh-CN" b="1" i="1" smtClean="0">
                            <a:solidFill>
                              <a:srgbClr val="3333FF"/>
                            </a:solidFill>
                            <a:latin typeface="Cambria Math" panose="02040503050406030204" pitchFamily="18" charset="0"/>
                          </a:rPr>
                          <m:t>𝑨</m:t>
                        </m:r>
                      </m:e>
                      <m:sub>
                        <m:r>
                          <a:rPr kumimoji="1" lang="en-US" altLang="zh-CN" b="1" i="1" smtClean="0">
                            <a:solidFill>
                              <a:srgbClr val="3333FF"/>
                            </a:solidFill>
                            <a:latin typeface="Cambria Math" panose="02040503050406030204" pitchFamily="18" charset="0"/>
                          </a:rPr>
                          <m:t>𝒊</m:t>
                        </m:r>
                      </m:sub>
                    </m:sSub>
                    <m:sSub>
                      <m:sSubPr>
                        <m:ctrlPr>
                          <a:rPr kumimoji="1" lang="en-US" altLang="zh-CN" b="1" i="1" smtClean="0">
                            <a:solidFill>
                              <a:srgbClr val="3333FF"/>
                            </a:solidFill>
                            <a:latin typeface="Cambria Math" panose="02040503050406030204" pitchFamily="18" charset="0"/>
                          </a:rPr>
                        </m:ctrlPr>
                      </m:sSubPr>
                      <m:e>
                        <m:r>
                          <a:rPr kumimoji="1" lang="en-US" altLang="zh-CN" b="1" i="1" smtClean="0">
                            <a:solidFill>
                              <a:srgbClr val="3333FF"/>
                            </a:solidFill>
                            <a:latin typeface="Cambria Math" panose="02040503050406030204" pitchFamily="18" charset="0"/>
                          </a:rPr>
                          <m:t>𝑩</m:t>
                        </m:r>
                      </m:e>
                      <m:sub>
                        <m:r>
                          <a:rPr kumimoji="1" lang="en-US" altLang="zh-CN" b="1" i="1" smtClean="0">
                            <a:solidFill>
                              <a:srgbClr val="3333FF"/>
                            </a:solidFill>
                            <a:latin typeface="Cambria Math" panose="02040503050406030204" pitchFamily="18" charset="0"/>
                          </a:rPr>
                          <m:t>𝒊</m:t>
                        </m:r>
                      </m:sub>
                    </m:sSub>
                    <m:r>
                      <a:rPr kumimoji="1" lang="en-US" altLang="zh-CN" b="1" i="1" smtClean="0">
                        <a:solidFill>
                          <a:srgbClr val="3333FF"/>
                        </a:solidFill>
                        <a:latin typeface="Cambria Math" panose="02040503050406030204" pitchFamily="18" charset="0"/>
                      </a:rPr>
                      <m:t>=</m:t>
                    </m:r>
                    <m:r>
                      <a:rPr kumimoji="1" lang="en-US" altLang="zh-CN" b="1" i="1" smtClean="0">
                        <a:solidFill>
                          <a:srgbClr val="3333FF"/>
                        </a:solidFill>
                        <a:latin typeface="Cambria Math" panose="02040503050406030204" pitchFamily="18" charset="0"/>
                      </a:rPr>
                      <m:t>𝟏</m:t>
                    </m:r>
                  </m:oMath>
                </a14:m>
                <a:r>
                  <a:rPr kumimoji="1" lang="zh-CN" altLang="en-US" b="1" dirty="0">
                    <a:solidFill>
                      <a:srgbClr val="3333FF"/>
                    </a:solidFill>
                  </a:rPr>
                  <a:t> </a:t>
                </a:r>
              </a:p>
            </p:txBody>
          </p:sp>
        </mc:Choice>
        <mc:Fallback xmlns="">
          <p:sp>
            <p:nvSpPr>
              <p:cNvPr id="28" name="文本框 27">
                <a:extLst>
                  <a:ext uri="{FF2B5EF4-FFF2-40B4-BE49-F238E27FC236}">
                    <a16:creationId xmlns:a16="http://schemas.microsoft.com/office/drawing/2014/main" id="{744E61BE-6D56-DC6E-44E6-0286EB6BF2F7}"/>
                  </a:ext>
                </a:extLst>
              </p:cNvPr>
              <p:cNvSpPr txBox="1">
                <a:spLocks noRot="1" noChangeAspect="1" noMove="1" noResize="1" noEditPoints="1" noAdjustHandles="1" noChangeArrowheads="1" noChangeShapeType="1" noTextEdit="1"/>
              </p:cNvSpPr>
              <p:nvPr/>
            </p:nvSpPr>
            <p:spPr>
              <a:xfrm>
                <a:off x="6848662" y="3640935"/>
                <a:ext cx="1495409" cy="276999"/>
              </a:xfrm>
              <a:prstGeom prst="rect">
                <a:avLst/>
              </a:prstGeom>
              <a:blipFill>
                <a:blip r:embed="rId6"/>
                <a:stretch>
                  <a:fillRect l="-5882" b="-1739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8EA94D74-F7E2-EECB-5CCE-0B7A3B01A02D}"/>
                  </a:ext>
                </a:extLst>
              </p:cNvPr>
              <p:cNvSpPr txBox="1"/>
              <p:nvPr/>
            </p:nvSpPr>
            <p:spPr>
              <a:xfrm>
                <a:off x="7672476" y="4414196"/>
                <a:ext cx="1059457" cy="276999"/>
              </a:xfrm>
              <a:prstGeom prst="rect">
                <a:avLst/>
              </a:prstGeom>
              <a:noFill/>
            </p:spPr>
            <p:txBody>
              <a:bodyPr wrap="none" lIns="0" tIns="0" rIns="0" bIns="0" rtlCol="0">
                <a:spAutoFit/>
              </a:bodyPr>
              <a:lstStyle>
                <a:defPPr>
                  <a:defRPr lang="en-US"/>
                </a:defPPr>
                <a:lvl1pPr>
                  <a:defRPr kumimoji="1" b="1" i="1">
                    <a:solidFill>
                      <a:srgbClr val="3333FF"/>
                    </a:solidFill>
                    <a:latin typeface="Cambria Math" panose="02040503050406030204" pitchFamily="18" charset="0"/>
                  </a:defRPr>
                </a:lvl1pPr>
              </a:lstStyle>
              <a:p>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panose="02040503050406030204" pitchFamily="18" charset="0"/>
                          </a:rPr>
                          <m:t>𝑷</m:t>
                        </m:r>
                      </m:e>
                      <m:sub>
                        <m:r>
                          <a:rPr lang="en-US" altLang="zh-CN">
                            <a:latin typeface="Cambria Math" panose="02040503050406030204" pitchFamily="18" charset="0"/>
                          </a:rPr>
                          <m:t>𝒊</m:t>
                        </m:r>
                      </m:sub>
                    </m:sSub>
                    <m:sSub>
                      <m:sSubPr>
                        <m:ctrlPr>
                          <a:rPr lang="en-US" altLang="zh-CN" i="1">
                            <a:latin typeface="Cambria Math" panose="02040503050406030204" pitchFamily="18" charset="0"/>
                          </a:rPr>
                        </m:ctrlPr>
                      </m:sSubPr>
                      <m:e>
                        <m:r>
                          <a:rPr lang="en-US" altLang="zh-CN">
                            <a:latin typeface="Cambria Math" panose="02040503050406030204" pitchFamily="18" charset="0"/>
                          </a:rPr>
                          <m:t>𝑪</m:t>
                        </m:r>
                      </m:e>
                      <m:sub>
                        <m:r>
                          <a:rPr lang="en-US" altLang="zh-CN">
                            <a:latin typeface="Cambria Math" panose="02040503050406030204" pitchFamily="18" charset="0"/>
                          </a:rPr>
                          <m:t>𝒊𝒏</m:t>
                        </m:r>
                      </m:sub>
                    </m:sSub>
                    <m:r>
                      <a:rPr lang="en-US" altLang="zh-CN">
                        <a:latin typeface="Cambria Math" panose="02040503050406030204" pitchFamily="18" charset="0"/>
                      </a:rPr>
                      <m:t>=</m:t>
                    </m:r>
                    <m:r>
                      <a:rPr lang="en-US" altLang="zh-CN">
                        <a:latin typeface="Cambria Math" panose="02040503050406030204" pitchFamily="18" charset="0"/>
                      </a:rPr>
                      <m:t>𝟏</m:t>
                    </m:r>
                  </m:oMath>
                </a14:m>
                <a:r>
                  <a:rPr lang="zh-CN" altLang="en-US" dirty="0"/>
                  <a:t> </a:t>
                </a:r>
              </a:p>
            </p:txBody>
          </p:sp>
        </mc:Choice>
        <mc:Fallback xmlns="">
          <p:sp>
            <p:nvSpPr>
              <p:cNvPr id="32" name="文本框 31">
                <a:extLst>
                  <a:ext uri="{FF2B5EF4-FFF2-40B4-BE49-F238E27FC236}">
                    <a16:creationId xmlns:a16="http://schemas.microsoft.com/office/drawing/2014/main" id="{8EA94D74-F7E2-EECB-5CCE-0B7A3B01A02D}"/>
                  </a:ext>
                </a:extLst>
              </p:cNvPr>
              <p:cNvSpPr txBox="1">
                <a:spLocks noRot="1" noChangeAspect="1" noMove="1" noResize="1" noEditPoints="1" noAdjustHandles="1" noChangeArrowheads="1" noChangeShapeType="1" noTextEdit="1"/>
              </p:cNvSpPr>
              <p:nvPr/>
            </p:nvSpPr>
            <p:spPr>
              <a:xfrm>
                <a:off x="7672476" y="4414196"/>
                <a:ext cx="1059457" cy="276999"/>
              </a:xfrm>
              <a:prstGeom prst="rect">
                <a:avLst/>
              </a:prstGeom>
              <a:blipFill>
                <a:blip r:embed="rId7"/>
                <a:stretch>
                  <a:fillRect l="-7143" b="-13043"/>
                </a:stretch>
              </a:blipFill>
            </p:spPr>
            <p:txBody>
              <a:bodyPr/>
              <a:lstStyle/>
              <a:p>
                <a:r>
                  <a:rPr lang="zh-CN" altLang="en-US">
                    <a:noFill/>
                  </a:rPr>
                  <a:t> </a:t>
                </a:r>
              </a:p>
            </p:txBody>
          </p:sp>
        </mc:Fallback>
      </mc:AlternateContent>
      <p:grpSp>
        <p:nvGrpSpPr>
          <p:cNvPr id="24" name="组合 23">
            <a:extLst>
              <a:ext uri="{FF2B5EF4-FFF2-40B4-BE49-F238E27FC236}">
                <a16:creationId xmlns:a16="http://schemas.microsoft.com/office/drawing/2014/main" id="{CC1F7B2A-DC89-A125-54D1-6D105DEC20E3}"/>
              </a:ext>
            </a:extLst>
          </p:cNvPr>
          <p:cNvGrpSpPr/>
          <p:nvPr/>
        </p:nvGrpSpPr>
        <p:grpSpPr>
          <a:xfrm>
            <a:off x="6732240" y="3917934"/>
            <a:ext cx="1183868" cy="1537620"/>
            <a:chOff x="6732240" y="3917934"/>
            <a:chExt cx="1183868" cy="1537620"/>
          </a:xfrm>
        </p:grpSpPr>
        <p:cxnSp>
          <p:nvCxnSpPr>
            <p:cNvPr id="34" name="直线箭头连接符 33">
              <a:extLst>
                <a:ext uri="{FF2B5EF4-FFF2-40B4-BE49-F238E27FC236}">
                  <a16:creationId xmlns:a16="http://schemas.microsoft.com/office/drawing/2014/main" id="{8AB88F5F-A346-3F15-209C-D810D18B26AF}"/>
                </a:ext>
              </a:extLst>
            </p:cNvPr>
            <p:cNvCxnSpPr>
              <a:cxnSpLocks/>
            </p:cNvCxnSpPr>
            <p:nvPr/>
          </p:nvCxnSpPr>
          <p:spPr bwMode="auto">
            <a:xfrm flipH="1">
              <a:off x="6732240" y="4691195"/>
              <a:ext cx="1183868" cy="764359"/>
            </a:xfrm>
            <a:prstGeom prst="straightConnector1">
              <a:avLst/>
            </a:prstGeom>
            <a:solidFill>
              <a:schemeClr val="accent1"/>
            </a:solidFill>
            <a:ln w="53975" cap="flat" cmpd="sng" algn="ctr">
              <a:solidFill>
                <a:srgbClr val="3333FF"/>
              </a:solidFill>
              <a:prstDash val="solid"/>
              <a:round/>
              <a:headEnd type="none" w="med" len="med"/>
              <a:tailEnd type="triangle"/>
            </a:ln>
            <a:effectLst/>
          </p:spPr>
        </p:cxnSp>
        <p:cxnSp>
          <p:nvCxnSpPr>
            <p:cNvPr id="37" name="直线箭头连接符 36">
              <a:extLst>
                <a:ext uri="{FF2B5EF4-FFF2-40B4-BE49-F238E27FC236}">
                  <a16:creationId xmlns:a16="http://schemas.microsoft.com/office/drawing/2014/main" id="{879087B9-4EB5-6E13-407E-3248FA1AA902}"/>
                </a:ext>
              </a:extLst>
            </p:cNvPr>
            <p:cNvCxnSpPr>
              <a:cxnSpLocks/>
              <a:stCxn id="28" idx="2"/>
            </p:cNvCxnSpPr>
            <p:nvPr/>
          </p:nvCxnSpPr>
          <p:spPr bwMode="auto">
            <a:xfrm flipH="1">
              <a:off x="7279714" y="3917934"/>
              <a:ext cx="316653" cy="1537620"/>
            </a:xfrm>
            <a:prstGeom prst="straightConnector1">
              <a:avLst/>
            </a:prstGeom>
            <a:solidFill>
              <a:schemeClr val="accent1"/>
            </a:solidFill>
            <a:ln w="53975" cap="flat" cmpd="sng" algn="ctr">
              <a:solidFill>
                <a:srgbClr val="3333FF"/>
              </a:solidFill>
              <a:prstDash val="solid"/>
              <a:round/>
              <a:headEnd type="none" w="med" len="med"/>
              <a:tailEnd type="triangle"/>
            </a:ln>
            <a:effectLst/>
          </p:spPr>
        </p:cxnSp>
      </p:grpSp>
      <mc:AlternateContent xmlns:mc="http://schemas.openxmlformats.org/markup-compatibility/2006" xmlns:p14="http://schemas.microsoft.com/office/powerpoint/2010/main">
        <mc:Choice Requires="p14">
          <p:contentPart p14:bwMode="auto" r:id="rId8">
            <p14:nvContentPartPr>
              <p14:cNvPr id="22" name="墨迹 21">
                <a:extLst>
                  <a:ext uri="{FF2B5EF4-FFF2-40B4-BE49-F238E27FC236}">
                    <a16:creationId xmlns:a16="http://schemas.microsoft.com/office/drawing/2014/main" id="{1005E7B4-66D0-4FE7-AE4E-69A4B0960F3B}"/>
                  </a:ext>
                </a:extLst>
              </p14:cNvPr>
              <p14:cNvContentPartPr/>
              <p14:nvPr/>
            </p14:nvContentPartPr>
            <p14:xfrm>
              <a:off x="5978880" y="4081320"/>
              <a:ext cx="798120" cy="387360"/>
            </p14:xfrm>
          </p:contentPart>
        </mc:Choice>
        <mc:Fallback xmlns="">
          <p:pic>
            <p:nvPicPr>
              <p:cNvPr id="22" name="墨迹 21">
                <a:extLst>
                  <a:ext uri="{FF2B5EF4-FFF2-40B4-BE49-F238E27FC236}">
                    <a16:creationId xmlns:a16="http://schemas.microsoft.com/office/drawing/2014/main" id="{1005E7B4-66D0-4FE7-AE4E-69A4B0960F3B}"/>
                  </a:ext>
                </a:extLst>
              </p:cNvPr>
              <p:cNvPicPr/>
              <p:nvPr/>
            </p:nvPicPr>
            <p:blipFill>
              <a:blip r:embed="rId9"/>
              <a:stretch>
                <a:fillRect/>
              </a:stretch>
            </p:blipFill>
            <p:spPr>
              <a:xfrm>
                <a:off x="5969520" y="4071960"/>
                <a:ext cx="816840" cy="406080"/>
              </a:xfrm>
              <a:prstGeom prst="rect">
                <a:avLst/>
              </a:prstGeom>
            </p:spPr>
          </p:pic>
        </mc:Fallback>
      </mc:AlternateContent>
    </p:spTree>
    <p:extLst>
      <p:ext uri="{BB962C8B-B14F-4D97-AF65-F5344CB8AC3E}">
        <p14:creationId xmlns:p14="http://schemas.microsoft.com/office/powerpoint/2010/main" val="3126303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wipe(left)">
                                      <p:cBhvr>
                                        <p:cTn id="33" dur="500"/>
                                        <p:tgtEl>
                                          <p:spTgt spid="23"/>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nodeType="clickEffect">
                                  <p:stCondLst>
                                    <p:cond delay="0"/>
                                  </p:stCondLst>
                                  <p:childTnLst>
                                    <p:set>
                                      <p:cBhvr>
                                        <p:cTn id="37" dur="1" fill="hold">
                                          <p:stCondLst>
                                            <p:cond delay="0"/>
                                          </p:stCondLst>
                                        </p:cTn>
                                        <p:tgtEl>
                                          <p:spTgt spid="24"/>
                                        </p:tgtEl>
                                        <p:attrNameLst>
                                          <p:attrName>style.visibility</p:attrName>
                                        </p:attrNameLst>
                                      </p:cBhvr>
                                      <p:to>
                                        <p:strVal val="visible"/>
                                      </p:to>
                                    </p:set>
                                    <p:animEffect transition="in" filter="wipe(up)">
                                      <p:cBhvr>
                                        <p:cTn id="38"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32"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2" name="Rectangle 2"/>
          <p:cNvSpPr>
            <a:spLocks noGrp="1" noChangeArrowheads="1"/>
          </p:cNvSpPr>
          <p:nvPr>
            <p:ph type="title"/>
          </p:nvPr>
        </p:nvSpPr>
        <p:spPr>
          <a:xfrm>
            <a:off x="366822" y="308031"/>
            <a:ext cx="8410355" cy="936625"/>
          </a:xfrm>
        </p:spPr>
        <p:txBody>
          <a:bodyPr/>
          <a:lstStyle/>
          <a:p>
            <a:pPr eaLnBrk="1" hangingPunct="1"/>
            <a:r>
              <a:rPr lang="en-US" altLang="zh-CN" sz="3600" b="1" dirty="0"/>
              <a:t>Carry lookahead adder (CLA,</a:t>
            </a:r>
            <a:r>
              <a:rPr lang="zh-CN" altLang="en-CN" sz="3600" b="1" dirty="0"/>
              <a:t>超前进位</a:t>
            </a:r>
            <a:r>
              <a:rPr lang="en-US" altLang="zh-CN" sz="3600" b="1" dirty="0"/>
              <a:t>)</a:t>
            </a:r>
          </a:p>
        </p:txBody>
      </p:sp>
      <p:sp>
        <p:nvSpPr>
          <p:cNvPr id="2" name="Slide Number Placeholder 1">
            <a:extLst>
              <a:ext uri="{FF2B5EF4-FFF2-40B4-BE49-F238E27FC236}">
                <a16:creationId xmlns:a16="http://schemas.microsoft.com/office/drawing/2014/main" id="{E05E669E-C781-C34A-A07E-92CDCF78F821}"/>
              </a:ext>
            </a:extLst>
          </p:cNvPr>
          <p:cNvSpPr>
            <a:spLocks noGrp="1"/>
          </p:cNvSpPr>
          <p:nvPr>
            <p:ph type="sldNum" sz="quarter" idx="12"/>
          </p:nvPr>
        </p:nvSpPr>
        <p:spPr/>
        <p:txBody>
          <a:bodyPr/>
          <a:lstStyle/>
          <a:p>
            <a:pPr>
              <a:defRPr/>
            </a:pPr>
            <a:fld id="{A88D0608-5506-4AD0-BB9E-DF761E8BFA1F}" type="slidenum">
              <a:rPr lang="zh-CN" altLang="en-US" smtClean="0"/>
              <a:pPr>
                <a:defRPr/>
              </a:pPr>
              <a:t>89</a:t>
            </a:fld>
            <a:endParaRPr lang="en-US" altLang="zh-CN" dirty="0"/>
          </a:p>
        </p:txBody>
      </p:sp>
      <p:graphicFrame>
        <p:nvGraphicFramePr>
          <p:cNvPr id="669701" name="Object 5"/>
          <p:cNvGraphicFramePr>
            <a:graphicFrameLocks noChangeAspect="1"/>
          </p:cNvGraphicFramePr>
          <p:nvPr>
            <p:extLst>
              <p:ext uri="{D42A27DB-BD31-4B8C-83A1-F6EECF244321}">
                <p14:modId xmlns:p14="http://schemas.microsoft.com/office/powerpoint/2010/main" val="2646891646"/>
              </p:ext>
            </p:extLst>
          </p:nvPr>
        </p:nvGraphicFramePr>
        <p:xfrm>
          <a:off x="2987824" y="1839704"/>
          <a:ext cx="5500688" cy="471488"/>
        </p:xfrm>
        <a:graphic>
          <a:graphicData uri="http://schemas.openxmlformats.org/presentationml/2006/ole">
            <mc:AlternateContent xmlns:mc="http://schemas.openxmlformats.org/markup-compatibility/2006">
              <mc:Choice xmlns:v="urn:schemas-microsoft-com:vml" Requires="v">
                <p:oleObj name="Equation" r:id="rId3" imgW="2666880" imgH="228600" progId="Equation.DSMT4">
                  <p:embed/>
                </p:oleObj>
              </mc:Choice>
              <mc:Fallback>
                <p:oleObj name="Equation" r:id="rId3" imgW="2666880" imgH="228600" progId="Equation.DSMT4">
                  <p:embed/>
                  <p:pic>
                    <p:nvPicPr>
                      <p:cNvPr id="669701"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87824" y="1839704"/>
                        <a:ext cx="5500688" cy="471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69702" name="Object 6"/>
          <p:cNvGraphicFramePr>
            <a:graphicFrameLocks noChangeAspect="1"/>
          </p:cNvGraphicFramePr>
          <p:nvPr>
            <p:extLst>
              <p:ext uri="{D42A27DB-BD31-4B8C-83A1-F6EECF244321}">
                <p14:modId xmlns:p14="http://schemas.microsoft.com/office/powerpoint/2010/main" val="1107251495"/>
              </p:ext>
            </p:extLst>
          </p:nvPr>
        </p:nvGraphicFramePr>
        <p:xfrm>
          <a:off x="539552" y="2420946"/>
          <a:ext cx="7989888" cy="471487"/>
        </p:xfrm>
        <a:graphic>
          <a:graphicData uri="http://schemas.openxmlformats.org/presentationml/2006/ole">
            <mc:AlternateContent xmlns:mc="http://schemas.openxmlformats.org/markup-compatibility/2006">
              <mc:Choice xmlns:v="urn:schemas-microsoft-com:vml" Requires="v">
                <p:oleObj name="Equation" r:id="rId5" imgW="3873240" imgH="228600" progId="Equation.DSMT4">
                  <p:embed/>
                </p:oleObj>
              </mc:Choice>
              <mc:Fallback>
                <p:oleObj name="Equation" r:id="rId5" imgW="3873240" imgH="228600" progId="Equation.DSMT4">
                  <p:embed/>
                  <p:pic>
                    <p:nvPicPr>
                      <p:cNvPr id="669702"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9552" y="2420946"/>
                        <a:ext cx="7989888" cy="471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 name="矩形 10"/>
          <p:cNvSpPr>
            <a:spLocks noChangeArrowheads="1"/>
          </p:cNvSpPr>
          <p:nvPr/>
        </p:nvSpPr>
        <p:spPr bwMode="auto">
          <a:xfrm>
            <a:off x="428812" y="1316323"/>
            <a:ext cx="50955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defRPr/>
            </a:pPr>
            <a:r>
              <a:rPr lang="zh-CN" altLang="en-US" sz="2400" dirty="0">
                <a:solidFill>
                  <a:srgbClr val="000000"/>
                </a:solidFill>
                <a:latin typeface="Arial" panose="020B0604020202020204" pitchFamily="34" charset="0"/>
                <a:ea typeface="SimHei" panose="02010609060101010101" pitchFamily="49" charset="-122"/>
                <a:cs typeface="Arial" panose="020B0604020202020204" pitchFamily="34" charset="0"/>
              </a:rPr>
              <a:t>利用</a:t>
            </a:r>
            <a:r>
              <a:rPr lang="en-US" altLang="zh-CN" sz="2400" b="1" dirty="0">
                <a:solidFill>
                  <a:srgbClr val="000000"/>
                </a:solidFill>
                <a:latin typeface="Arial" panose="020B0604020202020204" pitchFamily="34" charset="0"/>
                <a:ea typeface="SimHei" panose="02010609060101010101" pitchFamily="49" charset="-122"/>
                <a:cs typeface="Arial" panose="020B0604020202020204" pitchFamily="34" charset="0"/>
              </a:rPr>
              <a:t>P</a:t>
            </a:r>
            <a:r>
              <a:rPr lang="en-US" altLang="zh-CN" sz="2400" b="1" baseline="-25000" dirty="0">
                <a:solidFill>
                  <a:srgbClr val="000000"/>
                </a:solidFill>
                <a:latin typeface="Arial" panose="020B0604020202020204" pitchFamily="34" charset="0"/>
                <a:ea typeface="SimHei" panose="02010609060101010101" pitchFamily="49" charset="-122"/>
                <a:cs typeface="Arial" panose="020B0604020202020204" pitchFamily="34" charset="0"/>
              </a:rPr>
              <a:t>i</a:t>
            </a:r>
            <a:r>
              <a:rPr lang="zh-CN" altLang="en-US" sz="2400" b="1" dirty="0">
                <a:solidFill>
                  <a:srgbClr val="000000"/>
                </a:solidFill>
                <a:latin typeface="Arial" panose="020B0604020202020204" pitchFamily="34" charset="0"/>
                <a:ea typeface="SimHei" panose="02010609060101010101" pitchFamily="49" charset="-122"/>
                <a:cs typeface="Arial" panose="020B0604020202020204" pitchFamily="34" charset="0"/>
              </a:rPr>
              <a:t>、</a:t>
            </a:r>
            <a:r>
              <a:rPr lang="en-US" altLang="zh-CN" sz="2400" b="1" dirty="0" err="1">
                <a:solidFill>
                  <a:srgbClr val="000000"/>
                </a:solidFill>
                <a:latin typeface="Arial" panose="020B0604020202020204" pitchFamily="34" charset="0"/>
                <a:ea typeface="SimHei" panose="02010609060101010101" pitchFamily="49" charset="-122"/>
                <a:cs typeface="Arial" panose="020B0604020202020204" pitchFamily="34" charset="0"/>
              </a:rPr>
              <a:t>G</a:t>
            </a:r>
            <a:r>
              <a:rPr lang="en-US" altLang="zh-CN" sz="2400" b="1" baseline="-25000" dirty="0" err="1">
                <a:solidFill>
                  <a:srgbClr val="000000"/>
                </a:solidFill>
                <a:latin typeface="Arial" panose="020B0604020202020204" pitchFamily="34" charset="0"/>
                <a:ea typeface="SimHei" panose="02010609060101010101" pitchFamily="49" charset="-122"/>
                <a:cs typeface="Arial" panose="020B0604020202020204" pitchFamily="34" charset="0"/>
              </a:rPr>
              <a:t>i</a:t>
            </a:r>
            <a:r>
              <a:rPr lang="en-US" altLang="zh-CN" sz="2400" b="1" dirty="0">
                <a:solidFill>
                  <a:srgbClr val="000000"/>
                </a:solidFill>
                <a:latin typeface="Arial" panose="020B0604020202020204" pitchFamily="34" charset="0"/>
                <a:ea typeface="SimHei" panose="02010609060101010101" pitchFamily="49" charset="-122"/>
                <a:cs typeface="Arial" panose="020B0604020202020204" pitchFamily="34" charset="0"/>
              </a:rPr>
              <a:t> </a:t>
            </a:r>
            <a:r>
              <a:rPr lang="zh-CN" altLang="en-US" sz="2400" dirty="0">
                <a:solidFill>
                  <a:srgbClr val="000000"/>
                </a:solidFill>
                <a:latin typeface="Arial" panose="020B0604020202020204" pitchFamily="34" charset="0"/>
                <a:ea typeface="SimHei" panose="02010609060101010101" pitchFamily="49" charset="-122"/>
                <a:cs typeface="Arial" panose="020B0604020202020204" pitchFamily="34" charset="0"/>
              </a:rPr>
              <a:t>递推得到</a:t>
            </a:r>
            <a:r>
              <a:rPr lang="en" altLang="zh-CN" sz="2400" b="1" dirty="0">
                <a:solidFill>
                  <a:srgbClr val="000000"/>
                </a:solidFill>
                <a:latin typeface="Arial" panose="020B0604020202020204" pitchFamily="34" charset="0"/>
                <a:ea typeface="SimHei" panose="02010609060101010101" pitchFamily="49" charset="-122"/>
                <a:cs typeface="Arial" panose="020B0604020202020204" pitchFamily="34" charset="0"/>
              </a:rPr>
              <a:t> C</a:t>
            </a:r>
            <a:r>
              <a:rPr lang="en" altLang="zh-CN" sz="2400" b="1" baseline="-25000" dirty="0">
                <a:solidFill>
                  <a:srgbClr val="000000"/>
                </a:solidFill>
                <a:latin typeface="Arial" panose="020B0604020202020204" pitchFamily="34" charset="0"/>
                <a:ea typeface="SimHei" panose="02010609060101010101" pitchFamily="49" charset="-122"/>
                <a:cs typeface="Arial" panose="020B0604020202020204" pitchFamily="34" charset="0"/>
              </a:rPr>
              <a:t>out</a:t>
            </a:r>
            <a:r>
              <a:rPr lang="en" altLang="zh-CN" sz="2400" b="1" dirty="0">
                <a:solidFill>
                  <a:srgbClr val="000000"/>
                </a:solidFill>
                <a:latin typeface="Arial" panose="020B0604020202020204" pitchFamily="34" charset="0"/>
                <a:ea typeface="SimHei" panose="02010609060101010101" pitchFamily="49" charset="-122"/>
                <a:cs typeface="Arial" panose="020B0604020202020204" pitchFamily="34" charset="0"/>
              </a:rPr>
              <a:t>:</a:t>
            </a:r>
          </a:p>
        </p:txBody>
      </p:sp>
      <p:graphicFrame>
        <p:nvGraphicFramePr>
          <p:cNvPr id="12" name="Object 9"/>
          <p:cNvGraphicFramePr>
            <a:graphicFrameLocks noChangeAspect="1"/>
          </p:cNvGraphicFramePr>
          <p:nvPr>
            <p:extLst>
              <p:ext uri="{D42A27DB-BD31-4B8C-83A1-F6EECF244321}">
                <p14:modId xmlns:p14="http://schemas.microsoft.com/office/powerpoint/2010/main" val="3293659127"/>
              </p:ext>
            </p:extLst>
          </p:nvPr>
        </p:nvGraphicFramePr>
        <p:xfrm>
          <a:off x="549129" y="3001971"/>
          <a:ext cx="7762493" cy="499037"/>
        </p:xfrm>
        <a:graphic>
          <a:graphicData uri="http://schemas.openxmlformats.org/presentationml/2006/ole">
            <mc:AlternateContent xmlns:mc="http://schemas.openxmlformats.org/markup-compatibility/2006">
              <mc:Choice xmlns:v="urn:schemas-microsoft-com:vml" Requires="v">
                <p:oleObj name="公式" r:id="rId7" imgW="3060360" imgH="228600" progId="Equation.3">
                  <p:embed/>
                </p:oleObj>
              </mc:Choice>
              <mc:Fallback>
                <p:oleObj name="公式" r:id="rId7" imgW="3060360" imgH="228600" progId="Equation.3">
                  <p:embed/>
                  <p:pic>
                    <p:nvPicPr>
                      <p:cNvPr id="12" name="Object 9"/>
                      <p:cNvPicPr>
                        <a:picLocks noChangeAspect="1" noChangeArrowheads="1"/>
                      </p:cNvPicPr>
                      <p:nvPr/>
                    </p:nvPicPr>
                    <p:blipFill>
                      <a:blip r:embed="rId8"/>
                      <a:srcRect/>
                      <a:stretch>
                        <a:fillRect/>
                      </a:stretch>
                    </p:blipFill>
                    <p:spPr bwMode="auto">
                      <a:xfrm>
                        <a:off x="549129" y="3001971"/>
                        <a:ext cx="7762493" cy="499037"/>
                      </a:xfrm>
                      <a:prstGeom prst="rect">
                        <a:avLst/>
                      </a:prstGeom>
                      <a:noFill/>
                      <a:ln>
                        <a:noFill/>
                      </a:ln>
                      <a:effectLst/>
                    </p:spPr>
                  </p:pic>
                </p:oleObj>
              </mc:Fallback>
            </mc:AlternateContent>
          </a:graphicData>
        </a:graphic>
      </p:graphicFrame>
      <p:sp>
        <p:nvSpPr>
          <p:cNvPr id="3" name="Rectangle 2">
            <a:extLst>
              <a:ext uri="{FF2B5EF4-FFF2-40B4-BE49-F238E27FC236}">
                <a16:creationId xmlns:a16="http://schemas.microsoft.com/office/drawing/2014/main" id="{2219F28C-19BE-7A40-9340-65BA83B91B79}"/>
              </a:ext>
            </a:extLst>
          </p:cNvPr>
          <p:cNvSpPr/>
          <p:nvPr/>
        </p:nvSpPr>
        <p:spPr>
          <a:xfrm>
            <a:off x="969552" y="3643696"/>
            <a:ext cx="2664512" cy="461665"/>
          </a:xfrm>
          <a:prstGeom prst="rect">
            <a:avLst/>
          </a:prstGeom>
        </p:spPr>
        <p:txBody>
          <a:bodyPr wrap="none">
            <a:spAutoFit/>
          </a:bodyPr>
          <a:lstStyle/>
          <a:p>
            <a:r>
              <a:rPr lang="en-US" altLang="zh-CN" sz="2400" kern="0" dirty="0">
                <a:solidFill>
                  <a:srgbClr val="000000"/>
                </a:solidFill>
                <a:latin typeface="Arial" panose="020B0604020202020204" pitchFamily="34" charset="0"/>
                <a:ea typeface="黑体" pitchFamily="49" charset="-122"/>
                <a:cs typeface="Arial" panose="020B0604020202020204" pitchFamily="34" charset="0"/>
              </a:rPr>
              <a:t>4</a:t>
            </a:r>
            <a:r>
              <a:rPr lang="zh-CN" altLang="en-US" sz="2400" kern="0" dirty="0">
                <a:solidFill>
                  <a:srgbClr val="000000"/>
                </a:solidFill>
                <a:latin typeface="Arial" panose="020B0604020202020204" pitchFamily="34" charset="0"/>
                <a:ea typeface="黑体" pitchFamily="49" charset="-122"/>
                <a:cs typeface="Arial" panose="020B0604020202020204" pitchFamily="34" charset="0"/>
              </a:rPr>
              <a:t>比特</a:t>
            </a:r>
            <a:r>
              <a:rPr lang="en-US" altLang="zh-CN" sz="2400" kern="0" dirty="0">
                <a:solidFill>
                  <a:srgbClr val="000000"/>
                </a:solidFill>
                <a:latin typeface="Arial" panose="020B0604020202020204" pitchFamily="34" charset="0"/>
                <a:ea typeface="黑体" pitchFamily="49" charset="-122"/>
                <a:cs typeface="Arial" panose="020B0604020202020204" pitchFamily="34" charset="0"/>
              </a:rPr>
              <a:t> CLA </a:t>
            </a:r>
            <a:r>
              <a:rPr lang="zh-CN" altLang="en-US" sz="2400" kern="0" dirty="0">
                <a:solidFill>
                  <a:srgbClr val="000000"/>
                </a:solidFill>
                <a:latin typeface="Arial" panose="020B0604020202020204" pitchFamily="34" charset="0"/>
                <a:ea typeface="黑体" pitchFamily="49" charset="-122"/>
                <a:cs typeface="Arial" panose="020B0604020202020204" pitchFamily="34" charset="0"/>
              </a:rPr>
              <a:t>加法器</a:t>
            </a:r>
            <a:endParaRPr lang="en-CN" sz="1050" dirty="0">
              <a:latin typeface="Arial" panose="020B0604020202020204" pitchFamily="34" charset="0"/>
              <a:cs typeface="Arial" panose="020B0604020202020204" pitchFamily="34" charset="0"/>
            </a:endParaRPr>
          </a:p>
        </p:txBody>
      </p:sp>
      <p:grpSp>
        <p:nvGrpSpPr>
          <p:cNvPr id="39945" name="Group 39944">
            <a:extLst>
              <a:ext uri="{FF2B5EF4-FFF2-40B4-BE49-F238E27FC236}">
                <a16:creationId xmlns:a16="http://schemas.microsoft.com/office/drawing/2014/main" id="{5D94C126-F737-6B4B-B636-3C9A0816CF1C}"/>
              </a:ext>
            </a:extLst>
          </p:cNvPr>
          <p:cNvGrpSpPr/>
          <p:nvPr/>
        </p:nvGrpSpPr>
        <p:grpSpPr>
          <a:xfrm>
            <a:off x="251520" y="4043282"/>
            <a:ext cx="3832831" cy="2212573"/>
            <a:chOff x="442483" y="3822716"/>
            <a:chExt cx="3832831" cy="2212573"/>
          </a:xfrm>
        </p:grpSpPr>
        <p:grpSp>
          <p:nvGrpSpPr>
            <p:cNvPr id="31" name="Group 30">
              <a:extLst>
                <a:ext uri="{FF2B5EF4-FFF2-40B4-BE49-F238E27FC236}">
                  <a16:creationId xmlns:a16="http://schemas.microsoft.com/office/drawing/2014/main" id="{A83AF661-E72F-8E4A-860D-A0C3854F2693}"/>
                </a:ext>
              </a:extLst>
            </p:cNvPr>
            <p:cNvGrpSpPr/>
            <p:nvPr/>
          </p:nvGrpSpPr>
          <p:grpSpPr>
            <a:xfrm>
              <a:off x="890985" y="3822718"/>
              <a:ext cx="685124" cy="1120672"/>
              <a:chOff x="577358" y="3965866"/>
              <a:chExt cx="685124" cy="1120672"/>
            </a:xfrm>
          </p:grpSpPr>
          <p:grpSp>
            <p:nvGrpSpPr>
              <p:cNvPr id="14" name="Group 13">
                <a:extLst>
                  <a:ext uri="{FF2B5EF4-FFF2-40B4-BE49-F238E27FC236}">
                    <a16:creationId xmlns:a16="http://schemas.microsoft.com/office/drawing/2014/main" id="{EB17231B-8F38-4741-82A1-ABDB51087705}"/>
                  </a:ext>
                </a:extLst>
              </p:cNvPr>
              <p:cNvGrpSpPr/>
              <p:nvPr/>
            </p:nvGrpSpPr>
            <p:grpSpPr>
              <a:xfrm rot="5400000">
                <a:off x="487391" y="4420688"/>
                <a:ext cx="609600" cy="150228"/>
                <a:chOff x="2863476" y="5594843"/>
                <a:chExt cx="2234241" cy="576063"/>
              </a:xfrm>
            </p:grpSpPr>
            <p:cxnSp>
              <p:nvCxnSpPr>
                <p:cNvPr id="15" name="Straight Connector 14">
                  <a:extLst>
                    <a:ext uri="{FF2B5EF4-FFF2-40B4-BE49-F238E27FC236}">
                      <a16:creationId xmlns:a16="http://schemas.microsoft.com/office/drawing/2014/main" id="{CDBCB35C-4775-A044-92E6-D32DB55DDD78}"/>
                    </a:ext>
                  </a:extLst>
                </p:cNvPr>
                <p:cNvCxnSpPr>
                  <a:cxnSpLocks/>
                  <a:stCxn id="16" idx="1"/>
                </p:cNvCxnSpPr>
                <p:nvPr/>
              </p:nvCxnSpPr>
              <p:spPr bwMode="auto">
                <a:xfrm rot="16200000">
                  <a:off x="4582550" y="5367707"/>
                  <a:ext cx="0" cy="1030335"/>
                </a:xfrm>
                <a:prstGeom prst="line">
                  <a:avLst/>
                </a:prstGeom>
                <a:solidFill>
                  <a:schemeClr val="accent1"/>
                </a:solidFill>
                <a:ln w="12700" cap="rnd" cmpd="sng" algn="ctr">
                  <a:solidFill>
                    <a:schemeClr val="tx1"/>
                  </a:solidFill>
                  <a:prstDash val="solid"/>
                  <a:round/>
                  <a:headEnd type="none" w="med" len="med"/>
                  <a:tailEnd type="none" w="med" len="med"/>
                </a:ln>
                <a:effectLst/>
              </p:spPr>
            </p:cxnSp>
            <p:sp>
              <p:nvSpPr>
                <p:cNvPr id="16" name="Round Same Side Corner Rectangle 15">
                  <a:extLst>
                    <a:ext uri="{FF2B5EF4-FFF2-40B4-BE49-F238E27FC236}">
                      <a16:creationId xmlns:a16="http://schemas.microsoft.com/office/drawing/2014/main" id="{66988780-95AD-EB43-BD79-47037F16F518}"/>
                    </a:ext>
                  </a:extLst>
                </p:cNvPr>
                <p:cNvSpPr/>
                <p:nvPr/>
              </p:nvSpPr>
              <p:spPr bwMode="auto">
                <a:xfrm rot="5400000">
                  <a:off x="4093388" y="5568837"/>
                  <a:ext cx="576063" cy="628076"/>
                </a:xfrm>
                <a:prstGeom prst="round2SameRect">
                  <a:avLst>
                    <a:gd name="adj1" fmla="val 50000"/>
                    <a:gd name="adj2" fmla="val 0"/>
                  </a:avLst>
                </a:prstGeom>
                <a:solidFill>
                  <a:schemeClr val="bg1"/>
                </a:solidFill>
                <a:ln w="12700" cap="rnd"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r"/>
                  <a:endParaRPr lang="en-CN" sz="6000">
                    <a:solidFill>
                      <a:schemeClr val="tx1"/>
                    </a:solidFill>
                  </a:endParaRPr>
                </a:p>
              </p:txBody>
            </p:sp>
            <p:cxnSp>
              <p:nvCxnSpPr>
                <p:cNvPr id="17" name="Straight Connector 16">
                  <a:extLst>
                    <a:ext uri="{FF2B5EF4-FFF2-40B4-BE49-F238E27FC236}">
                      <a16:creationId xmlns:a16="http://schemas.microsoft.com/office/drawing/2014/main" id="{33D12018-B2AE-2E4A-A580-3D3CEFE08A24}"/>
                    </a:ext>
                  </a:extLst>
                </p:cNvPr>
                <p:cNvCxnSpPr>
                  <a:cxnSpLocks/>
                </p:cNvCxnSpPr>
                <p:nvPr/>
              </p:nvCxnSpPr>
              <p:spPr bwMode="auto">
                <a:xfrm rot="16200000">
                  <a:off x="3922448" y="5571081"/>
                  <a:ext cx="0" cy="324350"/>
                </a:xfrm>
                <a:prstGeom prst="line">
                  <a:avLst/>
                </a:prstGeom>
                <a:solidFill>
                  <a:schemeClr val="accent1"/>
                </a:solidFill>
                <a:ln w="12700" cap="rnd" cmpd="sng" algn="ctr">
                  <a:solidFill>
                    <a:schemeClr val="tx1"/>
                  </a:solidFill>
                  <a:prstDash val="solid"/>
                  <a:round/>
                  <a:headEnd type="none" w="med" len="med"/>
                  <a:tailEnd type="none" w="med" len="med"/>
                </a:ln>
                <a:effectLst/>
              </p:spPr>
            </p:cxnSp>
            <p:cxnSp>
              <p:nvCxnSpPr>
                <p:cNvPr id="18" name="Straight Connector 17">
                  <a:extLst>
                    <a:ext uri="{FF2B5EF4-FFF2-40B4-BE49-F238E27FC236}">
                      <a16:creationId xmlns:a16="http://schemas.microsoft.com/office/drawing/2014/main" id="{392D3ABC-F0BF-5F4E-96C8-387773D2A687}"/>
                    </a:ext>
                  </a:extLst>
                </p:cNvPr>
                <p:cNvCxnSpPr>
                  <a:cxnSpLocks/>
                </p:cNvCxnSpPr>
                <p:nvPr/>
              </p:nvCxnSpPr>
              <p:spPr bwMode="auto">
                <a:xfrm rot="16200000">
                  <a:off x="3474050" y="5416257"/>
                  <a:ext cx="0" cy="1221148"/>
                </a:xfrm>
                <a:prstGeom prst="line">
                  <a:avLst/>
                </a:prstGeom>
                <a:solidFill>
                  <a:schemeClr val="accent1"/>
                </a:solidFill>
                <a:ln w="12700" cap="rnd" cmpd="sng" algn="ctr">
                  <a:solidFill>
                    <a:schemeClr val="tx1"/>
                  </a:solidFill>
                  <a:prstDash val="solid"/>
                  <a:round/>
                  <a:headEnd type="none" w="med" len="med"/>
                  <a:tailEnd type="none" w="med" len="med"/>
                </a:ln>
                <a:effectLst/>
              </p:spPr>
            </p:cxnSp>
          </p:grpSp>
          <p:grpSp>
            <p:nvGrpSpPr>
              <p:cNvPr id="19" name="Group 18">
                <a:extLst>
                  <a:ext uri="{FF2B5EF4-FFF2-40B4-BE49-F238E27FC236}">
                    <a16:creationId xmlns:a16="http://schemas.microsoft.com/office/drawing/2014/main" id="{35D43407-2B25-1449-9BE7-CDD64DA4DA58}"/>
                  </a:ext>
                </a:extLst>
              </p:cNvPr>
              <p:cNvGrpSpPr/>
              <p:nvPr/>
            </p:nvGrpSpPr>
            <p:grpSpPr>
              <a:xfrm rot="5400000">
                <a:off x="742801" y="4420692"/>
                <a:ext cx="609603" cy="150219"/>
                <a:chOff x="5378571" y="5655686"/>
                <a:chExt cx="2232016" cy="587169"/>
              </a:xfrm>
            </p:grpSpPr>
            <p:cxnSp>
              <p:nvCxnSpPr>
                <p:cNvPr id="20" name="Straight Connector 19">
                  <a:extLst>
                    <a:ext uri="{FF2B5EF4-FFF2-40B4-BE49-F238E27FC236}">
                      <a16:creationId xmlns:a16="http://schemas.microsoft.com/office/drawing/2014/main" id="{A3EBD18B-4FBA-8B41-9F0B-F59CC363DFB4}"/>
                    </a:ext>
                  </a:extLst>
                </p:cNvPr>
                <p:cNvCxnSpPr>
                  <a:cxnSpLocks/>
                </p:cNvCxnSpPr>
                <p:nvPr/>
              </p:nvCxnSpPr>
              <p:spPr bwMode="auto">
                <a:xfrm rot="16200000">
                  <a:off x="7409742" y="5745099"/>
                  <a:ext cx="0" cy="401691"/>
                </a:xfrm>
                <a:prstGeom prst="line">
                  <a:avLst/>
                </a:prstGeom>
                <a:solidFill>
                  <a:schemeClr val="accent1"/>
                </a:solidFill>
                <a:ln w="12700" cap="rnd" cmpd="sng" algn="ctr">
                  <a:solidFill>
                    <a:schemeClr val="tx1"/>
                  </a:solidFill>
                  <a:prstDash val="solid"/>
                  <a:round/>
                  <a:headEnd type="none" w="med" len="med"/>
                  <a:tailEnd type="none" w="med" len="med"/>
                </a:ln>
                <a:effectLst/>
              </p:spPr>
            </p:cxnSp>
            <p:cxnSp>
              <p:nvCxnSpPr>
                <p:cNvPr id="21" name="Straight Connector 20">
                  <a:extLst>
                    <a:ext uri="{FF2B5EF4-FFF2-40B4-BE49-F238E27FC236}">
                      <a16:creationId xmlns:a16="http://schemas.microsoft.com/office/drawing/2014/main" id="{A1F67226-DD68-124E-9D5C-1F5A8885A629}"/>
                    </a:ext>
                  </a:extLst>
                </p:cNvPr>
                <p:cNvCxnSpPr>
                  <a:cxnSpLocks/>
                </p:cNvCxnSpPr>
                <p:nvPr/>
              </p:nvCxnSpPr>
              <p:spPr bwMode="auto">
                <a:xfrm rot="16200000">
                  <a:off x="6069892" y="5105007"/>
                  <a:ext cx="0" cy="1382641"/>
                </a:xfrm>
                <a:prstGeom prst="line">
                  <a:avLst/>
                </a:prstGeom>
                <a:solidFill>
                  <a:schemeClr val="accent1"/>
                </a:solidFill>
                <a:ln w="12700" cap="rnd" cmpd="sng" algn="ctr">
                  <a:solidFill>
                    <a:schemeClr val="tx1"/>
                  </a:solidFill>
                  <a:prstDash val="solid"/>
                  <a:round/>
                  <a:headEnd type="none" w="med" len="med"/>
                  <a:tailEnd type="none" w="med" len="med"/>
                </a:ln>
                <a:effectLst/>
              </p:spPr>
            </p:cxnSp>
            <p:cxnSp>
              <p:nvCxnSpPr>
                <p:cNvPr id="22" name="Straight Connector 21">
                  <a:extLst>
                    <a:ext uri="{FF2B5EF4-FFF2-40B4-BE49-F238E27FC236}">
                      <a16:creationId xmlns:a16="http://schemas.microsoft.com/office/drawing/2014/main" id="{F56D3FAF-F153-5542-A10F-8B674C196BC2}"/>
                    </a:ext>
                  </a:extLst>
                </p:cNvPr>
                <p:cNvCxnSpPr>
                  <a:cxnSpLocks/>
                </p:cNvCxnSpPr>
                <p:nvPr/>
              </p:nvCxnSpPr>
              <p:spPr bwMode="auto">
                <a:xfrm rot="16200000">
                  <a:off x="6348890" y="5677583"/>
                  <a:ext cx="0" cy="824641"/>
                </a:xfrm>
                <a:prstGeom prst="line">
                  <a:avLst/>
                </a:prstGeom>
                <a:solidFill>
                  <a:schemeClr val="accent1"/>
                </a:solidFill>
                <a:ln w="12700" cap="rnd" cmpd="sng" algn="ctr">
                  <a:solidFill>
                    <a:schemeClr val="tx1"/>
                  </a:solidFill>
                  <a:prstDash val="solid"/>
                  <a:round/>
                  <a:headEnd type="none" w="med" len="med"/>
                  <a:tailEnd type="none" w="med" len="med"/>
                </a:ln>
                <a:effectLst/>
              </p:spPr>
            </p:cxnSp>
            <p:sp>
              <p:nvSpPr>
                <p:cNvPr id="23" name="Freeform 22">
                  <a:extLst>
                    <a:ext uri="{FF2B5EF4-FFF2-40B4-BE49-F238E27FC236}">
                      <a16:creationId xmlns:a16="http://schemas.microsoft.com/office/drawing/2014/main" id="{CE21721C-84E2-954D-B31E-86F1D619EDCD}"/>
                    </a:ext>
                  </a:extLst>
                </p:cNvPr>
                <p:cNvSpPr/>
                <p:nvPr/>
              </p:nvSpPr>
              <p:spPr bwMode="auto">
                <a:xfrm>
                  <a:off x="6574688" y="5655686"/>
                  <a:ext cx="634218" cy="587169"/>
                </a:xfrm>
                <a:custGeom>
                  <a:avLst/>
                  <a:gdLst>
                    <a:gd name="connsiteX0" fmla="*/ 0 w 627888"/>
                    <a:gd name="connsiteY0" fmla="*/ 0 h 579120"/>
                    <a:gd name="connsiteX1" fmla="*/ 207264 w 627888"/>
                    <a:gd name="connsiteY1" fmla="*/ 286512 h 579120"/>
                    <a:gd name="connsiteX2" fmla="*/ 0 w 627888"/>
                    <a:gd name="connsiteY2" fmla="*/ 579120 h 579120"/>
                    <a:gd name="connsiteX3" fmla="*/ 365760 w 627888"/>
                    <a:gd name="connsiteY3" fmla="*/ 573024 h 579120"/>
                    <a:gd name="connsiteX4" fmla="*/ 627888 w 627888"/>
                    <a:gd name="connsiteY4" fmla="*/ 292608 h 579120"/>
                    <a:gd name="connsiteX5" fmla="*/ 390144 w 627888"/>
                    <a:gd name="connsiteY5" fmla="*/ 6096 h 579120"/>
                    <a:gd name="connsiteX6" fmla="*/ 0 w 627888"/>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46520"/>
                    <a:gd name="connsiteY0" fmla="*/ 0 h 579120"/>
                    <a:gd name="connsiteX1" fmla="*/ 209962 w 646520"/>
                    <a:gd name="connsiteY1" fmla="*/ 286512 h 579120"/>
                    <a:gd name="connsiteX2" fmla="*/ 2698 w 646520"/>
                    <a:gd name="connsiteY2" fmla="*/ 579120 h 579120"/>
                    <a:gd name="connsiteX3" fmla="*/ 368458 w 646520"/>
                    <a:gd name="connsiteY3" fmla="*/ 573024 h 579120"/>
                    <a:gd name="connsiteX4" fmla="*/ 630586 w 646520"/>
                    <a:gd name="connsiteY4" fmla="*/ 292608 h 579120"/>
                    <a:gd name="connsiteX5" fmla="*/ 392842 w 646520"/>
                    <a:gd name="connsiteY5" fmla="*/ 6096 h 579120"/>
                    <a:gd name="connsiteX6" fmla="*/ 2698 w 646520"/>
                    <a:gd name="connsiteY6" fmla="*/ 0 h 579120"/>
                    <a:gd name="connsiteX0" fmla="*/ 2698 w 646520"/>
                    <a:gd name="connsiteY0" fmla="*/ 51141 h 630261"/>
                    <a:gd name="connsiteX1" fmla="*/ 209962 w 646520"/>
                    <a:gd name="connsiteY1" fmla="*/ 337653 h 630261"/>
                    <a:gd name="connsiteX2" fmla="*/ 2698 w 646520"/>
                    <a:gd name="connsiteY2" fmla="*/ 630261 h 630261"/>
                    <a:gd name="connsiteX3" fmla="*/ 368458 w 646520"/>
                    <a:gd name="connsiteY3" fmla="*/ 624165 h 630261"/>
                    <a:gd name="connsiteX4" fmla="*/ 630586 w 646520"/>
                    <a:gd name="connsiteY4" fmla="*/ 343749 h 630261"/>
                    <a:gd name="connsiteX5" fmla="*/ 392842 w 646520"/>
                    <a:gd name="connsiteY5" fmla="*/ 57237 h 630261"/>
                    <a:gd name="connsiteX6" fmla="*/ 2698 w 646520"/>
                    <a:gd name="connsiteY6" fmla="*/ 51141 h 630261"/>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1455 h 600575"/>
                    <a:gd name="connsiteX1" fmla="*/ 209962 w 646520"/>
                    <a:gd name="connsiteY1" fmla="*/ 307967 h 600575"/>
                    <a:gd name="connsiteX2" fmla="*/ 2698 w 646520"/>
                    <a:gd name="connsiteY2" fmla="*/ 600575 h 600575"/>
                    <a:gd name="connsiteX3" fmla="*/ 368458 w 646520"/>
                    <a:gd name="connsiteY3" fmla="*/ 594479 h 600575"/>
                    <a:gd name="connsiteX4" fmla="*/ 630586 w 646520"/>
                    <a:gd name="connsiteY4" fmla="*/ 314063 h 600575"/>
                    <a:gd name="connsiteX5" fmla="*/ 392842 w 646520"/>
                    <a:gd name="connsiteY5" fmla="*/ 27551 h 600575"/>
                    <a:gd name="connsiteX6" fmla="*/ 2698 w 646520"/>
                    <a:gd name="connsiteY6" fmla="*/ 21455 h 600575"/>
                    <a:gd name="connsiteX0" fmla="*/ 2698 w 630586"/>
                    <a:gd name="connsiteY0" fmla="*/ 21455 h 600575"/>
                    <a:gd name="connsiteX1" fmla="*/ 209962 w 630586"/>
                    <a:gd name="connsiteY1" fmla="*/ 307967 h 600575"/>
                    <a:gd name="connsiteX2" fmla="*/ 2698 w 630586"/>
                    <a:gd name="connsiteY2" fmla="*/ 600575 h 600575"/>
                    <a:gd name="connsiteX3" fmla="*/ 368458 w 630586"/>
                    <a:gd name="connsiteY3" fmla="*/ 594479 h 600575"/>
                    <a:gd name="connsiteX4" fmla="*/ 630586 w 630586"/>
                    <a:gd name="connsiteY4" fmla="*/ 314063 h 600575"/>
                    <a:gd name="connsiteX5" fmla="*/ 392842 w 630586"/>
                    <a:gd name="connsiteY5" fmla="*/ 27551 h 600575"/>
                    <a:gd name="connsiteX6" fmla="*/ 2698 w 630586"/>
                    <a:gd name="connsiteY6" fmla="*/ 21455 h 600575"/>
                    <a:gd name="connsiteX0" fmla="*/ 2698 w 631527"/>
                    <a:gd name="connsiteY0" fmla="*/ 21455 h 600575"/>
                    <a:gd name="connsiteX1" fmla="*/ 209962 w 631527"/>
                    <a:gd name="connsiteY1" fmla="*/ 307967 h 600575"/>
                    <a:gd name="connsiteX2" fmla="*/ 2698 w 631527"/>
                    <a:gd name="connsiteY2" fmla="*/ 600575 h 600575"/>
                    <a:gd name="connsiteX3" fmla="*/ 301402 w 631527"/>
                    <a:gd name="connsiteY3" fmla="*/ 600575 h 600575"/>
                    <a:gd name="connsiteX4" fmla="*/ 630586 w 631527"/>
                    <a:gd name="connsiteY4" fmla="*/ 314063 h 600575"/>
                    <a:gd name="connsiteX5" fmla="*/ 392842 w 631527"/>
                    <a:gd name="connsiteY5" fmla="*/ 27551 h 600575"/>
                    <a:gd name="connsiteX6" fmla="*/ 2698 w 631527"/>
                    <a:gd name="connsiteY6" fmla="*/ 21455 h 600575"/>
                    <a:gd name="connsiteX0" fmla="*/ 2698 w 631527"/>
                    <a:gd name="connsiteY0" fmla="*/ 21455 h 602832"/>
                    <a:gd name="connsiteX1" fmla="*/ 209962 w 631527"/>
                    <a:gd name="connsiteY1" fmla="*/ 307967 h 602832"/>
                    <a:gd name="connsiteX2" fmla="*/ 2698 w 631527"/>
                    <a:gd name="connsiteY2" fmla="*/ 600575 h 602832"/>
                    <a:gd name="connsiteX3" fmla="*/ 301402 w 631527"/>
                    <a:gd name="connsiteY3" fmla="*/ 600575 h 602832"/>
                    <a:gd name="connsiteX4" fmla="*/ 630586 w 631527"/>
                    <a:gd name="connsiteY4" fmla="*/ 314063 h 602832"/>
                    <a:gd name="connsiteX5" fmla="*/ 392842 w 631527"/>
                    <a:gd name="connsiteY5" fmla="*/ 27551 h 602832"/>
                    <a:gd name="connsiteX6" fmla="*/ 2698 w 631527"/>
                    <a:gd name="connsiteY6" fmla="*/ 21455 h 602832"/>
                    <a:gd name="connsiteX0" fmla="*/ 2698 w 630586"/>
                    <a:gd name="connsiteY0" fmla="*/ 21455 h 602832"/>
                    <a:gd name="connsiteX1" fmla="*/ 209962 w 630586"/>
                    <a:gd name="connsiteY1" fmla="*/ 307967 h 602832"/>
                    <a:gd name="connsiteX2" fmla="*/ 2698 w 630586"/>
                    <a:gd name="connsiteY2" fmla="*/ 600575 h 602832"/>
                    <a:gd name="connsiteX3" fmla="*/ 301402 w 630586"/>
                    <a:gd name="connsiteY3" fmla="*/ 600575 h 602832"/>
                    <a:gd name="connsiteX4" fmla="*/ 630586 w 630586"/>
                    <a:gd name="connsiteY4" fmla="*/ 314063 h 602832"/>
                    <a:gd name="connsiteX5" fmla="*/ 301402 w 630586"/>
                    <a:gd name="connsiteY5" fmla="*/ 27551 h 602832"/>
                    <a:gd name="connsiteX6" fmla="*/ 2698 w 630586"/>
                    <a:gd name="connsiteY6" fmla="*/ 21455 h 602832"/>
                    <a:gd name="connsiteX0" fmla="*/ 2698 w 630586"/>
                    <a:gd name="connsiteY0" fmla="*/ 20123 h 601500"/>
                    <a:gd name="connsiteX1" fmla="*/ 209962 w 630586"/>
                    <a:gd name="connsiteY1" fmla="*/ 306635 h 601500"/>
                    <a:gd name="connsiteX2" fmla="*/ 2698 w 630586"/>
                    <a:gd name="connsiteY2" fmla="*/ 599243 h 601500"/>
                    <a:gd name="connsiteX3" fmla="*/ 301402 w 630586"/>
                    <a:gd name="connsiteY3" fmla="*/ 599243 h 601500"/>
                    <a:gd name="connsiteX4" fmla="*/ 630586 w 630586"/>
                    <a:gd name="connsiteY4" fmla="*/ 312731 h 601500"/>
                    <a:gd name="connsiteX5" fmla="*/ 301402 w 630586"/>
                    <a:gd name="connsiteY5" fmla="*/ 26219 h 601500"/>
                    <a:gd name="connsiteX6" fmla="*/ 2698 w 630586"/>
                    <a:gd name="connsiteY6" fmla="*/ 20123 h 601500"/>
                    <a:gd name="connsiteX0" fmla="*/ 2146 w 630034"/>
                    <a:gd name="connsiteY0" fmla="*/ 20123 h 601500"/>
                    <a:gd name="connsiteX1" fmla="*/ 209410 w 630034"/>
                    <a:gd name="connsiteY1" fmla="*/ 306635 h 601500"/>
                    <a:gd name="connsiteX2" fmla="*/ 2146 w 630034"/>
                    <a:gd name="connsiteY2" fmla="*/ 599243 h 601500"/>
                    <a:gd name="connsiteX3" fmla="*/ 300850 w 630034"/>
                    <a:gd name="connsiteY3" fmla="*/ 599243 h 601500"/>
                    <a:gd name="connsiteX4" fmla="*/ 630034 w 630034"/>
                    <a:gd name="connsiteY4" fmla="*/ 312731 h 601500"/>
                    <a:gd name="connsiteX5" fmla="*/ 300850 w 630034"/>
                    <a:gd name="connsiteY5" fmla="*/ 26219 h 601500"/>
                    <a:gd name="connsiteX6" fmla="*/ 2146 w 630034"/>
                    <a:gd name="connsiteY6" fmla="*/ 20123 h 601500"/>
                    <a:gd name="connsiteX0" fmla="*/ 6215 w 634103"/>
                    <a:gd name="connsiteY0" fmla="*/ 3947 h 585324"/>
                    <a:gd name="connsiteX1" fmla="*/ 213479 w 634103"/>
                    <a:gd name="connsiteY1" fmla="*/ 290459 h 585324"/>
                    <a:gd name="connsiteX2" fmla="*/ 6215 w 634103"/>
                    <a:gd name="connsiteY2" fmla="*/ 583067 h 585324"/>
                    <a:gd name="connsiteX3" fmla="*/ 304919 w 634103"/>
                    <a:gd name="connsiteY3" fmla="*/ 583067 h 585324"/>
                    <a:gd name="connsiteX4" fmla="*/ 634103 w 634103"/>
                    <a:gd name="connsiteY4" fmla="*/ 296555 h 585324"/>
                    <a:gd name="connsiteX5" fmla="*/ 304919 w 634103"/>
                    <a:gd name="connsiteY5" fmla="*/ 10043 h 585324"/>
                    <a:gd name="connsiteX6" fmla="*/ 6215 w 634103"/>
                    <a:gd name="connsiteY6" fmla="*/ 3947 h 585324"/>
                    <a:gd name="connsiteX0" fmla="*/ 6624 w 634512"/>
                    <a:gd name="connsiteY0" fmla="*/ 3947 h 585324"/>
                    <a:gd name="connsiteX1" fmla="*/ 213888 w 634512"/>
                    <a:gd name="connsiteY1" fmla="*/ 290459 h 585324"/>
                    <a:gd name="connsiteX2" fmla="*/ 6624 w 634512"/>
                    <a:gd name="connsiteY2" fmla="*/ 583067 h 585324"/>
                    <a:gd name="connsiteX3" fmla="*/ 305328 w 634512"/>
                    <a:gd name="connsiteY3" fmla="*/ 583067 h 585324"/>
                    <a:gd name="connsiteX4" fmla="*/ 634512 w 634512"/>
                    <a:gd name="connsiteY4" fmla="*/ 296555 h 585324"/>
                    <a:gd name="connsiteX5" fmla="*/ 305328 w 634512"/>
                    <a:gd name="connsiteY5" fmla="*/ 10043 h 585324"/>
                    <a:gd name="connsiteX6" fmla="*/ 6624 w 634512"/>
                    <a:gd name="connsiteY6" fmla="*/ 3947 h 585324"/>
                    <a:gd name="connsiteX0" fmla="*/ 6624 w 634644"/>
                    <a:gd name="connsiteY0" fmla="*/ 18301 h 599678"/>
                    <a:gd name="connsiteX1" fmla="*/ 213888 w 634644"/>
                    <a:gd name="connsiteY1" fmla="*/ 304813 h 599678"/>
                    <a:gd name="connsiteX2" fmla="*/ 6624 w 634644"/>
                    <a:gd name="connsiteY2" fmla="*/ 597421 h 599678"/>
                    <a:gd name="connsiteX3" fmla="*/ 305328 w 634644"/>
                    <a:gd name="connsiteY3" fmla="*/ 597421 h 599678"/>
                    <a:gd name="connsiteX4" fmla="*/ 634512 w 634644"/>
                    <a:gd name="connsiteY4" fmla="*/ 310909 h 599678"/>
                    <a:gd name="connsiteX5" fmla="*/ 268752 w 634644"/>
                    <a:gd name="connsiteY5" fmla="*/ 30493 h 599678"/>
                    <a:gd name="connsiteX6" fmla="*/ 6624 w 634644"/>
                    <a:gd name="connsiteY6" fmla="*/ 18301 h 599678"/>
                    <a:gd name="connsiteX0" fmla="*/ 6624 w 634644"/>
                    <a:gd name="connsiteY0" fmla="*/ 23735 h 605112"/>
                    <a:gd name="connsiteX1" fmla="*/ 213888 w 634644"/>
                    <a:gd name="connsiteY1" fmla="*/ 310247 h 605112"/>
                    <a:gd name="connsiteX2" fmla="*/ 6624 w 634644"/>
                    <a:gd name="connsiteY2" fmla="*/ 602855 h 605112"/>
                    <a:gd name="connsiteX3" fmla="*/ 305328 w 634644"/>
                    <a:gd name="connsiteY3" fmla="*/ 602855 h 605112"/>
                    <a:gd name="connsiteX4" fmla="*/ 634512 w 634644"/>
                    <a:gd name="connsiteY4" fmla="*/ 316343 h 605112"/>
                    <a:gd name="connsiteX5" fmla="*/ 268752 w 634644"/>
                    <a:gd name="connsiteY5" fmla="*/ 35927 h 605112"/>
                    <a:gd name="connsiteX6" fmla="*/ 6624 w 634644"/>
                    <a:gd name="connsiteY6" fmla="*/ 23735 h 605112"/>
                    <a:gd name="connsiteX0" fmla="*/ 6624 w 634577"/>
                    <a:gd name="connsiteY0" fmla="*/ 17614 h 598991"/>
                    <a:gd name="connsiteX1" fmla="*/ 213888 w 634577"/>
                    <a:gd name="connsiteY1" fmla="*/ 304126 h 598991"/>
                    <a:gd name="connsiteX2" fmla="*/ 6624 w 634577"/>
                    <a:gd name="connsiteY2" fmla="*/ 596734 h 598991"/>
                    <a:gd name="connsiteX3" fmla="*/ 305328 w 634577"/>
                    <a:gd name="connsiteY3" fmla="*/ 596734 h 598991"/>
                    <a:gd name="connsiteX4" fmla="*/ 634512 w 634577"/>
                    <a:gd name="connsiteY4" fmla="*/ 310222 h 598991"/>
                    <a:gd name="connsiteX5" fmla="*/ 329712 w 634577"/>
                    <a:gd name="connsiteY5" fmla="*/ 48094 h 598991"/>
                    <a:gd name="connsiteX6" fmla="*/ 6624 w 634577"/>
                    <a:gd name="connsiteY6" fmla="*/ 17614 h 598991"/>
                    <a:gd name="connsiteX0" fmla="*/ 6624 w 634575"/>
                    <a:gd name="connsiteY0" fmla="*/ 21507 h 602884"/>
                    <a:gd name="connsiteX1" fmla="*/ 213888 w 634575"/>
                    <a:gd name="connsiteY1" fmla="*/ 308019 h 602884"/>
                    <a:gd name="connsiteX2" fmla="*/ 6624 w 634575"/>
                    <a:gd name="connsiteY2" fmla="*/ 600627 h 602884"/>
                    <a:gd name="connsiteX3" fmla="*/ 305328 w 634575"/>
                    <a:gd name="connsiteY3" fmla="*/ 600627 h 602884"/>
                    <a:gd name="connsiteX4" fmla="*/ 634512 w 634575"/>
                    <a:gd name="connsiteY4" fmla="*/ 314115 h 602884"/>
                    <a:gd name="connsiteX5" fmla="*/ 329712 w 634575"/>
                    <a:gd name="connsiteY5" fmla="*/ 51987 h 602884"/>
                    <a:gd name="connsiteX6" fmla="*/ 6624 w 634575"/>
                    <a:gd name="connsiteY6" fmla="*/ 21507 h 602884"/>
                    <a:gd name="connsiteX0" fmla="*/ 6624 w 634575"/>
                    <a:gd name="connsiteY0" fmla="*/ 21507 h 619140"/>
                    <a:gd name="connsiteX1" fmla="*/ 213888 w 634575"/>
                    <a:gd name="connsiteY1" fmla="*/ 308019 h 619140"/>
                    <a:gd name="connsiteX2" fmla="*/ 6624 w 634575"/>
                    <a:gd name="connsiteY2" fmla="*/ 600627 h 619140"/>
                    <a:gd name="connsiteX3" fmla="*/ 305328 w 634575"/>
                    <a:gd name="connsiteY3" fmla="*/ 600627 h 619140"/>
                    <a:gd name="connsiteX4" fmla="*/ 634512 w 634575"/>
                    <a:gd name="connsiteY4" fmla="*/ 314115 h 619140"/>
                    <a:gd name="connsiteX5" fmla="*/ 329712 w 634575"/>
                    <a:gd name="connsiteY5" fmla="*/ 51987 h 619140"/>
                    <a:gd name="connsiteX6" fmla="*/ 6624 w 634575"/>
                    <a:gd name="connsiteY6" fmla="*/ 21507 h 619140"/>
                    <a:gd name="connsiteX0" fmla="*/ 6624 w 634531"/>
                    <a:gd name="connsiteY0" fmla="*/ 21507 h 607159"/>
                    <a:gd name="connsiteX1" fmla="*/ 213888 w 634531"/>
                    <a:gd name="connsiteY1" fmla="*/ 308019 h 607159"/>
                    <a:gd name="connsiteX2" fmla="*/ 6624 w 634531"/>
                    <a:gd name="connsiteY2" fmla="*/ 600627 h 607159"/>
                    <a:gd name="connsiteX3" fmla="*/ 341904 w 634531"/>
                    <a:gd name="connsiteY3" fmla="*/ 582339 h 607159"/>
                    <a:gd name="connsiteX4" fmla="*/ 634512 w 634531"/>
                    <a:gd name="connsiteY4" fmla="*/ 314115 h 607159"/>
                    <a:gd name="connsiteX5" fmla="*/ 329712 w 634531"/>
                    <a:gd name="connsiteY5" fmla="*/ 51987 h 607159"/>
                    <a:gd name="connsiteX6" fmla="*/ 6624 w 634531"/>
                    <a:gd name="connsiteY6" fmla="*/ 21507 h 607159"/>
                    <a:gd name="connsiteX0" fmla="*/ 6624 w 634516"/>
                    <a:gd name="connsiteY0" fmla="*/ 21507 h 600822"/>
                    <a:gd name="connsiteX1" fmla="*/ 213888 w 634516"/>
                    <a:gd name="connsiteY1" fmla="*/ 308019 h 600822"/>
                    <a:gd name="connsiteX2" fmla="*/ 6624 w 634516"/>
                    <a:gd name="connsiteY2" fmla="*/ 600627 h 600822"/>
                    <a:gd name="connsiteX3" fmla="*/ 335808 w 634516"/>
                    <a:gd name="connsiteY3" fmla="*/ 564051 h 600822"/>
                    <a:gd name="connsiteX4" fmla="*/ 634512 w 634516"/>
                    <a:gd name="connsiteY4" fmla="*/ 314115 h 600822"/>
                    <a:gd name="connsiteX5" fmla="*/ 329712 w 634516"/>
                    <a:gd name="connsiteY5" fmla="*/ 51987 h 600822"/>
                    <a:gd name="connsiteX6" fmla="*/ 6624 w 634516"/>
                    <a:gd name="connsiteY6" fmla="*/ 21507 h 600822"/>
                    <a:gd name="connsiteX0" fmla="*/ 6624 w 634516"/>
                    <a:gd name="connsiteY0" fmla="*/ 20598 h 599913"/>
                    <a:gd name="connsiteX1" fmla="*/ 213888 w 634516"/>
                    <a:gd name="connsiteY1" fmla="*/ 307110 h 599913"/>
                    <a:gd name="connsiteX2" fmla="*/ 6624 w 634516"/>
                    <a:gd name="connsiteY2" fmla="*/ 599718 h 599913"/>
                    <a:gd name="connsiteX3" fmla="*/ 335808 w 634516"/>
                    <a:gd name="connsiteY3" fmla="*/ 563142 h 599913"/>
                    <a:gd name="connsiteX4" fmla="*/ 634512 w 634516"/>
                    <a:gd name="connsiteY4" fmla="*/ 313206 h 599913"/>
                    <a:gd name="connsiteX5" fmla="*/ 329712 w 634516"/>
                    <a:gd name="connsiteY5" fmla="*/ 51078 h 599913"/>
                    <a:gd name="connsiteX6" fmla="*/ 6624 w 634516"/>
                    <a:gd name="connsiteY6" fmla="*/ 20598 h 599913"/>
                    <a:gd name="connsiteX0" fmla="*/ 6624 w 634516"/>
                    <a:gd name="connsiteY0" fmla="*/ 22407 h 601722"/>
                    <a:gd name="connsiteX1" fmla="*/ 213888 w 634516"/>
                    <a:gd name="connsiteY1" fmla="*/ 308919 h 601722"/>
                    <a:gd name="connsiteX2" fmla="*/ 6624 w 634516"/>
                    <a:gd name="connsiteY2" fmla="*/ 601527 h 601722"/>
                    <a:gd name="connsiteX3" fmla="*/ 335808 w 634516"/>
                    <a:gd name="connsiteY3" fmla="*/ 564951 h 601722"/>
                    <a:gd name="connsiteX4" fmla="*/ 634512 w 634516"/>
                    <a:gd name="connsiteY4" fmla="*/ 315015 h 601722"/>
                    <a:gd name="connsiteX5" fmla="*/ 329712 w 634516"/>
                    <a:gd name="connsiteY5" fmla="*/ 52887 h 601722"/>
                    <a:gd name="connsiteX6" fmla="*/ 6624 w 634516"/>
                    <a:gd name="connsiteY6" fmla="*/ 22407 h 601722"/>
                    <a:gd name="connsiteX0" fmla="*/ 6624 w 634516"/>
                    <a:gd name="connsiteY0" fmla="*/ 8163 h 587478"/>
                    <a:gd name="connsiteX1" fmla="*/ 213888 w 634516"/>
                    <a:gd name="connsiteY1" fmla="*/ 294675 h 587478"/>
                    <a:gd name="connsiteX2" fmla="*/ 6624 w 634516"/>
                    <a:gd name="connsiteY2" fmla="*/ 587283 h 587478"/>
                    <a:gd name="connsiteX3" fmla="*/ 335808 w 634516"/>
                    <a:gd name="connsiteY3" fmla="*/ 550707 h 587478"/>
                    <a:gd name="connsiteX4" fmla="*/ 634512 w 634516"/>
                    <a:gd name="connsiteY4" fmla="*/ 300771 h 587478"/>
                    <a:gd name="connsiteX5" fmla="*/ 329712 w 634516"/>
                    <a:gd name="connsiteY5" fmla="*/ 38643 h 587478"/>
                    <a:gd name="connsiteX6" fmla="*/ 6624 w 634516"/>
                    <a:gd name="connsiteY6" fmla="*/ 8163 h 587478"/>
                    <a:gd name="connsiteX0" fmla="*/ 6288 w 634180"/>
                    <a:gd name="connsiteY0" fmla="*/ 8163 h 587686"/>
                    <a:gd name="connsiteX1" fmla="*/ 213552 w 634180"/>
                    <a:gd name="connsiteY1" fmla="*/ 294675 h 587686"/>
                    <a:gd name="connsiteX2" fmla="*/ 6288 w 634180"/>
                    <a:gd name="connsiteY2" fmla="*/ 587283 h 587686"/>
                    <a:gd name="connsiteX3" fmla="*/ 335472 w 634180"/>
                    <a:gd name="connsiteY3" fmla="*/ 550707 h 587686"/>
                    <a:gd name="connsiteX4" fmla="*/ 634176 w 634180"/>
                    <a:gd name="connsiteY4" fmla="*/ 300771 h 587686"/>
                    <a:gd name="connsiteX5" fmla="*/ 329376 w 634180"/>
                    <a:gd name="connsiteY5" fmla="*/ 38643 h 587686"/>
                    <a:gd name="connsiteX6" fmla="*/ 6288 w 634180"/>
                    <a:gd name="connsiteY6" fmla="*/ 8163 h 587686"/>
                    <a:gd name="connsiteX0" fmla="*/ 6288 w 634211"/>
                    <a:gd name="connsiteY0" fmla="*/ 8163 h 587686"/>
                    <a:gd name="connsiteX1" fmla="*/ 213552 w 634211"/>
                    <a:gd name="connsiteY1" fmla="*/ 294675 h 587686"/>
                    <a:gd name="connsiteX2" fmla="*/ 6288 w 634211"/>
                    <a:gd name="connsiteY2" fmla="*/ 587283 h 587686"/>
                    <a:gd name="connsiteX3" fmla="*/ 335472 w 634211"/>
                    <a:gd name="connsiteY3" fmla="*/ 550707 h 587686"/>
                    <a:gd name="connsiteX4" fmla="*/ 634176 w 634211"/>
                    <a:gd name="connsiteY4" fmla="*/ 300771 h 587686"/>
                    <a:gd name="connsiteX5" fmla="*/ 329376 w 634211"/>
                    <a:gd name="connsiteY5" fmla="*/ 38643 h 587686"/>
                    <a:gd name="connsiteX6" fmla="*/ 6288 w 634211"/>
                    <a:gd name="connsiteY6" fmla="*/ 8163 h 587686"/>
                    <a:gd name="connsiteX0" fmla="*/ 6288 w 634286"/>
                    <a:gd name="connsiteY0" fmla="*/ 8163 h 587686"/>
                    <a:gd name="connsiteX1" fmla="*/ 213552 w 634286"/>
                    <a:gd name="connsiteY1" fmla="*/ 294675 h 587686"/>
                    <a:gd name="connsiteX2" fmla="*/ 6288 w 634286"/>
                    <a:gd name="connsiteY2" fmla="*/ 587283 h 587686"/>
                    <a:gd name="connsiteX3" fmla="*/ 335472 w 634286"/>
                    <a:gd name="connsiteY3" fmla="*/ 550707 h 587686"/>
                    <a:gd name="connsiteX4" fmla="*/ 634176 w 634286"/>
                    <a:gd name="connsiteY4" fmla="*/ 300771 h 587686"/>
                    <a:gd name="connsiteX5" fmla="*/ 329376 w 634286"/>
                    <a:gd name="connsiteY5" fmla="*/ 38643 h 587686"/>
                    <a:gd name="connsiteX6" fmla="*/ 6288 w 634286"/>
                    <a:gd name="connsiteY6" fmla="*/ 8163 h 587686"/>
                    <a:gd name="connsiteX0" fmla="*/ 6288 w 634286"/>
                    <a:gd name="connsiteY0" fmla="*/ 4816 h 584339"/>
                    <a:gd name="connsiteX1" fmla="*/ 213552 w 634286"/>
                    <a:gd name="connsiteY1" fmla="*/ 291328 h 584339"/>
                    <a:gd name="connsiteX2" fmla="*/ 6288 w 634286"/>
                    <a:gd name="connsiteY2" fmla="*/ 583936 h 584339"/>
                    <a:gd name="connsiteX3" fmla="*/ 335472 w 634286"/>
                    <a:gd name="connsiteY3" fmla="*/ 547360 h 584339"/>
                    <a:gd name="connsiteX4" fmla="*/ 634176 w 634286"/>
                    <a:gd name="connsiteY4" fmla="*/ 297424 h 584339"/>
                    <a:gd name="connsiteX5" fmla="*/ 329376 w 634286"/>
                    <a:gd name="connsiteY5" fmla="*/ 35296 h 584339"/>
                    <a:gd name="connsiteX6" fmla="*/ 6288 w 634286"/>
                    <a:gd name="connsiteY6" fmla="*/ 4816 h 584339"/>
                    <a:gd name="connsiteX0" fmla="*/ 6288 w 634210"/>
                    <a:gd name="connsiteY0" fmla="*/ 14826 h 594349"/>
                    <a:gd name="connsiteX1" fmla="*/ 213552 w 634210"/>
                    <a:gd name="connsiteY1" fmla="*/ 301338 h 594349"/>
                    <a:gd name="connsiteX2" fmla="*/ 6288 w 634210"/>
                    <a:gd name="connsiteY2" fmla="*/ 593946 h 594349"/>
                    <a:gd name="connsiteX3" fmla="*/ 335472 w 634210"/>
                    <a:gd name="connsiteY3" fmla="*/ 557370 h 594349"/>
                    <a:gd name="connsiteX4" fmla="*/ 634176 w 634210"/>
                    <a:gd name="connsiteY4" fmla="*/ 307434 h 594349"/>
                    <a:gd name="connsiteX5" fmla="*/ 353545 w 634210"/>
                    <a:gd name="connsiteY5" fmla="*/ 57390 h 594349"/>
                    <a:gd name="connsiteX6" fmla="*/ 6288 w 634210"/>
                    <a:gd name="connsiteY6" fmla="*/ 14826 h 594349"/>
                    <a:gd name="connsiteX0" fmla="*/ 6288 w 634210"/>
                    <a:gd name="connsiteY0" fmla="*/ 4846 h 584369"/>
                    <a:gd name="connsiteX1" fmla="*/ 213552 w 634210"/>
                    <a:gd name="connsiteY1" fmla="*/ 291358 h 584369"/>
                    <a:gd name="connsiteX2" fmla="*/ 6288 w 634210"/>
                    <a:gd name="connsiteY2" fmla="*/ 583966 h 584369"/>
                    <a:gd name="connsiteX3" fmla="*/ 335472 w 634210"/>
                    <a:gd name="connsiteY3" fmla="*/ 547390 h 584369"/>
                    <a:gd name="connsiteX4" fmla="*/ 634176 w 634210"/>
                    <a:gd name="connsiteY4" fmla="*/ 297454 h 584369"/>
                    <a:gd name="connsiteX5" fmla="*/ 353545 w 634210"/>
                    <a:gd name="connsiteY5" fmla="*/ 47410 h 584369"/>
                    <a:gd name="connsiteX6" fmla="*/ 6288 w 634210"/>
                    <a:gd name="connsiteY6" fmla="*/ 4846 h 584369"/>
                    <a:gd name="connsiteX0" fmla="*/ 6288 w 634210"/>
                    <a:gd name="connsiteY0" fmla="*/ 4415 h 583938"/>
                    <a:gd name="connsiteX1" fmla="*/ 213552 w 634210"/>
                    <a:gd name="connsiteY1" fmla="*/ 290927 h 583938"/>
                    <a:gd name="connsiteX2" fmla="*/ 6288 w 634210"/>
                    <a:gd name="connsiteY2" fmla="*/ 583535 h 583938"/>
                    <a:gd name="connsiteX3" fmla="*/ 335472 w 634210"/>
                    <a:gd name="connsiteY3" fmla="*/ 546959 h 583938"/>
                    <a:gd name="connsiteX4" fmla="*/ 634176 w 634210"/>
                    <a:gd name="connsiteY4" fmla="*/ 297023 h 583938"/>
                    <a:gd name="connsiteX5" fmla="*/ 353545 w 634210"/>
                    <a:gd name="connsiteY5" fmla="*/ 46979 h 583938"/>
                    <a:gd name="connsiteX6" fmla="*/ 6288 w 634210"/>
                    <a:gd name="connsiteY6" fmla="*/ 4415 h 583938"/>
                    <a:gd name="connsiteX0" fmla="*/ 6288 w 634210"/>
                    <a:gd name="connsiteY0" fmla="*/ 5419 h 584942"/>
                    <a:gd name="connsiteX1" fmla="*/ 213552 w 634210"/>
                    <a:gd name="connsiteY1" fmla="*/ 291931 h 584942"/>
                    <a:gd name="connsiteX2" fmla="*/ 6288 w 634210"/>
                    <a:gd name="connsiteY2" fmla="*/ 584539 h 584942"/>
                    <a:gd name="connsiteX3" fmla="*/ 335472 w 634210"/>
                    <a:gd name="connsiteY3" fmla="*/ 547963 h 584942"/>
                    <a:gd name="connsiteX4" fmla="*/ 634176 w 634210"/>
                    <a:gd name="connsiteY4" fmla="*/ 298027 h 584942"/>
                    <a:gd name="connsiteX5" fmla="*/ 353545 w 634210"/>
                    <a:gd name="connsiteY5" fmla="*/ 47983 h 584942"/>
                    <a:gd name="connsiteX6" fmla="*/ 6288 w 634210"/>
                    <a:gd name="connsiteY6" fmla="*/ 5419 h 584942"/>
                    <a:gd name="connsiteX0" fmla="*/ 6288 w 634218"/>
                    <a:gd name="connsiteY0" fmla="*/ 7646 h 587169"/>
                    <a:gd name="connsiteX1" fmla="*/ 213552 w 634218"/>
                    <a:gd name="connsiteY1" fmla="*/ 294158 h 587169"/>
                    <a:gd name="connsiteX2" fmla="*/ 6288 w 634218"/>
                    <a:gd name="connsiteY2" fmla="*/ 586766 h 587169"/>
                    <a:gd name="connsiteX3" fmla="*/ 335472 w 634218"/>
                    <a:gd name="connsiteY3" fmla="*/ 550190 h 587169"/>
                    <a:gd name="connsiteX4" fmla="*/ 634176 w 634218"/>
                    <a:gd name="connsiteY4" fmla="*/ 300254 h 587169"/>
                    <a:gd name="connsiteX5" fmla="*/ 353545 w 634218"/>
                    <a:gd name="connsiteY5" fmla="*/ 50210 h 587169"/>
                    <a:gd name="connsiteX6" fmla="*/ 6288 w 634218"/>
                    <a:gd name="connsiteY6" fmla="*/ 7646 h 587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4218" h="587169">
                      <a:moveTo>
                        <a:pt x="6288" y="7646"/>
                      </a:moveTo>
                      <a:cubicBezTo>
                        <a:pt x="-1402" y="17865"/>
                        <a:pt x="197440" y="80821"/>
                        <a:pt x="213552" y="294158"/>
                      </a:cubicBezTo>
                      <a:cubicBezTo>
                        <a:pt x="229664" y="507495"/>
                        <a:pt x="-44512" y="593878"/>
                        <a:pt x="6288" y="586766"/>
                      </a:cubicBezTo>
                      <a:cubicBezTo>
                        <a:pt x="105856" y="586766"/>
                        <a:pt x="200344" y="591846"/>
                        <a:pt x="335472" y="550190"/>
                      </a:cubicBezTo>
                      <a:cubicBezTo>
                        <a:pt x="470600" y="508534"/>
                        <a:pt x="631164" y="383584"/>
                        <a:pt x="634176" y="300254"/>
                      </a:cubicBezTo>
                      <a:cubicBezTo>
                        <a:pt x="637188" y="216924"/>
                        <a:pt x="479500" y="97260"/>
                        <a:pt x="353545" y="50210"/>
                      </a:cubicBezTo>
                      <a:cubicBezTo>
                        <a:pt x="227590" y="3160"/>
                        <a:pt x="19803" y="-10314"/>
                        <a:pt x="6288" y="7646"/>
                      </a:cubicBezTo>
                      <a:close/>
                    </a:path>
                  </a:pathLst>
                </a:custGeom>
                <a:solidFill>
                  <a:schemeClr val="bg1"/>
                </a:solidFill>
                <a:ln w="12700" cap="rnd"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r"/>
                  <a:endParaRPr lang="en-CN" sz="6000">
                    <a:solidFill>
                      <a:schemeClr val="tx1"/>
                    </a:solidFill>
                  </a:endParaRPr>
                </a:p>
              </p:txBody>
            </p:sp>
            <p:sp>
              <p:nvSpPr>
                <p:cNvPr id="24" name="Freeform 23">
                  <a:extLst>
                    <a:ext uri="{FF2B5EF4-FFF2-40B4-BE49-F238E27FC236}">
                      <a16:creationId xmlns:a16="http://schemas.microsoft.com/office/drawing/2014/main" id="{11DFBB8B-107F-264B-AA84-16686D9A7FDE}"/>
                    </a:ext>
                  </a:extLst>
                </p:cNvPr>
                <p:cNvSpPr/>
                <p:nvPr/>
              </p:nvSpPr>
              <p:spPr bwMode="auto">
                <a:xfrm>
                  <a:off x="6470670" y="5701318"/>
                  <a:ext cx="223789" cy="531264"/>
                </a:xfrm>
                <a:custGeom>
                  <a:avLst/>
                  <a:gdLst>
                    <a:gd name="connsiteX0" fmla="*/ 0 w 195378"/>
                    <a:gd name="connsiteY0" fmla="*/ 0 h 541538"/>
                    <a:gd name="connsiteX1" fmla="*/ 195308 w 195378"/>
                    <a:gd name="connsiteY1" fmla="*/ 257452 h 541538"/>
                    <a:gd name="connsiteX2" fmla="*/ 17755 w 195378"/>
                    <a:gd name="connsiteY2" fmla="*/ 541538 h 541538"/>
                    <a:gd name="connsiteX0" fmla="*/ 2793 w 198102"/>
                    <a:gd name="connsiteY0" fmla="*/ 0 h 531264"/>
                    <a:gd name="connsiteX1" fmla="*/ 198101 w 198102"/>
                    <a:gd name="connsiteY1" fmla="*/ 257452 h 531264"/>
                    <a:gd name="connsiteX2" fmla="*/ 0 w 198102"/>
                    <a:gd name="connsiteY2" fmla="*/ 531264 h 531264"/>
                    <a:gd name="connsiteX0" fmla="*/ 2793 w 223788"/>
                    <a:gd name="connsiteY0" fmla="*/ 0 h 531264"/>
                    <a:gd name="connsiteX1" fmla="*/ 223787 w 223788"/>
                    <a:gd name="connsiteY1" fmla="*/ 262589 h 531264"/>
                    <a:gd name="connsiteX2" fmla="*/ 0 w 223788"/>
                    <a:gd name="connsiteY2" fmla="*/ 531264 h 531264"/>
                    <a:gd name="connsiteX0" fmla="*/ 2793 w 223902"/>
                    <a:gd name="connsiteY0" fmla="*/ 0 h 531264"/>
                    <a:gd name="connsiteX1" fmla="*/ 223787 w 223902"/>
                    <a:gd name="connsiteY1" fmla="*/ 262589 h 531264"/>
                    <a:gd name="connsiteX2" fmla="*/ 0 w 223902"/>
                    <a:gd name="connsiteY2" fmla="*/ 531264 h 531264"/>
                    <a:gd name="connsiteX0" fmla="*/ 2793 w 223934"/>
                    <a:gd name="connsiteY0" fmla="*/ 0 h 531264"/>
                    <a:gd name="connsiteX1" fmla="*/ 223787 w 223934"/>
                    <a:gd name="connsiteY1" fmla="*/ 262589 h 531264"/>
                    <a:gd name="connsiteX2" fmla="*/ 0 w 223934"/>
                    <a:gd name="connsiteY2" fmla="*/ 531264 h 531264"/>
                    <a:gd name="connsiteX0" fmla="*/ 2793 w 223927"/>
                    <a:gd name="connsiteY0" fmla="*/ 0 h 531264"/>
                    <a:gd name="connsiteX1" fmla="*/ 223787 w 223927"/>
                    <a:gd name="connsiteY1" fmla="*/ 262589 h 531264"/>
                    <a:gd name="connsiteX2" fmla="*/ 0 w 223927"/>
                    <a:gd name="connsiteY2" fmla="*/ 531264 h 531264"/>
                    <a:gd name="connsiteX0" fmla="*/ 2793 w 223927"/>
                    <a:gd name="connsiteY0" fmla="*/ 0 h 531264"/>
                    <a:gd name="connsiteX1" fmla="*/ 223787 w 223927"/>
                    <a:gd name="connsiteY1" fmla="*/ 262589 h 531264"/>
                    <a:gd name="connsiteX2" fmla="*/ 0 w 223927"/>
                    <a:gd name="connsiteY2" fmla="*/ 531264 h 531264"/>
                    <a:gd name="connsiteX0" fmla="*/ 2793 w 223789"/>
                    <a:gd name="connsiteY0" fmla="*/ 0 h 531264"/>
                    <a:gd name="connsiteX1" fmla="*/ 223787 w 223789"/>
                    <a:gd name="connsiteY1" fmla="*/ 262589 h 531264"/>
                    <a:gd name="connsiteX2" fmla="*/ 0 w 223789"/>
                    <a:gd name="connsiteY2" fmla="*/ 531264 h 531264"/>
                  </a:gdLst>
                  <a:ahLst/>
                  <a:cxnLst>
                    <a:cxn ang="0">
                      <a:pos x="connsiteX0" y="connsiteY0"/>
                    </a:cxn>
                    <a:cxn ang="0">
                      <a:pos x="connsiteX1" y="connsiteY1"/>
                    </a:cxn>
                    <a:cxn ang="0">
                      <a:pos x="connsiteX2" y="connsiteY2"/>
                    </a:cxn>
                  </a:cxnLst>
                  <a:rect l="l" t="t" r="r" b="b"/>
                  <a:pathLst>
                    <a:path w="223789" h="531264">
                      <a:moveTo>
                        <a:pt x="2793" y="0"/>
                      </a:moveTo>
                      <a:cubicBezTo>
                        <a:pt x="145200" y="83598"/>
                        <a:pt x="224252" y="153497"/>
                        <a:pt x="223787" y="262589"/>
                      </a:cubicBezTo>
                      <a:cubicBezTo>
                        <a:pt x="223322" y="371681"/>
                        <a:pt x="115941" y="460034"/>
                        <a:pt x="0" y="531264"/>
                      </a:cubicBezTo>
                    </a:path>
                  </a:pathLst>
                </a:custGeom>
                <a:noFill/>
                <a:ln w="12700" cap="rnd"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2800" b="0" i="0" u="none" strike="noStrike" cap="none" normalizeH="0" baseline="0">
                    <a:ln>
                      <a:noFill/>
                    </a:ln>
                    <a:solidFill>
                      <a:schemeClr val="tx1"/>
                    </a:solidFill>
                    <a:effectLst/>
                    <a:latin typeface="Arial" charset="0"/>
                  </a:endParaRPr>
                </a:p>
              </p:txBody>
            </p:sp>
          </p:grpSp>
          <p:cxnSp>
            <p:nvCxnSpPr>
              <p:cNvPr id="26" name="Straight Connector 25">
                <a:extLst>
                  <a:ext uri="{FF2B5EF4-FFF2-40B4-BE49-F238E27FC236}">
                    <a16:creationId xmlns:a16="http://schemas.microsoft.com/office/drawing/2014/main" id="{4DC52E98-EA54-A34E-9C07-83CBDB8E7404}"/>
                  </a:ext>
                </a:extLst>
              </p:cNvPr>
              <p:cNvCxnSpPr>
                <a:cxnSpLocks/>
              </p:cNvCxnSpPr>
              <p:nvPr/>
            </p:nvCxnSpPr>
            <p:spPr bwMode="auto">
              <a:xfrm>
                <a:off x="831209" y="4435688"/>
                <a:ext cx="255522" cy="0"/>
              </a:xfrm>
              <a:prstGeom prst="line">
                <a:avLst/>
              </a:prstGeom>
              <a:solidFill>
                <a:schemeClr val="accent1"/>
              </a:solidFill>
              <a:ln w="12700" cap="rnd" cmpd="sng" algn="ctr">
                <a:solidFill>
                  <a:schemeClr val="tx1"/>
                </a:solidFill>
                <a:prstDash val="solid"/>
                <a:round/>
                <a:headEnd type="none" w="med" len="med"/>
                <a:tailEnd type="oval" w="sm" len="sm"/>
              </a:ln>
              <a:effectLst/>
            </p:spPr>
          </p:cxnSp>
          <p:cxnSp>
            <p:nvCxnSpPr>
              <p:cNvPr id="28" name="Straight Connector 27">
                <a:extLst>
                  <a:ext uri="{FF2B5EF4-FFF2-40B4-BE49-F238E27FC236}">
                    <a16:creationId xmlns:a16="http://schemas.microsoft.com/office/drawing/2014/main" id="{250D4DCF-71DB-6C45-98ED-C1A79DFE4807}"/>
                  </a:ext>
                </a:extLst>
              </p:cNvPr>
              <p:cNvCxnSpPr/>
              <p:nvPr/>
            </p:nvCxnSpPr>
            <p:spPr bwMode="auto">
              <a:xfrm flipH="1">
                <a:off x="754649" y="4343399"/>
                <a:ext cx="256975" cy="0"/>
              </a:xfrm>
              <a:prstGeom prst="line">
                <a:avLst/>
              </a:prstGeom>
              <a:solidFill>
                <a:schemeClr val="accent1"/>
              </a:solidFill>
              <a:ln w="12700" cap="rnd" cmpd="sng" algn="ctr">
                <a:solidFill>
                  <a:schemeClr val="tx1"/>
                </a:solidFill>
                <a:prstDash val="solid"/>
                <a:round/>
                <a:headEnd type="none" w="med" len="med"/>
                <a:tailEnd type="oval" w="sm" len="sm"/>
              </a:ln>
              <a:effectLst/>
            </p:spPr>
          </p:cxnSp>
          <p:sp>
            <p:nvSpPr>
              <p:cNvPr id="30" name="TextBox 29">
                <a:extLst>
                  <a:ext uri="{FF2B5EF4-FFF2-40B4-BE49-F238E27FC236}">
                    <a16:creationId xmlns:a16="http://schemas.microsoft.com/office/drawing/2014/main" id="{D9036C12-A876-8A43-9F21-F7F32931C7DC}"/>
                  </a:ext>
                </a:extLst>
              </p:cNvPr>
              <p:cNvSpPr txBox="1"/>
              <p:nvPr/>
            </p:nvSpPr>
            <p:spPr>
              <a:xfrm>
                <a:off x="577358" y="3965867"/>
                <a:ext cx="354584"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a3</a:t>
                </a:r>
                <a:endParaRPr lang="en-CN" sz="1200" dirty="0">
                  <a:solidFill>
                    <a:schemeClr val="tx1"/>
                  </a:solidFill>
                  <a:latin typeface="Arial" panose="020B0604020202020204" pitchFamily="34" charset="0"/>
                  <a:cs typeface="Arial" panose="020B0604020202020204" pitchFamily="34" charset="0"/>
                </a:endParaRPr>
              </a:p>
            </p:txBody>
          </p:sp>
          <p:sp>
            <p:nvSpPr>
              <p:cNvPr id="36" name="TextBox 35">
                <a:extLst>
                  <a:ext uri="{FF2B5EF4-FFF2-40B4-BE49-F238E27FC236}">
                    <a16:creationId xmlns:a16="http://schemas.microsoft.com/office/drawing/2014/main" id="{66F29C3F-36CF-6B46-9A37-34894A5A9FBE}"/>
                  </a:ext>
                </a:extLst>
              </p:cNvPr>
              <p:cNvSpPr txBox="1"/>
              <p:nvPr/>
            </p:nvSpPr>
            <p:spPr>
              <a:xfrm>
                <a:off x="898280" y="3965866"/>
                <a:ext cx="364202"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b3</a:t>
                </a:r>
                <a:endParaRPr lang="en-CN" sz="1200" dirty="0">
                  <a:solidFill>
                    <a:schemeClr val="tx1"/>
                  </a:solidFill>
                  <a:latin typeface="Arial" panose="020B0604020202020204" pitchFamily="34" charset="0"/>
                  <a:cs typeface="Arial" panose="020B0604020202020204" pitchFamily="34" charset="0"/>
                </a:endParaRPr>
              </a:p>
            </p:txBody>
          </p:sp>
          <p:sp>
            <p:nvSpPr>
              <p:cNvPr id="87" name="TextBox 86">
                <a:extLst>
                  <a:ext uri="{FF2B5EF4-FFF2-40B4-BE49-F238E27FC236}">
                    <a16:creationId xmlns:a16="http://schemas.microsoft.com/office/drawing/2014/main" id="{C12568DF-ED8A-1C4C-AF0C-428948A9FCF0}"/>
                  </a:ext>
                </a:extLst>
              </p:cNvPr>
              <p:cNvSpPr txBox="1"/>
              <p:nvPr/>
            </p:nvSpPr>
            <p:spPr>
              <a:xfrm>
                <a:off x="582311" y="4809539"/>
                <a:ext cx="389850"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G3</a:t>
                </a:r>
                <a:endParaRPr lang="en-CN" sz="1200" dirty="0">
                  <a:solidFill>
                    <a:schemeClr val="tx1"/>
                  </a:solidFill>
                  <a:latin typeface="Arial" panose="020B0604020202020204" pitchFamily="34" charset="0"/>
                  <a:cs typeface="Arial" panose="020B0604020202020204" pitchFamily="34" charset="0"/>
                </a:endParaRPr>
              </a:p>
            </p:txBody>
          </p:sp>
          <p:sp>
            <p:nvSpPr>
              <p:cNvPr id="88" name="TextBox 87">
                <a:extLst>
                  <a:ext uri="{FF2B5EF4-FFF2-40B4-BE49-F238E27FC236}">
                    <a16:creationId xmlns:a16="http://schemas.microsoft.com/office/drawing/2014/main" id="{6D71E532-D6D4-4E46-B7DE-57B3D1FD45DD}"/>
                  </a:ext>
                </a:extLst>
              </p:cNvPr>
              <p:cNvSpPr txBox="1"/>
              <p:nvPr/>
            </p:nvSpPr>
            <p:spPr>
              <a:xfrm>
                <a:off x="862299" y="4809538"/>
                <a:ext cx="372217"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P3</a:t>
                </a:r>
                <a:endParaRPr lang="en-CN" sz="1200" dirty="0">
                  <a:solidFill>
                    <a:schemeClr val="tx1"/>
                  </a:solidFill>
                  <a:latin typeface="Arial" panose="020B0604020202020204" pitchFamily="34" charset="0"/>
                  <a:cs typeface="Arial" panose="020B0604020202020204" pitchFamily="34" charset="0"/>
                </a:endParaRPr>
              </a:p>
            </p:txBody>
          </p:sp>
        </p:grpSp>
        <p:grpSp>
          <p:nvGrpSpPr>
            <p:cNvPr id="38" name="Group 37">
              <a:extLst>
                <a:ext uri="{FF2B5EF4-FFF2-40B4-BE49-F238E27FC236}">
                  <a16:creationId xmlns:a16="http://schemas.microsoft.com/office/drawing/2014/main" id="{5E077D00-A6AF-FA47-AF00-B9CD92F66B60}"/>
                </a:ext>
              </a:extLst>
            </p:cNvPr>
            <p:cNvGrpSpPr/>
            <p:nvPr/>
          </p:nvGrpSpPr>
          <p:grpSpPr>
            <a:xfrm>
              <a:off x="1689679" y="3822717"/>
              <a:ext cx="685124" cy="834737"/>
              <a:chOff x="577358" y="3965866"/>
              <a:chExt cx="685124" cy="834737"/>
            </a:xfrm>
          </p:grpSpPr>
          <p:grpSp>
            <p:nvGrpSpPr>
              <p:cNvPr id="39" name="Group 38">
                <a:extLst>
                  <a:ext uri="{FF2B5EF4-FFF2-40B4-BE49-F238E27FC236}">
                    <a16:creationId xmlns:a16="http://schemas.microsoft.com/office/drawing/2014/main" id="{3862B176-ACAF-344A-9397-9083F60339C8}"/>
                  </a:ext>
                </a:extLst>
              </p:cNvPr>
              <p:cNvGrpSpPr/>
              <p:nvPr/>
            </p:nvGrpSpPr>
            <p:grpSpPr>
              <a:xfrm rot="5400000">
                <a:off x="487391" y="4420688"/>
                <a:ext cx="609600" cy="150228"/>
                <a:chOff x="2863476" y="5594843"/>
                <a:chExt cx="2234241" cy="576063"/>
              </a:xfrm>
            </p:grpSpPr>
            <p:cxnSp>
              <p:nvCxnSpPr>
                <p:cNvPr id="50" name="Straight Connector 49">
                  <a:extLst>
                    <a:ext uri="{FF2B5EF4-FFF2-40B4-BE49-F238E27FC236}">
                      <a16:creationId xmlns:a16="http://schemas.microsoft.com/office/drawing/2014/main" id="{C2B12D63-01F1-FD47-A891-978A006DEA79}"/>
                    </a:ext>
                  </a:extLst>
                </p:cNvPr>
                <p:cNvCxnSpPr>
                  <a:cxnSpLocks/>
                  <a:stCxn id="51" idx="1"/>
                </p:cNvCxnSpPr>
                <p:nvPr/>
              </p:nvCxnSpPr>
              <p:spPr bwMode="auto">
                <a:xfrm rot="16200000">
                  <a:off x="4582550" y="5367707"/>
                  <a:ext cx="0" cy="1030335"/>
                </a:xfrm>
                <a:prstGeom prst="line">
                  <a:avLst/>
                </a:prstGeom>
                <a:solidFill>
                  <a:schemeClr val="accent1"/>
                </a:solidFill>
                <a:ln w="12700" cap="rnd" cmpd="sng" algn="ctr">
                  <a:solidFill>
                    <a:schemeClr val="tx1"/>
                  </a:solidFill>
                  <a:prstDash val="solid"/>
                  <a:round/>
                  <a:headEnd type="none" w="med" len="med"/>
                  <a:tailEnd type="none" w="med" len="med"/>
                </a:ln>
                <a:effectLst/>
              </p:spPr>
            </p:cxnSp>
            <p:sp>
              <p:nvSpPr>
                <p:cNvPr id="51" name="Round Same Side Corner Rectangle 50">
                  <a:extLst>
                    <a:ext uri="{FF2B5EF4-FFF2-40B4-BE49-F238E27FC236}">
                      <a16:creationId xmlns:a16="http://schemas.microsoft.com/office/drawing/2014/main" id="{76D7B237-A03B-BE4F-AF97-0D69CEDFE3DC}"/>
                    </a:ext>
                  </a:extLst>
                </p:cNvPr>
                <p:cNvSpPr/>
                <p:nvPr/>
              </p:nvSpPr>
              <p:spPr bwMode="auto">
                <a:xfrm rot="5400000">
                  <a:off x="4093388" y="5568837"/>
                  <a:ext cx="576063" cy="628076"/>
                </a:xfrm>
                <a:prstGeom prst="round2SameRect">
                  <a:avLst>
                    <a:gd name="adj1" fmla="val 50000"/>
                    <a:gd name="adj2" fmla="val 0"/>
                  </a:avLst>
                </a:prstGeom>
                <a:solidFill>
                  <a:schemeClr val="bg1"/>
                </a:solidFill>
                <a:ln w="12700" cap="rnd"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r"/>
                  <a:endParaRPr lang="en-CN" sz="6000">
                    <a:solidFill>
                      <a:schemeClr val="tx1"/>
                    </a:solidFill>
                  </a:endParaRPr>
                </a:p>
              </p:txBody>
            </p:sp>
            <p:cxnSp>
              <p:nvCxnSpPr>
                <p:cNvPr id="52" name="Straight Connector 51">
                  <a:extLst>
                    <a:ext uri="{FF2B5EF4-FFF2-40B4-BE49-F238E27FC236}">
                      <a16:creationId xmlns:a16="http://schemas.microsoft.com/office/drawing/2014/main" id="{FCDBA648-0E44-BE44-8FC2-CC148DCB0924}"/>
                    </a:ext>
                  </a:extLst>
                </p:cNvPr>
                <p:cNvCxnSpPr>
                  <a:cxnSpLocks/>
                </p:cNvCxnSpPr>
                <p:nvPr/>
              </p:nvCxnSpPr>
              <p:spPr bwMode="auto">
                <a:xfrm rot="16200000">
                  <a:off x="3922448" y="5571081"/>
                  <a:ext cx="0" cy="324350"/>
                </a:xfrm>
                <a:prstGeom prst="line">
                  <a:avLst/>
                </a:prstGeom>
                <a:solidFill>
                  <a:schemeClr val="accent1"/>
                </a:solidFill>
                <a:ln w="12700" cap="rnd" cmpd="sng" algn="ctr">
                  <a:solidFill>
                    <a:schemeClr val="tx1"/>
                  </a:solidFill>
                  <a:prstDash val="solid"/>
                  <a:round/>
                  <a:headEnd type="none" w="med" len="med"/>
                  <a:tailEnd type="none" w="med" len="med"/>
                </a:ln>
                <a:effectLst/>
              </p:spPr>
            </p:cxnSp>
            <p:cxnSp>
              <p:nvCxnSpPr>
                <p:cNvPr id="53" name="Straight Connector 52">
                  <a:extLst>
                    <a:ext uri="{FF2B5EF4-FFF2-40B4-BE49-F238E27FC236}">
                      <a16:creationId xmlns:a16="http://schemas.microsoft.com/office/drawing/2014/main" id="{4A231520-6932-A143-9F8F-D51C52AF842E}"/>
                    </a:ext>
                  </a:extLst>
                </p:cNvPr>
                <p:cNvCxnSpPr>
                  <a:cxnSpLocks/>
                </p:cNvCxnSpPr>
                <p:nvPr/>
              </p:nvCxnSpPr>
              <p:spPr bwMode="auto">
                <a:xfrm rot="16200000">
                  <a:off x="3474050" y="5416257"/>
                  <a:ext cx="0" cy="1221148"/>
                </a:xfrm>
                <a:prstGeom prst="line">
                  <a:avLst/>
                </a:prstGeom>
                <a:solidFill>
                  <a:schemeClr val="accent1"/>
                </a:solidFill>
                <a:ln w="12700" cap="rnd" cmpd="sng" algn="ctr">
                  <a:solidFill>
                    <a:schemeClr val="tx1"/>
                  </a:solidFill>
                  <a:prstDash val="solid"/>
                  <a:round/>
                  <a:headEnd type="none" w="med" len="med"/>
                  <a:tailEnd type="none" w="med" len="med"/>
                </a:ln>
                <a:effectLst/>
              </p:spPr>
            </p:cxnSp>
          </p:grpSp>
          <p:grpSp>
            <p:nvGrpSpPr>
              <p:cNvPr id="40" name="Group 39">
                <a:extLst>
                  <a:ext uri="{FF2B5EF4-FFF2-40B4-BE49-F238E27FC236}">
                    <a16:creationId xmlns:a16="http://schemas.microsoft.com/office/drawing/2014/main" id="{157E05D3-D408-8944-8C5F-645A3BE10A88}"/>
                  </a:ext>
                </a:extLst>
              </p:cNvPr>
              <p:cNvGrpSpPr/>
              <p:nvPr/>
            </p:nvGrpSpPr>
            <p:grpSpPr>
              <a:xfrm rot="5400000">
                <a:off x="742801" y="4420692"/>
                <a:ext cx="609603" cy="150219"/>
                <a:chOff x="5378571" y="5655686"/>
                <a:chExt cx="2232016" cy="587169"/>
              </a:xfrm>
            </p:grpSpPr>
            <p:cxnSp>
              <p:nvCxnSpPr>
                <p:cNvPr id="45" name="Straight Connector 44">
                  <a:extLst>
                    <a:ext uri="{FF2B5EF4-FFF2-40B4-BE49-F238E27FC236}">
                      <a16:creationId xmlns:a16="http://schemas.microsoft.com/office/drawing/2014/main" id="{E9A2405B-E0A7-D345-AC1B-10BC6E979CD1}"/>
                    </a:ext>
                  </a:extLst>
                </p:cNvPr>
                <p:cNvCxnSpPr>
                  <a:cxnSpLocks/>
                </p:cNvCxnSpPr>
                <p:nvPr/>
              </p:nvCxnSpPr>
              <p:spPr bwMode="auto">
                <a:xfrm rot="16200000">
                  <a:off x="7409742" y="5745099"/>
                  <a:ext cx="0" cy="401691"/>
                </a:xfrm>
                <a:prstGeom prst="line">
                  <a:avLst/>
                </a:prstGeom>
                <a:solidFill>
                  <a:schemeClr val="accent1"/>
                </a:solidFill>
                <a:ln w="12700" cap="rnd" cmpd="sng" algn="ctr">
                  <a:solidFill>
                    <a:schemeClr val="tx1"/>
                  </a:solidFill>
                  <a:prstDash val="solid"/>
                  <a:round/>
                  <a:headEnd type="none" w="med" len="med"/>
                  <a:tailEnd type="none" w="med" len="med"/>
                </a:ln>
                <a:effectLst/>
              </p:spPr>
            </p:cxnSp>
            <p:cxnSp>
              <p:nvCxnSpPr>
                <p:cNvPr id="46" name="Straight Connector 45">
                  <a:extLst>
                    <a:ext uri="{FF2B5EF4-FFF2-40B4-BE49-F238E27FC236}">
                      <a16:creationId xmlns:a16="http://schemas.microsoft.com/office/drawing/2014/main" id="{8D41BA48-F757-214D-8BC3-841B3AC32851}"/>
                    </a:ext>
                  </a:extLst>
                </p:cNvPr>
                <p:cNvCxnSpPr>
                  <a:cxnSpLocks/>
                </p:cNvCxnSpPr>
                <p:nvPr/>
              </p:nvCxnSpPr>
              <p:spPr bwMode="auto">
                <a:xfrm rot="16200000">
                  <a:off x="6069892" y="5105007"/>
                  <a:ext cx="0" cy="1382641"/>
                </a:xfrm>
                <a:prstGeom prst="line">
                  <a:avLst/>
                </a:prstGeom>
                <a:solidFill>
                  <a:schemeClr val="accent1"/>
                </a:solidFill>
                <a:ln w="12700" cap="rnd" cmpd="sng" algn="ctr">
                  <a:solidFill>
                    <a:schemeClr val="tx1"/>
                  </a:solidFill>
                  <a:prstDash val="solid"/>
                  <a:round/>
                  <a:headEnd type="none" w="med" len="med"/>
                  <a:tailEnd type="none" w="med" len="med"/>
                </a:ln>
                <a:effectLst/>
              </p:spPr>
            </p:cxnSp>
            <p:cxnSp>
              <p:nvCxnSpPr>
                <p:cNvPr id="47" name="Straight Connector 46">
                  <a:extLst>
                    <a:ext uri="{FF2B5EF4-FFF2-40B4-BE49-F238E27FC236}">
                      <a16:creationId xmlns:a16="http://schemas.microsoft.com/office/drawing/2014/main" id="{35E5699B-16FB-C242-B980-ED971C69D580}"/>
                    </a:ext>
                  </a:extLst>
                </p:cNvPr>
                <p:cNvCxnSpPr>
                  <a:cxnSpLocks/>
                </p:cNvCxnSpPr>
                <p:nvPr/>
              </p:nvCxnSpPr>
              <p:spPr bwMode="auto">
                <a:xfrm rot="16200000">
                  <a:off x="6348890" y="5677583"/>
                  <a:ext cx="0" cy="824641"/>
                </a:xfrm>
                <a:prstGeom prst="line">
                  <a:avLst/>
                </a:prstGeom>
                <a:solidFill>
                  <a:schemeClr val="accent1"/>
                </a:solidFill>
                <a:ln w="12700" cap="rnd" cmpd="sng" algn="ctr">
                  <a:solidFill>
                    <a:schemeClr val="tx1"/>
                  </a:solidFill>
                  <a:prstDash val="solid"/>
                  <a:round/>
                  <a:headEnd type="none" w="med" len="med"/>
                  <a:tailEnd type="none" w="med" len="med"/>
                </a:ln>
                <a:effectLst/>
              </p:spPr>
            </p:cxnSp>
            <p:sp>
              <p:nvSpPr>
                <p:cNvPr id="48" name="Freeform 47">
                  <a:extLst>
                    <a:ext uri="{FF2B5EF4-FFF2-40B4-BE49-F238E27FC236}">
                      <a16:creationId xmlns:a16="http://schemas.microsoft.com/office/drawing/2014/main" id="{973A9DCC-31EB-0A48-BD72-900C2EF2F578}"/>
                    </a:ext>
                  </a:extLst>
                </p:cNvPr>
                <p:cNvSpPr/>
                <p:nvPr/>
              </p:nvSpPr>
              <p:spPr bwMode="auto">
                <a:xfrm>
                  <a:off x="6574688" y="5655686"/>
                  <a:ext cx="634218" cy="587169"/>
                </a:xfrm>
                <a:custGeom>
                  <a:avLst/>
                  <a:gdLst>
                    <a:gd name="connsiteX0" fmla="*/ 0 w 627888"/>
                    <a:gd name="connsiteY0" fmla="*/ 0 h 579120"/>
                    <a:gd name="connsiteX1" fmla="*/ 207264 w 627888"/>
                    <a:gd name="connsiteY1" fmla="*/ 286512 h 579120"/>
                    <a:gd name="connsiteX2" fmla="*/ 0 w 627888"/>
                    <a:gd name="connsiteY2" fmla="*/ 579120 h 579120"/>
                    <a:gd name="connsiteX3" fmla="*/ 365760 w 627888"/>
                    <a:gd name="connsiteY3" fmla="*/ 573024 h 579120"/>
                    <a:gd name="connsiteX4" fmla="*/ 627888 w 627888"/>
                    <a:gd name="connsiteY4" fmla="*/ 292608 h 579120"/>
                    <a:gd name="connsiteX5" fmla="*/ 390144 w 627888"/>
                    <a:gd name="connsiteY5" fmla="*/ 6096 h 579120"/>
                    <a:gd name="connsiteX6" fmla="*/ 0 w 627888"/>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46520"/>
                    <a:gd name="connsiteY0" fmla="*/ 0 h 579120"/>
                    <a:gd name="connsiteX1" fmla="*/ 209962 w 646520"/>
                    <a:gd name="connsiteY1" fmla="*/ 286512 h 579120"/>
                    <a:gd name="connsiteX2" fmla="*/ 2698 w 646520"/>
                    <a:gd name="connsiteY2" fmla="*/ 579120 h 579120"/>
                    <a:gd name="connsiteX3" fmla="*/ 368458 w 646520"/>
                    <a:gd name="connsiteY3" fmla="*/ 573024 h 579120"/>
                    <a:gd name="connsiteX4" fmla="*/ 630586 w 646520"/>
                    <a:gd name="connsiteY4" fmla="*/ 292608 h 579120"/>
                    <a:gd name="connsiteX5" fmla="*/ 392842 w 646520"/>
                    <a:gd name="connsiteY5" fmla="*/ 6096 h 579120"/>
                    <a:gd name="connsiteX6" fmla="*/ 2698 w 646520"/>
                    <a:gd name="connsiteY6" fmla="*/ 0 h 579120"/>
                    <a:gd name="connsiteX0" fmla="*/ 2698 w 646520"/>
                    <a:gd name="connsiteY0" fmla="*/ 51141 h 630261"/>
                    <a:gd name="connsiteX1" fmla="*/ 209962 w 646520"/>
                    <a:gd name="connsiteY1" fmla="*/ 337653 h 630261"/>
                    <a:gd name="connsiteX2" fmla="*/ 2698 w 646520"/>
                    <a:gd name="connsiteY2" fmla="*/ 630261 h 630261"/>
                    <a:gd name="connsiteX3" fmla="*/ 368458 w 646520"/>
                    <a:gd name="connsiteY3" fmla="*/ 624165 h 630261"/>
                    <a:gd name="connsiteX4" fmla="*/ 630586 w 646520"/>
                    <a:gd name="connsiteY4" fmla="*/ 343749 h 630261"/>
                    <a:gd name="connsiteX5" fmla="*/ 392842 w 646520"/>
                    <a:gd name="connsiteY5" fmla="*/ 57237 h 630261"/>
                    <a:gd name="connsiteX6" fmla="*/ 2698 w 646520"/>
                    <a:gd name="connsiteY6" fmla="*/ 51141 h 630261"/>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1455 h 600575"/>
                    <a:gd name="connsiteX1" fmla="*/ 209962 w 646520"/>
                    <a:gd name="connsiteY1" fmla="*/ 307967 h 600575"/>
                    <a:gd name="connsiteX2" fmla="*/ 2698 w 646520"/>
                    <a:gd name="connsiteY2" fmla="*/ 600575 h 600575"/>
                    <a:gd name="connsiteX3" fmla="*/ 368458 w 646520"/>
                    <a:gd name="connsiteY3" fmla="*/ 594479 h 600575"/>
                    <a:gd name="connsiteX4" fmla="*/ 630586 w 646520"/>
                    <a:gd name="connsiteY4" fmla="*/ 314063 h 600575"/>
                    <a:gd name="connsiteX5" fmla="*/ 392842 w 646520"/>
                    <a:gd name="connsiteY5" fmla="*/ 27551 h 600575"/>
                    <a:gd name="connsiteX6" fmla="*/ 2698 w 646520"/>
                    <a:gd name="connsiteY6" fmla="*/ 21455 h 600575"/>
                    <a:gd name="connsiteX0" fmla="*/ 2698 w 630586"/>
                    <a:gd name="connsiteY0" fmla="*/ 21455 h 600575"/>
                    <a:gd name="connsiteX1" fmla="*/ 209962 w 630586"/>
                    <a:gd name="connsiteY1" fmla="*/ 307967 h 600575"/>
                    <a:gd name="connsiteX2" fmla="*/ 2698 w 630586"/>
                    <a:gd name="connsiteY2" fmla="*/ 600575 h 600575"/>
                    <a:gd name="connsiteX3" fmla="*/ 368458 w 630586"/>
                    <a:gd name="connsiteY3" fmla="*/ 594479 h 600575"/>
                    <a:gd name="connsiteX4" fmla="*/ 630586 w 630586"/>
                    <a:gd name="connsiteY4" fmla="*/ 314063 h 600575"/>
                    <a:gd name="connsiteX5" fmla="*/ 392842 w 630586"/>
                    <a:gd name="connsiteY5" fmla="*/ 27551 h 600575"/>
                    <a:gd name="connsiteX6" fmla="*/ 2698 w 630586"/>
                    <a:gd name="connsiteY6" fmla="*/ 21455 h 600575"/>
                    <a:gd name="connsiteX0" fmla="*/ 2698 w 631527"/>
                    <a:gd name="connsiteY0" fmla="*/ 21455 h 600575"/>
                    <a:gd name="connsiteX1" fmla="*/ 209962 w 631527"/>
                    <a:gd name="connsiteY1" fmla="*/ 307967 h 600575"/>
                    <a:gd name="connsiteX2" fmla="*/ 2698 w 631527"/>
                    <a:gd name="connsiteY2" fmla="*/ 600575 h 600575"/>
                    <a:gd name="connsiteX3" fmla="*/ 301402 w 631527"/>
                    <a:gd name="connsiteY3" fmla="*/ 600575 h 600575"/>
                    <a:gd name="connsiteX4" fmla="*/ 630586 w 631527"/>
                    <a:gd name="connsiteY4" fmla="*/ 314063 h 600575"/>
                    <a:gd name="connsiteX5" fmla="*/ 392842 w 631527"/>
                    <a:gd name="connsiteY5" fmla="*/ 27551 h 600575"/>
                    <a:gd name="connsiteX6" fmla="*/ 2698 w 631527"/>
                    <a:gd name="connsiteY6" fmla="*/ 21455 h 600575"/>
                    <a:gd name="connsiteX0" fmla="*/ 2698 w 631527"/>
                    <a:gd name="connsiteY0" fmla="*/ 21455 h 602832"/>
                    <a:gd name="connsiteX1" fmla="*/ 209962 w 631527"/>
                    <a:gd name="connsiteY1" fmla="*/ 307967 h 602832"/>
                    <a:gd name="connsiteX2" fmla="*/ 2698 w 631527"/>
                    <a:gd name="connsiteY2" fmla="*/ 600575 h 602832"/>
                    <a:gd name="connsiteX3" fmla="*/ 301402 w 631527"/>
                    <a:gd name="connsiteY3" fmla="*/ 600575 h 602832"/>
                    <a:gd name="connsiteX4" fmla="*/ 630586 w 631527"/>
                    <a:gd name="connsiteY4" fmla="*/ 314063 h 602832"/>
                    <a:gd name="connsiteX5" fmla="*/ 392842 w 631527"/>
                    <a:gd name="connsiteY5" fmla="*/ 27551 h 602832"/>
                    <a:gd name="connsiteX6" fmla="*/ 2698 w 631527"/>
                    <a:gd name="connsiteY6" fmla="*/ 21455 h 602832"/>
                    <a:gd name="connsiteX0" fmla="*/ 2698 w 630586"/>
                    <a:gd name="connsiteY0" fmla="*/ 21455 h 602832"/>
                    <a:gd name="connsiteX1" fmla="*/ 209962 w 630586"/>
                    <a:gd name="connsiteY1" fmla="*/ 307967 h 602832"/>
                    <a:gd name="connsiteX2" fmla="*/ 2698 w 630586"/>
                    <a:gd name="connsiteY2" fmla="*/ 600575 h 602832"/>
                    <a:gd name="connsiteX3" fmla="*/ 301402 w 630586"/>
                    <a:gd name="connsiteY3" fmla="*/ 600575 h 602832"/>
                    <a:gd name="connsiteX4" fmla="*/ 630586 w 630586"/>
                    <a:gd name="connsiteY4" fmla="*/ 314063 h 602832"/>
                    <a:gd name="connsiteX5" fmla="*/ 301402 w 630586"/>
                    <a:gd name="connsiteY5" fmla="*/ 27551 h 602832"/>
                    <a:gd name="connsiteX6" fmla="*/ 2698 w 630586"/>
                    <a:gd name="connsiteY6" fmla="*/ 21455 h 602832"/>
                    <a:gd name="connsiteX0" fmla="*/ 2698 w 630586"/>
                    <a:gd name="connsiteY0" fmla="*/ 20123 h 601500"/>
                    <a:gd name="connsiteX1" fmla="*/ 209962 w 630586"/>
                    <a:gd name="connsiteY1" fmla="*/ 306635 h 601500"/>
                    <a:gd name="connsiteX2" fmla="*/ 2698 w 630586"/>
                    <a:gd name="connsiteY2" fmla="*/ 599243 h 601500"/>
                    <a:gd name="connsiteX3" fmla="*/ 301402 w 630586"/>
                    <a:gd name="connsiteY3" fmla="*/ 599243 h 601500"/>
                    <a:gd name="connsiteX4" fmla="*/ 630586 w 630586"/>
                    <a:gd name="connsiteY4" fmla="*/ 312731 h 601500"/>
                    <a:gd name="connsiteX5" fmla="*/ 301402 w 630586"/>
                    <a:gd name="connsiteY5" fmla="*/ 26219 h 601500"/>
                    <a:gd name="connsiteX6" fmla="*/ 2698 w 630586"/>
                    <a:gd name="connsiteY6" fmla="*/ 20123 h 601500"/>
                    <a:gd name="connsiteX0" fmla="*/ 2146 w 630034"/>
                    <a:gd name="connsiteY0" fmla="*/ 20123 h 601500"/>
                    <a:gd name="connsiteX1" fmla="*/ 209410 w 630034"/>
                    <a:gd name="connsiteY1" fmla="*/ 306635 h 601500"/>
                    <a:gd name="connsiteX2" fmla="*/ 2146 w 630034"/>
                    <a:gd name="connsiteY2" fmla="*/ 599243 h 601500"/>
                    <a:gd name="connsiteX3" fmla="*/ 300850 w 630034"/>
                    <a:gd name="connsiteY3" fmla="*/ 599243 h 601500"/>
                    <a:gd name="connsiteX4" fmla="*/ 630034 w 630034"/>
                    <a:gd name="connsiteY4" fmla="*/ 312731 h 601500"/>
                    <a:gd name="connsiteX5" fmla="*/ 300850 w 630034"/>
                    <a:gd name="connsiteY5" fmla="*/ 26219 h 601500"/>
                    <a:gd name="connsiteX6" fmla="*/ 2146 w 630034"/>
                    <a:gd name="connsiteY6" fmla="*/ 20123 h 601500"/>
                    <a:gd name="connsiteX0" fmla="*/ 6215 w 634103"/>
                    <a:gd name="connsiteY0" fmla="*/ 3947 h 585324"/>
                    <a:gd name="connsiteX1" fmla="*/ 213479 w 634103"/>
                    <a:gd name="connsiteY1" fmla="*/ 290459 h 585324"/>
                    <a:gd name="connsiteX2" fmla="*/ 6215 w 634103"/>
                    <a:gd name="connsiteY2" fmla="*/ 583067 h 585324"/>
                    <a:gd name="connsiteX3" fmla="*/ 304919 w 634103"/>
                    <a:gd name="connsiteY3" fmla="*/ 583067 h 585324"/>
                    <a:gd name="connsiteX4" fmla="*/ 634103 w 634103"/>
                    <a:gd name="connsiteY4" fmla="*/ 296555 h 585324"/>
                    <a:gd name="connsiteX5" fmla="*/ 304919 w 634103"/>
                    <a:gd name="connsiteY5" fmla="*/ 10043 h 585324"/>
                    <a:gd name="connsiteX6" fmla="*/ 6215 w 634103"/>
                    <a:gd name="connsiteY6" fmla="*/ 3947 h 585324"/>
                    <a:gd name="connsiteX0" fmla="*/ 6624 w 634512"/>
                    <a:gd name="connsiteY0" fmla="*/ 3947 h 585324"/>
                    <a:gd name="connsiteX1" fmla="*/ 213888 w 634512"/>
                    <a:gd name="connsiteY1" fmla="*/ 290459 h 585324"/>
                    <a:gd name="connsiteX2" fmla="*/ 6624 w 634512"/>
                    <a:gd name="connsiteY2" fmla="*/ 583067 h 585324"/>
                    <a:gd name="connsiteX3" fmla="*/ 305328 w 634512"/>
                    <a:gd name="connsiteY3" fmla="*/ 583067 h 585324"/>
                    <a:gd name="connsiteX4" fmla="*/ 634512 w 634512"/>
                    <a:gd name="connsiteY4" fmla="*/ 296555 h 585324"/>
                    <a:gd name="connsiteX5" fmla="*/ 305328 w 634512"/>
                    <a:gd name="connsiteY5" fmla="*/ 10043 h 585324"/>
                    <a:gd name="connsiteX6" fmla="*/ 6624 w 634512"/>
                    <a:gd name="connsiteY6" fmla="*/ 3947 h 585324"/>
                    <a:gd name="connsiteX0" fmla="*/ 6624 w 634644"/>
                    <a:gd name="connsiteY0" fmla="*/ 18301 h 599678"/>
                    <a:gd name="connsiteX1" fmla="*/ 213888 w 634644"/>
                    <a:gd name="connsiteY1" fmla="*/ 304813 h 599678"/>
                    <a:gd name="connsiteX2" fmla="*/ 6624 w 634644"/>
                    <a:gd name="connsiteY2" fmla="*/ 597421 h 599678"/>
                    <a:gd name="connsiteX3" fmla="*/ 305328 w 634644"/>
                    <a:gd name="connsiteY3" fmla="*/ 597421 h 599678"/>
                    <a:gd name="connsiteX4" fmla="*/ 634512 w 634644"/>
                    <a:gd name="connsiteY4" fmla="*/ 310909 h 599678"/>
                    <a:gd name="connsiteX5" fmla="*/ 268752 w 634644"/>
                    <a:gd name="connsiteY5" fmla="*/ 30493 h 599678"/>
                    <a:gd name="connsiteX6" fmla="*/ 6624 w 634644"/>
                    <a:gd name="connsiteY6" fmla="*/ 18301 h 599678"/>
                    <a:gd name="connsiteX0" fmla="*/ 6624 w 634644"/>
                    <a:gd name="connsiteY0" fmla="*/ 23735 h 605112"/>
                    <a:gd name="connsiteX1" fmla="*/ 213888 w 634644"/>
                    <a:gd name="connsiteY1" fmla="*/ 310247 h 605112"/>
                    <a:gd name="connsiteX2" fmla="*/ 6624 w 634644"/>
                    <a:gd name="connsiteY2" fmla="*/ 602855 h 605112"/>
                    <a:gd name="connsiteX3" fmla="*/ 305328 w 634644"/>
                    <a:gd name="connsiteY3" fmla="*/ 602855 h 605112"/>
                    <a:gd name="connsiteX4" fmla="*/ 634512 w 634644"/>
                    <a:gd name="connsiteY4" fmla="*/ 316343 h 605112"/>
                    <a:gd name="connsiteX5" fmla="*/ 268752 w 634644"/>
                    <a:gd name="connsiteY5" fmla="*/ 35927 h 605112"/>
                    <a:gd name="connsiteX6" fmla="*/ 6624 w 634644"/>
                    <a:gd name="connsiteY6" fmla="*/ 23735 h 605112"/>
                    <a:gd name="connsiteX0" fmla="*/ 6624 w 634577"/>
                    <a:gd name="connsiteY0" fmla="*/ 17614 h 598991"/>
                    <a:gd name="connsiteX1" fmla="*/ 213888 w 634577"/>
                    <a:gd name="connsiteY1" fmla="*/ 304126 h 598991"/>
                    <a:gd name="connsiteX2" fmla="*/ 6624 w 634577"/>
                    <a:gd name="connsiteY2" fmla="*/ 596734 h 598991"/>
                    <a:gd name="connsiteX3" fmla="*/ 305328 w 634577"/>
                    <a:gd name="connsiteY3" fmla="*/ 596734 h 598991"/>
                    <a:gd name="connsiteX4" fmla="*/ 634512 w 634577"/>
                    <a:gd name="connsiteY4" fmla="*/ 310222 h 598991"/>
                    <a:gd name="connsiteX5" fmla="*/ 329712 w 634577"/>
                    <a:gd name="connsiteY5" fmla="*/ 48094 h 598991"/>
                    <a:gd name="connsiteX6" fmla="*/ 6624 w 634577"/>
                    <a:gd name="connsiteY6" fmla="*/ 17614 h 598991"/>
                    <a:gd name="connsiteX0" fmla="*/ 6624 w 634575"/>
                    <a:gd name="connsiteY0" fmla="*/ 21507 h 602884"/>
                    <a:gd name="connsiteX1" fmla="*/ 213888 w 634575"/>
                    <a:gd name="connsiteY1" fmla="*/ 308019 h 602884"/>
                    <a:gd name="connsiteX2" fmla="*/ 6624 w 634575"/>
                    <a:gd name="connsiteY2" fmla="*/ 600627 h 602884"/>
                    <a:gd name="connsiteX3" fmla="*/ 305328 w 634575"/>
                    <a:gd name="connsiteY3" fmla="*/ 600627 h 602884"/>
                    <a:gd name="connsiteX4" fmla="*/ 634512 w 634575"/>
                    <a:gd name="connsiteY4" fmla="*/ 314115 h 602884"/>
                    <a:gd name="connsiteX5" fmla="*/ 329712 w 634575"/>
                    <a:gd name="connsiteY5" fmla="*/ 51987 h 602884"/>
                    <a:gd name="connsiteX6" fmla="*/ 6624 w 634575"/>
                    <a:gd name="connsiteY6" fmla="*/ 21507 h 602884"/>
                    <a:gd name="connsiteX0" fmla="*/ 6624 w 634575"/>
                    <a:gd name="connsiteY0" fmla="*/ 21507 h 619140"/>
                    <a:gd name="connsiteX1" fmla="*/ 213888 w 634575"/>
                    <a:gd name="connsiteY1" fmla="*/ 308019 h 619140"/>
                    <a:gd name="connsiteX2" fmla="*/ 6624 w 634575"/>
                    <a:gd name="connsiteY2" fmla="*/ 600627 h 619140"/>
                    <a:gd name="connsiteX3" fmla="*/ 305328 w 634575"/>
                    <a:gd name="connsiteY3" fmla="*/ 600627 h 619140"/>
                    <a:gd name="connsiteX4" fmla="*/ 634512 w 634575"/>
                    <a:gd name="connsiteY4" fmla="*/ 314115 h 619140"/>
                    <a:gd name="connsiteX5" fmla="*/ 329712 w 634575"/>
                    <a:gd name="connsiteY5" fmla="*/ 51987 h 619140"/>
                    <a:gd name="connsiteX6" fmla="*/ 6624 w 634575"/>
                    <a:gd name="connsiteY6" fmla="*/ 21507 h 619140"/>
                    <a:gd name="connsiteX0" fmla="*/ 6624 w 634531"/>
                    <a:gd name="connsiteY0" fmla="*/ 21507 h 607159"/>
                    <a:gd name="connsiteX1" fmla="*/ 213888 w 634531"/>
                    <a:gd name="connsiteY1" fmla="*/ 308019 h 607159"/>
                    <a:gd name="connsiteX2" fmla="*/ 6624 w 634531"/>
                    <a:gd name="connsiteY2" fmla="*/ 600627 h 607159"/>
                    <a:gd name="connsiteX3" fmla="*/ 341904 w 634531"/>
                    <a:gd name="connsiteY3" fmla="*/ 582339 h 607159"/>
                    <a:gd name="connsiteX4" fmla="*/ 634512 w 634531"/>
                    <a:gd name="connsiteY4" fmla="*/ 314115 h 607159"/>
                    <a:gd name="connsiteX5" fmla="*/ 329712 w 634531"/>
                    <a:gd name="connsiteY5" fmla="*/ 51987 h 607159"/>
                    <a:gd name="connsiteX6" fmla="*/ 6624 w 634531"/>
                    <a:gd name="connsiteY6" fmla="*/ 21507 h 607159"/>
                    <a:gd name="connsiteX0" fmla="*/ 6624 w 634516"/>
                    <a:gd name="connsiteY0" fmla="*/ 21507 h 600822"/>
                    <a:gd name="connsiteX1" fmla="*/ 213888 w 634516"/>
                    <a:gd name="connsiteY1" fmla="*/ 308019 h 600822"/>
                    <a:gd name="connsiteX2" fmla="*/ 6624 w 634516"/>
                    <a:gd name="connsiteY2" fmla="*/ 600627 h 600822"/>
                    <a:gd name="connsiteX3" fmla="*/ 335808 w 634516"/>
                    <a:gd name="connsiteY3" fmla="*/ 564051 h 600822"/>
                    <a:gd name="connsiteX4" fmla="*/ 634512 w 634516"/>
                    <a:gd name="connsiteY4" fmla="*/ 314115 h 600822"/>
                    <a:gd name="connsiteX5" fmla="*/ 329712 w 634516"/>
                    <a:gd name="connsiteY5" fmla="*/ 51987 h 600822"/>
                    <a:gd name="connsiteX6" fmla="*/ 6624 w 634516"/>
                    <a:gd name="connsiteY6" fmla="*/ 21507 h 600822"/>
                    <a:gd name="connsiteX0" fmla="*/ 6624 w 634516"/>
                    <a:gd name="connsiteY0" fmla="*/ 20598 h 599913"/>
                    <a:gd name="connsiteX1" fmla="*/ 213888 w 634516"/>
                    <a:gd name="connsiteY1" fmla="*/ 307110 h 599913"/>
                    <a:gd name="connsiteX2" fmla="*/ 6624 w 634516"/>
                    <a:gd name="connsiteY2" fmla="*/ 599718 h 599913"/>
                    <a:gd name="connsiteX3" fmla="*/ 335808 w 634516"/>
                    <a:gd name="connsiteY3" fmla="*/ 563142 h 599913"/>
                    <a:gd name="connsiteX4" fmla="*/ 634512 w 634516"/>
                    <a:gd name="connsiteY4" fmla="*/ 313206 h 599913"/>
                    <a:gd name="connsiteX5" fmla="*/ 329712 w 634516"/>
                    <a:gd name="connsiteY5" fmla="*/ 51078 h 599913"/>
                    <a:gd name="connsiteX6" fmla="*/ 6624 w 634516"/>
                    <a:gd name="connsiteY6" fmla="*/ 20598 h 599913"/>
                    <a:gd name="connsiteX0" fmla="*/ 6624 w 634516"/>
                    <a:gd name="connsiteY0" fmla="*/ 22407 h 601722"/>
                    <a:gd name="connsiteX1" fmla="*/ 213888 w 634516"/>
                    <a:gd name="connsiteY1" fmla="*/ 308919 h 601722"/>
                    <a:gd name="connsiteX2" fmla="*/ 6624 w 634516"/>
                    <a:gd name="connsiteY2" fmla="*/ 601527 h 601722"/>
                    <a:gd name="connsiteX3" fmla="*/ 335808 w 634516"/>
                    <a:gd name="connsiteY3" fmla="*/ 564951 h 601722"/>
                    <a:gd name="connsiteX4" fmla="*/ 634512 w 634516"/>
                    <a:gd name="connsiteY4" fmla="*/ 315015 h 601722"/>
                    <a:gd name="connsiteX5" fmla="*/ 329712 w 634516"/>
                    <a:gd name="connsiteY5" fmla="*/ 52887 h 601722"/>
                    <a:gd name="connsiteX6" fmla="*/ 6624 w 634516"/>
                    <a:gd name="connsiteY6" fmla="*/ 22407 h 601722"/>
                    <a:gd name="connsiteX0" fmla="*/ 6624 w 634516"/>
                    <a:gd name="connsiteY0" fmla="*/ 8163 h 587478"/>
                    <a:gd name="connsiteX1" fmla="*/ 213888 w 634516"/>
                    <a:gd name="connsiteY1" fmla="*/ 294675 h 587478"/>
                    <a:gd name="connsiteX2" fmla="*/ 6624 w 634516"/>
                    <a:gd name="connsiteY2" fmla="*/ 587283 h 587478"/>
                    <a:gd name="connsiteX3" fmla="*/ 335808 w 634516"/>
                    <a:gd name="connsiteY3" fmla="*/ 550707 h 587478"/>
                    <a:gd name="connsiteX4" fmla="*/ 634512 w 634516"/>
                    <a:gd name="connsiteY4" fmla="*/ 300771 h 587478"/>
                    <a:gd name="connsiteX5" fmla="*/ 329712 w 634516"/>
                    <a:gd name="connsiteY5" fmla="*/ 38643 h 587478"/>
                    <a:gd name="connsiteX6" fmla="*/ 6624 w 634516"/>
                    <a:gd name="connsiteY6" fmla="*/ 8163 h 587478"/>
                    <a:gd name="connsiteX0" fmla="*/ 6288 w 634180"/>
                    <a:gd name="connsiteY0" fmla="*/ 8163 h 587686"/>
                    <a:gd name="connsiteX1" fmla="*/ 213552 w 634180"/>
                    <a:gd name="connsiteY1" fmla="*/ 294675 h 587686"/>
                    <a:gd name="connsiteX2" fmla="*/ 6288 w 634180"/>
                    <a:gd name="connsiteY2" fmla="*/ 587283 h 587686"/>
                    <a:gd name="connsiteX3" fmla="*/ 335472 w 634180"/>
                    <a:gd name="connsiteY3" fmla="*/ 550707 h 587686"/>
                    <a:gd name="connsiteX4" fmla="*/ 634176 w 634180"/>
                    <a:gd name="connsiteY4" fmla="*/ 300771 h 587686"/>
                    <a:gd name="connsiteX5" fmla="*/ 329376 w 634180"/>
                    <a:gd name="connsiteY5" fmla="*/ 38643 h 587686"/>
                    <a:gd name="connsiteX6" fmla="*/ 6288 w 634180"/>
                    <a:gd name="connsiteY6" fmla="*/ 8163 h 587686"/>
                    <a:gd name="connsiteX0" fmla="*/ 6288 w 634211"/>
                    <a:gd name="connsiteY0" fmla="*/ 8163 h 587686"/>
                    <a:gd name="connsiteX1" fmla="*/ 213552 w 634211"/>
                    <a:gd name="connsiteY1" fmla="*/ 294675 h 587686"/>
                    <a:gd name="connsiteX2" fmla="*/ 6288 w 634211"/>
                    <a:gd name="connsiteY2" fmla="*/ 587283 h 587686"/>
                    <a:gd name="connsiteX3" fmla="*/ 335472 w 634211"/>
                    <a:gd name="connsiteY3" fmla="*/ 550707 h 587686"/>
                    <a:gd name="connsiteX4" fmla="*/ 634176 w 634211"/>
                    <a:gd name="connsiteY4" fmla="*/ 300771 h 587686"/>
                    <a:gd name="connsiteX5" fmla="*/ 329376 w 634211"/>
                    <a:gd name="connsiteY5" fmla="*/ 38643 h 587686"/>
                    <a:gd name="connsiteX6" fmla="*/ 6288 w 634211"/>
                    <a:gd name="connsiteY6" fmla="*/ 8163 h 587686"/>
                    <a:gd name="connsiteX0" fmla="*/ 6288 w 634286"/>
                    <a:gd name="connsiteY0" fmla="*/ 8163 h 587686"/>
                    <a:gd name="connsiteX1" fmla="*/ 213552 w 634286"/>
                    <a:gd name="connsiteY1" fmla="*/ 294675 h 587686"/>
                    <a:gd name="connsiteX2" fmla="*/ 6288 w 634286"/>
                    <a:gd name="connsiteY2" fmla="*/ 587283 h 587686"/>
                    <a:gd name="connsiteX3" fmla="*/ 335472 w 634286"/>
                    <a:gd name="connsiteY3" fmla="*/ 550707 h 587686"/>
                    <a:gd name="connsiteX4" fmla="*/ 634176 w 634286"/>
                    <a:gd name="connsiteY4" fmla="*/ 300771 h 587686"/>
                    <a:gd name="connsiteX5" fmla="*/ 329376 w 634286"/>
                    <a:gd name="connsiteY5" fmla="*/ 38643 h 587686"/>
                    <a:gd name="connsiteX6" fmla="*/ 6288 w 634286"/>
                    <a:gd name="connsiteY6" fmla="*/ 8163 h 587686"/>
                    <a:gd name="connsiteX0" fmla="*/ 6288 w 634286"/>
                    <a:gd name="connsiteY0" fmla="*/ 4816 h 584339"/>
                    <a:gd name="connsiteX1" fmla="*/ 213552 w 634286"/>
                    <a:gd name="connsiteY1" fmla="*/ 291328 h 584339"/>
                    <a:gd name="connsiteX2" fmla="*/ 6288 w 634286"/>
                    <a:gd name="connsiteY2" fmla="*/ 583936 h 584339"/>
                    <a:gd name="connsiteX3" fmla="*/ 335472 w 634286"/>
                    <a:gd name="connsiteY3" fmla="*/ 547360 h 584339"/>
                    <a:gd name="connsiteX4" fmla="*/ 634176 w 634286"/>
                    <a:gd name="connsiteY4" fmla="*/ 297424 h 584339"/>
                    <a:gd name="connsiteX5" fmla="*/ 329376 w 634286"/>
                    <a:gd name="connsiteY5" fmla="*/ 35296 h 584339"/>
                    <a:gd name="connsiteX6" fmla="*/ 6288 w 634286"/>
                    <a:gd name="connsiteY6" fmla="*/ 4816 h 584339"/>
                    <a:gd name="connsiteX0" fmla="*/ 6288 w 634210"/>
                    <a:gd name="connsiteY0" fmla="*/ 14826 h 594349"/>
                    <a:gd name="connsiteX1" fmla="*/ 213552 w 634210"/>
                    <a:gd name="connsiteY1" fmla="*/ 301338 h 594349"/>
                    <a:gd name="connsiteX2" fmla="*/ 6288 w 634210"/>
                    <a:gd name="connsiteY2" fmla="*/ 593946 h 594349"/>
                    <a:gd name="connsiteX3" fmla="*/ 335472 w 634210"/>
                    <a:gd name="connsiteY3" fmla="*/ 557370 h 594349"/>
                    <a:gd name="connsiteX4" fmla="*/ 634176 w 634210"/>
                    <a:gd name="connsiteY4" fmla="*/ 307434 h 594349"/>
                    <a:gd name="connsiteX5" fmla="*/ 353545 w 634210"/>
                    <a:gd name="connsiteY5" fmla="*/ 57390 h 594349"/>
                    <a:gd name="connsiteX6" fmla="*/ 6288 w 634210"/>
                    <a:gd name="connsiteY6" fmla="*/ 14826 h 594349"/>
                    <a:gd name="connsiteX0" fmla="*/ 6288 w 634210"/>
                    <a:gd name="connsiteY0" fmla="*/ 4846 h 584369"/>
                    <a:gd name="connsiteX1" fmla="*/ 213552 w 634210"/>
                    <a:gd name="connsiteY1" fmla="*/ 291358 h 584369"/>
                    <a:gd name="connsiteX2" fmla="*/ 6288 w 634210"/>
                    <a:gd name="connsiteY2" fmla="*/ 583966 h 584369"/>
                    <a:gd name="connsiteX3" fmla="*/ 335472 w 634210"/>
                    <a:gd name="connsiteY3" fmla="*/ 547390 h 584369"/>
                    <a:gd name="connsiteX4" fmla="*/ 634176 w 634210"/>
                    <a:gd name="connsiteY4" fmla="*/ 297454 h 584369"/>
                    <a:gd name="connsiteX5" fmla="*/ 353545 w 634210"/>
                    <a:gd name="connsiteY5" fmla="*/ 47410 h 584369"/>
                    <a:gd name="connsiteX6" fmla="*/ 6288 w 634210"/>
                    <a:gd name="connsiteY6" fmla="*/ 4846 h 584369"/>
                    <a:gd name="connsiteX0" fmla="*/ 6288 w 634210"/>
                    <a:gd name="connsiteY0" fmla="*/ 4415 h 583938"/>
                    <a:gd name="connsiteX1" fmla="*/ 213552 w 634210"/>
                    <a:gd name="connsiteY1" fmla="*/ 290927 h 583938"/>
                    <a:gd name="connsiteX2" fmla="*/ 6288 w 634210"/>
                    <a:gd name="connsiteY2" fmla="*/ 583535 h 583938"/>
                    <a:gd name="connsiteX3" fmla="*/ 335472 w 634210"/>
                    <a:gd name="connsiteY3" fmla="*/ 546959 h 583938"/>
                    <a:gd name="connsiteX4" fmla="*/ 634176 w 634210"/>
                    <a:gd name="connsiteY4" fmla="*/ 297023 h 583938"/>
                    <a:gd name="connsiteX5" fmla="*/ 353545 w 634210"/>
                    <a:gd name="connsiteY5" fmla="*/ 46979 h 583938"/>
                    <a:gd name="connsiteX6" fmla="*/ 6288 w 634210"/>
                    <a:gd name="connsiteY6" fmla="*/ 4415 h 583938"/>
                    <a:gd name="connsiteX0" fmla="*/ 6288 w 634210"/>
                    <a:gd name="connsiteY0" fmla="*/ 5419 h 584942"/>
                    <a:gd name="connsiteX1" fmla="*/ 213552 w 634210"/>
                    <a:gd name="connsiteY1" fmla="*/ 291931 h 584942"/>
                    <a:gd name="connsiteX2" fmla="*/ 6288 w 634210"/>
                    <a:gd name="connsiteY2" fmla="*/ 584539 h 584942"/>
                    <a:gd name="connsiteX3" fmla="*/ 335472 w 634210"/>
                    <a:gd name="connsiteY3" fmla="*/ 547963 h 584942"/>
                    <a:gd name="connsiteX4" fmla="*/ 634176 w 634210"/>
                    <a:gd name="connsiteY4" fmla="*/ 298027 h 584942"/>
                    <a:gd name="connsiteX5" fmla="*/ 353545 w 634210"/>
                    <a:gd name="connsiteY5" fmla="*/ 47983 h 584942"/>
                    <a:gd name="connsiteX6" fmla="*/ 6288 w 634210"/>
                    <a:gd name="connsiteY6" fmla="*/ 5419 h 584942"/>
                    <a:gd name="connsiteX0" fmla="*/ 6288 w 634218"/>
                    <a:gd name="connsiteY0" fmla="*/ 7646 h 587169"/>
                    <a:gd name="connsiteX1" fmla="*/ 213552 w 634218"/>
                    <a:gd name="connsiteY1" fmla="*/ 294158 h 587169"/>
                    <a:gd name="connsiteX2" fmla="*/ 6288 w 634218"/>
                    <a:gd name="connsiteY2" fmla="*/ 586766 h 587169"/>
                    <a:gd name="connsiteX3" fmla="*/ 335472 w 634218"/>
                    <a:gd name="connsiteY3" fmla="*/ 550190 h 587169"/>
                    <a:gd name="connsiteX4" fmla="*/ 634176 w 634218"/>
                    <a:gd name="connsiteY4" fmla="*/ 300254 h 587169"/>
                    <a:gd name="connsiteX5" fmla="*/ 353545 w 634218"/>
                    <a:gd name="connsiteY5" fmla="*/ 50210 h 587169"/>
                    <a:gd name="connsiteX6" fmla="*/ 6288 w 634218"/>
                    <a:gd name="connsiteY6" fmla="*/ 7646 h 587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4218" h="587169">
                      <a:moveTo>
                        <a:pt x="6288" y="7646"/>
                      </a:moveTo>
                      <a:cubicBezTo>
                        <a:pt x="-1402" y="17865"/>
                        <a:pt x="197440" y="80821"/>
                        <a:pt x="213552" y="294158"/>
                      </a:cubicBezTo>
                      <a:cubicBezTo>
                        <a:pt x="229664" y="507495"/>
                        <a:pt x="-44512" y="593878"/>
                        <a:pt x="6288" y="586766"/>
                      </a:cubicBezTo>
                      <a:cubicBezTo>
                        <a:pt x="105856" y="586766"/>
                        <a:pt x="200344" y="591846"/>
                        <a:pt x="335472" y="550190"/>
                      </a:cubicBezTo>
                      <a:cubicBezTo>
                        <a:pt x="470600" y="508534"/>
                        <a:pt x="631164" y="383584"/>
                        <a:pt x="634176" y="300254"/>
                      </a:cubicBezTo>
                      <a:cubicBezTo>
                        <a:pt x="637188" y="216924"/>
                        <a:pt x="479500" y="97260"/>
                        <a:pt x="353545" y="50210"/>
                      </a:cubicBezTo>
                      <a:cubicBezTo>
                        <a:pt x="227590" y="3160"/>
                        <a:pt x="19803" y="-10314"/>
                        <a:pt x="6288" y="7646"/>
                      </a:cubicBezTo>
                      <a:close/>
                    </a:path>
                  </a:pathLst>
                </a:custGeom>
                <a:solidFill>
                  <a:schemeClr val="bg1"/>
                </a:solidFill>
                <a:ln w="12700" cap="rnd"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r"/>
                  <a:endParaRPr lang="en-CN" sz="6000">
                    <a:solidFill>
                      <a:schemeClr val="tx1"/>
                    </a:solidFill>
                  </a:endParaRPr>
                </a:p>
              </p:txBody>
            </p:sp>
            <p:sp>
              <p:nvSpPr>
                <p:cNvPr id="49" name="Freeform 48">
                  <a:extLst>
                    <a:ext uri="{FF2B5EF4-FFF2-40B4-BE49-F238E27FC236}">
                      <a16:creationId xmlns:a16="http://schemas.microsoft.com/office/drawing/2014/main" id="{FBA229CB-C21E-0947-9815-6277C8B5F086}"/>
                    </a:ext>
                  </a:extLst>
                </p:cNvPr>
                <p:cNvSpPr/>
                <p:nvPr/>
              </p:nvSpPr>
              <p:spPr bwMode="auto">
                <a:xfrm>
                  <a:off x="6470670" y="5701318"/>
                  <a:ext cx="223789" cy="531264"/>
                </a:xfrm>
                <a:custGeom>
                  <a:avLst/>
                  <a:gdLst>
                    <a:gd name="connsiteX0" fmla="*/ 0 w 195378"/>
                    <a:gd name="connsiteY0" fmla="*/ 0 h 541538"/>
                    <a:gd name="connsiteX1" fmla="*/ 195308 w 195378"/>
                    <a:gd name="connsiteY1" fmla="*/ 257452 h 541538"/>
                    <a:gd name="connsiteX2" fmla="*/ 17755 w 195378"/>
                    <a:gd name="connsiteY2" fmla="*/ 541538 h 541538"/>
                    <a:gd name="connsiteX0" fmla="*/ 2793 w 198102"/>
                    <a:gd name="connsiteY0" fmla="*/ 0 h 531264"/>
                    <a:gd name="connsiteX1" fmla="*/ 198101 w 198102"/>
                    <a:gd name="connsiteY1" fmla="*/ 257452 h 531264"/>
                    <a:gd name="connsiteX2" fmla="*/ 0 w 198102"/>
                    <a:gd name="connsiteY2" fmla="*/ 531264 h 531264"/>
                    <a:gd name="connsiteX0" fmla="*/ 2793 w 223788"/>
                    <a:gd name="connsiteY0" fmla="*/ 0 h 531264"/>
                    <a:gd name="connsiteX1" fmla="*/ 223787 w 223788"/>
                    <a:gd name="connsiteY1" fmla="*/ 262589 h 531264"/>
                    <a:gd name="connsiteX2" fmla="*/ 0 w 223788"/>
                    <a:gd name="connsiteY2" fmla="*/ 531264 h 531264"/>
                    <a:gd name="connsiteX0" fmla="*/ 2793 w 223902"/>
                    <a:gd name="connsiteY0" fmla="*/ 0 h 531264"/>
                    <a:gd name="connsiteX1" fmla="*/ 223787 w 223902"/>
                    <a:gd name="connsiteY1" fmla="*/ 262589 h 531264"/>
                    <a:gd name="connsiteX2" fmla="*/ 0 w 223902"/>
                    <a:gd name="connsiteY2" fmla="*/ 531264 h 531264"/>
                    <a:gd name="connsiteX0" fmla="*/ 2793 w 223934"/>
                    <a:gd name="connsiteY0" fmla="*/ 0 h 531264"/>
                    <a:gd name="connsiteX1" fmla="*/ 223787 w 223934"/>
                    <a:gd name="connsiteY1" fmla="*/ 262589 h 531264"/>
                    <a:gd name="connsiteX2" fmla="*/ 0 w 223934"/>
                    <a:gd name="connsiteY2" fmla="*/ 531264 h 531264"/>
                    <a:gd name="connsiteX0" fmla="*/ 2793 w 223927"/>
                    <a:gd name="connsiteY0" fmla="*/ 0 h 531264"/>
                    <a:gd name="connsiteX1" fmla="*/ 223787 w 223927"/>
                    <a:gd name="connsiteY1" fmla="*/ 262589 h 531264"/>
                    <a:gd name="connsiteX2" fmla="*/ 0 w 223927"/>
                    <a:gd name="connsiteY2" fmla="*/ 531264 h 531264"/>
                    <a:gd name="connsiteX0" fmla="*/ 2793 w 223927"/>
                    <a:gd name="connsiteY0" fmla="*/ 0 h 531264"/>
                    <a:gd name="connsiteX1" fmla="*/ 223787 w 223927"/>
                    <a:gd name="connsiteY1" fmla="*/ 262589 h 531264"/>
                    <a:gd name="connsiteX2" fmla="*/ 0 w 223927"/>
                    <a:gd name="connsiteY2" fmla="*/ 531264 h 531264"/>
                    <a:gd name="connsiteX0" fmla="*/ 2793 w 223789"/>
                    <a:gd name="connsiteY0" fmla="*/ 0 h 531264"/>
                    <a:gd name="connsiteX1" fmla="*/ 223787 w 223789"/>
                    <a:gd name="connsiteY1" fmla="*/ 262589 h 531264"/>
                    <a:gd name="connsiteX2" fmla="*/ 0 w 223789"/>
                    <a:gd name="connsiteY2" fmla="*/ 531264 h 531264"/>
                  </a:gdLst>
                  <a:ahLst/>
                  <a:cxnLst>
                    <a:cxn ang="0">
                      <a:pos x="connsiteX0" y="connsiteY0"/>
                    </a:cxn>
                    <a:cxn ang="0">
                      <a:pos x="connsiteX1" y="connsiteY1"/>
                    </a:cxn>
                    <a:cxn ang="0">
                      <a:pos x="connsiteX2" y="connsiteY2"/>
                    </a:cxn>
                  </a:cxnLst>
                  <a:rect l="l" t="t" r="r" b="b"/>
                  <a:pathLst>
                    <a:path w="223789" h="531264">
                      <a:moveTo>
                        <a:pt x="2793" y="0"/>
                      </a:moveTo>
                      <a:cubicBezTo>
                        <a:pt x="145200" y="83598"/>
                        <a:pt x="224252" y="153497"/>
                        <a:pt x="223787" y="262589"/>
                      </a:cubicBezTo>
                      <a:cubicBezTo>
                        <a:pt x="223322" y="371681"/>
                        <a:pt x="115941" y="460034"/>
                        <a:pt x="0" y="531264"/>
                      </a:cubicBezTo>
                    </a:path>
                  </a:pathLst>
                </a:custGeom>
                <a:noFill/>
                <a:ln w="12700" cap="rnd"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2800" b="0" i="0" u="none" strike="noStrike" cap="none" normalizeH="0" baseline="0">
                    <a:ln>
                      <a:noFill/>
                    </a:ln>
                    <a:solidFill>
                      <a:schemeClr val="tx1"/>
                    </a:solidFill>
                    <a:effectLst/>
                    <a:latin typeface="Arial" charset="0"/>
                  </a:endParaRPr>
                </a:p>
              </p:txBody>
            </p:sp>
          </p:grpSp>
          <p:cxnSp>
            <p:nvCxnSpPr>
              <p:cNvPr id="41" name="Straight Connector 40">
                <a:extLst>
                  <a:ext uri="{FF2B5EF4-FFF2-40B4-BE49-F238E27FC236}">
                    <a16:creationId xmlns:a16="http://schemas.microsoft.com/office/drawing/2014/main" id="{59DFD60E-576A-8746-97CF-5D44ED8FD79F}"/>
                  </a:ext>
                </a:extLst>
              </p:cNvPr>
              <p:cNvCxnSpPr>
                <a:cxnSpLocks/>
              </p:cNvCxnSpPr>
              <p:nvPr/>
            </p:nvCxnSpPr>
            <p:spPr bwMode="auto">
              <a:xfrm>
                <a:off x="831209" y="4435688"/>
                <a:ext cx="255522" cy="0"/>
              </a:xfrm>
              <a:prstGeom prst="line">
                <a:avLst/>
              </a:prstGeom>
              <a:solidFill>
                <a:schemeClr val="accent1"/>
              </a:solidFill>
              <a:ln w="12700" cap="rnd" cmpd="sng" algn="ctr">
                <a:solidFill>
                  <a:schemeClr val="tx1"/>
                </a:solidFill>
                <a:prstDash val="solid"/>
                <a:round/>
                <a:headEnd type="none" w="med" len="med"/>
                <a:tailEnd type="oval" w="sm" len="sm"/>
              </a:ln>
              <a:effectLst/>
            </p:spPr>
          </p:cxnSp>
          <p:cxnSp>
            <p:nvCxnSpPr>
              <p:cNvPr id="42" name="Straight Connector 41">
                <a:extLst>
                  <a:ext uri="{FF2B5EF4-FFF2-40B4-BE49-F238E27FC236}">
                    <a16:creationId xmlns:a16="http://schemas.microsoft.com/office/drawing/2014/main" id="{9AEC3338-D99E-CF4A-88DE-415453E8E5B2}"/>
                  </a:ext>
                </a:extLst>
              </p:cNvPr>
              <p:cNvCxnSpPr/>
              <p:nvPr/>
            </p:nvCxnSpPr>
            <p:spPr bwMode="auto">
              <a:xfrm flipH="1">
                <a:off x="754649" y="4343399"/>
                <a:ext cx="256975" cy="0"/>
              </a:xfrm>
              <a:prstGeom prst="line">
                <a:avLst/>
              </a:prstGeom>
              <a:solidFill>
                <a:schemeClr val="accent1"/>
              </a:solidFill>
              <a:ln w="12700" cap="rnd" cmpd="sng" algn="ctr">
                <a:solidFill>
                  <a:schemeClr val="tx1"/>
                </a:solidFill>
                <a:prstDash val="solid"/>
                <a:round/>
                <a:headEnd type="none" w="med" len="med"/>
                <a:tailEnd type="oval" w="sm" len="sm"/>
              </a:ln>
              <a:effectLst/>
            </p:spPr>
          </p:cxnSp>
          <p:sp>
            <p:nvSpPr>
              <p:cNvPr id="43" name="TextBox 42">
                <a:extLst>
                  <a:ext uri="{FF2B5EF4-FFF2-40B4-BE49-F238E27FC236}">
                    <a16:creationId xmlns:a16="http://schemas.microsoft.com/office/drawing/2014/main" id="{ADB60C74-26FA-914B-937B-3E0754D66F0E}"/>
                  </a:ext>
                </a:extLst>
              </p:cNvPr>
              <p:cNvSpPr txBox="1"/>
              <p:nvPr/>
            </p:nvSpPr>
            <p:spPr>
              <a:xfrm>
                <a:off x="577358" y="3965867"/>
                <a:ext cx="354584"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a2</a:t>
                </a:r>
                <a:endParaRPr lang="en-CN" sz="1200" dirty="0">
                  <a:solidFill>
                    <a:schemeClr val="tx1"/>
                  </a:solidFill>
                  <a:latin typeface="Arial" panose="020B0604020202020204" pitchFamily="34" charset="0"/>
                  <a:cs typeface="Arial" panose="020B0604020202020204" pitchFamily="34" charset="0"/>
                </a:endParaRPr>
              </a:p>
            </p:txBody>
          </p:sp>
          <p:sp>
            <p:nvSpPr>
              <p:cNvPr id="44" name="TextBox 43">
                <a:extLst>
                  <a:ext uri="{FF2B5EF4-FFF2-40B4-BE49-F238E27FC236}">
                    <a16:creationId xmlns:a16="http://schemas.microsoft.com/office/drawing/2014/main" id="{A889FADD-D664-5044-8FFA-1DCE0A16DAAC}"/>
                  </a:ext>
                </a:extLst>
              </p:cNvPr>
              <p:cNvSpPr txBox="1"/>
              <p:nvPr/>
            </p:nvSpPr>
            <p:spPr>
              <a:xfrm>
                <a:off x="898280" y="3965866"/>
                <a:ext cx="364202"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b2</a:t>
                </a:r>
                <a:endParaRPr lang="en-CN" sz="1200" dirty="0">
                  <a:solidFill>
                    <a:schemeClr val="tx1"/>
                  </a:solidFill>
                  <a:latin typeface="Arial" panose="020B0604020202020204" pitchFamily="34" charset="0"/>
                  <a:cs typeface="Arial" panose="020B0604020202020204" pitchFamily="34" charset="0"/>
                </a:endParaRPr>
              </a:p>
            </p:txBody>
          </p:sp>
        </p:grpSp>
        <p:grpSp>
          <p:nvGrpSpPr>
            <p:cNvPr id="54" name="Group 53">
              <a:extLst>
                <a:ext uri="{FF2B5EF4-FFF2-40B4-BE49-F238E27FC236}">
                  <a16:creationId xmlns:a16="http://schemas.microsoft.com/office/drawing/2014/main" id="{651E206E-FB99-974A-82C5-DEFEBC4014EF}"/>
                </a:ext>
              </a:extLst>
            </p:cNvPr>
            <p:cNvGrpSpPr/>
            <p:nvPr/>
          </p:nvGrpSpPr>
          <p:grpSpPr>
            <a:xfrm>
              <a:off x="2414957" y="3822717"/>
              <a:ext cx="685124" cy="834737"/>
              <a:chOff x="577358" y="3965866"/>
              <a:chExt cx="685124" cy="834737"/>
            </a:xfrm>
          </p:grpSpPr>
          <p:grpSp>
            <p:nvGrpSpPr>
              <p:cNvPr id="55" name="Group 54">
                <a:extLst>
                  <a:ext uri="{FF2B5EF4-FFF2-40B4-BE49-F238E27FC236}">
                    <a16:creationId xmlns:a16="http://schemas.microsoft.com/office/drawing/2014/main" id="{24DCB9FD-6EEF-DD4D-A850-40811ACA3999}"/>
                  </a:ext>
                </a:extLst>
              </p:cNvPr>
              <p:cNvGrpSpPr/>
              <p:nvPr/>
            </p:nvGrpSpPr>
            <p:grpSpPr>
              <a:xfrm rot="5400000">
                <a:off x="487391" y="4420688"/>
                <a:ext cx="609600" cy="150228"/>
                <a:chOff x="2863476" y="5594843"/>
                <a:chExt cx="2234241" cy="576063"/>
              </a:xfrm>
            </p:grpSpPr>
            <p:cxnSp>
              <p:nvCxnSpPr>
                <p:cNvPr id="66" name="Straight Connector 65">
                  <a:extLst>
                    <a:ext uri="{FF2B5EF4-FFF2-40B4-BE49-F238E27FC236}">
                      <a16:creationId xmlns:a16="http://schemas.microsoft.com/office/drawing/2014/main" id="{96833024-2EEE-2F40-8FEF-4870CCBF1B3D}"/>
                    </a:ext>
                  </a:extLst>
                </p:cNvPr>
                <p:cNvCxnSpPr>
                  <a:cxnSpLocks/>
                  <a:stCxn id="67" idx="1"/>
                </p:cNvCxnSpPr>
                <p:nvPr/>
              </p:nvCxnSpPr>
              <p:spPr bwMode="auto">
                <a:xfrm rot="16200000">
                  <a:off x="4582550" y="5367707"/>
                  <a:ext cx="0" cy="1030335"/>
                </a:xfrm>
                <a:prstGeom prst="line">
                  <a:avLst/>
                </a:prstGeom>
                <a:solidFill>
                  <a:schemeClr val="accent1"/>
                </a:solidFill>
                <a:ln w="12700" cap="rnd" cmpd="sng" algn="ctr">
                  <a:solidFill>
                    <a:schemeClr val="tx1"/>
                  </a:solidFill>
                  <a:prstDash val="solid"/>
                  <a:round/>
                  <a:headEnd type="none" w="med" len="med"/>
                  <a:tailEnd type="none" w="med" len="med"/>
                </a:ln>
                <a:effectLst/>
              </p:spPr>
            </p:cxnSp>
            <p:sp>
              <p:nvSpPr>
                <p:cNvPr id="67" name="Round Same Side Corner Rectangle 66">
                  <a:extLst>
                    <a:ext uri="{FF2B5EF4-FFF2-40B4-BE49-F238E27FC236}">
                      <a16:creationId xmlns:a16="http://schemas.microsoft.com/office/drawing/2014/main" id="{FEB2A5C2-FD7B-994E-9427-546DC8491EDA}"/>
                    </a:ext>
                  </a:extLst>
                </p:cNvPr>
                <p:cNvSpPr/>
                <p:nvPr/>
              </p:nvSpPr>
              <p:spPr bwMode="auto">
                <a:xfrm rot="5400000">
                  <a:off x="4093388" y="5568837"/>
                  <a:ext cx="576063" cy="628076"/>
                </a:xfrm>
                <a:prstGeom prst="round2SameRect">
                  <a:avLst>
                    <a:gd name="adj1" fmla="val 50000"/>
                    <a:gd name="adj2" fmla="val 0"/>
                  </a:avLst>
                </a:prstGeom>
                <a:solidFill>
                  <a:schemeClr val="bg1"/>
                </a:solidFill>
                <a:ln w="12700" cap="rnd"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r"/>
                  <a:endParaRPr lang="en-CN" sz="6000">
                    <a:solidFill>
                      <a:schemeClr val="tx1"/>
                    </a:solidFill>
                  </a:endParaRPr>
                </a:p>
              </p:txBody>
            </p:sp>
            <p:cxnSp>
              <p:nvCxnSpPr>
                <p:cNvPr id="68" name="Straight Connector 67">
                  <a:extLst>
                    <a:ext uri="{FF2B5EF4-FFF2-40B4-BE49-F238E27FC236}">
                      <a16:creationId xmlns:a16="http://schemas.microsoft.com/office/drawing/2014/main" id="{8105DDD4-9591-1840-8C53-0355E8B3F533}"/>
                    </a:ext>
                  </a:extLst>
                </p:cNvPr>
                <p:cNvCxnSpPr>
                  <a:cxnSpLocks/>
                </p:cNvCxnSpPr>
                <p:nvPr/>
              </p:nvCxnSpPr>
              <p:spPr bwMode="auto">
                <a:xfrm rot="16200000">
                  <a:off x="3922448" y="5571081"/>
                  <a:ext cx="0" cy="324350"/>
                </a:xfrm>
                <a:prstGeom prst="line">
                  <a:avLst/>
                </a:prstGeom>
                <a:solidFill>
                  <a:schemeClr val="accent1"/>
                </a:solidFill>
                <a:ln w="12700" cap="rnd" cmpd="sng" algn="ctr">
                  <a:solidFill>
                    <a:schemeClr val="tx1"/>
                  </a:solidFill>
                  <a:prstDash val="solid"/>
                  <a:round/>
                  <a:headEnd type="none" w="med" len="med"/>
                  <a:tailEnd type="none" w="med" len="med"/>
                </a:ln>
                <a:effectLst/>
              </p:spPr>
            </p:cxnSp>
            <p:cxnSp>
              <p:nvCxnSpPr>
                <p:cNvPr id="69" name="Straight Connector 68">
                  <a:extLst>
                    <a:ext uri="{FF2B5EF4-FFF2-40B4-BE49-F238E27FC236}">
                      <a16:creationId xmlns:a16="http://schemas.microsoft.com/office/drawing/2014/main" id="{32BF15F1-0839-5D4C-80FD-620CB4C21D71}"/>
                    </a:ext>
                  </a:extLst>
                </p:cNvPr>
                <p:cNvCxnSpPr>
                  <a:cxnSpLocks/>
                </p:cNvCxnSpPr>
                <p:nvPr/>
              </p:nvCxnSpPr>
              <p:spPr bwMode="auto">
                <a:xfrm rot="16200000">
                  <a:off x="3474050" y="5416257"/>
                  <a:ext cx="0" cy="1221148"/>
                </a:xfrm>
                <a:prstGeom prst="line">
                  <a:avLst/>
                </a:prstGeom>
                <a:solidFill>
                  <a:schemeClr val="accent1"/>
                </a:solidFill>
                <a:ln w="12700" cap="rnd" cmpd="sng" algn="ctr">
                  <a:solidFill>
                    <a:schemeClr val="tx1"/>
                  </a:solidFill>
                  <a:prstDash val="solid"/>
                  <a:round/>
                  <a:headEnd type="none" w="med" len="med"/>
                  <a:tailEnd type="none" w="med" len="med"/>
                </a:ln>
                <a:effectLst/>
              </p:spPr>
            </p:cxnSp>
          </p:grpSp>
          <p:grpSp>
            <p:nvGrpSpPr>
              <p:cNvPr id="56" name="Group 55">
                <a:extLst>
                  <a:ext uri="{FF2B5EF4-FFF2-40B4-BE49-F238E27FC236}">
                    <a16:creationId xmlns:a16="http://schemas.microsoft.com/office/drawing/2014/main" id="{9E3F268E-FE83-EE44-AE3D-A7808D63524E}"/>
                  </a:ext>
                </a:extLst>
              </p:cNvPr>
              <p:cNvGrpSpPr/>
              <p:nvPr/>
            </p:nvGrpSpPr>
            <p:grpSpPr>
              <a:xfrm rot="5400000">
                <a:off x="742801" y="4420692"/>
                <a:ext cx="609603" cy="150219"/>
                <a:chOff x="5378571" y="5655686"/>
                <a:chExt cx="2232016" cy="587169"/>
              </a:xfrm>
            </p:grpSpPr>
            <p:cxnSp>
              <p:nvCxnSpPr>
                <p:cNvPr id="61" name="Straight Connector 60">
                  <a:extLst>
                    <a:ext uri="{FF2B5EF4-FFF2-40B4-BE49-F238E27FC236}">
                      <a16:creationId xmlns:a16="http://schemas.microsoft.com/office/drawing/2014/main" id="{85A40D92-B1A1-0A41-AE84-E0816123121B}"/>
                    </a:ext>
                  </a:extLst>
                </p:cNvPr>
                <p:cNvCxnSpPr>
                  <a:cxnSpLocks/>
                </p:cNvCxnSpPr>
                <p:nvPr/>
              </p:nvCxnSpPr>
              <p:spPr bwMode="auto">
                <a:xfrm rot="16200000">
                  <a:off x="7409742" y="5745099"/>
                  <a:ext cx="0" cy="401691"/>
                </a:xfrm>
                <a:prstGeom prst="line">
                  <a:avLst/>
                </a:prstGeom>
                <a:solidFill>
                  <a:schemeClr val="accent1"/>
                </a:solidFill>
                <a:ln w="12700" cap="rnd" cmpd="sng" algn="ctr">
                  <a:solidFill>
                    <a:schemeClr val="tx1"/>
                  </a:solidFill>
                  <a:prstDash val="solid"/>
                  <a:round/>
                  <a:headEnd type="none" w="med" len="med"/>
                  <a:tailEnd type="none" w="med" len="med"/>
                </a:ln>
                <a:effectLst/>
              </p:spPr>
            </p:cxnSp>
            <p:cxnSp>
              <p:nvCxnSpPr>
                <p:cNvPr id="62" name="Straight Connector 61">
                  <a:extLst>
                    <a:ext uri="{FF2B5EF4-FFF2-40B4-BE49-F238E27FC236}">
                      <a16:creationId xmlns:a16="http://schemas.microsoft.com/office/drawing/2014/main" id="{187FC107-15B4-F545-840C-D6E70D54A36E}"/>
                    </a:ext>
                  </a:extLst>
                </p:cNvPr>
                <p:cNvCxnSpPr>
                  <a:cxnSpLocks/>
                </p:cNvCxnSpPr>
                <p:nvPr/>
              </p:nvCxnSpPr>
              <p:spPr bwMode="auto">
                <a:xfrm rot="16200000">
                  <a:off x="6069892" y="5105007"/>
                  <a:ext cx="0" cy="1382641"/>
                </a:xfrm>
                <a:prstGeom prst="line">
                  <a:avLst/>
                </a:prstGeom>
                <a:solidFill>
                  <a:schemeClr val="accent1"/>
                </a:solidFill>
                <a:ln w="12700" cap="rnd" cmpd="sng" algn="ctr">
                  <a:solidFill>
                    <a:schemeClr val="tx1"/>
                  </a:solidFill>
                  <a:prstDash val="solid"/>
                  <a:round/>
                  <a:headEnd type="none" w="med" len="med"/>
                  <a:tailEnd type="none" w="med" len="med"/>
                </a:ln>
                <a:effectLst/>
              </p:spPr>
            </p:cxnSp>
            <p:cxnSp>
              <p:nvCxnSpPr>
                <p:cNvPr id="63" name="Straight Connector 62">
                  <a:extLst>
                    <a:ext uri="{FF2B5EF4-FFF2-40B4-BE49-F238E27FC236}">
                      <a16:creationId xmlns:a16="http://schemas.microsoft.com/office/drawing/2014/main" id="{43C7F68B-3A11-A743-BEBC-23D42146DFCB}"/>
                    </a:ext>
                  </a:extLst>
                </p:cNvPr>
                <p:cNvCxnSpPr>
                  <a:cxnSpLocks/>
                </p:cNvCxnSpPr>
                <p:nvPr/>
              </p:nvCxnSpPr>
              <p:spPr bwMode="auto">
                <a:xfrm rot="16200000">
                  <a:off x="6348890" y="5677583"/>
                  <a:ext cx="0" cy="824641"/>
                </a:xfrm>
                <a:prstGeom prst="line">
                  <a:avLst/>
                </a:prstGeom>
                <a:solidFill>
                  <a:schemeClr val="accent1"/>
                </a:solidFill>
                <a:ln w="12700" cap="rnd" cmpd="sng" algn="ctr">
                  <a:solidFill>
                    <a:schemeClr val="tx1"/>
                  </a:solidFill>
                  <a:prstDash val="solid"/>
                  <a:round/>
                  <a:headEnd type="none" w="med" len="med"/>
                  <a:tailEnd type="none" w="med" len="med"/>
                </a:ln>
                <a:effectLst/>
              </p:spPr>
            </p:cxnSp>
            <p:sp>
              <p:nvSpPr>
                <p:cNvPr id="64" name="Freeform 63">
                  <a:extLst>
                    <a:ext uri="{FF2B5EF4-FFF2-40B4-BE49-F238E27FC236}">
                      <a16:creationId xmlns:a16="http://schemas.microsoft.com/office/drawing/2014/main" id="{5D2F53FF-C42D-FE4E-B9F6-CB78F2CD490A}"/>
                    </a:ext>
                  </a:extLst>
                </p:cNvPr>
                <p:cNvSpPr/>
                <p:nvPr/>
              </p:nvSpPr>
              <p:spPr bwMode="auto">
                <a:xfrm>
                  <a:off x="6574688" y="5655686"/>
                  <a:ext cx="634218" cy="587169"/>
                </a:xfrm>
                <a:custGeom>
                  <a:avLst/>
                  <a:gdLst>
                    <a:gd name="connsiteX0" fmla="*/ 0 w 627888"/>
                    <a:gd name="connsiteY0" fmla="*/ 0 h 579120"/>
                    <a:gd name="connsiteX1" fmla="*/ 207264 w 627888"/>
                    <a:gd name="connsiteY1" fmla="*/ 286512 h 579120"/>
                    <a:gd name="connsiteX2" fmla="*/ 0 w 627888"/>
                    <a:gd name="connsiteY2" fmla="*/ 579120 h 579120"/>
                    <a:gd name="connsiteX3" fmla="*/ 365760 w 627888"/>
                    <a:gd name="connsiteY3" fmla="*/ 573024 h 579120"/>
                    <a:gd name="connsiteX4" fmla="*/ 627888 w 627888"/>
                    <a:gd name="connsiteY4" fmla="*/ 292608 h 579120"/>
                    <a:gd name="connsiteX5" fmla="*/ 390144 w 627888"/>
                    <a:gd name="connsiteY5" fmla="*/ 6096 h 579120"/>
                    <a:gd name="connsiteX6" fmla="*/ 0 w 627888"/>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46520"/>
                    <a:gd name="connsiteY0" fmla="*/ 0 h 579120"/>
                    <a:gd name="connsiteX1" fmla="*/ 209962 w 646520"/>
                    <a:gd name="connsiteY1" fmla="*/ 286512 h 579120"/>
                    <a:gd name="connsiteX2" fmla="*/ 2698 w 646520"/>
                    <a:gd name="connsiteY2" fmla="*/ 579120 h 579120"/>
                    <a:gd name="connsiteX3" fmla="*/ 368458 w 646520"/>
                    <a:gd name="connsiteY3" fmla="*/ 573024 h 579120"/>
                    <a:gd name="connsiteX4" fmla="*/ 630586 w 646520"/>
                    <a:gd name="connsiteY4" fmla="*/ 292608 h 579120"/>
                    <a:gd name="connsiteX5" fmla="*/ 392842 w 646520"/>
                    <a:gd name="connsiteY5" fmla="*/ 6096 h 579120"/>
                    <a:gd name="connsiteX6" fmla="*/ 2698 w 646520"/>
                    <a:gd name="connsiteY6" fmla="*/ 0 h 579120"/>
                    <a:gd name="connsiteX0" fmla="*/ 2698 w 646520"/>
                    <a:gd name="connsiteY0" fmla="*/ 51141 h 630261"/>
                    <a:gd name="connsiteX1" fmla="*/ 209962 w 646520"/>
                    <a:gd name="connsiteY1" fmla="*/ 337653 h 630261"/>
                    <a:gd name="connsiteX2" fmla="*/ 2698 w 646520"/>
                    <a:gd name="connsiteY2" fmla="*/ 630261 h 630261"/>
                    <a:gd name="connsiteX3" fmla="*/ 368458 w 646520"/>
                    <a:gd name="connsiteY3" fmla="*/ 624165 h 630261"/>
                    <a:gd name="connsiteX4" fmla="*/ 630586 w 646520"/>
                    <a:gd name="connsiteY4" fmla="*/ 343749 h 630261"/>
                    <a:gd name="connsiteX5" fmla="*/ 392842 w 646520"/>
                    <a:gd name="connsiteY5" fmla="*/ 57237 h 630261"/>
                    <a:gd name="connsiteX6" fmla="*/ 2698 w 646520"/>
                    <a:gd name="connsiteY6" fmla="*/ 51141 h 630261"/>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1455 h 600575"/>
                    <a:gd name="connsiteX1" fmla="*/ 209962 w 646520"/>
                    <a:gd name="connsiteY1" fmla="*/ 307967 h 600575"/>
                    <a:gd name="connsiteX2" fmla="*/ 2698 w 646520"/>
                    <a:gd name="connsiteY2" fmla="*/ 600575 h 600575"/>
                    <a:gd name="connsiteX3" fmla="*/ 368458 w 646520"/>
                    <a:gd name="connsiteY3" fmla="*/ 594479 h 600575"/>
                    <a:gd name="connsiteX4" fmla="*/ 630586 w 646520"/>
                    <a:gd name="connsiteY4" fmla="*/ 314063 h 600575"/>
                    <a:gd name="connsiteX5" fmla="*/ 392842 w 646520"/>
                    <a:gd name="connsiteY5" fmla="*/ 27551 h 600575"/>
                    <a:gd name="connsiteX6" fmla="*/ 2698 w 646520"/>
                    <a:gd name="connsiteY6" fmla="*/ 21455 h 600575"/>
                    <a:gd name="connsiteX0" fmla="*/ 2698 w 630586"/>
                    <a:gd name="connsiteY0" fmla="*/ 21455 h 600575"/>
                    <a:gd name="connsiteX1" fmla="*/ 209962 w 630586"/>
                    <a:gd name="connsiteY1" fmla="*/ 307967 h 600575"/>
                    <a:gd name="connsiteX2" fmla="*/ 2698 w 630586"/>
                    <a:gd name="connsiteY2" fmla="*/ 600575 h 600575"/>
                    <a:gd name="connsiteX3" fmla="*/ 368458 w 630586"/>
                    <a:gd name="connsiteY3" fmla="*/ 594479 h 600575"/>
                    <a:gd name="connsiteX4" fmla="*/ 630586 w 630586"/>
                    <a:gd name="connsiteY4" fmla="*/ 314063 h 600575"/>
                    <a:gd name="connsiteX5" fmla="*/ 392842 w 630586"/>
                    <a:gd name="connsiteY5" fmla="*/ 27551 h 600575"/>
                    <a:gd name="connsiteX6" fmla="*/ 2698 w 630586"/>
                    <a:gd name="connsiteY6" fmla="*/ 21455 h 600575"/>
                    <a:gd name="connsiteX0" fmla="*/ 2698 w 631527"/>
                    <a:gd name="connsiteY0" fmla="*/ 21455 h 600575"/>
                    <a:gd name="connsiteX1" fmla="*/ 209962 w 631527"/>
                    <a:gd name="connsiteY1" fmla="*/ 307967 h 600575"/>
                    <a:gd name="connsiteX2" fmla="*/ 2698 w 631527"/>
                    <a:gd name="connsiteY2" fmla="*/ 600575 h 600575"/>
                    <a:gd name="connsiteX3" fmla="*/ 301402 w 631527"/>
                    <a:gd name="connsiteY3" fmla="*/ 600575 h 600575"/>
                    <a:gd name="connsiteX4" fmla="*/ 630586 w 631527"/>
                    <a:gd name="connsiteY4" fmla="*/ 314063 h 600575"/>
                    <a:gd name="connsiteX5" fmla="*/ 392842 w 631527"/>
                    <a:gd name="connsiteY5" fmla="*/ 27551 h 600575"/>
                    <a:gd name="connsiteX6" fmla="*/ 2698 w 631527"/>
                    <a:gd name="connsiteY6" fmla="*/ 21455 h 600575"/>
                    <a:gd name="connsiteX0" fmla="*/ 2698 w 631527"/>
                    <a:gd name="connsiteY0" fmla="*/ 21455 h 602832"/>
                    <a:gd name="connsiteX1" fmla="*/ 209962 w 631527"/>
                    <a:gd name="connsiteY1" fmla="*/ 307967 h 602832"/>
                    <a:gd name="connsiteX2" fmla="*/ 2698 w 631527"/>
                    <a:gd name="connsiteY2" fmla="*/ 600575 h 602832"/>
                    <a:gd name="connsiteX3" fmla="*/ 301402 w 631527"/>
                    <a:gd name="connsiteY3" fmla="*/ 600575 h 602832"/>
                    <a:gd name="connsiteX4" fmla="*/ 630586 w 631527"/>
                    <a:gd name="connsiteY4" fmla="*/ 314063 h 602832"/>
                    <a:gd name="connsiteX5" fmla="*/ 392842 w 631527"/>
                    <a:gd name="connsiteY5" fmla="*/ 27551 h 602832"/>
                    <a:gd name="connsiteX6" fmla="*/ 2698 w 631527"/>
                    <a:gd name="connsiteY6" fmla="*/ 21455 h 602832"/>
                    <a:gd name="connsiteX0" fmla="*/ 2698 w 630586"/>
                    <a:gd name="connsiteY0" fmla="*/ 21455 h 602832"/>
                    <a:gd name="connsiteX1" fmla="*/ 209962 w 630586"/>
                    <a:gd name="connsiteY1" fmla="*/ 307967 h 602832"/>
                    <a:gd name="connsiteX2" fmla="*/ 2698 w 630586"/>
                    <a:gd name="connsiteY2" fmla="*/ 600575 h 602832"/>
                    <a:gd name="connsiteX3" fmla="*/ 301402 w 630586"/>
                    <a:gd name="connsiteY3" fmla="*/ 600575 h 602832"/>
                    <a:gd name="connsiteX4" fmla="*/ 630586 w 630586"/>
                    <a:gd name="connsiteY4" fmla="*/ 314063 h 602832"/>
                    <a:gd name="connsiteX5" fmla="*/ 301402 w 630586"/>
                    <a:gd name="connsiteY5" fmla="*/ 27551 h 602832"/>
                    <a:gd name="connsiteX6" fmla="*/ 2698 w 630586"/>
                    <a:gd name="connsiteY6" fmla="*/ 21455 h 602832"/>
                    <a:gd name="connsiteX0" fmla="*/ 2698 w 630586"/>
                    <a:gd name="connsiteY0" fmla="*/ 20123 h 601500"/>
                    <a:gd name="connsiteX1" fmla="*/ 209962 w 630586"/>
                    <a:gd name="connsiteY1" fmla="*/ 306635 h 601500"/>
                    <a:gd name="connsiteX2" fmla="*/ 2698 w 630586"/>
                    <a:gd name="connsiteY2" fmla="*/ 599243 h 601500"/>
                    <a:gd name="connsiteX3" fmla="*/ 301402 w 630586"/>
                    <a:gd name="connsiteY3" fmla="*/ 599243 h 601500"/>
                    <a:gd name="connsiteX4" fmla="*/ 630586 w 630586"/>
                    <a:gd name="connsiteY4" fmla="*/ 312731 h 601500"/>
                    <a:gd name="connsiteX5" fmla="*/ 301402 w 630586"/>
                    <a:gd name="connsiteY5" fmla="*/ 26219 h 601500"/>
                    <a:gd name="connsiteX6" fmla="*/ 2698 w 630586"/>
                    <a:gd name="connsiteY6" fmla="*/ 20123 h 601500"/>
                    <a:gd name="connsiteX0" fmla="*/ 2146 w 630034"/>
                    <a:gd name="connsiteY0" fmla="*/ 20123 h 601500"/>
                    <a:gd name="connsiteX1" fmla="*/ 209410 w 630034"/>
                    <a:gd name="connsiteY1" fmla="*/ 306635 h 601500"/>
                    <a:gd name="connsiteX2" fmla="*/ 2146 w 630034"/>
                    <a:gd name="connsiteY2" fmla="*/ 599243 h 601500"/>
                    <a:gd name="connsiteX3" fmla="*/ 300850 w 630034"/>
                    <a:gd name="connsiteY3" fmla="*/ 599243 h 601500"/>
                    <a:gd name="connsiteX4" fmla="*/ 630034 w 630034"/>
                    <a:gd name="connsiteY4" fmla="*/ 312731 h 601500"/>
                    <a:gd name="connsiteX5" fmla="*/ 300850 w 630034"/>
                    <a:gd name="connsiteY5" fmla="*/ 26219 h 601500"/>
                    <a:gd name="connsiteX6" fmla="*/ 2146 w 630034"/>
                    <a:gd name="connsiteY6" fmla="*/ 20123 h 601500"/>
                    <a:gd name="connsiteX0" fmla="*/ 6215 w 634103"/>
                    <a:gd name="connsiteY0" fmla="*/ 3947 h 585324"/>
                    <a:gd name="connsiteX1" fmla="*/ 213479 w 634103"/>
                    <a:gd name="connsiteY1" fmla="*/ 290459 h 585324"/>
                    <a:gd name="connsiteX2" fmla="*/ 6215 w 634103"/>
                    <a:gd name="connsiteY2" fmla="*/ 583067 h 585324"/>
                    <a:gd name="connsiteX3" fmla="*/ 304919 w 634103"/>
                    <a:gd name="connsiteY3" fmla="*/ 583067 h 585324"/>
                    <a:gd name="connsiteX4" fmla="*/ 634103 w 634103"/>
                    <a:gd name="connsiteY4" fmla="*/ 296555 h 585324"/>
                    <a:gd name="connsiteX5" fmla="*/ 304919 w 634103"/>
                    <a:gd name="connsiteY5" fmla="*/ 10043 h 585324"/>
                    <a:gd name="connsiteX6" fmla="*/ 6215 w 634103"/>
                    <a:gd name="connsiteY6" fmla="*/ 3947 h 585324"/>
                    <a:gd name="connsiteX0" fmla="*/ 6624 w 634512"/>
                    <a:gd name="connsiteY0" fmla="*/ 3947 h 585324"/>
                    <a:gd name="connsiteX1" fmla="*/ 213888 w 634512"/>
                    <a:gd name="connsiteY1" fmla="*/ 290459 h 585324"/>
                    <a:gd name="connsiteX2" fmla="*/ 6624 w 634512"/>
                    <a:gd name="connsiteY2" fmla="*/ 583067 h 585324"/>
                    <a:gd name="connsiteX3" fmla="*/ 305328 w 634512"/>
                    <a:gd name="connsiteY3" fmla="*/ 583067 h 585324"/>
                    <a:gd name="connsiteX4" fmla="*/ 634512 w 634512"/>
                    <a:gd name="connsiteY4" fmla="*/ 296555 h 585324"/>
                    <a:gd name="connsiteX5" fmla="*/ 305328 w 634512"/>
                    <a:gd name="connsiteY5" fmla="*/ 10043 h 585324"/>
                    <a:gd name="connsiteX6" fmla="*/ 6624 w 634512"/>
                    <a:gd name="connsiteY6" fmla="*/ 3947 h 585324"/>
                    <a:gd name="connsiteX0" fmla="*/ 6624 w 634644"/>
                    <a:gd name="connsiteY0" fmla="*/ 18301 h 599678"/>
                    <a:gd name="connsiteX1" fmla="*/ 213888 w 634644"/>
                    <a:gd name="connsiteY1" fmla="*/ 304813 h 599678"/>
                    <a:gd name="connsiteX2" fmla="*/ 6624 w 634644"/>
                    <a:gd name="connsiteY2" fmla="*/ 597421 h 599678"/>
                    <a:gd name="connsiteX3" fmla="*/ 305328 w 634644"/>
                    <a:gd name="connsiteY3" fmla="*/ 597421 h 599678"/>
                    <a:gd name="connsiteX4" fmla="*/ 634512 w 634644"/>
                    <a:gd name="connsiteY4" fmla="*/ 310909 h 599678"/>
                    <a:gd name="connsiteX5" fmla="*/ 268752 w 634644"/>
                    <a:gd name="connsiteY5" fmla="*/ 30493 h 599678"/>
                    <a:gd name="connsiteX6" fmla="*/ 6624 w 634644"/>
                    <a:gd name="connsiteY6" fmla="*/ 18301 h 599678"/>
                    <a:gd name="connsiteX0" fmla="*/ 6624 w 634644"/>
                    <a:gd name="connsiteY0" fmla="*/ 23735 h 605112"/>
                    <a:gd name="connsiteX1" fmla="*/ 213888 w 634644"/>
                    <a:gd name="connsiteY1" fmla="*/ 310247 h 605112"/>
                    <a:gd name="connsiteX2" fmla="*/ 6624 w 634644"/>
                    <a:gd name="connsiteY2" fmla="*/ 602855 h 605112"/>
                    <a:gd name="connsiteX3" fmla="*/ 305328 w 634644"/>
                    <a:gd name="connsiteY3" fmla="*/ 602855 h 605112"/>
                    <a:gd name="connsiteX4" fmla="*/ 634512 w 634644"/>
                    <a:gd name="connsiteY4" fmla="*/ 316343 h 605112"/>
                    <a:gd name="connsiteX5" fmla="*/ 268752 w 634644"/>
                    <a:gd name="connsiteY5" fmla="*/ 35927 h 605112"/>
                    <a:gd name="connsiteX6" fmla="*/ 6624 w 634644"/>
                    <a:gd name="connsiteY6" fmla="*/ 23735 h 605112"/>
                    <a:gd name="connsiteX0" fmla="*/ 6624 w 634577"/>
                    <a:gd name="connsiteY0" fmla="*/ 17614 h 598991"/>
                    <a:gd name="connsiteX1" fmla="*/ 213888 w 634577"/>
                    <a:gd name="connsiteY1" fmla="*/ 304126 h 598991"/>
                    <a:gd name="connsiteX2" fmla="*/ 6624 w 634577"/>
                    <a:gd name="connsiteY2" fmla="*/ 596734 h 598991"/>
                    <a:gd name="connsiteX3" fmla="*/ 305328 w 634577"/>
                    <a:gd name="connsiteY3" fmla="*/ 596734 h 598991"/>
                    <a:gd name="connsiteX4" fmla="*/ 634512 w 634577"/>
                    <a:gd name="connsiteY4" fmla="*/ 310222 h 598991"/>
                    <a:gd name="connsiteX5" fmla="*/ 329712 w 634577"/>
                    <a:gd name="connsiteY5" fmla="*/ 48094 h 598991"/>
                    <a:gd name="connsiteX6" fmla="*/ 6624 w 634577"/>
                    <a:gd name="connsiteY6" fmla="*/ 17614 h 598991"/>
                    <a:gd name="connsiteX0" fmla="*/ 6624 w 634575"/>
                    <a:gd name="connsiteY0" fmla="*/ 21507 h 602884"/>
                    <a:gd name="connsiteX1" fmla="*/ 213888 w 634575"/>
                    <a:gd name="connsiteY1" fmla="*/ 308019 h 602884"/>
                    <a:gd name="connsiteX2" fmla="*/ 6624 w 634575"/>
                    <a:gd name="connsiteY2" fmla="*/ 600627 h 602884"/>
                    <a:gd name="connsiteX3" fmla="*/ 305328 w 634575"/>
                    <a:gd name="connsiteY3" fmla="*/ 600627 h 602884"/>
                    <a:gd name="connsiteX4" fmla="*/ 634512 w 634575"/>
                    <a:gd name="connsiteY4" fmla="*/ 314115 h 602884"/>
                    <a:gd name="connsiteX5" fmla="*/ 329712 w 634575"/>
                    <a:gd name="connsiteY5" fmla="*/ 51987 h 602884"/>
                    <a:gd name="connsiteX6" fmla="*/ 6624 w 634575"/>
                    <a:gd name="connsiteY6" fmla="*/ 21507 h 602884"/>
                    <a:gd name="connsiteX0" fmla="*/ 6624 w 634575"/>
                    <a:gd name="connsiteY0" fmla="*/ 21507 h 619140"/>
                    <a:gd name="connsiteX1" fmla="*/ 213888 w 634575"/>
                    <a:gd name="connsiteY1" fmla="*/ 308019 h 619140"/>
                    <a:gd name="connsiteX2" fmla="*/ 6624 w 634575"/>
                    <a:gd name="connsiteY2" fmla="*/ 600627 h 619140"/>
                    <a:gd name="connsiteX3" fmla="*/ 305328 w 634575"/>
                    <a:gd name="connsiteY3" fmla="*/ 600627 h 619140"/>
                    <a:gd name="connsiteX4" fmla="*/ 634512 w 634575"/>
                    <a:gd name="connsiteY4" fmla="*/ 314115 h 619140"/>
                    <a:gd name="connsiteX5" fmla="*/ 329712 w 634575"/>
                    <a:gd name="connsiteY5" fmla="*/ 51987 h 619140"/>
                    <a:gd name="connsiteX6" fmla="*/ 6624 w 634575"/>
                    <a:gd name="connsiteY6" fmla="*/ 21507 h 619140"/>
                    <a:gd name="connsiteX0" fmla="*/ 6624 w 634531"/>
                    <a:gd name="connsiteY0" fmla="*/ 21507 h 607159"/>
                    <a:gd name="connsiteX1" fmla="*/ 213888 w 634531"/>
                    <a:gd name="connsiteY1" fmla="*/ 308019 h 607159"/>
                    <a:gd name="connsiteX2" fmla="*/ 6624 w 634531"/>
                    <a:gd name="connsiteY2" fmla="*/ 600627 h 607159"/>
                    <a:gd name="connsiteX3" fmla="*/ 341904 w 634531"/>
                    <a:gd name="connsiteY3" fmla="*/ 582339 h 607159"/>
                    <a:gd name="connsiteX4" fmla="*/ 634512 w 634531"/>
                    <a:gd name="connsiteY4" fmla="*/ 314115 h 607159"/>
                    <a:gd name="connsiteX5" fmla="*/ 329712 w 634531"/>
                    <a:gd name="connsiteY5" fmla="*/ 51987 h 607159"/>
                    <a:gd name="connsiteX6" fmla="*/ 6624 w 634531"/>
                    <a:gd name="connsiteY6" fmla="*/ 21507 h 607159"/>
                    <a:gd name="connsiteX0" fmla="*/ 6624 w 634516"/>
                    <a:gd name="connsiteY0" fmla="*/ 21507 h 600822"/>
                    <a:gd name="connsiteX1" fmla="*/ 213888 w 634516"/>
                    <a:gd name="connsiteY1" fmla="*/ 308019 h 600822"/>
                    <a:gd name="connsiteX2" fmla="*/ 6624 w 634516"/>
                    <a:gd name="connsiteY2" fmla="*/ 600627 h 600822"/>
                    <a:gd name="connsiteX3" fmla="*/ 335808 w 634516"/>
                    <a:gd name="connsiteY3" fmla="*/ 564051 h 600822"/>
                    <a:gd name="connsiteX4" fmla="*/ 634512 w 634516"/>
                    <a:gd name="connsiteY4" fmla="*/ 314115 h 600822"/>
                    <a:gd name="connsiteX5" fmla="*/ 329712 w 634516"/>
                    <a:gd name="connsiteY5" fmla="*/ 51987 h 600822"/>
                    <a:gd name="connsiteX6" fmla="*/ 6624 w 634516"/>
                    <a:gd name="connsiteY6" fmla="*/ 21507 h 600822"/>
                    <a:gd name="connsiteX0" fmla="*/ 6624 w 634516"/>
                    <a:gd name="connsiteY0" fmla="*/ 20598 h 599913"/>
                    <a:gd name="connsiteX1" fmla="*/ 213888 w 634516"/>
                    <a:gd name="connsiteY1" fmla="*/ 307110 h 599913"/>
                    <a:gd name="connsiteX2" fmla="*/ 6624 w 634516"/>
                    <a:gd name="connsiteY2" fmla="*/ 599718 h 599913"/>
                    <a:gd name="connsiteX3" fmla="*/ 335808 w 634516"/>
                    <a:gd name="connsiteY3" fmla="*/ 563142 h 599913"/>
                    <a:gd name="connsiteX4" fmla="*/ 634512 w 634516"/>
                    <a:gd name="connsiteY4" fmla="*/ 313206 h 599913"/>
                    <a:gd name="connsiteX5" fmla="*/ 329712 w 634516"/>
                    <a:gd name="connsiteY5" fmla="*/ 51078 h 599913"/>
                    <a:gd name="connsiteX6" fmla="*/ 6624 w 634516"/>
                    <a:gd name="connsiteY6" fmla="*/ 20598 h 599913"/>
                    <a:gd name="connsiteX0" fmla="*/ 6624 w 634516"/>
                    <a:gd name="connsiteY0" fmla="*/ 22407 h 601722"/>
                    <a:gd name="connsiteX1" fmla="*/ 213888 w 634516"/>
                    <a:gd name="connsiteY1" fmla="*/ 308919 h 601722"/>
                    <a:gd name="connsiteX2" fmla="*/ 6624 w 634516"/>
                    <a:gd name="connsiteY2" fmla="*/ 601527 h 601722"/>
                    <a:gd name="connsiteX3" fmla="*/ 335808 w 634516"/>
                    <a:gd name="connsiteY3" fmla="*/ 564951 h 601722"/>
                    <a:gd name="connsiteX4" fmla="*/ 634512 w 634516"/>
                    <a:gd name="connsiteY4" fmla="*/ 315015 h 601722"/>
                    <a:gd name="connsiteX5" fmla="*/ 329712 w 634516"/>
                    <a:gd name="connsiteY5" fmla="*/ 52887 h 601722"/>
                    <a:gd name="connsiteX6" fmla="*/ 6624 w 634516"/>
                    <a:gd name="connsiteY6" fmla="*/ 22407 h 601722"/>
                    <a:gd name="connsiteX0" fmla="*/ 6624 w 634516"/>
                    <a:gd name="connsiteY0" fmla="*/ 8163 h 587478"/>
                    <a:gd name="connsiteX1" fmla="*/ 213888 w 634516"/>
                    <a:gd name="connsiteY1" fmla="*/ 294675 h 587478"/>
                    <a:gd name="connsiteX2" fmla="*/ 6624 w 634516"/>
                    <a:gd name="connsiteY2" fmla="*/ 587283 h 587478"/>
                    <a:gd name="connsiteX3" fmla="*/ 335808 w 634516"/>
                    <a:gd name="connsiteY3" fmla="*/ 550707 h 587478"/>
                    <a:gd name="connsiteX4" fmla="*/ 634512 w 634516"/>
                    <a:gd name="connsiteY4" fmla="*/ 300771 h 587478"/>
                    <a:gd name="connsiteX5" fmla="*/ 329712 w 634516"/>
                    <a:gd name="connsiteY5" fmla="*/ 38643 h 587478"/>
                    <a:gd name="connsiteX6" fmla="*/ 6624 w 634516"/>
                    <a:gd name="connsiteY6" fmla="*/ 8163 h 587478"/>
                    <a:gd name="connsiteX0" fmla="*/ 6288 w 634180"/>
                    <a:gd name="connsiteY0" fmla="*/ 8163 h 587686"/>
                    <a:gd name="connsiteX1" fmla="*/ 213552 w 634180"/>
                    <a:gd name="connsiteY1" fmla="*/ 294675 h 587686"/>
                    <a:gd name="connsiteX2" fmla="*/ 6288 w 634180"/>
                    <a:gd name="connsiteY2" fmla="*/ 587283 h 587686"/>
                    <a:gd name="connsiteX3" fmla="*/ 335472 w 634180"/>
                    <a:gd name="connsiteY3" fmla="*/ 550707 h 587686"/>
                    <a:gd name="connsiteX4" fmla="*/ 634176 w 634180"/>
                    <a:gd name="connsiteY4" fmla="*/ 300771 h 587686"/>
                    <a:gd name="connsiteX5" fmla="*/ 329376 w 634180"/>
                    <a:gd name="connsiteY5" fmla="*/ 38643 h 587686"/>
                    <a:gd name="connsiteX6" fmla="*/ 6288 w 634180"/>
                    <a:gd name="connsiteY6" fmla="*/ 8163 h 587686"/>
                    <a:gd name="connsiteX0" fmla="*/ 6288 w 634211"/>
                    <a:gd name="connsiteY0" fmla="*/ 8163 h 587686"/>
                    <a:gd name="connsiteX1" fmla="*/ 213552 w 634211"/>
                    <a:gd name="connsiteY1" fmla="*/ 294675 h 587686"/>
                    <a:gd name="connsiteX2" fmla="*/ 6288 w 634211"/>
                    <a:gd name="connsiteY2" fmla="*/ 587283 h 587686"/>
                    <a:gd name="connsiteX3" fmla="*/ 335472 w 634211"/>
                    <a:gd name="connsiteY3" fmla="*/ 550707 h 587686"/>
                    <a:gd name="connsiteX4" fmla="*/ 634176 w 634211"/>
                    <a:gd name="connsiteY4" fmla="*/ 300771 h 587686"/>
                    <a:gd name="connsiteX5" fmla="*/ 329376 w 634211"/>
                    <a:gd name="connsiteY5" fmla="*/ 38643 h 587686"/>
                    <a:gd name="connsiteX6" fmla="*/ 6288 w 634211"/>
                    <a:gd name="connsiteY6" fmla="*/ 8163 h 587686"/>
                    <a:gd name="connsiteX0" fmla="*/ 6288 w 634286"/>
                    <a:gd name="connsiteY0" fmla="*/ 8163 h 587686"/>
                    <a:gd name="connsiteX1" fmla="*/ 213552 w 634286"/>
                    <a:gd name="connsiteY1" fmla="*/ 294675 h 587686"/>
                    <a:gd name="connsiteX2" fmla="*/ 6288 w 634286"/>
                    <a:gd name="connsiteY2" fmla="*/ 587283 h 587686"/>
                    <a:gd name="connsiteX3" fmla="*/ 335472 w 634286"/>
                    <a:gd name="connsiteY3" fmla="*/ 550707 h 587686"/>
                    <a:gd name="connsiteX4" fmla="*/ 634176 w 634286"/>
                    <a:gd name="connsiteY4" fmla="*/ 300771 h 587686"/>
                    <a:gd name="connsiteX5" fmla="*/ 329376 w 634286"/>
                    <a:gd name="connsiteY5" fmla="*/ 38643 h 587686"/>
                    <a:gd name="connsiteX6" fmla="*/ 6288 w 634286"/>
                    <a:gd name="connsiteY6" fmla="*/ 8163 h 587686"/>
                    <a:gd name="connsiteX0" fmla="*/ 6288 w 634286"/>
                    <a:gd name="connsiteY0" fmla="*/ 4816 h 584339"/>
                    <a:gd name="connsiteX1" fmla="*/ 213552 w 634286"/>
                    <a:gd name="connsiteY1" fmla="*/ 291328 h 584339"/>
                    <a:gd name="connsiteX2" fmla="*/ 6288 w 634286"/>
                    <a:gd name="connsiteY2" fmla="*/ 583936 h 584339"/>
                    <a:gd name="connsiteX3" fmla="*/ 335472 w 634286"/>
                    <a:gd name="connsiteY3" fmla="*/ 547360 h 584339"/>
                    <a:gd name="connsiteX4" fmla="*/ 634176 w 634286"/>
                    <a:gd name="connsiteY4" fmla="*/ 297424 h 584339"/>
                    <a:gd name="connsiteX5" fmla="*/ 329376 w 634286"/>
                    <a:gd name="connsiteY5" fmla="*/ 35296 h 584339"/>
                    <a:gd name="connsiteX6" fmla="*/ 6288 w 634286"/>
                    <a:gd name="connsiteY6" fmla="*/ 4816 h 584339"/>
                    <a:gd name="connsiteX0" fmla="*/ 6288 w 634210"/>
                    <a:gd name="connsiteY0" fmla="*/ 14826 h 594349"/>
                    <a:gd name="connsiteX1" fmla="*/ 213552 w 634210"/>
                    <a:gd name="connsiteY1" fmla="*/ 301338 h 594349"/>
                    <a:gd name="connsiteX2" fmla="*/ 6288 w 634210"/>
                    <a:gd name="connsiteY2" fmla="*/ 593946 h 594349"/>
                    <a:gd name="connsiteX3" fmla="*/ 335472 w 634210"/>
                    <a:gd name="connsiteY3" fmla="*/ 557370 h 594349"/>
                    <a:gd name="connsiteX4" fmla="*/ 634176 w 634210"/>
                    <a:gd name="connsiteY4" fmla="*/ 307434 h 594349"/>
                    <a:gd name="connsiteX5" fmla="*/ 353545 w 634210"/>
                    <a:gd name="connsiteY5" fmla="*/ 57390 h 594349"/>
                    <a:gd name="connsiteX6" fmla="*/ 6288 w 634210"/>
                    <a:gd name="connsiteY6" fmla="*/ 14826 h 594349"/>
                    <a:gd name="connsiteX0" fmla="*/ 6288 w 634210"/>
                    <a:gd name="connsiteY0" fmla="*/ 4846 h 584369"/>
                    <a:gd name="connsiteX1" fmla="*/ 213552 w 634210"/>
                    <a:gd name="connsiteY1" fmla="*/ 291358 h 584369"/>
                    <a:gd name="connsiteX2" fmla="*/ 6288 w 634210"/>
                    <a:gd name="connsiteY2" fmla="*/ 583966 h 584369"/>
                    <a:gd name="connsiteX3" fmla="*/ 335472 w 634210"/>
                    <a:gd name="connsiteY3" fmla="*/ 547390 h 584369"/>
                    <a:gd name="connsiteX4" fmla="*/ 634176 w 634210"/>
                    <a:gd name="connsiteY4" fmla="*/ 297454 h 584369"/>
                    <a:gd name="connsiteX5" fmla="*/ 353545 w 634210"/>
                    <a:gd name="connsiteY5" fmla="*/ 47410 h 584369"/>
                    <a:gd name="connsiteX6" fmla="*/ 6288 w 634210"/>
                    <a:gd name="connsiteY6" fmla="*/ 4846 h 584369"/>
                    <a:gd name="connsiteX0" fmla="*/ 6288 w 634210"/>
                    <a:gd name="connsiteY0" fmla="*/ 4415 h 583938"/>
                    <a:gd name="connsiteX1" fmla="*/ 213552 w 634210"/>
                    <a:gd name="connsiteY1" fmla="*/ 290927 h 583938"/>
                    <a:gd name="connsiteX2" fmla="*/ 6288 w 634210"/>
                    <a:gd name="connsiteY2" fmla="*/ 583535 h 583938"/>
                    <a:gd name="connsiteX3" fmla="*/ 335472 w 634210"/>
                    <a:gd name="connsiteY3" fmla="*/ 546959 h 583938"/>
                    <a:gd name="connsiteX4" fmla="*/ 634176 w 634210"/>
                    <a:gd name="connsiteY4" fmla="*/ 297023 h 583938"/>
                    <a:gd name="connsiteX5" fmla="*/ 353545 w 634210"/>
                    <a:gd name="connsiteY5" fmla="*/ 46979 h 583938"/>
                    <a:gd name="connsiteX6" fmla="*/ 6288 w 634210"/>
                    <a:gd name="connsiteY6" fmla="*/ 4415 h 583938"/>
                    <a:gd name="connsiteX0" fmla="*/ 6288 w 634210"/>
                    <a:gd name="connsiteY0" fmla="*/ 5419 h 584942"/>
                    <a:gd name="connsiteX1" fmla="*/ 213552 w 634210"/>
                    <a:gd name="connsiteY1" fmla="*/ 291931 h 584942"/>
                    <a:gd name="connsiteX2" fmla="*/ 6288 w 634210"/>
                    <a:gd name="connsiteY2" fmla="*/ 584539 h 584942"/>
                    <a:gd name="connsiteX3" fmla="*/ 335472 w 634210"/>
                    <a:gd name="connsiteY3" fmla="*/ 547963 h 584942"/>
                    <a:gd name="connsiteX4" fmla="*/ 634176 w 634210"/>
                    <a:gd name="connsiteY4" fmla="*/ 298027 h 584942"/>
                    <a:gd name="connsiteX5" fmla="*/ 353545 w 634210"/>
                    <a:gd name="connsiteY5" fmla="*/ 47983 h 584942"/>
                    <a:gd name="connsiteX6" fmla="*/ 6288 w 634210"/>
                    <a:gd name="connsiteY6" fmla="*/ 5419 h 584942"/>
                    <a:gd name="connsiteX0" fmla="*/ 6288 w 634218"/>
                    <a:gd name="connsiteY0" fmla="*/ 7646 h 587169"/>
                    <a:gd name="connsiteX1" fmla="*/ 213552 w 634218"/>
                    <a:gd name="connsiteY1" fmla="*/ 294158 h 587169"/>
                    <a:gd name="connsiteX2" fmla="*/ 6288 w 634218"/>
                    <a:gd name="connsiteY2" fmla="*/ 586766 h 587169"/>
                    <a:gd name="connsiteX3" fmla="*/ 335472 w 634218"/>
                    <a:gd name="connsiteY3" fmla="*/ 550190 h 587169"/>
                    <a:gd name="connsiteX4" fmla="*/ 634176 w 634218"/>
                    <a:gd name="connsiteY4" fmla="*/ 300254 h 587169"/>
                    <a:gd name="connsiteX5" fmla="*/ 353545 w 634218"/>
                    <a:gd name="connsiteY5" fmla="*/ 50210 h 587169"/>
                    <a:gd name="connsiteX6" fmla="*/ 6288 w 634218"/>
                    <a:gd name="connsiteY6" fmla="*/ 7646 h 587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4218" h="587169">
                      <a:moveTo>
                        <a:pt x="6288" y="7646"/>
                      </a:moveTo>
                      <a:cubicBezTo>
                        <a:pt x="-1402" y="17865"/>
                        <a:pt x="197440" y="80821"/>
                        <a:pt x="213552" y="294158"/>
                      </a:cubicBezTo>
                      <a:cubicBezTo>
                        <a:pt x="229664" y="507495"/>
                        <a:pt x="-44512" y="593878"/>
                        <a:pt x="6288" y="586766"/>
                      </a:cubicBezTo>
                      <a:cubicBezTo>
                        <a:pt x="105856" y="586766"/>
                        <a:pt x="200344" y="591846"/>
                        <a:pt x="335472" y="550190"/>
                      </a:cubicBezTo>
                      <a:cubicBezTo>
                        <a:pt x="470600" y="508534"/>
                        <a:pt x="631164" y="383584"/>
                        <a:pt x="634176" y="300254"/>
                      </a:cubicBezTo>
                      <a:cubicBezTo>
                        <a:pt x="637188" y="216924"/>
                        <a:pt x="479500" y="97260"/>
                        <a:pt x="353545" y="50210"/>
                      </a:cubicBezTo>
                      <a:cubicBezTo>
                        <a:pt x="227590" y="3160"/>
                        <a:pt x="19803" y="-10314"/>
                        <a:pt x="6288" y="7646"/>
                      </a:cubicBezTo>
                      <a:close/>
                    </a:path>
                  </a:pathLst>
                </a:custGeom>
                <a:solidFill>
                  <a:schemeClr val="bg1"/>
                </a:solidFill>
                <a:ln w="12700" cap="rnd"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r"/>
                  <a:endParaRPr lang="en-CN" sz="6000">
                    <a:solidFill>
                      <a:schemeClr val="tx1"/>
                    </a:solidFill>
                  </a:endParaRPr>
                </a:p>
              </p:txBody>
            </p:sp>
            <p:sp>
              <p:nvSpPr>
                <p:cNvPr id="65" name="Freeform 64">
                  <a:extLst>
                    <a:ext uri="{FF2B5EF4-FFF2-40B4-BE49-F238E27FC236}">
                      <a16:creationId xmlns:a16="http://schemas.microsoft.com/office/drawing/2014/main" id="{F8B18273-0E10-2142-997A-73EF15E23002}"/>
                    </a:ext>
                  </a:extLst>
                </p:cNvPr>
                <p:cNvSpPr/>
                <p:nvPr/>
              </p:nvSpPr>
              <p:spPr bwMode="auto">
                <a:xfrm>
                  <a:off x="6470670" y="5701318"/>
                  <a:ext cx="223789" cy="531264"/>
                </a:xfrm>
                <a:custGeom>
                  <a:avLst/>
                  <a:gdLst>
                    <a:gd name="connsiteX0" fmla="*/ 0 w 195378"/>
                    <a:gd name="connsiteY0" fmla="*/ 0 h 541538"/>
                    <a:gd name="connsiteX1" fmla="*/ 195308 w 195378"/>
                    <a:gd name="connsiteY1" fmla="*/ 257452 h 541538"/>
                    <a:gd name="connsiteX2" fmla="*/ 17755 w 195378"/>
                    <a:gd name="connsiteY2" fmla="*/ 541538 h 541538"/>
                    <a:gd name="connsiteX0" fmla="*/ 2793 w 198102"/>
                    <a:gd name="connsiteY0" fmla="*/ 0 h 531264"/>
                    <a:gd name="connsiteX1" fmla="*/ 198101 w 198102"/>
                    <a:gd name="connsiteY1" fmla="*/ 257452 h 531264"/>
                    <a:gd name="connsiteX2" fmla="*/ 0 w 198102"/>
                    <a:gd name="connsiteY2" fmla="*/ 531264 h 531264"/>
                    <a:gd name="connsiteX0" fmla="*/ 2793 w 223788"/>
                    <a:gd name="connsiteY0" fmla="*/ 0 h 531264"/>
                    <a:gd name="connsiteX1" fmla="*/ 223787 w 223788"/>
                    <a:gd name="connsiteY1" fmla="*/ 262589 h 531264"/>
                    <a:gd name="connsiteX2" fmla="*/ 0 w 223788"/>
                    <a:gd name="connsiteY2" fmla="*/ 531264 h 531264"/>
                    <a:gd name="connsiteX0" fmla="*/ 2793 w 223902"/>
                    <a:gd name="connsiteY0" fmla="*/ 0 h 531264"/>
                    <a:gd name="connsiteX1" fmla="*/ 223787 w 223902"/>
                    <a:gd name="connsiteY1" fmla="*/ 262589 h 531264"/>
                    <a:gd name="connsiteX2" fmla="*/ 0 w 223902"/>
                    <a:gd name="connsiteY2" fmla="*/ 531264 h 531264"/>
                    <a:gd name="connsiteX0" fmla="*/ 2793 w 223934"/>
                    <a:gd name="connsiteY0" fmla="*/ 0 h 531264"/>
                    <a:gd name="connsiteX1" fmla="*/ 223787 w 223934"/>
                    <a:gd name="connsiteY1" fmla="*/ 262589 h 531264"/>
                    <a:gd name="connsiteX2" fmla="*/ 0 w 223934"/>
                    <a:gd name="connsiteY2" fmla="*/ 531264 h 531264"/>
                    <a:gd name="connsiteX0" fmla="*/ 2793 w 223927"/>
                    <a:gd name="connsiteY0" fmla="*/ 0 h 531264"/>
                    <a:gd name="connsiteX1" fmla="*/ 223787 w 223927"/>
                    <a:gd name="connsiteY1" fmla="*/ 262589 h 531264"/>
                    <a:gd name="connsiteX2" fmla="*/ 0 w 223927"/>
                    <a:gd name="connsiteY2" fmla="*/ 531264 h 531264"/>
                    <a:gd name="connsiteX0" fmla="*/ 2793 w 223927"/>
                    <a:gd name="connsiteY0" fmla="*/ 0 h 531264"/>
                    <a:gd name="connsiteX1" fmla="*/ 223787 w 223927"/>
                    <a:gd name="connsiteY1" fmla="*/ 262589 h 531264"/>
                    <a:gd name="connsiteX2" fmla="*/ 0 w 223927"/>
                    <a:gd name="connsiteY2" fmla="*/ 531264 h 531264"/>
                    <a:gd name="connsiteX0" fmla="*/ 2793 w 223789"/>
                    <a:gd name="connsiteY0" fmla="*/ 0 h 531264"/>
                    <a:gd name="connsiteX1" fmla="*/ 223787 w 223789"/>
                    <a:gd name="connsiteY1" fmla="*/ 262589 h 531264"/>
                    <a:gd name="connsiteX2" fmla="*/ 0 w 223789"/>
                    <a:gd name="connsiteY2" fmla="*/ 531264 h 531264"/>
                  </a:gdLst>
                  <a:ahLst/>
                  <a:cxnLst>
                    <a:cxn ang="0">
                      <a:pos x="connsiteX0" y="connsiteY0"/>
                    </a:cxn>
                    <a:cxn ang="0">
                      <a:pos x="connsiteX1" y="connsiteY1"/>
                    </a:cxn>
                    <a:cxn ang="0">
                      <a:pos x="connsiteX2" y="connsiteY2"/>
                    </a:cxn>
                  </a:cxnLst>
                  <a:rect l="l" t="t" r="r" b="b"/>
                  <a:pathLst>
                    <a:path w="223789" h="531264">
                      <a:moveTo>
                        <a:pt x="2793" y="0"/>
                      </a:moveTo>
                      <a:cubicBezTo>
                        <a:pt x="145200" y="83598"/>
                        <a:pt x="224252" y="153497"/>
                        <a:pt x="223787" y="262589"/>
                      </a:cubicBezTo>
                      <a:cubicBezTo>
                        <a:pt x="223322" y="371681"/>
                        <a:pt x="115941" y="460034"/>
                        <a:pt x="0" y="531264"/>
                      </a:cubicBezTo>
                    </a:path>
                  </a:pathLst>
                </a:custGeom>
                <a:noFill/>
                <a:ln w="12700" cap="rnd"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2800" b="0" i="0" u="none" strike="noStrike" cap="none" normalizeH="0" baseline="0">
                    <a:ln>
                      <a:noFill/>
                    </a:ln>
                    <a:solidFill>
                      <a:schemeClr val="tx1"/>
                    </a:solidFill>
                    <a:effectLst/>
                    <a:latin typeface="Arial" charset="0"/>
                  </a:endParaRPr>
                </a:p>
              </p:txBody>
            </p:sp>
          </p:grpSp>
          <p:cxnSp>
            <p:nvCxnSpPr>
              <p:cNvPr id="57" name="Straight Connector 56">
                <a:extLst>
                  <a:ext uri="{FF2B5EF4-FFF2-40B4-BE49-F238E27FC236}">
                    <a16:creationId xmlns:a16="http://schemas.microsoft.com/office/drawing/2014/main" id="{1AE2883B-124D-704D-AB6A-8A8891A0C790}"/>
                  </a:ext>
                </a:extLst>
              </p:cNvPr>
              <p:cNvCxnSpPr>
                <a:cxnSpLocks/>
              </p:cNvCxnSpPr>
              <p:nvPr/>
            </p:nvCxnSpPr>
            <p:spPr bwMode="auto">
              <a:xfrm>
                <a:off x="831209" y="4435688"/>
                <a:ext cx="255522" cy="0"/>
              </a:xfrm>
              <a:prstGeom prst="line">
                <a:avLst/>
              </a:prstGeom>
              <a:solidFill>
                <a:schemeClr val="accent1"/>
              </a:solidFill>
              <a:ln w="12700" cap="rnd" cmpd="sng" algn="ctr">
                <a:solidFill>
                  <a:schemeClr val="tx1"/>
                </a:solidFill>
                <a:prstDash val="solid"/>
                <a:round/>
                <a:headEnd type="none" w="med" len="med"/>
                <a:tailEnd type="oval" w="sm" len="sm"/>
              </a:ln>
              <a:effectLst/>
            </p:spPr>
          </p:cxnSp>
          <p:cxnSp>
            <p:nvCxnSpPr>
              <p:cNvPr id="58" name="Straight Connector 57">
                <a:extLst>
                  <a:ext uri="{FF2B5EF4-FFF2-40B4-BE49-F238E27FC236}">
                    <a16:creationId xmlns:a16="http://schemas.microsoft.com/office/drawing/2014/main" id="{DF204641-A95A-B041-A600-615BD825C6B8}"/>
                  </a:ext>
                </a:extLst>
              </p:cNvPr>
              <p:cNvCxnSpPr/>
              <p:nvPr/>
            </p:nvCxnSpPr>
            <p:spPr bwMode="auto">
              <a:xfrm flipH="1">
                <a:off x="754649" y="4343399"/>
                <a:ext cx="256975" cy="0"/>
              </a:xfrm>
              <a:prstGeom prst="line">
                <a:avLst/>
              </a:prstGeom>
              <a:solidFill>
                <a:schemeClr val="accent1"/>
              </a:solidFill>
              <a:ln w="12700" cap="rnd" cmpd="sng" algn="ctr">
                <a:solidFill>
                  <a:schemeClr val="tx1"/>
                </a:solidFill>
                <a:prstDash val="solid"/>
                <a:round/>
                <a:headEnd type="none" w="med" len="med"/>
                <a:tailEnd type="oval" w="sm" len="sm"/>
              </a:ln>
              <a:effectLst/>
            </p:spPr>
          </p:cxnSp>
          <p:sp>
            <p:nvSpPr>
              <p:cNvPr id="59" name="TextBox 58">
                <a:extLst>
                  <a:ext uri="{FF2B5EF4-FFF2-40B4-BE49-F238E27FC236}">
                    <a16:creationId xmlns:a16="http://schemas.microsoft.com/office/drawing/2014/main" id="{78CC5F18-F215-274A-A777-085217EBAD32}"/>
                  </a:ext>
                </a:extLst>
              </p:cNvPr>
              <p:cNvSpPr txBox="1"/>
              <p:nvPr/>
            </p:nvSpPr>
            <p:spPr>
              <a:xfrm>
                <a:off x="577358" y="3965867"/>
                <a:ext cx="354584"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a1</a:t>
                </a:r>
                <a:endParaRPr lang="en-CN" sz="1200" dirty="0">
                  <a:solidFill>
                    <a:schemeClr val="tx1"/>
                  </a:solidFill>
                  <a:latin typeface="Arial" panose="020B0604020202020204" pitchFamily="34" charset="0"/>
                  <a:cs typeface="Arial" panose="020B0604020202020204" pitchFamily="34" charset="0"/>
                </a:endParaRPr>
              </a:p>
            </p:txBody>
          </p:sp>
          <p:sp>
            <p:nvSpPr>
              <p:cNvPr id="60" name="TextBox 59">
                <a:extLst>
                  <a:ext uri="{FF2B5EF4-FFF2-40B4-BE49-F238E27FC236}">
                    <a16:creationId xmlns:a16="http://schemas.microsoft.com/office/drawing/2014/main" id="{AC1E6555-BC54-5648-95F7-3B31BF8ACEF2}"/>
                  </a:ext>
                </a:extLst>
              </p:cNvPr>
              <p:cNvSpPr txBox="1"/>
              <p:nvPr/>
            </p:nvSpPr>
            <p:spPr>
              <a:xfrm>
                <a:off x="898280" y="3965866"/>
                <a:ext cx="364202"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b1</a:t>
                </a:r>
                <a:endParaRPr lang="en-CN" sz="1200" dirty="0">
                  <a:solidFill>
                    <a:schemeClr val="tx1"/>
                  </a:solidFill>
                  <a:latin typeface="Arial" panose="020B0604020202020204" pitchFamily="34" charset="0"/>
                  <a:cs typeface="Arial" panose="020B0604020202020204" pitchFamily="34" charset="0"/>
                </a:endParaRPr>
              </a:p>
            </p:txBody>
          </p:sp>
        </p:grpSp>
        <p:grpSp>
          <p:nvGrpSpPr>
            <p:cNvPr id="70" name="Group 69">
              <a:extLst>
                <a:ext uri="{FF2B5EF4-FFF2-40B4-BE49-F238E27FC236}">
                  <a16:creationId xmlns:a16="http://schemas.microsoft.com/office/drawing/2014/main" id="{F64BF2B3-02FD-BE43-90BA-F670B5ACA17A}"/>
                </a:ext>
              </a:extLst>
            </p:cNvPr>
            <p:cNvGrpSpPr/>
            <p:nvPr/>
          </p:nvGrpSpPr>
          <p:grpSpPr>
            <a:xfrm>
              <a:off x="3213651" y="3822716"/>
              <a:ext cx="685124" cy="834737"/>
              <a:chOff x="577358" y="3965866"/>
              <a:chExt cx="685124" cy="834737"/>
            </a:xfrm>
          </p:grpSpPr>
          <p:grpSp>
            <p:nvGrpSpPr>
              <p:cNvPr id="71" name="Group 70">
                <a:extLst>
                  <a:ext uri="{FF2B5EF4-FFF2-40B4-BE49-F238E27FC236}">
                    <a16:creationId xmlns:a16="http://schemas.microsoft.com/office/drawing/2014/main" id="{4DED0289-A729-4541-A0DC-D93CC95C0E56}"/>
                  </a:ext>
                </a:extLst>
              </p:cNvPr>
              <p:cNvGrpSpPr/>
              <p:nvPr/>
            </p:nvGrpSpPr>
            <p:grpSpPr>
              <a:xfrm rot="5400000">
                <a:off x="487391" y="4420688"/>
                <a:ext cx="609600" cy="150228"/>
                <a:chOff x="2863476" y="5594843"/>
                <a:chExt cx="2234241" cy="576063"/>
              </a:xfrm>
            </p:grpSpPr>
            <p:cxnSp>
              <p:nvCxnSpPr>
                <p:cNvPr id="82" name="Straight Connector 81">
                  <a:extLst>
                    <a:ext uri="{FF2B5EF4-FFF2-40B4-BE49-F238E27FC236}">
                      <a16:creationId xmlns:a16="http://schemas.microsoft.com/office/drawing/2014/main" id="{5B36DD9B-3FCB-CA4E-9C1D-7D3276178190}"/>
                    </a:ext>
                  </a:extLst>
                </p:cNvPr>
                <p:cNvCxnSpPr>
                  <a:cxnSpLocks/>
                  <a:stCxn id="83" idx="1"/>
                </p:cNvCxnSpPr>
                <p:nvPr/>
              </p:nvCxnSpPr>
              <p:spPr bwMode="auto">
                <a:xfrm rot="16200000">
                  <a:off x="4582550" y="5367707"/>
                  <a:ext cx="0" cy="1030335"/>
                </a:xfrm>
                <a:prstGeom prst="line">
                  <a:avLst/>
                </a:prstGeom>
                <a:solidFill>
                  <a:schemeClr val="accent1"/>
                </a:solidFill>
                <a:ln w="12700" cap="rnd" cmpd="sng" algn="ctr">
                  <a:solidFill>
                    <a:schemeClr val="tx1"/>
                  </a:solidFill>
                  <a:prstDash val="solid"/>
                  <a:round/>
                  <a:headEnd type="none" w="med" len="med"/>
                  <a:tailEnd type="none" w="med" len="med"/>
                </a:ln>
                <a:effectLst/>
              </p:spPr>
            </p:cxnSp>
            <p:sp>
              <p:nvSpPr>
                <p:cNvPr id="83" name="Round Same Side Corner Rectangle 82">
                  <a:extLst>
                    <a:ext uri="{FF2B5EF4-FFF2-40B4-BE49-F238E27FC236}">
                      <a16:creationId xmlns:a16="http://schemas.microsoft.com/office/drawing/2014/main" id="{FC2FEA7E-A180-AD48-A257-449C8CEB30F6}"/>
                    </a:ext>
                  </a:extLst>
                </p:cNvPr>
                <p:cNvSpPr/>
                <p:nvPr/>
              </p:nvSpPr>
              <p:spPr bwMode="auto">
                <a:xfrm rot="5400000">
                  <a:off x="4093388" y="5568837"/>
                  <a:ext cx="576063" cy="628076"/>
                </a:xfrm>
                <a:prstGeom prst="round2SameRect">
                  <a:avLst>
                    <a:gd name="adj1" fmla="val 50000"/>
                    <a:gd name="adj2" fmla="val 0"/>
                  </a:avLst>
                </a:prstGeom>
                <a:solidFill>
                  <a:schemeClr val="bg1"/>
                </a:solidFill>
                <a:ln w="12700" cap="rnd"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r"/>
                  <a:endParaRPr lang="en-CN" sz="6000">
                    <a:solidFill>
                      <a:schemeClr val="tx1"/>
                    </a:solidFill>
                  </a:endParaRPr>
                </a:p>
              </p:txBody>
            </p:sp>
            <p:cxnSp>
              <p:nvCxnSpPr>
                <p:cNvPr id="84" name="Straight Connector 83">
                  <a:extLst>
                    <a:ext uri="{FF2B5EF4-FFF2-40B4-BE49-F238E27FC236}">
                      <a16:creationId xmlns:a16="http://schemas.microsoft.com/office/drawing/2014/main" id="{3057248F-AA66-D143-800B-85F954B28BA5}"/>
                    </a:ext>
                  </a:extLst>
                </p:cNvPr>
                <p:cNvCxnSpPr>
                  <a:cxnSpLocks/>
                </p:cNvCxnSpPr>
                <p:nvPr/>
              </p:nvCxnSpPr>
              <p:spPr bwMode="auto">
                <a:xfrm rot="16200000">
                  <a:off x="3922448" y="5571081"/>
                  <a:ext cx="0" cy="324350"/>
                </a:xfrm>
                <a:prstGeom prst="line">
                  <a:avLst/>
                </a:prstGeom>
                <a:solidFill>
                  <a:schemeClr val="accent1"/>
                </a:solidFill>
                <a:ln w="12700" cap="rnd" cmpd="sng" algn="ctr">
                  <a:solidFill>
                    <a:schemeClr val="tx1"/>
                  </a:solidFill>
                  <a:prstDash val="solid"/>
                  <a:round/>
                  <a:headEnd type="none" w="med" len="med"/>
                  <a:tailEnd type="none" w="med" len="med"/>
                </a:ln>
                <a:effectLst/>
              </p:spPr>
            </p:cxnSp>
            <p:cxnSp>
              <p:nvCxnSpPr>
                <p:cNvPr id="85" name="Straight Connector 84">
                  <a:extLst>
                    <a:ext uri="{FF2B5EF4-FFF2-40B4-BE49-F238E27FC236}">
                      <a16:creationId xmlns:a16="http://schemas.microsoft.com/office/drawing/2014/main" id="{CF8D5B4F-ED79-D642-A610-3D0251325AA0}"/>
                    </a:ext>
                  </a:extLst>
                </p:cNvPr>
                <p:cNvCxnSpPr>
                  <a:cxnSpLocks/>
                </p:cNvCxnSpPr>
                <p:nvPr/>
              </p:nvCxnSpPr>
              <p:spPr bwMode="auto">
                <a:xfrm rot="16200000">
                  <a:off x="3474050" y="5416257"/>
                  <a:ext cx="0" cy="1221148"/>
                </a:xfrm>
                <a:prstGeom prst="line">
                  <a:avLst/>
                </a:prstGeom>
                <a:solidFill>
                  <a:schemeClr val="accent1"/>
                </a:solidFill>
                <a:ln w="12700" cap="rnd" cmpd="sng" algn="ctr">
                  <a:solidFill>
                    <a:schemeClr val="tx1"/>
                  </a:solidFill>
                  <a:prstDash val="solid"/>
                  <a:round/>
                  <a:headEnd type="none" w="med" len="med"/>
                  <a:tailEnd type="none" w="med" len="med"/>
                </a:ln>
                <a:effectLst/>
              </p:spPr>
            </p:cxnSp>
          </p:grpSp>
          <p:grpSp>
            <p:nvGrpSpPr>
              <p:cNvPr id="72" name="Group 71">
                <a:extLst>
                  <a:ext uri="{FF2B5EF4-FFF2-40B4-BE49-F238E27FC236}">
                    <a16:creationId xmlns:a16="http://schemas.microsoft.com/office/drawing/2014/main" id="{CF532CFF-16F4-8840-95A6-EABE104F4401}"/>
                  </a:ext>
                </a:extLst>
              </p:cNvPr>
              <p:cNvGrpSpPr/>
              <p:nvPr/>
            </p:nvGrpSpPr>
            <p:grpSpPr>
              <a:xfrm rot="5400000">
                <a:off x="742801" y="4420692"/>
                <a:ext cx="609603" cy="150219"/>
                <a:chOff x="5378571" y="5655686"/>
                <a:chExt cx="2232016" cy="587169"/>
              </a:xfrm>
            </p:grpSpPr>
            <p:cxnSp>
              <p:nvCxnSpPr>
                <p:cNvPr id="77" name="Straight Connector 76">
                  <a:extLst>
                    <a:ext uri="{FF2B5EF4-FFF2-40B4-BE49-F238E27FC236}">
                      <a16:creationId xmlns:a16="http://schemas.microsoft.com/office/drawing/2014/main" id="{BF6EB31F-B9D5-1742-922D-93463928DA3B}"/>
                    </a:ext>
                  </a:extLst>
                </p:cNvPr>
                <p:cNvCxnSpPr>
                  <a:cxnSpLocks/>
                </p:cNvCxnSpPr>
                <p:nvPr/>
              </p:nvCxnSpPr>
              <p:spPr bwMode="auto">
                <a:xfrm rot="16200000">
                  <a:off x="7409742" y="5745099"/>
                  <a:ext cx="0" cy="401691"/>
                </a:xfrm>
                <a:prstGeom prst="line">
                  <a:avLst/>
                </a:prstGeom>
                <a:solidFill>
                  <a:schemeClr val="accent1"/>
                </a:solidFill>
                <a:ln w="12700" cap="rnd" cmpd="sng" algn="ctr">
                  <a:solidFill>
                    <a:schemeClr val="tx1"/>
                  </a:solidFill>
                  <a:prstDash val="solid"/>
                  <a:round/>
                  <a:headEnd type="none" w="med" len="med"/>
                  <a:tailEnd type="none" w="med" len="med"/>
                </a:ln>
                <a:effectLst/>
              </p:spPr>
            </p:cxnSp>
            <p:cxnSp>
              <p:nvCxnSpPr>
                <p:cNvPr id="78" name="Straight Connector 77">
                  <a:extLst>
                    <a:ext uri="{FF2B5EF4-FFF2-40B4-BE49-F238E27FC236}">
                      <a16:creationId xmlns:a16="http://schemas.microsoft.com/office/drawing/2014/main" id="{FC144EE3-49CA-AB42-9DE0-47FCBDEFED0C}"/>
                    </a:ext>
                  </a:extLst>
                </p:cNvPr>
                <p:cNvCxnSpPr>
                  <a:cxnSpLocks/>
                </p:cNvCxnSpPr>
                <p:nvPr/>
              </p:nvCxnSpPr>
              <p:spPr bwMode="auto">
                <a:xfrm rot="16200000">
                  <a:off x="6069892" y="5105007"/>
                  <a:ext cx="0" cy="1382641"/>
                </a:xfrm>
                <a:prstGeom prst="line">
                  <a:avLst/>
                </a:prstGeom>
                <a:solidFill>
                  <a:schemeClr val="accent1"/>
                </a:solidFill>
                <a:ln w="12700" cap="rnd" cmpd="sng" algn="ctr">
                  <a:solidFill>
                    <a:schemeClr val="tx1"/>
                  </a:solidFill>
                  <a:prstDash val="solid"/>
                  <a:round/>
                  <a:headEnd type="none" w="med" len="med"/>
                  <a:tailEnd type="none" w="med" len="med"/>
                </a:ln>
                <a:effectLst/>
              </p:spPr>
            </p:cxnSp>
            <p:cxnSp>
              <p:nvCxnSpPr>
                <p:cNvPr id="79" name="Straight Connector 78">
                  <a:extLst>
                    <a:ext uri="{FF2B5EF4-FFF2-40B4-BE49-F238E27FC236}">
                      <a16:creationId xmlns:a16="http://schemas.microsoft.com/office/drawing/2014/main" id="{35F46830-E512-F64B-B7DC-BAEF6D8840D5}"/>
                    </a:ext>
                  </a:extLst>
                </p:cNvPr>
                <p:cNvCxnSpPr>
                  <a:cxnSpLocks/>
                </p:cNvCxnSpPr>
                <p:nvPr/>
              </p:nvCxnSpPr>
              <p:spPr bwMode="auto">
                <a:xfrm rot="16200000">
                  <a:off x="6348890" y="5677583"/>
                  <a:ext cx="0" cy="824641"/>
                </a:xfrm>
                <a:prstGeom prst="line">
                  <a:avLst/>
                </a:prstGeom>
                <a:solidFill>
                  <a:schemeClr val="accent1"/>
                </a:solidFill>
                <a:ln w="12700" cap="rnd" cmpd="sng" algn="ctr">
                  <a:solidFill>
                    <a:schemeClr val="tx1"/>
                  </a:solidFill>
                  <a:prstDash val="solid"/>
                  <a:round/>
                  <a:headEnd type="none" w="med" len="med"/>
                  <a:tailEnd type="none" w="med" len="med"/>
                </a:ln>
                <a:effectLst/>
              </p:spPr>
            </p:cxnSp>
            <p:sp>
              <p:nvSpPr>
                <p:cNvPr id="80" name="Freeform 79">
                  <a:extLst>
                    <a:ext uri="{FF2B5EF4-FFF2-40B4-BE49-F238E27FC236}">
                      <a16:creationId xmlns:a16="http://schemas.microsoft.com/office/drawing/2014/main" id="{24EC6780-CD71-594A-96D5-570D65962DF5}"/>
                    </a:ext>
                  </a:extLst>
                </p:cNvPr>
                <p:cNvSpPr/>
                <p:nvPr/>
              </p:nvSpPr>
              <p:spPr bwMode="auto">
                <a:xfrm>
                  <a:off x="6574688" y="5655686"/>
                  <a:ext cx="634218" cy="587169"/>
                </a:xfrm>
                <a:custGeom>
                  <a:avLst/>
                  <a:gdLst>
                    <a:gd name="connsiteX0" fmla="*/ 0 w 627888"/>
                    <a:gd name="connsiteY0" fmla="*/ 0 h 579120"/>
                    <a:gd name="connsiteX1" fmla="*/ 207264 w 627888"/>
                    <a:gd name="connsiteY1" fmla="*/ 286512 h 579120"/>
                    <a:gd name="connsiteX2" fmla="*/ 0 w 627888"/>
                    <a:gd name="connsiteY2" fmla="*/ 579120 h 579120"/>
                    <a:gd name="connsiteX3" fmla="*/ 365760 w 627888"/>
                    <a:gd name="connsiteY3" fmla="*/ 573024 h 579120"/>
                    <a:gd name="connsiteX4" fmla="*/ 627888 w 627888"/>
                    <a:gd name="connsiteY4" fmla="*/ 292608 h 579120"/>
                    <a:gd name="connsiteX5" fmla="*/ 390144 w 627888"/>
                    <a:gd name="connsiteY5" fmla="*/ 6096 h 579120"/>
                    <a:gd name="connsiteX6" fmla="*/ 0 w 627888"/>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46520"/>
                    <a:gd name="connsiteY0" fmla="*/ 0 h 579120"/>
                    <a:gd name="connsiteX1" fmla="*/ 209962 w 646520"/>
                    <a:gd name="connsiteY1" fmla="*/ 286512 h 579120"/>
                    <a:gd name="connsiteX2" fmla="*/ 2698 w 646520"/>
                    <a:gd name="connsiteY2" fmla="*/ 579120 h 579120"/>
                    <a:gd name="connsiteX3" fmla="*/ 368458 w 646520"/>
                    <a:gd name="connsiteY3" fmla="*/ 573024 h 579120"/>
                    <a:gd name="connsiteX4" fmla="*/ 630586 w 646520"/>
                    <a:gd name="connsiteY4" fmla="*/ 292608 h 579120"/>
                    <a:gd name="connsiteX5" fmla="*/ 392842 w 646520"/>
                    <a:gd name="connsiteY5" fmla="*/ 6096 h 579120"/>
                    <a:gd name="connsiteX6" fmla="*/ 2698 w 646520"/>
                    <a:gd name="connsiteY6" fmla="*/ 0 h 579120"/>
                    <a:gd name="connsiteX0" fmla="*/ 2698 w 646520"/>
                    <a:gd name="connsiteY0" fmla="*/ 51141 h 630261"/>
                    <a:gd name="connsiteX1" fmla="*/ 209962 w 646520"/>
                    <a:gd name="connsiteY1" fmla="*/ 337653 h 630261"/>
                    <a:gd name="connsiteX2" fmla="*/ 2698 w 646520"/>
                    <a:gd name="connsiteY2" fmla="*/ 630261 h 630261"/>
                    <a:gd name="connsiteX3" fmla="*/ 368458 w 646520"/>
                    <a:gd name="connsiteY3" fmla="*/ 624165 h 630261"/>
                    <a:gd name="connsiteX4" fmla="*/ 630586 w 646520"/>
                    <a:gd name="connsiteY4" fmla="*/ 343749 h 630261"/>
                    <a:gd name="connsiteX5" fmla="*/ 392842 w 646520"/>
                    <a:gd name="connsiteY5" fmla="*/ 57237 h 630261"/>
                    <a:gd name="connsiteX6" fmla="*/ 2698 w 646520"/>
                    <a:gd name="connsiteY6" fmla="*/ 51141 h 630261"/>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1455 h 600575"/>
                    <a:gd name="connsiteX1" fmla="*/ 209962 w 646520"/>
                    <a:gd name="connsiteY1" fmla="*/ 307967 h 600575"/>
                    <a:gd name="connsiteX2" fmla="*/ 2698 w 646520"/>
                    <a:gd name="connsiteY2" fmla="*/ 600575 h 600575"/>
                    <a:gd name="connsiteX3" fmla="*/ 368458 w 646520"/>
                    <a:gd name="connsiteY3" fmla="*/ 594479 h 600575"/>
                    <a:gd name="connsiteX4" fmla="*/ 630586 w 646520"/>
                    <a:gd name="connsiteY4" fmla="*/ 314063 h 600575"/>
                    <a:gd name="connsiteX5" fmla="*/ 392842 w 646520"/>
                    <a:gd name="connsiteY5" fmla="*/ 27551 h 600575"/>
                    <a:gd name="connsiteX6" fmla="*/ 2698 w 646520"/>
                    <a:gd name="connsiteY6" fmla="*/ 21455 h 600575"/>
                    <a:gd name="connsiteX0" fmla="*/ 2698 w 630586"/>
                    <a:gd name="connsiteY0" fmla="*/ 21455 h 600575"/>
                    <a:gd name="connsiteX1" fmla="*/ 209962 w 630586"/>
                    <a:gd name="connsiteY1" fmla="*/ 307967 h 600575"/>
                    <a:gd name="connsiteX2" fmla="*/ 2698 w 630586"/>
                    <a:gd name="connsiteY2" fmla="*/ 600575 h 600575"/>
                    <a:gd name="connsiteX3" fmla="*/ 368458 w 630586"/>
                    <a:gd name="connsiteY3" fmla="*/ 594479 h 600575"/>
                    <a:gd name="connsiteX4" fmla="*/ 630586 w 630586"/>
                    <a:gd name="connsiteY4" fmla="*/ 314063 h 600575"/>
                    <a:gd name="connsiteX5" fmla="*/ 392842 w 630586"/>
                    <a:gd name="connsiteY5" fmla="*/ 27551 h 600575"/>
                    <a:gd name="connsiteX6" fmla="*/ 2698 w 630586"/>
                    <a:gd name="connsiteY6" fmla="*/ 21455 h 600575"/>
                    <a:gd name="connsiteX0" fmla="*/ 2698 w 631527"/>
                    <a:gd name="connsiteY0" fmla="*/ 21455 h 600575"/>
                    <a:gd name="connsiteX1" fmla="*/ 209962 w 631527"/>
                    <a:gd name="connsiteY1" fmla="*/ 307967 h 600575"/>
                    <a:gd name="connsiteX2" fmla="*/ 2698 w 631527"/>
                    <a:gd name="connsiteY2" fmla="*/ 600575 h 600575"/>
                    <a:gd name="connsiteX3" fmla="*/ 301402 w 631527"/>
                    <a:gd name="connsiteY3" fmla="*/ 600575 h 600575"/>
                    <a:gd name="connsiteX4" fmla="*/ 630586 w 631527"/>
                    <a:gd name="connsiteY4" fmla="*/ 314063 h 600575"/>
                    <a:gd name="connsiteX5" fmla="*/ 392842 w 631527"/>
                    <a:gd name="connsiteY5" fmla="*/ 27551 h 600575"/>
                    <a:gd name="connsiteX6" fmla="*/ 2698 w 631527"/>
                    <a:gd name="connsiteY6" fmla="*/ 21455 h 600575"/>
                    <a:gd name="connsiteX0" fmla="*/ 2698 w 631527"/>
                    <a:gd name="connsiteY0" fmla="*/ 21455 h 602832"/>
                    <a:gd name="connsiteX1" fmla="*/ 209962 w 631527"/>
                    <a:gd name="connsiteY1" fmla="*/ 307967 h 602832"/>
                    <a:gd name="connsiteX2" fmla="*/ 2698 w 631527"/>
                    <a:gd name="connsiteY2" fmla="*/ 600575 h 602832"/>
                    <a:gd name="connsiteX3" fmla="*/ 301402 w 631527"/>
                    <a:gd name="connsiteY3" fmla="*/ 600575 h 602832"/>
                    <a:gd name="connsiteX4" fmla="*/ 630586 w 631527"/>
                    <a:gd name="connsiteY4" fmla="*/ 314063 h 602832"/>
                    <a:gd name="connsiteX5" fmla="*/ 392842 w 631527"/>
                    <a:gd name="connsiteY5" fmla="*/ 27551 h 602832"/>
                    <a:gd name="connsiteX6" fmla="*/ 2698 w 631527"/>
                    <a:gd name="connsiteY6" fmla="*/ 21455 h 602832"/>
                    <a:gd name="connsiteX0" fmla="*/ 2698 w 630586"/>
                    <a:gd name="connsiteY0" fmla="*/ 21455 h 602832"/>
                    <a:gd name="connsiteX1" fmla="*/ 209962 w 630586"/>
                    <a:gd name="connsiteY1" fmla="*/ 307967 h 602832"/>
                    <a:gd name="connsiteX2" fmla="*/ 2698 w 630586"/>
                    <a:gd name="connsiteY2" fmla="*/ 600575 h 602832"/>
                    <a:gd name="connsiteX3" fmla="*/ 301402 w 630586"/>
                    <a:gd name="connsiteY3" fmla="*/ 600575 h 602832"/>
                    <a:gd name="connsiteX4" fmla="*/ 630586 w 630586"/>
                    <a:gd name="connsiteY4" fmla="*/ 314063 h 602832"/>
                    <a:gd name="connsiteX5" fmla="*/ 301402 w 630586"/>
                    <a:gd name="connsiteY5" fmla="*/ 27551 h 602832"/>
                    <a:gd name="connsiteX6" fmla="*/ 2698 w 630586"/>
                    <a:gd name="connsiteY6" fmla="*/ 21455 h 602832"/>
                    <a:gd name="connsiteX0" fmla="*/ 2698 w 630586"/>
                    <a:gd name="connsiteY0" fmla="*/ 20123 h 601500"/>
                    <a:gd name="connsiteX1" fmla="*/ 209962 w 630586"/>
                    <a:gd name="connsiteY1" fmla="*/ 306635 h 601500"/>
                    <a:gd name="connsiteX2" fmla="*/ 2698 w 630586"/>
                    <a:gd name="connsiteY2" fmla="*/ 599243 h 601500"/>
                    <a:gd name="connsiteX3" fmla="*/ 301402 w 630586"/>
                    <a:gd name="connsiteY3" fmla="*/ 599243 h 601500"/>
                    <a:gd name="connsiteX4" fmla="*/ 630586 w 630586"/>
                    <a:gd name="connsiteY4" fmla="*/ 312731 h 601500"/>
                    <a:gd name="connsiteX5" fmla="*/ 301402 w 630586"/>
                    <a:gd name="connsiteY5" fmla="*/ 26219 h 601500"/>
                    <a:gd name="connsiteX6" fmla="*/ 2698 w 630586"/>
                    <a:gd name="connsiteY6" fmla="*/ 20123 h 601500"/>
                    <a:gd name="connsiteX0" fmla="*/ 2146 w 630034"/>
                    <a:gd name="connsiteY0" fmla="*/ 20123 h 601500"/>
                    <a:gd name="connsiteX1" fmla="*/ 209410 w 630034"/>
                    <a:gd name="connsiteY1" fmla="*/ 306635 h 601500"/>
                    <a:gd name="connsiteX2" fmla="*/ 2146 w 630034"/>
                    <a:gd name="connsiteY2" fmla="*/ 599243 h 601500"/>
                    <a:gd name="connsiteX3" fmla="*/ 300850 w 630034"/>
                    <a:gd name="connsiteY3" fmla="*/ 599243 h 601500"/>
                    <a:gd name="connsiteX4" fmla="*/ 630034 w 630034"/>
                    <a:gd name="connsiteY4" fmla="*/ 312731 h 601500"/>
                    <a:gd name="connsiteX5" fmla="*/ 300850 w 630034"/>
                    <a:gd name="connsiteY5" fmla="*/ 26219 h 601500"/>
                    <a:gd name="connsiteX6" fmla="*/ 2146 w 630034"/>
                    <a:gd name="connsiteY6" fmla="*/ 20123 h 601500"/>
                    <a:gd name="connsiteX0" fmla="*/ 6215 w 634103"/>
                    <a:gd name="connsiteY0" fmla="*/ 3947 h 585324"/>
                    <a:gd name="connsiteX1" fmla="*/ 213479 w 634103"/>
                    <a:gd name="connsiteY1" fmla="*/ 290459 h 585324"/>
                    <a:gd name="connsiteX2" fmla="*/ 6215 w 634103"/>
                    <a:gd name="connsiteY2" fmla="*/ 583067 h 585324"/>
                    <a:gd name="connsiteX3" fmla="*/ 304919 w 634103"/>
                    <a:gd name="connsiteY3" fmla="*/ 583067 h 585324"/>
                    <a:gd name="connsiteX4" fmla="*/ 634103 w 634103"/>
                    <a:gd name="connsiteY4" fmla="*/ 296555 h 585324"/>
                    <a:gd name="connsiteX5" fmla="*/ 304919 w 634103"/>
                    <a:gd name="connsiteY5" fmla="*/ 10043 h 585324"/>
                    <a:gd name="connsiteX6" fmla="*/ 6215 w 634103"/>
                    <a:gd name="connsiteY6" fmla="*/ 3947 h 585324"/>
                    <a:gd name="connsiteX0" fmla="*/ 6624 w 634512"/>
                    <a:gd name="connsiteY0" fmla="*/ 3947 h 585324"/>
                    <a:gd name="connsiteX1" fmla="*/ 213888 w 634512"/>
                    <a:gd name="connsiteY1" fmla="*/ 290459 h 585324"/>
                    <a:gd name="connsiteX2" fmla="*/ 6624 w 634512"/>
                    <a:gd name="connsiteY2" fmla="*/ 583067 h 585324"/>
                    <a:gd name="connsiteX3" fmla="*/ 305328 w 634512"/>
                    <a:gd name="connsiteY3" fmla="*/ 583067 h 585324"/>
                    <a:gd name="connsiteX4" fmla="*/ 634512 w 634512"/>
                    <a:gd name="connsiteY4" fmla="*/ 296555 h 585324"/>
                    <a:gd name="connsiteX5" fmla="*/ 305328 w 634512"/>
                    <a:gd name="connsiteY5" fmla="*/ 10043 h 585324"/>
                    <a:gd name="connsiteX6" fmla="*/ 6624 w 634512"/>
                    <a:gd name="connsiteY6" fmla="*/ 3947 h 585324"/>
                    <a:gd name="connsiteX0" fmla="*/ 6624 w 634644"/>
                    <a:gd name="connsiteY0" fmla="*/ 18301 h 599678"/>
                    <a:gd name="connsiteX1" fmla="*/ 213888 w 634644"/>
                    <a:gd name="connsiteY1" fmla="*/ 304813 h 599678"/>
                    <a:gd name="connsiteX2" fmla="*/ 6624 w 634644"/>
                    <a:gd name="connsiteY2" fmla="*/ 597421 h 599678"/>
                    <a:gd name="connsiteX3" fmla="*/ 305328 w 634644"/>
                    <a:gd name="connsiteY3" fmla="*/ 597421 h 599678"/>
                    <a:gd name="connsiteX4" fmla="*/ 634512 w 634644"/>
                    <a:gd name="connsiteY4" fmla="*/ 310909 h 599678"/>
                    <a:gd name="connsiteX5" fmla="*/ 268752 w 634644"/>
                    <a:gd name="connsiteY5" fmla="*/ 30493 h 599678"/>
                    <a:gd name="connsiteX6" fmla="*/ 6624 w 634644"/>
                    <a:gd name="connsiteY6" fmla="*/ 18301 h 599678"/>
                    <a:gd name="connsiteX0" fmla="*/ 6624 w 634644"/>
                    <a:gd name="connsiteY0" fmla="*/ 23735 h 605112"/>
                    <a:gd name="connsiteX1" fmla="*/ 213888 w 634644"/>
                    <a:gd name="connsiteY1" fmla="*/ 310247 h 605112"/>
                    <a:gd name="connsiteX2" fmla="*/ 6624 w 634644"/>
                    <a:gd name="connsiteY2" fmla="*/ 602855 h 605112"/>
                    <a:gd name="connsiteX3" fmla="*/ 305328 w 634644"/>
                    <a:gd name="connsiteY3" fmla="*/ 602855 h 605112"/>
                    <a:gd name="connsiteX4" fmla="*/ 634512 w 634644"/>
                    <a:gd name="connsiteY4" fmla="*/ 316343 h 605112"/>
                    <a:gd name="connsiteX5" fmla="*/ 268752 w 634644"/>
                    <a:gd name="connsiteY5" fmla="*/ 35927 h 605112"/>
                    <a:gd name="connsiteX6" fmla="*/ 6624 w 634644"/>
                    <a:gd name="connsiteY6" fmla="*/ 23735 h 605112"/>
                    <a:gd name="connsiteX0" fmla="*/ 6624 w 634577"/>
                    <a:gd name="connsiteY0" fmla="*/ 17614 h 598991"/>
                    <a:gd name="connsiteX1" fmla="*/ 213888 w 634577"/>
                    <a:gd name="connsiteY1" fmla="*/ 304126 h 598991"/>
                    <a:gd name="connsiteX2" fmla="*/ 6624 w 634577"/>
                    <a:gd name="connsiteY2" fmla="*/ 596734 h 598991"/>
                    <a:gd name="connsiteX3" fmla="*/ 305328 w 634577"/>
                    <a:gd name="connsiteY3" fmla="*/ 596734 h 598991"/>
                    <a:gd name="connsiteX4" fmla="*/ 634512 w 634577"/>
                    <a:gd name="connsiteY4" fmla="*/ 310222 h 598991"/>
                    <a:gd name="connsiteX5" fmla="*/ 329712 w 634577"/>
                    <a:gd name="connsiteY5" fmla="*/ 48094 h 598991"/>
                    <a:gd name="connsiteX6" fmla="*/ 6624 w 634577"/>
                    <a:gd name="connsiteY6" fmla="*/ 17614 h 598991"/>
                    <a:gd name="connsiteX0" fmla="*/ 6624 w 634575"/>
                    <a:gd name="connsiteY0" fmla="*/ 21507 h 602884"/>
                    <a:gd name="connsiteX1" fmla="*/ 213888 w 634575"/>
                    <a:gd name="connsiteY1" fmla="*/ 308019 h 602884"/>
                    <a:gd name="connsiteX2" fmla="*/ 6624 w 634575"/>
                    <a:gd name="connsiteY2" fmla="*/ 600627 h 602884"/>
                    <a:gd name="connsiteX3" fmla="*/ 305328 w 634575"/>
                    <a:gd name="connsiteY3" fmla="*/ 600627 h 602884"/>
                    <a:gd name="connsiteX4" fmla="*/ 634512 w 634575"/>
                    <a:gd name="connsiteY4" fmla="*/ 314115 h 602884"/>
                    <a:gd name="connsiteX5" fmla="*/ 329712 w 634575"/>
                    <a:gd name="connsiteY5" fmla="*/ 51987 h 602884"/>
                    <a:gd name="connsiteX6" fmla="*/ 6624 w 634575"/>
                    <a:gd name="connsiteY6" fmla="*/ 21507 h 602884"/>
                    <a:gd name="connsiteX0" fmla="*/ 6624 w 634575"/>
                    <a:gd name="connsiteY0" fmla="*/ 21507 h 619140"/>
                    <a:gd name="connsiteX1" fmla="*/ 213888 w 634575"/>
                    <a:gd name="connsiteY1" fmla="*/ 308019 h 619140"/>
                    <a:gd name="connsiteX2" fmla="*/ 6624 w 634575"/>
                    <a:gd name="connsiteY2" fmla="*/ 600627 h 619140"/>
                    <a:gd name="connsiteX3" fmla="*/ 305328 w 634575"/>
                    <a:gd name="connsiteY3" fmla="*/ 600627 h 619140"/>
                    <a:gd name="connsiteX4" fmla="*/ 634512 w 634575"/>
                    <a:gd name="connsiteY4" fmla="*/ 314115 h 619140"/>
                    <a:gd name="connsiteX5" fmla="*/ 329712 w 634575"/>
                    <a:gd name="connsiteY5" fmla="*/ 51987 h 619140"/>
                    <a:gd name="connsiteX6" fmla="*/ 6624 w 634575"/>
                    <a:gd name="connsiteY6" fmla="*/ 21507 h 619140"/>
                    <a:gd name="connsiteX0" fmla="*/ 6624 w 634531"/>
                    <a:gd name="connsiteY0" fmla="*/ 21507 h 607159"/>
                    <a:gd name="connsiteX1" fmla="*/ 213888 w 634531"/>
                    <a:gd name="connsiteY1" fmla="*/ 308019 h 607159"/>
                    <a:gd name="connsiteX2" fmla="*/ 6624 w 634531"/>
                    <a:gd name="connsiteY2" fmla="*/ 600627 h 607159"/>
                    <a:gd name="connsiteX3" fmla="*/ 341904 w 634531"/>
                    <a:gd name="connsiteY3" fmla="*/ 582339 h 607159"/>
                    <a:gd name="connsiteX4" fmla="*/ 634512 w 634531"/>
                    <a:gd name="connsiteY4" fmla="*/ 314115 h 607159"/>
                    <a:gd name="connsiteX5" fmla="*/ 329712 w 634531"/>
                    <a:gd name="connsiteY5" fmla="*/ 51987 h 607159"/>
                    <a:gd name="connsiteX6" fmla="*/ 6624 w 634531"/>
                    <a:gd name="connsiteY6" fmla="*/ 21507 h 607159"/>
                    <a:gd name="connsiteX0" fmla="*/ 6624 w 634516"/>
                    <a:gd name="connsiteY0" fmla="*/ 21507 h 600822"/>
                    <a:gd name="connsiteX1" fmla="*/ 213888 w 634516"/>
                    <a:gd name="connsiteY1" fmla="*/ 308019 h 600822"/>
                    <a:gd name="connsiteX2" fmla="*/ 6624 w 634516"/>
                    <a:gd name="connsiteY2" fmla="*/ 600627 h 600822"/>
                    <a:gd name="connsiteX3" fmla="*/ 335808 w 634516"/>
                    <a:gd name="connsiteY3" fmla="*/ 564051 h 600822"/>
                    <a:gd name="connsiteX4" fmla="*/ 634512 w 634516"/>
                    <a:gd name="connsiteY4" fmla="*/ 314115 h 600822"/>
                    <a:gd name="connsiteX5" fmla="*/ 329712 w 634516"/>
                    <a:gd name="connsiteY5" fmla="*/ 51987 h 600822"/>
                    <a:gd name="connsiteX6" fmla="*/ 6624 w 634516"/>
                    <a:gd name="connsiteY6" fmla="*/ 21507 h 600822"/>
                    <a:gd name="connsiteX0" fmla="*/ 6624 w 634516"/>
                    <a:gd name="connsiteY0" fmla="*/ 20598 h 599913"/>
                    <a:gd name="connsiteX1" fmla="*/ 213888 w 634516"/>
                    <a:gd name="connsiteY1" fmla="*/ 307110 h 599913"/>
                    <a:gd name="connsiteX2" fmla="*/ 6624 w 634516"/>
                    <a:gd name="connsiteY2" fmla="*/ 599718 h 599913"/>
                    <a:gd name="connsiteX3" fmla="*/ 335808 w 634516"/>
                    <a:gd name="connsiteY3" fmla="*/ 563142 h 599913"/>
                    <a:gd name="connsiteX4" fmla="*/ 634512 w 634516"/>
                    <a:gd name="connsiteY4" fmla="*/ 313206 h 599913"/>
                    <a:gd name="connsiteX5" fmla="*/ 329712 w 634516"/>
                    <a:gd name="connsiteY5" fmla="*/ 51078 h 599913"/>
                    <a:gd name="connsiteX6" fmla="*/ 6624 w 634516"/>
                    <a:gd name="connsiteY6" fmla="*/ 20598 h 599913"/>
                    <a:gd name="connsiteX0" fmla="*/ 6624 w 634516"/>
                    <a:gd name="connsiteY0" fmla="*/ 22407 h 601722"/>
                    <a:gd name="connsiteX1" fmla="*/ 213888 w 634516"/>
                    <a:gd name="connsiteY1" fmla="*/ 308919 h 601722"/>
                    <a:gd name="connsiteX2" fmla="*/ 6624 w 634516"/>
                    <a:gd name="connsiteY2" fmla="*/ 601527 h 601722"/>
                    <a:gd name="connsiteX3" fmla="*/ 335808 w 634516"/>
                    <a:gd name="connsiteY3" fmla="*/ 564951 h 601722"/>
                    <a:gd name="connsiteX4" fmla="*/ 634512 w 634516"/>
                    <a:gd name="connsiteY4" fmla="*/ 315015 h 601722"/>
                    <a:gd name="connsiteX5" fmla="*/ 329712 w 634516"/>
                    <a:gd name="connsiteY5" fmla="*/ 52887 h 601722"/>
                    <a:gd name="connsiteX6" fmla="*/ 6624 w 634516"/>
                    <a:gd name="connsiteY6" fmla="*/ 22407 h 601722"/>
                    <a:gd name="connsiteX0" fmla="*/ 6624 w 634516"/>
                    <a:gd name="connsiteY0" fmla="*/ 8163 h 587478"/>
                    <a:gd name="connsiteX1" fmla="*/ 213888 w 634516"/>
                    <a:gd name="connsiteY1" fmla="*/ 294675 h 587478"/>
                    <a:gd name="connsiteX2" fmla="*/ 6624 w 634516"/>
                    <a:gd name="connsiteY2" fmla="*/ 587283 h 587478"/>
                    <a:gd name="connsiteX3" fmla="*/ 335808 w 634516"/>
                    <a:gd name="connsiteY3" fmla="*/ 550707 h 587478"/>
                    <a:gd name="connsiteX4" fmla="*/ 634512 w 634516"/>
                    <a:gd name="connsiteY4" fmla="*/ 300771 h 587478"/>
                    <a:gd name="connsiteX5" fmla="*/ 329712 w 634516"/>
                    <a:gd name="connsiteY5" fmla="*/ 38643 h 587478"/>
                    <a:gd name="connsiteX6" fmla="*/ 6624 w 634516"/>
                    <a:gd name="connsiteY6" fmla="*/ 8163 h 587478"/>
                    <a:gd name="connsiteX0" fmla="*/ 6288 w 634180"/>
                    <a:gd name="connsiteY0" fmla="*/ 8163 h 587686"/>
                    <a:gd name="connsiteX1" fmla="*/ 213552 w 634180"/>
                    <a:gd name="connsiteY1" fmla="*/ 294675 h 587686"/>
                    <a:gd name="connsiteX2" fmla="*/ 6288 w 634180"/>
                    <a:gd name="connsiteY2" fmla="*/ 587283 h 587686"/>
                    <a:gd name="connsiteX3" fmla="*/ 335472 w 634180"/>
                    <a:gd name="connsiteY3" fmla="*/ 550707 h 587686"/>
                    <a:gd name="connsiteX4" fmla="*/ 634176 w 634180"/>
                    <a:gd name="connsiteY4" fmla="*/ 300771 h 587686"/>
                    <a:gd name="connsiteX5" fmla="*/ 329376 w 634180"/>
                    <a:gd name="connsiteY5" fmla="*/ 38643 h 587686"/>
                    <a:gd name="connsiteX6" fmla="*/ 6288 w 634180"/>
                    <a:gd name="connsiteY6" fmla="*/ 8163 h 587686"/>
                    <a:gd name="connsiteX0" fmla="*/ 6288 w 634211"/>
                    <a:gd name="connsiteY0" fmla="*/ 8163 h 587686"/>
                    <a:gd name="connsiteX1" fmla="*/ 213552 w 634211"/>
                    <a:gd name="connsiteY1" fmla="*/ 294675 h 587686"/>
                    <a:gd name="connsiteX2" fmla="*/ 6288 w 634211"/>
                    <a:gd name="connsiteY2" fmla="*/ 587283 h 587686"/>
                    <a:gd name="connsiteX3" fmla="*/ 335472 w 634211"/>
                    <a:gd name="connsiteY3" fmla="*/ 550707 h 587686"/>
                    <a:gd name="connsiteX4" fmla="*/ 634176 w 634211"/>
                    <a:gd name="connsiteY4" fmla="*/ 300771 h 587686"/>
                    <a:gd name="connsiteX5" fmla="*/ 329376 w 634211"/>
                    <a:gd name="connsiteY5" fmla="*/ 38643 h 587686"/>
                    <a:gd name="connsiteX6" fmla="*/ 6288 w 634211"/>
                    <a:gd name="connsiteY6" fmla="*/ 8163 h 587686"/>
                    <a:gd name="connsiteX0" fmla="*/ 6288 w 634286"/>
                    <a:gd name="connsiteY0" fmla="*/ 8163 h 587686"/>
                    <a:gd name="connsiteX1" fmla="*/ 213552 w 634286"/>
                    <a:gd name="connsiteY1" fmla="*/ 294675 h 587686"/>
                    <a:gd name="connsiteX2" fmla="*/ 6288 w 634286"/>
                    <a:gd name="connsiteY2" fmla="*/ 587283 h 587686"/>
                    <a:gd name="connsiteX3" fmla="*/ 335472 w 634286"/>
                    <a:gd name="connsiteY3" fmla="*/ 550707 h 587686"/>
                    <a:gd name="connsiteX4" fmla="*/ 634176 w 634286"/>
                    <a:gd name="connsiteY4" fmla="*/ 300771 h 587686"/>
                    <a:gd name="connsiteX5" fmla="*/ 329376 w 634286"/>
                    <a:gd name="connsiteY5" fmla="*/ 38643 h 587686"/>
                    <a:gd name="connsiteX6" fmla="*/ 6288 w 634286"/>
                    <a:gd name="connsiteY6" fmla="*/ 8163 h 587686"/>
                    <a:gd name="connsiteX0" fmla="*/ 6288 w 634286"/>
                    <a:gd name="connsiteY0" fmla="*/ 4816 h 584339"/>
                    <a:gd name="connsiteX1" fmla="*/ 213552 w 634286"/>
                    <a:gd name="connsiteY1" fmla="*/ 291328 h 584339"/>
                    <a:gd name="connsiteX2" fmla="*/ 6288 w 634286"/>
                    <a:gd name="connsiteY2" fmla="*/ 583936 h 584339"/>
                    <a:gd name="connsiteX3" fmla="*/ 335472 w 634286"/>
                    <a:gd name="connsiteY3" fmla="*/ 547360 h 584339"/>
                    <a:gd name="connsiteX4" fmla="*/ 634176 w 634286"/>
                    <a:gd name="connsiteY4" fmla="*/ 297424 h 584339"/>
                    <a:gd name="connsiteX5" fmla="*/ 329376 w 634286"/>
                    <a:gd name="connsiteY5" fmla="*/ 35296 h 584339"/>
                    <a:gd name="connsiteX6" fmla="*/ 6288 w 634286"/>
                    <a:gd name="connsiteY6" fmla="*/ 4816 h 584339"/>
                    <a:gd name="connsiteX0" fmla="*/ 6288 w 634210"/>
                    <a:gd name="connsiteY0" fmla="*/ 14826 h 594349"/>
                    <a:gd name="connsiteX1" fmla="*/ 213552 w 634210"/>
                    <a:gd name="connsiteY1" fmla="*/ 301338 h 594349"/>
                    <a:gd name="connsiteX2" fmla="*/ 6288 w 634210"/>
                    <a:gd name="connsiteY2" fmla="*/ 593946 h 594349"/>
                    <a:gd name="connsiteX3" fmla="*/ 335472 w 634210"/>
                    <a:gd name="connsiteY3" fmla="*/ 557370 h 594349"/>
                    <a:gd name="connsiteX4" fmla="*/ 634176 w 634210"/>
                    <a:gd name="connsiteY4" fmla="*/ 307434 h 594349"/>
                    <a:gd name="connsiteX5" fmla="*/ 353545 w 634210"/>
                    <a:gd name="connsiteY5" fmla="*/ 57390 h 594349"/>
                    <a:gd name="connsiteX6" fmla="*/ 6288 w 634210"/>
                    <a:gd name="connsiteY6" fmla="*/ 14826 h 594349"/>
                    <a:gd name="connsiteX0" fmla="*/ 6288 w 634210"/>
                    <a:gd name="connsiteY0" fmla="*/ 4846 h 584369"/>
                    <a:gd name="connsiteX1" fmla="*/ 213552 w 634210"/>
                    <a:gd name="connsiteY1" fmla="*/ 291358 h 584369"/>
                    <a:gd name="connsiteX2" fmla="*/ 6288 w 634210"/>
                    <a:gd name="connsiteY2" fmla="*/ 583966 h 584369"/>
                    <a:gd name="connsiteX3" fmla="*/ 335472 w 634210"/>
                    <a:gd name="connsiteY3" fmla="*/ 547390 h 584369"/>
                    <a:gd name="connsiteX4" fmla="*/ 634176 w 634210"/>
                    <a:gd name="connsiteY4" fmla="*/ 297454 h 584369"/>
                    <a:gd name="connsiteX5" fmla="*/ 353545 w 634210"/>
                    <a:gd name="connsiteY5" fmla="*/ 47410 h 584369"/>
                    <a:gd name="connsiteX6" fmla="*/ 6288 w 634210"/>
                    <a:gd name="connsiteY6" fmla="*/ 4846 h 584369"/>
                    <a:gd name="connsiteX0" fmla="*/ 6288 w 634210"/>
                    <a:gd name="connsiteY0" fmla="*/ 4415 h 583938"/>
                    <a:gd name="connsiteX1" fmla="*/ 213552 w 634210"/>
                    <a:gd name="connsiteY1" fmla="*/ 290927 h 583938"/>
                    <a:gd name="connsiteX2" fmla="*/ 6288 w 634210"/>
                    <a:gd name="connsiteY2" fmla="*/ 583535 h 583938"/>
                    <a:gd name="connsiteX3" fmla="*/ 335472 w 634210"/>
                    <a:gd name="connsiteY3" fmla="*/ 546959 h 583938"/>
                    <a:gd name="connsiteX4" fmla="*/ 634176 w 634210"/>
                    <a:gd name="connsiteY4" fmla="*/ 297023 h 583938"/>
                    <a:gd name="connsiteX5" fmla="*/ 353545 w 634210"/>
                    <a:gd name="connsiteY5" fmla="*/ 46979 h 583938"/>
                    <a:gd name="connsiteX6" fmla="*/ 6288 w 634210"/>
                    <a:gd name="connsiteY6" fmla="*/ 4415 h 583938"/>
                    <a:gd name="connsiteX0" fmla="*/ 6288 w 634210"/>
                    <a:gd name="connsiteY0" fmla="*/ 5419 h 584942"/>
                    <a:gd name="connsiteX1" fmla="*/ 213552 w 634210"/>
                    <a:gd name="connsiteY1" fmla="*/ 291931 h 584942"/>
                    <a:gd name="connsiteX2" fmla="*/ 6288 w 634210"/>
                    <a:gd name="connsiteY2" fmla="*/ 584539 h 584942"/>
                    <a:gd name="connsiteX3" fmla="*/ 335472 w 634210"/>
                    <a:gd name="connsiteY3" fmla="*/ 547963 h 584942"/>
                    <a:gd name="connsiteX4" fmla="*/ 634176 w 634210"/>
                    <a:gd name="connsiteY4" fmla="*/ 298027 h 584942"/>
                    <a:gd name="connsiteX5" fmla="*/ 353545 w 634210"/>
                    <a:gd name="connsiteY5" fmla="*/ 47983 h 584942"/>
                    <a:gd name="connsiteX6" fmla="*/ 6288 w 634210"/>
                    <a:gd name="connsiteY6" fmla="*/ 5419 h 584942"/>
                    <a:gd name="connsiteX0" fmla="*/ 6288 w 634218"/>
                    <a:gd name="connsiteY0" fmla="*/ 7646 h 587169"/>
                    <a:gd name="connsiteX1" fmla="*/ 213552 w 634218"/>
                    <a:gd name="connsiteY1" fmla="*/ 294158 h 587169"/>
                    <a:gd name="connsiteX2" fmla="*/ 6288 w 634218"/>
                    <a:gd name="connsiteY2" fmla="*/ 586766 h 587169"/>
                    <a:gd name="connsiteX3" fmla="*/ 335472 w 634218"/>
                    <a:gd name="connsiteY3" fmla="*/ 550190 h 587169"/>
                    <a:gd name="connsiteX4" fmla="*/ 634176 w 634218"/>
                    <a:gd name="connsiteY4" fmla="*/ 300254 h 587169"/>
                    <a:gd name="connsiteX5" fmla="*/ 353545 w 634218"/>
                    <a:gd name="connsiteY5" fmla="*/ 50210 h 587169"/>
                    <a:gd name="connsiteX6" fmla="*/ 6288 w 634218"/>
                    <a:gd name="connsiteY6" fmla="*/ 7646 h 587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4218" h="587169">
                      <a:moveTo>
                        <a:pt x="6288" y="7646"/>
                      </a:moveTo>
                      <a:cubicBezTo>
                        <a:pt x="-1402" y="17865"/>
                        <a:pt x="197440" y="80821"/>
                        <a:pt x="213552" y="294158"/>
                      </a:cubicBezTo>
                      <a:cubicBezTo>
                        <a:pt x="229664" y="507495"/>
                        <a:pt x="-44512" y="593878"/>
                        <a:pt x="6288" y="586766"/>
                      </a:cubicBezTo>
                      <a:cubicBezTo>
                        <a:pt x="105856" y="586766"/>
                        <a:pt x="200344" y="591846"/>
                        <a:pt x="335472" y="550190"/>
                      </a:cubicBezTo>
                      <a:cubicBezTo>
                        <a:pt x="470600" y="508534"/>
                        <a:pt x="631164" y="383584"/>
                        <a:pt x="634176" y="300254"/>
                      </a:cubicBezTo>
                      <a:cubicBezTo>
                        <a:pt x="637188" y="216924"/>
                        <a:pt x="479500" y="97260"/>
                        <a:pt x="353545" y="50210"/>
                      </a:cubicBezTo>
                      <a:cubicBezTo>
                        <a:pt x="227590" y="3160"/>
                        <a:pt x="19803" y="-10314"/>
                        <a:pt x="6288" y="7646"/>
                      </a:cubicBezTo>
                      <a:close/>
                    </a:path>
                  </a:pathLst>
                </a:custGeom>
                <a:solidFill>
                  <a:schemeClr val="bg1"/>
                </a:solidFill>
                <a:ln w="12700" cap="rnd"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r"/>
                  <a:endParaRPr lang="en-CN" sz="6000">
                    <a:solidFill>
                      <a:schemeClr val="tx1"/>
                    </a:solidFill>
                  </a:endParaRPr>
                </a:p>
              </p:txBody>
            </p:sp>
            <p:sp>
              <p:nvSpPr>
                <p:cNvPr id="81" name="Freeform 80">
                  <a:extLst>
                    <a:ext uri="{FF2B5EF4-FFF2-40B4-BE49-F238E27FC236}">
                      <a16:creationId xmlns:a16="http://schemas.microsoft.com/office/drawing/2014/main" id="{4E9E839C-5E58-374B-95C1-7E7A3663A483}"/>
                    </a:ext>
                  </a:extLst>
                </p:cNvPr>
                <p:cNvSpPr/>
                <p:nvPr/>
              </p:nvSpPr>
              <p:spPr bwMode="auto">
                <a:xfrm>
                  <a:off x="6470670" y="5701318"/>
                  <a:ext cx="223789" cy="531264"/>
                </a:xfrm>
                <a:custGeom>
                  <a:avLst/>
                  <a:gdLst>
                    <a:gd name="connsiteX0" fmla="*/ 0 w 195378"/>
                    <a:gd name="connsiteY0" fmla="*/ 0 h 541538"/>
                    <a:gd name="connsiteX1" fmla="*/ 195308 w 195378"/>
                    <a:gd name="connsiteY1" fmla="*/ 257452 h 541538"/>
                    <a:gd name="connsiteX2" fmla="*/ 17755 w 195378"/>
                    <a:gd name="connsiteY2" fmla="*/ 541538 h 541538"/>
                    <a:gd name="connsiteX0" fmla="*/ 2793 w 198102"/>
                    <a:gd name="connsiteY0" fmla="*/ 0 h 531264"/>
                    <a:gd name="connsiteX1" fmla="*/ 198101 w 198102"/>
                    <a:gd name="connsiteY1" fmla="*/ 257452 h 531264"/>
                    <a:gd name="connsiteX2" fmla="*/ 0 w 198102"/>
                    <a:gd name="connsiteY2" fmla="*/ 531264 h 531264"/>
                    <a:gd name="connsiteX0" fmla="*/ 2793 w 223788"/>
                    <a:gd name="connsiteY0" fmla="*/ 0 h 531264"/>
                    <a:gd name="connsiteX1" fmla="*/ 223787 w 223788"/>
                    <a:gd name="connsiteY1" fmla="*/ 262589 h 531264"/>
                    <a:gd name="connsiteX2" fmla="*/ 0 w 223788"/>
                    <a:gd name="connsiteY2" fmla="*/ 531264 h 531264"/>
                    <a:gd name="connsiteX0" fmla="*/ 2793 w 223902"/>
                    <a:gd name="connsiteY0" fmla="*/ 0 h 531264"/>
                    <a:gd name="connsiteX1" fmla="*/ 223787 w 223902"/>
                    <a:gd name="connsiteY1" fmla="*/ 262589 h 531264"/>
                    <a:gd name="connsiteX2" fmla="*/ 0 w 223902"/>
                    <a:gd name="connsiteY2" fmla="*/ 531264 h 531264"/>
                    <a:gd name="connsiteX0" fmla="*/ 2793 w 223934"/>
                    <a:gd name="connsiteY0" fmla="*/ 0 h 531264"/>
                    <a:gd name="connsiteX1" fmla="*/ 223787 w 223934"/>
                    <a:gd name="connsiteY1" fmla="*/ 262589 h 531264"/>
                    <a:gd name="connsiteX2" fmla="*/ 0 w 223934"/>
                    <a:gd name="connsiteY2" fmla="*/ 531264 h 531264"/>
                    <a:gd name="connsiteX0" fmla="*/ 2793 w 223927"/>
                    <a:gd name="connsiteY0" fmla="*/ 0 h 531264"/>
                    <a:gd name="connsiteX1" fmla="*/ 223787 w 223927"/>
                    <a:gd name="connsiteY1" fmla="*/ 262589 h 531264"/>
                    <a:gd name="connsiteX2" fmla="*/ 0 w 223927"/>
                    <a:gd name="connsiteY2" fmla="*/ 531264 h 531264"/>
                    <a:gd name="connsiteX0" fmla="*/ 2793 w 223927"/>
                    <a:gd name="connsiteY0" fmla="*/ 0 h 531264"/>
                    <a:gd name="connsiteX1" fmla="*/ 223787 w 223927"/>
                    <a:gd name="connsiteY1" fmla="*/ 262589 h 531264"/>
                    <a:gd name="connsiteX2" fmla="*/ 0 w 223927"/>
                    <a:gd name="connsiteY2" fmla="*/ 531264 h 531264"/>
                    <a:gd name="connsiteX0" fmla="*/ 2793 w 223789"/>
                    <a:gd name="connsiteY0" fmla="*/ 0 h 531264"/>
                    <a:gd name="connsiteX1" fmla="*/ 223787 w 223789"/>
                    <a:gd name="connsiteY1" fmla="*/ 262589 h 531264"/>
                    <a:gd name="connsiteX2" fmla="*/ 0 w 223789"/>
                    <a:gd name="connsiteY2" fmla="*/ 531264 h 531264"/>
                  </a:gdLst>
                  <a:ahLst/>
                  <a:cxnLst>
                    <a:cxn ang="0">
                      <a:pos x="connsiteX0" y="connsiteY0"/>
                    </a:cxn>
                    <a:cxn ang="0">
                      <a:pos x="connsiteX1" y="connsiteY1"/>
                    </a:cxn>
                    <a:cxn ang="0">
                      <a:pos x="connsiteX2" y="connsiteY2"/>
                    </a:cxn>
                  </a:cxnLst>
                  <a:rect l="l" t="t" r="r" b="b"/>
                  <a:pathLst>
                    <a:path w="223789" h="531264">
                      <a:moveTo>
                        <a:pt x="2793" y="0"/>
                      </a:moveTo>
                      <a:cubicBezTo>
                        <a:pt x="145200" y="83598"/>
                        <a:pt x="224252" y="153497"/>
                        <a:pt x="223787" y="262589"/>
                      </a:cubicBezTo>
                      <a:cubicBezTo>
                        <a:pt x="223322" y="371681"/>
                        <a:pt x="115941" y="460034"/>
                        <a:pt x="0" y="531264"/>
                      </a:cubicBezTo>
                    </a:path>
                  </a:pathLst>
                </a:custGeom>
                <a:noFill/>
                <a:ln w="12700" cap="rnd"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2800" b="0" i="0" u="none" strike="noStrike" cap="none" normalizeH="0" baseline="0">
                    <a:ln>
                      <a:noFill/>
                    </a:ln>
                    <a:solidFill>
                      <a:schemeClr val="tx1"/>
                    </a:solidFill>
                    <a:effectLst/>
                    <a:latin typeface="Arial" charset="0"/>
                  </a:endParaRPr>
                </a:p>
              </p:txBody>
            </p:sp>
          </p:grpSp>
          <p:cxnSp>
            <p:nvCxnSpPr>
              <p:cNvPr id="73" name="Straight Connector 72">
                <a:extLst>
                  <a:ext uri="{FF2B5EF4-FFF2-40B4-BE49-F238E27FC236}">
                    <a16:creationId xmlns:a16="http://schemas.microsoft.com/office/drawing/2014/main" id="{0028EE7C-B2E7-5847-9F44-4E6A2CE8B5D1}"/>
                  </a:ext>
                </a:extLst>
              </p:cNvPr>
              <p:cNvCxnSpPr>
                <a:cxnSpLocks/>
              </p:cNvCxnSpPr>
              <p:nvPr/>
            </p:nvCxnSpPr>
            <p:spPr bwMode="auto">
              <a:xfrm>
                <a:off x="831209" y="4435688"/>
                <a:ext cx="255522" cy="0"/>
              </a:xfrm>
              <a:prstGeom prst="line">
                <a:avLst/>
              </a:prstGeom>
              <a:solidFill>
                <a:schemeClr val="accent1"/>
              </a:solidFill>
              <a:ln w="12700" cap="rnd" cmpd="sng" algn="ctr">
                <a:solidFill>
                  <a:schemeClr val="tx1"/>
                </a:solidFill>
                <a:prstDash val="solid"/>
                <a:round/>
                <a:headEnd type="none" w="med" len="med"/>
                <a:tailEnd type="oval" w="sm" len="sm"/>
              </a:ln>
              <a:effectLst/>
            </p:spPr>
          </p:cxnSp>
          <p:cxnSp>
            <p:nvCxnSpPr>
              <p:cNvPr id="74" name="Straight Connector 73">
                <a:extLst>
                  <a:ext uri="{FF2B5EF4-FFF2-40B4-BE49-F238E27FC236}">
                    <a16:creationId xmlns:a16="http://schemas.microsoft.com/office/drawing/2014/main" id="{01CC230F-F329-CD4A-99B4-64F1D5EC225D}"/>
                  </a:ext>
                </a:extLst>
              </p:cNvPr>
              <p:cNvCxnSpPr/>
              <p:nvPr/>
            </p:nvCxnSpPr>
            <p:spPr bwMode="auto">
              <a:xfrm flipH="1">
                <a:off x="754649" y="4343399"/>
                <a:ext cx="256975" cy="0"/>
              </a:xfrm>
              <a:prstGeom prst="line">
                <a:avLst/>
              </a:prstGeom>
              <a:solidFill>
                <a:schemeClr val="accent1"/>
              </a:solidFill>
              <a:ln w="12700" cap="rnd" cmpd="sng" algn="ctr">
                <a:solidFill>
                  <a:schemeClr val="tx1"/>
                </a:solidFill>
                <a:prstDash val="solid"/>
                <a:round/>
                <a:headEnd type="none" w="med" len="med"/>
                <a:tailEnd type="oval" w="sm" len="sm"/>
              </a:ln>
              <a:effectLst/>
            </p:spPr>
          </p:cxnSp>
          <p:sp>
            <p:nvSpPr>
              <p:cNvPr id="75" name="TextBox 74">
                <a:extLst>
                  <a:ext uri="{FF2B5EF4-FFF2-40B4-BE49-F238E27FC236}">
                    <a16:creationId xmlns:a16="http://schemas.microsoft.com/office/drawing/2014/main" id="{646DE3B1-7E88-9C42-9826-D1A06774C5E3}"/>
                  </a:ext>
                </a:extLst>
              </p:cNvPr>
              <p:cNvSpPr txBox="1"/>
              <p:nvPr/>
            </p:nvSpPr>
            <p:spPr>
              <a:xfrm>
                <a:off x="577358" y="3965867"/>
                <a:ext cx="354584"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a0</a:t>
                </a:r>
                <a:endParaRPr lang="en-CN" sz="1200" dirty="0">
                  <a:solidFill>
                    <a:schemeClr val="tx1"/>
                  </a:solidFill>
                  <a:latin typeface="Arial" panose="020B0604020202020204" pitchFamily="34" charset="0"/>
                  <a:cs typeface="Arial" panose="020B0604020202020204" pitchFamily="34" charset="0"/>
                </a:endParaRPr>
              </a:p>
            </p:txBody>
          </p:sp>
          <p:sp>
            <p:nvSpPr>
              <p:cNvPr id="76" name="TextBox 75">
                <a:extLst>
                  <a:ext uri="{FF2B5EF4-FFF2-40B4-BE49-F238E27FC236}">
                    <a16:creationId xmlns:a16="http://schemas.microsoft.com/office/drawing/2014/main" id="{02F0AEAD-1494-5B46-A934-4E6673C73903}"/>
                  </a:ext>
                </a:extLst>
              </p:cNvPr>
              <p:cNvSpPr txBox="1"/>
              <p:nvPr/>
            </p:nvSpPr>
            <p:spPr>
              <a:xfrm>
                <a:off x="898280" y="3965866"/>
                <a:ext cx="364202"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b0</a:t>
                </a:r>
                <a:endParaRPr lang="en-CN" sz="1200" dirty="0">
                  <a:solidFill>
                    <a:schemeClr val="tx1"/>
                  </a:solidFill>
                  <a:latin typeface="Arial" panose="020B0604020202020204" pitchFamily="34" charset="0"/>
                  <a:cs typeface="Arial" panose="020B0604020202020204" pitchFamily="34" charset="0"/>
                </a:endParaRPr>
              </a:p>
            </p:txBody>
          </p:sp>
        </p:grpSp>
        <p:sp>
          <p:nvSpPr>
            <p:cNvPr id="32" name="Rectangle 31">
              <a:extLst>
                <a:ext uri="{FF2B5EF4-FFF2-40B4-BE49-F238E27FC236}">
                  <a16:creationId xmlns:a16="http://schemas.microsoft.com/office/drawing/2014/main" id="{3698ECD6-0714-F846-B525-F1A8C00DE317}"/>
                </a:ext>
              </a:extLst>
            </p:cNvPr>
            <p:cNvSpPr/>
            <p:nvPr/>
          </p:nvSpPr>
          <p:spPr bwMode="auto">
            <a:xfrm>
              <a:off x="905411" y="4657452"/>
              <a:ext cx="2985831" cy="737459"/>
            </a:xfrm>
            <a:prstGeom prst="rect">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2800" b="0" i="0" u="none" strike="noStrike" cap="none" normalizeH="0" baseline="0">
                <a:ln>
                  <a:noFill/>
                </a:ln>
                <a:solidFill>
                  <a:schemeClr val="tx1"/>
                </a:solidFill>
                <a:effectLst/>
                <a:latin typeface="Arial" charset="0"/>
              </a:endParaRPr>
            </a:p>
          </p:txBody>
        </p:sp>
        <p:sp>
          <p:nvSpPr>
            <p:cNvPr id="89" name="TextBox 88">
              <a:extLst>
                <a:ext uri="{FF2B5EF4-FFF2-40B4-BE49-F238E27FC236}">
                  <a16:creationId xmlns:a16="http://schemas.microsoft.com/office/drawing/2014/main" id="{55E4F980-21AA-8042-8928-9DF9F9FF5B27}"/>
                </a:ext>
              </a:extLst>
            </p:cNvPr>
            <p:cNvSpPr txBox="1"/>
            <p:nvPr/>
          </p:nvSpPr>
          <p:spPr>
            <a:xfrm>
              <a:off x="1721624" y="4666391"/>
              <a:ext cx="389850"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G2</a:t>
              </a:r>
              <a:endParaRPr lang="en-CN" sz="1200" dirty="0">
                <a:solidFill>
                  <a:schemeClr val="tx1"/>
                </a:solidFill>
                <a:latin typeface="Arial" panose="020B0604020202020204" pitchFamily="34" charset="0"/>
                <a:cs typeface="Arial" panose="020B0604020202020204" pitchFamily="34" charset="0"/>
              </a:endParaRPr>
            </a:p>
          </p:txBody>
        </p:sp>
        <p:sp>
          <p:nvSpPr>
            <p:cNvPr id="90" name="TextBox 89">
              <a:extLst>
                <a:ext uri="{FF2B5EF4-FFF2-40B4-BE49-F238E27FC236}">
                  <a16:creationId xmlns:a16="http://schemas.microsoft.com/office/drawing/2014/main" id="{CFE0CD07-5624-3F46-A8DC-8EC590739396}"/>
                </a:ext>
              </a:extLst>
            </p:cNvPr>
            <p:cNvSpPr txBox="1"/>
            <p:nvPr/>
          </p:nvSpPr>
          <p:spPr>
            <a:xfrm>
              <a:off x="2001612" y="4666390"/>
              <a:ext cx="372217"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P2</a:t>
              </a:r>
              <a:endParaRPr lang="en-CN" sz="1200" dirty="0">
                <a:solidFill>
                  <a:schemeClr val="tx1"/>
                </a:solidFill>
                <a:latin typeface="Arial" panose="020B0604020202020204" pitchFamily="34" charset="0"/>
                <a:cs typeface="Arial" panose="020B0604020202020204" pitchFamily="34" charset="0"/>
              </a:endParaRPr>
            </a:p>
          </p:txBody>
        </p:sp>
        <p:sp>
          <p:nvSpPr>
            <p:cNvPr id="91" name="TextBox 90">
              <a:extLst>
                <a:ext uri="{FF2B5EF4-FFF2-40B4-BE49-F238E27FC236}">
                  <a16:creationId xmlns:a16="http://schemas.microsoft.com/office/drawing/2014/main" id="{D2695B2C-AC67-9845-80EC-A6911E1020A2}"/>
                </a:ext>
              </a:extLst>
            </p:cNvPr>
            <p:cNvSpPr txBox="1"/>
            <p:nvPr/>
          </p:nvSpPr>
          <p:spPr>
            <a:xfrm>
              <a:off x="2431056" y="4666391"/>
              <a:ext cx="389850"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G1</a:t>
              </a:r>
              <a:endParaRPr lang="en-CN" sz="1200" dirty="0">
                <a:solidFill>
                  <a:schemeClr val="tx1"/>
                </a:solidFill>
                <a:latin typeface="Arial" panose="020B0604020202020204" pitchFamily="34" charset="0"/>
                <a:cs typeface="Arial" panose="020B0604020202020204" pitchFamily="34" charset="0"/>
              </a:endParaRPr>
            </a:p>
          </p:txBody>
        </p:sp>
        <p:sp>
          <p:nvSpPr>
            <p:cNvPr id="92" name="TextBox 91">
              <a:extLst>
                <a:ext uri="{FF2B5EF4-FFF2-40B4-BE49-F238E27FC236}">
                  <a16:creationId xmlns:a16="http://schemas.microsoft.com/office/drawing/2014/main" id="{1066EA5C-10B9-D048-8478-C353B6B62734}"/>
                </a:ext>
              </a:extLst>
            </p:cNvPr>
            <p:cNvSpPr txBox="1"/>
            <p:nvPr/>
          </p:nvSpPr>
          <p:spPr>
            <a:xfrm>
              <a:off x="2711044" y="4666390"/>
              <a:ext cx="372217"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P1</a:t>
              </a:r>
              <a:endParaRPr lang="en-CN" sz="1200" dirty="0">
                <a:solidFill>
                  <a:schemeClr val="tx1"/>
                </a:solidFill>
                <a:latin typeface="Arial" panose="020B0604020202020204" pitchFamily="34" charset="0"/>
                <a:cs typeface="Arial" panose="020B0604020202020204" pitchFamily="34" charset="0"/>
              </a:endParaRPr>
            </a:p>
          </p:txBody>
        </p:sp>
        <p:sp>
          <p:nvSpPr>
            <p:cNvPr id="93" name="TextBox 92">
              <a:extLst>
                <a:ext uri="{FF2B5EF4-FFF2-40B4-BE49-F238E27FC236}">
                  <a16:creationId xmlns:a16="http://schemas.microsoft.com/office/drawing/2014/main" id="{D2D84F4B-5553-AC4F-89FD-FFC113E9CC4C}"/>
                </a:ext>
              </a:extLst>
            </p:cNvPr>
            <p:cNvSpPr txBox="1"/>
            <p:nvPr/>
          </p:nvSpPr>
          <p:spPr>
            <a:xfrm>
              <a:off x="3216789" y="4674794"/>
              <a:ext cx="389850"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G0</a:t>
              </a:r>
              <a:endParaRPr lang="en-CN" sz="1200" dirty="0">
                <a:solidFill>
                  <a:schemeClr val="tx1"/>
                </a:solidFill>
                <a:latin typeface="Arial" panose="020B0604020202020204" pitchFamily="34" charset="0"/>
                <a:cs typeface="Arial" panose="020B0604020202020204" pitchFamily="34" charset="0"/>
              </a:endParaRPr>
            </a:p>
          </p:txBody>
        </p:sp>
        <p:sp>
          <p:nvSpPr>
            <p:cNvPr id="94" name="TextBox 93">
              <a:extLst>
                <a:ext uri="{FF2B5EF4-FFF2-40B4-BE49-F238E27FC236}">
                  <a16:creationId xmlns:a16="http://schemas.microsoft.com/office/drawing/2014/main" id="{7BF307CE-0744-7F4C-8EC1-D37005D2577A}"/>
                </a:ext>
              </a:extLst>
            </p:cNvPr>
            <p:cNvSpPr txBox="1"/>
            <p:nvPr/>
          </p:nvSpPr>
          <p:spPr>
            <a:xfrm>
              <a:off x="3496777" y="4674793"/>
              <a:ext cx="372217"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P0</a:t>
              </a:r>
              <a:endParaRPr lang="en-CN" sz="1200" dirty="0">
                <a:solidFill>
                  <a:schemeClr val="tx1"/>
                </a:solidFill>
                <a:latin typeface="Arial" panose="020B0604020202020204" pitchFamily="34" charset="0"/>
                <a:cs typeface="Arial" panose="020B0604020202020204" pitchFamily="34" charset="0"/>
              </a:endParaRPr>
            </a:p>
          </p:txBody>
        </p:sp>
        <p:cxnSp>
          <p:nvCxnSpPr>
            <p:cNvPr id="39936" name="Straight Arrow Connector 39935">
              <a:extLst>
                <a:ext uri="{FF2B5EF4-FFF2-40B4-BE49-F238E27FC236}">
                  <a16:creationId xmlns:a16="http://schemas.microsoft.com/office/drawing/2014/main" id="{A9BCDC8B-040E-FA44-9104-25E48F0E28E8}"/>
                </a:ext>
              </a:extLst>
            </p:cNvPr>
            <p:cNvCxnSpPr>
              <a:cxnSpLocks/>
              <a:stCxn id="32" idx="3"/>
            </p:cNvCxnSpPr>
            <p:nvPr/>
          </p:nvCxnSpPr>
          <p:spPr bwMode="auto">
            <a:xfrm>
              <a:off x="3891242" y="5026182"/>
              <a:ext cx="280871" cy="0"/>
            </a:xfrm>
            <a:prstGeom prst="straightConnector1">
              <a:avLst/>
            </a:prstGeom>
            <a:solidFill>
              <a:schemeClr val="accent1"/>
            </a:solidFill>
            <a:ln w="25400" cap="flat" cmpd="sng" algn="ctr">
              <a:solidFill>
                <a:schemeClr val="tx1"/>
              </a:solidFill>
              <a:prstDash val="solid"/>
              <a:round/>
              <a:headEnd type="triangle" w="med" len="med"/>
              <a:tailEnd type="none"/>
            </a:ln>
            <a:effectLst/>
          </p:spPr>
        </p:cxnSp>
        <p:cxnSp>
          <p:nvCxnSpPr>
            <p:cNvPr id="101" name="Straight Arrow Connector 100">
              <a:extLst>
                <a:ext uri="{FF2B5EF4-FFF2-40B4-BE49-F238E27FC236}">
                  <a16:creationId xmlns:a16="http://schemas.microsoft.com/office/drawing/2014/main" id="{45D74D81-66AB-EB47-AA8D-0BB3ACCA3888}"/>
                </a:ext>
              </a:extLst>
            </p:cNvPr>
            <p:cNvCxnSpPr>
              <a:cxnSpLocks/>
              <a:endCxn id="32" idx="1"/>
            </p:cNvCxnSpPr>
            <p:nvPr/>
          </p:nvCxnSpPr>
          <p:spPr bwMode="auto">
            <a:xfrm>
              <a:off x="632700" y="5026182"/>
              <a:ext cx="272711" cy="0"/>
            </a:xfrm>
            <a:prstGeom prst="straightConnector1">
              <a:avLst/>
            </a:prstGeom>
            <a:solidFill>
              <a:schemeClr val="accent1"/>
            </a:solidFill>
            <a:ln w="25400" cap="flat" cmpd="sng" algn="ctr">
              <a:solidFill>
                <a:schemeClr val="tx1"/>
              </a:solidFill>
              <a:prstDash val="solid"/>
              <a:round/>
              <a:headEnd type="triangle" w="med" len="med"/>
              <a:tailEnd type="none"/>
            </a:ln>
            <a:effectLst/>
          </p:spPr>
        </p:cxnSp>
        <p:sp>
          <p:nvSpPr>
            <p:cNvPr id="103" name="TextBox 102">
              <a:extLst>
                <a:ext uri="{FF2B5EF4-FFF2-40B4-BE49-F238E27FC236}">
                  <a16:creationId xmlns:a16="http://schemas.microsoft.com/office/drawing/2014/main" id="{C1BE07DD-ADB1-CC4C-B732-68084FE8E066}"/>
                </a:ext>
              </a:extLst>
            </p:cNvPr>
            <p:cNvSpPr txBox="1"/>
            <p:nvPr/>
          </p:nvSpPr>
          <p:spPr>
            <a:xfrm>
              <a:off x="1025129" y="5177634"/>
              <a:ext cx="354584"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c3</a:t>
              </a:r>
              <a:endParaRPr lang="en-CN" sz="1200" dirty="0">
                <a:solidFill>
                  <a:schemeClr val="tx1"/>
                </a:solidFill>
                <a:latin typeface="Arial" panose="020B0604020202020204" pitchFamily="34" charset="0"/>
                <a:cs typeface="Arial" panose="020B0604020202020204" pitchFamily="34" charset="0"/>
              </a:endParaRPr>
            </a:p>
          </p:txBody>
        </p:sp>
        <p:grpSp>
          <p:nvGrpSpPr>
            <p:cNvPr id="105" name="Group 104">
              <a:extLst>
                <a:ext uri="{FF2B5EF4-FFF2-40B4-BE49-F238E27FC236}">
                  <a16:creationId xmlns:a16="http://schemas.microsoft.com/office/drawing/2014/main" id="{2B6FC195-3087-7445-B77A-6651951AD83D}"/>
                </a:ext>
              </a:extLst>
            </p:cNvPr>
            <p:cNvGrpSpPr/>
            <p:nvPr/>
          </p:nvGrpSpPr>
          <p:grpSpPr>
            <a:xfrm rot="5400000">
              <a:off x="828469" y="5239500"/>
              <a:ext cx="929873" cy="173895"/>
              <a:chOff x="4269238" y="5655686"/>
              <a:chExt cx="3092770" cy="587169"/>
            </a:xfrm>
          </p:grpSpPr>
          <p:cxnSp>
            <p:nvCxnSpPr>
              <p:cNvPr id="106" name="Straight Connector 105">
                <a:extLst>
                  <a:ext uri="{FF2B5EF4-FFF2-40B4-BE49-F238E27FC236}">
                    <a16:creationId xmlns:a16="http://schemas.microsoft.com/office/drawing/2014/main" id="{115BAF87-C39C-B242-9997-87C16B40803C}"/>
                  </a:ext>
                </a:extLst>
              </p:cNvPr>
              <p:cNvCxnSpPr>
                <a:cxnSpLocks/>
              </p:cNvCxnSpPr>
              <p:nvPr/>
            </p:nvCxnSpPr>
            <p:spPr bwMode="auto">
              <a:xfrm>
                <a:off x="7208898" y="5945946"/>
                <a:ext cx="153110" cy="0"/>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107" name="Straight Connector 106">
                <a:extLst>
                  <a:ext uri="{FF2B5EF4-FFF2-40B4-BE49-F238E27FC236}">
                    <a16:creationId xmlns:a16="http://schemas.microsoft.com/office/drawing/2014/main" id="{7BE1B895-579E-B841-B1B2-1BF2C4D35CB1}"/>
                  </a:ext>
                </a:extLst>
              </p:cNvPr>
              <p:cNvCxnSpPr>
                <a:cxnSpLocks/>
              </p:cNvCxnSpPr>
              <p:nvPr/>
            </p:nvCxnSpPr>
            <p:spPr bwMode="auto">
              <a:xfrm rot="16200000">
                <a:off x="5515222" y="4550345"/>
                <a:ext cx="0" cy="2491967"/>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108" name="Straight Connector 107">
                <a:extLst>
                  <a:ext uri="{FF2B5EF4-FFF2-40B4-BE49-F238E27FC236}">
                    <a16:creationId xmlns:a16="http://schemas.microsoft.com/office/drawing/2014/main" id="{BB7F1425-136C-0D41-8C93-2ACB2DDF87CA}"/>
                  </a:ext>
                </a:extLst>
              </p:cNvPr>
              <p:cNvCxnSpPr>
                <a:cxnSpLocks/>
              </p:cNvCxnSpPr>
              <p:nvPr/>
            </p:nvCxnSpPr>
            <p:spPr bwMode="auto">
              <a:xfrm rot="16200000">
                <a:off x="6402275" y="5730975"/>
                <a:ext cx="0" cy="717863"/>
              </a:xfrm>
              <a:prstGeom prst="line">
                <a:avLst/>
              </a:prstGeom>
              <a:solidFill>
                <a:schemeClr val="accent1"/>
              </a:solidFill>
              <a:ln w="12700" cap="flat" cmpd="sng" algn="ctr">
                <a:solidFill>
                  <a:schemeClr val="tx1"/>
                </a:solidFill>
                <a:prstDash val="solid"/>
                <a:round/>
                <a:headEnd type="none" w="med" len="med"/>
                <a:tailEnd type="none" w="med" len="med"/>
              </a:ln>
              <a:effectLst/>
            </p:spPr>
          </p:cxnSp>
          <p:sp>
            <p:nvSpPr>
              <p:cNvPr id="109" name="Freeform 108">
                <a:extLst>
                  <a:ext uri="{FF2B5EF4-FFF2-40B4-BE49-F238E27FC236}">
                    <a16:creationId xmlns:a16="http://schemas.microsoft.com/office/drawing/2014/main" id="{598F1DE0-F216-0C42-B057-CB0631900C37}"/>
                  </a:ext>
                </a:extLst>
              </p:cNvPr>
              <p:cNvSpPr/>
              <p:nvPr/>
            </p:nvSpPr>
            <p:spPr bwMode="auto">
              <a:xfrm>
                <a:off x="6574688" y="5655686"/>
                <a:ext cx="634218" cy="587169"/>
              </a:xfrm>
              <a:custGeom>
                <a:avLst/>
                <a:gdLst>
                  <a:gd name="connsiteX0" fmla="*/ 0 w 627888"/>
                  <a:gd name="connsiteY0" fmla="*/ 0 h 579120"/>
                  <a:gd name="connsiteX1" fmla="*/ 207264 w 627888"/>
                  <a:gd name="connsiteY1" fmla="*/ 286512 h 579120"/>
                  <a:gd name="connsiteX2" fmla="*/ 0 w 627888"/>
                  <a:gd name="connsiteY2" fmla="*/ 579120 h 579120"/>
                  <a:gd name="connsiteX3" fmla="*/ 365760 w 627888"/>
                  <a:gd name="connsiteY3" fmla="*/ 573024 h 579120"/>
                  <a:gd name="connsiteX4" fmla="*/ 627888 w 627888"/>
                  <a:gd name="connsiteY4" fmla="*/ 292608 h 579120"/>
                  <a:gd name="connsiteX5" fmla="*/ 390144 w 627888"/>
                  <a:gd name="connsiteY5" fmla="*/ 6096 h 579120"/>
                  <a:gd name="connsiteX6" fmla="*/ 0 w 627888"/>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46520"/>
                  <a:gd name="connsiteY0" fmla="*/ 0 h 579120"/>
                  <a:gd name="connsiteX1" fmla="*/ 209962 w 646520"/>
                  <a:gd name="connsiteY1" fmla="*/ 286512 h 579120"/>
                  <a:gd name="connsiteX2" fmla="*/ 2698 w 646520"/>
                  <a:gd name="connsiteY2" fmla="*/ 579120 h 579120"/>
                  <a:gd name="connsiteX3" fmla="*/ 368458 w 646520"/>
                  <a:gd name="connsiteY3" fmla="*/ 573024 h 579120"/>
                  <a:gd name="connsiteX4" fmla="*/ 630586 w 646520"/>
                  <a:gd name="connsiteY4" fmla="*/ 292608 h 579120"/>
                  <a:gd name="connsiteX5" fmla="*/ 392842 w 646520"/>
                  <a:gd name="connsiteY5" fmla="*/ 6096 h 579120"/>
                  <a:gd name="connsiteX6" fmla="*/ 2698 w 646520"/>
                  <a:gd name="connsiteY6" fmla="*/ 0 h 579120"/>
                  <a:gd name="connsiteX0" fmla="*/ 2698 w 646520"/>
                  <a:gd name="connsiteY0" fmla="*/ 51141 h 630261"/>
                  <a:gd name="connsiteX1" fmla="*/ 209962 w 646520"/>
                  <a:gd name="connsiteY1" fmla="*/ 337653 h 630261"/>
                  <a:gd name="connsiteX2" fmla="*/ 2698 w 646520"/>
                  <a:gd name="connsiteY2" fmla="*/ 630261 h 630261"/>
                  <a:gd name="connsiteX3" fmla="*/ 368458 w 646520"/>
                  <a:gd name="connsiteY3" fmla="*/ 624165 h 630261"/>
                  <a:gd name="connsiteX4" fmla="*/ 630586 w 646520"/>
                  <a:gd name="connsiteY4" fmla="*/ 343749 h 630261"/>
                  <a:gd name="connsiteX5" fmla="*/ 392842 w 646520"/>
                  <a:gd name="connsiteY5" fmla="*/ 57237 h 630261"/>
                  <a:gd name="connsiteX6" fmla="*/ 2698 w 646520"/>
                  <a:gd name="connsiteY6" fmla="*/ 51141 h 630261"/>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1455 h 600575"/>
                  <a:gd name="connsiteX1" fmla="*/ 209962 w 646520"/>
                  <a:gd name="connsiteY1" fmla="*/ 307967 h 600575"/>
                  <a:gd name="connsiteX2" fmla="*/ 2698 w 646520"/>
                  <a:gd name="connsiteY2" fmla="*/ 600575 h 600575"/>
                  <a:gd name="connsiteX3" fmla="*/ 368458 w 646520"/>
                  <a:gd name="connsiteY3" fmla="*/ 594479 h 600575"/>
                  <a:gd name="connsiteX4" fmla="*/ 630586 w 646520"/>
                  <a:gd name="connsiteY4" fmla="*/ 314063 h 600575"/>
                  <a:gd name="connsiteX5" fmla="*/ 392842 w 646520"/>
                  <a:gd name="connsiteY5" fmla="*/ 27551 h 600575"/>
                  <a:gd name="connsiteX6" fmla="*/ 2698 w 646520"/>
                  <a:gd name="connsiteY6" fmla="*/ 21455 h 600575"/>
                  <a:gd name="connsiteX0" fmla="*/ 2698 w 630586"/>
                  <a:gd name="connsiteY0" fmla="*/ 21455 h 600575"/>
                  <a:gd name="connsiteX1" fmla="*/ 209962 w 630586"/>
                  <a:gd name="connsiteY1" fmla="*/ 307967 h 600575"/>
                  <a:gd name="connsiteX2" fmla="*/ 2698 w 630586"/>
                  <a:gd name="connsiteY2" fmla="*/ 600575 h 600575"/>
                  <a:gd name="connsiteX3" fmla="*/ 368458 w 630586"/>
                  <a:gd name="connsiteY3" fmla="*/ 594479 h 600575"/>
                  <a:gd name="connsiteX4" fmla="*/ 630586 w 630586"/>
                  <a:gd name="connsiteY4" fmla="*/ 314063 h 600575"/>
                  <a:gd name="connsiteX5" fmla="*/ 392842 w 630586"/>
                  <a:gd name="connsiteY5" fmla="*/ 27551 h 600575"/>
                  <a:gd name="connsiteX6" fmla="*/ 2698 w 630586"/>
                  <a:gd name="connsiteY6" fmla="*/ 21455 h 600575"/>
                  <a:gd name="connsiteX0" fmla="*/ 2698 w 631527"/>
                  <a:gd name="connsiteY0" fmla="*/ 21455 h 600575"/>
                  <a:gd name="connsiteX1" fmla="*/ 209962 w 631527"/>
                  <a:gd name="connsiteY1" fmla="*/ 307967 h 600575"/>
                  <a:gd name="connsiteX2" fmla="*/ 2698 w 631527"/>
                  <a:gd name="connsiteY2" fmla="*/ 600575 h 600575"/>
                  <a:gd name="connsiteX3" fmla="*/ 301402 w 631527"/>
                  <a:gd name="connsiteY3" fmla="*/ 600575 h 600575"/>
                  <a:gd name="connsiteX4" fmla="*/ 630586 w 631527"/>
                  <a:gd name="connsiteY4" fmla="*/ 314063 h 600575"/>
                  <a:gd name="connsiteX5" fmla="*/ 392842 w 631527"/>
                  <a:gd name="connsiteY5" fmla="*/ 27551 h 600575"/>
                  <a:gd name="connsiteX6" fmla="*/ 2698 w 631527"/>
                  <a:gd name="connsiteY6" fmla="*/ 21455 h 600575"/>
                  <a:gd name="connsiteX0" fmla="*/ 2698 w 631527"/>
                  <a:gd name="connsiteY0" fmla="*/ 21455 h 602832"/>
                  <a:gd name="connsiteX1" fmla="*/ 209962 w 631527"/>
                  <a:gd name="connsiteY1" fmla="*/ 307967 h 602832"/>
                  <a:gd name="connsiteX2" fmla="*/ 2698 w 631527"/>
                  <a:gd name="connsiteY2" fmla="*/ 600575 h 602832"/>
                  <a:gd name="connsiteX3" fmla="*/ 301402 w 631527"/>
                  <a:gd name="connsiteY3" fmla="*/ 600575 h 602832"/>
                  <a:gd name="connsiteX4" fmla="*/ 630586 w 631527"/>
                  <a:gd name="connsiteY4" fmla="*/ 314063 h 602832"/>
                  <a:gd name="connsiteX5" fmla="*/ 392842 w 631527"/>
                  <a:gd name="connsiteY5" fmla="*/ 27551 h 602832"/>
                  <a:gd name="connsiteX6" fmla="*/ 2698 w 631527"/>
                  <a:gd name="connsiteY6" fmla="*/ 21455 h 602832"/>
                  <a:gd name="connsiteX0" fmla="*/ 2698 w 630586"/>
                  <a:gd name="connsiteY0" fmla="*/ 21455 h 602832"/>
                  <a:gd name="connsiteX1" fmla="*/ 209962 w 630586"/>
                  <a:gd name="connsiteY1" fmla="*/ 307967 h 602832"/>
                  <a:gd name="connsiteX2" fmla="*/ 2698 w 630586"/>
                  <a:gd name="connsiteY2" fmla="*/ 600575 h 602832"/>
                  <a:gd name="connsiteX3" fmla="*/ 301402 w 630586"/>
                  <a:gd name="connsiteY3" fmla="*/ 600575 h 602832"/>
                  <a:gd name="connsiteX4" fmla="*/ 630586 w 630586"/>
                  <a:gd name="connsiteY4" fmla="*/ 314063 h 602832"/>
                  <a:gd name="connsiteX5" fmla="*/ 301402 w 630586"/>
                  <a:gd name="connsiteY5" fmla="*/ 27551 h 602832"/>
                  <a:gd name="connsiteX6" fmla="*/ 2698 w 630586"/>
                  <a:gd name="connsiteY6" fmla="*/ 21455 h 602832"/>
                  <a:gd name="connsiteX0" fmla="*/ 2698 w 630586"/>
                  <a:gd name="connsiteY0" fmla="*/ 20123 h 601500"/>
                  <a:gd name="connsiteX1" fmla="*/ 209962 w 630586"/>
                  <a:gd name="connsiteY1" fmla="*/ 306635 h 601500"/>
                  <a:gd name="connsiteX2" fmla="*/ 2698 w 630586"/>
                  <a:gd name="connsiteY2" fmla="*/ 599243 h 601500"/>
                  <a:gd name="connsiteX3" fmla="*/ 301402 w 630586"/>
                  <a:gd name="connsiteY3" fmla="*/ 599243 h 601500"/>
                  <a:gd name="connsiteX4" fmla="*/ 630586 w 630586"/>
                  <a:gd name="connsiteY4" fmla="*/ 312731 h 601500"/>
                  <a:gd name="connsiteX5" fmla="*/ 301402 w 630586"/>
                  <a:gd name="connsiteY5" fmla="*/ 26219 h 601500"/>
                  <a:gd name="connsiteX6" fmla="*/ 2698 w 630586"/>
                  <a:gd name="connsiteY6" fmla="*/ 20123 h 601500"/>
                  <a:gd name="connsiteX0" fmla="*/ 2146 w 630034"/>
                  <a:gd name="connsiteY0" fmla="*/ 20123 h 601500"/>
                  <a:gd name="connsiteX1" fmla="*/ 209410 w 630034"/>
                  <a:gd name="connsiteY1" fmla="*/ 306635 h 601500"/>
                  <a:gd name="connsiteX2" fmla="*/ 2146 w 630034"/>
                  <a:gd name="connsiteY2" fmla="*/ 599243 h 601500"/>
                  <a:gd name="connsiteX3" fmla="*/ 300850 w 630034"/>
                  <a:gd name="connsiteY3" fmla="*/ 599243 h 601500"/>
                  <a:gd name="connsiteX4" fmla="*/ 630034 w 630034"/>
                  <a:gd name="connsiteY4" fmla="*/ 312731 h 601500"/>
                  <a:gd name="connsiteX5" fmla="*/ 300850 w 630034"/>
                  <a:gd name="connsiteY5" fmla="*/ 26219 h 601500"/>
                  <a:gd name="connsiteX6" fmla="*/ 2146 w 630034"/>
                  <a:gd name="connsiteY6" fmla="*/ 20123 h 601500"/>
                  <a:gd name="connsiteX0" fmla="*/ 6215 w 634103"/>
                  <a:gd name="connsiteY0" fmla="*/ 3947 h 585324"/>
                  <a:gd name="connsiteX1" fmla="*/ 213479 w 634103"/>
                  <a:gd name="connsiteY1" fmla="*/ 290459 h 585324"/>
                  <a:gd name="connsiteX2" fmla="*/ 6215 w 634103"/>
                  <a:gd name="connsiteY2" fmla="*/ 583067 h 585324"/>
                  <a:gd name="connsiteX3" fmla="*/ 304919 w 634103"/>
                  <a:gd name="connsiteY3" fmla="*/ 583067 h 585324"/>
                  <a:gd name="connsiteX4" fmla="*/ 634103 w 634103"/>
                  <a:gd name="connsiteY4" fmla="*/ 296555 h 585324"/>
                  <a:gd name="connsiteX5" fmla="*/ 304919 w 634103"/>
                  <a:gd name="connsiteY5" fmla="*/ 10043 h 585324"/>
                  <a:gd name="connsiteX6" fmla="*/ 6215 w 634103"/>
                  <a:gd name="connsiteY6" fmla="*/ 3947 h 585324"/>
                  <a:gd name="connsiteX0" fmla="*/ 6624 w 634512"/>
                  <a:gd name="connsiteY0" fmla="*/ 3947 h 585324"/>
                  <a:gd name="connsiteX1" fmla="*/ 213888 w 634512"/>
                  <a:gd name="connsiteY1" fmla="*/ 290459 h 585324"/>
                  <a:gd name="connsiteX2" fmla="*/ 6624 w 634512"/>
                  <a:gd name="connsiteY2" fmla="*/ 583067 h 585324"/>
                  <a:gd name="connsiteX3" fmla="*/ 305328 w 634512"/>
                  <a:gd name="connsiteY3" fmla="*/ 583067 h 585324"/>
                  <a:gd name="connsiteX4" fmla="*/ 634512 w 634512"/>
                  <a:gd name="connsiteY4" fmla="*/ 296555 h 585324"/>
                  <a:gd name="connsiteX5" fmla="*/ 305328 w 634512"/>
                  <a:gd name="connsiteY5" fmla="*/ 10043 h 585324"/>
                  <a:gd name="connsiteX6" fmla="*/ 6624 w 634512"/>
                  <a:gd name="connsiteY6" fmla="*/ 3947 h 585324"/>
                  <a:gd name="connsiteX0" fmla="*/ 6624 w 634644"/>
                  <a:gd name="connsiteY0" fmla="*/ 18301 h 599678"/>
                  <a:gd name="connsiteX1" fmla="*/ 213888 w 634644"/>
                  <a:gd name="connsiteY1" fmla="*/ 304813 h 599678"/>
                  <a:gd name="connsiteX2" fmla="*/ 6624 w 634644"/>
                  <a:gd name="connsiteY2" fmla="*/ 597421 h 599678"/>
                  <a:gd name="connsiteX3" fmla="*/ 305328 w 634644"/>
                  <a:gd name="connsiteY3" fmla="*/ 597421 h 599678"/>
                  <a:gd name="connsiteX4" fmla="*/ 634512 w 634644"/>
                  <a:gd name="connsiteY4" fmla="*/ 310909 h 599678"/>
                  <a:gd name="connsiteX5" fmla="*/ 268752 w 634644"/>
                  <a:gd name="connsiteY5" fmla="*/ 30493 h 599678"/>
                  <a:gd name="connsiteX6" fmla="*/ 6624 w 634644"/>
                  <a:gd name="connsiteY6" fmla="*/ 18301 h 599678"/>
                  <a:gd name="connsiteX0" fmla="*/ 6624 w 634644"/>
                  <a:gd name="connsiteY0" fmla="*/ 23735 h 605112"/>
                  <a:gd name="connsiteX1" fmla="*/ 213888 w 634644"/>
                  <a:gd name="connsiteY1" fmla="*/ 310247 h 605112"/>
                  <a:gd name="connsiteX2" fmla="*/ 6624 w 634644"/>
                  <a:gd name="connsiteY2" fmla="*/ 602855 h 605112"/>
                  <a:gd name="connsiteX3" fmla="*/ 305328 w 634644"/>
                  <a:gd name="connsiteY3" fmla="*/ 602855 h 605112"/>
                  <a:gd name="connsiteX4" fmla="*/ 634512 w 634644"/>
                  <a:gd name="connsiteY4" fmla="*/ 316343 h 605112"/>
                  <a:gd name="connsiteX5" fmla="*/ 268752 w 634644"/>
                  <a:gd name="connsiteY5" fmla="*/ 35927 h 605112"/>
                  <a:gd name="connsiteX6" fmla="*/ 6624 w 634644"/>
                  <a:gd name="connsiteY6" fmla="*/ 23735 h 605112"/>
                  <a:gd name="connsiteX0" fmla="*/ 6624 w 634577"/>
                  <a:gd name="connsiteY0" fmla="*/ 17614 h 598991"/>
                  <a:gd name="connsiteX1" fmla="*/ 213888 w 634577"/>
                  <a:gd name="connsiteY1" fmla="*/ 304126 h 598991"/>
                  <a:gd name="connsiteX2" fmla="*/ 6624 w 634577"/>
                  <a:gd name="connsiteY2" fmla="*/ 596734 h 598991"/>
                  <a:gd name="connsiteX3" fmla="*/ 305328 w 634577"/>
                  <a:gd name="connsiteY3" fmla="*/ 596734 h 598991"/>
                  <a:gd name="connsiteX4" fmla="*/ 634512 w 634577"/>
                  <a:gd name="connsiteY4" fmla="*/ 310222 h 598991"/>
                  <a:gd name="connsiteX5" fmla="*/ 329712 w 634577"/>
                  <a:gd name="connsiteY5" fmla="*/ 48094 h 598991"/>
                  <a:gd name="connsiteX6" fmla="*/ 6624 w 634577"/>
                  <a:gd name="connsiteY6" fmla="*/ 17614 h 598991"/>
                  <a:gd name="connsiteX0" fmla="*/ 6624 w 634575"/>
                  <a:gd name="connsiteY0" fmla="*/ 21507 h 602884"/>
                  <a:gd name="connsiteX1" fmla="*/ 213888 w 634575"/>
                  <a:gd name="connsiteY1" fmla="*/ 308019 h 602884"/>
                  <a:gd name="connsiteX2" fmla="*/ 6624 w 634575"/>
                  <a:gd name="connsiteY2" fmla="*/ 600627 h 602884"/>
                  <a:gd name="connsiteX3" fmla="*/ 305328 w 634575"/>
                  <a:gd name="connsiteY3" fmla="*/ 600627 h 602884"/>
                  <a:gd name="connsiteX4" fmla="*/ 634512 w 634575"/>
                  <a:gd name="connsiteY4" fmla="*/ 314115 h 602884"/>
                  <a:gd name="connsiteX5" fmla="*/ 329712 w 634575"/>
                  <a:gd name="connsiteY5" fmla="*/ 51987 h 602884"/>
                  <a:gd name="connsiteX6" fmla="*/ 6624 w 634575"/>
                  <a:gd name="connsiteY6" fmla="*/ 21507 h 602884"/>
                  <a:gd name="connsiteX0" fmla="*/ 6624 w 634575"/>
                  <a:gd name="connsiteY0" fmla="*/ 21507 h 619140"/>
                  <a:gd name="connsiteX1" fmla="*/ 213888 w 634575"/>
                  <a:gd name="connsiteY1" fmla="*/ 308019 h 619140"/>
                  <a:gd name="connsiteX2" fmla="*/ 6624 w 634575"/>
                  <a:gd name="connsiteY2" fmla="*/ 600627 h 619140"/>
                  <a:gd name="connsiteX3" fmla="*/ 305328 w 634575"/>
                  <a:gd name="connsiteY3" fmla="*/ 600627 h 619140"/>
                  <a:gd name="connsiteX4" fmla="*/ 634512 w 634575"/>
                  <a:gd name="connsiteY4" fmla="*/ 314115 h 619140"/>
                  <a:gd name="connsiteX5" fmla="*/ 329712 w 634575"/>
                  <a:gd name="connsiteY5" fmla="*/ 51987 h 619140"/>
                  <a:gd name="connsiteX6" fmla="*/ 6624 w 634575"/>
                  <a:gd name="connsiteY6" fmla="*/ 21507 h 619140"/>
                  <a:gd name="connsiteX0" fmla="*/ 6624 w 634531"/>
                  <a:gd name="connsiteY0" fmla="*/ 21507 h 607159"/>
                  <a:gd name="connsiteX1" fmla="*/ 213888 w 634531"/>
                  <a:gd name="connsiteY1" fmla="*/ 308019 h 607159"/>
                  <a:gd name="connsiteX2" fmla="*/ 6624 w 634531"/>
                  <a:gd name="connsiteY2" fmla="*/ 600627 h 607159"/>
                  <a:gd name="connsiteX3" fmla="*/ 341904 w 634531"/>
                  <a:gd name="connsiteY3" fmla="*/ 582339 h 607159"/>
                  <a:gd name="connsiteX4" fmla="*/ 634512 w 634531"/>
                  <a:gd name="connsiteY4" fmla="*/ 314115 h 607159"/>
                  <a:gd name="connsiteX5" fmla="*/ 329712 w 634531"/>
                  <a:gd name="connsiteY5" fmla="*/ 51987 h 607159"/>
                  <a:gd name="connsiteX6" fmla="*/ 6624 w 634531"/>
                  <a:gd name="connsiteY6" fmla="*/ 21507 h 607159"/>
                  <a:gd name="connsiteX0" fmla="*/ 6624 w 634516"/>
                  <a:gd name="connsiteY0" fmla="*/ 21507 h 600822"/>
                  <a:gd name="connsiteX1" fmla="*/ 213888 w 634516"/>
                  <a:gd name="connsiteY1" fmla="*/ 308019 h 600822"/>
                  <a:gd name="connsiteX2" fmla="*/ 6624 w 634516"/>
                  <a:gd name="connsiteY2" fmla="*/ 600627 h 600822"/>
                  <a:gd name="connsiteX3" fmla="*/ 335808 w 634516"/>
                  <a:gd name="connsiteY3" fmla="*/ 564051 h 600822"/>
                  <a:gd name="connsiteX4" fmla="*/ 634512 w 634516"/>
                  <a:gd name="connsiteY4" fmla="*/ 314115 h 600822"/>
                  <a:gd name="connsiteX5" fmla="*/ 329712 w 634516"/>
                  <a:gd name="connsiteY5" fmla="*/ 51987 h 600822"/>
                  <a:gd name="connsiteX6" fmla="*/ 6624 w 634516"/>
                  <a:gd name="connsiteY6" fmla="*/ 21507 h 600822"/>
                  <a:gd name="connsiteX0" fmla="*/ 6624 w 634516"/>
                  <a:gd name="connsiteY0" fmla="*/ 20598 h 599913"/>
                  <a:gd name="connsiteX1" fmla="*/ 213888 w 634516"/>
                  <a:gd name="connsiteY1" fmla="*/ 307110 h 599913"/>
                  <a:gd name="connsiteX2" fmla="*/ 6624 w 634516"/>
                  <a:gd name="connsiteY2" fmla="*/ 599718 h 599913"/>
                  <a:gd name="connsiteX3" fmla="*/ 335808 w 634516"/>
                  <a:gd name="connsiteY3" fmla="*/ 563142 h 599913"/>
                  <a:gd name="connsiteX4" fmla="*/ 634512 w 634516"/>
                  <a:gd name="connsiteY4" fmla="*/ 313206 h 599913"/>
                  <a:gd name="connsiteX5" fmla="*/ 329712 w 634516"/>
                  <a:gd name="connsiteY5" fmla="*/ 51078 h 599913"/>
                  <a:gd name="connsiteX6" fmla="*/ 6624 w 634516"/>
                  <a:gd name="connsiteY6" fmla="*/ 20598 h 599913"/>
                  <a:gd name="connsiteX0" fmla="*/ 6624 w 634516"/>
                  <a:gd name="connsiteY0" fmla="*/ 22407 h 601722"/>
                  <a:gd name="connsiteX1" fmla="*/ 213888 w 634516"/>
                  <a:gd name="connsiteY1" fmla="*/ 308919 h 601722"/>
                  <a:gd name="connsiteX2" fmla="*/ 6624 w 634516"/>
                  <a:gd name="connsiteY2" fmla="*/ 601527 h 601722"/>
                  <a:gd name="connsiteX3" fmla="*/ 335808 w 634516"/>
                  <a:gd name="connsiteY3" fmla="*/ 564951 h 601722"/>
                  <a:gd name="connsiteX4" fmla="*/ 634512 w 634516"/>
                  <a:gd name="connsiteY4" fmla="*/ 315015 h 601722"/>
                  <a:gd name="connsiteX5" fmla="*/ 329712 w 634516"/>
                  <a:gd name="connsiteY5" fmla="*/ 52887 h 601722"/>
                  <a:gd name="connsiteX6" fmla="*/ 6624 w 634516"/>
                  <a:gd name="connsiteY6" fmla="*/ 22407 h 601722"/>
                  <a:gd name="connsiteX0" fmla="*/ 6624 w 634516"/>
                  <a:gd name="connsiteY0" fmla="*/ 8163 h 587478"/>
                  <a:gd name="connsiteX1" fmla="*/ 213888 w 634516"/>
                  <a:gd name="connsiteY1" fmla="*/ 294675 h 587478"/>
                  <a:gd name="connsiteX2" fmla="*/ 6624 w 634516"/>
                  <a:gd name="connsiteY2" fmla="*/ 587283 h 587478"/>
                  <a:gd name="connsiteX3" fmla="*/ 335808 w 634516"/>
                  <a:gd name="connsiteY3" fmla="*/ 550707 h 587478"/>
                  <a:gd name="connsiteX4" fmla="*/ 634512 w 634516"/>
                  <a:gd name="connsiteY4" fmla="*/ 300771 h 587478"/>
                  <a:gd name="connsiteX5" fmla="*/ 329712 w 634516"/>
                  <a:gd name="connsiteY5" fmla="*/ 38643 h 587478"/>
                  <a:gd name="connsiteX6" fmla="*/ 6624 w 634516"/>
                  <a:gd name="connsiteY6" fmla="*/ 8163 h 587478"/>
                  <a:gd name="connsiteX0" fmla="*/ 6288 w 634180"/>
                  <a:gd name="connsiteY0" fmla="*/ 8163 h 587686"/>
                  <a:gd name="connsiteX1" fmla="*/ 213552 w 634180"/>
                  <a:gd name="connsiteY1" fmla="*/ 294675 h 587686"/>
                  <a:gd name="connsiteX2" fmla="*/ 6288 w 634180"/>
                  <a:gd name="connsiteY2" fmla="*/ 587283 h 587686"/>
                  <a:gd name="connsiteX3" fmla="*/ 335472 w 634180"/>
                  <a:gd name="connsiteY3" fmla="*/ 550707 h 587686"/>
                  <a:gd name="connsiteX4" fmla="*/ 634176 w 634180"/>
                  <a:gd name="connsiteY4" fmla="*/ 300771 h 587686"/>
                  <a:gd name="connsiteX5" fmla="*/ 329376 w 634180"/>
                  <a:gd name="connsiteY5" fmla="*/ 38643 h 587686"/>
                  <a:gd name="connsiteX6" fmla="*/ 6288 w 634180"/>
                  <a:gd name="connsiteY6" fmla="*/ 8163 h 587686"/>
                  <a:gd name="connsiteX0" fmla="*/ 6288 w 634211"/>
                  <a:gd name="connsiteY0" fmla="*/ 8163 h 587686"/>
                  <a:gd name="connsiteX1" fmla="*/ 213552 w 634211"/>
                  <a:gd name="connsiteY1" fmla="*/ 294675 h 587686"/>
                  <a:gd name="connsiteX2" fmla="*/ 6288 w 634211"/>
                  <a:gd name="connsiteY2" fmla="*/ 587283 h 587686"/>
                  <a:gd name="connsiteX3" fmla="*/ 335472 w 634211"/>
                  <a:gd name="connsiteY3" fmla="*/ 550707 h 587686"/>
                  <a:gd name="connsiteX4" fmla="*/ 634176 w 634211"/>
                  <a:gd name="connsiteY4" fmla="*/ 300771 h 587686"/>
                  <a:gd name="connsiteX5" fmla="*/ 329376 w 634211"/>
                  <a:gd name="connsiteY5" fmla="*/ 38643 h 587686"/>
                  <a:gd name="connsiteX6" fmla="*/ 6288 w 634211"/>
                  <a:gd name="connsiteY6" fmla="*/ 8163 h 587686"/>
                  <a:gd name="connsiteX0" fmla="*/ 6288 w 634286"/>
                  <a:gd name="connsiteY0" fmla="*/ 8163 h 587686"/>
                  <a:gd name="connsiteX1" fmla="*/ 213552 w 634286"/>
                  <a:gd name="connsiteY1" fmla="*/ 294675 h 587686"/>
                  <a:gd name="connsiteX2" fmla="*/ 6288 w 634286"/>
                  <a:gd name="connsiteY2" fmla="*/ 587283 h 587686"/>
                  <a:gd name="connsiteX3" fmla="*/ 335472 w 634286"/>
                  <a:gd name="connsiteY3" fmla="*/ 550707 h 587686"/>
                  <a:gd name="connsiteX4" fmla="*/ 634176 w 634286"/>
                  <a:gd name="connsiteY4" fmla="*/ 300771 h 587686"/>
                  <a:gd name="connsiteX5" fmla="*/ 329376 w 634286"/>
                  <a:gd name="connsiteY5" fmla="*/ 38643 h 587686"/>
                  <a:gd name="connsiteX6" fmla="*/ 6288 w 634286"/>
                  <a:gd name="connsiteY6" fmla="*/ 8163 h 587686"/>
                  <a:gd name="connsiteX0" fmla="*/ 6288 w 634286"/>
                  <a:gd name="connsiteY0" fmla="*/ 4816 h 584339"/>
                  <a:gd name="connsiteX1" fmla="*/ 213552 w 634286"/>
                  <a:gd name="connsiteY1" fmla="*/ 291328 h 584339"/>
                  <a:gd name="connsiteX2" fmla="*/ 6288 w 634286"/>
                  <a:gd name="connsiteY2" fmla="*/ 583936 h 584339"/>
                  <a:gd name="connsiteX3" fmla="*/ 335472 w 634286"/>
                  <a:gd name="connsiteY3" fmla="*/ 547360 h 584339"/>
                  <a:gd name="connsiteX4" fmla="*/ 634176 w 634286"/>
                  <a:gd name="connsiteY4" fmla="*/ 297424 h 584339"/>
                  <a:gd name="connsiteX5" fmla="*/ 329376 w 634286"/>
                  <a:gd name="connsiteY5" fmla="*/ 35296 h 584339"/>
                  <a:gd name="connsiteX6" fmla="*/ 6288 w 634286"/>
                  <a:gd name="connsiteY6" fmla="*/ 4816 h 584339"/>
                  <a:gd name="connsiteX0" fmla="*/ 6288 w 634210"/>
                  <a:gd name="connsiteY0" fmla="*/ 14826 h 594349"/>
                  <a:gd name="connsiteX1" fmla="*/ 213552 w 634210"/>
                  <a:gd name="connsiteY1" fmla="*/ 301338 h 594349"/>
                  <a:gd name="connsiteX2" fmla="*/ 6288 w 634210"/>
                  <a:gd name="connsiteY2" fmla="*/ 593946 h 594349"/>
                  <a:gd name="connsiteX3" fmla="*/ 335472 w 634210"/>
                  <a:gd name="connsiteY3" fmla="*/ 557370 h 594349"/>
                  <a:gd name="connsiteX4" fmla="*/ 634176 w 634210"/>
                  <a:gd name="connsiteY4" fmla="*/ 307434 h 594349"/>
                  <a:gd name="connsiteX5" fmla="*/ 353545 w 634210"/>
                  <a:gd name="connsiteY5" fmla="*/ 57390 h 594349"/>
                  <a:gd name="connsiteX6" fmla="*/ 6288 w 634210"/>
                  <a:gd name="connsiteY6" fmla="*/ 14826 h 594349"/>
                  <a:gd name="connsiteX0" fmla="*/ 6288 w 634210"/>
                  <a:gd name="connsiteY0" fmla="*/ 4846 h 584369"/>
                  <a:gd name="connsiteX1" fmla="*/ 213552 w 634210"/>
                  <a:gd name="connsiteY1" fmla="*/ 291358 h 584369"/>
                  <a:gd name="connsiteX2" fmla="*/ 6288 w 634210"/>
                  <a:gd name="connsiteY2" fmla="*/ 583966 h 584369"/>
                  <a:gd name="connsiteX3" fmla="*/ 335472 w 634210"/>
                  <a:gd name="connsiteY3" fmla="*/ 547390 h 584369"/>
                  <a:gd name="connsiteX4" fmla="*/ 634176 w 634210"/>
                  <a:gd name="connsiteY4" fmla="*/ 297454 h 584369"/>
                  <a:gd name="connsiteX5" fmla="*/ 353545 w 634210"/>
                  <a:gd name="connsiteY5" fmla="*/ 47410 h 584369"/>
                  <a:gd name="connsiteX6" fmla="*/ 6288 w 634210"/>
                  <a:gd name="connsiteY6" fmla="*/ 4846 h 584369"/>
                  <a:gd name="connsiteX0" fmla="*/ 6288 w 634210"/>
                  <a:gd name="connsiteY0" fmla="*/ 4415 h 583938"/>
                  <a:gd name="connsiteX1" fmla="*/ 213552 w 634210"/>
                  <a:gd name="connsiteY1" fmla="*/ 290927 h 583938"/>
                  <a:gd name="connsiteX2" fmla="*/ 6288 w 634210"/>
                  <a:gd name="connsiteY2" fmla="*/ 583535 h 583938"/>
                  <a:gd name="connsiteX3" fmla="*/ 335472 w 634210"/>
                  <a:gd name="connsiteY3" fmla="*/ 546959 h 583938"/>
                  <a:gd name="connsiteX4" fmla="*/ 634176 w 634210"/>
                  <a:gd name="connsiteY4" fmla="*/ 297023 h 583938"/>
                  <a:gd name="connsiteX5" fmla="*/ 353545 w 634210"/>
                  <a:gd name="connsiteY5" fmla="*/ 46979 h 583938"/>
                  <a:gd name="connsiteX6" fmla="*/ 6288 w 634210"/>
                  <a:gd name="connsiteY6" fmla="*/ 4415 h 583938"/>
                  <a:gd name="connsiteX0" fmla="*/ 6288 w 634210"/>
                  <a:gd name="connsiteY0" fmla="*/ 5419 h 584942"/>
                  <a:gd name="connsiteX1" fmla="*/ 213552 w 634210"/>
                  <a:gd name="connsiteY1" fmla="*/ 291931 h 584942"/>
                  <a:gd name="connsiteX2" fmla="*/ 6288 w 634210"/>
                  <a:gd name="connsiteY2" fmla="*/ 584539 h 584942"/>
                  <a:gd name="connsiteX3" fmla="*/ 335472 w 634210"/>
                  <a:gd name="connsiteY3" fmla="*/ 547963 h 584942"/>
                  <a:gd name="connsiteX4" fmla="*/ 634176 w 634210"/>
                  <a:gd name="connsiteY4" fmla="*/ 298027 h 584942"/>
                  <a:gd name="connsiteX5" fmla="*/ 353545 w 634210"/>
                  <a:gd name="connsiteY5" fmla="*/ 47983 h 584942"/>
                  <a:gd name="connsiteX6" fmla="*/ 6288 w 634210"/>
                  <a:gd name="connsiteY6" fmla="*/ 5419 h 584942"/>
                  <a:gd name="connsiteX0" fmla="*/ 6288 w 634218"/>
                  <a:gd name="connsiteY0" fmla="*/ 7646 h 587169"/>
                  <a:gd name="connsiteX1" fmla="*/ 213552 w 634218"/>
                  <a:gd name="connsiteY1" fmla="*/ 294158 h 587169"/>
                  <a:gd name="connsiteX2" fmla="*/ 6288 w 634218"/>
                  <a:gd name="connsiteY2" fmla="*/ 586766 h 587169"/>
                  <a:gd name="connsiteX3" fmla="*/ 335472 w 634218"/>
                  <a:gd name="connsiteY3" fmla="*/ 550190 h 587169"/>
                  <a:gd name="connsiteX4" fmla="*/ 634176 w 634218"/>
                  <a:gd name="connsiteY4" fmla="*/ 300254 h 587169"/>
                  <a:gd name="connsiteX5" fmla="*/ 353545 w 634218"/>
                  <a:gd name="connsiteY5" fmla="*/ 50210 h 587169"/>
                  <a:gd name="connsiteX6" fmla="*/ 6288 w 634218"/>
                  <a:gd name="connsiteY6" fmla="*/ 7646 h 587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4218" h="587169">
                    <a:moveTo>
                      <a:pt x="6288" y="7646"/>
                    </a:moveTo>
                    <a:cubicBezTo>
                      <a:pt x="-1402" y="17865"/>
                      <a:pt x="197440" y="80821"/>
                      <a:pt x="213552" y="294158"/>
                    </a:cubicBezTo>
                    <a:cubicBezTo>
                      <a:pt x="229664" y="507495"/>
                      <a:pt x="-44512" y="593878"/>
                      <a:pt x="6288" y="586766"/>
                    </a:cubicBezTo>
                    <a:cubicBezTo>
                      <a:pt x="105856" y="586766"/>
                      <a:pt x="200344" y="591846"/>
                      <a:pt x="335472" y="550190"/>
                    </a:cubicBezTo>
                    <a:cubicBezTo>
                      <a:pt x="470600" y="508534"/>
                      <a:pt x="631164" y="383584"/>
                      <a:pt x="634176" y="300254"/>
                    </a:cubicBezTo>
                    <a:cubicBezTo>
                      <a:pt x="637188" y="216924"/>
                      <a:pt x="479500" y="97260"/>
                      <a:pt x="353545" y="50210"/>
                    </a:cubicBezTo>
                    <a:cubicBezTo>
                      <a:pt x="227590" y="3160"/>
                      <a:pt x="19803" y="-10314"/>
                      <a:pt x="6288" y="7646"/>
                    </a:cubicBezTo>
                    <a:close/>
                  </a:path>
                </a:pathLst>
              </a:custGeom>
              <a:solidFill>
                <a:schemeClr val="bg1"/>
              </a:solidFill>
              <a:ln w="12700"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r"/>
                <a:endParaRPr lang="en-CN" sz="6000"/>
              </a:p>
            </p:txBody>
          </p:sp>
          <p:sp>
            <p:nvSpPr>
              <p:cNvPr id="110" name="Freeform 109">
                <a:extLst>
                  <a:ext uri="{FF2B5EF4-FFF2-40B4-BE49-F238E27FC236}">
                    <a16:creationId xmlns:a16="http://schemas.microsoft.com/office/drawing/2014/main" id="{A15B5E3F-EBDE-7B4B-AA52-B5E97CBEE2E4}"/>
                  </a:ext>
                </a:extLst>
              </p:cNvPr>
              <p:cNvSpPr/>
              <p:nvPr/>
            </p:nvSpPr>
            <p:spPr bwMode="auto">
              <a:xfrm>
                <a:off x="6470670" y="5701318"/>
                <a:ext cx="223789" cy="531264"/>
              </a:xfrm>
              <a:custGeom>
                <a:avLst/>
                <a:gdLst>
                  <a:gd name="connsiteX0" fmla="*/ 0 w 195378"/>
                  <a:gd name="connsiteY0" fmla="*/ 0 h 541538"/>
                  <a:gd name="connsiteX1" fmla="*/ 195308 w 195378"/>
                  <a:gd name="connsiteY1" fmla="*/ 257452 h 541538"/>
                  <a:gd name="connsiteX2" fmla="*/ 17755 w 195378"/>
                  <a:gd name="connsiteY2" fmla="*/ 541538 h 541538"/>
                  <a:gd name="connsiteX0" fmla="*/ 2793 w 198102"/>
                  <a:gd name="connsiteY0" fmla="*/ 0 h 531264"/>
                  <a:gd name="connsiteX1" fmla="*/ 198101 w 198102"/>
                  <a:gd name="connsiteY1" fmla="*/ 257452 h 531264"/>
                  <a:gd name="connsiteX2" fmla="*/ 0 w 198102"/>
                  <a:gd name="connsiteY2" fmla="*/ 531264 h 531264"/>
                  <a:gd name="connsiteX0" fmla="*/ 2793 w 223788"/>
                  <a:gd name="connsiteY0" fmla="*/ 0 h 531264"/>
                  <a:gd name="connsiteX1" fmla="*/ 223787 w 223788"/>
                  <a:gd name="connsiteY1" fmla="*/ 262589 h 531264"/>
                  <a:gd name="connsiteX2" fmla="*/ 0 w 223788"/>
                  <a:gd name="connsiteY2" fmla="*/ 531264 h 531264"/>
                  <a:gd name="connsiteX0" fmla="*/ 2793 w 223902"/>
                  <a:gd name="connsiteY0" fmla="*/ 0 h 531264"/>
                  <a:gd name="connsiteX1" fmla="*/ 223787 w 223902"/>
                  <a:gd name="connsiteY1" fmla="*/ 262589 h 531264"/>
                  <a:gd name="connsiteX2" fmla="*/ 0 w 223902"/>
                  <a:gd name="connsiteY2" fmla="*/ 531264 h 531264"/>
                  <a:gd name="connsiteX0" fmla="*/ 2793 w 223934"/>
                  <a:gd name="connsiteY0" fmla="*/ 0 h 531264"/>
                  <a:gd name="connsiteX1" fmla="*/ 223787 w 223934"/>
                  <a:gd name="connsiteY1" fmla="*/ 262589 h 531264"/>
                  <a:gd name="connsiteX2" fmla="*/ 0 w 223934"/>
                  <a:gd name="connsiteY2" fmla="*/ 531264 h 531264"/>
                  <a:gd name="connsiteX0" fmla="*/ 2793 w 223927"/>
                  <a:gd name="connsiteY0" fmla="*/ 0 h 531264"/>
                  <a:gd name="connsiteX1" fmla="*/ 223787 w 223927"/>
                  <a:gd name="connsiteY1" fmla="*/ 262589 h 531264"/>
                  <a:gd name="connsiteX2" fmla="*/ 0 w 223927"/>
                  <a:gd name="connsiteY2" fmla="*/ 531264 h 531264"/>
                  <a:gd name="connsiteX0" fmla="*/ 2793 w 223927"/>
                  <a:gd name="connsiteY0" fmla="*/ 0 h 531264"/>
                  <a:gd name="connsiteX1" fmla="*/ 223787 w 223927"/>
                  <a:gd name="connsiteY1" fmla="*/ 262589 h 531264"/>
                  <a:gd name="connsiteX2" fmla="*/ 0 w 223927"/>
                  <a:gd name="connsiteY2" fmla="*/ 531264 h 531264"/>
                  <a:gd name="connsiteX0" fmla="*/ 2793 w 223789"/>
                  <a:gd name="connsiteY0" fmla="*/ 0 h 531264"/>
                  <a:gd name="connsiteX1" fmla="*/ 223787 w 223789"/>
                  <a:gd name="connsiteY1" fmla="*/ 262589 h 531264"/>
                  <a:gd name="connsiteX2" fmla="*/ 0 w 223789"/>
                  <a:gd name="connsiteY2" fmla="*/ 531264 h 531264"/>
                </a:gdLst>
                <a:ahLst/>
                <a:cxnLst>
                  <a:cxn ang="0">
                    <a:pos x="connsiteX0" y="connsiteY0"/>
                  </a:cxn>
                  <a:cxn ang="0">
                    <a:pos x="connsiteX1" y="connsiteY1"/>
                  </a:cxn>
                  <a:cxn ang="0">
                    <a:pos x="connsiteX2" y="connsiteY2"/>
                  </a:cxn>
                </a:cxnLst>
                <a:rect l="l" t="t" r="r" b="b"/>
                <a:pathLst>
                  <a:path w="223789" h="531264">
                    <a:moveTo>
                      <a:pt x="2793" y="0"/>
                    </a:moveTo>
                    <a:cubicBezTo>
                      <a:pt x="145200" y="83598"/>
                      <a:pt x="224252" y="153497"/>
                      <a:pt x="223787" y="262589"/>
                    </a:cubicBezTo>
                    <a:cubicBezTo>
                      <a:pt x="223322" y="371681"/>
                      <a:pt x="115941" y="460034"/>
                      <a:pt x="0" y="531264"/>
                    </a:cubicBezTo>
                  </a:path>
                </a:pathLst>
              </a:cu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2800" b="0" i="0" u="none" strike="noStrike" cap="none" normalizeH="0" baseline="0">
                  <a:ln>
                    <a:noFill/>
                  </a:ln>
                  <a:solidFill>
                    <a:schemeClr val="tx1"/>
                  </a:solidFill>
                  <a:effectLst/>
                  <a:latin typeface="Arial" charset="0"/>
                </a:endParaRPr>
              </a:p>
            </p:txBody>
          </p:sp>
        </p:grpSp>
        <p:sp>
          <p:nvSpPr>
            <p:cNvPr id="116" name="TextBox 115">
              <a:extLst>
                <a:ext uri="{FF2B5EF4-FFF2-40B4-BE49-F238E27FC236}">
                  <a16:creationId xmlns:a16="http://schemas.microsoft.com/office/drawing/2014/main" id="{9DB2F348-3600-A142-9A05-00DB51C4A486}"/>
                </a:ext>
              </a:extLst>
            </p:cNvPr>
            <p:cNvSpPr txBox="1"/>
            <p:nvPr/>
          </p:nvSpPr>
          <p:spPr>
            <a:xfrm>
              <a:off x="1130410" y="5758290"/>
              <a:ext cx="354584"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s3</a:t>
              </a:r>
              <a:endParaRPr lang="en-CN" sz="1200" dirty="0">
                <a:solidFill>
                  <a:schemeClr val="tx1"/>
                </a:solidFill>
                <a:latin typeface="Arial" panose="020B0604020202020204" pitchFamily="34" charset="0"/>
                <a:cs typeface="Arial" panose="020B0604020202020204" pitchFamily="34" charset="0"/>
              </a:endParaRPr>
            </a:p>
          </p:txBody>
        </p:sp>
        <p:sp>
          <p:nvSpPr>
            <p:cNvPr id="117" name="TextBox 116">
              <a:extLst>
                <a:ext uri="{FF2B5EF4-FFF2-40B4-BE49-F238E27FC236}">
                  <a16:creationId xmlns:a16="http://schemas.microsoft.com/office/drawing/2014/main" id="{9353768D-2868-3D47-B102-9B3DF5819CA9}"/>
                </a:ext>
              </a:extLst>
            </p:cNvPr>
            <p:cNvSpPr txBox="1"/>
            <p:nvPr/>
          </p:nvSpPr>
          <p:spPr>
            <a:xfrm>
              <a:off x="1851000" y="5177634"/>
              <a:ext cx="354584"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c2</a:t>
              </a:r>
              <a:endParaRPr lang="en-CN" sz="1200" dirty="0">
                <a:solidFill>
                  <a:schemeClr val="tx1"/>
                </a:solidFill>
                <a:latin typeface="Arial" panose="020B0604020202020204" pitchFamily="34" charset="0"/>
                <a:cs typeface="Arial" panose="020B0604020202020204" pitchFamily="34" charset="0"/>
              </a:endParaRPr>
            </a:p>
          </p:txBody>
        </p:sp>
        <p:grpSp>
          <p:nvGrpSpPr>
            <p:cNvPr id="118" name="Group 117">
              <a:extLst>
                <a:ext uri="{FF2B5EF4-FFF2-40B4-BE49-F238E27FC236}">
                  <a16:creationId xmlns:a16="http://schemas.microsoft.com/office/drawing/2014/main" id="{9360C8D9-B48E-714D-ACF9-DCF621581566}"/>
                </a:ext>
              </a:extLst>
            </p:cNvPr>
            <p:cNvGrpSpPr/>
            <p:nvPr/>
          </p:nvGrpSpPr>
          <p:grpSpPr>
            <a:xfrm rot="5400000">
              <a:off x="1654339" y="5239500"/>
              <a:ext cx="929873" cy="173895"/>
              <a:chOff x="4269238" y="5655686"/>
              <a:chExt cx="3092770" cy="587169"/>
            </a:xfrm>
          </p:grpSpPr>
          <p:cxnSp>
            <p:nvCxnSpPr>
              <p:cNvPr id="119" name="Straight Connector 118">
                <a:extLst>
                  <a:ext uri="{FF2B5EF4-FFF2-40B4-BE49-F238E27FC236}">
                    <a16:creationId xmlns:a16="http://schemas.microsoft.com/office/drawing/2014/main" id="{259E7745-B98F-DF41-803F-1DAC1CEC95C3}"/>
                  </a:ext>
                </a:extLst>
              </p:cNvPr>
              <p:cNvCxnSpPr>
                <a:cxnSpLocks/>
              </p:cNvCxnSpPr>
              <p:nvPr/>
            </p:nvCxnSpPr>
            <p:spPr bwMode="auto">
              <a:xfrm>
                <a:off x="7208898" y="5945946"/>
                <a:ext cx="153110" cy="0"/>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120" name="Straight Connector 119">
                <a:extLst>
                  <a:ext uri="{FF2B5EF4-FFF2-40B4-BE49-F238E27FC236}">
                    <a16:creationId xmlns:a16="http://schemas.microsoft.com/office/drawing/2014/main" id="{9DA6B3C7-F5F6-674A-928C-157EBFA53991}"/>
                  </a:ext>
                </a:extLst>
              </p:cNvPr>
              <p:cNvCxnSpPr>
                <a:cxnSpLocks/>
              </p:cNvCxnSpPr>
              <p:nvPr/>
            </p:nvCxnSpPr>
            <p:spPr bwMode="auto">
              <a:xfrm rot="16200000">
                <a:off x="5515222" y="4550345"/>
                <a:ext cx="0" cy="2491967"/>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121" name="Straight Connector 120">
                <a:extLst>
                  <a:ext uri="{FF2B5EF4-FFF2-40B4-BE49-F238E27FC236}">
                    <a16:creationId xmlns:a16="http://schemas.microsoft.com/office/drawing/2014/main" id="{5D80E057-946A-2148-BF2B-48CD515D177B}"/>
                  </a:ext>
                </a:extLst>
              </p:cNvPr>
              <p:cNvCxnSpPr>
                <a:cxnSpLocks/>
              </p:cNvCxnSpPr>
              <p:nvPr/>
            </p:nvCxnSpPr>
            <p:spPr bwMode="auto">
              <a:xfrm rot="16200000">
                <a:off x="6402275" y="5730975"/>
                <a:ext cx="0" cy="717863"/>
              </a:xfrm>
              <a:prstGeom prst="line">
                <a:avLst/>
              </a:prstGeom>
              <a:solidFill>
                <a:schemeClr val="accent1"/>
              </a:solidFill>
              <a:ln w="12700" cap="flat" cmpd="sng" algn="ctr">
                <a:solidFill>
                  <a:schemeClr val="tx1"/>
                </a:solidFill>
                <a:prstDash val="solid"/>
                <a:round/>
                <a:headEnd type="none" w="med" len="med"/>
                <a:tailEnd type="none" w="med" len="med"/>
              </a:ln>
              <a:effectLst/>
            </p:spPr>
          </p:cxnSp>
          <p:sp>
            <p:nvSpPr>
              <p:cNvPr id="122" name="Freeform 121">
                <a:extLst>
                  <a:ext uri="{FF2B5EF4-FFF2-40B4-BE49-F238E27FC236}">
                    <a16:creationId xmlns:a16="http://schemas.microsoft.com/office/drawing/2014/main" id="{DCB513C6-4BCC-1848-B507-59149C277FA3}"/>
                  </a:ext>
                </a:extLst>
              </p:cNvPr>
              <p:cNvSpPr/>
              <p:nvPr/>
            </p:nvSpPr>
            <p:spPr bwMode="auto">
              <a:xfrm>
                <a:off x="6574688" y="5655686"/>
                <a:ext cx="634218" cy="587169"/>
              </a:xfrm>
              <a:custGeom>
                <a:avLst/>
                <a:gdLst>
                  <a:gd name="connsiteX0" fmla="*/ 0 w 627888"/>
                  <a:gd name="connsiteY0" fmla="*/ 0 h 579120"/>
                  <a:gd name="connsiteX1" fmla="*/ 207264 w 627888"/>
                  <a:gd name="connsiteY1" fmla="*/ 286512 h 579120"/>
                  <a:gd name="connsiteX2" fmla="*/ 0 w 627888"/>
                  <a:gd name="connsiteY2" fmla="*/ 579120 h 579120"/>
                  <a:gd name="connsiteX3" fmla="*/ 365760 w 627888"/>
                  <a:gd name="connsiteY3" fmla="*/ 573024 h 579120"/>
                  <a:gd name="connsiteX4" fmla="*/ 627888 w 627888"/>
                  <a:gd name="connsiteY4" fmla="*/ 292608 h 579120"/>
                  <a:gd name="connsiteX5" fmla="*/ 390144 w 627888"/>
                  <a:gd name="connsiteY5" fmla="*/ 6096 h 579120"/>
                  <a:gd name="connsiteX6" fmla="*/ 0 w 627888"/>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46520"/>
                  <a:gd name="connsiteY0" fmla="*/ 0 h 579120"/>
                  <a:gd name="connsiteX1" fmla="*/ 209962 w 646520"/>
                  <a:gd name="connsiteY1" fmla="*/ 286512 h 579120"/>
                  <a:gd name="connsiteX2" fmla="*/ 2698 w 646520"/>
                  <a:gd name="connsiteY2" fmla="*/ 579120 h 579120"/>
                  <a:gd name="connsiteX3" fmla="*/ 368458 w 646520"/>
                  <a:gd name="connsiteY3" fmla="*/ 573024 h 579120"/>
                  <a:gd name="connsiteX4" fmla="*/ 630586 w 646520"/>
                  <a:gd name="connsiteY4" fmla="*/ 292608 h 579120"/>
                  <a:gd name="connsiteX5" fmla="*/ 392842 w 646520"/>
                  <a:gd name="connsiteY5" fmla="*/ 6096 h 579120"/>
                  <a:gd name="connsiteX6" fmla="*/ 2698 w 646520"/>
                  <a:gd name="connsiteY6" fmla="*/ 0 h 579120"/>
                  <a:gd name="connsiteX0" fmla="*/ 2698 w 646520"/>
                  <a:gd name="connsiteY0" fmla="*/ 51141 h 630261"/>
                  <a:gd name="connsiteX1" fmla="*/ 209962 w 646520"/>
                  <a:gd name="connsiteY1" fmla="*/ 337653 h 630261"/>
                  <a:gd name="connsiteX2" fmla="*/ 2698 w 646520"/>
                  <a:gd name="connsiteY2" fmla="*/ 630261 h 630261"/>
                  <a:gd name="connsiteX3" fmla="*/ 368458 w 646520"/>
                  <a:gd name="connsiteY3" fmla="*/ 624165 h 630261"/>
                  <a:gd name="connsiteX4" fmla="*/ 630586 w 646520"/>
                  <a:gd name="connsiteY4" fmla="*/ 343749 h 630261"/>
                  <a:gd name="connsiteX5" fmla="*/ 392842 w 646520"/>
                  <a:gd name="connsiteY5" fmla="*/ 57237 h 630261"/>
                  <a:gd name="connsiteX6" fmla="*/ 2698 w 646520"/>
                  <a:gd name="connsiteY6" fmla="*/ 51141 h 630261"/>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1455 h 600575"/>
                  <a:gd name="connsiteX1" fmla="*/ 209962 w 646520"/>
                  <a:gd name="connsiteY1" fmla="*/ 307967 h 600575"/>
                  <a:gd name="connsiteX2" fmla="*/ 2698 w 646520"/>
                  <a:gd name="connsiteY2" fmla="*/ 600575 h 600575"/>
                  <a:gd name="connsiteX3" fmla="*/ 368458 w 646520"/>
                  <a:gd name="connsiteY3" fmla="*/ 594479 h 600575"/>
                  <a:gd name="connsiteX4" fmla="*/ 630586 w 646520"/>
                  <a:gd name="connsiteY4" fmla="*/ 314063 h 600575"/>
                  <a:gd name="connsiteX5" fmla="*/ 392842 w 646520"/>
                  <a:gd name="connsiteY5" fmla="*/ 27551 h 600575"/>
                  <a:gd name="connsiteX6" fmla="*/ 2698 w 646520"/>
                  <a:gd name="connsiteY6" fmla="*/ 21455 h 600575"/>
                  <a:gd name="connsiteX0" fmla="*/ 2698 w 630586"/>
                  <a:gd name="connsiteY0" fmla="*/ 21455 h 600575"/>
                  <a:gd name="connsiteX1" fmla="*/ 209962 w 630586"/>
                  <a:gd name="connsiteY1" fmla="*/ 307967 h 600575"/>
                  <a:gd name="connsiteX2" fmla="*/ 2698 w 630586"/>
                  <a:gd name="connsiteY2" fmla="*/ 600575 h 600575"/>
                  <a:gd name="connsiteX3" fmla="*/ 368458 w 630586"/>
                  <a:gd name="connsiteY3" fmla="*/ 594479 h 600575"/>
                  <a:gd name="connsiteX4" fmla="*/ 630586 w 630586"/>
                  <a:gd name="connsiteY4" fmla="*/ 314063 h 600575"/>
                  <a:gd name="connsiteX5" fmla="*/ 392842 w 630586"/>
                  <a:gd name="connsiteY5" fmla="*/ 27551 h 600575"/>
                  <a:gd name="connsiteX6" fmla="*/ 2698 w 630586"/>
                  <a:gd name="connsiteY6" fmla="*/ 21455 h 600575"/>
                  <a:gd name="connsiteX0" fmla="*/ 2698 w 631527"/>
                  <a:gd name="connsiteY0" fmla="*/ 21455 h 600575"/>
                  <a:gd name="connsiteX1" fmla="*/ 209962 w 631527"/>
                  <a:gd name="connsiteY1" fmla="*/ 307967 h 600575"/>
                  <a:gd name="connsiteX2" fmla="*/ 2698 w 631527"/>
                  <a:gd name="connsiteY2" fmla="*/ 600575 h 600575"/>
                  <a:gd name="connsiteX3" fmla="*/ 301402 w 631527"/>
                  <a:gd name="connsiteY3" fmla="*/ 600575 h 600575"/>
                  <a:gd name="connsiteX4" fmla="*/ 630586 w 631527"/>
                  <a:gd name="connsiteY4" fmla="*/ 314063 h 600575"/>
                  <a:gd name="connsiteX5" fmla="*/ 392842 w 631527"/>
                  <a:gd name="connsiteY5" fmla="*/ 27551 h 600575"/>
                  <a:gd name="connsiteX6" fmla="*/ 2698 w 631527"/>
                  <a:gd name="connsiteY6" fmla="*/ 21455 h 600575"/>
                  <a:gd name="connsiteX0" fmla="*/ 2698 w 631527"/>
                  <a:gd name="connsiteY0" fmla="*/ 21455 h 602832"/>
                  <a:gd name="connsiteX1" fmla="*/ 209962 w 631527"/>
                  <a:gd name="connsiteY1" fmla="*/ 307967 h 602832"/>
                  <a:gd name="connsiteX2" fmla="*/ 2698 w 631527"/>
                  <a:gd name="connsiteY2" fmla="*/ 600575 h 602832"/>
                  <a:gd name="connsiteX3" fmla="*/ 301402 w 631527"/>
                  <a:gd name="connsiteY3" fmla="*/ 600575 h 602832"/>
                  <a:gd name="connsiteX4" fmla="*/ 630586 w 631527"/>
                  <a:gd name="connsiteY4" fmla="*/ 314063 h 602832"/>
                  <a:gd name="connsiteX5" fmla="*/ 392842 w 631527"/>
                  <a:gd name="connsiteY5" fmla="*/ 27551 h 602832"/>
                  <a:gd name="connsiteX6" fmla="*/ 2698 w 631527"/>
                  <a:gd name="connsiteY6" fmla="*/ 21455 h 602832"/>
                  <a:gd name="connsiteX0" fmla="*/ 2698 w 630586"/>
                  <a:gd name="connsiteY0" fmla="*/ 21455 h 602832"/>
                  <a:gd name="connsiteX1" fmla="*/ 209962 w 630586"/>
                  <a:gd name="connsiteY1" fmla="*/ 307967 h 602832"/>
                  <a:gd name="connsiteX2" fmla="*/ 2698 w 630586"/>
                  <a:gd name="connsiteY2" fmla="*/ 600575 h 602832"/>
                  <a:gd name="connsiteX3" fmla="*/ 301402 w 630586"/>
                  <a:gd name="connsiteY3" fmla="*/ 600575 h 602832"/>
                  <a:gd name="connsiteX4" fmla="*/ 630586 w 630586"/>
                  <a:gd name="connsiteY4" fmla="*/ 314063 h 602832"/>
                  <a:gd name="connsiteX5" fmla="*/ 301402 w 630586"/>
                  <a:gd name="connsiteY5" fmla="*/ 27551 h 602832"/>
                  <a:gd name="connsiteX6" fmla="*/ 2698 w 630586"/>
                  <a:gd name="connsiteY6" fmla="*/ 21455 h 602832"/>
                  <a:gd name="connsiteX0" fmla="*/ 2698 w 630586"/>
                  <a:gd name="connsiteY0" fmla="*/ 20123 h 601500"/>
                  <a:gd name="connsiteX1" fmla="*/ 209962 w 630586"/>
                  <a:gd name="connsiteY1" fmla="*/ 306635 h 601500"/>
                  <a:gd name="connsiteX2" fmla="*/ 2698 w 630586"/>
                  <a:gd name="connsiteY2" fmla="*/ 599243 h 601500"/>
                  <a:gd name="connsiteX3" fmla="*/ 301402 w 630586"/>
                  <a:gd name="connsiteY3" fmla="*/ 599243 h 601500"/>
                  <a:gd name="connsiteX4" fmla="*/ 630586 w 630586"/>
                  <a:gd name="connsiteY4" fmla="*/ 312731 h 601500"/>
                  <a:gd name="connsiteX5" fmla="*/ 301402 w 630586"/>
                  <a:gd name="connsiteY5" fmla="*/ 26219 h 601500"/>
                  <a:gd name="connsiteX6" fmla="*/ 2698 w 630586"/>
                  <a:gd name="connsiteY6" fmla="*/ 20123 h 601500"/>
                  <a:gd name="connsiteX0" fmla="*/ 2146 w 630034"/>
                  <a:gd name="connsiteY0" fmla="*/ 20123 h 601500"/>
                  <a:gd name="connsiteX1" fmla="*/ 209410 w 630034"/>
                  <a:gd name="connsiteY1" fmla="*/ 306635 h 601500"/>
                  <a:gd name="connsiteX2" fmla="*/ 2146 w 630034"/>
                  <a:gd name="connsiteY2" fmla="*/ 599243 h 601500"/>
                  <a:gd name="connsiteX3" fmla="*/ 300850 w 630034"/>
                  <a:gd name="connsiteY3" fmla="*/ 599243 h 601500"/>
                  <a:gd name="connsiteX4" fmla="*/ 630034 w 630034"/>
                  <a:gd name="connsiteY4" fmla="*/ 312731 h 601500"/>
                  <a:gd name="connsiteX5" fmla="*/ 300850 w 630034"/>
                  <a:gd name="connsiteY5" fmla="*/ 26219 h 601500"/>
                  <a:gd name="connsiteX6" fmla="*/ 2146 w 630034"/>
                  <a:gd name="connsiteY6" fmla="*/ 20123 h 601500"/>
                  <a:gd name="connsiteX0" fmla="*/ 6215 w 634103"/>
                  <a:gd name="connsiteY0" fmla="*/ 3947 h 585324"/>
                  <a:gd name="connsiteX1" fmla="*/ 213479 w 634103"/>
                  <a:gd name="connsiteY1" fmla="*/ 290459 h 585324"/>
                  <a:gd name="connsiteX2" fmla="*/ 6215 w 634103"/>
                  <a:gd name="connsiteY2" fmla="*/ 583067 h 585324"/>
                  <a:gd name="connsiteX3" fmla="*/ 304919 w 634103"/>
                  <a:gd name="connsiteY3" fmla="*/ 583067 h 585324"/>
                  <a:gd name="connsiteX4" fmla="*/ 634103 w 634103"/>
                  <a:gd name="connsiteY4" fmla="*/ 296555 h 585324"/>
                  <a:gd name="connsiteX5" fmla="*/ 304919 w 634103"/>
                  <a:gd name="connsiteY5" fmla="*/ 10043 h 585324"/>
                  <a:gd name="connsiteX6" fmla="*/ 6215 w 634103"/>
                  <a:gd name="connsiteY6" fmla="*/ 3947 h 585324"/>
                  <a:gd name="connsiteX0" fmla="*/ 6624 w 634512"/>
                  <a:gd name="connsiteY0" fmla="*/ 3947 h 585324"/>
                  <a:gd name="connsiteX1" fmla="*/ 213888 w 634512"/>
                  <a:gd name="connsiteY1" fmla="*/ 290459 h 585324"/>
                  <a:gd name="connsiteX2" fmla="*/ 6624 w 634512"/>
                  <a:gd name="connsiteY2" fmla="*/ 583067 h 585324"/>
                  <a:gd name="connsiteX3" fmla="*/ 305328 w 634512"/>
                  <a:gd name="connsiteY3" fmla="*/ 583067 h 585324"/>
                  <a:gd name="connsiteX4" fmla="*/ 634512 w 634512"/>
                  <a:gd name="connsiteY4" fmla="*/ 296555 h 585324"/>
                  <a:gd name="connsiteX5" fmla="*/ 305328 w 634512"/>
                  <a:gd name="connsiteY5" fmla="*/ 10043 h 585324"/>
                  <a:gd name="connsiteX6" fmla="*/ 6624 w 634512"/>
                  <a:gd name="connsiteY6" fmla="*/ 3947 h 585324"/>
                  <a:gd name="connsiteX0" fmla="*/ 6624 w 634644"/>
                  <a:gd name="connsiteY0" fmla="*/ 18301 h 599678"/>
                  <a:gd name="connsiteX1" fmla="*/ 213888 w 634644"/>
                  <a:gd name="connsiteY1" fmla="*/ 304813 h 599678"/>
                  <a:gd name="connsiteX2" fmla="*/ 6624 w 634644"/>
                  <a:gd name="connsiteY2" fmla="*/ 597421 h 599678"/>
                  <a:gd name="connsiteX3" fmla="*/ 305328 w 634644"/>
                  <a:gd name="connsiteY3" fmla="*/ 597421 h 599678"/>
                  <a:gd name="connsiteX4" fmla="*/ 634512 w 634644"/>
                  <a:gd name="connsiteY4" fmla="*/ 310909 h 599678"/>
                  <a:gd name="connsiteX5" fmla="*/ 268752 w 634644"/>
                  <a:gd name="connsiteY5" fmla="*/ 30493 h 599678"/>
                  <a:gd name="connsiteX6" fmla="*/ 6624 w 634644"/>
                  <a:gd name="connsiteY6" fmla="*/ 18301 h 599678"/>
                  <a:gd name="connsiteX0" fmla="*/ 6624 w 634644"/>
                  <a:gd name="connsiteY0" fmla="*/ 23735 h 605112"/>
                  <a:gd name="connsiteX1" fmla="*/ 213888 w 634644"/>
                  <a:gd name="connsiteY1" fmla="*/ 310247 h 605112"/>
                  <a:gd name="connsiteX2" fmla="*/ 6624 w 634644"/>
                  <a:gd name="connsiteY2" fmla="*/ 602855 h 605112"/>
                  <a:gd name="connsiteX3" fmla="*/ 305328 w 634644"/>
                  <a:gd name="connsiteY3" fmla="*/ 602855 h 605112"/>
                  <a:gd name="connsiteX4" fmla="*/ 634512 w 634644"/>
                  <a:gd name="connsiteY4" fmla="*/ 316343 h 605112"/>
                  <a:gd name="connsiteX5" fmla="*/ 268752 w 634644"/>
                  <a:gd name="connsiteY5" fmla="*/ 35927 h 605112"/>
                  <a:gd name="connsiteX6" fmla="*/ 6624 w 634644"/>
                  <a:gd name="connsiteY6" fmla="*/ 23735 h 605112"/>
                  <a:gd name="connsiteX0" fmla="*/ 6624 w 634577"/>
                  <a:gd name="connsiteY0" fmla="*/ 17614 h 598991"/>
                  <a:gd name="connsiteX1" fmla="*/ 213888 w 634577"/>
                  <a:gd name="connsiteY1" fmla="*/ 304126 h 598991"/>
                  <a:gd name="connsiteX2" fmla="*/ 6624 w 634577"/>
                  <a:gd name="connsiteY2" fmla="*/ 596734 h 598991"/>
                  <a:gd name="connsiteX3" fmla="*/ 305328 w 634577"/>
                  <a:gd name="connsiteY3" fmla="*/ 596734 h 598991"/>
                  <a:gd name="connsiteX4" fmla="*/ 634512 w 634577"/>
                  <a:gd name="connsiteY4" fmla="*/ 310222 h 598991"/>
                  <a:gd name="connsiteX5" fmla="*/ 329712 w 634577"/>
                  <a:gd name="connsiteY5" fmla="*/ 48094 h 598991"/>
                  <a:gd name="connsiteX6" fmla="*/ 6624 w 634577"/>
                  <a:gd name="connsiteY6" fmla="*/ 17614 h 598991"/>
                  <a:gd name="connsiteX0" fmla="*/ 6624 w 634575"/>
                  <a:gd name="connsiteY0" fmla="*/ 21507 h 602884"/>
                  <a:gd name="connsiteX1" fmla="*/ 213888 w 634575"/>
                  <a:gd name="connsiteY1" fmla="*/ 308019 h 602884"/>
                  <a:gd name="connsiteX2" fmla="*/ 6624 w 634575"/>
                  <a:gd name="connsiteY2" fmla="*/ 600627 h 602884"/>
                  <a:gd name="connsiteX3" fmla="*/ 305328 w 634575"/>
                  <a:gd name="connsiteY3" fmla="*/ 600627 h 602884"/>
                  <a:gd name="connsiteX4" fmla="*/ 634512 w 634575"/>
                  <a:gd name="connsiteY4" fmla="*/ 314115 h 602884"/>
                  <a:gd name="connsiteX5" fmla="*/ 329712 w 634575"/>
                  <a:gd name="connsiteY5" fmla="*/ 51987 h 602884"/>
                  <a:gd name="connsiteX6" fmla="*/ 6624 w 634575"/>
                  <a:gd name="connsiteY6" fmla="*/ 21507 h 602884"/>
                  <a:gd name="connsiteX0" fmla="*/ 6624 w 634575"/>
                  <a:gd name="connsiteY0" fmla="*/ 21507 h 619140"/>
                  <a:gd name="connsiteX1" fmla="*/ 213888 w 634575"/>
                  <a:gd name="connsiteY1" fmla="*/ 308019 h 619140"/>
                  <a:gd name="connsiteX2" fmla="*/ 6624 w 634575"/>
                  <a:gd name="connsiteY2" fmla="*/ 600627 h 619140"/>
                  <a:gd name="connsiteX3" fmla="*/ 305328 w 634575"/>
                  <a:gd name="connsiteY3" fmla="*/ 600627 h 619140"/>
                  <a:gd name="connsiteX4" fmla="*/ 634512 w 634575"/>
                  <a:gd name="connsiteY4" fmla="*/ 314115 h 619140"/>
                  <a:gd name="connsiteX5" fmla="*/ 329712 w 634575"/>
                  <a:gd name="connsiteY5" fmla="*/ 51987 h 619140"/>
                  <a:gd name="connsiteX6" fmla="*/ 6624 w 634575"/>
                  <a:gd name="connsiteY6" fmla="*/ 21507 h 619140"/>
                  <a:gd name="connsiteX0" fmla="*/ 6624 w 634531"/>
                  <a:gd name="connsiteY0" fmla="*/ 21507 h 607159"/>
                  <a:gd name="connsiteX1" fmla="*/ 213888 w 634531"/>
                  <a:gd name="connsiteY1" fmla="*/ 308019 h 607159"/>
                  <a:gd name="connsiteX2" fmla="*/ 6624 w 634531"/>
                  <a:gd name="connsiteY2" fmla="*/ 600627 h 607159"/>
                  <a:gd name="connsiteX3" fmla="*/ 341904 w 634531"/>
                  <a:gd name="connsiteY3" fmla="*/ 582339 h 607159"/>
                  <a:gd name="connsiteX4" fmla="*/ 634512 w 634531"/>
                  <a:gd name="connsiteY4" fmla="*/ 314115 h 607159"/>
                  <a:gd name="connsiteX5" fmla="*/ 329712 w 634531"/>
                  <a:gd name="connsiteY5" fmla="*/ 51987 h 607159"/>
                  <a:gd name="connsiteX6" fmla="*/ 6624 w 634531"/>
                  <a:gd name="connsiteY6" fmla="*/ 21507 h 607159"/>
                  <a:gd name="connsiteX0" fmla="*/ 6624 w 634516"/>
                  <a:gd name="connsiteY0" fmla="*/ 21507 h 600822"/>
                  <a:gd name="connsiteX1" fmla="*/ 213888 w 634516"/>
                  <a:gd name="connsiteY1" fmla="*/ 308019 h 600822"/>
                  <a:gd name="connsiteX2" fmla="*/ 6624 w 634516"/>
                  <a:gd name="connsiteY2" fmla="*/ 600627 h 600822"/>
                  <a:gd name="connsiteX3" fmla="*/ 335808 w 634516"/>
                  <a:gd name="connsiteY3" fmla="*/ 564051 h 600822"/>
                  <a:gd name="connsiteX4" fmla="*/ 634512 w 634516"/>
                  <a:gd name="connsiteY4" fmla="*/ 314115 h 600822"/>
                  <a:gd name="connsiteX5" fmla="*/ 329712 w 634516"/>
                  <a:gd name="connsiteY5" fmla="*/ 51987 h 600822"/>
                  <a:gd name="connsiteX6" fmla="*/ 6624 w 634516"/>
                  <a:gd name="connsiteY6" fmla="*/ 21507 h 600822"/>
                  <a:gd name="connsiteX0" fmla="*/ 6624 w 634516"/>
                  <a:gd name="connsiteY0" fmla="*/ 20598 h 599913"/>
                  <a:gd name="connsiteX1" fmla="*/ 213888 w 634516"/>
                  <a:gd name="connsiteY1" fmla="*/ 307110 h 599913"/>
                  <a:gd name="connsiteX2" fmla="*/ 6624 w 634516"/>
                  <a:gd name="connsiteY2" fmla="*/ 599718 h 599913"/>
                  <a:gd name="connsiteX3" fmla="*/ 335808 w 634516"/>
                  <a:gd name="connsiteY3" fmla="*/ 563142 h 599913"/>
                  <a:gd name="connsiteX4" fmla="*/ 634512 w 634516"/>
                  <a:gd name="connsiteY4" fmla="*/ 313206 h 599913"/>
                  <a:gd name="connsiteX5" fmla="*/ 329712 w 634516"/>
                  <a:gd name="connsiteY5" fmla="*/ 51078 h 599913"/>
                  <a:gd name="connsiteX6" fmla="*/ 6624 w 634516"/>
                  <a:gd name="connsiteY6" fmla="*/ 20598 h 599913"/>
                  <a:gd name="connsiteX0" fmla="*/ 6624 w 634516"/>
                  <a:gd name="connsiteY0" fmla="*/ 22407 h 601722"/>
                  <a:gd name="connsiteX1" fmla="*/ 213888 w 634516"/>
                  <a:gd name="connsiteY1" fmla="*/ 308919 h 601722"/>
                  <a:gd name="connsiteX2" fmla="*/ 6624 w 634516"/>
                  <a:gd name="connsiteY2" fmla="*/ 601527 h 601722"/>
                  <a:gd name="connsiteX3" fmla="*/ 335808 w 634516"/>
                  <a:gd name="connsiteY3" fmla="*/ 564951 h 601722"/>
                  <a:gd name="connsiteX4" fmla="*/ 634512 w 634516"/>
                  <a:gd name="connsiteY4" fmla="*/ 315015 h 601722"/>
                  <a:gd name="connsiteX5" fmla="*/ 329712 w 634516"/>
                  <a:gd name="connsiteY5" fmla="*/ 52887 h 601722"/>
                  <a:gd name="connsiteX6" fmla="*/ 6624 w 634516"/>
                  <a:gd name="connsiteY6" fmla="*/ 22407 h 601722"/>
                  <a:gd name="connsiteX0" fmla="*/ 6624 w 634516"/>
                  <a:gd name="connsiteY0" fmla="*/ 8163 h 587478"/>
                  <a:gd name="connsiteX1" fmla="*/ 213888 w 634516"/>
                  <a:gd name="connsiteY1" fmla="*/ 294675 h 587478"/>
                  <a:gd name="connsiteX2" fmla="*/ 6624 w 634516"/>
                  <a:gd name="connsiteY2" fmla="*/ 587283 h 587478"/>
                  <a:gd name="connsiteX3" fmla="*/ 335808 w 634516"/>
                  <a:gd name="connsiteY3" fmla="*/ 550707 h 587478"/>
                  <a:gd name="connsiteX4" fmla="*/ 634512 w 634516"/>
                  <a:gd name="connsiteY4" fmla="*/ 300771 h 587478"/>
                  <a:gd name="connsiteX5" fmla="*/ 329712 w 634516"/>
                  <a:gd name="connsiteY5" fmla="*/ 38643 h 587478"/>
                  <a:gd name="connsiteX6" fmla="*/ 6624 w 634516"/>
                  <a:gd name="connsiteY6" fmla="*/ 8163 h 587478"/>
                  <a:gd name="connsiteX0" fmla="*/ 6288 w 634180"/>
                  <a:gd name="connsiteY0" fmla="*/ 8163 h 587686"/>
                  <a:gd name="connsiteX1" fmla="*/ 213552 w 634180"/>
                  <a:gd name="connsiteY1" fmla="*/ 294675 h 587686"/>
                  <a:gd name="connsiteX2" fmla="*/ 6288 w 634180"/>
                  <a:gd name="connsiteY2" fmla="*/ 587283 h 587686"/>
                  <a:gd name="connsiteX3" fmla="*/ 335472 w 634180"/>
                  <a:gd name="connsiteY3" fmla="*/ 550707 h 587686"/>
                  <a:gd name="connsiteX4" fmla="*/ 634176 w 634180"/>
                  <a:gd name="connsiteY4" fmla="*/ 300771 h 587686"/>
                  <a:gd name="connsiteX5" fmla="*/ 329376 w 634180"/>
                  <a:gd name="connsiteY5" fmla="*/ 38643 h 587686"/>
                  <a:gd name="connsiteX6" fmla="*/ 6288 w 634180"/>
                  <a:gd name="connsiteY6" fmla="*/ 8163 h 587686"/>
                  <a:gd name="connsiteX0" fmla="*/ 6288 w 634211"/>
                  <a:gd name="connsiteY0" fmla="*/ 8163 h 587686"/>
                  <a:gd name="connsiteX1" fmla="*/ 213552 w 634211"/>
                  <a:gd name="connsiteY1" fmla="*/ 294675 h 587686"/>
                  <a:gd name="connsiteX2" fmla="*/ 6288 w 634211"/>
                  <a:gd name="connsiteY2" fmla="*/ 587283 h 587686"/>
                  <a:gd name="connsiteX3" fmla="*/ 335472 w 634211"/>
                  <a:gd name="connsiteY3" fmla="*/ 550707 h 587686"/>
                  <a:gd name="connsiteX4" fmla="*/ 634176 w 634211"/>
                  <a:gd name="connsiteY4" fmla="*/ 300771 h 587686"/>
                  <a:gd name="connsiteX5" fmla="*/ 329376 w 634211"/>
                  <a:gd name="connsiteY5" fmla="*/ 38643 h 587686"/>
                  <a:gd name="connsiteX6" fmla="*/ 6288 w 634211"/>
                  <a:gd name="connsiteY6" fmla="*/ 8163 h 587686"/>
                  <a:gd name="connsiteX0" fmla="*/ 6288 w 634286"/>
                  <a:gd name="connsiteY0" fmla="*/ 8163 h 587686"/>
                  <a:gd name="connsiteX1" fmla="*/ 213552 w 634286"/>
                  <a:gd name="connsiteY1" fmla="*/ 294675 h 587686"/>
                  <a:gd name="connsiteX2" fmla="*/ 6288 w 634286"/>
                  <a:gd name="connsiteY2" fmla="*/ 587283 h 587686"/>
                  <a:gd name="connsiteX3" fmla="*/ 335472 w 634286"/>
                  <a:gd name="connsiteY3" fmla="*/ 550707 h 587686"/>
                  <a:gd name="connsiteX4" fmla="*/ 634176 w 634286"/>
                  <a:gd name="connsiteY4" fmla="*/ 300771 h 587686"/>
                  <a:gd name="connsiteX5" fmla="*/ 329376 w 634286"/>
                  <a:gd name="connsiteY5" fmla="*/ 38643 h 587686"/>
                  <a:gd name="connsiteX6" fmla="*/ 6288 w 634286"/>
                  <a:gd name="connsiteY6" fmla="*/ 8163 h 587686"/>
                  <a:gd name="connsiteX0" fmla="*/ 6288 w 634286"/>
                  <a:gd name="connsiteY0" fmla="*/ 4816 h 584339"/>
                  <a:gd name="connsiteX1" fmla="*/ 213552 w 634286"/>
                  <a:gd name="connsiteY1" fmla="*/ 291328 h 584339"/>
                  <a:gd name="connsiteX2" fmla="*/ 6288 w 634286"/>
                  <a:gd name="connsiteY2" fmla="*/ 583936 h 584339"/>
                  <a:gd name="connsiteX3" fmla="*/ 335472 w 634286"/>
                  <a:gd name="connsiteY3" fmla="*/ 547360 h 584339"/>
                  <a:gd name="connsiteX4" fmla="*/ 634176 w 634286"/>
                  <a:gd name="connsiteY4" fmla="*/ 297424 h 584339"/>
                  <a:gd name="connsiteX5" fmla="*/ 329376 w 634286"/>
                  <a:gd name="connsiteY5" fmla="*/ 35296 h 584339"/>
                  <a:gd name="connsiteX6" fmla="*/ 6288 w 634286"/>
                  <a:gd name="connsiteY6" fmla="*/ 4816 h 584339"/>
                  <a:gd name="connsiteX0" fmla="*/ 6288 w 634210"/>
                  <a:gd name="connsiteY0" fmla="*/ 14826 h 594349"/>
                  <a:gd name="connsiteX1" fmla="*/ 213552 w 634210"/>
                  <a:gd name="connsiteY1" fmla="*/ 301338 h 594349"/>
                  <a:gd name="connsiteX2" fmla="*/ 6288 w 634210"/>
                  <a:gd name="connsiteY2" fmla="*/ 593946 h 594349"/>
                  <a:gd name="connsiteX3" fmla="*/ 335472 w 634210"/>
                  <a:gd name="connsiteY3" fmla="*/ 557370 h 594349"/>
                  <a:gd name="connsiteX4" fmla="*/ 634176 w 634210"/>
                  <a:gd name="connsiteY4" fmla="*/ 307434 h 594349"/>
                  <a:gd name="connsiteX5" fmla="*/ 353545 w 634210"/>
                  <a:gd name="connsiteY5" fmla="*/ 57390 h 594349"/>
                  <a:gd name="connsiteX6" fmla="*/ 6288 w 634210"/>
                  <a:gd name="connsiteY6" fmla="*/ 14826 h 594349"/>
                  <a:gd name="connsiteX0" fmla="*/ 6288 w 634210"/>
                  <a:gd name="connsiteY0" fmla="*/ 4846 h 584369"/>
                  <a:gd name="connsiteX1" fmla="*/ 213552 w 634210"/>
                  <a:gd name="connsiteY1" fmla="*/ 291358 h 584369"/>
                  <a:gd name="connsiteX2" fmla="*/ 6288 w 634210"/>
                  <a:gd name="connsiteY2" fmla="*/ 583966 h 584369"/>
                  <a:gd name="connsiteX3" fmla="*/ 335472 w 634210"/>
                  <a:gd name="connsiteY3" fmla="*/ 547390 h 584369"/>
                  <a:gd name="connsiteX4" fmla="*/ 634176 w 634210"/>
                  <a:gd name="connsiteY4" fmla="*/ 297454 h 584369"/>
                  <a:gd name="connsiteX5" fmla="*/ 353545 w 634210"/>
                  <a:gd name="connsiteY5" fmla="*/ 47410 h 584369"/>
                  <a:gd name="connsiteX6" fmla="*/ 6288 w 634210"/>
                  <a:gd name="connsiteY6" fmla="*/ 4846 h 584369"/>
                  <a:gd name="connsiteX0" fmla="*/ 6288 w 634210"/>
                  <a:gd name="connsiteY0" fmla="*/ 4415 h 583938"/>
                  <a:gd name="connsiteX1" fmla="*/ 213552 w 634210"/>
                  <a:gd name="connsiteY1" fmla="*/ 290927 h 583938"/>
                  <a:gd name="connsiteX2" fmla="*/ 6288 w 634210"/>
                  <a:gd name="connsiteY2" fmla="*/ 583535 h 583938"/>
                  <a:gd name="connsiteX3" fmla="*/ 335472 w 634210"/>
                  <a:gd name="connsiteY3" fmla="*/ 546959 h 583938"/>
                  <a:gd name="connsiteX4" fmla="*/ 634176 w 634210"/>
                  <a:gd name="connsiteY4" fmla="*/ 297023 h 583938"/>
                  <a:gd name="connsiteX5" fmla="*/ 353545 w 634210"/>
                  <a:gd name="connsiteY5" fmla="*/ 46979 h 583938"/>
                  <a:gd name="connsiteX6" fmla="*/ 6288 w 634210"/>
                  <a:gd name="connsiteY6" fmla="*/ 4415 h 583938"/>
                  <a:gd name="connsiteX0" fmla="*/ 6288 w 634210"/>
                  <a:gd name="connsiteY0" fmla="*/ 5419 h 584942"/>
                  <a:gd name="connsiteX1" fmla="*/ 213552 w 634210"/>
                  <a:gd name="connsiteY1" fmla="*/ 291931 h 584942"/>
                  <a:gd name="connsiteX2" fmla="*/ 6288 w 634210"/>
                  <a:gd name="connsiteY2" fmla="*/ 584539 h 584942"/>
                  <a:gd name="connsiteX3" fmla="*/ 335472 w 634210"/>
                  <a:gd name="connsiteY3" fmla="*/ 547963 h 584942"/>
                  <a:gd name="connsiteX4" fmla="*/ 634176 w 634210"/>
                  <a:gd name="connsiteY4" fmla="*/ 298027 h 584942"/>
                  <a:gd name="connsiteX5" fmla="*/ 353545 w 634210"/>
                  <a:gd name="connsiteY5" fmla="*/ 47983 h 584942"/>
                  <a:gd name="connsiteX6" fmla="*/ 6288 w 634210"/>
                  <a:gd name="connsiteY6" fmla="*/ 5419 h 584942"/>
                  <a:gd name="connsiteX0" fmla="*/ 6288 w 634218"/>
                  <a:gd name="connsiteY0" fmla="*/ 7646 h 587169"/>
                  <a:gd name="connsiteX1" fmla="*/ 213552 w 634218"/>
                  <a:gd name="connsiteY1" fmla="*/ 294158 h 587169"/>
                  <a:gd name="connsiteX2" fmla="*/ 6288 w 634218"/>
                  <a:gd name="connsiteY2" fmla="*/ 586766 h 587169"/>
                  <a:gd name="connsiteX3" fmla="*/ 335472 w 634218"/>
                  <a:gd name="connsiteY3" fmla="*/ 550190 h 587169"/>
                  <a:gd name="connsiteX4" fmla="*/ 634176 w 634218"/>
                  <a:gd name="connsiteY4" fmla="*/ 300254 h 587169"/>
                  <a:gd name="connsiteX5" fmla="*/ 353545 w 634218"/>
                  <a:gd name="connsiteY5" fmla="*/ 50210 h 587169"/>
                  <a:gd name="connsiteX6" fmla="*/ 6288 w 634218"/>
                  <a:gd name="connsiteY6" fmla="*/ 7646 h 587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4218" h="587169">
                    <a:moveTo>
                      <a:pt x="6288" y="7646"/>
                    </a:moveTo>
                    <a:cubicBezTo>
                      <a:pt x="-1402" y="17865"/>
                      <a:pt x="197440" y="80821"/>
                      <a:pt x="213552" y="294158"/>
                    </a:cubicBezTo>
                    <a:cubicBezTo>
                      <a:pt x="229664" y="507495"/>
                      <a:pt x="-44512" y="593878"/>
                      <a:pt x="6288" y="586766"/>
                    </a:cubicBezTo>
                    <a:cubicBezTo>
                      <a:pt x="105856" y="586766"/>
                      <a:pt x="200344" y="591846"/>
                      <a:pt x="335472" y="550190"/>
                    </a:cubicBezTo>
                    <a:cubicBezTo>
                      <a:pt x="470600" y="508534"/>
                      <a:pt x="631164" y="383584"/>
                      <a:pt x="634176" y="300254"/>
                    </a:cubicBezTo>
                    <a:cubicBezTo>
                      <a:pt x="637188" y="216924"/>
                      <a:pt x="479500" y="97260"/>
                      <a:pt x="353545" y="50210"/>
                    </a:cubicBezTo>
                    <a:cubicBezTo>
                      <a:pt x="227590" y="3160"/>
                      <a:pt x="19803" y="-10314"/>
                      <a:pt x="6288" y="7646"/>
                    </a:cubicBezTo>
                    <a:close/>
                  </a:path>
                </a:pathLst>
              </a:custGeom>
              <a:solidFill>
                <a:schemeClr val="bg1"/>
              </a:solidFill>
              <a:ln w="12700"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r"/>
                <a:endParaRPr lang="en-CN" sz="6000"/>
              </a:p>
            </p:txBody>
          </p:sp>
          <p:sp>
            <p:nvSpPr>
              <p:cNvPr id="123" name="Freeform 122">
                <a:extLst>
                  <a:ext uri="{FF2B5EF4-FFF2-40B4-BE49-F238E27FC236}">
                    <a16:creationId xmlns:a16="http://schemas.microsoft.com/office/drawing/2014/main" id="{3CC38EEB-8D4A-444F-B4F5-32A24BE6E26E}"/>
                  </a:ext>
                </a:extLst>
              </p:cNvPr>
              <p:cNvSpPr/>
              <p:nvPr/>
            </p:nvSpPr>
            <p:spPr bwMode="auto">
              <a:xfrm>
                <a:off x="6470670" y="5701318"/>
                <a:ext cx="223789" cy="531264"/>
              </a:xfrm>
              <a:custGeom>
                <a:avLst/>
                <a:gdLst>
                  <a:gd name="connsiteX0" fmla="*/ 0 w 195378"/>
                  <a:gd name="connsiteY0" fmla="*/ 0 h 541538"/>
                  <a:gd name="connsiteX1" fmla="*/ 195308 w 195378"/>
                  <a:gd name="connsiteY1" fmla="*/ 257452 h 541538"/>
                  <a:gd name="connsiteX2" fmla="*/ 17755 w 195378"/>
                  <a:gd name="connsiteY2" fmla="*/ 541538 h 541538"/>
                  <a:gd name="connsiteX0" fmla="*/ 2793 w 198102"/>
                  <a:gd name="connsiteY0" fmla="*/ 0 h 531264"/>
                  <a:gd name="connsiteX1" fmla="*/ 198101 w 198102"/>
                  <a:gd name="connsiteY1" fmla="*/ 257452 h 531264"/>
                  <a:gd name="connsiteX2" fmla="*/ 0 w 198102"/>
                  <a:gd name="connsiteY2" fmla="*/ 531264 h 531264"/>
                  <a:gd name="connsiteX0" fmla="*/ 2793 w 223788"/>
                  <a:gd name="connsiteY0" fmla="*/ 0 h 531264"/>
                  <a:gd name="connsiteX1" fmla="*/ 223787 w 223788"/>
                  <a:gd name="connsiteY1" fmla="*/ 262589 h 531264"/>
                  <a:gd name="connsiteX2" fmla="*/ 0 w 223788"/>
                  <a:gd name="connsiteY2" fmla="*/ 531264 h 531264"/>
                  <a:gd name="connsiteX0" fmla="*/ 2793 w 223902"/>
                  <a:gd name="connsiteY0" fmla="*/ 0 h 531264"/>
                  <a:gd name="connsiteX1" fmla="*/ 223787 w 223902"/>
                  <a:gd name="connsiteY1" fmla="*/ 262589 h 531264"/>
                  <a:gd name="connsiteX2" fmla="*/ 0 w 223902"/>
                  <a:gd name="connsiteY2" fmla="*/ 531264 h 531264"/>
                  <a:gd name="connsiteX0" fmla="*/ 2793 w 223934"/>
                  <a:gd name="connsiteY0" fmla="*/ 0 h 531264"/>
                  <a:gd name="connsiteX1" fmla="*/ 223787 w 223934"/>
                  <a:gd name="connsiteY1" fmla="*/ 262589 h 531264"/>
                  <a:gd name="connsiteX2" fmla="*/ 0 w 223934"/>
                  <a:gd name="connsiteY2" fmla="*/ 531264 h 531264"/>
                  <a:gd name="connsiteX0" fmla="*/ 2793 w 223927"/>
                  <a:gd name="connsiteY0" fmla="*/ 0 h 531264"/>
                  <a:gd name="connsiteX1" fmla="*/ 223787 w 223927"/>
                  <a:gd name="connsiteY1" fmla="*/ 262589 h 531264"/>
                  <a:gd name="connsiteX2" fmla="*/ 0 w 223927"/>
                  <a:gd name="connsiteY2" fmla="*/ 531264 h 531264"/>
                  <a:gd name="connsiteX0" fmla="*/ 2793 w 223927"/>
                  <a:gd name="connsiteY0" fmla="*/ 0 h 531264"/>
                  <a:gd name="connsiteX1" fmla="*/ 223787 w 223927"/>
                  <a:gd name="connsiteY1" fmla="*/ 262589 h 531264"/>
                  <a:gd name="connsiteX2" fmla="*/ 0 w 223927"/>
                  <a:gd name="connsiteY2" fmla="*/ 531264 h 531264"/>
                  <a:gd name="connsiteX0" fmla="*/ 2793 w 223789"/>
                  <a:gd name="connsiteY0" fmla="*/ 0 h 531264"/>
                  <a:gd name="connsiteX1" fmla="*/ 223787 w 223789"/>
                  <a:gd name="connsiteY1" fmla="*/ 262589 h 531264"/>
                  <a:gd name="connsiteX2" fmla="*/ 0 w 223789"/>
                  <a:gd name="connsiteY2" fmla="*/ 531264 h 531264"/>
                </a:gdLst>
                <a:ahLst/>
                <a:cxnLst>
                  <a:cxn ang="0">
                    <a:pos x="connsiteX0" y="connsiteY0"/>
                  </a:cxn>
                  <a:cxn ang="0">
                    <a:pos x="connsiteX1" y="connsiteY1"/>
                  </a:cxn>
                  <a:cxn ang="0">
                    <a:pos x="connsiteX2" y="connsiteY2"/>
                  </a:cxn>
                </a:cxnLst>
                <a:rect l="l" t="t" r="r" b="b"/>
                <a:pathLst>
                  <a:path w="223789" h="531264">
                    <a:moveTo>
                      <a:pt x="2793" y="0"/>
                    </a:moveTo>
                    <a:cubicBezTo>
                      <a:pt x="145200" y="83598"/>
                      <a:pt x="224252" y="153497"/>
                      <a:pt x="223787" y="262589"/>
                    </a:cubicBezTo>
                    <a:cubicBezTo>
                      <a:pt x="223322" y="371681"/>
                      <a:pt x="115941" y="460034"/>
                      <a:pt x="0" y="531264"/>
                    </a:cubicBezTo>
                  </a:path>
                </a:pathLst>
              </a:cu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2800" b="0" i="0" u="none" strike="noStrike" cap="none" normalizeH="0" baseline="0">
                  <a:ln>
                    <a:noFill/>
                  </a:ln>
                  <a:solidFill>
                    <a:schemeClr val="tx1"/>
                  </a:solidFill>
                  <a:effectLst/>
                  <a:latin typeface="Arial" charset="0"/>
                </a:endParaRPr>
              </a:p>
            </p:txBody>
          </p:sp>
        </p:grpSp>
        <p:sp>
          <p:nvSpPr>
            <p:cNvPr id="124" name="TextBox 123">
              <a:extLst>
                <a:ext uri="{FF2B5EF4-FFF2-40B4-BE49-F238E27FC236}">
                  <a16:creationId xmlns:a16="http://schemas.microsoft.com/office/drawing/2014/main" id="{187F78AE-089E-1D42-BABE-4E01FB5C6D1E}"/>
                </a:ext>
              </a:extLst>
            </p:cNvPr>
            <p:cNvSpPr txBox="1"/>
            <p:nvPr/>
          </p:nvSpPr>
          <p:spPr>
            <a:xfrm>
              <a:off x="1956281" y="5758290"/>
              <a:ext cx="354584"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s2</a:t>
              </a:r>
              <a:endParaRPr lang="en-CN" sz="1200" dirty="0">
                <a:solidFill>
                  <a:schemeClr val="tx1"/>
                </a:solidFill>
                <a:latin typeface="Arial" panose="020B0604020202020204" pitchFamily="34" charset="0"/>
                <a:cs typeface="Arial" panose="020B0604020202020204" pitchFamily="34" charset="0"/>
              </a:endParaRPr>
            </a:p>
          </p:txBody>
        </p:sp>
        <p:sp>
          <p:nvSpPr>
            <p:cNvPr id="125" name="TextBox 124">
              <a:extLst>
                <a:ext uri="{FF2B5EF4-FFF2-40B4-BE49-F238E27FC236}">
                  <a16:creationId xmlns:a16="http://schemas.microsoft.com/office/drawing/2014/main" id="{80F69FC3-4F0D-9944-8535-48AC5D43EB9A}"/>
                </a:ext>
              </a:extLst>
            </p:cNvPr>
            <p:cNvSpPr txBox="1"/>
            <p:nvPr/>
          </p:nvSpPr>
          <p:spPr>
            <a:xfrm>
              <a:off x="2575318" y="5177634"/>
              <a:ext cx="354584"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c1</a:t>
              </a:r>
              <a:endParaRPr lang="en-CN" sz="1200" dirty="0">
                <a:solidFill>
                  <a:schemeClr val="tx1"/>
                </a:solidFill>
                <a:latin typeface="Arial" panose="020B0604020202020204" pitchFamily="34" charset="0"/>
                <a:cs typeface="Arial" panose="020B0604020202020204" pitchFamily="34" charset="0"/>
              </a:endParaRPr>
            </a:p>
          </p:txBody>
        </p:sp>
        <p:grpSp>
          <p:nvGrpSpPr>
            <p:cNvPr id="126" name="Group 125">
              <a:extLst>
                <a:ext uri="{FF2B5EF4-FFF2-40B4-BE49-F238E27FC236}">
                  <a16:creationId xmlns:a16="http://schemas.microsoft.com/office/drawing/2014/main" id="{24255C6E-FE4F-E34B-81FB-576FCD38F4DA}"/>
                </a:ext>
              </a:extLst>
            </p:cNvPr>
            <p:cNvGrpSpPr/>
            <p:nvPr/>
          </p:nvGrpSpPr>
          <p:grpSpPr>
            <a:xfrm rot="5400000">
              <a:off x="2378658" y="5239500"/>
              <a:ext cx="929873" cy="173895"/>
              <a:chOff x="4269238" y="5655686"/>
              <a:chExt cx="3092770" cy="587169"/>
            </a:xfrm>
          </p:grpSpPr>
          <p:cxnSp>
            <p:nvCxnSpPr>
              <p:cNvPr id="127" name="Straight Connector 126">
                <a:extLst>
                  <a:ext uri="{FF2B5EF4-FFF2-40B4-BE49-F238E27FC236}">
                    <a16:creationId xmlns:a16="http://schemas.microsoft.com/office/drawing/2014/main" id="{FA91C592-44D5-3B41-B4CE-8CF2156E792A}"/>
                  </a:ext>
                </a:extLst>
              </p:cNvPr>
              <p:cNvCxnSpPr>
                <a:cxnSpLocks/>
              </p:cNvCxnSpPr>
              <p:nvPr/>
            </p:nvCxnSpPr>
            <p:spPr bwMode="auto">
              <a:xfrm>
                <a:off x="7208898" y="5945946"/>
                <a:ext cx="153110" cy="0"/>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128" name="Straight Connector 127">
                <a:extLst>
                  <a:ext uri="{FF2B5EF4-FFF2-40B4-BE49-F238E27FC236}">
                    <a16:creationId xmlns:a16="http://schemas.microsoft.com/office/drawing/2014/main" id="{7F10F18C-79BD-F64F-AA11-E69F57FB2E47}"/>
                  </a:ext>
                </a:extLst>
              </p:cNvPr>
              <p:cNvCxnSpPr>
                <a:cxnSpLocks/>
              </p:cNvCxnSpPr>
              <p:nvPr/>
            </p:nvCxnSpPr>
            <p:spPr bwMode="auto">
              <a:xfrm rot="16200000">
                <a:off x="5515222" y="4550345"/>
                <a:ext cx="0" cy="2491967"/>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129" name="Straight Connector 128">
                <a:extLst>
                  <a:ext uri="{FF2B5EF4-FFF2-40B4-BE49-F238E27FC236}">
                    <a16:creationId xmlns:a16="http://schemas.microsoft.com/office/drawing/2014/main" id="{99EFC450-72CB-FF4B-A60E-E32AFC3FED97}"/>
                  </a:ext>
                </a:extLst>
              </p:cNvPr>
              <p:cNvCxnSpPr>
                <a:cxnSpLocks/>
              </p:cNvCxnSpPr>
              <p:nvPr/>
            </p:nvCxnSpPr>
            <p:spPr bwMode="auto">
              <a:xfrm rot="16200000">
                <a:off x="6402275" y="5730975"/>
                <a:ext cx="0" cy="717863"/>
              </a:xfrm>
              <a:prstGeom prst="line">
                <a:avLst/>
              </a:prstGeom>
              <a:solidFill>
                <a:schemeClr val="accent1"/>
              </a:solidFill>
              <a:ln w="12700" cap="flat" cmpd="sng" algn="ctr">
                <a:solidFill>
                  <a:schemeClr val="tx1"/>
                </a:solidFill>
                <a:prstDash val="solid"/>
                <a:round/>
                <a:headEnd type="none" w="med" len="med"/>
                <a:tailEnd type="none" w="med" len="med"/>
              </a:ln>
              <a:effectLst/>
            </p:spPr>
          </p:cxnSp>
          <p:sp>
            <p:nvSpPr>
              <p:cNvPr id="130" name="Freeform 129">
                <a:extLst>
                  <a:ext uri="{FF2B5EF4-FFF2-40B4-BE49-F238E27FC236}">
                    <a16:creationId xmlns:a16="http://schemas.microsoft.com/office/drawing/2014/main" id="{545293FD-543D-C543-9A80-F1947FE4E62D}"/>
                  </a:ext>
                </a:extLst>
              </p:cNvPr>
              <p:cNvSpPr/>
              <p:nvPr/>
            </p:nvSpPr>
            <p:spPr bwMode="auto">
              <a:xfrm>
                <a:off x="6574688" y="5655686"/>
                <a:ext cx="634218" cy="587169"/>
              </a:xfrm>
              <a:custGeom>
                <a:avLst/>
                <a:gdLst>
                  <a:gd name="connsiteX0" fmla="*/ 0 w 627888"/>
                  <a:gd name="connsiteY0" fmla="*/ 0 h 579120"/>
                  <a:gd name="connsiteX1" fmla="*/ 207264 w 627888"/>
                  <a:gd name="connsiteY1" fmla="*/ 286512 h 579120"/>
                  <a:gd name="connsiteX2" fmla="*/ 0 w 627888"/>
                  <a:gd name="connsiteY2" fmla="*/ 579120 h 579120"/>
                  <a:gd name="connsiteX3" fmla="*/ 365760 w 627888"/>
                  <a:gd name="connsiteY3" fmla="*/ 573024 h 579120"/>
                  <a:gd name="connsiteX4" fmla="*/ 627888 w 627888"/>
                  <a:gd name="connsiteY4" fmla="*/ 292608 h 579120"/>
                  <a:gd name="connsiteX5" fmla="*/ 390144 w 627888"/>
                  <a:gd name="connsiteY5" fmla="*/ 6096 h 579120"/>
                  <a:gd name="connsiteX6" fmla="*/ 0 w 627888"/>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46520"/>
                  <a:gd name="connsiteY0" fmla="*/ 0 h 579120"/>
                  <a:gd name="connsiteX1" fmla="*/ 209962 w 646520"/>
                  <a:gd name="connsiteY1" fmla="*/ 286512 h 579120"/>
                  <a:gd name="connsiteX2" fmla="*/ 2698 w 646520"/>
                  <a:gd name="connsiteY2" fmla="*/ 579120 h 579120"/>
                  <a:gd name="connsiteX3" fmla="*/ 368458 w 646520"/>
                  <a:gd name="connsiteY3" fmla="*/ 573024 h 579120"/>
                  <a:gd name="connsiteX4" fmla="*/ 630586 w 646520"/>
                  <a:gd name="connsiteY4" fmla="*/ 292608 h 579120"/>
                  <a:gd name="connsiteX5" fmla="*/ 392842 w 646520"/>
                  <a:gd name="connsiteY5" fmla="*/ 6096 h 579120"/>
                  <a:gd name="connsiteX6" fmla="*/ 2698 w 646520"/>
                  <a:gd name="connsiteY6" fmla="*/ 0 h 579120"/>
                  <a:gd name="connsiteX0" fmla="*/ 2698 w 646520"/>
                  <a:gd name="connsiteY0" fmla="*/ 51141 h 630261"/>
                  <a:gd name="connsiteX1" fmla="*/ 209962 w 646520"/>
                  <a:gd name="connsiteY1" fmla="*/ 337653 h 630261"/>
                  <a:gd name="connsiteX2" fmla="*/ 2698 w 646520"/>
                  <a:gd name="connsiteY2" fmla="*/ 630261 h 630261"/>
                  <a:gd name="connsiteX3" fmla="*/ 368458 w 646520"/>
                  <a:gd name="connsiteY3" fmla="*/ 624165 h 630261"/>
                  <a:gd name="connsiteX4" fmla="*/ 630586 w 646520"/>
                  <a:gd name="connsiteY4" fmla="*/ 343749 h 630261"/>
                  <a:gd name="connsiteX5" fmla="*/ 392842 w 646520"/>
                  <a:gd name="connsiteY5" fmla="*/ 57237 h 630261"/>
                  <a:gd name="connsiteX6" fmla="*/ 2698 w 646520"/>
                  <a:gd name="connsiteY6" fmla="*/ 51141 h 630261"/>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1455 h 600575"/>
                  <a:gd name="connsiteX1" fmla="*/ 209962 w 646520"/>
                  <a:gd name="connsiteY1" fmla="*/ 307967 h 600575"/>
                  <a:gd name="connsiteX2" fmla="*/ 2698 w 646520"/>
                  <a:gd name="connsiteY2" fmla="*/ 600575 h 600575"/>
                  <a:gd name="connsiteX3" fmla="*/ 368458 w 646520"/>
                  <a:gd name="connsiteY3" fmla="*/ 594479 h 600575"/>
                  <a:gd name="connsiteX4" fmla="*/ 630586 w 646520"/>
                  <a:gd name="connsiteY4" fmla="*/ 314063 h 600575"/>
                  <a:gd name="connsiteX5" fmla="*/ 392842 w 646520"/>
                  <a:gd name="connsiteY5" fmla="*/ 27551 h 600575"/>
                  <a:gd name="connsiteX6" fmla="*/ 2698 w 646520"/>
                  <a:gd name="connsiteY6" fmla="*/ 21455 h 600575"/>
                  <a:gd name="connsiteX0" fmla="*/ 2698 w 630586"/>
                  <a:gd name="connsiteY0" fmla="*/ 21455 h 600575"/>
                  <a:gd name="connsiteX1" fmla="*/ 209962 w 630586"/>
                  <a:gd name="connsiteY1" fmla="*/ 307967 h 600575"/>
                  <a:gd name="connsiteX2" fmla="*/ 2698 w 630586"/>
                  <a:gd name="connsiteY2" fmla="*/ 600575 h 600575"/>
                  <a:gd name="connsiteX3" fmla="*/ 368458 w 630586"/>
                  <a:gd name="connsiteY3" fmla="*/ 594479 h 600575"/>
                  <a:gd name="connsiteX4" fmla="*/ 630586 w 630586"/>
                  <a:gd name="connsiteY4" fmla="*/ 314063 h 600575"/>
                  <a:gd name="connsiteX5" fmla="*/ 392842 w 630586"/>
                  <a:gd name="connsiteY5" fmla="*/ 27551 h 600575"/>
                  <a:gd name="connsiteX6" fmla="*/ 2698 w 630586"/>
                  <a:gd name="connsiteY6" fmla="*/ 21455 h 600575"/>
                  <a:gd name="connsiteX0" fmla="*/ 2698 w 631527"/>
                  <a:gd name="connsiteY0" fmla="*/ 21455 h 600575"/>
                  <a:gd name="connsiteX1" fmla="*/ 209962 w 631527"/>
                  <a:gd name="connsiteY1" fmla="*/ 307967 h 600575"/>
                  <a:gd name="connsiteX2" fmla="*/ 2698 w 631527"/>
                  <a:gd name="connsiteY2" fmla="*/ 600575 h 600575"/>
                  <a:gd name="connsiteX3" fmla="*/ 301402 w 631527"/>
                  <a:gd name="connsiteY3" fmla="*/ 600575 h 600575"/>
                  <a:gd name="connsiteX4" fmla="*/ 630586 w 631527"/>
                  <a:gd name="connsiteY4" fmla="*/ 314063 h 600575"/>
                  <a:gd name="connsiteX5" fmla="*/ 392842 w 631527"/>
                  <a:gd name="connsiteY5" fmla="*/ 27551 h 600575"/>
                  <a:gd name="connsiteX6" fmla="*/ 2698 w 631527"/>
                  <a:gd name="connsiteY6" fmla="*/ 21455 h 600575"/>
                  <a:gd name="connsiteX0" fmla="*/ 2698 w 631527"/>
                  <a:gd name="connsiteY0" fmla="*/ 21455 h 602832"/>
                  <a:gd name="connsiteX1" fmla="*/ 209962 w 631527"/>
                  <a:gd name="connsiteY1" fmla="*/ 307967 h 602832"/>
                  <a:gd name="connsiteX2" fmla="*/ 2698 w 631527"/>
                  <a:gd name="connsiteY2" fmla="*/ 600575 h 602832"/>
                  <a:gd name="connsiteX3" fmla="*/ 301402 w 631527"/>
                  <a:gd name="connsiteY3" fmla="*/ 600575 h 602832"/>
                  <a:gd name="connsiteX4" fmla="*/ 630586 w 631527"/>
                  <a:gd name="connsiteY4" fmla="*/ 314063 h 602832"/>
                  <a:gd name="connsiteX5" fmla="*/ 392842 w 631527"/>
                  <a:gd name="connsiteY5" fmla="*/ 27551 h 602832"/>
                  <a:gd name="connsiteX6" fmla="*/ 2698 w 631527"/>
                  <a:gd name="connsiteY6" fmla="*/ 21455 h 602832"/>
                  <a:gd name="connsiteX0" fmla="*/ 2698 w 630586"/>
                  <a:gd name="connsiteY0" fmla="*/ 21455 h 602832"/>
                  <a:gd name="connsiteX1" fmla="*/ 209962 w 630586"/>
                  <a:gd name="connsiteY1" fmla="*/ 307967 h 602832"/>
                  <a:gd name="connsiteX2" fmla="*/ 2698 w 630586"/>
                  <a:gd name="connsiteY2" fmla="*/ 600575 h 602832"/>
                  <a:gd name="connsiteX3" fmla="*/ 301402 w 630586"/>
                  <a:gd name="connsiteY3" fmla="*/ 600575 h 602832"/>
                  <a:gd name="connsiteX4" fmla="*/ 630586 w 630586"/>
                  <a:gd name="connsiteY4" fmla="*/ 314063 h 602832"/>
                  <a:gd name="connsiteX5" fmla="*/ 301402 w 630586"/>
                  <a:gd name="connsiteY5" fmla="*/ 27551 h 602832"/>
                  <a:gd name="connsiteX6" fmla="*/ 2698 w 630586"/>
                  <a:gd name="connsiteY6" fmla="*/ 21455 h 602832"/>
                  <a:gd name="connsiteX0" fmla="*/ 2698 w 630586"/>
                  <a:gd name="connsiteY0" fmla="*/ 20123 h 601500"/>
                  <a:gd name="connsiteX1" fmla="*/ 209962 w 630586"/>
                  <a:gd name="connsiteY1" fmla="*/ 306635 h 601500"/>
                  <a:gd name="connsiteX2" fmla="*/ 2698 w 630586"/>
                  <a:gd name="connsiteY2" fmla="*/ 599243 h 601500"/>
                  <a:gd name="connsiteX3" fmla="*/ 301402 w 630586"/>
                  <a:gd name="connsiteY3" fmla="*/ 599243 h 601500"/>
                  <a:gd name="connsiteX4" fmla="*/ 630586 w 630586"/>
                  <a:gd name="connsiteY4" fmla="*/ 312731 h 601500"/>
                  <a:gd name="connsiteX5" fmla="*/ 301402 w 630586"/>
                  <a:gd name="connsiteY5" fmla="*/ 26219 h 601500"/>
                  <a:gd name="connsiteX6" fmla="*/ 2698 w 630586"/>
                  <a:gd name="connsiteY6" fmla="*/ 20123 h 601500"/>
                  <a:gd name="connsiteX0" fmla="*/ 2146 w 630034"/>
                  <a:gd name="connsiteY0" fmla="*/ 20123 h 601500"/>
                  <a:gd name="connsiteX1" fmla="*/ 209410 w 630034"/>
                  <a:gd name="connsiteY1" fmla="*/ 306635 h 601500"/>
                  <a:gd name="connsiteX2" fmla="*/ 2146 w 630034"/>
                  <a:gd name="connsiteY2" fmla="*/ 599243 h 601500"/>
                  <a:gd name="connsiteX3" fmla="*/ 300850 w 630034"/>
                  <a:gd name="connsiteY3" fmla="*/ 599243 h 601500"/>
                  <a:gd name="connsiteX4" fmla="*/ 630034 w 630034"/>
                  <a:gd name="connsiteY4" fmla="*/ 312731 h 601500"/>
                  <a:gd name="connsiteX5" fmla="*/ 300850 w 630034"/>
                  <a:gd name="connsiteY5" fmla="*/ 26219 h 601500"/>
                  <a:gd name="connsiteX6" fmla="*/ 2146 w 630034"/>
                  <a:gd name="connsiteY6" fmla="*/ 20123 h 601500"/>
                  <a:gd name="connsiteX0" fmla="*/ 6215 w 634103"/>
                  <a:gd name="connsiteY0" fmla="*/ 3947 h 585324"/>
                  <a:gd name="connsiteX1" fmla="*/ 213479 w 634103"/>
                  <a:gd name="connsiteY1" fmla="*/ 290459 h 585324"/>
                  <a:gd name="connsiteX2" fmla="*/ 6215 w 634103"/>
                  <a:gd name="connsiteY2" fmla="*/ 583067 h 585324"/>
                  <a:gd name="connsiteX3" fmla="*/ 304919 w 634103"/>
                  <a:gd name="connsiteY3" fmla="*/ 583067 h 585324"/>
                  <a:gd name="connsiteX4" fmla="*/ 634103 w 634103"/>
                  <a:gd name="connsiteY4" fmla="*/ 296555 h 585324"/>
                  <a:gd name="connsiteX5" fmla="*/ 304919 w 634103"/>
                  <a:gd name="connsiteY5" fmla="*/ 10043 h 585324"/>
                  <a:gd name="connsiteX6" fmla="*/ 6215 w 634103"/>
                  <a:gd name="connsiteY6" fmla="*/ 3947 h 585324"/>
                  <a:gd name="connsiteX0" fmla="*/ 6624 w 634512"/>
                  <a:gd name="connsiteY0" fmla="*/ 3947 h 585324"/>
                  <a:gd name="connsiteX1" fmla="*/ 213888 w 634512"/>
                  <a:gd name="connsiteY1" fmla="*/ 290459 h 585324"/>
                  <a:gd name="connsiteX2" fmla="*/ 6624 w 634512"/>
                  <a:gd name="connsiteY2" fmla="*/ 583067 h 585324"/>
                  <a:gd name="connsiteX3" fmla="*/ 305328 w 634512"/>
                  <a:gd name="connsiteY3" fmla="*/ 583067 h 585324"/>
                  <a:gd name="connsiteX4" fmla="*/ 634512 w 634512"/>
                  <a:gd name="connsiteY4" fmla="*/ 296555 h 585324"/>
                  <a:gd name="connsiteX5" fmla="*/ 305328 w 634512"/>
                  <a:gd name="connsiteY5" fmla="*/ 10043 h 585324"/>
                  <a:gd name="connsiteX6" fmla="*/ 6624 w 634512"/>
                  <a:gd name="connsiteY6" fmla="*/ 3947 h 585324"/>
                  <a:gd name="connsiteX0" fmla="*/ 6624 w 634644"/>
                  <a:gd name="connsiteY0" fmla="*/ 18301 h 599678"/>
                  <a:gd name="connsiteX1" fmla="*/ 213888 w 634644"/>
                  <a:gd name="connsiteY1" fmla="*/ 304813 h 599678"/>
                  <a:gd name="connsiteX2" fmla="*/ 6624 w 634644"/>
                  <a:gd name="connsiteY2" fmla="*/ 597421 h 599678"/>
                  <a:gd name="connsiteX3" fmla="*/ 305328 w 634644"/>
                  <a:gd name="connsiteY3" fmla="*/ 597421 h 599678"/>
                  <a:gd name="connsiteX4" fmla="*/ 634512 w 634644"/>
                  <a:gd name="connsiteY4" fmla="*/ 310909 h 599678"/>
                  <a:gd name="connsiteX5" fmla="*/ 268752 w 634644"/>
                  <a:gd name="connsiteY5" fmla="*/ 30493 h 599678"/>
                  <a:gd name="connsiteX6" fmla="*/ 6624 w 634644"/>
                  <a:gd name="connsiteY6" fmla="*/ 18301 h 599678"/>
                  <a:gd name="connsiteX0" fmla="*/ 6624 w 634644"/>
                  <a:gd name="connsiteY0" fmla="*/ 23735 h 605112"/>
                  <a:gd name="connsiteX1" fmla="*/ 213888 w 634644"/>
                  <a:gd name="connsiteY1" fmla="*/ 310247 h 605112"/>
                  <a:gd name="connsiteX2" fmla="*/ 6624 w 634644"/>
                  <a:gd name="connsiteY2" fmla="*/ 602855 h 605112"/>
                  <a:gd name="connsiteX3" fmla="*/ 305328 w 634644"/>
                  <a:gd name="connsiteY3" fmla="*/ 602855 h 605112"/>
                  <a:gd name="connsiteX4" fmla="*/ 634512 w 634644"/>
                  <a:gd name="connsiteY4" fmla="*/ 316343 h 605112"/>
                  <a:gd name="connsiteX5" fmla="*/ 268752 w 634644"/>
                  <a:gd name="connsiteY5" fmla="*/ 35927 h 605112"/>
                  <a:gd name="connsiteX6" fmla="*/ 6624 w 634644"/>
                  <a:gd name="connsiteY6" fmla="*/ 23735 h 605112"/>
                  <a:gd name="connsiteX0" fmla="*/ 6624 w 634577"/>
                  <a:gd name="connsiteY0" fmla="*/ 17614 h 598991"/>
                  <a:gd name="connsiteX1" fmla="*/ 213888 w 634577"/>
                  <a:gd name="connsiteY1" fmla="*/ 304126 h 598991"/>
                  <a:gd name="connsiteX2" fmla="*/ 6624 w 634577"/>
                  <a:gd name="connsiteY2" fmla="*/ 596734 h 598991"/>
                  <a:gd name="connsiteX3" fmla="*/ 305328 w 634577"/>
                  <a:gd name="connsiteY3" fmla="*/ 596734 h 598991"/>
                  <a:gd name="connsiteX4" fmla="*/ 634512 w 634577"/>
                  <a:gd name="connsiteY4" fmla="*/ 310222 h 598991"/>
                  <a:gd name="connsiteX5" fmla="*/ 329712 w 634577"/>
                  <a:gd name="connsiteY5" fmla="*/ 48094 h 598991"/>
                  <a:gd name="connsiteX6" fmla="*/ 6624 w 634577"/>
                  <a:gd name="connsiteY6" fmla="*/ 17614 h 598991"/>
                  <a:gd name="connsiteX0" fmla="*/ 6624 w 634575"/>
                  <a:gd name="connsiteY0" fmla="*/ 21507 h 602884"/>
                  <a:gd name="connsiteX1" fmla="*/ 213888 w 634575"/>
                  <a:gd name="connsiteY1" fmla="*/ 308019 h 602884"/>
                  <a:gd name="connsiteX2" fmla="*/ 6624 w 634575"/>
                  <a:gd name="connsiteY2" fmla="*/ 600627 h 602884"/>
                  <a:gd name="connsiteX3" fmla="*/ 305328 w 634575"/>
                  <a:gd name="connsiteY3" fmla="*/ 600627 h 602884"/>
                  <a:gd name="connsiteX4" fmla="*/ 634512 w 634575"/>
                  <a:gd name="connsiteY4" fmla="*/ 314115 h 602884"/>
                  <a:gd name="connsiteX5" fmla="*/ 329712 w 634575"/>
                  <a:gd name="connsiteY5" fmla="*/ 51987 h 602884"/>
                  <a:gd name="connsiteX6" fmla="*/ 6624 w 634575"/>
                  <a:gd name="connsiteY6" fmla="*/ 21507 h 602884"/>
                  <a:gd name="connsiteX0" fmla="*/ 6624 w 634575"/>
                  <a:gd name="connsiteY0" fmla="*/ 21507 h 619140"/>
                  <a:gd name="connsiteX1" fmla="*/ 213888 w 634575"/>
                  <a:gd name="connsiteY1" fmla="*/ 308019 h 619140"/>
                  <a:gd name="connsiteX2" fmla="*/ 6624 w 634575"/>
                  <a:gd name="connsiteY2" fmla="*/ 600627 h 619140"/>
                  <a:gd name="connsiteX3" fmla="*/ 305328 w 634575"/>
                  <a:gd name="connsiteY3" fmla="*/ 600627 h 619140"/>
                  <a:gd name="connsiteX4" fmla="*/ 634512 w 634575"/>
                  <a:gd name="connsiteY4" fmla="*/ 314115 h 619140"/>
                  <a:gd name="connsiteX5" fmla="*/ 329712 w 634575"/>
                  <a:gd name="connsiteY5" fmla="*/ 51987 h 619140"/>
                  <a:gd name="connsiteX6" fmla="*/ 6624 w 634575"/>
                  <a:gd name="connsiteY6" fmla="*/ 21507 h 619140"/>
                  <a:gd name="connsiteX0" fmla="*/ 6624 w 634531"/>
                  <a:gd name="connsiteY0" fmla="*/ 21507 h 607159"/>
                  <a:gd name="connsiteX1" fmla="*/ 213888 w 634531"/>
                  <a:gd name="connsiteY1" fmla="*/ 308019 h 607159"/>
                  <a:gd name="connsiteX2" fmla="*/ 6624 w 634531"/>
                  <a:gd name="connsiteY2" fmla="*/ 600627 h 607159"/>
                  <a:gd name="connsiteX3" fmla="*/ 341904 w 634531"/>
                  <a:gd name="connsiteY3" fmla="*/ 582339 h 607159"/>
                  <a:gd name="connsiteX4" fmla="*/ 634512 w 634531"/>
                  <a:gd name="connsiteY4" fmla="*/ 314115 h 607159"/>
                  <a:gd name="connsiteX5" fmla="*/ 329712 w 634531"/>
                  <a:gd name="connsiteY5" fmla="*/ 51987 h 607159"/>
                  <a:gd name="connsiteX6" fmla="*/ 6624 w 634531"/>
                  <a:gd name="connsiteY6" fmla="*/ 21507 h 607159"/>
                  <a:gd name="connsiteX0" fmla="*/ 6624 w 634516"/>
                  <a:gd name="connsiteY0" fmla="*/ 21507 h 600822"/>
                  <a:gd name="connsiteX1" fmla="*/ 213888 w 634516"/>
                  <a:gd name="connsiteY1" fmla="*/ 308019 h 600822"/>
                  <a:gd name="connsiteX2" fmla="*/ 6624 w 634516"/>
                  <a:gd name="connsiteY2" fmla="*/ 600627 h 600822"/>
                  <a:gd name="connsiteX3" fmla="*/ 335808 w 634516"/>
                  <a:gd name="connsiteY3" fmla="*/ 564051 h 600822"/>
                  <a:gd name="connsiteX4" fmla="*/ 634512 w 634516"/>
                  <a:gd name="connsiteY4" fmla="*/ 314115 h 600822"/>
                  <a:gd name="connsiteX5" fmla="*/ 329712 w 634516"/>
                  <a:gd name="connsiteY5" fmla="*/ 51987 h 600822"/>
                  <a:gd name="connsiteX6" fmla="*/ 6624 w 634516"/>
                  <a:gd name="connsiteY6" fmla="*/ 21507 h 600822"/>
                  <a:gd name="connsiteX0" fmla="*/ 6624 w 634516"/>
                  <a:gd name="connsiteY0" fmla="*/ 20598 h 599913"/>
                  <a:gd name="connsiteX1" fmla="*/ 213888 w 634516"/>
                  <a:gd name="connsiteY1" fmla="*/ 307110 h 599913"/>
                  <a:gd name="connsiteX2" fmla="*/ 6624 w 634516"/>
                  <a:gd name="connsiteY2" fmla="*/ 599718 h 599913"/>
                  <a:gd name="connsiteX3" fmla="*/ 335808 w 634516"/>
                  <a:gd name="connsiteY3" fmla="*/ 563142 h 599913"/>
                  <a:gd name="connsiteX4" fmla="*/ 634512 w 634516"/>
                  <a:gd name="connsiteY4" fmla="*/ 313206 h 599913"/>
                  <a:gd name="connsiteX5" fmla="*/ 329712 w 634516"/>
                  <a:gd name="connsiteY5" fmla="*/ 51078 h 599913"/>
                  <a:gd name="connsiteX6" fmla="*/ 6624 w 634516"/>
                  <a:gd name="connsiteY6" fmla="*/ 20598 h 599913"/>
                  <a:gd name="connsiteX0" fmla="*/ 6624 w 634516"/>
                  <a:gd name="connsiteY0" fmla="*/ 22407 h 601722"/>
                  <a:gd name="connsiteX1" fmla="*/ 213888 w 634516"/>
                  <a:gd name="connsiteY1" fmla="*/ 308919 h 601722"/>
                  <a:gd name="connsiteX2" fmla="*/ 6624 w 634516"/>
                  <a:gd name="connsiteY2" fmla="*/ 601527 h 601722"/>
                  <a:gd name="connsiteX3" fmla="*/ 335808 w 634516"/>
                  <a:gd name="connsiteY3" fmla="*/ 564951 h 601722"/>
                  <a:gd name="connsiteX4" fmla="*/ 634512 w 634516"/>
                  <a:gd name="connsiteY4" fmla="*/ 315015 h 601722"/>
                  <a:gd name="connsiteX5" fmla="*/ 329712 w 634516"/>
                  <a:gd name="connsiteY5" fmla="*/ 52887 h 601722"/>
                  <a:gd name="connsiteX6" fmla="*/ 6624 w 634516"/>
                  <a:gd name="connsiteY6" fmla="*/ 22407 h 601722"/>
                  <a:gd name="connsiteX0" fmla="*/ 6624 w 634516"/>
                  <a:gd name="connsiteY0" fmla="*/ 8163 h 587478"/>
                  <a:gd name="connsiteX1" fmla="*/ 213888 w 634516"/>
                  <a:gd name="connsiteY1" fmla="*/ 294675 h 587478"/>
                  <a:gd name="connsiteX2" fmla="*/ 6624 w 634516"/>
                  <a:gd name="connsiteY2" fmla="*/ 587283 h 587478"/>
                  <a:gd name="connsiteX3" fmla="*/ 335808 w 634516"/>
                  <a:gd name="connsiteY3" fmla="*/ 550707 h 587478"/>
                  <a:gd name="connsiteX4" fmla="*/ 634512 w 634516"/>
                  <a:gd name="connsiteY4" fmla="*/ 300771 h 587478"/>
                  <a:gd name="connsiteX5" fmla="*/ 329712 w 634516"/>
                  <a:gd name="connsiteY5" fmla="*/ 38643 h 587478"/>
                  <a:gd name="connsiteX6" fmla="*/ 6624 w 634516"/>
                  <a:gd name="connsiteY6" fmla="*/ 8163 h 587478"/>
                  <a:gd name="connsiteX0" fmla="*/ 6288 w 634180"/>
                  <a:gd name="connsiteY0" fmla="*/ 8163 h 587686"/>
                  <a:gd name="connsiteX1" fmla="*/ 213552 w 634180"/>
                  <a:gd name="connsiteY1" fmla="*/ 294675 h 587686"/>
                  <a:gd name="connsiteX2" fmla="*/ 6288 w 634180"/>
                  <a:gd name="connsiteY2" fmla="*/ 587283 h 587686"/>
                  <a:gd name="connsiteX3" fmla="*/ 335472 w 634180"/>
                  <a:gd name="connsiteY3" fmla="*/ 550707 h 587686"/>
                  <a:gd name="connsiteX4" fmla="*/ 634176 w 634180"/>
                  <a:gd name="connsiteY4" fmla="*/ 300771 h 587686"/>
                  <a:gd name="connsiteX5" fmla="*/ 329376 w 634180"/>
                  <a:gd name="connsiteY5" fmla="*/ 38643 h 587686"/>
                  <a:gd name="connsiteX6" fmla="*/ 6288 w 634180"/>
                  <a:gd name="connsiteY6" fmla="*/ 8163 h 587686"/>
                  <a:gd name="connsiteX0" fmla="*/ 6288 w 634211"/>
                  <a:gd name="connsiteY0" fmla="*/ 8163 h 587686"/>
                  <a:gd name="connsiteX1" fmla="*/ 213552 w 634211"/>
                  <a:gd name="connsiteY1" fmla="*/ 294675 h 587686"/>
                  <a:gd name="connsiteX2" fmla="*/ 6288 w 634211"/>
                  <a:gd name="connsiteY2" fmla="*/ 587283 h 587686"/>
                  <a:gd name="connsiteX3" fmla="*/ 335472 w 634211"/>
                  <a:gd name="connsiteY3" fmla="*/ 550707 h 587686"/>
                  <a:gd name="connsiteX4" fmla="*/ 634176 w 634211"/>
                  <a:gd name="connsiteY4" fmla="*/ 300771 h 587686"/>
                  <a:gd name="connsiteX5" fmla="*/ 329376 w 634211"/>
                  <a:gd name="connsiteY5" fmla="*/ 38643 h 587686"/>
                  <a:gd name="connsiteX6" fmla="*/ 6288 w 634211"/>
                  <a:gd name="connsiteY6" fmla="*/ 8163 h 587686"/>
                  <a:gd name="connsiteX0" fmla="*/ 6288 w 634286"/>
                  <a:gd name="connsiteY0" fmla="*/ 8163 h 587686"/>
                  <a:gd name="connsiteX1" fmla="*/ 213552 w 634286"/>
                  <a:gd name="connsiteY1" fmla="*/ 294675 h 587686"/>
                  <a:gd name="connsiteX2" fmla="*/ 6288 w 634286"/>
                  <a:gd name="connsiteY2" fmla="*/ 587283 h 587686"/>
                  <a:gd name="connsiteX3" fmla="*/ 335472 w 634286"/>
                  <a:gd name="connsiteY3" fmla="*/ 550707 h 587686"/>
                  <a:gd name="connsiteX4" fmla="*/ 634176 w 634286"/>
                  <a:gd name="connsiteY4" fmla="*/ 300771 h 587686"/>
                  <a:gd name="connsiteX5" fmla="*/ 329376 w 634286"/>
                  <a:gd name="connsiteY5" fmla="*/ 38643 h 587686"/>
                  <a:gd name="connsiteX6" fmla="*/ 6288 w 634286"/>
                  <a:gd name="connsiteY6" fmla="*/ 8163 h 587686"/>
                  <a:gd name="connsiteX0" fmla="*/ 6288 w 634286"/>
                  <a:gd name="connsiteY0" fmla="*/ 4816 h 584339"/>
                  <a:gd name="connsiteX1" fmla="*/ 213552 w 634286"/>
                  <a:gd name="connsiteY1" fmla="*/ 291328 h 584339"/>
                  <a:gd name="connsiteX2" fmla="*/ 6288 w 634286"/>
                  <a:gd name="connsiteY2" fmla="*/ 583936 h 584339"/>
                  <a:gd name="connsiteX3" fmla="*/ 335472 w 634286"/>
                  <a:gd name="connsiteY3" fmla="*/ 547360 h 584339"/>
                  <a:gd name="connsiteX4" fmla="*/ 634176 w 634286"/>
                  <a:gd name="connsiteY4" fmla="*/ 297424 h 584339"/>
                  <a:gd name="connsiteX5" fmla="*/ 329376 w 634286"/>
                  <a:gd name="connsiteY5" fmla="*/ 35296 h 584339"/>
                  <a:gd name="connsiteX6" fmla="*/ 6288 w 634286"/>
                  <a:gd name="connsiteY6" fmla="*/ 4816 h 584339"/>
                  <a:gd name="connsiteX0" fmla="*/ 6288 w 634210"/>
                  <a:gd name="connsiteY0" fmla="*/ 14826 h 594349"/>
                  <a:gd name="connsiteX1" fmla="*/ 213552 w 634210"/>
                  <a:gd name="connsiteY1" fmla="*/ 301338 h 594349"/>
                  <a:gd name="connsiteX2" fmla="*/ 6288 w 634210"/>
                  <a:gd name="connsiteY2" fmla="*/ 593946 h 594349"/>
                  <a:gd name="connsiteX3" fmla="*/ 335472 w 634210"/>
                  <a:gd name="connsiteY3" fmla="*/ 557370 h 594349"/>
                  <a:gd name="connsiteX4" fmla="*/ 634176 w 634210"/>
                  <a:gd name="connsiteY4" fmla="*/ 307434 h 594349"/>
                  <a:gd name="connsiteX5" fmla="*/ 353545 w 634210"/>
                  <a:gd name="connsiteY5" fmla="*/ 57390 h 594349"/>
                  <a:gd name="connsiteX6" fmla="*/ 6288 w 634210"/>
                  <a:gd name="connsiteY6" fmla="*/ 14826 h 594349"/>
                  <a:gd name="connsiteX0" fmla="*/ 6288 w 634210"/>
                  <a:gd name="connsiteY0" fmla="*/ 4846 h 584369"/>
                  <a:gd name="connsiteX1" fmla="*/ 213552 w 634210"/>
                  <a:gd name="connsiteY1" fmla="*/ 291358 h 584369"/>
                  <a:gd name="connsiteX2" fmla="*/ 6288 w 634210"/>
                  <a:gd name="connsiteY2" fmla="*/ 583966 h 584369"/>
                  <a:gd name="connsiteX3" fmla="*/ 335472 w 634210"/>
                  <a:gd name="connsiteY3" fmla="*/ 547390 h 584369"/>
                  <a:gd name="connsiteX4" fmla="*/ 634176 w 634210"/>
                  <a:gd name="connsiteY4" fmla="*/ 297454 h 584369"/>
                  <a:gd name="connsiteX5" fmla="*/ 353545 w 634210"/>
                  <a:gd name="connsiteY5" fmla="*/ 47410 h 584369"/>
                  <a:gd name="connsiteX6" fmla="*/ 6288 w 634210"/>
                  <a:gd name="connsiteY6" fmla="*/ 4846 h 584369"/>
                  <a:gd name="connsiteX0" fmla="*/ 6288 w 634210"/>
                  <a:gd name="connsiteY0" fmla="*/ 4415 h 583938"/>
                  <a:gd name="connsiteX1" fmla="*/ 213552 w 634210"/>
                  <a:gd name="connsiteY1" fmla="*/ 290927 h 583938"/>
                  <a:gd name="connsiteX2" fmla="*/ 6288 w 634210"/>
                  <a:gd name="connsiteY2" fmla="*/ 583535 h 583938"/>
                  <a:gd name="connsiteX3" fmla="*/ 335472 w 634210"/>
                  <a:gd name="connsiteY3" fmla="*/ 546959 h 583938"/>
                  <a:gd name="connsiteX4" fmla="*/ 634176 w 634210"/>
                  <a:gd name="connsiteY4" fmla="*/ 297023 h 583938"/>
                  <a:gd name="connsiteX5" fmla="*/ 353545 w 634210"/>
                  <a:gd name="connsiteY5" fmla="*/ 46979 h 583938"/>
                  <a:gd name="connsiteX6" fmla="*/ 6288 w 634210"/>
                  <a:gd name="connsiteY6" fmla="*/ 4415 h 583938"/>
                  <a:gd name="connsiteX0" fmla="*/ 6288 w 634210"/>
                  <a:gd name="connsiteY0" fmla="*/ 5419 h 584942"/>
                  <a:gd name="connsiteX1" fmla="*/ 213552 w 634210"/>
                  <a:gd name="connsiteY1" fmla="*/ 291931 h 584942"/>
                  <a:gd name="connsiteX2" fmla="*/ 6288 w 634210"/>
                  <a:gd name="connsiteY2" fmla="*/ 584539 h 584942"/>
                  <a:gd name="connsiteX3" fmla="*/ 335472 w 634210"/>
                  <a:gd name="connsiteY3" fmla="*/ 547963 h 584942"/>
                  <a:gd name="connsiteX4" fmla="*/ 634176 w 634210"/>
                  <a:gd name="connsiteY4" fmla="*/ 298027 h 584942"/>
                  <a:gd name="connsiteX5" fmla="*/ 353545 w 634210"/>
                  <a:gd name="connsiteY5" fmla="*/ 47983 h 584942"/>
                  <a:gd name="connsiteX6" fmla="*/ 6288 w 634210"/>
                  <a:gd name="connsiteY6" fmla="*/ 5419 h 584942"/>
                  <a:gd name="connsiteX0" fmla="*/ 6288 w 634218"/>
                  <a:gd name="connsiteY0" fmla="*/ 7646 h 587169"/>
                  <a:gd name="connsiteX1" fmla="*/ 213552 w 634218"/>
                  <a:gd name="connsiteY1" fmla="*/ 294158 h 587169"/>
                  <a:gd name="connsiteX2" fmla="*/ 6288 w 634218"/>
                  <a:gd name="connsiteY2" fmla="*/ 586766 h 587169"/>
                  <a:gd name="connsiteX3" fmla="*/ 335472 w 634218"/>
                  <a:gd name="connsiteY3" fmla="*/ 550190 h 587169"/>
                  <a:gd name="connsiteX4" fmla="*/ 634176 w 634218"/>
                  <a:gd name="connsiteY4" fmla="*/ 300254 h 587169"/>
                  <a:gd name="connsiteX5" fmla="*/ 353545 w 634218"/>
                  <a:gd name="connsiteY5" fmla="*/ 50210 h 587169"/>
                  <a:gd name="connsiteX6" fmla="*/ 6288 w 634218"/>
                  <a:gd name="connsiteY6" fmla="*/ 7646 h 587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4218" h="587169">
                    <a:moveTo>
                      <a:pt x="6288" y="7646"/>
                    </a:moveTo>
                    <a:cubicBezTo>
                      <a:pt x="-1402" y="17865"/>
                      <a:pt x="197440" y="80821"/>
                      <a:pt x="213552" y="294158"/>
                    </a:cubicBezTo>
                    <a:cubicBezTo>
                      <a:pt x="229664" y="507495"/>
                      <a:pt x="-44512" y="593878"/>
                      <a:pt x="6288" y="586766"/>
                    </a:cubicBezTo>
                    <a:cubicBezTo>
                      <a:pt x="105856" y="586766"/>
                      <a:pt x="200344" y="591846"/>
                      <a:pt x="335472" y="550190"/>
                    </a:cubicBezTo>
                    <a:cubicBezTo>
                      <a:pt x="470600" y="508534"/>
                      <a:pt x="631164" y="383584"/>
                      <a:pt x="634176" y="300254"/>
                    </a:cubicBezTo>
                    <a:cubicBezTo>
                      <a:pt x="637188" y="216924"/>
                      <a:pt x="479500" y="97260"/>
                      <a:pt x="353545" y="50210"/>
                    </a:cubicBezTo>
                    <a:cubicBezTo>
                      <a:pt x="227590" y="3160"/>
                      <a:pt x="19803" y="-10314"/>
                      <a:pt x="6288" y="7646"/>
                    </a:cubicBezTo>
                    <a:close/>
                  </a:path>
                </a:pathLst>
              </a:custGeom>
              <a:solidFill>
                <a:schemeClr val="bg1"/>
              </a:solidFill>
              <a:ln w="12700"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r"/>
                <a:endParaRPr lang="en-CN" sz="6000"/>
              </a:p>
            </p:txBody>
          </p:sp>
          <p:sp>
            <p:nvSpPr>
              <p:cNvPr id="131" name="Freeform 130">
                <a:extLst>
                  <a:ext uri="{FF2B5EF4-FFF2-40B4-BE49-F238E27FC236}">
                    <a16:creationId xmlns:a16="http://schemas.microsoft.com/office/drawing/2014/main" id="{F12123FE-97D3-3540-AD20-2D297CC4CAB8}"/>
                  </a:ext>
                </a:extLst>
              </p:cNvPr>
              <p:cNvSpPr/>
              <p:nvPr/>
            </p:nvSpPr>
            <p:spPr bwMode="auto">
              <a:xfrm>
                <a:off x="6470670" y="5701318"/>
                <a:ext cx="223789" cy="531264"/>
              </a:xfrm>
              <a:custGeom>
                <a:avLst/>
                <a:gdLst>
                  <a:gd name="connsiteX0" fmla="*/ 0 w 195378"/>
                  <a:gd name="connsiteY0" fmla="*/ 0 h 541538"/>
                  <a:gd name="connsiteX1" fmla="*/ 195308 w 195378"/>
                  <a:gd name="connsiteY1" fmla="*/ 257452 h 541538"/>
                  <a:gd name="connsiteX2" fmla="*/ 17755 w 195378"/>
                  <a:gd name="connsiteY2" fmla="*/ 541538 h 541538"/>
                  <a:gd name="connsiteX0" fmla="*/ 2793 w 198102"/>
                  <a:gd name="connsiteY0" fmla="*/ 0 h 531264"/>
                  <a:gd name="connsiteX1" fmla="*/ 198101 w 198102"/>
                  <a:gd name="connsiteY1" fmla="*/ 257452 h 531264"/>
                  <a:gd name="connsiteX2" fmla="*/ 0 w 198102"/>
                  <a:gd name="connsiteY2" fmla="*/ 531264 h 531264"/>
                  <a:gd name="connsiteX0" fmla="*/ 2793 w 223788"/>
                  <a:gd name="connsiteY0" fmla="*/ 0 h 531264"/>
                  <a:gd name="connsiteX1" fmla="*/ 223787 w 223788"/>
                  <a:gd name="connsiteY1" fmla="*/ 262589 h 531264"/>
                  <a:gd name="connsiteX2" fmla="*/ 0 w 223788"/>
                  <a:gd name="connsiteY2" fmla="*/ 531264 h 531264"/>
                  <a:gd name="connsiteX0" fmla="*/ 2793 w 223902"/>
                  <a:gd name="connsiteY0" fmla="*/ 0 h 531264"/>
                  <a:gd name="connsiteX1" fmla="*/ 223787 w 223902"/>
                  <a:gd name="connsiteY1" fmla="*/ 262589 h 531264"/>
                  <a:gd name="connsiteX2" fmla="*/ 0 w 223902"/>
                  <a:gd name="connsiteY2" fmla="*/ 531264 h 531264"/>
                  <a:gd name="connsiteX0" fmla="*/ 2793 w 223934"/>
                  <a:gd name="connsiteY0" fmla="*/ 0 h 531264"/>
                  <a:gd name="connsiteX1" fmla="*/ 223787 w 223934"/>
                  <a:gd name="connsiteY1" fmla="*/ 262589 h 531264"/>
                  <a:gd name="connsiteX2" fmla="*/ 0 w 223934"/>
                  <a:gd name="connsiteY2" fmla="*/ 531264 h 531264"/>
                  <a:gd name="connsiteX0" fmla="*/ 2793 w 223927"/>
                  <a:gd name="connsiteY0" fmla="*/ 0 h 531264"/>
                  <a:gd name="connsiteX1" fmla="*/ 223787 w 223927"/>
                  <a:gd name="connsiteY1" fmla="*/ 262589 h 531264"/>
                  <a:gd name="connsiteX2" fmla="*/ 0 w 223927"/>
                  <a:gd name="connsiteY2" fmla="*/ 531264 h 531264"/>
                  <a:gd name="connsiteX0" fmla="*/ 2793 w 223927"/>
                  <a:gd name="connsiteY0" fmla="*/ 0 h 531264"/>
                  <a:gd name="connsiteX1" fmla="*/ 223787 w 223927"/>
                  <a:gd name="connsiteY1" fmla="*/ 262589 h 531264"/>
                  <a:gd name="connsiteX2" fmla="*/ 0 w 223927"/>
                  <a:gd name="connsiteY2" fmla="*/ 531264 h 531264"/>
                  <a:gd name="connsiteX0" fmla="*/ 2793 w 223789"/>
                  <a:gd name="connsiteY0" fmla="*/ 0 h 531264"/>
                  <a:gd name="connsiteX1" fmla="*/ 223787 w 223789"/>
                  <a:gd name="connsiteY1" fmla="*/ 262589 h 531264"/>
                  <a:gd name="connsiteX2" fmla="*/ 0 w 223789"/>
                  <a:gd name="connsiteY2" fmla="*/ 531264 h 531264"/>
                </a:gdLst>
                <a:ahLst/>
                <a:cxnLst>
                  <a:cxn ang="0">
                    <a:pos x="connsiteX0" y="connsiteY0"/>
                  </a:cxn>
                  <a:cxn ang="0">
                    <a:pos x="connsiteX1" y="connsiteY1"/>
                  </a:cxn>
                  <a:cxn ang="0">
                    <a:pos x="connsiteX2" y="connsiteY2"/>
                  </a:cxn>
                </a:cxnLst>
                <a:rect l="l" t="t" r="r" b="b"/>
                <a:pathLst>
                  <a:path w="223789" h="531264">
                    <a:moveTo>
                      <a:pt x="2793" y="0"/>
                    </a:moveTo>
                    <a:cubicBezTo>
                      <a:pt x="145200" y="83598"/>
                      <a:pt x="224252" y="153497"/>
                      <a:pt x="223787" y="262589"/>
                    </a:cubicBezTo>
                    <a:cubicBezTo>
                      <a:pt x="223322" y="371681"/>
                      <a:pt x="115941" y="460034"/>
                      <a:pt x="0" y="531264"/>
                    </a:cubicBezTo>
                  </a:path>
                </a:pathLst>
              </a:cu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2800" b="0" i="0" u="none" strike="noStrike" cap="none" normalizeH="0" baseline="0">
                  <a:ln>
                    <a:noFill/>
                  </a:ln>
                  <a:solidFill>
                    <a:schemeClr val="tx1"/>
                  </a:solidFill>
                  <a:effectLst/>
                  <a:latin typeface="Arial" charset="0"/>
                </a:endParaRPr>
              </a:p>
            </p:txBody>
          </p:sp>
        </p:grpSp>
        <p:sp>
          <p:nvSpPr>
            <p:cNvPr id="132" name="TextBox 131">
              <a:extLst>
                <a:ext uri="{FF2B5EF4-FFF2-40B4-BE49-F238E27FC236}">
                  <a16:creationId xmlns:a16="http://schemas.microsoft.com/office/drawing/2014/main" id="{9A1DF6ED-BC47-F544-806C-173416FA77EF}"/>
                </a:ext>
              </a:extLst>
            </p:cNvPr>
            <p:cNvSpPr txBox="1"/>
            <p:nvPr/>
          </p:nvSpPr>
          <p:spPr>
            <a:xfrm>
              <a:off x="2680599" y="5758290"/>
              <a:ext cx="354584"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s1</a:t>
              </a:r>
              <a:endParaRPr lang="en-CN" sz="1200" dirty="0">
                <a:solidFill>
                  <a:schemeClr val="tx1"/>
                </a:solidFill>
                <a:latin typeface="Arial" panose="020B0604020202020204" pitchFamily="34" charset="0"/>
                <a:cs typeface="Arial" panose="020B0604020202020204" pitchFamily="34" charset="0"/>
              </a:endParaRPr>
            </a:p>
          </p:txBody>
        </p:sp>
        <p:sp>
          <p:nvSpPr>
            <p:cNvPr id="133" name="TextBox 132">
              <a:extLst>
                <a:ext uri="{FF2B5EF4-FFF2-40B4-BE49-F238E27FC236}">
                  <a16:creationId xmlns:a16="http://schemas.microsoft.com/office/drawing/2014/main" id="{F0E05B1E-34CB-CD4F-9B68-355303B108DB}"/>
                </a:ext>
              </a:extLst>
            </p:cNvPr>
            <p:cNvSpPr txBox="1"/>
            <p:nvPr/>
          </p:nvSpPr>
          <p:spPr>
            <a:xfrm>
              <a:off x="3361714" y="5177634"/>
              <a:ext cx="354584"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c0</a:t>
              </a:r>
              <a:endParaRPr lang="en-CN" sz="1200" dirty="0">
                <a:solidFill>
                  <a:schemeClr val="tx1"/>
                </a:solidFill>
                <a:latin typeface="Arial" panose="020B0604020202020204" pitchFamily="34" charset="0"/>
                <a:cs typeface="Arial" panose="020B0604020202020204" pitchFamily="34" charset="0"/>
              </a:endParaRPr>
            </a:p>
          </p:txBody>
        </p:sp>
        <p:grpSp>
          <p:nvGrpSpPr>
            <p:cNvPr id="134" name="Group 133">
              <a:extLst>
                <a:ext uri="{FF2B5EF4-FFF2-40B4-BE49-F238E27FC236}">
                  <a16:creationId xmlns:a16="http://schemas.microsoft.com/office/drawing/2014/main" id="{93D69405-4C27-4447-994E-1D3B45F445C0}"/>
                </a:ext>
              </a:extLst>
            </p:cNvPr>
            <p:cNvGrpSpPr/>
            <p:nvPr/>
          </p:nvGrpSpPr>
          <p:grpSpPr>
            <a:xfrm rot="5400000">
              <a:off x="3165054" y="5239500"/>
              <a:ext cx="929873" cy="173895"/>
              <a:chOff x="4269238" y="5655686"/>
              <a:chExt cx="3092770" cy="587169"/>
            </a:xfrm>
          </p:grpSpPr>
          <p:cxnSp>
            <p:nvCxnSpPr>
              <p:cNvPr id="135" name="Straight Connector 134">
                <a:extLst>
                  <a:ext uri="{FF2B5EF4-FFF2-40B4-BE49-F238E27FC236}">
                    <a16:creationId xmlns:a16="http://schemas.microsoft.com/office/drawing/2014/main" id="{918C7586-87F6-E640-9B6A-0C1AA0CEAE94}"/>
                  </a:ext>
                </a:extLst>
              </p:cNvPr>
              <p:cNvCxnSpPr>
                <a:cxnSpLocks/>
              </p:cNvCxnSpPr>
              <p:nvPr/>
            </p:nvCxnSpPr>
            <p:spPr bwMode="auto">
              <a:xfrm>
                <a:off x="7208898" y="5945946"/>
                <a:ext cx="153110" cy="0"/>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136" name="Straight Connector 135">
                <a:extLst>
                  <a:ext uri="{FF2B5EF4-FFF2-40B4-BE49-F238E27FC236}">
                    <a16:creationId xmlns:a16="http://schemas.microsoft.com/office/drawing/2014/main" id="{CB615B41-587B-8F43-BD3A-E83C60B1F4ED}"/>
                  </a:ext>
                </a:extLst>
              </p:cNvPr>
              <p:cNvCxnSpPr>
                <a:cxnSpLocks/>
              </p:cNvCxnSpPr>
              <p:nvPr/>
            </p:nvCxnSpPr>
            <p:spPr bwMode="auto">
              <a:xfrm rot="16200000">
                <a:off x="5515222" y="4550345"/>
                <a:ext cx="0" cy="2491967"/>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137" name="Straight Connector 136">
                <a:extLst>
                  <a:ext uri="{FF2B5EF4-FFF2-40B4-BE49-F238E27FC236}">
                    <a16:creationId xmlns:a16="http://schemas.microsoft.com/office/drawing/2014/main" id="{DB8B6A4A-4041-3D4D-9DB9-F8DB0C686A8B}"/>
                  </a:ext>
                </a:extLst>
              </p:cNvPr>
              <p:cNvCxnSpPr>
                <a:cxnSpLocks/>
              </p:cNvCxnSpPr>
              <p:nvPr/>
            </p:nvCxnSpPr>
            <p:spPr bwMode="auto">
              <a:xfrm rot="16200000">
                <a:off x="6402275" y="5730975"/>
                <a:ext cx="0" cy="717863"/>
              </a:xfrm>
              <a:prstGeom prst="line">
                <a:avLst/>
              </a:prstGeom>
              <a:solidFill>
                <a:schemeClr val="accent1"/>
              </a:solidFill>
              <a:ln w="12700" cap="flat" cmpd="sng" algn="ctr">
                <a:solidFill>
                  <a:schemeClr val="tx1"/>
                </a:solidFill>
                <a:prstDash val="solid"/>
                <a:round/>
                <a:headEnd type="none" w="med" len="med"/>
                <a:tailEnd type="none" w="med" len="med"/>
              </a:ln>
              <a:effectLst/>
            </p:spPr>
          </p:cxnSp>
          <p:sp>
            <p:nvSpPr>
              <p:cNvPr id="138" name="Freeform 137">
                <a:extLst>
                  <a:ext uri="{FF2B5EF4-FFF2-40B4-BE49-F238E27FC236}">
                    <a16:creationId xmlns:a16="http://schemas.microsoft.com/office/drawing/2014/main" id="{B8D4CD86-8F31-F04C-B961-D76EAA62AFFE}"/>
                  </a:ext>
                </a:extLst>
              </p:cNvPr>
              <p:cNvSpPr/>
              <p:nvPr/>
            </p:nvSpPr>
            <p:spPr bwMode="auto">
              <a:xfrm>
                <a:off x="6574688" y="5655686"/>
                <a:ext cx="634218" cy="587169"/>
              </a:xfrm>
              <a:custGeom>
                <a:avLst/>
                <a:gdLst>
                  <a:gd name="connsiteX0" fmla="*/ 0 w 627888"/>
                  <a:gd name="connsiteY0" fmla="*/ 0 h 579120"/>
                  <a:gd name="connsiteX1" fmla="*/ 207264 w 627888"/>
                  <a:gd name="connsiteY1" fmla="*/ 286512 h 579120"/>
                  <a:gd name="connsiteX2" fmla="*/ 0 w 627888"/>
                  <a:gd name="connsiteY2" fmla="*/ 579120 h 579120"/>
                  <a:gd name="connsiteX3" fmla="*/ 365760 w 627888"/>
                  <a:gd name="connsiteY3" fmla="*/ 573024 h 579120"/>
                  <a:gd name="connsiteX4" fmla="*/ 627888 w 627888"/>
                  <a:gd name="connsiteY4" fmla="*/ 292608 h 579120"/>
                  <a:gd name="connsiteX5" fmla="*/ 390144 w 627888"/>
                  <a:gd name="connsiteY5" fmla="*/ 6096 h 579120"/>
                  <a:gd name="connsiteX6" fmla="*/ 0 w 627888"/>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46520"/>
                  <a:gd name="connsiteY0" fmla="*/ 0 h 579120"/>
                  <a:gd name="connsiteX1" fmla="*/ 209962 w 646520"/>
                  <a:gd name="connsiteY1" fmla="*/ 286512 h 579120"/>
                  <a:gd name="connsiteX2" fmla="*/ 2698 w 646520"/>
                  <a:gd name="connsiteY2" fmla="*/ 579120 h 579120"/>
                  <a:gd name="connsiteX3" fmla="*/ 368458 w 646520"/>
                  <a:gd name="connsiteY3" fmla="*/ 573024 h 579120"/>
                  <a:gd name="connsiteX4" fmla="*/ 630586 w 646520"/>
                  <a:gd name="connsiteY4" fmla="*/ 292608 h 579120"/>
                  <a:gd name="connsiteX5" fmla="*/ 392842 w 646520"/>
                  <a:gd name="connsiteY5" fmla="*/ 6096 h 579120"/>
                  <a:gd name="connsiteX6" fmla="*/ 2698 w 646520"/>
                  <a:gd name="connsiteY6" fmla="*/ 0 h 579120"/>
                  <a:gd name="connsiteX0" fmla="*/ 2698 w 646520"/>
                  <a:gd name="connsiteY0" fmla="*/ 51141 h 630261"/>
                  <a:gd name="connsiteX1" fmla="*/ 209962 w 646520"/>
                  <a:gd name="connsiteY1" fmla="*/ 337653 h 630261"/>
                  <a:gd name="connsiteX2" fmla="*/ 2698 w 646520"/>
                  <a:gd name="connsiteY2" fmla="*/ 630261 h 630261"/>
                  <a:gd name="connsiteX3" fmla="*/ 368458 w 646520"/>
                  <a:gd name="connsiteY3" fmla="*/ 624165 h 630261"/>
                  <a:gd name="connsiteX4" fmla="*/ 630586 w 646520"/>
                  <a:gd name="connsiteY4" fmla="*/ 343749 h 630261"/>
                  <a:gd name="connsiteX5" fmla="*/ 392842 w 646520"/>
                  <a:gd name="connsiteY5" fmla="*/ 57237 h 630261"/>
                  <a:gd name="connsiteX6" fmla="*/ 2698 w 646520"/>
                  <a:gd name="connsiteY6" fmla="*/ 51141 h 630261"/>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1455 h 600575"/>
                  <a:gd name="connsiteX1" fmla="*/ 209962 w 646520"/>
                  <a:gd name="connsiteY1" fmla="*/ 307967 h 600575"/>
                  <a:gd name="connsiteX2" fmla="*/ 2698 w 646520"/>
                  <a:gd name="connsiteY2" fmla="*/ 600575 h 600575"/>
                  <a:gd name="connsiteX3" fmla="*/ 368458 w 646520"/>
                  <a:gd name="connsiteY3" fmla="*/ 594479 h 600575"/>
                  <a:gd name="connsiteX4" fmla="*/ 630586 w 646520"/>
                  <a:gd name="connsiteY4" fmla="*/ 314063 h 600575"/>
                  <a:gd name="connsiteX5" fmla="*/ 392842 w 646520"/>
                  <a:gd name="connsiteY5" fmla="*/ 27551 h 600575"/>
                  <a:gd name="connsiteX6" fmla="*/ 2698 w 646520"/>
                  <a:gd name="connsiteY6" fmla="*/ 21455 h 600575"/>
                  <a:gd name="connsiteX0" fmla="*/ 2698 w 630586"/>
                  <a:gd name="connsiteY0" fmla="*/ 21455 h 600575"/>
                  <a:gd name="connsiteX1" fmla="*/ 209962 w 630586"/>
                  <a:gd name="connsiteY1" fmla="*/ 307967 h 600575"/>
                  <a:gd name="connsiteX2" fmla="*/ 2698 w 630586"/>
                  <a:gd name="connsiteY2" fmla="*/ 600575 h 600575"/>
                  <a:gd name="connsiteX3" fmla="*/ 368458 w 630586"/>
                  <a:gd name="connsiteY3" fmla="*/ 594479 h 600575"/>
                  <a:gd name="connsiteX4" fmla="*/ 630586 w 630586"/>
                  <a:gd name="connsiteY4" fmla="*/ 314063 h 600575"/>
                  <a:gd name="connsiteX5" fmla="*/ 392842 w 630586"/>
                  <a:gd name="connsiteY5" fmla="*/ 27551 h 600575"/>
                  <a:gd name="connsiteX6" fmla="*/ 2698 w 630586"/>
                  <a:gd name="connsiteY6" fmla="*/ 21455 h 600575"/>
                  <a:gd name="connsiteX0" fmla="*/ 2698 w 631527"/>
                  <a:gd name="connsiteY0" fmla="*/ 21455 h 600575"/>
                  <a:gd name="connsiteX1" fmla="*/ 209962 w 631527"/>
                  <a:gd name="connsiteY1" fmla="*/ 307967 h 600575"/>
                  <a:gd name="connsiteX2" fmla="*/ 2698 w 631527"/>
                  <a:gd name="connsiteY2" fmla="*/ 600575 h 600575"/>
                  <a:gd name="connsiteX3" fmla="*/ 301402 w 631527"/>
                  <a:gd name="connsiteY3" fmla="*/ 600575 h 600575"/>
                  <a:gd name="connsiteX4" fmla="*/ 630586 w 631527"/>
                  <a:gd name="connsiteY4" fmla="*/ 314063 h 600575"/>
                  <a:gd name="connsiteX5" fmla="*/ 392842 w 631527"/>
                  <a:gd name="connsiteY5" fmla="*/ 27551 h 600575"/>
                  <a:gd name="connsiteX6" fmla="*/ 2698 w 631527"/>
                  <a:gd name="connsiteY6" fmla="*/ 21455 h 600575"/>
                  <a:gd name="connsiteX0" fmla="*/ 2698 w 631527"/>
                  <a:gd name="connsiteY0" fmla="*/ 21455 h 602832"/>
                  <a:gd name="connsiteX1" fmla="*/ 209962 w 631527"/>
                  <a:gd name="connsiteY1" fmla="*/ 307967 h 602832"/>
                  <a:gd name="connsiteX2" fmla="*/ 2698 w 631527"/>
                  <a:gd name="connsiteY2" fmla="*/ 600575 h 602832"/>
                  <a:gd name="connsiteX3" fmla="*/ 301402 w 631527"/>
                  <a:gd name="connsiteY3" fmla="*/ 600575 h 602832"/>
                  <a:gd name="connsiteX4" fmla="*/ 630586 w 631527"/>
                  <a:gd name="connsiteY4" fmla="*/ 314063 h 602832"/>
                  <a:gd name="connsiteX5" fmla="*/ 392842 w 631527"/>
                  <a:gd name="connsiteY5" fmla="*/ 27551 h 602832"/>
                  <a:gd name="connsiteX6" fmla="*/ 2698 w 631527"/>
                  <a:gd name="connsiteY6" fmla="*/ 21455 h 602832"/>
                  <a:gd name="connsiteX0" fmla="*/ 2698 w 630586"/>
                  <a:gd name="connsiteY0" fmla="*/ 21455 h 602832"/>
                  <a:gd name="connsiteX1" fmla="*/ 209962 w 630586"/>
                  <a:gd name="connsiteY1" fmla="*/ 307967 h 602832"/>
                  <a:gd name="connsiteX2" fmla="*/ 2698 w 630586"/>
                  <a:gd name="connsiteY2" fmla="*/ 600575 h 602832"/>
                  <a:gd name="connsiteX3" fmla="*/ 301402 w 630586"/>
                  <a:gd name="connsiteY3" fmla="*/ 600575 h 602832"/>
                  <a:gd name="connsiteX4" fmla="*/ 630586 w 630586"/>
                  <a:gd name="connsiteY4" fmla="*/ 314063 h 602832"/>
                  <a:gd name="connsiteX5" fmla="*/ 301402 w 630586"/>
                  <a:gd name="connsiteY5" fmla="*/ 27551 h 602832"/>
                  <a:gd name="connsiteX6" fmla="*/ 2698 w 630586"/>
                  <a:gd name="connsiteY6" fmla="*/ 21455 h 602832"/>
                  <a:gd name="connsiteX0" fmla="*/ 2698 w 630586"/>
                  <a:gd name="connsiteY0" fmla="*/ 20123 h 601500"/>
                  <a:gd name="connsiteX1" fmla="*/ 209962 w 630586"/>
                  <a:gd name="connsiteY1" fmla="*/ 306635 h 601500"/>
                  <a:gd name="connsiteX2" fmla="*/ 2698 w 630586"/>
                  <a:gd name="connsiteY2" fmla="*/ 599243 h 601500"/>
                  <a:gd name="connsiteX3" fmla="*/ 301402 w 630586"/>
                  <a:gd name="connsiteY3" fmla="*/ 599243 h 601500"/>
                  <a:gd name="connsiteX4" fmla="*/ 630586 w 630586"/>
                  <a:gd name="connsiteY4" fmla="*/ 312731 h 601500"/>
                  <a:gd name="connsiteX5" fmla="*/ 301402 w 630586"/>
                  <a:gd name="connsiteY5" fmla="*/ 26219 h 601500"/>
                  <a:gd name="connsiteX6" fmla="*/ 2698 w 630586"/>
                  <a:gd name="connsiteY6" fmla="*/ 20123 h 601500"/>
                  <a:gd name="connsiteX0" fmla="*/ 2146 w 630034"/>
                  <a:gd name="connsiteY0" fmla="*/ 20123 h 601500"/>
                  <a:gd name="connsiteX1" fmla="*/ 209410 w 630034"/>
                  <a:gd name="connsiteY1" fmla="*/ 306635 h 601500"/>
                  <a:gd name="connsiteX2" fmla="*/ 2146 w 630034"/>
                  <a:gd name="connsiteY2" fmla="*/ 599243 h 601500"/>
                  <a:gd name="connsiteX3" fmla="*/ 300850 w 630034"/>
                  <a:gd name="connsiteY3" fmla="*/ 599243 h 601500"/>
                  <a:gd name="connsiteX4" fmla="*/ 630034 w 630034"/>
                  <a:gd name="connsiteY4" fmla="*/ 312731 h 601500"/>
                  <a:gd name="connsiteX5" fmla="*/ 300850 w 630034"/>
                  <a:gd name="connsiteY5" fmla="*/ 26219 h 601500"/>
                  <a:gd name="connsiteX6" fmla="*/ 2146 w 630034"/>
                  <a:gd name="connsiteY6" fmla="*/ 20123 h 601500"/>
                  <a:gd name="connsiteX0" fmla="*/ 6215 w 634103"/>
                  <a:gd name="connsiteY0" fmla="*/ 3947 h 585324"/>
                  <a:gd name="connsiteX1" fmla="*/ 213479 w 634103"/>
                  <a:gd name="connsiteY1" fmla="*/ 290459 h 585324"/>
                  <a:gd name="connsiteX2" fmla="*/ 6215 w 634103"/>
                  <a:gd name="connsiteY2" fmla="*/ 583067 h 585324"/>
                  <a:gd name="connsiteX3" fmla="*/ 304919 w 634103"/>
                  <a:gd name="connsiteY3" fmla="*/ 583067 h 585324"/>
                  <a:gd name="connsiteX4" fmla="*/ 634103 w 634103"/>
                  <a:gd name="connsiteY4" fmla="*/ 296555 h 585324"/>
                  <a:gd name="connsiteX5" fmla="*/ 304919 w 634103"/>
                  <a:gd name="connsiteY5" fmla="*/ 10043 h 585324"/>
                  <a:gd name="connsiteX6" fmla="*/ 6215 w 634103"/>
                  <a:gd name="connsiteY6" fmla="*/ 3947 h 585324"/>
                  <a:gd name="connsiteX0" fmla="*/ 6624 w 634512"/>
                  <a:gd name="connsiteY0" fmla="*/ 3947 h 585324"/>
                  <a:gd name="connsiteX1" fmla="*/ 213888 w 634512"/>
                  <a:gd name="connsiteY1" fmla="*/ 290459 h 585324"/>
                  <a:gd name="connsiteX2" fmla="*/ 6624 w 634512"/>
                  <a:gd name="connsiteY2" fmla="*/ 583067 h 585324"/>
                  <a:gd name="connsiteX3" fmla="*/ 305328 w 634512"/>
                  <a:gd name="connsiteY3" fmla="*/ 583067 h 585324"/>
                  <a:gd name="connsiteX4" fmla="*/ 634512 w 634512"/>
                  <a:gd name="connsiteY4" fmla="*/ 296555 h 585324"/>
                  <a:gd name="connsiteX5" fmla="*/ 305328 w 634512"/>
                  <a:gd name="connsiteY5" fmla="*/ 10043 h 585324"/>
                  <a:gd name="connsiteX6" fmla="*/ 6624 w 634512"/>
                  <a:gd name="connsiteY6" fmla="*/ 3947 h 585324"/>
                  <a:gd name="connsiteX0" fmla="*/ 6624 w 634644"/>
                  <a:gd name="connsiteY0" fmla="*/ 18301 h 599678"/>
                  <a:gd name="connsiteX1" fmla="*/ 213888 w 634644"/>
                  <a:gd name="connsiteY1" fmla="*/ 304813 h 599678"/>
                  <a:gd name="connsiteX2" fmla="*/ 6624 w 634644"/>
                  <a:gd name="connsiteY2" fmla="*/ 597421 h 599678"/>
                  <a:gd name="connsiteX3" fmla="*/ 305328 w 634644"/>
                  <a:gd name="connsiteY3" fmla="*/ 597421 h 599678"/>
                  <a:gd name="connsiteX4" fmla="*/ 634512 w 634644"/>
                  <a:gd name="connsiteY4" fmla="*/ 310909 h 599678"/>
                  <a:gd name="connsiteX5" fmla="*/ 268752 w 634644"/>
                  <a:gd name="connsiteY5" fmla="*/ 30493 h 599678"/>
                  <a:gd name="connsiteX6" fmla="*/ 6624 w 634644"/>
                  <a:gd name="connsiteY6" fmla="*/ 18301 h 599678"/>
                  <a:gd name="connsiteX0" fmla="*/ 6624 w 634644"/>
                  <a:gd name="connsiteY0" fmla="*/ 23735 h 605112"/>
                  <a:gd name="connsiteX1" fmla="*/ 213888 w 634644"/>
                  <a:gd name="connsiteY1" fmla="*/ 310247 h 605112"/>
                  <a:gd name="connsiteX2" fmla="*/ 6624 w 634644"/>
                  <a:gd name="connsiteY2" fmla="*/ 602855 h 605112"/>
                  <a:gd name="connsiteX3" fmla="*/ 305328 w 634644"/>
                  <a:gd name="connsiteY3" fmla="*/ 602855 h 605112"/>
                  <a:gd name="connsiteX4" fmla="*/ 634512 w 634644"/>
                  <a:gd name="connsiteY4" fmla="*/ 316343 h 605112"/>
                  <a:gd name="connsiteX5" fmla="*/ 268752 w 634644"/>
                  <a:gd name="connsiteY5" fmla="*/ 35927 h 605112"/>
                  <a:gd name="connsiteX6" fmla="*/ 6624 w 634644"/>
                  <a:gd name="connsiteY6" fmla="*/ 23735 h 605112"/>
                  <a:gd name="connsiteX0" fmla="*/ 6624 w 634577"/>
                  <a:gd name="connsiteY0" fmla="*/ 17614 h 598991"/>
                  <a:gd name="connsiteX1" fmla="*/ 213888 w 634577"/>
                  <a:gd name="connsiteY1" fmla="*/ 304126 h 598991"/>
                  <a:gd name="connsiteX2" fmla="*/ 6624 w 634577"/>
                  <a:gd name="connsiteY2" fmla="*/ 596734 h 598991"/>
                  <a:gd name="connsiteX3" fmla="*/ 305328 w 634577"/>
                  <a:gd name="connsiteY3" fmla="*/ 596734 h 598991"/>
                  <a:gd name="connsiteX4" fmla="*/ 634512 w 634577"/>
                  <a:gd name="connsiteY4" fmla="*/ 310222 h 598991"/>
                  <a:gd name="connsiteX5" fmla="*/ 329712 w 634577"/>
                  <a:gd name="connsiteY5" fmla="*/ 48094 h 598991"/>
                  <a:gd name="connsiteX6" fmla="*/ 6624 w 634577"/>
                  <a:gd name="connsiteY6" fmla="*/ 17614 h 598991"/>
                  <a:gd name="connsiteX0" fmla="*/ 6624 w 634575"/>
                  <a:gd name="connsiteY0" fmla="*/ 21507 h 602884"/>
                  <a:gd name="connsiteX1" fmla="*/ 213888 w 634575"/>
                  <a:gd name="connsiteY1" fmla="*/ 308019 h 602884"/>
                  <a:gd name="connsiteX2" fmla="*/ 6624 w 634575"/>
                  <a:gd name="connsiteY2" fmla="*/ 600627 h 602884"/>
                  <a:gd name="connsiteX3" fmla="*/ 305328 w 634575"/>
                  <a:gd name="connsiteY3" fmla="*/ 600627 h 602884"/>
                  <a:gd name="connsiteX4" fmla="*/ 634512 w 634575"/>
                  <a:gd name="connsiteY4" fmla="*/ 314115 h 602884"/>
                  <a:gd name="connsiteX5" fmla="*/ 329712 w 634575"/>
                  <a:gd name="connsiteY5" fmla="*/ 51987 h 602884"/>
                  <a:gd name="connsiteX6" fmla="*/ 6624 w 634575"/>
                  <a:gd name="connsiteY6" fmla="*/ 21507 h 602884"/>
                  <a:gd name="connsiteX0" fmla="*/ 6624 w 634575"/>
                  <a:gd name="connsiteY0" fmla="*/ 21507 h 619140"/>
                  <a:gd name="connsiteX1" fmla="*/ 213888 w 634575"/>
                  <a:gd name="connsiteY1" fmla="*/ 308019 h 619140"/>
                  <a:gd name="connsiteX2" fmla="*/ 6624 w 634575"/>
                  <a:gd name="connsiteY2" fmla="*/ 600627 h 619140"/>
                  <a:gd name="connsiteX3" fmla="*/ 305328 w 634575"/>
                  <a:gd name="connsiteY3" fmla="*/ 600627 h 619140"/>
                  <a:gd name="connsiteX4" fmla="*/ 634512 w 634575"/>
                  <a:gd name="connsiteY4" fmla="*/ 314115 h 619140"/>
                  <a:gd name="connsiteX5" fmla="*/ 329712 w 634575"/>
                  <a:gd name="connsiteY5" fmla="*/ 51987 h 619140"/>
                  <a:gd name="connsiteX6" fmla="*/ 6624 w 634575"/>
                  <a:gd name="connsiteY6" fmla="*/ 21507 h 619140"/>
                  <a:gd name="connsiteX0" fmla="*/ 6624 w 634531"/>
                  <a:gd name="connsiteY0" fmla="*/ 21507 h 607159"/>
                  <a:gd name="connsiteX1" fmla="*/ 213888 w 634531"/>
                  <a:gd name="connsiteY1" fmla="*/ 308019 h 607159"/>
                  <a:gd name="connsiteX2" fmla="*/ 6624 w 634531"/>
                  <a:gd name="connsiteY2" fmla="*/ 600627 h 607159"/>
                  <a:gd name="connsiteX3" fmla="*/ 341904 w 634531"/>
                  <a:gd name="connsiteY3" fmla="*/ 582339 h 607159"/>
                  <a:gd name="connsiteX4" fmla="*/ 634512 w 634531"/>
                  <a:gd name="connsiteY4" fmla="*/ 314115 h 607159"/>
                  <a:gd name="connsiteX5" fmla="*/ 329712 w 634531"/>
                  <a:gd name="connsiteY5" fmla="*/ 51987 h 607159"/>
                  <a:gd name="connsiteX6" fmla="*/ 6624 w 634531"/>
                  <a:gd name="connsiteY6" fmla="*/ 21507 h 607159"/>
                  <a:gd name="connsiteX0" fmla="*/ 6624 w 634516"/>
                  <a:gd name="connsiteY0" fmla="*/ 21507 h 600822"/>
                  <a:gd name="connsiteX1" fmla="*/ 213888 w 634516"/>
                  <a:gd name="connsiteY1" fmla="*/ 308019 h 600822"/>
                  <a:gd name="connsiteX2" fmla="*/ 6624 w 634516"/>
                  <a:gd name="connsiteY2" fmla="*/ 600627 h 600822"/>
                  <a:gd name="connsiteX3" fmla="*/ 335808 w 634516"/>
                  <a:gd name="connsiteY3" fmla="*/ 564051 h 600822"/>
                  <a:gd name="connsiteX4" fmla="*/ 634512 w 634516"/>
                  <a:gd name="connsiteY4" fmla="*/ 314115 h 600822"/>
                  <a:gd name="connsiteX5" fmla="*/ 329712 w 634516"/>
                  <a:gd name="connsiteY5" fmla="*/ 51987 h 600822"/>
                  <a:gd name="connsiteX6" fmla="*/ 6624 w 634516"/>
                  <a:gd name="connsiteY6" fmla="*/ 21507 h 600822"/>
                  <a:gd name="connsiteX0" fmla="*/ 6624 w 634516"/>
                  <a:gd name="connsiteY0" fmla="*/ 20598 h 599913"/>
                  <a:gd name="connsiteX1" fmla="*/ 213888 w 634516"/>
                  <a:gd name="connsiteY1" fmla="*/ 307110 h 599913"/>
                  <a:gd name="connsiteX2" fmla="*/ 6624 w 634516"/>
                  <a:gd name="connsiteY2" fmla="*/ 599718 h 599913"/>
                  <a:gd name="connsiteX3" fmla="*/ 335808 w 634516"/>
                  <a:gd name="connsiteY3" fmla="*/ 563142 h 599913"/>
                  <a:gd name="connsiteX4" fmla="*/ 634512 w 634516"/>
                  <a:gd name="connsiteY4" fmla="*/ 313206 h 599913"/>
                  <a:gd name="connsiteX5" fmla="*/ 329712 w 634516"/>
                  <a:gd name="connsiteY5" fmla="*/ 51078 h 599913"/>
                  <a:gd name="connsiteX6" fmla="*/ 6624 w 634516"/>
                  <a:gd name="connsiteY6" fmla="*/ 20598 h 599913"/>
                  <a:gd name="connsiteX0" fmla="*/ 6624 w 634516"/>
                  <a:gd name="connsiteY0" fmla="*/ 22407 h 601722"/>
                  <a:gd name="connsiteX1" fmla="*/ 213888 w 634516"/>
                  <a:gd name="connsiteY1" fmla="*/ 308919 h 601722"/>
                  <a:gd name="connsiteX2" fmla="*/ 6624 w 634516"/>
                  <a:gd name="connsiteY2" fmla="*/ 601527 h 601722"/>
                  <a:gd name="connsiteX3" fmla="*/ 335808 w 634516"/>
                  <a:gd name="connsiteY3" fmla="*/ 564951 h 601722"/>
                  <a:gd name="connsiteX4" fmla="*/ 634512 w 634516"/>
                  <a:gd name="connsiteY4" fmla="*/ 315015 h 601722"/>
                  <a:gd name="connsiteX5" fmla="*/ 329712 w 634516"/>
                  <a:gd name="connsiteY5" fmla="*/ 52887 h 601722"/>
                  <a:gd name="connsiteX6" fmla="*/ 6624 w 634516"/>
                  <a:gd name="connsiteY6" fmla="*/ 22407 h 601722"/>
                  <a:gd name="connsiteX0" fmla="*/ 6624 w 634516"/>
                  <a:gd name="connsiteY0" fmla="*/ 8163 h 587478"/>
                  <a:gd name="connsiteX1" fmla="*/ 213888 w 634516"/>
                  <a:gd name="connsiteY1" fmla="*/ 294675 h 587478"/>
                  <a:gd name="connsiteX2" fmla="*/ 6624 w 634516"/>
                  <a:gd name="connsiteY2" fmla="*/ 587283 h 587478"/>
                  <a:gd name="connsiteX3" fmla="*/ 335808 w 634516"/>
                  <a:gd name="connsiteY3" fmla="*/ 550707 h 587478"/>
                  <a:gd name="connsiteX4" fmla="*/ 634512 w 634516"/>
                  <a:gd name="connsiteY4" fmla="*/ 300771 h 587478"/>
                  <a:gd name="connsiteX5" fmla="*/ 329712 w 634516"/>
                  <a:gd name="connsiteY5" fmla="*/ 38643 h 587478"/>
                  <a:gd name="connsiteX6" fmla="*/ 6624 w 634516"/>
                  <a:gd name="connsiteY6" fmla="*/ 8163 h 587478"/>
                  <a:gd name="connsiteX0" fmla="*/ 6288 w 634180"/>
                  <a:gd name="connsiteY0" fmla="*/ 8163 h 587686"/>
                  <a:gd name="connsiteX1" fmla="*/ 213552 w 634180"/>
                  <a:gd name="connsiteY1" fmla="*/ 294675 h 587686"/>
                  <a:gd name="connsiteX2" fmla="*/ 6288 w 634180"/>
                  <a:gd name="connsiteY2" fmla="*/ 587283 h 587686"/>
                  <a:gd name="connsiteX3" fmla="*/ 335472 w 634180"/>
                  <a:gd name="connsiteY3" fmla="*/ 550707 h 587686"/>
                  <a:gd name="connsiteX4" fmla="*/ 634176 w 634180"/>
                  <a:gd name="connsiteY4" fmla="*/ 300771 h 587686"/>
                  <a:gd name="connsiteX5" fmla="*/ 329376 w 634180"/>
                  <a:gd name="connsiteY5" fmla="*/ 38643 h 587686"/>
                  <a:gd name="connsiteX6" fmla="*/ 6288 w 634180"/>
                  <a:gd name="connsiteY6" fmla="*/ 8163 h 587686"/>
                  <a:gd name="connsiteX0" fmla="*/ 6288 w 634211"/>
                  <a:gd name="connsiteY0" fmla="*/ 8163 h 587686"/>
                  <a:gd name="connsiteX1" fmla="*/ 213552 w 634211"/>
                  <a:gd name="connsiteY1" fmla="*/ 294675 h 587686"/>
                  <a:gd name="connsiteX2" fmla="*/ 6288 w 634211"/>
                  <a:gd name="connsiteY2" fmla="*/ 587283 h 587686"/>
                  <a:gd name="connsiteX3" fmla="*/ 335472 w 634211"/>
                  <a:gd name="connsiteY3" fmla="*/ 550707 h 587686"/>
                  <a:gd name="connsiteX4" fmla="*/ 634176 w 634211"/>
                  <a:gd name="connsiteY4" fmla="*/ 300771 h 587686"/>
                  <a:gd name="connsiteX5" fmla="*/ 329376 w 634211"/>
                  <a:gd name="connsiteY5" fmla="*/ 38643 h 587686"/>
                  <a:gd name="connsiteX6" fmla="*/ 6288 w 634211"/>
                  <a:gd name="connsiteY6" fmla="*/ 8163 h 587686"/>
                  <a:gd name="connsiteX0" fmla="*/ 6288 w 634286"/>
                  <a:gd name="connsiteY0" fmla="*/ 8163 h 587686"/>
                  <a:gd name="connsiteX1" fmla="*/ 213552 w 634286"/>
                  <a:gd name="connsiteY1" fmla="*/ 294675 h 587686"/>
                  <a:gd name="connsiteX2" fmla="*/ 6288 w 634286"/>
                  <a:gd name="connsiteY2" fmla="*/ 587283 h 587686"/>
                  <a:gd name="connsiteX3" fmla="*/ 335472 w 634286"/>
                  <a:gd name="connsiteY3" fmla="*/ 550707 h 587686"/>
                  <a:gd name="connsiteX4" fmla="*/ 634176 w 634286"/>
                  <a:gd name="connsiteY4" fmla="*/ 300771 h 587686"/>
                  <a:gd name="connsiteX5" fmla="*/ 329376 w 634286"/>
                  <a:gd name="connsiteY5" fmla="*/ 38643 h 587686"/>
                  <a:gd name="connsiteX6" fmla="*/ 6288 w 634286"/>
                  <a:gd name="connsiteY6" fmla="*/ 8163 h 587686"/>
                  <a:gd name="connsiteX0" fmla="*/ 6288 w 634286"/>
                  <a:gd name="connsiteY0" fmla="*/ 4816 h 584339"/>
                  <a:gd name="connsiteX1" fmla="*/ 213552 w 634286"/>
                  <a:gd name="connsiteY1" fmla="*/ 291328 h 584339"/>
                  <a:gd name="connsiteX2" fmla="*/ 6288 w 634286"/>
                  <a:gd name="connsiteY2" fmla="*/ 583936 h 584339"/>
                  <a:gd name="connsiteX3" fmla="*/ 335472 w 634286"/>
                  <a:gd name="connsiteY3" fmla="*/ 547360 h 584339"/>
                  <a:gd name="connsiteX4" fmla="*/ 634176 w 634286"/>
                  <a:gd name="connsiteY4" fmla="*/ 297424 h 584339"/>
                  <a:gd name="connsiteX5" fmla="*/ 329376 w 634286"/>
                  <a:gd name="connsiteY5" fmla="*/ 35296 h 584339"/>
                  <a:gd name="connsiteX6" fmla="*/ 6288 w 634286"/>
                  <a:gd name="connsiteY6" fmla="*/ 4816 h 584339"/>
                  <a:gd name="connsiteX0" fmla="*/ 6288 w 634210"/>
                  <a:gd name="connsiteY0" fmla="*/ 14826 h 594349"/>
                  <a:gd name="connsiteX1" fmla="*/ 213552 w 634210"/>
                  <a:gd name="connsiteY1" fmla="*/ 301338 h 594349"/>
                  <a:gd name="connsiteX2" fmla="*/ 6288 w 634210"/>
                  <a:gd name="connsiteY2" fmla="*/ 593946 h 594349"/>
                  <a:gd name="connsiteX3" fmla="*/ 335472 w 634210"/>
                  <a:gd name="connsiteY3" fmla="*/ 557370 h 594349"/>
                  <a:gd name="connsiteX4" fmla="*/ 634176 w 634210"/>
                  <a:gd name="connsiteY4" fmla="*/ 307434 h 594349"/>
                  <a:gd name="connsiteX5" fmla="*/ 353545 w 634210"/>
                  <a:gd name="connsiteY5" fmla="*/ 57390 h 594349"/>
                  <a:gd name="connsiteX6" fmla="*/ 6288 w 634210"/>
                  <a:gd name="connsiteY6" fmla="*/ 14826 h 594349"/>
                  <a:gd name="connsiteX0" fmla="*/ 6288 w 634210"/>
                  <a:gd name="connsiteY0" fmla="*/ 4846 h 584369"/>
                  <a:gd name="connsiteX1" fmla="*/ 213552 w 634210"/>
                  <a:gd name="connsiteY1" fmla="*/ 291358 h 584369"/>
                  <a:gd name="connsiteX2" fmla="*/ 6288 w 634210"/>
                  <a:gd name="connsiteY2" fmla="*/ 583966 h 584369"/>
                  <a:gd name="connsiteX3" fmla="*/ 335472 w 634210"/>
                  <a:gd name="connsiteY3" fmla="*/ 547390 h 584369"/>
                  <a:gd name="connsiteX4" fmla="*/ 634176 w 634210"/>
                  <a:gd name="connsiteY4" fmla="*/ 297454 h 584369"/>
                  <a:gd name="connsiteX5" fmla="*/ 353545 w 634210"/>
                  <a:gd name="connsiteY5" fmla="*/ 47410 h 584369"/>
                  <a:gd name="connsiteX6" fmla="*/ 6288 w 634210"/>
                  <a:gd name="connsiteY6" fmla="*/ 4846 h 584369"/>
                  <a:gd name="connsiteX0" fmla="*/ 6288 w 634210"/>
                  <a:gd name="connsiteY0" fmla="*/ 4415 h 583938"/>
                  <a:gd name="connsiteX1" fmla="*/ 213552 w 634210"/>
                  <a:gd name="connsiteY1" fmla="*/ 290927 h 583938"/>
                  <a:gd name="connsiteX2" fmla="*/ 6288 w 634210"/>
                  <a:gd name="connsiteY2" fmla="*/ 583535 h 583938"/>
                  <a:gd name="connsiteX3" fmla="*/ 335472 w 634210"/>
                  <a:gd name="connsiteY3" fmla="*/ 546959 h 583938"/>
                  <a:gd name="connsiteX4" fmla="*/ 634176 w 634210"/>
                  <a:gd name="connsiteY4" fmla="*/ 297023 h 583938"/>
                  <a:gd name="connsiteX5" fmla="*/ 353545 w 634210"/>
                  <a:gd name="connsiteY5" fmla="*/ 46979 h 583938"/>
                  <a:gd name="connsiteX6" fmla="*/ 6288 w 634210"/>
                  <a:gd name="connsiteY6" fmla="*/ 4415 h 583938"/>
                  <a:gd name="connsiteX0" fmla="*/ 6288 w 634210"/>
                  <a:gd name="connsiteY0" fmla="*/ 5419 h 584942"/>
                  <a:gd name="connsiteX1" fmla="*/ 213552 w 634210"/>
                  <a:gd name="connsiteY1" fmla="*/ 291931 h 584942"/>
                  <a:gd name="connsiteX2" fmla="*/ 6288 w 634210"/>
                  <a:gd name="connsiteY2" fmla="*/ 584539 h 584942"/>
                  <a:gd name="connsiteX3" fmla="*/ 335472 w 634210"/>
                  <a:gd name="connsiteY3" fmla="*/ 547963 h 584942"/>
                  <a:gd name="connsiteX4" fmla="*/ 634176 w 634210"/>
                  <a:gd name="connsiteY4" fmla="*/ 298027 h 584942"/>
                  <a:gd name="connsiteX5" fmla="*/ 353545 w 634210"/>
                  <a:gd name="connsiteY5" fmla="*/ 47983 h 584942"/>
                  <a:gd name="connsiteX6" fmla="*/ 6288 w 634210"/>
                  <a:gd name="connsiteY6" fmla="*/ 5419 h 584942"/>
                  <a:gd name="connsiteX0" fmla="*/ 6288 w 634218"/>
                  <a:gd name="connsiteY0" fmla="*/ 7646 h 587169"/>
                  <a:gd name="connsiteX1" fmla="*/ 213552 w 634218"/>
                  <a:gd name="connsiteY1" fmla="*/ 294158 h 587169"/>
                  <a:gd name="connsiteX2" fmla="*/ 6288 w 634218"/>
                  <a:gd name="connsiteY2" fmla="*/ 586766 h 587169"/>
                  <a:gd name="connsiteX3" fmla="*/ 335472 w 634218"/>
                  <a:gd name="connsiteY3" fmla="*/ 550190 h 587169"/>
                  <a:gd name="connsiteX4" fmla="*/ 634176 w 634218"/>
                  <a:gd name="connsiteY4" fmla="*/ 300254 h 587169"/>
                  <a:gd name="connsiteX5" fmla="*/ 353545 w 634218"/>
                  <a:gd name="connsiteY5" fmla="*/ 50210 h 587169"/>
                  <a:gd name="connsiteX6" fmla="*/ 6288 w 634218"/>
                  <a:gd name="connsiteY6" fmla="*/ 7646 h 587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4218" h="587169">
                    <a:moveTo>
                      <a:pt x="6288" y="7646"/>
                    </a:moveTo>
                    <a:cubicBezTo>
                      <a:pt x="-1402" y="17865"/>
                      <a:pt x="197440" y="80821"/>
                      <a:pt x="213552" y="294158"/>
                    </a:cubicBezTo>
                    <a:cubicBezTo>
                      <a:pt x="229664" y="507495"/>
                      <a:pt x="-44512" y="593878"/>
                      <a:pt x="6288" y="586766"/>
                    </a:cubicBezTo>
                    <a:cubicBezTo>
                      <a:pt x="105856" y="586766"/>
                      <a:pt x="200344" y="591846"/>
                      <a:pt x="335472" y="550190"/>
                    </a:cubicBezTo>
                    <a:cubicBezTo>
                      <a:pt x="470600" y="508534"/>
                      <a:pt x="631164" y="383584"/>
                      <a:pt x="634176" y="300254"/>
                    </a:cubicBezTo>
                    <a:cubicBezTo>
                      <a:pt x="637188" y="216924"/>
                      <a:pt x="479500" y="97260"/>
                      <a:pt x="353545" y="50210"/>
                    </a:cubicBezTo>
                    <a:cubicBezTo>
                      <a:pt x="227590" y="3160"/>
                      <a:pt x="19803" y="-10314"/>
                      <a:pt x="6288" y="7646"/>
                    </a:cubicBezTo>
                    <a:close/>
                  </a:path>
                </a:pathLst>
              </a:custGeom>
              <a:solidFill>
                <a:schemeClr val="bg1"/>
              </a:solidFill>
              <a:ln w="12700"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r"/>
                <a:endParaRPr lang="en-CN" sz="6000"/>
              </a:p>
            </p:txBody>
          </p:sp>
          <p:sp>
            <p:nvSpPr>
              <p:cNvPr id="139" name="Freeform 138">
                <a:extLst>
                  <a:ext uri="{FF2B5EF4-FFF2-40B4-BE49-F238E27FC236}">
                    <a16:creationId xmlns:a16="http://schemas.microsoft.com/office/drawing/2014/main" id="{6687FE4D-05DF-E843-A96A-BD9ED85911DC}"/>
                  </a:ext>
                </a:extLst>
              </p:cNvPr>
              <p:cNvSpPr/>
              <p:nvPr/>
            </p:nvSpPr>
            <p:spPr bwMode="auto">
              <a:xfrm>
                <a:off x="6470670" y="5701318"/>
                <a:ext cx="223789" cy="531264"/>
              </a:xfrm>
              <a:custGeom>
                <a:avLst/>
                <a:gdLst>
                  <a:gd name="connsiteX0" fmla="*/ 0 w 195378"/>
                  <a:gd name="connsiteY0" fmla="*/ 0 h 541538"/>
                  <a:gd name="connsiteX1" fmla="*/ 195308 w 195378"/>
                  <a:gd name="connsiteY1" fmla="*/ 257452 h 541538"/>
                  <a:gd name="connsiteX2" fmla="*/ 17755 w 195378"/>
                  <a:gd name="connsiteY2" fmla="*/ 541538 h 541538"/>
                  <a:gd name="connsiteX0" fmla="*/ 2793 w 198102"/>
                  <a:gd name="connsiteY0" fmla="*/ 0 h 531264"/>
                  <a:gd name="connsiteX1" fmla="*/ 198101 w 198102"/>
                  <a:gd name="connsiteY1" fmla="*/ 257452 h 531264"/>
                  <a:gd name="connsiteX2" fmla="*/ 0 w 198102"/>
                  <a:gd name="connsiteY2" fmla="*/ 531264 h 531264"/>
                  <a:gd name="connsiteX0" fmla="*/ 2793 w 223788"/>
                  <a:gd name="connsiteY0" fmla="*/ 0 h 531264"/>
                  <a:gd name="connsiteX1" fmla="*/ 223787 w 223788"/>
                  <a:gd name="connsiteY1" fmla="*/ 262589 h 531264"/>
                  <a:gd name="connsiteX2" fmla="*/ 0 w 223788"/>
                  <a:gd name="connsiteY2" fmla="*/ 531264 h 531264"/>
                  <a:gd name="connsiteX0" fmla="*/ 2793 w 223902"/>
                  <a:gd name="connsiteY0" fmla="*/ 0 h 531264"/>
                  <a:gd name="connsiteX1" fmla="*/ 223787 w 223902"/>
                  <a:gd name="connsiteY1" fmla="*/ 262589 h 531264"/>
                  <a:gd name="connsiteX2" fmla="*/ 0 w 223902"/>
                  <a:gd name="connsiteY2" fmla="*/ 531264 h 531264"/>
                  <a:gd name="connsiteX0" fmla="*/ 2793 w 223934"/>
                  <a:gd name="connsiteY0" fmla="*/ 0 h 531264"/>
                  <a:gd name="connsiteX1" fmla="*/ 223787 w 223934"/>
                  <a:gd name="connsiteY1" fmla="*/ 262589 h 531264"/>
                  <a:gd name="connsiteX2" fmla="*/ 0 w 223934"/>
                  <a:gd name="connsiteY2" fmla="*/ 531264 h 531264"/>
                  <a:gd name="connsiteX0" fmla="*/ 2793 w 223927"/>
                  <a:gd name="connsiteY0" fmla="*/ 0 h 531264"/>
                  <a:gd name="connsiteX1" fmla="*/ 223787 w 223927"/>
                  <a:gd name="connsiteY1" fmla="*/ 262589 h 531264"/>
                  <a:gd name="connsiteX2" fmla="*/ 0 w 223927"/>
                  <a:gd name="connsiteY2" fmla="*/ 531264 h 531264"/>
                  <a:gd name="connsiteX0" fmla="*/ 2793 w 223927"/>
                  <a:gd name="connsiteY0" fmla="*/ 0 h 531264"/>
                  <a:gd name="connsiteX1" fmla="*/ 223787 w 223927"/>
                  <a:gd name="connsiteY1" fmla="*/ 262589 h 531264"/>
                  <a:gd name="connsiteX2" fmla="*/ 0 w 223927"/>
                  <a:gd name="connsiteY2" fmla="*/ 531264 h 531264"/>
                  <a:gd name="connsiteX0" fmla="*/ 2793 w 223789"/>
                  <a:gd name="connsiteY0" fmla="*/ 0 h 531264"/>
                  <a:gd name="connsiteX1" fmla="*/ 223787 w 223789"/>
                  <a:gd name="connsiteY1" fmla="*/ 262589 h 531264"/>
                  <a:gd name="connsiteX2" fmla="*/ 0 w 223789"/>
                  <a:gd name="connsiteY2" fmla="*/ 531264 h 531264"/>
                </a:gdLst>
                <a:ahLst/>
                <a:cxnLst>
                  <a:cxn ang="0">
                    <a:pos x="connsiteX0" y="connsiteY0"/>
                  </a:cxn>
                  <a:cxn ang="0">
                    <a:pos x="connsiteX1" y="connsiteY1"/>
                  </a:cxn>
                  <a:cxn ang="0">
                    <a:pos x="connsiteX2" y="connsiteY2"/>
                  </a:cxn>
                </a:cxnLst>
                <a:rect l="l" t="t" r="r" b="b"/>
                <a:pathLst>
                  <a:path w="223789" h="531264">
                    <a:moveTo>
                      <a:pt x="2793" y="0"/>
                    </a:moveTo>
                    <a:cubicBezTo>
                      <a:pt x="145200" y="83598"/>
                      <a:pt x="224252" y="153497"/>
                      <a:pt x="223787" y="262589"/>
                    </a:cubicBezTo>
                    <a:cubicBezTo>
                      <a:pt x="223322" y="371681"/>
                      <a:pt x="115941" y="460034"/>
                      <a:pt x="0" y="531264"/>
                    </a:cubicBezTo>
                  </a:path>
                </a:pathLst>
              </a:cu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2800" b="0" i="0" u="none" strike="noStrike" cap="none" normalizeH="0" baseline="0">
                  <a:ln>
                    <a:noFill/>
                  </a:ln>
                  <a:solidFill>
                    <a:schemeClr val="tx1"/>
                  </a:solidFill>
                  <a:effectLst/>
                  <a:latin typeface="Arial" charset="0"/>
                </a:endParaRPr>
              </a:p>
            </p:txBody>
          </p:sp>
        </p:grpSp>
        <p:sp>
          <p:nvSpPr>
            <p:cNvPr id="140" name="TextBox 139">
              <a:extLst>
                <a:ext uri="{FF2B5EF4-FFF2-40B4-BE49-F238E27FC236}">
                  <a16:creationId xmlns:a16="http://schemas.microsoft.com/office/drawing/2014/main" id="{06510AD2-7863-2344-BCEF-C8AE30D1C9C5}"/>
                </a:ext>
              </a:extLst>
            </p:cNvPr>
            <p:cNvSpPr txBox="1"/>
            <p:nvPr/>
          </p:nvSpPr>
          <p:spPr>
            <a:xfrm>
              <a:off x="3466995" y="5758290"/>
              <a:ext cx="354584"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s0</a:t>
              </a:r>
              <a:endParaRPr lang="en-CN" sz="1200" dirty="0">
                <a:solidFill>
                  <a:schemeClr val="tx1"/>
                </a:solidFill>
                <a:latin typeface="Arial" panose="020B0604020202020204" pitchFamily="34" charset="0"/>
                <a:cs typeface="Arial" panose="020B0604020202020204" pitchFamily="34" charset="0"/>
              </a:endParaRPr>
            </a:p>
          </p:txBody>
        </p:sp>
        <p:sp>
          <p:nvSpPr>
            <p:cNvPr id="141" name="TextBox 140">
              <a:extLst>
                <a:ext uri="{FF2B5EF4-FFF2-40B4-BE49-F238E27FC236}">
                  <a16:creationId xmlns:a16="http://schemas.microsoft.com/office/drawing/2014/main" id="{E162CDF5-2AD5-5C45-A6B2-3DED75A003E5}"/>
                </a:ext>
              </a:extLst>
            </p:cNvPr>
            <p:cNvSpPr txBox="1"/>
            <p:nvPr/>
          </p:nvSpPr>
          <p:spPr>
            <a:xfrm>
              <a:off x="442483" y="4789500"/>
              <a:ext cx="354584"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c4</a:t>
              </a:r>
              <a:endParaRPr lang="en-CN" sz="1200" dirty="0">
                <a:solidFill>
                  <a:schemeClr val="tx1"/>
                </a:solidFill>
                <a:latin typeface="Arial" panose="020B0604020202020204" pitchFamily="34" charset="0"/>
                <a:cs typeface="Arial" panose="020B0604020202020204" pitchFamily="34" charset="0"/>
              </a:endParaRPr>
            </a:p>
          </p:txBody>
        </p:sp>
        <p:sp>
          <p:nvSpPr>
            <p:cNvPr id="142" name="TextBox 141">
              <a:extLst>
                <a:ext uri="{FF2B5EF4-FFF2-40B4-BE49-F238E27FC236}">
                  <a16:creationId xmlns:a16="http://schemas.microsoft.com/office/drawing/2014/main" id="{D6E9003C-D7BC-0947-B705-88437FCBEE76}"/>
                </a:ext>
              </a:extLst>
            </p:cNvPr>
            <p:cNvSpPr txBox="1"/>
            <p:nvPr/>
          </p:nvSpPr>
          <p:spPr>
            <a:xfrm>
              <a:off x="3920730" y="4804229"/>
              <a:ext cx="354584"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c0</a:t>
              </a:r>
              <a:endParaRPr lang="en-CN" sz="1200" dirty="0">
                <a:solidFill>
                  <a:schemeClr val="tx1"/>
                </a:solidFill>
                <a:latin typeface="Arial" panose="020B0604020202020204" pitchFamily="34" charset="0"/>
                <a:cs typeface="Arial" panose="020B0604020202020204" pitchFamily="34" charset="0"/>
              </a:endParaRPr>
            </a:p>
          </p:txBody>
        </p:sp>
      </p:grpSp>
      <p:pic>
        <p:nvPicPr>
          <p:cNvPr id="6" name="Picture 5">
            <a:extLst>
              <a:ext uri="{FF2B5EF4-FFF2-40B4-BE49-F238E27FC236}">
                <a16:creationId xmlns:a16="http://schemas.microsoft.com/office/drawing/2014/main" id="{012A9D43-59E4-114D-A25D-596AC87CDBB7}"/>
              </a:ext>
            </a:extLst>
          </p:cNvPr>
          <p:cNvPicPr>
            <a:picLocks noChangeAspect="1"/>
          </p:cNvPicPr>
          <p:nvPr/>
        </p:nvPicPr>
        <p:blipFill rotWithShape="1">
          <a:blip r:embed="rId9"/>
          <a:srcRect t="79101" r="32829" b="-1"/>
          <a:stretch/>
        </p:blipFill>
        <p:spPr>
          <a:xfrm>
            <a:off x="569401" y="6205226"/>
            <a:ext cx="3275924" cy="399029"/>
          </a:xfrm>
          <a:prstGeom prst="rect">
            <a:avLst/>
          </a:prstGeom>
          <a:noFill/>
        </p:spPr>
      </p:pic>
      <p:graphicFrame>
        <p:nvGraphicFramePr>
          <p:cNvPr id="143" name="Object 4">
            <a:extLst>
              <a:ext uri="{FF2B5EF4-FFF2-40B4-BE49-F238E27FC236}">
                <a16:creationId xmlns:a16="http://schemas.microsoft.com/office/drawing/2014/main" id="{A863809B-DE08-B141-8DB1-17E4518CB4FE}"/>
              </a:ext>
            </a:extLst>
          </p:cNvPr>
          <p:cNvGraphicFramePr>
            <a:graphicFrameLocks noChangeAspect="1"/>
          </p:cNvGraphicFramePr>
          <p:nvPr>
            <p:extLst>
              <p:ext uri="{D42A27DB-BD31-4B8C-83A1-F6EECF244321}">
                <p14:modId xmlns:p14="http://schemas.microsoft.com/office/powerpoint/2010/main" val="1748697914"/>
              </p:ext>
            </p:extLst>
          </p:nvPr>
        </p:nvGraphicFramePr>
        <p:xfrm>
          <a:off x="6994831" y="6021233"/>
          <a:ext cx="1490742" cy="462022"/>
        </p:xfrm>
        <a:graphic>
          <a:graphicData uri="http://schemas.openxmlformats.org/presentationml/2006/ole">
            <mc:AlternateContent xmlns:mc="http://schemas.openxmlformats.org/markup-compatibility/2006">
              <mc:Choice xmlns:v="urn:schemas-microsoft-com:vml" Requires="v">
                <p:oleObj name="公式" r:id="rId10" imgW="736560" imgH="228600" progId="Equation.3">
                  <p:embed/>
                </p:oleObj>
              </mc:Choice>
              <mc:Fallback>
                <p:oleObj name="公式" r:id="rId10" imgW="736560" imgH="228600" progId="Equation.3">
                  <p:embed/>
                  <p:pic>
                    <p:nvPicPr>
                      <p:cNvPr id="143" name="Object 4">
                        <a:extLst>
                          <a:ext uri="{FF2B5EF4-FFF2-40B4-BE49-F238E27FC236}">
                            <a16:creationId xmlns:a16="http://schemas.microsoft.com/office/drawing/2014/main" id="{A863809B-DE08-B141-8DB1-17E4518CB4F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994831" y="6021233"/>
                        <a:ext cx="1490742" cy="462022"/>
                      </a:xfrm>
                      <a:prstGeom prst="rect">
                        <a:avLst/>
                      </a:prstGeom>
                      <a:solidFill>
                        <a:schemeClr val="accent2">
                          <a:lumMod val="20000"/>
                          <a:lumOff val="80000"/>
                        </a:schemeClr>
                      </a:solidFill>
                      <a:ln>
                        <a:noFill/>
                      </a:ln>
                      <a:effectLst/>
                    </p:spPr>
                  </p:pic>
                </p:oleObj>
              </mc:Fallback>
            </mc:AlternateContent>
          </a:graphicData>
        </a:graphic>
      </p:graphicFrame>
      <p:grpSp>
        <p:nvGrpSpPr>
          <p:cNvPr id="5" name="Group 4">
            <a:extLst>
              <a:ext uri="{FF2B5EF4-FFF2-40B4-BE49-F238E27FC236}">
                <a16:creationId xmlns:a16="http://schemas.microsoft.com/office/drawing/2014/main" id="{E9B3D6A0-B293-3C43-929D-50AE0658129D}"/>
              </a:ext>
            </a:extLst>
          </p:cNvPr>
          <p:cNvGrpSpPr/>
          <p:nvPr/>
        </p:nvGrpSpPr>
        <p:grpSpPr>
          <a:xfrm>
            <a:off x="539552" y="1831867"/>
            <a:ext cx="2052876" cy="471488"/>
            <a:chOff x="552730" y="1481998"/>
            <a:chExt cx="2052876" cy="471488"/>
          </a:xfrm>
        </p:grpSpPr>
        <p:graphicFrame>
          <p:nvGraphicFramePr>
            <p:cNvPr id="669700" name="Object 4"/>
            <p:cNvGraphicFramePr>
              <a:graphicFrameLocks noChangeAspect="1"/>
            </p:cNvGraphicFramePr>
            <p:nvPr/>
          </p:nvGraphicFramePr>
          <p:xfrm>
            <a:off x="552730" y="1481998"/>
            <a:ext cx="1860550" cy="471488"/>
          </p:xfrm>
          <a:graphic>
            <a:graphicData uri="http://schemas.openxmlformats.org/presentationml/2006/ole">
              <mc:AlternateContent xmlns:mc="http://schemas.openxmlformats.org/markup-compatibility/2006">
                <mc:Choice xmlns:v="urn:schemas-microsoft-com:vml" Requires="v">
                  <p:oleObj name="Equation" r:id="rId12" imgW="901440" imgH="228600" progId="Equation.DSMT4">
                    <p:embed/>
                  </p:oleObj>
                </mc:Choice>
                <mc:Fallback>
                  <p:oleObj name="Equation" r:id="rId12" imgW="901440" imgH="228600" progId="Equation.DSMT4">
                    <p:embed/>
                    <p:pic>
                      <p:nvPicPr>
                        <p:cNvPr id="669700" name="Object 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52730" y="1481998"/>
                          <a:ext cx="1860550" cy="471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 name="TextBox 3">
              <a:extLst>
                <a:ext uri="{FF2B5EF4-FFF2-40B4-BE49-F238E27FC236}">
                  <a16:creationId xmlns:a16="http://schemas.microsoft.com/office/drawing/2014/main" id="{754F1720-840A-4143-B1DF-EB1EDBF48EBC}"/>
                </a:ext>
              </a:extLst>
            </p:cNvPr>
            <p:cNvSpPr txBox="1"/>
            <p:nvPr/>
          </p:nvSpPr>
          <p:spPr>
            <a:xfrm>
              <a:off x="2335980" y="1491821"/>
              <a:ext cx="269626" cy="461665"/>
            </a:xfrm>
            <a:prstGeom prst="rect">
              <a:avLst/>
            </a:prstGeom>
            <a:noFill/>
          </p:spPr>
          <p:txBody>
            <a:bodyPr wrap="none" rtlCol="0">
              <a:spAutoFit/>
            </a:bodyPr>
            <a:lstStyle/>
            <a:p>
              <a:r>
                <a:rPr lang="en-CN" sz="2400" dirty="0"/>
                <a:t>,</a:t>
              </a:r>
            </a:p>
          </p:txBody>
        </p:sp>
      </p:grpSp>
      <p:sp>
        <p:nvSpPr>
          <p:cNvPr id="145" name="Text Box 8">
            <a:extLst>
              <a:ext uri="{FF2B5EF4-FFF2-40B4-BE49-F238E27FC236}">
                <a16:creationId xmlns:a16="http://schemas.microsoft.com/office/drawing/2014/main" id="{C9DF251E-FD86-6D4B-B120-0D76DEC3D573}"/>
              </a:ext>
            </a:extLst>
          </p:cNvPr>
          <p:cNvSpPr txBox="1">
            <a:spLocks noChangeArrowheads="1"/>
          </p:cNvSpPr>
          <p:nvPr/>
        </p:nvSpPr>
        <p:spPr bwMode="auto">
          <a:xfrm>
            <a:off x="4190499" y="4038900"/>
            <a:ext cx="4421150" cy="2462213"/>
          </a:xfrm>
          <a:prstGeom prst="rect">
            <a:avLst/>
          </a:prstGeom>
          <a:solidFill>
            <a:schemeClr val="accent6">
              <a:lumMod val="20000"/>
              <a:lumOff val="80000"/>
            </a:schemeClr>
          </a:solidFill>
          <a:ln>
            <a:noFill/>
          </a:ln>
        </p:spPr>
        <p:txBody>
          <a:bodyPr wrap="square">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342900" indent="-342900" algn="l" eaLnBrk="1" hangingPunct="1">
              <a:spcBef>
                <a:spcPct val="50000"/>
              </a:spcBef>
              <a:buFont typeface="Arial" panose="020B0604020202020204" pitchFamily="34" charset="0"/>
              <a:buChar char="•"/>
              <a:defRPr/>
            </a:pPr>
            <a:r>
              <a:rPr lang="en-US" altLang="zh-CN" sz="2200" b="0" dirty="0">
                <a:solidFill>
                  <a:schemeClr val="tx1"/>
                </a:solidFill>
                <a:latin typeface="Arial" panose="020B0604020202020204" pitchFamily="34" charset="0"/>
                <a:ea typeface="SimHei" panose="02010609060101010101" pitchFamily="49" charset="-122"/>
                <a:cs typeface="Arial" panose="020B0604020202020204" pitchFamily="34" charset="0"/>
              </a:rPr>
              <a:t>P</a:t>
            </a:r>
            <a:r>
              <a:rPr lang="en-US" altLang="zh-CN" sz="2200" b="0" baseline="-25000" dirty="0">
                <a:solidFill>
                  <a:schemeClr val="tx1"/>
                </a:solidFill>
                <a:latin typeface="Arial" panose="020B0604020202020204" pitchFamily="34" charset="0"/>
                <a:ea typeface="SimHei" panose="02010609060101010101" pitchFamily="49" charset="-122"/>
                <a:cs typeface="Arial" panose="020B0604020202020204" pitchFamily="34" charset="0"/>
              </a:rPr>
              <a:t>i</a:t>
            </a:r>
            <a:r>
              <a:rPr lang="en-US" altLang="zh-CN" sz="2200" b="0" dirty="0">
                <a:solidFill>
                  <a:schemeClr val="tx1"/>
                </a:solidFill>
                <a:latin typeface="Arial" panose="020B0604020202020204" pitchFamily="34" charset="0"/>
                <a:ea typeface="SimHei" panose="02010609060101010101" pitchFamily="49" charset="-122"/>
                <a:cs typeface="Arial" panose="020B0604020202020204" pitchFamily="34" charset="0"/>
              </a:rPr>
              <a:t>/</a:t>
            </a:r>
            <a:r>
              <a:rPr lang="en-US" altLang="zh-CN" sz="2200" b="0" dirty="0" err="1">
                <a:solidFill>
                  <a:schemeClr val="tx1"/>
                </a:solidFill>
                <a:latin typeface="Arial" panose="020B0604020202020204" pitchFamily="34" charset="0"/>
                <a:ea typeface="SimHei" panose="02010609060101010101" pitchFamily="49" charset="-122"/>
                <a:cs typeface="Arial" panose="020B0604020202020204" pitchFamily="34" charset="0"/>
              </a:rPr>
              <a:t>G</a:t>
            </a:r>
            <a:r>
              <a:rPr lang="en-US" altLang="zh-CN" sz="2200" b="0" baseline="-25000" dirty="0" err="1">
                <a:solidFill>
                  <a:schemeClr val="tx1"/>
                </a:solidFill>
                <a:latin typeface="Arial" panose="020B0604020202020204" pitchFamily="34" charset="0"/>
                <a:ea typeface="SimHei" panose="02010609060101010101" pitchFamily="49" charset="-122"/>
                <a:cs typeface="Arial" panose="020B0604020202020204" pitchFamily="34" charset="0"/>
              </a:rPr>
              <a:t>i</a:t>
            </a:r>
            <a:r>
              <a:rPr lang="zh-CN" altLang="en-US" sz="2200" b="0" dirty="0">
                <a:solidFill>
                  <a:schemeClr val="tx1"/>
                </a:solidFill>
                <a:latin typeface="Arial" panose="020B0604020202020204" pitchFamily="34" charset="0"/>
                <a:ea typeface="SimHei" panose="02010609060101010101" pitchFamily="49" charset="-122"/>
                <a:cs typeface="Arial" panose="020B0604020202020204" pitchFamily="34" charset="0"/>
              </a:rPr>
              <a:t> </a:t>
            </a:r>
            <a:r>
              <a:rPr lang="en-US" altLang="zh-CN" sz="2200" b="0" dirty="0">
                <a:solidFill>
                  <a:schemeClr val="tx1"/>
                </a:solidFill>
                <a:latin typeface="Arial" panose="020B0604020202020204" pitchFamily="34" charset="0"/>
                <a:ea typeface="SimHei" panose="02010609060101010101" pitchFamily="49" charset="-122"/>
                <a:cs typeface="Arial" panose="020B0604020202020204" pitchFamily="34" charset="0"/>
              </a:rPr>
              <a:t>1</a:t>
            </a:r>
            <a:r>
              <a:rPr lang="zh-CN" altLang="en-US" sz="2200" b="0" dirty="0">
                <a:solidFill>
                  <a:schemeClr val="tx1"/>
                </a:solidFill>
                <a:latin typeface="Arial" panose="020B0604020202020204" pitchFamily="34" charset="0"/>
                <a:ea typeface="SimHei" panose="02010609060101010101" pitchFamily="49" charset="-122"/>
                <a:cs typeface="Arial" panose="020B0604020202020204" pitchFamily="34" charset="0"/>
              </a:rPr>
              <a:t>级门延时</a:t>
            </a:r>
            <a:r>
              <a:rPr lang="en-US" altLang="zh-CN" sz="2200" b="0" dirty="0">
                <a:solidFill>
                  <a:srgbClr val="0432FF"/>
                </a:solidFill>
                <a:latin typeface="Arial" panose="020B0604020202020204" pitchFamily="34" charset="0"/>
                <a:ea typeface="SimHei" panose="02010609060101010101" pitchFamily="49" charset="-122"/>
                <a:cs typeface="Arial" panose="020B0604020202020204" pitchFamily="34" charset="0"/>
              </a:rPr>
              <a:t>( from A/B)</a:t>
            </a:r>
          </a:p>
          <a:p>
            <a:pPr marL="342900" indent="-342900" eaLnBrk="1" hangingPunct="1">
              <a:spcBef>
                <a:spcPct val="50000"/>
              </a:spcBef>
              <a:buFont typeface="Arial" panose="020B0604020202020204" pitchFamily="34" charset="0"/>
              <a:buChar char="•"/>
              <a:defRPr/>
            </a:pPr>
            <a:r>
              <a:rPr kumimoji="0" lang="en-US" altLang="zh-CN" sz="2200" b="0" i="0" u="none" strike="noStrike" kern="1200" cap="none" spc="0" normalizeH="0" baseline="0" noProof="0" dirty="0">
                <a:ln>
                  <a:noFill/>
                </a:ln>
                <a:solidFill>
                  <a:schemeClr val="tx1"/>
                </a:solidFill>
                <a:effectLst/>
                <a:uLnTx/>
                <a:uFillTx/>
                <a:latin typeface="Arial" panose="020B0604020202020204" pitchFamily="34" charset="0"/>
                <a:ea typeface="SimHei" panose="02010609060101010101" pitchFamily="49" charset="-122"/>
                <a:cs typeface="Arial" panose="020B0604020202020204" pitchFamily="34" charset="0"/>
              </a:rPr>
              <a:t>C</a:t>
            </a:r>
            <a:r>
              <a:rPr kumimoji="0" lang="en-US" altLang="zh-CN" sz="2200" b="0" i="0" u="none" strike="noStrike" kern="1200" cap="none" spc="0" normalizeH="0" baseline="-25000" noProof="0" dirty="0">
                <a:ln>
                  <a:noFill/>
                </a:ln>
                <a:solidFill>
                  <a:schemeClr val="tx1"/>
                </a:solidFill>
                <a:effectLst/>
                <a:uLnTx/>
                <a:uFillTx/>
                <a:latin typeface="Arial" panose="020B0604020202020204" pitchFamily="34" charset="0"/>
                <a:ea typeface="SimHei" panose="02010609060101010101" pitchFamily="49" charset="-122"/>
                <a:cs typeface="Arial" panose="020B0604020202020204" pitchFamily="34" charset="0"/>
              </a:rPr>
              <a:t>1</a:t>
            </a:r>
            <a:r>
              <a:rPr kumimoji="0" lang="en-US" altLang="zh-CN" sz="2200" b="0" i="0" u="none" strike="noStrike" kern="1200" cap="none" spc="0" normalizeH="0" baseline="0" noProof="0" dirty="0">
                <a:ln>
                  <a:noFill/>
                </a:ln>
                <a:solidFill>
                  <a:schemeClr val="tx1"/>
                </a:solidFill>
                <a:effectLst/>
                <a:uLnTx/>
                <a:uFillTx/>
                <a:latin typeface="Arial" panose="020B0604020202020204" pitchFamily="34" charset="0"/>
                <a:ea typeface="SimHei" panose="02010609060101010101" pitchFamily="49" charset="-122"/>
                <a:cs typeface="Arial" panose="020B0604020202020204" pitchFamily="34" charset="0"/>
              </a:rPr>
              <a:t>-C</a:t>
            </a:r>
            <a:r>
              <a:rPr kumimoji="0" lang="en-US" altLang="zh-CN" sz="2200" b="0" i="0" u="none" strike="noStrike" kern="1200" cap="none" spc="0" normalizeH="0" baseline="-25000" noProof="0" dirty="0">
                <a:ln>
                  <a:noFill/>
                </a:ln>
                <a:solidFill>
                  <a:schemeClr val="tx1"/>
                </a:solidFill>
                <a:effectLst/>
                <a:uLnTx/>
                <a:uFillTx/>
                <a:latin typeface="Arial" panose="020B0604020202020204" pitchFamily="34" charset="0"/>
                <a:ea typeface="SimHei" panose="02010609060101010101" pitchFamily="49" charset="-122"/>
                <a:cs typeface="Arial" panose="020B0604020202020204" pitchFamily="34" charset="0"/>
              </a:rPr>
              <a:t>4</a:t>
            </a:r>
            <a:r>
              <a:rPr kumimoji="0" lang="zh-CN" altLang="en-US" sz="2200" b="0" i="0" u="none" strike="noStrike" kern="1200" cap="none" spc="0" normalizeH="0" baseline="0" noProof="0" dirty="0">
                <a:ln>
                  <a:noFill/>
                </a:ln>
                <a:solidFill>
                  <a:schemeClr val="tx1"/>
                </a:solidFill>
                <a:effectLst/>
                <a:uLnTx/>
                <a:uFillTx/>
                <a:latin typeface="Arial" panose="020B0604020202020204" pitchFamily="34" charset="0"/>
                <a:ea typeface="SimHei" panose="02010609060101010101" pitchFamily="49" charset="-122"/>
                <a:cs typeface="Arial" panose="020B0604020202020204" pitchFamily="34" charset="0"/>
              </a:rPr>
              <a:t>由</a:t>
            </a:r>
            <a:r>
              <a:rPr kumimoji="0" lang="en-US" altLang="zh-CN" sz="2200" b="0" i="0" u="none" strike="noStrike" kern="1200" cap="none" spc="0" normalizeH="0" baseline="0" noProof="0" dirty="0">
                <a:ln>
                  <a:noFill/>
                </a:ln>
                <a:solidFill>
                  <a:schemeClr val="tx1"/>
                </a:solidFill>
                <a:effectLst/>
                <a:uLnTx/>
                <a:uFillTx/>
                <a:latin typeface="Arial" panose="020B0604020202020204" pitchFamily="34" charset="0"/>
                <a:ea typeface="SimHei" panose="02010609060101010101" pitchFamily="49" charset="-122"/>
                <a:cs typeface="Arial" panose="020B0604020202020204" pitchFamily="34" charset="0"/>
              </a:rPr>
              <a:t>P</a:t>
            </a:r>
            <a:r>
              <a:rPr kumimoji="0" lang="en-US" altLang="zh-CN" sz="2200" b="0" i="0" u="none" strike="noStrike" kern="1200" cap="none" spc="0" normalizeH="0" baseline="-25000" noProof="0" dirty="0">
                <a:ln>
                  <a:noFill/>
                </a:ln>
                <a:solidFill>
                  <a:schemeClr val="tx1"/>
                </a:solidFill>
                <a:effectLst/>
                <a:uLnTx/>
                <a:uFillTx/>
                <a:latin typeface="Arial" panose="020B0604020202020204" pitchFamily="34" charset="0"/>
                <a:ea typeface="SimHei" panose="02010609060101010101" pitchFamily="49" charset="-122"/>
                <a:cs typeface="Arial" panose="020B0604020202020204" pitchFamily="34" charset="0"/>
              </a:rPr>
              <a:t>i</a:t>
            </a:r>
            <a:r>
              <a:rPr kumimoji="0" lang="en-US" altLang="zh-CN" sz="2200" b="0" i="0" u="none" strike="noStrike" kern="1200" cap="none" spc="0" normalizeH="0" baseline="0" noProof="0" dirty="0">
                <a:ln>
                  <a:noFill/>
                </a:ln>
                <a:solidFill>
                  <a:schemeClr val="tx1"/>
                </a:solidFill>
                <a:effectLst/>
                <a:uLnTx/>
                <a:uFillTx/>
                <a:latin typeface="Arial" panose="020B0604020202020204" pitchFamily="34" charset="0"/>
                <a:ea typeface="SimHei" panose="02010609060101010101" pitchFamily="49" charset="-122"/>
                <a:cs typeface="Arial" panose="020B0604020202020204" pitchFamily="34" charset="0"/>
              </a:rPr>
              <a:t>/G</a:t>
            </a:r>
            <a:r>
              <a:rPr kumimoji="0" lang="en-US" altLang="zh-CN" sz="2200" b="0" i="0" u="none" strike="noStrike" kern="1200" cap="none" spc="0" normalizeH="0" baseline="-25000" noProof="0" dirty="0">
                <a:ln>
                  <a:noFill/>
                </a:ln>
                <a:solidFill>
                  <a:schemeClr val="tx1"/>
                </a:solidFill>
                <a:effectLst/>
                <a:uLnTx/>
                <a:uFillTx/>
                <a:latin typeface="Arial" panose="020B0604020202020204" pitchFamily="34" charset="0"/>
                <a:ea typeface="SimHei" panose="02010609060101010101" pitchFamily="49" charset="-122"/>
                <a:cs typeface="Arial" panose="020B0604020202020204" pitchFamily="34" charset="0"/>
              </a:rPr>
              <a:t>i</a:t>
            </a:r>
            <a:r>
              <a:rPr lang="en-US" altLang="zh-CN" sz="2200" b="0" dirty="0">
                <a:solidFill>
                  <a:schemeClr val="tx1"/>
                </a:solidFill>
                <a:latin typeface="Arial" panose="020B0604020202020204" pitchFamily="34" charset="0"/>
                <a:ea typeface="SimHei" panose="02010609060101010101" pitchFamily="49" charset="-122"/>
                <a:cs typeface="Arial" panose="020B0604020202020204" pitchFamily="34" charset="0"/>
              </a:rPr>
              <a:t>/C0</a:t>
            </a:r>
            <a:r>
              <a:rPr kumimoji="0" lang="zh-CN" altLang="en-US" sz="2200" b="0" i="0" u="none" strike="noStrike" kern="1200" cap="none" spc="0" normalizeH="0" baseline="0" noProof="0" dirty="0">
                <a:ln>
                  <a:noFill/>
                </a:ln>
                <a:solidFill>
                  <a:schemeClr val="tx1"/>
                </a:solidFill>
                <a:effectLst/>
                <a:uLnTx/>
                <a:uFillTx/>
                <a:latin typeface="Arial" panose="020B0604020202020204" pitchFamily="34" charset="0"/>
                <a:ea typeface="SimHei" panose="02010609060101010101" pitchFamily="49" charset="-122"/>
                <a:cs typeface="Arial" panose="020B0604020202020204" pitchFamily="34" charset="0"/>
              </a:rPr>
              <a:t>产生</a:t>
            </a:r>
            <a:r>
              <a:rPr lang="zh-CN" altLang="en-US" sz="2200" b="0" dirty="0">
                <a:solidFill>
                  <a:schemeClr val="tx1"/>
                </a:solidFill>
                <a:latin typeface="Arial" panose="020B0604020202020204" pitchFamily="34" charset="0"/>
                <a:ea typeface="SimHei" panose="02010609060101010101" pitchFamily="49" charset="-122"/>
                <a:cs typeface="Arial" panose="020B0604020202020204" pitchFamily="34" charset="0"/>
              </a:rPr>
              <a:t>，</a:t>
            </a:r>
            <a:r>
              <a:rPr lang="en-US" altLang="zh-CN" sz="2200" b="0" dirty="0">
                <a:solidFill>
                  <a:schemeClr val="tx1"/>
                </a:solidFill>
                <a:latin typeface="Arial" panose="020B0604020202020204" pitchFamily="34" charset="0"/>
                <a:ea typeface="SimHei" panose="02010609060101010101" pitchFamily="49" charset="-122"/>
                <a:cs typeface="Arial" panose="020B0604020202020204" pitchFamily="34" charset="0"/>
              </a:rPr>
              <a:t>3</a:t>
            </a:r>
            <a:r>
              <a:rPr lang="zh-CN" altLang="en-US" sz="2200" b="0" dirty="0">
                <a:solidFill>
                  <a:schemeClr val="tx1"/>
                </a:solidFill>
                <a:latin typeface="Arial" panose="020B0604020202020204" pitchFamily="34" charset="0"/>
                <a:ea typeface="SimHei" panose="02010609060101010101" pitchFamily="49" charset="-122"/>
                <a:cs typeface="Arial" panose="020B0604020202020204" pitchFamily="34" charset="0"/>
              </a:rPr>
              <a:t>级门延时</a:t>
            </a:r>
            <a:r>
              <a:rPr lang="en-US" altLang="zh-CN" sz="2200" b="0" dirty="0">
                <a:solidFill>
                  <a:srgbClr val="0432FF"/>
                </a:solidFill>
                <a:latin typeface="Arial" panose="020B0604020202020204" pitchFamily="34" charset="0"/>
                <a:ea typeface="SimHei" panose="02010609060101010101" pitchFamily="49" charset="-122"/>
                <a:cs typeface="Arial" panose="020B0604020202020204" pitchFamily="34" charset="0"/>
              </a:rPr>
              <a:t> from A/B, 2 from C0)</a:t>
            </a:r>
            <a:endParaRPr kumimoji="0" lang="en-US" altLang="zh-CN" sz="2200" b="0" i="0" u="none" strike="noStrike" kern="1200" cap="none" spc="0" normalizeH="0" baseline="0" noProof="0" dirty="0">
              <a:ln>
                <a:noFill/>
              </a:ln>
              <a:solidFill>
                <a:srgbClr val="0432FF"/>
              </a:solidFill>
              <a:effectLst/>
              <a:uLnTx/>
              <a:uFillTx/>
              <a:latin typeface="Arial" panose="020B0604020202020204" pitchFamily="34" charset="0"/>
              <a:ea typeface="SimHei" panose="02010609060101010101" pitchFamily="49" charset="-122"/>
              <a:cs typeface="Arial" panose="020B0604020202020204" pitchFamily="34" charset="0"/>
            </a:endParaRPr>
          </a:p>
          <a:p>
            <a:pPr marL="342900" indent="-342900" algn="l" eaLnBrk="1" hangingPunct="1">
              <a:spcBef>
                <a:spcPct val="50000"/>
              </a:spcBef>
              <a:buFont typeface="Arial" panose="020B0604020202020204" pitchFamily="34" charset="0"/>
              <a:buChar char="•"/>
              <a:defRPr/>
            </a:pPr>
            <a:r>
              <a:rPr lang="en-US" altLang="zh-CN" sz="2200" b="0" dirty="0">
                <a:solidFill>
                  <a:schemeClr val="tx1"/>
                </a:solidFill>
                <a:latin typeface="Arial" panose="020B0604020202020204" pitchFamily="34" charset="0"/>
                <a:ea typeface="SimHei" panose="02010609060101010101" pitchFamily="49" charset="-122"/>
                <a:cs typeface="Arial" panose="020B0604020202020204" pitchFamily="34" charset="0"/>
              </a:rPr>
              <a:t>S</a:t>
            </a:r>
            <a:r>
              <a:rPr lang="en-US" altLang="zh-CN" sz="2200" b="0" baseline="-25000" dirty="0">
                <a:solidFill>
                  <a:schemeClr val="tx1"/>
                </a:solidFill>
                <a:latin typeface="Arial" panose="020B0604020202020204" pitchFamily="34" charset="0"/>
                <a:ea typeface="SimHei" panose="02010609060101010101" pitchFamily="49" charset="-122"/>
                <a:cs typeface="Arial" panose="020B0604020202020204" pitchFamily="34" charset="0"/>
              </a:rPr>
              <a:t>0</a:t>
            </a:r>
            <a:r>
              <a:rPr lang="zh-CN" altLang="en-US" sz="2200" b="0" dirty="0">
                <a:solidFill>
                  <a:schemeClr val="tx1"/>
                </a:solidFill>
                <a:latin typeface="Arial" panose="020B0604020202020204" pitchFamily="34" charset="0"/>
                <a:ea typeface="SimHei" panose="02010609060101010101" pitchFamily="49" charset="-122"/>
                <a:cs typeface="Arial" panose="020B0604020202020204" pitchFamily="34" charset="0"/>
              </a:rPr>
              <a:t>，</a:t>
            </a:r>
            <a:r>
              <a:rPr lang="en-US" altLang="zh-CN" sz="2200" b="0" dirty="0">
                <a:solidFill>
                  <a:schemeClr val="tx1"/>
                </a:solidFill>
                <a:latin typeface="Arial" panose="020B0604020202020204" pitchFamily="34" charset="0"/>
                <a:ea typeface="SimHei" panose="02010609060101010101" pitchFamily="49" charset="-122"/>
                <a:cs typeface="Arial" panose="020B0604020202020204" pitchFamily="34" charset="0"/>
              </a:rPr>
              <a:t>2</a:t>
            </a:r>
            <a:r>
              <a:rPr lang="zh-CN" altLang="en-US" sz="2200" b="0" dirty="0">
                <a:solidFill>
                  <a:schemeClr val="tx1"/>
                </a:solidFill>
                <a:latin typeface="Arial" panose="020B0604020202020204" pitchFamily="34" charset="0"/>
                <a:ea typeface="SimHei" panose="02010609060101010101" pitchFamily="49" charset="-122"/>
                <a:cs typeface="Arial" panose="020B0604020202020204" pitchFamily="34" charset="0"/>
              </a:rPr>
              <a:t>级门延时</a:t>
            </a:r>
            <a:r>
              <a:rPr lang="en-US" altLang="zh-CN" sz="2200" b="0" dirty="0">
                <a:solidFill>
                  <a:schemeClr val="tx1"/>
                </a:solidFill>
                <a:latin typeface="Arial" panose="020B0604020202020204" pitchFamily="34" charset="0"/>
                <a:ea typeface="SimHei" panose="02010609060101010101" pitchFamily="49" charset="-122"/>
                <a:cs typeface="Arial" panose="020B0604020202020204" pitchFamily="34" charset="0"/>
              </a:rPr>
              <a:t> </a:t>
            </a:r>
            <a:r>
              <a:rPr lang="en-US" altLang="zh-CN" sz="2200" b="0" dirty="0">
                <a:solidFill>
                  <a:srgbClr val="0432FF"/>
                </a:solidFill>
                <a:latin typeface="Arial" panose="020B0604020202020204" pitchFamily="34" charset="0"/>
                <a:ea typeface="SimHei" panose="02010609060101010101" pitchFamily="49" charset="-122"/>
                <a:cs typeface="Arial" panose="020B0604020202020204" pitchFamily="34" charset="0"/>
              </a:rPr>
              <a:t>from A/B, 1 from C0</a:t>
            </a:r>
            <a:r>
              <a:rPr lang="zh-CN" altLang="en-US" sz="2200" b="0" dirty="0">
                <a:solidFill>
                  <a:schemeClr val="tx1"/>
                </a:solidFill>
                <a:latin typeface="Arial" panose="020B0604020202020204" pitchFamily="34" charset="0"/>
                <a:ea typeface="SimHei" panose="02010609060101010101" pitchFamily="49" charset="-122"/>
                <a:cs typeface="Arial" panose="020B0604020202020204" pitchFamily="34" charset="0"/>
              </a:rPr>
              <a:t>；</a:t>
            </a:r>
            <a:r>
              <a:rPr lang="en-US" altLang="zh-CN" sz="2200" b="0" dirty="0">
                <a:solidFill>
                  <a:schemeClr val="tx1"/>
                </a:solidFill>
                <a:latin typeface="Arial" panose="020B0604020202020204" pitchFamily="34" charset="0"/>
                <a:ea typeface="SimHei" panose="02010609060101010101" pitchFamily="49" charset="-122"/>
                <a:cs typeface="Arial" panose="020B0604020202020204" pitchFamily="34" charset="0"/>
              </a:rPr>
              <a:t>S</a:t>
            </a:r>
            <a:r>
              <a:rPr lang="en-US" altLang="zh-CN" sz="2200" b="0" baseline="-25000" dirty="0">
                <a:solidFill>
                  <a:schemeClr val="tx1"/>
                </a:solidFill>
                <a:latin typeface="Arial" panose="020B0604020202020204" pitchFamily="34" charset="0"/>
                <a:ea typeface="SimHei" panose="02010609060101010101" pitchFamily="49" charset="-122"/>
                <a:cs typeface="Arial" panose="020B0604020202020204" pitchFamily="34" charset="0"/>
              </a:rPr>
              <a:t>1</a:t>
            </a:r>
            <a:r>
              <a:rPr lang="en-US" altLang="zh-CN" sz="2200" b="0" dirty="0">
                <a:solidFill>
                  <a:schemeClr val="tx1"/>
                </a:solidFill>
                <a:latin typeface="Arial" panose="020B0604020202020204" pitchFamily="34" charset="0"/>
                <a:ea typeface="SimHei" panose="02010609060101010101" pitchFamily="49" charset="-122"/>
                <a:cs typeface="Arial" panose="020B0604020202020204" pitchFamily="34" charset="0"/>
              </a:rPr>
              <a:t>/S</a:t>
            </a:r>
            <a:r>
              <a:rPr lang="en-US" altLang="zh-CN" sz="2200" b="0" baseline="-25000" dirty="0">
                <a:solidFill>
                  <a:schemeClr val="tx1"/>
                </a:solidFill>
                <a:latin typeface="Arial" panose="020B0604020202020204" pitchFamily="34" charset="0"/>
                <a:ea typeface="SimHei" panose="02010609060101010101" pitchFamily="49" charset="-122"/>
                <a:cs typeface="Arial" panose="020B0604020202020204" pitchFamily="34" charset="0"/>
              </a:rPr>
              <a:t>2</a:t>
            </a:r>
            <a:r>
              <a:rPr lang="en-US" altLang="zh-CN" sz="2200" b="0" dirty="0">
                <a:solidFill>
                  <a:schemeClr val="tx1"/>
                </a:solidFill>
                <a:latin typeface="Arial" panose="020B0604020202020204" pitchFamily="34" charset="0"/>
                <a:ea typeface="SimHei" panose="02010609060101010101" pitchFamily="49" charset="-122"/>
                <a:cs typeface="Arial" panose="020B0604020202020204" pitchFamily="34" charset="0"/>
              </a:rPr>
              <a:t>/S</a:t>
            </a:r>
            <a:r>
              <a:rPr lang="en-US" altLang="zh-CN" sz="2200" b="0" baseline="-25000" dirty="0">
                <a:solidFill>
                  <a:schemeClr val="tx1"/>
                </a:solidFill>
                <a:latin typeface="Arial" panose="020B0604020202020204" pitchFamily="34" charset="0"/>
                <a:ea typeface="SimHei" panose="02010609060101010101" pitchFamily="49" charset="-122"/>
                <a:cs typeface="Arial" panose="020B0604020202020204" pitchFamily="34" charset="0"/>
              </a:rPr>
              <a:t>3</a:t>
            </a:r>
            <a:r>
              <a:rPr lang="zh-CN" altLang="en-US" sz="2200" b="0" dirty="0">
                <a:solidFill>
                  <a:schemeClr val="tx1"/>
                </a:solidFill>
                <a:latin typeface="Arial" panose="020B0604020202020204" pitchFamily="34" charset="0"/>
                <a:ea typeface="SimHei" panose="02010609060101010101" pitchFamily="49" charset="-122"/>
                <a:cs typeface="Arial" panose="020B0604020202020204" pitchFamily="34" charset="0"/>
              </a:rPr>
              <a:t>，</a:t>
            </a:r>
            <a:r>
              <a:rPr lang="en-US" altLang="zh-CN" sz="2200" b="0" dirty="0">
                <a:solidFill>
                  <a:schemeClr val="tx1"/>
                </a:solidFill>
                <a:latin typeface="Arial" panose="020B0604020202020204" pitchFamily="34" charset="0"/>
                <a:ea typeface="SimHei" panose="02010609060101010101" pitchFamily="49" charset="-122"/>
                <a:cs typeface="Arial" panose="020B0604020202020204" pitchFamily="34" charset="0"/>
              </a:rPr>
              <a:t>4</a:t>
            </a:r>
            <a:r>
              <a:rPr lang="zh-CN" altLang="en-US" sz="2200" b="0" dirty="0">
                <a:solidFill>
                  <a:schemeClr val="tx1"/>
                </a:solidFill>
                <a:latin typeface="Arial" panose="020B0604020202020204" pitchFamily="34" charset="0"/>
                <a:ea typeface="SimHei" panose="02010609060101010101" pitchFamily="49" charset="-122"/>
                <a:cs typeface="Arial" panose="020B0604020202020204" pitchFamily="34" charset="0"/>
              </a:rPr>
              <a:t>级门延时</a:t>
            </a:r>
            <a:r>
              <a:rPr lang="en-US" altLang="zh-CN" sz="2200" b="0" dirty="0">
                <a:solidFill>
                  <a:srgbClr val="3333FF"/>
                </a:solidFill>
                <a:latin typeface="Arial" panose="020B0604020202020204" pitchFamily="34" charset="0"/>
                <a:ea typeface="SimHei" panose="02010609060101010101" pitchFamily="49" charset="-122"/>
                <a:cs typeface="Arial" panose="020B0604020202020204" pitchFamily="34" charset="0"/>
              </a:rPr>
              <a:t> </a:t>
            </a:r>
            <a:r>
              <a:rPr lang="en-US" altLang="zh-CN" sz="2200" b="0" dirty="0">
                <a:solidFill>
                  <a:srgbClr val="0432FF"/>
                </a:solidFill>
                <a:latin typeface="Arial" panose="020B0604020202020204" pitchFamily="34" charset="0"/>
                <a:ea typeface="SimHei" panose="02010609060101010101" pitchFamily="49" charset="-122"/>
                <a:cs typeface="Arial" panose="020B0604020202020204" pitchFamily="34" charset="0"/>
              </a:rPr>
              <a:t>from</a:t>
            </a:r>
            <a:r>
              <a:rPr lang="zh-CN" altLang="en-US" sz="2200" b="0" dirty="0">
                <a:solidFill>
                  <a:srgbClr val="0432FF"/>
                </a:solidFill>
                <a:latin typeface="Arial" panose="020B0604020202020204" pitchFamily="34" charset="0"/>
                <a:ea typeface="SimHei" panose="02010609060101010101" pitchFamily="49" charset="-122"/>
                <a:cs typeface="Arial" panose="020B0604020202020204" pitchFamily="34" charset="0"/>
              </a:rPr>
              <a:t> </a:t>
            </a:r>
            <a:r>
              <a:rPr lang="en-US" altLang="zh-CN" sz="2200" b="0" dirty="0">
                <a:solidFill>
                  <a:srgbClr val="0432FF"/>
                </a:solidFill>
                <a:latin typeface="Arial" panose="020B0604020202020204" pitchFamily="34" charset="0"/>
                <a:ea typeface="SimHei" panose="02010609060101010101" pitchFamily="49" charset="-122"/>
                <a:cs typeface="Arial" panose="020B0604020202020204" pitchFamily="34" charset="0"/>
              </a:rPr>
              <a:t>A/B, 3 from C0</a:t>
            </a:r>
          </a:p>
        </p:txBody>
      </p:sp>
      <p:graphicFrame>
        <p:nvGraphicFramePr>
          <p:cNvPr id="146" name="Object 4">
            <a:extLst>
              <a:ext uri="{FF2B5EF4-FFF2-40B4-BE49-F238E27FC236}">
                <a16:creationId xmlns:a16="http://schemas.microsoft.com/office/drawing/2014/main" id="{A863809B-DE08-B141-8DB1-17E4518CB4FE}"/>
              </a:ext>
            </a:extLst>
          </p:cNvPr>
          <p:cNvGraphicFramePr>
            <a:graphicFrameLocks noChangeAspect="1"/>
          </p:cNvGraphicFramePr>
          <p:nvPr>
            <p:extLst>
              <p:ext uri="{D42A27DB-BD31-4B8C-83A1-F6EECF244321}">
                <p14:modId xmlns:p14="http://schemas.microsoft.com/office/powerpoint/2010/main" val="2102490592"/>
              </p:ext>
            </p:extLst>
          </p:nvPr>
        </p:nvGraphicFramePr>
        <p:xfrm>
          <a:off x="7128284" y="6057292"/>
          <a:ext cx="1404351" cy="435247"/>
        </p:xfrm>
        <a:graphic>
          <a:graphicData uri="http://schemas.openxmlformats.org/presentationml/2006/ole">
            <mc:AlternateContent xmlns:mc="http://schemas.openxmlformats.org/markup-compatibility/2006">
              <mc:Choice xmlns:v="urn:schemas-microsoft-com:vml" Requires="v">
                <p:oleObj name="公式" r:id="rId14" imgW="736560" imgH="228600" progId="Equation.3">
                  <p:embed/>
                </p:oleObj>
              </mc:Choice>
              <mc:Fallback>
                <p:oleObj name="公式" r:id="rId14" imgW="736560" imgH="228600" progId="Equation.3">
                  <p:embed/>
                  <p:pic>
                    <p:nvPicPr>
                      <p:cNvPr id="143" name="Object 4">
                        <a:extLst>
                          <a:ext uri="{FF2B5EF4-FFF2-40B4-BE49-F238E27FC236}">
                            <a16:creationId xmlns:a16="http://schemas.microsoft.com/office/drawing/2014/main" id="{A863809B-DE08-B141-8DB1-17E4518CB4F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128284" y="6057292"/>
                        <a:ext cx="1404351" cy="435247"/>
                      </a:xfrm>
                      <a:prstGeom prst="rect">
                        <a:avLst/>
                      </a:prstGeom>
                      <a:solidFill>
                        <a:schemeClr val="accent2">
                          <a:lumMod val="20000"/>
                          <a:lumOff val="80000"/>
                        </a:schemeClr>
                      </a:solidFill>
                      <a:ln>
                        <a:noFill/>
                      </a:ln>
                      <a:effectLst/>
                    </p:spPr>
                  </p:pic>
                </p:oleObj>
              </mc:Fallback>
            </mc:AlternateContent>
          </a:graphicData>
        </a:graphic>
      </p:graphicFrame>
      <p:sp>
        <p:nvSpPr>
          <p:cNvPr id="8" name="文本框 7">
            <a:extLst>
              <a:ext uri="{FF2B5EF4-FFF2-40B4-BE49-F238E27FC236}">
                <a16:creationId xmlns:a16="http://schemas.microsoft.com/office/drawing/2014/main" id="{4C10C1C3-4ABD-7FE8-1C03-D7C5D06CDC34}"/>
              </a:ext>
            </a:extLst>
          </p:cNvPr>
          <p:cNvSpPr txBox="1"/>
          <p:nvPr/>
        </p:nvSpPr>
        <p:spPr>
          <a:xfrm>
            <a:off x="4112439" y="3559467"/>
            <a:ext cx="4062009" cy="369332"/>
          </a:xfrm>
          <a:prstGeom prst="rect">
            <a:avLst/>
          </a:prstGeom>
          <a:noFill/>
        </p:spPr>
        <p:txBody>
          <a:bodyPr wrap="none" rtlCol="0">
            <a:spAutoFit/>
          </a:bodyPr>
          <a:lstStyle/>
          <a:p>
            <a:r>
              <a:rPr kumimoji="1" lang="en-US" altLang="zh-CN" dirty="0">
                <a:solidFill>
                  <a:srgbClr val="FF0000"/>
                </a:solidFill>
              </a:rPr>
              <a:t>You</a:t>
            </a:r>
            <a:r>
              <a:rPr kumimoji="1" lang="zh-CN" altLang="en-US" dirty="0">
                <a:solidFill>
                  <a:srgbClr val="FF0000"/>
                </a:solidFill>
              </a:rPr>
              <a:t> </a:t>
            </a:r>
            <a:r>
              <a:rPr kumimoji="1" lang="en-US" altLang="zh-CN" dirty="0">
                <a:solidFill>
                  <a:srgbClr val="FF0000"/>
                </a:solidFill>
              </a:rPr>
              <a:t>can</a:t>
            </a:r>
            <a:r>
              <a:rPr kumimoji="1" lang="zh-CN" altLang="en-US" dirty="0">
                <a:solidFill>
                  <a:srgbClr val="FF0000"/>
                </a:solidFill>
              </a:rPr>
              <a:t> </a:t>
            </a:r>
            <a:r>
              <a:rPr kumimoji="1" lang="en-US" altLang="zh-CN" dirty="0">
                <a:solidFill>
                  <a:srgbClr val="FF0000"/>
                </a:solidFill>
              </a:rPr>
              <a:t>calculate</a:t>
            </a:r>
            <a:r>
              <a:rPr kumimoji="1" lang="zh-CN" altLang="en-US" dirty="0">
                <a:solidFill>
                  <a:srgbClr val="FF0000"/>
                </a:solidFill>
              </a:rPr>
              <a:t> </a:t>
            </a:r>
            <a:r>
              <a:rPr kumimoji="1" lang="en-US" altLang="zh-CN" dirty="0">
                <a:solidFill>
                  <a:srgbClr val="FF0000"/>
                </a:solidFill>
              </a:rPr>
              <a:t>C1-C4</a:t>
            </a:r>
            <a:r>
              <a:rPr kumimoji="1" lang="zh-CN" altLang="en-US" dirty="0">
                <a:solidFill>
                  <a:srgbClr val="FF0000"/>
                </a:solidFill>
              </a:rPr>
              <a:t> </a:t>
            </a:r>
            <a:r>
              <a:rPr kumimoji="1" lang="en-US" altLang="zh-CN" dirty="0">
                <a:solidFill>
                  <a:srgbClr val="FF0000"/>
                </a:solidFill>
              </a:rPr>
              <a:t>directly</a:t>
            </a:r>
            <a:r>
              <a:rPr kumimoji="1" lang="zh-CN" altLang="en-US" dirty="0">
                <a:solidFill>
                  <a:srgbClr val="FF0000"/>
                </a:solidFill>
              </a:rPr>
              <a:t> </a:t>
            </a:r>
            <a:r>
              <a:rPr kumimoji="1" lang="en-US" altLang="zh-CN" dirty="0">
                <a:solidFill>
                  <a:srgbClr val="FF0000"/>
                </a:solidFill>
              </a:rPr>
              <a:t>now!</a:t>
            </a:r>
            <a:endParaRPr kumimoji="1" lang="zh-CN" altLang="en-US" dirty="0">
              <a:solidFill>
                <a:srgbClr val="FF0000"/>
              </a:solidFill>
            </a:endParaRPr>
          </a:p>
        </p:txBody>
      </p:sp>
      <p:sp>
        <p:nvSpPr>
          <p:cNvPr id="9" name="文本框 8">
            <a:extLst>
              <a:ext uri="{FF2B5EF4-FFF2-40B4-BE49-F238E27FC236}">
                <a16:creationId xmlns:a16="http://schemas.microsoft.com/office/drawing/2014/main" id="{C7CDE74E-0563-E228-C1C4-35C418DD76FD}"/>
              </a:ext>
            </a:extLst>
          </p:cNvPr>
          <p:cNvSpPr txBox="1"/>
          <p:nvPr/>
        </p:nvSpPr>
        <p:spPr>
          <a:xfrm>
            <a:off x="4175956" y="1390185"/>
            <a:ext cx="1460656" cy="369332"/>
          </a:xfrm>
          <a:prstGeom prst="rect">
            <a:avLst/>
          </a:prstGeom>
          <a:noFill/>
        </p:spPr>
        <p:txBody>
          <a:bodyPr wrap="none" rtlCol="0">
            <a:spAutoFit/>
          </a:bodyPr>
          <a:lstStyle/>
          <a:p>
            <a:r>
              <a:rPr kumimoji="1" lang="en-US" altLang="zh-CN" dirty="0">
                <a:solidFill>
                  <a:srgbClr val="FF0000"/>
                </a:solidFill>
              </a:rPr>
              <a:t>C</a:t>
            </a:r>
            <a:r>
              <a:rPr kumimoji="1" lang="en-US" altLang="zh-CN" baseline="-25000" dirty="0">
                <a:solidFill>
                  <a:srgbClr val="FF0000"/>
                </a:solidFill>
              </a:rPr>
              <a:t>2</a:t>
            </a:r>
            <a:r>
              <a:rPr kumimoji="1" lang="en-US" altLang="zh-CN" dirty="0">
                <a:solidFill>
                  <a:srgbClr val="FF0000"/>
                </a:solidFill>
              </a:rPr>
              <a:t>=G</a:t>
            </a:r>
            <a:r>
              <a:rPr kumimoji="1" lang="en-US" altLang="zh-CN" baseline="-25000" dirty="0">
                <a:solidFill>
                  <a:srgbClr val="FF0000"/>
                </a:solidFill>
              </a:rPr>
              <a:t>1</a:t>
            </a:r>
            <a:r>
              <a:rPr kumimoji="1" lang="en-US" altLang="zh-CN" dirty="0">
                <a:solidFill>
                  <a:srgbClr val="FF0000"/>
                </a:solidFill>
              </a:rPr>
              <a:t>+P</a:t>
            </a:r>
            <a:r>
              <a:rPr kumimoji="1" lang="en-US" altLang="zh-CN" baseline="-25000" dirty="0">
                <a:solidFill>
                  <a:srgbClr val="FF0000"/>
                </a:solidFill>
              </a:rPr>
              <a:t>1</a:t>
            </a:r>
            <a:r>
              <a:rPr kumimoji="1" lang="en-US" altLang="zh-CN" dirty="0">
                <a:solidFill>
                  <a:srgbClr val="FF0000"/>
                </a:solidFill>
              </a:rPr>
              <a:t>C</a:t>
            </a:r>
            <a:r>
              <a:rPr kumimoji="1" lang="en-US" altLang="zh-CN" baseline="-25000" dirty="0">
                <a:solidFill>
                  <a:srgbClr val="FF0000"/>
                </a:solidFill>
              </a:rPr>
              <a:t>1</a:t>
            </a:r>
            <a:endParaRPr kumimoji="1" lang="zh-CN" altLang="en-US" baseline="-25000" dirty="0">
              <a:solidFill>
                <a:srgbClr val="FF0000"/>
              </a:solidFill>
            </a:endParaRPr>
          </a:p>
        </p:txBody>
      </p:sp>
      <p:cxnSp>
        <p:nvCxnSpPr>
          <p:cNvPr id="13" name="直线箭头连接符 12">
            <a:extLst>
              <a:ext uri="{FF2B5EF4-FFF2-40B4-BE49-F238E27FC236}">
                <a16:creationId xmlns:a16="http://schemas.microsoft.com/office/drawing/2014/main" id="{A16D2E2B-C22E-306D-EADE-1365F231F61D}"/>
              </a:ext>
            </a:extLst>
          </p:cNvPr>
          <p:cNvCxnSpPr>
            <a:cxnSpLocks/>
          </p:cNvCxnSpPr>
          <p:nvPr/>
        </p:nvCxnSpPr>
        <p:spPr bwMode="auto">
          <a:xfrm flipV="1">
            <a:off x="3630616" y="1691227"/>
            <a:ext cx="453735" cy="281493"/>
          </a:xfrm>
          <a:prstGeom prst="straightConnector1">
            <a:avLst/>
          </a:prstGeom>
          <a:solidFill>
            <a:schemeClr val="accent1"/>
          </a:solidFill>
          <a:ln w="28575" cap="rnd" cmpd="sng" algn="ctr">
            <a:solidFill>
              <a:srgbClr val="FF0000"/>
            </a:solidFill>
            <a:prstDash val="solid"/>
            <a:round/>
            <a:headEnd type="none" w="med" len="med"/>
            <a:tailEnd type="triangle"/>
          </a:ln>
          <a:effectLst/>
        </p:spPr>
      </p:cxnSp>
      <p:cxnSp>
        <p:nvCxnSpPr>
          <p:cNvPr id="7" name="直线箭头连接符 6">
            <a:extLst>
              <a:ext uri="{FF2B5EF4-FFF2-40B4-BE49-F238E27FC236}">
                <a16:creationId xmlns:a16="http://schemas.microsoft.com/office/drawing/2014/main" id="{6DBB927D-A867-74DF-F1E0-EBA9628A2846}"/>
              </a:ext>
            </a:extLst>
          </p:cNvPr>
          <p:cNvCxnSpPr>
            <a:cxnSpLocks/>
          </p:cNvCxnSpPr>
          <p:nvPr/>
        </p:nvCxnSpPr>
        <p:spPr bwMode="auto">
          <a:xfrm flipV="1">
            <a:off x="3630616" y="1972720"/>
            <a:ext cx="0" cy="256790"/>
          </a:xfrm>
          <a:prstGeom prst="straightConnector1">
            <a:avLst/>
          </a:prstGeom>
          <a:solidFill>
            <a:schemeClr val="accent1"/>
          </a:solidFill>
          <a:ln w="28575" cap="rnd" cmpd="sng" algn="ctr">
            <a:solidFill>
              <a:srgbClr val="FF0000"/>
            </a:solidFill>
            <a:prstDash val="solid"/>
            <a:round/>
            <a:headEnd type="none" w="med" len="med"/>
            <a:tailEnd type="none"/>
          </a:ln>
          <a:effectLst/>
        </p:spPr>
      </p:cxnSp>
      <p:cxnSp>
        <p:nvCxnSpPr>
          <p:cNvPr id="35" name="直线箭头连接符 34">
            <a:extLst>
              <a:ext uri="{FF2B5EF4-FFF2-40B4-BE49-F238E27FC236}">
                <a16:creationId xmlns:a16="http://schemas.microsoft.com/office/drawing/2014/main" id="{096DF82D-7E11-4D75-AC0F-C41CF921DA75}"/>
              </a:ext>
            </a:extLst>
          </p:cNvPr>
          <p:cNvCxnSpPr>
            <a:cxnSpLocks/>
          </p:cNvCxnSpPr>
          <p:nvPr/>
        </p:nvCxnSpPr>
        <p:spPr bwMode="auto">
          <a:xfrm flipH="1" flipV="1">
            <a:off x="3630616" y="2229510"/>
            <a:ext cx="152400" cy="152400"/>
          </a:xfrm>
          <a:prstGeom prst="straightConnector1">
            <a:avLst/>
          </a:prstGeom>
          <a:solidFill>
            <a:schemeClr val="accent1"/>
          </a:solidFill>
          <a:ln w="28575" cap="rnd" cmpd="sng" algn="ctr">
            <a:solidFill>
              <a:srgbClr val="FF0000"/>
            </a:solidFill>
            <a:prstDash val="solid"/>
            <a:round/>
            <a:headEnd type="none" w="med" len="med"/>
            <a:tailEnd type="none"/>
          </a:ln>
          <a:effectLst/>
        </p:spPr>
      </p:cxnSp>
      <p:cxnSp>
        <p:nvCxnSpPr>
          <p:cNvPr id="39937" name="直线箭头连接符 39936">
            <a:extLst>
              <a:ext uri="{FF2B5EF4-FFF2-40B4-BE49-F238E27FC236}">
                <a16:creationId xmlns:a16="http://schemas.microsoft.com/office/drawing/2014/main" id="{8D2ADAD8-1918-00BE-4334-D7511267C389}"/>
              </a:ext>
            </a:extLst>
          </p:cNvPr>
          <p:cNvCxnSpPr>
            <a:cxnSpLocks/>
          </p:cNvCxnSpPr>
          <p:nvPr/>
        </p:nvCxnSpPr>
        <p:spPr bwMode="auto">
          <a:xfrm flipV="1">
            <a:off x="3491922" y="2248953"/>
            <a:ext cx="138694" cy="132957"/>
          </a:xfrm>
          <a:prstGeom prst="straightConnector1">
            <a:avLst/>
          </a:prstGeom>
          <a:solidFill>
            <a:schemeClr val="accent1"/>
          </a:solidFill>
          <a:ln w="28575" cap="rnd" cmpd="sng" algn="ctr">
            <a:solidFill>
              <a:srgbClr val="FF0000"/>
            </a:solidFill>
            <a:prstDash val="solid"/>
            <a:round/>
            <a:headEnd type="none" w="med" len="med"/>
            <a:tailEnd type="none"/>
          </a:ln>
          <a:effectLst/>
        </p:spPr>
      </p:cxnSp>
    </p:spTree>
    <p:extLst>
      <p:ext uri="{BB962C8B-B14F-4D97-AF65-F5344CB8AC3E}">
        <p14:creationId xmlns:p14="http://schemas.microsoft.com/office/powerpoint/2010/main" val="301880748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0537B1B-8869-FD40-883E-6CA038ACED5A}"/>
              </a:ext>
            </a:extLst>
          </p:cNvPr>
          <p:cNvSpPr>
            <a:spLocks noGrp="1"/>
          </p:cNvSpPr>
          <p:nvPr>
            <p:ph type="title"/>
          </p:nvPr>
        </p:nvSpPr>
        <p:spPr/>
        <p:txBody>
          <a:bodyPr/>
          <a:lstStyle/>
          <a:p>
            <a:r>
              <a:rPr lang="zh-CN" altLang="en-US" b="1" dirty="0"/>
              <a:t>对更多比特数进行超前进位</a:t>
            </a:r>
            <a:r>
              <a:rPr lang="en-CN" b="1" dirty="0"/>
              <a:t>?</a:t>
            </a:r>
          </a:p>
        </p:txBody>
      </p:sp>
      <p:sp>
        <p:nvSpPr>
          <p:cNvPr id="111619" name="内容占位符 2"/>
          <p:cNvSpPr>
            <a:spLocks noGrp="1"/>
          </p:cNvSpPr>
          <p:nvPr>
            <p:ph idx="1"/>
          </p:nvPr>
        </p:nvSpPr>
        <p:spPr/>
        <p:txBody>
          <a:bodyPr/>
          <a:lstStyle/>
          <a:p>
            <a:pPr>
              <a:buFont typeface="Arial" panose="020B0604020202020204" pitchFamily="34" charset="0"/>
              <a:buChar char="•"/>
            </a:pPr>
            <a:r>
              <a:rPr lang="en" altLang="zh-CN" sz="2800" dirty="0">
                <a:solidFill>
                  <a:srgbClr val="3333FF"/>
                </a:solidFill>
                <a:latin typeface="Arial" panose="020B0604020202020204" pitchFamily="34" charset="0"/>
                <a:cs typeface="Arial" panose="020B0604020202020204" pitchFamily="34" charset="0"/>
              </a:rPr>
              <a:t>P&amp;G </a:t>
            </a:r>
            <a:r>
              <a:rPr lang="zh-CN" altLang="en-US" sz="2800" dirty="0">
                <a:solidFill>
                  <a:srgbClr val="3333FF"/>
                </a:solidFill>
                <a:latin typeface="Arial" panose="020B0604020202020204" pitchFamily="34" charset="0"/>
                <a:cs typeface="Arial" panose="020B0604020202020204" pitchFamily="34" charset="0"/>
              </a:rPr>
              <a:t>变得更加复杂</a:t>
            </a:r>
            <a:r>
              <a:rPr lang="en" altLang="zh-CN" sz="2800" dirty="0">
                <a:solidFill>
                  <a:srgbClr val="3333FF"/>
                </a:solidFill>
                <a:latin typeface="Arial" panose="020B0604020202020204" pitchFamily="34" charset="0"/>
                <a:cs typeface="Arial" panose="020B0604020202020204" pitchFamily="34" charset="0"/>
              </a:rPr>
              <a:t>!</a:t>
            </a:r>
          </a:p>
          <a:p>
            <a:pPr>
              <a:buFont typeface="Arial" panose="020B0604020202020204" pitchFamily="34" charset="0"/>
              <a:buChar char="•"/>
            </a:pPr>
            <a:r>
              <a:rPr lang="en" altLang="zh-CN" sz="2800" dirty="0">
                <a:latin typeface="Arial" panose="020B0604020202020204" pitchFamily="34" charset="0"/>
                <a:cs typeface="Arial" panose="020B0604020202020204" pitchFamily="34" charset="0"/>
              </a:rPr>
              <a:t>CLA </a:t>
            </a:r>
            <a:r>
              <a:rPr lang="zh-CN" altLang="en-US" sz="2800" dirty="0">
                <a:latin typeface="Arial" panose="020B0604020202020204" pitchFamily="34" charset="0"/>
                <a:cs typeface="Arial" panose="020B0604020202020204" pitchFamily="34" charset="0"/>
              </a:rPr>
              <a:t>的比特数通常小于等于</a:t>
            </a:r>
            <a:r>
              <a:rPr lang="en" altLang="zh-CN" sz="2800" dirty="0">
                <a:latin typeface="Arial" panose="020B0604020202020204" pitchFamily="34" charset="0"/>
                <a:cs typeface="Arial" panose="020B0604020202020204" pitchFamily="34" charset="0"/>
              </a:rPr>
              <a:t>4</a:t>
            </a:r>
            <a:r>
              <a:rPr lang="zh-CN" altLang="en-US" sz="2800" dirty="0">
                <a:latin typeface="Arial" panose="020B0604020202020204" pitchFamily="34" charset="0"/>
                <a:cs typeface="Arial" panose="020B0604020202020204" pitchFamily="34" charset="0"/>
              </a:rPr>
              <a:t>比特</a:t>
            </a:r>
            <a:r>
              <a:rPr lang="en" altLang="zh-CN" sz="2800" dirty="0">
                <a:latin typeface="Arial" panose="020B0604020202020204" pitchFamily="34" charset="0"/>
                <a:cs typeface="Arial" panose="020B0604020202020204" pitchFamily="34" charset="0"/>
              </a:rPr>
              <a:t> </a:t>
            </a:r>
          </a:p>
          <a:p>
            <a:pPr>
              <a:buFont typeface="Arial" panose="020B0604020202020204" pitchFamily="34" charset="0"/>
              <a:buChar char="•"/>
            </a:pPr>
            <a:endParaRPr lang="en-US" altLang="zh-CN" sz="2800" b="1" dirty="0">
              <a:latin typeface="Arial" panose="020B0604020202020204" pitchFamily="34" charset="0"/>
              <a:cs typeface="Arial" panose="020B0604020202020204" pitchFamily="34" charset="0"/>
            </a:endParaRPr>
          </a:p>
          <a:p>
            <a:pPr>
              <a:buFont typeface="Arial" panose="020B0604020202020204" pitchFamily="34" charset="0"/>
              <a:buChar char="•"/>
            </a:pPr>
            <a:endParaRPr lang="en-US" altLang="zh-CN" sz="2800" b="1" dirty="0">
              <a:latin typeface="Arial" panose="020B0604020202020204" pitchFamily="34" charset="0"/>
              <a:cs typeface="Arial" panose="020B0604020202020204" pitchFamily="34" charset="0"/>
            </a:endParaRPr>
          </a:p>
          <a:p>
            <a:pPr>
              <a:buFont typeface="Arial" panose="020B0604020202020204" pitchFamily="34" charset="0"/>
              <a:buChar char="•"/>
            </a:pPr>
            <a:r>
              <a:rPr lang="zh-CN" altLang="en-US" sz="2800" b="1" dirty="0">
                <a:latin typeface="Arial" panose="020B0604020202020204" pitchFamily="34" charset="0"/>
                <a:cs typeface="Arial" panose="020B0604020202020204" pitchFamily="34" charset="0"/>
              </a:rPr>
              <a:t>问题</a:t>
            </a:r>
            <a:r>
              <a:rPr lang="en-US" altLang="zh-CN" sz="2800" b="1" dirty="0">
                <a:latin typeface="Arial" panose="020B0604020202020204" pitchFamily="34" charset="0"/>
                <a:cs typeface="Arial" panose="020B0604020202020204" pitchFamily="34" charset="0"/>
              </a:rPr>
              <a:t>: </a:t>
            </a:r>
            <a:r>
              <a:rPr lang="zh-CN" altLang="en-US" sz="2800" b="1" dirty="0">
                <a:latin typeface="Arial" panose="020B0604020202020204" pitchFamily="34" charset="0"/>
                <a:cs typeface="Arial" panose="020B0604020202020204" pitchFamily="34" charset="0"/>
              </a:rPr>
              <a:t>如果需要</a:t>
            </a:r>
            <a:r>
              <a:rPr lang="en-US" altLang="zh-CN" sz="2800" b="1" dirty="0">
                <a:latin typeface="Arial" panose="020B0604020202020204" pitchFamily="34" charset="0"/>
                <a:cs typeface="Arial" panose="020B0604020202020204" pitchFamily="34" charset="0"/>
              </a:rPr>
              <a:t>64</a:t>
            </a:r>
            <a:r>
              <a:rPr lang="zh-CN" altLang="en-US" sz="2800" b="1" dirty="0">
                <a:latin typeface="Arial" panose="020B0604020202020204" pitchFamily="34" charset="0"/>
                <a:cs typeface="Arial" panose="020B0604020202020204" pitchFamily="34" charset="0"/>
              </a:rPr>
              <a:t>比特的加法器呢</a:t>
            </a:r>
            <a:r>
              <a:rPr lang="en-US" altLang="zh-CN" sz="2800" b="1" dirty="0">
                <a:latin typeface="Arial" panose="020B0604020202020204" pitchFamily="34" charset="0"/>
                <a:cs typeface="Arial" panose="020B0604020202020204" pitchFamily="34" charset="0"/>
              </a:rPr>
              <a:t>?</a:t>
            </a:r>
          </a:p>
        </p:txBody>
      </p:sp>
      <p:sp>
        <p:nvSpPr>
          <p:cNvPr id="2" name="Slide Number Placeholder 1">
            <a:extLst>
              <a:ext uri="{FF2B5EF4-FFF2-40B4-BE49-F238E27FC236}">
                <a16:creationId xmlns:a16="http://schemas.microsoft.com/office/drawing/2014/main" id="{C9A4A6F6-1FB1-9E4F-B01F-BECE4054BF77}"/>
              </a:ext>
            </a:extLst>
          </p:cNvPr>
          <p:cNvSpPr>
            <a:spLocks noGrp="1"/>
          </p:cNvSpPr>
          <p:nvPr>
            <p:ph type="sldNum" sz="quarter" idx="12"/>
          </p:nvPr>
        </p:nvSpPr>
        <p:spPr/>
        <p:txBody>
          <a:bodyPr/>
          <a:lstStyle/>
          <a:p>
            <a:pPr>
              <a:defRPr/>
            </a:pPr>
            <a:fld id="{A88D0608-5506-4AD0-BB9E-DF761E8BFA1F}" type="slidenum">
              <a:rPr lang="zh-CN" altLang="en-US" smtClean="0"/>
              <a:pPr>
                <a:defRPr/>
              </a:pPr>
              <a:t>90</a:t>
            </a:fld>
            <a:endParaRPr lang="en-US" altLang="zh-CN" dirty="0"/>
          </a:p>
        </p:txBody>
      </p:sp>
    </p:spTree>
    <p:extLst>
      <p:ext uri="{BB962C8B-B14F-4D97-AF65-F5344CB8AC3E}">
        <p14:creationId xmlns:p14="http://schemas.microsoft.com/office/powerpoint/2010/main" val="1182067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161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23E68-D379-F645-ACD0-A429E6B0B50A}"/>
              </a:ext>
            </a:extLst>
          </p:cNvPr>
          <p:cNvSpPr>
            <a:spLocks noGrp="1"/>
          </p:cNvSpPr>
          <p:nvPr>
            <p:ph type="title"/>
          </p:nvPr>
        </p:nvSpPr>
        <p:spPr/>
        <p:txBody>
          <a:bodyPr/>
          <a:lstStyle/>
          <a:p>
            <a:r>
              <a:rPr lang="zh-CN" altLang="en-CN" sz="3600" b="1" dirty="0"/>
              <a:t>两个</a:t>
            </a:r>
            <a:r>
              <a:rPr lang="en-US" altLang="zh-CN" sz="3600" b="1" dirty="0"/>
              <a:t>4</a:t>
            </a:r>
            <a:r>
              <a:rPr lang="zh-CN" altLang="en-US" sz="3600" b="1" dirty="0"/>
              <a:t>位超前进位加法器级联</a:t>
            </a:r>
            <a:endParaRPr lang="en-CN" sz="3600" b="1" dirty="0"/>
          </a:p>
        </p:txBody>
      </p:sp>
      <p:sp>
        <p:nvSpPr>
          <p:cNvPr id="4" name="Slide Number Placeholder 3">
            <a:extLst>
              <a:ext uri="{FF2B5EF4-FFF2-40B4-BE49-F238E27FC236}">
                <a16:creationId xmlns:a16="http://schemas.microsoft.com/office/drawing/2014/main" id="{FA4BDCA8-5718-E04C-9C31-D12686775719}"/>
              </a:ext>
            </a:extLst>
          </p:cNvPr>
          <p:cNvSpPr>
            <a:spLocks noGrp="1"/>
          </p:cNvSpPr>
          <p:nvPr>
            <p:ph type="sldNum" sz="quarter" idx="12"/>
          </p:nvPr>
        </p:nvSpPr>
        <p:spPr/>
        <p:txBody>
          <a:bodyPr/>
          <a:lstStyle/>
          <a:p>
            <a:pPr>
              <a:defRPr/>
            </a:pPr>
            <a:fld id="{A88D0608-5506-4AD0-BB9E-DF761E8BFA1F}" type="slidenum">
              <a:rPr lang="zh-CN" altLang="en-US" smtClean="0"/>
              <a:pPr>
                <a:defRPr/>
              </a:pPr>
              <a:t>91</a:t>
            </a:fld>
            <a:endParaRPr lang="en-US" altLang="zh-CN"/>
          </a:p>
        </p:txBody>
      </p:sp>
      <p:grpSp>
        <p:nvGrpSpPr>
          <p:cNvPr id="5" name="Group 4">
            <a:extLst>
              <a:ext uri="{FF2B5EF4-FFF2-40B4-BE49-F238E27FC236}">
                <a16:creationId xmlns:a16="http://schemas.microsoft.com/office/drawing/2014/main" id="{2B83BBAD-62DE-FF4B-8386-349F478DEDD8}"/>
              </a:ext>
            </a:extLst>
          </p:cNvPr>
          <p:cNvGrpSpPr/>
          <p:nvPr/>
        </p:nvGrpSpPr>
        <p:grpSpPr>
          <a:xfrm>
            <a:off x="4663605" y="3569902"/>
            <a:ext cx="3832831" cy="2212573"/>
            <a:chOff x="442483" y="3822716"/>
            <a:chExt cx="3832831" cy="2212573"/>
          </a:xfrm>
        </p:grpSpPr>
        <p:grpSp>
          <p:nvGrpSpPr>
            <p:cNvPr id="6" name="Group 5">
              <a:extLst>
                <a:ext uri="{FF2B5EF4-FFF2-40B4-BE49-F238E27FC236}">
                  <a16:creationId xmlns:a16="http://schemas.microsoft.com/office/drawing/2014/main" id="{BDF61FDA-50A1-6947-A92E-611965DEAEFB}"/>
                </a:ext>
              </a:extLst>
            </p:cNvPr>
            <p:cNvGrpSpPr/>
            <p:nvPr/>
          </p:nvGrpSpPr>
          <p:grpSpPr>
            <a:xfrm>
              <a:off x="890985" y="3822718"/>
              <a:ext cx="685124" cy="1120672"/>
              <a:chOff x="577358" y="3965866"/>
              <a:chExt cx="685124" cy="1120672"/>
            </a:xfrm>
          </p:grpSpPr>
          <p:grpSp>
            <p:nvGrpSpPr>
              <p:cNvPr id="98" name="Group 97">
                <a:extLst>
                  <a:ext uri="{FF2B5EF4-FFF2-40B4-BE49-F238E27FC236}">
                    <a16:creationId xmlns:a16="http://schemas.microsoft.com/office/drawing/2014/main" id="{4EEFCD8A-B283-7E41-885F-F6C5AB757401}"/>
                  </a:ext>
                </a:extLst>
              </p:cNvPr>
              <p:cNvGrpSpPr/>
              <p:nvPr/>
            </p:nvGrpSpPr>
            <p:grpSpPr>
              <a:xfrm rot="5400000">
                <a:off x="487391" y="4420688"/>
                <a:ext cx="609600" cy="150228"/>
                <a:chOff x="2863476" y="5594843"/>
                <a:chExt cx="2234241" cy="576063"/>
              </a:xfrm>
            </p:grpSpPr>
            <p:cxnSp>
              <p:nvCxnSpPr>
                <p:cNvPr id="111" name="Straight Connector 110">
                  <a:extLst>
                    <a:ext uri="{FF2B5EF4-FFF2-40B4-BE49-F238E27FC236}">
                      <a16:creationId xmlns:a16="http://schemas.microsoft.com/office/drawing/2014/main" id="{D83EA719-225C-2F42-A276-15B05FBB2445}"/>
                    </a:ext>
                  </a:extLst>
                </p:cNvPr>
                <p:cNvCxnSpPr>
                  <a:cxnSpLocks/>
                  <a:stCxn id="112" idx="1"/>
                </p:cNvCxnSpPr>
                <p:nvPr/>
              </p:nvCxnSpPr>
              <p:spPr bwMode="auto">
                <a:xfrm rot="16200000">
                  <a:off x="4582550" y="5367707"/>
                  <a:ext cx="0" cy="1030335"/>
                </a:xfrm>
                <a:prstGeom prst="line">
                  <a:avLst/>
                </a:prstGeom>
                <a:solidFill>
                  <a:schemeClr val="accent1"/>
                </a:solidFill>
                <a:ln w="12700" cap="rnd" cmpd="sng" algn="ctr">
                  <a:solidFill>
                    <a:schemeClr val="tx1"/>
                  </a:solidFill>
                  <a:prstDash val="solid"/>
                  <a:round/>
                  <a:headEnd type="none" w="med" len="med"/>
                  <a:tailEnd type="none" w="med" len="med"/>
                </a:ln>
                <a:effectLst/>
              </p:spPr>
            </p:cxnSp>
            <p:sp>
              <p:nvSpPr>
                <p:cNvPr id="112" name="Round Same Side Corner Rectangle 111">
                  <a:extLst>
                    <a:ext uri="{FF2B5EF4-FFF2-40B4-BE49-F238E27FC236}">
                      <a16:creationId xmlns:a16="http://schemas.microsoft.com/office/drawing/2014/main" id="{09D79039-2DD6-8047-9E58-9B5D785164B4}"/>
                    </a:ext>
                  </a:extLst>
                </p:cNvPr>
                <p:cNvSpPr/>
                <p:nvPr/>
              </p:nvSpPr>
              <p:spPr bwMode="auto">
                <a:xfrm rot="5400000">
                  <a:off x="4093388" y="5568837"/>
                  <a:ext cx="576063" cy="628076"/>
                </a:xfrm>
                <a:prstGeom prst="round2SameRect">
                  <a:avLst>
                    <a:gd name="adj1" fmla="val 50000"/>
                    <a:gd name="adj2" fmla="val 0"/>
                  </a:avLst>
                </a:prstGeom>
                <a:solidFill>
                  <a:schemeClr val="bg1"/>
                </a:solidFill>
                <a:ln w="12700" cap="rnd"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r"/>
                  <a:endParaRPr lang="en-CN" sz="6000">
                    <a:solidFill>
                      <a:schemeClr val="tx1"/>
                    </a:solidFill>
                  </a:endParaRPr>
                </a:p>
              </p:txBody>
            </p:sp>
            <p:cxnSp>
              <p:nvCxnSpPr>
                <p:cNvPr id="113" name="Straight Connector 112">
                  <a:extLst>
                    <a:ext uri="{FF2B5EF4-FFF2-40B4-BE49-F238E27FC236}">
                      <a16:creationId xmlns:a16="http://schemas.microsoft.com/office/drawing/2014/main" id="{688A460D-0C37-4B4C-A2D0-656DE63BBED2}"/>
                    </a:ext>
                  </a:extLst>
                </p:cNvPr>
                <p:cNvCxnSpPr>
                  <a:cxnSpLocks/>
                </p:cNvCxnSpPr>
                <p:nvPr/>
              </p:nvCxnSpPr>
              <p:spPr bwMode="auto">
                <a:xfrm rot="16200000">
                  <a:off x="3922448" y="5571081"/>
                  <a:ext cx="0" cy="324350"/>
                </a:xfrm>
                <a:prstGeom prst="line">
                  <a:avLst/>
                </a:prstGeom>
                <a:solidFill>
                  <a:schemeClr val="accent1"/>
                </a:solidFill>
                <a:ln w="12700" cap="rnd" cmpd="sng" algn="ctr">
                  <a:solidFill>
                    <a:schemeClr val="tx1"/>
                  </a:solidFill>
                  <a:prstDash val="solid"/>
                  <a:round/>
                  <a:headEnd type="none" w="med" len="med"/>
                  <a:tailEnd type="none" w="med" len="med"/>
                </a:ln>
                <a:effectLst/>
              </p:spPr>
            </p:cxnSp>
            <p:cxnSp>
              <p:nvCxnSpPr>
                <p:cNvPr id="114" name="Straight Connector 113">
                  <a:extLst>
                    <a:ext uri="{FF2B5EF4-FFF2-40B4-BE49-F238E27FC236}">
                      <a16:creationId xmlns:a16="http://schemas.microsoft.com/office/drawing/2014/main" id="{2D222688-AE42-374D-B6F8-F3DE60EAE11E}"/>
                    </a:ext>
                  </a:extLst>
                </p:cNvPr>
                <p:cNvCxnSpPr>
                  <a:cxnSpLocks/>
                </p:cNvCxnSpPr>
                <p:nvPr/>
              </p:nvCxnSpPr>
              <p:spPr bwMode="auto">
                <a:xfrm rot="16200000">
                  <a:off x="3474050" y="5416257"/>
                  <a:ext cx="0" cy="1221148"/>
                </a:xfrm>
                <a:prstGeom prst="line">
                  <a:avLst/>
                </a:prstGeom>
                <a:solidFill>
                  <a:schemeClr val="accent1"/>
                </a:solidFill>
                <a:ln w="12700" cap="rnd" cmpd="sng" algn="ctr">
                  <a:solidFill>
                    <a:schemeClr val="tx1"/>
                  </a:solidFill>
                  <a:prstDash val="solid"/>
                  <a:round/>
                  <a:headEnd type="none" w="med" len="med"/>
                  <a:tailEnd type="none" w="med" len="med"/>
                </a:ln>
                <a:effectLst/>
              </p:spPr>
            </p:cxnSp>
          </p:grpSp>
          <p:grpSp>
            <p:nvGrpSpPr>
              <p:cNvPr id="99" name="Group 98">
                <a:extLst>
                  <a:ext uri="{FF2B5EF4-FFF2-40B4-BE49-F238E27FC236}">
                    <a16:creationId xmlns:a16="http://schemas.microsoft.com/office/drawing/2014/main" id="{AEFE833B-412D-F942-8599-68DAC2AF4B9E}"/>
                  </a:ext>
                </a:extLst>
              </p:cNvPr>
              <p:cNvGrpSpPr/>
              <p:nvPr/>
            </p:nvGrpSpPr>
            <p:grpSpPr>
              <a:xfrm rot="5400000">
                <a:off x="742801" y="4420692"/>
                <a:ext cx="609603" cy="150219"/>
                <a:chOff x="5378571" y="5655686"/>
                <a:chExt cx="2232016" cy="587169"/>
              </a:xfrm>
            </p:grpSpPr>
            <p:cxnSp>
              <p:nvCxnSpPr>
                <p:cNvPr id="106" name="Straight Connector 105">
                  <a:extLst>
                    <a:ext uri="{FF2B5EF4-FFF2-40B4-BE49-F238E27FC236}">
                      <a16:creationId xmlns:a16="http://schemas.microsoft.com/office/drawing/2014/main" id="{EE9BFF50-CCD3-0840-93C5-1F19F632F484}"/>
                    </a:ext>
                  </a:extLst>
                </p:cNvPr>
                <p:cNvCxnSpPr>
                  <a:cxnSpLocks/>
                </p:cNvCxnSpPr>
                <p:nvPr/>
              </p:nvCxnSpPr>
              <p:spPr bwMode="auto">
                <a:xfrm rot="16200000">
                  <a:off x="7409742" y="5745099"/>
                  <a:ext cx="0" cy="401691"/>
                </a:xfrm>
                <a:prstGeom prst="line">
                  <a:avLst/>
                </a:prstGeom>
                <a:solidFill>
                  <a:schemeClr val="accent1"/>
                </a:solidFill>
                <a:ln w="12700" cap="rnd" cmpd="sng" algn="ctr">
                  <a:solidFill>
                    <a:schemeClr val="tx1"/>
                  </a:solidFill>
                  <a:prstDash val="solid"/>
                  <a:round/>
                  <a:headEnd type="none" w="med" len="med"/>
                  <a:tailEnd type="none" w="med" len="med"/>
                </a:ln>
                <a:effectLst/>
              </p:spPr>
            </p:cxnSp>
            <p:cxnSp>
              <p:nvCxnSpPr>
                <p:cNvPr id="107" name="Straight Connector 106">
                  <a:extLst>
                    <a:ext uri="{FF2B5EF4-FFF2-40B4-BE49-F238E27FC236}">
                      <a16:creationId xmlns:a16="http://schemas.microsoft.com/office/drawing/2014/main" id="{ABC8C196-0A42-844F-B19D-994020D2DEC9}"/>
                    </a:ext>
                  </a:extLst>
                </p:cNvPr>
                <p:cNvCxnSpPr>
                  <a:cxnSpLocks/>
                </p:cNvCxnSpPr>
                <p:nvPr/>
              </p:nvCxnSpPr>
              <p:spPr bwMode="auto">
                <a:xfrm rot="16200000">
                  <a:off x="6069892" y="5105007"/>
                  <a:ext cx="0" cy="1382641"/>
                </a:xfrm>
                <a:prstGeom prst="line">
                  <a:avLst/>
                </a:prstGeom>
                <a:solidFill>
                  <a:schemeClr val="accent1"/>
                </a:solidFill>
                <a:ln w="12700" cap="rnd" cmpd="sng" algn="ctr">
                  <a:solidFill>
                    <a:schemeClr val="tx1"/>
                  </a:solidFill>
                  <a:prstDash val="solid"/>
                  <a:round/>
                  <a:headEnd type="none" w="med" len="med"/>
                  <a:tailEnd type="none" w="med" len="med"/>
                </a:ln>
                <a:effectLst/>
              </p:spPr>
            </p:cxnSp>
            <p:cxnSp>
              <p:nvCxnSpPr>
                <p:cNvPr id="108" name="Straight Connector 107">
                  <a:extLst>
                    <a:ext uri="{FF2B5EF4-FFF2-40B4-BE49-F238E27FC236}">
                      <a16:creationId xmlns:a16="http://schemas.microsoft.com/office/drawing/2014/main" id="{5198B86A-C680-3E4E-A0C4-9FD543FDC18D}"/>
                    </a:ext>
                  </a:extLst>
                </p:cNvPr>
                <p:cNvCxnSpPr>
                  <a:cxnSpLocks/>
                </p:cNvCxnSpPr>
                <p:nvPr/>
              </p:nvCxnSpPr>
              <p:spPr bwMode="auto">
                <a:xfrm rot="16200000">
                  <a:off x="6348890" y="5677583"/>
                  <a:ext cx="0" cy="824641"/>
                </a:xfrm>
                <a:prstGeom prst="line">
                  <a:avLst/>
                </a:prstGeom>
                <a:solidFill>
                  <a:schemeClr val="accent1"/>
                </a:solidFill>
                <a:ln w="12700" cap="rnd" cmpd="sng" algn="ctr">
                  <a:solidFill>
                    <a:schemeClr val="tx1"/>
                  </a:solidFill>
                  <a:prstDash val="solid"/>
                  <a:round/>
                  <a:headEnd type="none" w="med" len="med"/>
                  <a:tailEnd type="none" w="med" len="med"/>
                </a:ln>
                <a:effectLst/>
              </p:spPr>
            </p:cxnSp>
            <p:sp>
              <p:nvSpPr>
                <p:cNvPr id="109" name="Freeform 108">
                  <a:extLst>
                    <a:ext uri="{FF2B5EF4-FFF2-40B4-BE49-F238E27FC236}">
                      <a16:creationId xmlns:a16="http://schemas.microsoft.com/office/drawing/2014/main" id="{B2103654-31D3-DE40-B902-6308C6499F3B}"/>
                    </a:ext>
                  </a:extLst>
                </p:cNvPr>
                <p:cNvSpPr/>
                <p:nvPr/>
              </p:nvSpPr>
              <p:spPr bwMode="auto">
                <a:xfrm>
                  <a:off x="6574688" y="5655686"/>
                  <a:ext cx="634218" cy="587169"/>
                </a:xfrm>
                <a:custGeom>
                  <a:avLst/>
                  <a:gdLst>
                    <a:gd name="connsiteX0" fmla="*/ 0 w 627888"/>
                    <a:gd name="connsiteY0" fmla="*/ 0 h 579120"/>
                    <a:gd name="connsiteX1" fmla="*/ 207264 w 627888"/>
                    <a:gd name="connsiteY1" fmla="*/ 286512 h 579120"/>
                    <a:gd name="connsiteX2" fmla="*/ 0 w 627888"/>
                    <a:gd name="connsiteY2" fmla="*/ 579120 h 579120"/>
                    <a:gd name="connsiteX3" fmla="*/ 365760 w 627888"/>
                    <a:gd name="connsiteY3" fmla="*/ 573024 h 579120"/>
                    <a:gd name="connsiteX4" fmla="*/ 627888 w 627888"/>
                    <a:gd name="connsiteY4" fmla="*/ 292608 h 579120"/>
                    <a:gd name="connsiteX5" fmla="*/ 390144 w 627888"/>
                    <a:gd name="connsiteY5" fmla="*/ 6096 h 579120"/>
                    <a:gd name="connsiteX6" fmla="*/ 0 w 627888"/>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46520"/>
                    <a:gd name="connsiteY0" fmla="*/ 0 h 579120"/>
                    <a:gd name="connsiteX1" fmla="*/ 209962 w 646520"/>
                    <a:gd name="connsiteY1" fmla="*/ 286512 h 579120"/>
                    <a:gd name="connsiteX2" fmla="*/ 2698 w 646520"/>
                    <a:gd name="connsiteY2" fmla="*/ 579120 h 579120"/>
                    <a:gd name="connsiteX3" fmla="*/ 368458 w 646520"/>
                    <a:gd name="connsiteY3" fmla="*/ 573024 h 579120"/>
                    <a:gd name="connsiteX4" fmla="*/ 630586 w 646520"/>
                    <a:gd name="connsiteY4" fmla="*/ 292608 h 579120"/>
                    <a:gd name="connsiteX5" fmla="*/ 392842 w 646520"/>
                    <a:gd name="connsiteY5" fmla="*/ 6096 h 579120"/>
                    <a:gd name="connsiteX6" fmla="*/ 2698 w 646520"/>
                    <a:gd name="connsiteY6" fmla="*/ 0 h 579120"/>
                    <a:gd name="connsiteX0" fmla="*/ 2698 w 646520"/>
                    <a:gd name="connsiteY0" fmla="*/ 51141 h 630261"/>
                    <a:gd name="connsiteX1" fmla="*/ 209962 w 646520"/>
                    <a:gd name="connsiteY1" fmla="*/ 337653 h 630261"/>
                    <a:gd name="connsiteX2" fmla="*/ 2698 w 646520"/>
                    <a:gd name="connsiteY2" fmla="*/ 630261 h 630261"/>
                    <a:gd name="connsiteX3" fmla="*/ 368458 w 646520"/>
                    <a:gd name="connsiteY3" fmla="*/ 624165 h 630261"/>
                    <a:gd name="connsiteX4" fmla="*/ 630586 w 646520"/>
                    <a:gd name="connsiteY4" fmla="*/ 343749 h 630261"/>
                    <a:gd name="connsiteX5" fmla="*/ 392842 w 646520"/>
                    <a:gd name="connsiteY5" fmla="*/ 57237 h 630261"/>
                    <a:gd name="connsiteX6" fmla="*/ 2698 w 646520"/>
                    <a:gd name="connsiteY6" fmla="*/ 51141 h 630261"/>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1455 h 600575"/>
                    <a:gd name="connsiteX1" fmla="*/ 209962 w 646520"/>
                    <a:gd name="connsiteY1" fmla="*/ 307967 h 600575"/>
                    <a:gd name="connsiteX2" fmla="*/ 2698 w 646520"/>
                    <a:gd name="connsiteY2" fmla="*/ 600575 h 600575"/>
                    <a:gd name="connsiteX3" fmla="*/ 368458 w 646520"/>
                    <a:gd name="connsiteY3" fmla="*/ 594479 h 600575"/>
                    <a:gd name="connsiteX4" fmla="*/ 630586 w 646520"/>
                    <a:gd name="connsiteY4" fmla="*/ 314063 h 600575"/>
                    <a:gd name="connsiteX5" fmla="*/ 392842 w 646520"/>
                    <a:gd name="connsiteY5" fmla="*/ 27551 h 600575"/>
                    <a:gd name="connsiteX6" fmla="*/ 2698 w 646520"/>
                    <a:gd name="connsiteY6" fmla="*/ 21455 h 600575"/>
                    <a:gd name="connsiteX0" fmla="*/ 2698 w 630586"/>
                    <a:gd name="connsiteY0" fmla="*/ 21455 h 600575"/>
                    <a:gd name="connsiteX1" fmla="*/ 209962 w 630586"/>
                    <a:gd name="connsiteY1" fmla="*/ 307967 h 600575"/>
                    <a:gd name="connsiteX2" fmla="*/ 2698 w 630586"/>
                    <a:gd name="connsiteY2" fmla="*/ 600575 h 600575"/>
                    <a:gd name="connsiteX3" fmla="*/ 368458 w 630586"/>
                    <a:gd name="connsiteY3" fmla="*/ 594479 h 600575"/>
                    <a:gd name="connsiteX4" fmla="*/ 630586 w 630586"/>
                    <a:gd name="connsiteY4" fmla="*/ 314063 h 600575"/>
                    <a:gd name="connsiteX5" fmla="*/ 392842 w 630586"/>
                    <a:gd name="connsiteY5" fmla="*/ 27551 h 600575"/>
                    <a:gd name="connsiteX6" fmla="*/ 2698 w 630586"/>
                    <a:gd name="connsiteY6" fmla="*/ 21455 h 600575"/>
                    <a:gd name="connsiteX0" fmla="*/ 2698 w 631527"/>
                    <a:gd name="connsiteY0" fmla="*/ 21455 h 600575"/>
                    <a:gd name="connsiteX1" fmla="*/ 209962 w 631527"/>
                    <a:gd name="connsiteY1" fmla="*/ 307967 h 600575"/>
                    <a:gd name="connsiteX2" fmla="*/ 2698 w 631527"/>
                    <a:gd name="connsiteY2" fmla="*/ 600575 h 600575"/>
                    <a:gd name="connsiteX3" fmla="*/ 301402 w 631527"/>
                    <a:gd name="connsiteY3" fmla="*/ 600575 h 600575"/>
                    <a:gd name="connsiteX4" fmla="*/ 630586 w 631527"/>
                    <a:gd name="connsiteY4" fmla="*/ 314063 h 600575"/>
                    <a:gd name="connsiteX5" fmla="*/ 392842 w 631527"/>
                    <a:gd name="connsiteY5" fmla="*/ 27551 h 600575"/>
                    <a:gd name="connsiteX6" fmla="*/ 2698 w 631527"/>
                    <a:gd name="connsiteY6" fmla="*/ 21455 h 600575"/>
                    <a:gd name="connsiteX0" fmla="*/ 2698 w 631527"/>
                    <a:gd name="connsiteY0" fmla="*/ 21455 h 602832"/>
                    <a:gd name="connsiteX1" fmla="*/ 209962 w 631527"/>
                    <a:gd name="connsiteY1" fmla="*/ 307967 h 602832"/>
                    <a:gd name="connsiteX2" fmla="*/ 2698 w 631527"/>
                    <a:gd name="connsiteY2" fmla="*/ 600575 h 602832"/>
                    <a:gd name="connsiteX3" fmla="*/ 301402 w 631527"/>
                    <a:gd name="connsiteY3" fmla="*/ 600575 h 602832"/>
                    <a:gd name="connsiteX4" fmla="*/ 630586 w 631527"/>
                    <a:gd name="connsiteY4" fmla="*/ 314063 h 602832"/>
                    <a:gd name="connsiteX5" fmla="*/ 392842 w 631527"/>
                    <a:gd name="connsiteY5" fmla="*/ 27551 h 602832"/>
                    <a:gd name="connsiteX6" fmla="*/ 2698 w 631527"/>
                    <a:gd name="connsiteY6" fmla="*/ 21455 h 602832"/>
                    <a:gd name="connsiteX0" fmla="*/ 2698 w 630586"/>
                    <a:gd name="connsiteY0" fmla="*/ 21455 h 602832"/>
                    <a:gd name="connsiteX1" fmla="*/ 209962 w 630586"/>
                    <a:gd name="connsiteY1" fmla="*/ 307967 h 602832"/>
                    <a:gd name="connsiteX2" fmla="*/ 2698 w 630586"/>
                    <a:gd name="connsiteY2" fmla="*/ 600575 h 602832"/>
                    <a:gd name="connsiteX3" fmla="*/ 301402 w 630586"/>
                    <a:gd name="connsiteY3" fmla="*/ 600575 h 602832"/>
                    <a:gd name="connsiteX4" fmla="*/ 630586 w 630586"/>
                    <a:gd name="connsiteY4" fmla="*/ 314063 h 602832"/>
                    <a:gd name="connsiteX5" fmla="*/ 301402 w 630586"/>
                    <a:gd name="connsiteY5" fmla="*/ 27551 h 602832"/>
                    <a:gd name="connsiteX6" fmla="*/ 2698 w 630586"/>
                    <a:gd name="connsiteY6" fmla="*/ 21455 h 602832"/>
                    <a:gd name="connsiteX0" fmla="*/ 2698 w 630586"/>
                    <a:gd name="connsiteY0" fmla="*/ 20123 h 601500"/>
                    <a:gd name="connsiteX1" fmla="*/ 209962 w 630586"/>
                    <a:gd name="connsiteY1" fmla="*/ 306635 h 601500"/>
                    <a:gd name="connsiteX2" fmla="*/ 2698 w 630586"/>
                    <a:gd name="connsiteY2" fmla="*/ 599243 h 601500"/>
                    <a:gd name="connsiteX3" fmla="*/ 301402 w 630586"/>
                    <a:gd name="connsiteY3" fmla="*/ 599243 h 601500"/>
                    <a:gd name="connsiteX4" fmla="*/ 630586 w 630586"/>
                    <a:gd name="connsiteY4" fmla="*/ 312731 h 601500"/>
                    <a:gd name="connsiteX5" fmla="*/ 301402 w 630586"/>
                    <a:gd name="connsiteY5" fmla="*/ 26219 h 601500"/>
                    <a:gd name="connsiteX6" fmla="*/ 2698 w 630586"/>
                    <a:gd name="connsiteY6" fmla="*/ 20123 h 601500"/>
                    <a:gd name="connsiteX0" fmla="*/ 2146 w 630034"/>
                    <a:gd name="connsiteY0" fmla="*/ 20123 h 601500"/>
                    <a:gd name="connsiteX1" fmla="*/ 209410 w 630034"/>
                    <a:gd name="connsiteY1" fmla="*/ 306635 h 601500"/>
                    <a:gd name="connsiteX2" fmla="*/ 2146 w 630034"/>
                    <a:gd name="connsiteY2" fmla="*/ 599243 h 601500"/>
                    <a:gd name="connsiteX3" fmla="*/ 300850 w 630034"/>
                    <a:gd name="connsiteY3" fmla="*/ 599243 h 601500"/>
                    <a:gd name="connsiteX4" fmla="*/ 630034 w 630034"/>
                    <a:gd name="connsiteY4" fmla="*/ 312731 h 601500"/>
                    <a:gd name="connsiteX5" fmla="*/ 300850 w 630034"/>
                    <a:gd name="connsiteY5" fmla="*/ 26219 h 601500"/>
                    <a:gd name="connsiteX6" fmla="*/ 2146 w 630034"/>
                    <a:gd name="connsiteY6" fmla="*/ 20123 h 601500"/>
                    <a:gd name="connsiteX0" fmla="*/ 6215 w 634103"/>
                    <a:gd name="connsiteY0" fmla="*/ 3947 h 585324"/>
                    <a:gd name="connsiteX1" fmla="*/ 213479 w 634103"/>
                    <a:gd name="connsiteY1" fmla="*/ 290459 h 585324"/>
                    <a:gd name="connsiteX2" fmla="*/ 6215 w 634103"/>
                    <a:gd name="connsiteY2" fmla="*/ 583067 h 585324"/>
                    <a:gd name="connsiteX3" fmla="*/ 304919 w 634103"/>
                    <a:gd name="connsiteY3" fmla="*/ 583067 h 585324"/>
                    <a:gd name="connsiteX4" fmla="*/ 634103 w 634103"/>
                    <a:gd name="connsiteY4" fmla="*/ 296555 h 585324"/>
                    <a:gd name="connsiteX5" fmla="*/ 304919 w 634103"/>
                    <a:gd name="connsiteY5" fmla="*/ 10043 h 585324"/>
                    <a:gd name="connsiteX6" fmla="*/ 6215 w 634103"/>
                    <a:gd name="connsiteY6" fmla="*/ 3947 h 585324"/>
                    <a:gd name="connsiteX0" fmla="*/ 6624 w 634512"/>
                    <a:gd name="connsiteY0" fmla="*/ 3947 h 585324"/>
                    <a:gd name="connsiteX1" fmla="*/ 213888 w 634512"/>
                    <a:gd name="connsiteY1" fmla="*/ 290459 h 585324"/>
                    <a:gd name="connsiteX2" fmla="*/ 6624 w 634512"/>
                    <a:gd name="connsiteY2" fmla="*/ 583067 h 585324"/>
                    <a:gd name="connsiteX3" fmla="*/ 305328 w 634512"/>
                    <a:gd name="connsiteY3" fmla="*/ 583067 h 585324"/>
                    <a:gd name="connsiteX4" fmla="*/ 634512 w 634512"/>
                    <a:gd name="connsiteY4" fmla="*/ 296555 h 585324"/>
                    <a:gd name="connsiteX5" fmla="*/ 305328 w 634512"/>
                    <a:gd name="connsiteY5" fmla="*/ 10043 h 585324"/>
                    <a:gd name="connsiteX6" fmla="*/ 6624 w 634512"/>
                    <a:gd name="connsiteY6" fmla="*/ 3947 h 585324"/>
                    <a:gd name="connsiteX0" fmla="*/ 6624 w 634644"/>
                    <a:gd name="connsiteY0" fmla="*/ 18301 h 599678"/>
                    <a:gd name="connsiteX1" fmla="*/ 213888 w 634644"/>
                    <a:gd name="connsiteY1" fmla="*/ 304813 h 599678"/>
                    <a:gd name="connsiteX2" fmla="*/ 6624 w 634644"/>
                    <a:gd name="connsiteY2" fmla="*/ 597421 h 599678"/>
                    <a:gd name="connsiteX3" fmla="*/ 305328 w 634644"/>
                    <a:gd name="connsiteY3" fmla="*/ 597421 h 599678"/>
                    <a:gd name="connsiteX4" fmla="*/ 634512 w 634644"/>
                    <a:gd name="connsiteY4" fmla="*/ 310909 h 599678"/>
                    <a:gd name="connsiteX5" fmla="*/ 268752 w 634644"/>
                    <a:gd name="connsiteY5" fmla="*/ 30493 h 599678"/>
                    <a:gd name="connsiteX6" fmla="*/ 6624 w 634644"/>
                    <a:gd name="connsiteY6" fmla="*/ 18301 h 599678"/>
                    <a:gd name="connsiteX0" fmla="*/ 6624 w 634644"/>
                    <a:gd name="connsiteY0" fmla="*/ 23735 h 605112"/>
                    <a:gd name="connsiteX1" fmla="*/ 213888 w 634644"/>
                    <a:gd name="connsiteY1" fmla="*/ 310247 h 605112"/>
                    <a:gd name="connsiteX2" fmla="*/ 6624 w 634644"/>
                    <a:gd name="connsiteY2" fmla="*/ 602855 h 605112"/>
                    <a:gd name="connsiteX3" fmla="*/ 305328 w 634644"/>
                    <a:gd name="connsiteY3" fmla="*/ 602855 h 605112"/>
                    <a:gd name="connsiteX4" fmla="*/ 634512 w 634644"/>
                    <a:gd name="connsiteY4" fmla="*/ 316343 h 605112"/>
                    <a:gd name="connsiteX5" fmla="*/ 268752 w 634644"/>
                    <a:gd name="connsiteY5" fmla="*/ 35927 h 605112"/>
                    <a:gd name="connsiteX6" fmla="*/ 6624 w 634644"/>
                    <a:gd name="connsiteY6" fmla="*/ 23735 h 605112"/>
                    <a:gd name="connsiteX0" fmla="*/ 6624 w 634577"/>
                    <a:gd name="connsiteY0" fmla="*/ 17614 h 598991"/>
                    <a:gd name="connsiteX1" fmla="*/ 213888 w 634577"/>
                    <a:gd name="connsiteY1" fmla="*/ 304126 h 598991"/>
                    <a:gd name="connsiteX2" fmla="*/ 6624 w 634577"/>
                    <a:gd name="connsiteY2" fmla="*/ 596734 h 598991"/>
                    <a:gd name="connsiteX3" fmla="*/ 305328 w 634577"/>
                    <a:gd name="connsiteY3" fmla="*/ 596734 h 598991"/>
                    <a:gd name="connsiteX4" fmla="*/ 634512 w 634577"/>
                    <a:gd name="connsiteY4" fmla="*/ 310222 h 598991"/>
                    <a:gd name="connsiteX5" fmla="*/ 329712 w 634577"/>
                    <a:gd name="connsiteY5" fmla="*/ 48094 h 598991"/>
                    <a:gd name="connsiteX6" fmla="*/ 6624 w 634577"/>
                    <a:gd name="connsiteY6" fmla="*/ 17614 h 598991"/>
                    <a:gd name="connsiteX0" fmla="*/ 6624 w 634575"/>
                    <a:gd name="connsiteY0" fmla="*/ 21507 h 602884"/>
                    <a:gd name="connsiteX1" fmla="*/ 213888 w 634575"/>
                    <a:gd name="connsiteY1" fmla="*/ 308019 h 602884"/>
                    <a:gd name="connsiteX2" fmla="*/ 6624 w 634575"/>
                    <a:gd name="connsiteY2" fmla="*/ 600627 h 602884"/>
                    <a:gd name="connsiteX3" fmla="*/ 305328 w 634575"/>
                    <a:gd name="connsiteY3" fmla="*/ 600627 h 602884"/>
                    <a:gd name="connsiteX4" fmla="*/ 634512 w 634575"/>
                    <a:gd name="connsiteY4" fmla="*/ 314115 h 602884"/>
                    <a:gd name="connsiteX5" fmla="*/ 329712 w 634575"/>
                    <a:gd name="connsiteY5" fmla="*/ 51987 h 602884"/>
                    <a:gd name="connsiteX6" fmla="*/ 6624 w 634575"/>
                    <a:gd name="connsiteY6" fmla="*/ 21507 h 602884"/>
                    <a:gd name="connsiteX0" fmla="*/ 6624 w 634575"/>
                    <a:gd name="connsiteY0" fmla="*/ 21507 h 619140"/>
                    <a:gd name="connsiteX1" fmla="*/ 213888 w 634575"/>
                    <a:gd name="connsiteY1" fmla="*/ 308019 h 619140"/>
                    <a:gd name="connsiteX2" fmla="*/ 6624 w 634575"/>
                    <a:gd name="connsiteY2" fmla="*/ 600627 h 619140"/>
                    <a:gd name="connsiteX3" fmla="*/ 305328 w 634575"/>
                    <a:gd name="connsiteY3" fmla="*/ 600627 h 619140"/>
                    <a:gd name="connsiteX4" fmla="*/ 634512 w 634575"/>
                    <a:gd name="connsiteY4" fmla="*/ 314115 h 619140"/>
                    <a:gd name="connsiteX5" fmla="*/ 329712 w 634575"/>
                    <a:gd name="connsiteY5" fmla="*/ 51987 h 619140"/>
                    <a:gd name="connsiteX6" fmla="*/ 6624 w 634575"/>
                    <a:gd name="connsiteY6" fmla="*/ 21507 h 619140"/>
                    <a:gd name="connsiteX0" fmla="*/ 6624 w 634531"/>
                    <a:gd name="connsiteY0" fmla="*/ 21507 h 607159"/>
                    <a:gd name="connsiteX1" fmla="*/ 213888 w 634531"/>
                    <a:gd name="connsiteY1" fmla="*/ 308019 h 607159"/>
                    <a:gd name="connsiteX2" fmla="*/ 6624 w 634531"/>
                    <a:gd name="connsiteY2" fmla="*/ 600627 h 607159"/>
                    <a:gd name="connsiteX3" fmla="*/ 341904 w 634531"/>
                    <a:gd name="connsiteY3" fmla="*/ 582339 h 607159"/>
                    <a:gd name="connsiteX4" fmla="*/ 634512 w 634531"/>
                    <a:gd name="connsiteY4" fmla="*/ 314115 h 607159"/>
                    <a:gd name="connsiteX5" fmla="*/ 329712 w 634531"/>
                    <a:gd name="connsiteY5" fmla="*/ 51987 h 607159"/>
                    <a:gd name="connsiteX6" fmla="*/ 6624 w 634531"/>
                    <a:gd name="connsiteY6" fmla="*/ 21507 h 607159"/>
                    <a:gd name="connsiteX0" fmla="*/ 6624 w 634516"/>
                    <a:gd name="connsiteY0" fmla="*/ 21507 h 600822"/>
                    <a:gd name="connsiteX1" fmla="*/ 213888 w 634516"/>
                    <a:gd name="connsiteY1" fmla="*/ 308019 h 600822"/>
                    <a:gd name="connsiteX2" fmla="*/ 6624 w 634516"/>
                    <a:gd name="connsiteY2" fmla="*/ 600627 h 600822"/>
                    <a:gd name="connsiteX3" fmla="*/ 335808 w 634516"/>
                    <a:gd name="connsiteY3" fmla="*/ 564051 h 600822"/>
                    <a:gd name="connsiteX4" fmla="*/ 634512 w 634516"/>
                    <a:gd name="connsiteY4" fmla="*/ 314115 h 600822"/>
                    <a:gd name="connsiteX5" fmla="*/ 329712 w 634516"/>
                    <a:gd name="connsiteY5" fmla="*/ 51987 h 600822"/>
                    <a:gd name="connsiteX6" fmla="*/ 6624 w 634516"/>
                    <a:gd name="connsiteY6" fmla="*/ 21507 h 600822"/>
                    <a:gd name="connsiteX0" fmla="*/ 6624 w 634516"/>
                    <a:gd name="connsiteY0" fmla="*/ 20598 h 599913"/>
                    <a:gd name="connsiteX1" fmla="*/ 213888 w 634516"/>
                    <a:gd name="connsiteY1" fmla="*/ 307110 h 599913"/>
                    <a:gd name="connsiteX2" fmla="*/ 6624 w 634516"/>
                    <a:gd name="connsiteY2" fmla="*/ 599718 h 599913"/>
                    <a:gd name="connsiteX3" fmla="*/ 335808 w 634516"/>
                    <a:gd name="connsiteY3" fmla="*/ 563142 h 599913"/>
                    <a:gd name="connsiteX4" fmla="*/ 634512 w 634516"/>
                    <a:gd name="connsiteY4" fmla="*/ 313206 h 599913"/>
                    <a:gd name="connsiteX5" fmla="*/ 329712 w 634516"/>
                    <a:gd name="connsiteY5" fmla="*/ 51078 h 599913"/>
                    <a:gd name="connsiteX6" fmla="*/ 6624 w 634516"/>
                    <a:gd name="connsiteY6" fmla="*/ 20598 h 599913"/>
                    <a:gd name="connsiteX0" fmla="*/ 6624 w 634516"/>
                    <a:gd name="connsiteY0" fmla="*/ 22407 h 601722"/>
                    <a:gd name="connsiteX1" fmla="*/ 213888 w 634516"/>
                    <a:gd name="connsiteY1" fmla="*/ 308919 h 601722"/>
                    <a:gd name="connsiteX2" fmla="*/ 6624 w 634516"/>
                    <a:gd name="connsiteY2" fmla="*/ 601527 h 601722"/>
                    <a:gd name="connsiteX3" fmla="*/ 335808 w 634516"/>
                    <a:gd name="connsiteY3" fmla="*/ 564951 h 601722"/>
                    <a:gd name="connsiteX4" fmla="*/ 634512 w 634516"/>
                    <a:gd name="connsiteY4" fmla="*/ 315015 h 601722"/>
                    <a:gd name="connsiteX5" fmla="*/ 329712 w 634516"/>
                    <a:gd name="connsiteY5" fmla="*/ 52887 h 601722"/>
                    <a:gd name="connsiteX6" fmla="*/ 6624 w 634516"/>
                    <a:gd name="connsiteY6" fmla="*/ 22407 h 601722"/>
                    <a:gd name="connsiteX0" fmla="*/ 6624 w 634516"/>
                    <a:gd name="connsiteY0" fmla="*/ 8163 h 587478"/>
                    <a:gd name="connsiteX1" fmla="*/ 213888 w 634516"/>
                    <a:gd name="connsiteY1" fmla="*/ 294675 h 587478"/>
                    <a:gd name="connsiteX2" fmla="*/ 6624 w 634516"/>
                    <a:gd name="connsiteY2" fmla="*/ 587283 h 587478"/>
                    <a:gd name="connsiteX3" fmla="*/ 335808 w 634516"/>
                    <a:gd name="connsiteY3" fmla="*/ 550707 h 587478"/>
                    <a:gd name="connsiteX4" fmla="*/ 634512 w 634516"/>
                    <a:gd name="connsiteY4" fmla="*/ 300771 h 587478"/>
                    <a:gd name="connsiteX5" fmla="*/ 329712 w 634516"/>
                    <a:gd name="connsiteY5" fmla="*/ 38643 h 587478"/>
                    <a:gd name="connsiteX6" fmla="*/ 6624 w 634516"/>
                    <a:gd name="connsiteY6" fmla="*/ 8163 h 587478"/>
                    <a:gd name="connsiteX0" fmla="*/ 6288 w 634180"/>
                    <a:gd name="connsiteY0" fmla="*/ 8163 h 587686"/>
                    <a:gd name="connsiteX1" fmla="*/ 213552 w 634180"/>
                    <a:gd name="connsiteY1" fmla="*/ 294675 h 587686"/>
                    <a:gd name="connsiteX2" fmla="*/ 6288 w 634180"/>
                    <a:gd name="connsiteY2" fmla="*/ 587283 h 587686"/>
                    <a:gd name="connsiteX3" fmla="*/ 335472 w 634180"/>
                    <a:gd name="connsiteY3" fmla="*/ 550707 h 587686"/>
                    <a:gd name="connsiteX4" fmla="*/ 634176 w 634180"/>
                    <a:gd name="connsiteY4" fmla="*/ 300771 h 587686"/>
                    <a:gd name="connsiteX5" fmla="*/ 329376 w 634180"/>
                    <a:gd name="connsiteY5" fmla="*/ 38643 h 587686"/>
                    <a:gd name="connsiteX6" fmla="*/ 6288 w 634180"/>
                    <a:gd name="connsiteY6" fmla="*/ 8163 h 587686"/>
                    <a:gd name="connsiteX0" fmla="*/ 6288 w 634211"/>
                    <a:gd name="connsiteY0" fmla="*/ 8163 h 587686"/>
                    <a:gd name="connsiteX1" fmla="*/ 213552 w 634211"/>
                    <a:gd name="connsiteY1" fmla="*/ 294675 h 587686"/>
                    <a:gd name="connsiteX2" fmla="*/ 6288 w 634211"/>
                    <a:gd name="connsiteY2" fmla="*/ 587283 h 587686"/>
                    <a:gd name="connsiteX3" fmla="*/ 335472 w 634211"/>
                    <a:gd name="connsiteY3" fmla="*/ 550707 h 587686"/>
                    <a:gd name="connsiteX4" fmla="*/ 634176 w 634211"/>
                    <a:gd name="connsiteY4" fmla="*/ 300771 h 587686"/>
                    <a:gd name="connsiteX5" fmla="*/ 329376 w 634211"/>
                    <a:gd name="connsiteY5" fmla="*/ 38643 h 587686"/>
                    <a:gd name="connsiteX6" fmla="*/ 6288 w 634211"/>
                    <a:gd name="connsiteY6" fmla="*/ 8163 h 587686"/>
                    <a:gd name="connsiteX0" fmla="*/ 6288 w 634286"/>
                    <a:gd name="connsiteY0" fmla="*/ 8163 h 587686"/>
                    <a:gd name="connsiteX1" fmla="*/ 213552 w 634286"/>
                    <a:gd name="connsiteY1" fmla="*/ 294675 h 587686"/>
                    <a:gd name="connsiteX2" fmla="*/ 6288 w 634286"/>
                    <a:gd name="connsiteY2" fmla="*/ 587283 h 587686"/>
                    <a:gd name="connsiteX3" fmla="*/ 335472 w 634286"/>
                    <a:gd name="connsiteY3" fmla="*/ 550707 h 587686"/>
                    <a:gd name="connsiteX4" fmla="*/ 634176 w 634286"/>
                    <a:gd name="connsiteY4" fmla="*/ 300771 h 587686"/>
                    <a:gd name="connsiteX5" fmla="*/ 329376 w 634286"/>
                    <a:gd name="connsiteY5" fmla="*/ 38643 h 587686"/>
                    <a:gd name="connsiteX6" fmla="*/ 6288 w 634286"/>
                    <a:gd name="connsiteY6" fmla="*/ 8163 h 587686"/>
                    <a:gd name="connsiteX0" fmla="*/ 6288 w 634286"/>
                    <a:gd name="connsiteY0" fmla="*/ 4816 h 584339"/>
                    <a:gd name="connsiteX1" fmla="*/ 213552 w 634286"/>
                    <a:gd name="connsiteY1" fmla="*/ 291328 h 584339"/>
                    <a:gd name="connsiteX2" fmla="*/ 6288 w 634286"/>
                    <a:gd name="connsiteY2" fmla="*/ 583936 h 584339"/>
                    <a:gd name="connsiteX3" fmla="*/ 335472 w 634286"/>
                    <a:gd name="connsiteY3" fmla="*/ 547360 h 584339"/>
                    <a:gd name="connsiteX4" fmla="*/ 634176 w 634286"/>
                    <a:gd name="connsiteY4" fmla="*/ 297424 h 584339"/>
                    <a:gd name="connsiteX5" fmla="*/ 329376 w 634286"/>
                    <a:gd name="connsiteY5" fmla="*/ 35296 h 584339"/>
                    <a:gd name="connsiteX6" fmla="*/ 6288 w 634286"/>
                    <a:gd name="connsiteY6" fmla="*/ 4816 h 584339"/>
                    <a:gd name="connsiteX0" fmla="*/ 6288 w 634210"/>
                    <a:gd name="connsiteY0" fmla="*/ 14826 h 594349"/>
                    <a:gd name="connsiteX1" fmla="*/ 213552 w 634210"/>
                    <a:gd name="connsiteY1" fmla="*/ 301338 h 594349"/>
                    <a:gd name="connsiteX2" fmla="*/ 6288 w 634210"/>
                    <a:gd name="connsiteY2" fmla="*/ 593946 h 594349"/>
                    <a:gd name="connsiteX3" fmla="*/ 335472 w 634210"/>
                    <a:gd name="connsiteY3" fmla="*/ 557370 h 594349"/>
                    <a:gd name="connsiteX4" fmla="*/ 634176 w 634210"/>
                    <a:gd name="connsiteY4" fmla="*/ 307434 h 594349"/>
                    <a:gd name="connsiteX5" fmla="*/ 353545 w 634210"/>
                    <a:gd name="connsiteY5" fmla="*/ 57390 h 594349"/>
                    <a:gd name="connsiteX6" fmla="*/ 6288 w 634210"/>
                    <a:gd name="connsiteY6" fmla="*/ 14826 h 594349"/>
                    <a:gd name="connsiteX0" fmla="*/ 6288 w 634210"/>
                    <a:gd name="connsiteY0" fmla="*/ 4846 h 584369"/>
                    <a:gd name="connsiteX1" fmla="*/ 213552 w 634210"/>
                    <a:gd name="connsiteY1" fmla="*/ 291358 h 584369"/>
                    <a:gd name="connsiteX2" fmla="*/ 6288 w 634210"/>
                    <a:gd name="connsiteY2" fmla="*/ 583966 h 584369"/>
                    <a:gd name="connsiteX3" fmla="*/ 335472 w 634210"/>
                    <a:gd name="connsiteY3" fmla="*/ 547390 h 584369"/>
                    <a:gd name="connsiteX4" fmla="*/ 634176 w 634210"/>
                    <a:gd name="connsiteY4" fmla="*/ 297454 h 584369"/>
                    <a:gd name="connsiteX5" fmla="*/ 353545 w 634210"/>
                    <a:gd name="connsiteY5" fmla="*/ 47410 h 584369"/>
                    <a:gd name="connsiteX6" fmla="*/ 6288 w 634210"/>
                    <a:gd name="connsiteY6" fmla="*/ 4846 h 584369"/>
                    <a:gd name="connsiteX0" fmla="*/ 6288 w 634210"/>
                    <a:gd name="connsiteY0" fmla="*/ 4415 h 583938"/>
                    <a:gd name="connsiteX1" fmla="*/ 213552 w 634210"/>
                    <a:gd name="connsiteY1" fmla="*/ 290927 h 583938"/>
                    <a:gd name="connsiteX2" fmla="*/ 6288 w 634210"/>
                    <a:gd name="connsiteY2" fmla="*/ 583535 h 583938"/>
                    <a:gd name="connsiteX3" fmla="*/ 335472 w 634210"/>
                    <a:gd name="connsiteY3" fmla="*/ 546959 h 583938"/>
                    <a:gd name="connsiteX4" fmla="*/ 634176 w 634210"/>
                    <a:gd name="connsiteY4" fmla="*/ 297023 h 583938"/>
                    <a:gd name="connsiteX5" fmla="*/ 353545 w 634210"/>
                    <a:gd name="connsiteY5" fmla="*/ 46979 h 583938"/>
                    <a:gd name="connsiteX6" fmla="*/ 6288 w 634210"/>
                    <a:gd name="connsiteY6" fmla="*/ 4415 h 583938"/>
                    <a:gd name="connsiteX0" fmla="*/ 6288 w 634210"/>
                    <a:gd name="connsiteY0" fmla="*/ 5419 h 584942"/>
                    <a:gd name="connsiteX1" fmla="*/ 213552 w 634210"/>
                    <a:gd name="connsiteY1" fmla="*/ 291931 h 584942"/>
                    <a:gd name="connsiteX2" fmla="*/ 6288 w 634210"/>
                    <a:gd name="connsiteY2" fmla="*/ 584539 h 584942"/>
                    <a:gd name="connsiteX3" fmla="*/ 335472 w 634210"/>
                    <a:gd name="connsiteY3" fmla="*/ 547963 h 584942"/>
                    <a:gd name="connsiteX4" fmla="*/ 634176 w 634210"/>
                    <a:gd name="connsiteY4" fmla="*/ 298027 h 584942"/>
                    <a:gd name="connsiteX5" fmla="*/ 353545 w 634210"/>
                    <a:gd name="connsiteY5" fmla="*/ 47983 h 584942"/>
                    <a:gd name="connsiteX6" fmla="*/ 6288 w 634210"/>
                    <a:gd name="connsiteY6" fmla="*/ 5419 h 584942"/>
                    <a:gd name="connsiteX0" fmla="*/ 6288 w 634218"/>
                    <a:gd name="connsiteY0" fmla="*/ 7646 h 587169"/>
                    <a:gd name="connsiteX1" fmla="*/ 213552 w 634218"/>
                    <a:gd name="connsiteY1" fmla="*/ 294158 h 587169"/>
                    <a:gd name="connsiteX2" fmla="*/ 6288 w 634218"/>
                    <a:gd name="connsiteY2" fmla="*/ 586766 h 587169"/>
                    <a:gd name="connsiteX3" fmla="*/ 335472 w 634218"/>
                    <a:gd name="connsiteY3" fmla="*/ 550190 h 587169"/>
                    <a:gd name="connsiteX4" fmla="*/ 634176 w 634218"/>
                    <a:gd name="connsiteY4" fmla="*/ 300254 h 587169"/>
                    <a:gd name="connsiteX5" fmla="*/ 353545 w 634218"/>
                    <a:gd name="connsiteY5" fmla="*/ 50210 h 587169"/>
                    <a:gd name="connsiteX6" fmla="*/ 6288 w 634218"/>
                    <a:gd name="connsiteY6" fmla="*/ 7646 h 587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4218" h="587169">
                      <a:moveTo>
                        <a:pt x="6288" y="7646"/>
                      </a:moveTo>
                      <a:cubicBezTo>
                        <a:pt x="-1402" y="17865"/>
                        <a:pt x="197440" y="80821"/>
                        <a:pt x="213552" y="294158"/>
                      </a:cubicBezTo>
                      <a:cubicBezTo>
                        <a:pt x="229664" y="507495"/>
                        <a:pt x="-44512" y="593878"/>
                        <a:pt x="6288" y="586766"/>
                      </a:cubicBezTo>
                      <a:cubicBezTo>
                        <a:pt x="105856" y="586766"/>
                        <a:pt x="200344" y="591846"/>
                        <a:pt x="335472" y="550190"/>
                      </a:cubicBezTo>
                      <a:cubicBezTo>
                        <a:pt x="470600" y="508534"/>
                        <a:pt x="631164" y="383584"/>
                        <a:pt x="634176" y="300254"/>
                      </a:cubicBezTo>
                      <a:cubicBezTo>
                        <a:pt x="637188" y="216924"/>
                        <a:pt x="479500" y="97260"/>
                        <a:pt x="353545" y="50210"/>
                      </a:cubicBezTo>
                      <a:cubicBezTo>
                        <a:pt x="227590" y="3160"/>
                        <a:pt x="19803" y="-10314"/>
                        <a:pt x="6288" y="7646"/>
                      </a:cubicBezTo>
                      <a:close/>
                    </a:path>
                  </a:pathLst>
                </a:custGeom>
                <a:solidFill>
                  <a:schemeClr val="bg1"/>
                </a:solidFill>
                <a:ln w="12700" cap="rnd"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r"/>
                  <a:endParaRPr lang="en-CN" sz="6000">
                    <a:solidFill>
                      <a:schemeClr val="tx1"/>
                    </a:solidFill>
                  </a:endParaRPr>
                </a:p>
              </p:txBody>
            </p:sp>
            <p:sp>
              <p:nvSpPr>
                <p:cNvPr id="110" name="Freeform 109">
                  <a:extLst>
                    <a:ext uri="{FF2B5EF4-FFF2-40B4-BE49-F238E27FC236}">
                      <a16:creationId xmlns:a16="http://schemas.microsoft.com/office/drawing/2014/main" id="{661F4F40-ED02-8342-828D-D2D46A3CFB18}"/>
                    </a:ext>
                  </a:extLst>
                </p:cNvPr>
                <p:cNvSpPr/>
                <p:nvPr/>
              </p:nvSpPr>
              <p:spPr bwMode="auto">
                <a:xfrm>
                  <a:off x="6470670" y="5701318"/>
                  <a:ext cx="223789" cy="531264"/>
                </a:xfrm>
                <a:custGeom>
                  <a:avLst/>
                  <a:gdLst>
                    <a:gd name="connsiteX0" fmla="*/ 0 w 195378"/>
                    <a:gd name="connsiteY0" fmla="*/ 0 h 541538"/>
                    <a:gd name="connsiteX1" fmla="*/ 195308 w 195378"/>
                    <a:gd name="connsiteY1" fmla="*/ 257452 h 541538"/>
                    <a:gd name="connsiteX2" fmla="*/ 17755 w 195378"/>
                    <a:gd name="connsiteY2" fmla="*/ 541538 h 541538"/>
                    <a:gd name="connsiteX0" fmla="*/ 2793 w 198102"/>
                    <a:gd name="connsiteY0" fmla="*/ 0 h 531264"/>
                    <a:gd name="connsiteX1" fmla="*/ 198101 w 198102"/>
                    <a:gd name="connsiteY1" fmla="*/ 257452 h 531264"/>
                    <a:gd name="connsiteX2" fmla="*/ 0 w 198102"/>
                    <a:gd name="connsiteY2" fmla="*/ 531264 h 531264"/>
                    <a:gd name="connsiteX0" fmla="*/ 2793 w 223788"/>
                    <a:gd name="connsiteY0" fmla="*/ 0 h 531264"/>
                    <a:gd name="connsiteX1" fmla="*/ 223787 w 223788"/>
                    <a:gd name="connsiteY1" fmla="*/ 262589 h 531264"/>
                    <a:gd name="connsiteX2" fmla="*/ 0 w 223788"/>
                    <a:gd name="connsiteY2" fmla="*/ 531264 h 531264"/>
                    <a:gd name="connsiteX0" fmla="*/ 2793 w 223902"/>
                    <a:gd name="connsiteY0" fmla="*/ 0 h 531264"/>
                    <a:gd name="connsiteX1" fmla="*/ 223787 w 223902"/>
                    <a:gd name="connsiteY1" fmla="*/ 262589 h 531264"/>
                    <a:gd name="connsiteX2" fmla="*/ 0 w 223902"/>
                    <a:gd name="connsiteY2" fmla="*/ 531264 h 531264"/>
                    <a:gd name="connsiteX0" fmla="*/ 2793 w 223934"/>
                    <a:gd name="connsiteY0" fmla="*/ 0 h 531264"/>
                    <a:gd name="connsiteX1" fmla="*/ 223787 w 223934"/>
                    <a:gd name="connsiteY1" fmla="*/ 262589 h 531264"/>
                    <a:gd name="connsiteX2" fmla="*/ 0 w 223934"/>
                    <a:gd name="connsiteY2" fmla="*/ 531264 h 531264"/>
                    <a:gd name="connsiteX0" fmla="*/ 2793 w 223927"/>
                    <a:gd name="connsiteY0" fmla="*/ 0 h 531264"/>
                    <a:gd name="connsiteX1" fmla="*/ 223787 w 223927"/>
                    <a:gd name="connsiteY1" fmla="*/ 262589 h 531264"/>
                    <a:gd name="connsiteX2" fmla="*/ 0 w 223927"/>
                    <a:gd name="connsiteY2" fmla="*/ 531264 h 531264"/>
                    <a:gd name="connsiteX0" fmla="*/ 2793 w 223927"/>
                    <a:gd name="connsiteY0" fmla="*/ 0 h 531264"/>
                    <a:gd name="connsiteX1" fmla="*/ 223787 w 223927"/>
                    <a:gd name="connsiteY1" fmla="*/ 262589 h 531264"/>
                    <a:gd name="connsiteX2" fmla="*/ 0 w 223927"/>
                    <a:gd name="connsiteY2" fmla="*/ 531264 h 531264"/>
                    <a:gd name="connsiteX0" fmla="*/ 2793 w 223789"/>
                    <a:gd name="connsiteY0" fmla="*/ 0 h 531264"/>
                    <a:gd name="connsiteX1" fmla="*/ 223787 w 223789"/>
                    <a:gd name="connsiteY1" fmla="*/ 262589 h 531264"/>
                    <a:gd name="connsiteX2" fmla="*/ 0 w 223789"/>
                    <a:gd name="connsiteY2" fmla="*/ 531264 h 531264"/>
                  </a:gdLst>
                  <a:ahLst/>
                  <a:cxnLst>
                    <a:cxn ang="0">
                      <a:pos x="connsiteX0" y="connsiteY0"/>
                    </a:cxn>
                    <a:cxn ang="0">
                      <a:pos x="connsiteX1" y="connsiteY1"/>
                    </a:cxn>
                    <a:cxn ang="0">
                      <a:pos x="connsiteX2" y="connsiteY2"/>
                    </a:cxn>
                  </a:cxnLst>
                  <a:rect l="l" t="t" r="r" b="b"/>
                  <a:pathLst>
                    <a:path w="223789" h="531264">
                      <a:moveTo>
                        <a:pt x="2793" y="0"/>
                      </a:moveTo>
                      <a:cubicBezTo>
                        <a:pt x="145200" y="83598"/>
                        <a:pt x="224252" y="153497"/>
                        <a:pt x="223787" y="262589"/>
                      </a:cubicBezTo>
                      <a:cubicBezTo>
                        <a:pt x="223322" y="371681"/>
                        <a:pt x="115941" y="460034"/>
                        <a:pt x="0" y="531264"/>
                      </a:cubicBezTo>
                    </a:path>
                  </a:pathLst>
                </a:custGeom>
                <a:noFill/>
                <a:ln w="12700" cap="rnd"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2800" b="0" i="0" u="none" strike="noStrike" cap="none" normalizeH="0" baseline="0">
                    <a:ln>
                      <a:noFill/>
                    </a:ln>
                    <a:solidFill>
                      <a:schemeClr val="tx1"/>
                    </a:solidFill>
                    <a:effectLst/>
                    <a:latin typeface="Arial" charset="0"/>
                  </a:endParaRPr>
                </a:p>
              </p:txBody>
            </p:sp>
          </p:grpSp>
          <p:cxnSp>
            <p:nvCxnSpPr>
              <p:cNvPr id="100" name="Straight Connector 99">
                <a:extLst>
                  <a:ext uri="{FF2B5EF4-FFF2-40B4-BE49-F238E27FC236}">
                    <a16:creationId xmlns:a16="http://schemas.microsoft.com/office/drawing/2014/main" id="{511E3FCB-ED66-4543-928F-CE13D183534E}"/>
                  </a:ext>
                </a:extLst>
              </p:cNvPr>
              <p:cNvCxnSpPr>
                <a:cxnSpLocks/>
              </p:cNvCxnSpPr>
              <p:nvPr/>
            </p:nvCxnSpPr>
            <p:spPr bwMode="auto">
              <a:xfrm>
                <a:off x="831209" y="4435688"/>
                <a:ext cx="255522" cy="0"/>
              </a:xfrm>
              <a:prstGeom prst="line">
                <a:avLst/>
              </a:prstGeom>
              <a:solidFill>
                <a:schemeClr val="accent1"/>
              </a:solidFill>
              <a:ln w="12700" cap="rnd" cmpd="sng" algn="ctr">
                <a:solidFill>
                  <a:schemeClr val="tx1"/>
                </a:solidFill>
                <a:prstDash val="solid"/>
                <a:round/>
                <a:headEnd type="none" w="med" len="med"/>
                <a:tailEnd type="oval" w="sm" len="sm"/>
              </a:ln>
              <a:effectLst/>
            </p:spPr>
          </p:cxnSp>
          <p:cxnSp>
            <p:nvCxnSpPr>
              <p:cNvPr id="101" name="Straight Connector 100">
                <a:extLst>
                  <a:ext uri="{FF2B5EF4-FFF2-40B4-BE49-F238E27FC236}">
                    <a16:creationId xmlns:a16="http://schemas.microsoft.com/office/drawing/2014/main" id="{D767CC3F-B27E-6C42-8417-9E8E8B34CF2E}"/>
                  </a:ext>
                </a:extLst>
              </p:cNvPr>
              <p:cNvCxnSpPr/>
              <p:nvPr/>
            </p:nvCxnSpPr>
            <p:spPr bwMode="auto">
              <a:xfrm flipH="1">
                <a:off x="754649" y="4343399"/>
                <a:ext cx="256975" cy="0"/>
              </a:xfrm>
              <a:prstGeom prst="line">
                <a:avLst/>
              </a:prstGeom>
              <a:solidFill>
                <a:schemeClr val="accent1"/>
              </a:solidFill>
              <a:ln w="12700" cap="rnd" cmpd="sng" algn="ctr">
                <a:solidFill>
                  <a:schemeClr val="tx1"/>
                </a:solidFill>
                <a:prstDash val="solid"/>
                <a:round/>
                <a:headEnd type="none" w="med" len="med"/>
                <a:tailEnd type="oval" w="sm" len="sm"/>
              </a:ln>
              <a:effectLst/>
            </p:spPr>
          </p:cxnSp>
          <p:sp>
            <p:nvSpPr>
              <p:cNvPr id="102" name="TextBox 101">
                <a:extLst>
                  <a:ext uri="{FF2B5EF4-FFF2-40B4-BE49-F238E27FC236}">
                    <a16:creationId xmlns:a16="http://schemas.microsoft.com/office/drawing/2014/main" id="{7BF40447-6DBA-2D4B-9DA6-93A517C56DF4}"/>
                  </a:ext>
                </a:extLst>
              </p:cNvPr>
              <p:cNvSpPr txBox="1"/>
              <p:nvPr/>
            </p:nvSpPr>
            <p:spPr>
              <a:xfrm>
                <a:off x="577358" y="3965867"/>
                <a:ext cx="354584"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a3</a:t>
                </a:r>
                <a:endParaRPr lang="en-CN" sz="1200" dirty="0">
                  <a:solidFill>
                    <a:schemeClr val="tx1"/>
                  </a:solidFill>
                  <a:latin typeface="Arial" panose="020B0604020202020204" pitchFamily="34" charset="0"/>
                  <a:cs typeface="Arial" panose="020B0604020202020204" pitchFamily="34" charset="0"/>
                </a:endParaRPr>
              </a:p>
            </p:txBody>
          </p:sp>
          <p:sp>
            <p:nvSpPr>
              <p:cNvPr id="103" name="TextBox 102">
                <a:extLst>
                  <a:ext uri="{FF2B5EF4-FFF2-40B4-BE49-F238E27FC236}">
                    <a16:creationId xmlns:a16="http://schemas.microsoft.com/office/drawing/2014/main" id="{9FDB5156-6C75-5E41-B341-1A2DDECF51E5}"/>
                  </a:ext>
                </a:extLst>
              </p:cNvPr>
              <p:cNvSpPr txBox="1"/>
              <p:nvPr/>
            </p:nvSpPr>
            <p:spPr>
              <a:xfrm>
                <a:off x="898280" y="3965866"/>
                <a:ext cx="364202"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b3</a:t>
                </a:r>
                <a:endParaRPr lang="en-CN" sz="1200" dirty="0">
                  <a:solidFill>
                    <a:schemeClr val="tx1"/>
                  </a:solidFill>
                  <a:latin typeface="Arial" panose="020B0604020202020204" pitchFamily="34" charset="0"/>
                  <a:cs typeface="Arial" panose="020B0604020202020204" pitchFamily="34" charset="0"/>
                </a:endParaRPr>
              </a:p>
            </p:txBody>
          </p:sp>
          <p:sp>
            <p:nvSpPr>
              <p:cNvPr id="104" name="TextBox 103">
                <a:extLst>
                  <a:ext uri="{FF2B5EF4-FFF2-40B4-BE49-F238E27FC236}">
                    <a16:creationId xmlns:a16="http://schemas.microsoft.com/office/drawing/2014/main" id="{01926634-D3EC-FA40-A524-42253A1CE29B}"/>
                  </a:ext>
                </a:extLst>
              </p:cNvPr>
              <p:cNvSpPr txBox="1"/>
              <p:nvPr/>
            </p:nvSpPr>
            <p:spPr>
              <a:xfrm>
                <a:off x="582311" y="4809539"/>
                <a:ext cx="389850"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G3</a:t>
                </a:r>
                <a:endParaRPr lang="en-CN" sz="1200" dirty="0">
                  <a:solidFill>
                    <a:schemeClr val="tx1"/>
                  </a:solidFill>
                  <a:latin typeface="Arial" panose="020B0604020202020204" pitchFamily="34" charset="0"/>
                  <a:cs typeface="Arial" panose="020B0604020202020204" pitchFamily="34" charset="0"/>
                </a:endParaRPr>
              </a:p>
            </p:txBody>
          </p:sp>
          <p:sp>
            <p:nvSpPr>
              <p:cNvPr id="105" name="TextBox 104">
                <a:extLst>
                  <a:ext uri="{FF2B5EF4-FFF2-40B4-BE49-F238E27FC236}">
                    <a16:creationId xmlns:a16="http://schemas.microsoft.com/office/drawing/2014/main" id="{C5BFC2E6-2D78-7647-9697-2FF013E09502}"/>
                  </a:ext>
                </a:extLst>
              </p:cNvPr>
              <p:cNvSpPr txBox="1"/>
              <p:nvPr/>
            </p:nvSpPr>
            <p:spPr>
              <a:xfrm>
                <a:off x="862299" y="4809538"/>
                <a:ext cx="372217"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P3</a:t>
                </a:r>
                <a:endParaRPr lang="en-CN" sz="1200" dirty="0">
                  <a:solidFill>
                    <a:schemeClr val="tx1"/>
                  </a:solidFill>
                  <a:latin typeface="Arial" panose="020B0604020202020204" pitchFamily="34" charset="0"/>
                  <a:cs typeface="Arial" panose="020B0604020202020204" pitchFamily="34" charset="0"/>
                </a:endParaRPr>
              </a:p>
            </p:txBody>
          </p:sp>
        </p:grpSp>
        <p:grpSp>
          <p:nvGrpSpPr>
            <p:cNvPr id="7" name="Group 6">
              <a:extLst>
                <a:ext uri="{FF2B5EF4-FFF2-40B4-BE49-F238E27FC236}">
                  <a16:creationId xmlns:a16="http://schemas.microsoft.com/office/drawing/2014/main" id="{F110679B-2A4C-3444-A317-658BA8300B0F}"/>
                </a:ext>
              </a:extLst>
            </p:cNvPr>
            <p:cNvGrpSpPr/>
            <p:nvPr/>
          </p:nvGrpSpPr>
          <p:grpSpPr>
            <a:xfrm>
              <a:off x="1689679" y="3822717"/>
              <a:ext cx="685124" cy="834737"/>
              <a:chOff x="577358" y="3965866"/>
              <a:chExt cx="685124" cy="834737"/>
            </a:xfrm>
          </p:grpSpPr>
          <p:grpSp>
            <p:nvGrpSpPr>
              <p:cNvPr id="83" name="Group 82">
                <a:extLst>
                  <a:ext uri="{FF2B5EF4-FFF2-40B4-BE49-F238E27FC236}">
                    <a16:creationId xmlns:a16="http://schemas.microsoft.com/office/drawing/2014/main" id="{0E96ACB7-D1E1-B147-B00A-E5E85273908E}"/>
                  </a:ext>
                </a:extLst>
              </p:cNvPr>
              <p:cNvGrpSpPr/>
              <p:nvPr/>
            </p:nvGrpSpPr>
            <p:grpSpPr>
              <a:xfrm rot="5400000">
                <a:off x="487391" y="4420688"/>
                <a:ext cx="609600" cy="150228"/>
                <a:chOff x="2863476" y="5594843"/>
                <a:chExt cx="2234241" cy="576063"/>
              </a:xfrm>
            </p:grpSpPr>
            <p:cxnSp>
              <p:nvCxnSpPr>
                <p:cNvPr id="94" name="Straight Connector 93">
                  <a:extLst>
                    <a:ext uri="{FF2B5EF4-FFF2-40B4-BE49-F238E27FC236}">
                      <a16:creationId xmlns:a16="http://schemas.microsoft.com/office/drawing/2014/main" id="{293BD409-9F98-1E4B-8450-132504096734}"/>
                    </a:ext>
                  </a:extLst>
                </p:cNvPr>
                <p:cNvCxnSpPr>
                  <a:cxnSpLocks/>
                  <a:stCxn id="95" idx="1"/>
                </p:cNvCxnSpPr>
                <p:nvPr/>
              </p:nvCxnSpPr>
              <p:spPr bwMode="auto">
                <a:xfrm rot="16200000">
                  <a:off x="4582550" y="5367707"/>
                  <a:ext cx="0" cy="1030335"/>
                </a:xfrm>
                <a:prstGeom prst="line">
                  <a:avLst/>
                </a:prstGeom>
                <a:solidFill>
                  <a:schemeClr val="accent1"/>
                </a:solidFill>
                <a:ln w="12700" cap="rnd" cmpd="sng" algn="ctr">
                  <a:solidFill>
                    <a:schemeClr val="tx1"/>
                  </a:solidFill>
                  <a:prstDash val="solid"/>
                  <a:round/>
                  <a:headEnd type="none" w="med" len="med"/>
                  <a:tailEnd type="none" w="med" len="med"/>
                </a:ln>
                <a:effectLst/>
              </p:spPr>
            </p:cxnSp>
            <p:sp>
              <p:nvSpPr>
                <p:cNvPr id="95" name="Round Same Side Corner Rectangle 94">
                  <a:extLst>
                    <a:ext uri="{FF2B5EF4-FFF2-40B4-BE49-F238E27FC236}">
                      <a16:creationId xmlns:a16="http://schemas.microsoft.com/office/drawing/2014/main" id="{5A8117AD-F9B0-E646-87CD-2DDC3CC05480}"/>
                    </a:ext>
                  </a:extLst>
                </p:cNvPr>
                <p:cNvSpPr/>
                <p:nvPr/>
              </p:nvSpPr>
              <p:spPr bwMode="auto">
                <a:xfrm rot="5400000">
                  <a:off x="4093388" y="5568837"/>
                  <a:ext cx="576063" cy="628076"/>
                </a:xfrm>
                <a:prstGeom prst="round2SameRect">
                  <a:avLst>
                    <a:gd name="adj1" fmla="val 50000"/>
                    <a:gd name="adj2" fmla="val 0"/>
                  </a:avLst>
                </a:prstGeom>
                <a:solidFill>
                  <a:schemeClr val="bg1"/>
                </a:solidFill>
                <a:ln w="12700" cap="rnd"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r"/>
                  <a:endParaRPr lang="en-CN" sz="6000">
                    <a:solidFill>
                      <a:schemeClr val="tx1"/>
                    </a:solidFill>
                  </a:endParaRPr>
                </a:p>
              </p:txBody>
            </p:sp>
            <p:cxnSp>
              <p:nvCxnSpPr>
                <p:cNvPr id="96" name="Straight Connector 95">
                  <a:extLst>
                    <a:ext uri="{FF2B5EF4-FFF2-40B4-BE49-F238E27FC236}">
                      <a16:creationId xmlns:a16="http://schemas.microsoft.com/office/drawing/2014/main" id="{629C84A5-EF1E-4446-B262-387E8D03CC29}"/>
                    </a:ext>
                  </a:extLst>
                </p:cNvPr>
                <p:cNvCxnSpPr>
                  <a:cxnSpLocks/>
                </p:cNvCxnSpPr>
                <p:nvPr/>
              </p:nvCxnSpPr>
              <p:spPr bwMode="auto">
                <a:xfrm rot="16200000">
                  <a:off x="3922448" y="5571081"/>
                  <a:ext cx="0" cy="324350"/>
                </a:xfrm>
                <a:prstGeom prst="line">
                  <a:avLst/>
                </a:prstGeom>
                <a:solidFill>
                  <a:schemeClr val="accent1"/>
                </a:solidFill>
                <a:ln w="12700" cap="rnd" cmpd="sng" algn="ctr">
                  <a:solidFill>
                    <a:schemeClr val="tx1"/>
                  </a:solidFill>
                  <a:prstDash val="solid"/>
                  <a:round/>
                  <a:headEnd type="none" w="med" len="med"/>
                  <a:tailEnd type="none" w="med" len="med"/>
                </a:ln>
                <a:effectLst/>
              </p:spPr>
            </p:cxnSp>
            <p:cxnSp>
              <p:nvCxnSpPr>
                <p:cNvPr id="97" name="Straight Connector 96">
                  <a:extLst>
                    <a:ext uri="{FF2B5EF4-FFF2-40B4-BE49-F238E27FC236}">
                      <a16:creationId xmlns:a16="http://schemas.microsoft.com/office/drawing/2014/main" id="{A8BEF375-D2C6-C142-BA79-4549C20D26DB}"/>
                    </a:ext>
                  </a:extLst>
                </p:cNvPr>
                <p:cNvCxnSpPr>
                  <a:cxnSpLocks/>
                </p:cNvCxnSpPr>
                <p:nvPr/>
              </p:nvCxnSpPr>
              <p:spPr bwMode="auto">
                <a:xfrm rot="16200000">
                  <a:off x="3474050" y="5416257"/>
                  <a:ext cx="0" cy="1221148"/>
                </a:xfrm>
                <a:prstGeom prst="line">
                  <a:avLst/>
                </a:prstGeom>
                <a:solidFill>
                  <a:schemeClr val="accent1"/>
                </a:solidFill>
                <a:ln w="12700" cap="rnd" cmpd="sng" algn="ctr">
                  <a:solidFill>
                    <a:schemeClr val="tx1"/>
                  </a:solidFill>
                  <a:prstDash val="solid"/>
                  <a:round/>
                  <a:headEnd type="none" w="med" len="med"/>
                  <a:tailEnd type="none" w="med" len="med"/>
                </a:ln>
                <a:effectLst/>
              </p:spPr>
            </p:cxnSp>
          </p:grpSp>
          <p:grpSp>
            <p:nvGrpSpPr>
              <p:cNvPr id="84" name="Group 83">
                <a:extLst>
                  <a:ext uri="{FF2B5EF4-FFF2-40B4-BE49-F238E27FC236}">
                    <a16:creationId xmlns:a16="http://schemas.microsoft.com/office/drawing/2014/main" id="{B9D368F4-136F-C94E-8ADF-AD65ADF63022}"/>
                  </a:ext>
                </a:extLst>
              </p:cNvPr>
              <p:cNvGrpSpPr/>
              <p:nvPr/>
            </p:nvGrpSpPr>
            <p:grpSpPr>
              <a:xfrm rot="5400000">
                <a:off x="742801" y="4420692"/>
                <a:ext cx="609603" cy="150219"/>
                <a:chOff x="5378571" y="5655686"/>
                <a:chExt cx="2232016" cy="587169"/>
              </a:xfrm>
            </p:grpSpPr>
            <p:cxnSp>
              <p:nvCxnSpPr>
                <p:cNvPr id="89" name="Straight Connector 88">
                  <a:extLst>
                    <a:ext uri="{FF2B5EF4-FFF2-40B4-BE49-F238E27FC236}">
                      <a16:creationId xmlns:a16="http://schemas.microsoft.com/office/drawing/2014/main" id="{FAC1FA0D-BADA-5249-8E9F-2C86D1EAD47D}"/>
                    </a:ext>
                  </a:extLst>
                </p:cNvPr>
                <p:cNvCxnSpPr>
                  <a:cxnSpLocks/>
                </p:cNvCxnSpPr>
                <p:nvPr/>
              </p:nvCxnSpPr>
              <p:spPr bwMode="auto">
                <a:xfrm rot="16200000">
                  <a:off x="7409742" y="5745099"/>
                  <a:ext cx="0" cy="401691"/>
                </a:xfrm>
                <a:prstGeom prst="line">
                  <a:avLst/>
                </a:prstGeom>
                <a:solidFill>
                  <a:schemeClr val="accent1"/>
                </a:solidFill>
                <a:ln w="12700" cap="rnd" cmpd="sng" algn="ctr">
                  <a:solidFill>
                    <a:schemeClr val="tx1"/>
                  </a:solidFill>
                  <a:prstDash val="solid"/>
                  <a:round/>
                  <a:headEnd type="none" w="med" len="med"/>
                  <a:tailEnd type="none" w="med" len="med"/>
                </a:ln>
                <a:effectLst/>
              </p:spPr>
            </p:cxnSp>
            <p:cxnSp>
              <p:nvCxnSpPr>
                <p:cNvPr id="90" name="Straight Connector 89">
                  <a:extLst>
                    <a:ext uri="{FF2B5EF4-FFF2-40B4-BE49-F238E27FC236}">
                      <a16:creationId xmlns:a16="http://schemas.microsoft.com/office/drawing/2014/main" id="{BF0479CA-383D-8C46-869C-A82A7E51C258}"/>
                    </a:ext>
                  </a:extLst>
                </p:cNvPr>
                <p:cNvCxnSpPr>
                  <a:cxnSpLocks/>
                </p:cNvCxnSpPr>
                <p:nvPr/>
              </p:nvCxnSpPr>
              <p:spPr bwMode="auto">
                <a:xfrm rot="16200000">
                  <a:off x="6069892" y="5105007"/>
                  <a:ext cx="0" cy="1382641"/>
                </a:xfrm>
                <a:prstGeom prst="line">
                  <a:avLst/>
                </a:prstGeom>
                <a:solidFill>
                  <a:schemeClr val="accent1"/>
                </a:solidFill>
                <a:ln w="12700" cap="rnd" cmpd="sng" algn="ctr">
                  <a:solidFill>
                    <a:schemeClr val="tx1"/>
                  </a:solidFill>
                  <a:prstDash val="solid"/>
                  <a:round/>
                  <a:headEnd type="none" w="med" len="med"/>
                  <a:tailEnd type="none" w="med" len="med"/>
                </a:ln>
                <a:effectLst/>
              </p:spPr>
            </p:cxnSp>
            <p:cxnSp>
              <p:nvCxnSpPr>
                <p:cNvPr id="91" name="Straight Connector 90">
                  <a:extLst>
                    <a:ext uri="{FF2B5EF4-FFF2-40B4-BE49-F238E27FC236}">
                      <a16:creationId xmlns:a16="http://schemas.microsoft.com/office/drawing/2014/main" id="{4D7D1397-FAB5-0241-BEF5-D6635EA5383C}"/>
                    </a:ext>
                  </a:extLst>
                </p:cNvPr>
                <p:cNvCxnSpPr>
                  <a:cxnSpLocks/>
                </p:cNvCxnSpPr>
                <p:nvPr/>
              </p:nvCxnSpPr>
              <p:spPr bwMode="auto">
                <a:xfrm rot="16200000">
                  <a:off x="6348890" y="5677583"/>
                  <a:ext cx="0" cy="824641"/>
                </a:xfrm>
                <a:prstGeom prst="line">
                  <a:avLst/>
                </a:prstGeom>
                <a:solidFill>
                  <a:schemeClr val="accent1"/>
                </a:solidFill>
                <a:ln w="12700" cap="rnd" cmpd="sng" algn="ctr">
                  <a:solidFill>
                    <a:schemeClr val="tx1"/>
                  </a:solidFill>
                  <a:prstDash val="solid"/>
                  <a:round/>
                  <a:headEnd type="none" w="med" len="med"/>
                  <a:tailEnd type="none" w="med" len="med"/>
                </a:ln>
                <a:effectLst/>
              </p:spPr>
            </p:cxnSp>
            <p:sp>
              <p:nvSpPr>
                <p:cNvPr id="92" name="Freeform 91">
                  <a:extLst>
                    <a:ext uri="{FF2B5EF4-FFF2-40B4-BE49-F238E27FC236}">
                      <a16:creationId xmlns:a16="http://schemas.microsoft.com/office/drawing/2014/main" id="{30DD6E91-9C60-9248-BBDF-C139671FBB5E}"/>
                    </a:ext>
                  </a:extLst>
                </p:cNvPr>
                <p:cNvSpPr/>
                <p:nvPr/>
              </p:nvSpPr>
              <p:spPr bwMode="auto">
                <a:xfrm>
                  <a:off x="6574688" y="5655686"/>
                  <a:ext cx="634218" cy="587169"/>
                </a:xfrm>
                <a:custGeom>
                  <a:avLst/>
                  <a:gdLst>
                    <a:gd name="connsiteX0" fmla="*/ 0 w 627888"/>
                    <a:gd name="connsiteY0" fmla="*/ 0 h 579120"/>
                    <a:gd name="connsiteX1" fmla="*/ 207264 w 627888"/>
                    <a:gd name="connsiteY1" fmla="*/ 286512 h 579120"/>
                    <a:gd name="connsiteX2" fmla="*/ 0 w 627888"/>
                    <a:gd name="connsiteY2" fmla="*/ 579120 h 579120"/>
                    <a:gd name="connsiteX3" fmla="*/ 365760 w 627888"/>
                    <a:gd name="connsiteY3" fmla="*/ 573024 h 579120"/>
                    <a:gd name="connsiteX4" fmla="*/ 627888 w 627888"/>
                    <a:gd name="connsiteY4" fmla="*/ 292608 h 579120"/>
                    <a:gd name="connsiteX5" fmla="*/ 390144 w 627888"/>
                    <a:gd name="connsiteY5" fmla="*/ 6096 h 579120"/>
                    <a:gd name="connsiteX6" fmla="*/ 0 w 627888"/>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46520"/>
                    <a:gd name="connsiteY0" fmla="*/ 0 h 579120"/>
                    <a:gd name="connsiteX1" fmla="*/ 209962 w 646520"/>
                    <a:gd name="connsiteY1" fmla="*/ 286512 h 579120"/>
                    <a:gd name="connsiteX2" fmla="*/ 2698 w 646520"/>
                    <a:gd name="connsiteY2" fmla="*/ 579120 h 579120"/>
                    <a:gd name="connsiteX3" fmla="*/ 368458 w 646520"/>
                    <a:gd name="connsiteY3" fmla="*/ 573024 h 579120"/>
                    <a:gd name="connsiteX4" fmla="*/ 630586 w 646520"/>
                    <a:gd name="connsiteY4" fmla="*/ 292608 h 579120"/>
                    <a:gd name="connsiteX5" fmla="*/ 392842 w 646520"/>
                    <a:gd name="connsiteY5" fmla="*/ 6096 h 579120"/>
                    <a:gd name="connsiteX6" fmla="*/ 2698 w 646520"/>
                    <a:gd name="connsiteY6" fmla="*/ 0 h 579120"/>
                    <a:gd name="connsiteX0" fmla="*/ 2698 w 646520"/>
                    <a:gd name="connsiteY0" fmla="*/ 51141 h 630261"/>
                    <a:gd name="connsiteX1" fmla="*/ 209962 w 646520"/>
                    <a:gd name="connsiteY1" fmla="*/ 337653 h 630261"/>
                    <a:gd name="connsiteX2" fmla="*/ 2698 w 646520"/>
                    <a:gd name="connsiteY2" fmla="*/ 630261 h 630261"/>
                    <a:gd name="connsiteX3" fmla="*/ 368458 w 646520"/>
                    <a:gd name="connsiteY3" fmla="*/ 624165 h 630261"/>
                    <a:gd name="connsiteX4" fmla="*/ 630586 w 646520"/>
                    <a:gd name="connsiteY4" fmla="*/ 343749 h 630261"/>
                    <a:gd name="connsiteX5" fmla="*/ 392842 w 646520"/>
                    <a:gd name="connsiteY5" fmla="*/ 57237 h 630261"/>
                    <a:gd name="connsiteX6" fmla="*/ 2698 w 646520"/>
                    <a:gd name="connsiteY6" fmla="*/ 51141 h 630261"/>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1455 h 600575"/>
                    <a:gd name="connsiteX1" fmla="*/ 209962 w 646520"/>
                    <a:gd name="connsiteY1" fmla="*/ 307967 h 600575"/>
                    <a:gd name="connsiteX2" fmla="*/ 2698 w 646520"/>
                    <a:gd name="connsiteY2" fmla="*/ 600575 h 600575"/>
                    <a:gd name="connsiteX3" fmla="*/ 368458 w 646520"/>
                    <a:gd name="connsiteY3" fmla="*/ 594479 h 600575"/>
                    <a:gd name="connsiteX4" fmla="*/ 630586 w 646520"/>
                    <a:gd name="connsiteY4" fmla="*/ 314063 h 600575"/>
                    <a:gd name="connsiteX5" fmla="*/ 392842 w 646520"/>
                    <a:gd name="connsiteY5" fmla="*/ 27551 h 600575"/>
                    <a:gd name="connsiteX6" fmla="*/ 2698 w 646520"/>
                    <a:gd name="connsiteY6" fmla="*/ 21455 h 600575"/>
                    <a:gd name="connsiteX0" fmla="*/ 2698 w 630586"/>
                    <a:gd name="connsiteY0" fmla="*/ 21455 h 600575"/>
                    <a:gd name="connsiteX1" fmla="*/ 209962 w 630586"/>
                    <a:gd name="connsiteY1" fmla="*/ 307967 h 600575"/>
                    <a:gd name="connsiteX2" fmla="*/ 2698 w 630586"/>
                    <a:gd name="connsiteY2" fmla="*/ 600575 h 600575"/>
                    <a:gd name="connsiteX3" fmla="*/ 368458 w 630586"/>
                    <a:gd name="connsiteY3" fmla="*/ 594479 h 600575"/>
                    <a:gd name="connsiteX4" fmla="*/ 630586 w 630586"/>
                    <a:gd name="connsiteY4" fmla="*/ 314063 h 600575"/>
                    <a:gd name="connsiteX5" fmla="*/ 392842 w 630586"/>
                    <a:gd name="connsiteY5" fmla="*/ 27551 h 600575"/>
                    <a:gd name="connsiteX6" fmla="*/ 2698 w 630586"/>
                    <a:gd name="connsiteY6" fmla="*/ 21455 h 600575"/>
                    <a:gd name="connsiteX0" fmla="*/ 2698 w 631527"/>
                    <a:gd name="connsiteY0" fmla="*/ 21455 h 600575"/>
                    <a:gd name="connsiteX1" fmla="*/ 209962 w 631527"/>
                    <a:gd name="connsiteY1" fmla="*/ 307967 h 600575"/>
                    <a:gd name="connsiteX2" fmla="*/ 2698 w 631527"/>
                    <a:gd name="connsiteY2" fmla="*/ 600575 h 600575"/>
                    <a:gd name="connsiteX3" fmla="*/ 301402 w 631527"/>
                    <a:gd name="connsiteY3" fmla="*/ 600575 h 600575"/>
                    <a:gd name="connsiteX4" fmla="*/ 630586 w 631527"/>
                    <a:gd name="connsiteY4" fmla="*/ 314063 h 600575"/>
                    <a:gd name="connsiteX5" fmla="*/ 392842 w 631527"/>
                    <a:gd name="connsiteY5" fmla="*/ 27551 h 600575"/>
                    <a:gd name="connsiteX6" fmla="*/ 2698 w 631527"/>
                    <a:gd name="connsiteY6" fmla="*/ 21455 h 600575"/>
                    <a:gd name="connsiteX0" fmla="*/ 2698 w 631527"/>
                    <a:gd name="connsiteY0" fmla="*/ 21455 h 602832"/>
                    <a:gd name="connsiteX1" fmla="*/ 209962 w 631527"/>
                    <a:gd name="connsiteY1" fmla="*/ 307967 h 602832"/>
                    <a:gd name="connsiteX2" fmla="*/ 2698 w 631527"/>
                    <a:gd name="connsiteY2" fmla="*/ 600575 h 602832"/>
                    <a:gd name="connsiteX3" fmla="*/ 301402 w 631527"/>
                    <a:gd name="connsiteY3" fmla="*/ 600575 h 602832"/>
                    <a:gd name="connsiteX4" fmla="*/ 630586 w 631527"/>
                    <a:gd name="connsiteY4" fmla="*/ 314063 h 602832"/>
                    <a:gd name="connsiteX5" fmla="*/ 392842 w 631527"/>
                    <a:gd name="connsiteY5" fmla="*/ 27551 h 602832"/>
                    <a:gd name="connsiteX6" fmla="*/ 2698 w 631527"/>
                    <a:gd name="connsiteY6" fmla="*/ 21455 h 602832"/>
                    <a:gd name="connsiteX0" fmla="*/ 2698 w 630586"/>
                    <a:gd name="connsiteY0" fmla="*/ 21455 h 602832"/>
                    <a:gd name="connsiteX1" fmla="*/ 209962 w 630586"/>
                    <a:gd name="connsiteY1" fmla="*/ 307967 h 602832"/>
                    <a:gd name="connsiteX2" fmla="*/ 2698 w 630586"/>
                    <a:gd name="connsiteY2" fmla="*/ 600575 h 602832"/>
                    <a:gd name="connsiteX3" fmla="*/ 301402 w 630586"/>
                    <a:gd name="connsiteY3" fmla="*/ 600575 h 602832"/>
                    <a:gd name="connsiteX4" fmla="*/ 630586 w 630586"/>
                    <a:gd name="connsiteY4" fmla="*/ 314063 h 602832"/>
                    <a:gd name="connsiteX5" fmla="*/ 301402 w 630586"/>
                    <a:gd name="connsiteY5" fmla="*/ 27551 h 602832"/>
                    <a:gd name="connsiteX6" fmla="*/ 2698 w 630586"/>
                    <a:gd name="connsiteY6" fmla="*/ 21455 h 602832"/>
                    <a:gd name="connsiteX0" fmla="*/ 2698 w 630586"/>
                    <a:gd name="connsiteY0" fmla="*/ 20123 h 601500"/>
                    <a:gd name="connsiteX1" fmla="*/ 209962 w 630586"/>
                    <a:gd name="connsiteY1" fmla="*/ 306635 h 601500"/>
                    <a:gd name="connsiteX2" fmla="*/ 2698 w 630586"/>
                    <a:gd name="connsiteY2" fmla="*/ 599243 h 601500"/>
                    <a:gd name="connsiteX3" fmla="*/ 301402 w 630586"/>
                    <a:gd name="connsiteY3" fmla="*/ 599243 h 601500"/>
                    <a:gd name="connsiteX4" fmla="*/ 630586 w 630586"/>
                    <a:gd name="connsiteY4" fmla="*/ 312731 h 601500"/>
                    <a:gd name="connsiteX5" fmla="*/ 301402 w 630586"/>
                    <a:gd name="connsiteY5" fmla="*/ 26219 h 601500"/>
                    <a:gd name="connsiteX6" fmla="*/ 2698 w 630586"/>
                    <a:gd name="connsiteY6" fmla="*/ 20123 h 601500"/>
                    <a:gd name="connsiteX0" fmla="*/ 2146 w 630034"/>
                    <a:gd name="connsiteY0" fmla="*/ 20123 h 601500"/>
                    <a:gd name="connsiteX1" fmla="*/ 209410 w 630034"/>
                    <a:gd name="connsiteY1" fmla="*/ 306635 h 601500"/>
                    <a:gd name="connsiteX2" fmla="*/ 2146 w 630034"/>
                    <a:gd name="connsiteY2" fmla="*/ 599243 h 601500"/>
                    <a:gd name="connsiteX3" fmla="*/ 300850 w 630034"/>
                    <a:gd name="connsiteY3" fmla="*/ 599243 h 601500"/>
                    <a:gd name="connsiteX4" fmla="*/ 630034 w 630034"/>
                    <a:gd name="connsiteY4" fmla="*/ 312731 h 601500"/>
                    <a:gd name="connsiteX5" fmla="*/ 300850 w 630034"/>
                    <a:gd name="connsiteY5" fmla="*/ 26219 h 601500"/>
                    <a:gd name="connsiteX6" fmla="*/ 2146 w 630034"/>
                    <a:gd name="connsiteY6" fmla="*/ 20123 h 601500"/>
                    <a:gd name="connsiteX0" fmla="*/ 6215 w 634103"/>
                    <a:gd name="connsiteY0" fmla="*/ 3947 h 585324"/>
                    <a:gd name="connsiteX1" fmla="*/ 213479 w 634103"/>
                    <a:gd name="connsiteY1" fmla="*/ 290459 h 585324"/>
                    <a:gd name="connsiteX2" fmla="*/ 6215 w 634103"/>
                    <a:gd name="connsiteY2" fmla="*/ 583067 h 585324"/>
                    <a:gd name="connsiteX3" fmla="*/ 304919 w 634103"/>
                    <a:gd name="connsiteY3" fmla="*/ 583067 h 585324"/>
                    <a:gd name="connsiteX4" fmla="*/ 634103 w 634103"/>
                    <a:gd name="connsiteY4" fmla="*/ 296555 h 585324"/>
                    <a:gd name="connsiteX5" fmla="*/ 304919 w 634103"/>
                    <a:gd name="connsiteY5" fmla="*/ 10043 h 585324"/>
                    <a:gd name="connsiteX6" fmla="*/ 6215 w 634103"/>
                    <a:gd name="connsiteY6" fmla="*/ 3947 h 585324"/>
                    <a:gd name="connsiteX0" fmla="*/ 6624 w 634512"/>
                    <a:gd name="connsiteY0" fmla="*/ 3947 h 585324"/>
                    <a:gd name="connsiteX1" fmla="*/ 213888 w 634512"/>
                    <a:gd name="connsiteY1" fmla="*/ 290459 h 585324"/>
                    <a:gd name="connsiteX2" fmla="*/ 6624 w 634512"/>
                    <a:gd name="connsiteY2" fmla="*/ 583067 h 585324"/>
                    <a:gd name="connsiteX3" fmla="*/ 305328 w 634512"/>
                    <a:gd name="connsiteY3" fmla="*/ 583067 h 585324"/>
                    <a:gd name="connsiteX4" fmla="*/ 634512 w 634512"/>
                    <a:gd name="connsiteY4" fmla="*/ 296555 h 585324"/>
                    <a:gd name="connsiteX5" fmla="*/ 305328 w 634512"/>
                    <a:gd name="connsiteY5" fmla="*/ 10043 h 585324"/>
                    <a:gd name="connsiteX6" fmla="*/ 6624 w 634512"/>
                    <a:gd name="connsiteY6" fmla="*/ 3947 h 585324"/>
                    <a:gd name="connsiteX0" fmla="*/ 6624 w 634644"/>
                    <a:gd name="connsiteY0" fmla="*/ 18301 h 599678"/>
                    <a:gd name="connsiteX1" fmla="*/ 213888 w 634644"/>
                    <a:gd name="connsiteY1" fmla="*/ 304813 h 599678"/>
                    <a:gd name="connsiteX2" fmla="*/ 6624 w 634644"/>
                    <a:gd name="connsiteY2" fmla="*/ 597421 h 599678"/>
                    <a:gd name="connsiteX3" fmla="*/ 305328 w 634644"/>
                    <a:gd name="connsiteY3" fmla="*/ 597421 h 599678"/>
                    <a:gd name="connsiteX4" fmla="*/ 634512 w 634644"/>
                    <a:gd name="connsiteY4" fmla="*/ 310909 h 599678"/>
                    <a:gd name="connsiteX5" fmla="*/ 268752 w 634644"/>
                    <a:gd name="connsiteY5" fmla="*/ 30493 h 599678"/>
                    <a:gd name="connsiteX6" fmla="*/ 6624 w 634644"/>
                    <a:gd name="connsiteY6" fmla="*/ 18301 h 599678"/>
                    <a:gd name="connsiteX0" fmla="*/ 6624 w 634644"/>
                    <a:gd name="connsiteY0" fmla="*/ 23735 h 605112"/>
                    <a:gd name="connsiteX1" fmla="*/ 213888 w 634644"/>
                    <a:gd name="connsiteY1" fmla="*/ 310247 h 605112"/>
                    <a:gd name="connsiteX2" fmla="*/ 6624 w 634644"/>
                    <a:gd name="connsiteY2" fmla="*/ 602855 h 605112"/>
                    <a:gd name="connsiteX3" fmla="*/ 305328 w 634644"/>
                    <a:gd name="connsiteY3" fmla="*/ 602855 h 605112"/>
                    <a:gd name="connsiteX4" fmla="*/ 634512 w 634644"/>
                    <a:gd name="connsiteY4" fmla="*/ 316343 h 605112"/>
                    <a:gd name="connsiteX5" fmla="*/ 268752 w 634644"/>
                    <a:gd name="connsiteY5" fmla="*/ 35927 h 605112"/>
                    <a:gd name="connsiteX6" fmla="*/ 6624 w 634644"/>
                    <a:gd name="connsiteY6" fmla="*/ 23735 h 605112"/>
                    <a:gd name="connsiteX0" fmla="*/ 6624 w 634577"/>
                    <a:gd name="connsiteY0" fmla="*/ 17614 h 598991"/>
                    <a:gd name="connsiteX1" fmla="*/ 213888 w 634577"/>
                    <a:gd name="connsiteY1" fmla="*/ 304126 h 598991"/>
                    <a:gd name="connsiteX2" fmla="*/ 6624 w 634577"/>
                    <a:gd name="connsiteY2" fmla="*/ 596734 h 598991"/>
                    <a:gd name="connsiteX3" fmla="*/ 305328 w 634577"/>
                    <a:gd name="connsiteY3" fmla="*/ 596734 h 598991"/>
                    <a:gd name="connsiteX4" fmla="*/ 634512 w 634577"/>
                    <a:gd name="connsiteY4" fmla="*/ 310222 h 598991"/>
                    <a:gd name="connsiteX5" fmla="*/ 329712 w 634577"/>
                    <a:gd name="connsiteY5" fmla="*/ 48094 h 598991"/>
                    <a:gd name="connsiteX6" fmla="*/ 6624 w 634577"/>
                    <a:gd name="connsiteY6" fmla="*/ 17614 h 598991"/>
                    <a:gd name="connsiteX0" fmla="*/ 6624 w 634575"/>
                    <a:gd name="connsiteY0" fmla="*/ 21507 h 602884"/>
                    <a:gd name="connsiteX1" fmla="*/ 213888 w 634575"/>
                    <a:gd name="connsiteY1" fmla="*/ 308019 h 602884"/>
                    <a:gd name="connsiteX2" fmla="*/ 6624 w 634575"/>
                    <a:gd name="connsiteY2" fmla="*/ 600627 h 602884"/>
                    <a:gd name="connsiteX3" fmla="*/ 305328 w 634575"/>
                    <a:gd name="connsiteY3" fmla="*/ 600627 h 602884"/>
                    <a:gd name="connsiteX4" fmla="*/ 634512 w 634575"/>
                    <a:gd name="connsiteY4" fmla="*/ 314115 h 602884"/>
                    <a:gd name="connsiteX5" fmla="*/ 329712 w 634575"/>
                    <a:gd name="connsiteY5" fmla="*/ 51987 h 602884"/>
                    <a:gd name="connsiteX6" fmla="*/ 6624 w 634575"/>
                    <a:gd name="connsiteY6" fmla="*/ 21507 h 602884"/>
                    <a:gd name="connsiteX0" fmla="*/ 6624 w 634575"/>
                    <a:gd name="connsiteY0" fmla="*/ 21507 h 619140"/>
                    <a:gd name="connsiteX1" fmla="*/ 213888 w 634575"/>
                    <a:gd name="connsiteY1" fmla="*/ 308019 h 619140"/>
                    <a:gd name="connsiteX2" fmla="*/ 6624 w 634575"/>
                    <a:gd name="connsiteY2" fmla="*/ 600627 h 619140"/>
                    <a:gd name="connsiteX3" fmla="*/ 305328 w 634575"/>
                    <a:gd name="connsiteY3" fmla="*/ 600627 h 619140"/>
                    <a:gd name="connsiteX4" fmla="*/ 634512 w 634575"/>
                    <a:gd name="connsiteY4" fmla="*/ 314115 h 619140"/>
                    <a:gd name="connsiteX5" fmla="*/ 329712 w 634575"/>
                    <a:gd name="connsiteY5" fmla="*/ 51987 h 619140"/>
                    <a:gd name="connsiteX6" fmla="*/ 6624 w 634575"/>
                    <a:gd name="connsiteY6" fmla="*/ 21507 h 619140"/>
                    <a:gd name="connsiteX0" fmla="*/ 6624 w 634531"/>
                    <a:gd name="connsiteY0" fmla="*/ 21507 h 607159"/>
                    <a:gd name="connsiteX1" fmla="*/ 213888 w 634531"/>
                    <a:gd name="connsiteY1" fmla="*/ 308019 h 607159"/>
                    <a:gd name="connsiteX2" fmla="*/ 6624 w 634531"/>
                    <a:gd name="connsiteY2" fmla="*/ 600627 h 607159"/>
                    <a:gd name="connsiteX3" fmla="*/ 341904 w 634531"/>
                    <a:gd name="connsiteY3" fmla="*/ 582339 h 607159"/>
                    <a:gd name="connsiteX4" fmla="*/ 634512 w 634531"/>
                    <a:gd name="connsiteY4" fmla="*/ 314115 h 607159"/>
                    <a:gd name="connsiteX5" fmla="*/ 329712 w 634531"/>
                    <a:gd name="connsiteY5" fmla="*/ 51987 h 607159"/>
                    <a:gd name="connsiteX6" fmla="*/ 6624 w 634531"/>
                    <a:gd name="connsiteY6" fmla="*/ 21507 h 607159"/>
                    <a:gd name="connsiteX0" fmla="*/ 6624 w 634516"/>
                    <a:gd name="connsiteY0" fmla="*/ 21507 h 600822"/>
                    <a:gd name="connsiteX1" fmla="*/ 213888 w 634516"/>
                    <a:gd name="connsiteY1" fmla="*/ 308019 h 600822"/>
                    <a:gd name="connsiteX2" fmla="*/ 6624 w 634516"/>
                    <a:gd name="connsiteY2" fmla="*/ 600627 h 600822"/>
                    <a:gd name="connsiteX3" fmla="*/ 335808 w 634516"/>
                    <a:gd name="connsiteY3" fmla="*/ 564051 h 600822"/>
                    <a:gd name="connsiteX4" fmla="*/ 634512 w 634516"/>
                    <a:gd name="connsiteY4" fmla="*/ 314115 h 600822"/>
                    <a:gd name="connsiteX5" fmla="*/ 329712 w 634516"/>
                    <a:gd name="connsiteY5" fmla="*/ 51987 h 600822"/>
                    <a:gd name="connsiteX6" fmla="*/ 6624 w 634516"/>
                    <a:gd name="connsiteY6" fmla="*/ 21507 h 600822"/>
                    <a:gd name="connsiteX0" fmla="*/ 6624 w 634516"/>
                    <a:gd name="connsiteY0" fmla="*/ 20598 h 599913"/>
                    <a:gd name="connsiteX1" fmla="*/ 213888 w 634516"/>
                    <a:gd name="connsiteY1" fmla="*/ 307110 h 599913"/>
                    <a:gd name="connsiteX2" fmla="*/ 6624 w 634516"/>
                    <a:gd name="connsiteY2" fmla="*/ 599718 h 599913"/>
                    <a:gd name="connsiteX3" fmla="*/ 335808 w 634516"/>
                    <a:gd name="connsiteY3" fmla="*/ 563142 h 599913"/>
                    <a:gd name="connsiteX4" fmla="*/ 634512 w 634516"/>
                    <a:gd name="connsiteY4" fmla="*/ 313206 h 599913"/>
                    <a:gd name="connsiteX5" fmla="*/ 329712 w 634516"/>
                    <a:gd name="connsiteY5" fmla="*/ 51078 h 599913"/>
                    <a:gd name="connsiteX6" fmla="*/ 6624 w 634516"/>
                    <a:gd name="connsiteY6" fmla="*/ 20598 h 599913"/>
                    <a:gd name="connsiteX0" fmla="*/ 6624 w 634516"/>
                    <a:gd name="connsiteY0" fmla="*/ 22407 h 601722"/>
                    <a:gd name="connsiteX1" fmla="*/ 213888 w 634516"/>
                    <a:gd name="connsiteY1" fmla="*/ 308919 h 601722"/>
                    <a:gd name="connsiteX2" fmla="*/ 6624 w 634516"/>
                    <a:gd name="connsiteY2" fmla="*/ 601527 h 601722"/>
                    <a:gd name="connsiteX3" fmla="*/ 335808 w 634516"/>
                    <a:gd name="connsiteY3" fmla="*/ 564951 h 601722"/>
                    <a:gd name="connsiteX4" fmla="*/ 634512 w 634516"/>
                    <a:gd name="connsiteY4" fmla="*/ 315015 h 601722"/>
                    <a:gd name="connsiteX5" fmla="*/ 329712 w 634516"/>
                    <a:gd name="connsiteY5" fmla="*/ 52887 h 601722"/>
                    <a:gd name="connsiteX6" fmla="*/ 6624 w 634516"/>
                    <a:gd name="connsiteY6" fmla="*/ 22407 h 601722"/>
                    <a:gd name="connsiteX0" fmla="*/ 6624 w 634516"/>
                    <a:gd name="connsiteY0" fmla="*/ 8163 h 587478"/>
                    <a:gd name="connsiteX1" fmla="*/ 213888 w 634516"/>
                    <a:gd name="connsiteY1" fmla="*/ 294675 h 587478"/>
                    <a:gd name="connsiteX2" fmla="*/ 6624 w 634516"/>
                    <a:gd name="connsiteY2" fmla="*/ 587283 h 587478"/>
                    <a:gd name="connsiteX3" fmla="*/ 335808 w 634516"/>
                    <a:gd name="connsiteY3" fmla="*/ 550707 h 587478"/>
                    <a:gd name="connsiteX4" fmla="*/ 634512 w 634516"/>
                    <a:gd name="connsiteY4" fmla="*/ 300771 h 587478"/>
                    <a:gd name="connsiteX5" fmla="*/ 329712 w 634516"/>
                    <a:gd name="connsiteY5" fmla="*/ 38643 h 587478"/>
                    <a:gd name="connsiteX6" fmla="*/ 6624 w 634516"/>
                    <a:gd name="connsiteY6" fmla="*/ 8163 h 587478"/>
                    <a:gd name="connsiteX0" fmla="*/ 6288 w 634180"/>
                    <a:gd name="connsiteY0" fmla="*/ 8163 h 587686"/>
                    <a:gd name="connsiteX1" fmla="*/ 213552 w 634180"/>
                    <a:gd name="connsiteY1" fmla="*/ 294675 h 587686"/>
                    <a:gd name="connsiteX2" fmla="*/ 6288 w 634180"/>
                    <a:gd name="connsiteY2" fmla="*/ 587283 h 587686"/>
                    <a:gd name="connsiteX3" fmla="*/ 335472 w 634180"/>
                    <a:gd name="connsiteY3" fmla="*/ 550707 h 587686"/>
                    <a:gd name="connsiteX4" fmla="*/ 634176 w 634180"/>
                    <a:gd name="connsiteY4" fmla="*/ 300771 h 587686"/>
                    <a:gd name="connsiteX5" fmla="*/ 329376 w 634180"/>
                    <a:gd name="connsiteY5" fmla="*/ 38643 h 587686"/>
                    <a:gd name="connsiteX6" fmla="*/ 6288 w 634180"/>
                    <a:gd name="connsiteY6" fmla="*/ 8163 h 587686"/>
                    <a:gd name="connsiteX0" fmla="*/ 6288 w 634211"/>
                    <a:gd name="connsiteY0" fmla="*/ 8163 h 587686"/>
                    <a:gd name="connsiteX1" fmla="*/ 213552 w 634211"/>
                    <a:gd name="connsiteY1" fmla="*/ 294675 h 587686"/>
                    <a:gd name="connsiteX2" fmla="*/ 6288 w 634211"/>
                    <a:gd name="connsiteY2" fmla="*/ 587283 h 587686"/>
                    <a:gd name="connsiteX3" fmla="*/ 335472 w 634211"/>
                    <a:gd name="connsiteY3" fmla="*/ 550707 h 587686"/>
                    <a:gd name="connsiteX4" fmla="*/ 634176 w 634211"/>
                    <a:gd name="connsiteY4" fmla="*/ 300771 h 587686"/>
                    <a:gd name="connsiteX5" fmla="*/ 329376 w 634211"/>
                    <a:gd name="connsiteY5" fmla="*/ 38643 h 587686"/>
                    <a:gd name="connsiteX6" fmla="*/ 6288 w 634211"/>
                    <a:gd name="connsiteY6" fmla="*/ 8163 h 587686"/>
                    <a:gd name="connsiteX0" fmla="*/ 6288 w 634286"/>
                    <a:gd name="connsiteY0" fmla="*/ 8163 h 587686"/>
                    <a:gd name="connsiteX1" fmla="*/ 213552 w 634286"/>
                    <a:gd name="connsiteY1" fmla="*/ 294675 h 587686"/>
                    <a:gd name="connsiteX2" fmla="*/ 6288 w 634286"/>
                    <a:gd name="connsiteY2" fmla="*/ 587283 h 587686"/>
                    <a:gd name="connsiteX3" fmla="*/ 335472 w 634286"/>
                    <a:gd name="connsiteY3" fmla="*/ 550707 h 587686"/>
                    <a:gd name="connsiteX4" fmla="*/ 634176 w 634286"/>
                    <a:gd name="connsiteY4" fmla="*/ 300771 h 587686"/>
                    <a:gd name="connsiteX5" fmla="*/ 329376 w 634286"/>
                    <a:gd name="connsiteY5" fmla="*/ 38643 h 587686"/>
                    <a:gd name="connsiteX6" fmla="*/ 6288 w 634286"/>
                    <a:gd name="connsiteY6" fmla="*/ 8163 h 587686"/>
                    <a:gd name="connsiteX0" fmla="*/ 6288 w 634286"/>
                    <a:gd name="connsiteY0" fmla="*/ 4816 h 584339"/>
                    <a:gd name="connsiteX1" fmla="*/ 213552 w 634286"/>
                    <a:gd name="connsiteY1" fmla="*/ 291328 h 584339"/>
                    <a:gd name="connsiteX2" fmla="*/ 6288 w 634286"/>
                    <a:gd name="connsiteY2" fmla="*/ 583936 h 584339"/>
                    <a:gd name="connsiteX3" fmla="*/ 335472 w 634286"/>
                    <a:gd name="connsiteY3" fmla="*/ 547360 h 584339"/>
                    <a:gd name="connsiteX4" fmla="*/ 634176 w 634286"/>
                    <a:gd name="connsiteY4" fmla="*/ 297424 h 584339"/>
                    <a:gd name="connsiteX5" fmla="*/ 329376 w 634286"/>
                    <a:gd name="connsiteY5" fmla="*/ 35296 h 584339"/>
                    <a:gd name="connsiteX6" fmla="*/ 6288 w 634286"/>
                    <a:gd name="connsiteY6" fmla="*/ 4816 h 584339"/>
                    <a:gd name="connsiteX0" fmla="*/ 6288 w 634210"/>
                    <a:gd name="connsiteY0" fmla="*/ 14826 h 594349"/>
                    <a:gd name="connsiteX1" fmla="*/ 213552 w 634210"/>
                    <a:gd name="connsiteY1" fmla="*/ 301338 h 594349"/>
                    <a:gd name="connsiteX2" fmla="*/ 6288 w 634210"/>
                    <a:gd name="connsiteY2" fmla="*/ 593946 h 594349"/>
                    <a:gd name="connsiteX3" fmla="*/ 335472 w 634210"/>
                    <a:gd name="connsiteY3" fmla="*/ 557370 h 594349"/>
                    <a:gd name="connsiteX4" fmla="*/ 634176 w 634210"/>
                    <a:gd name="connsiteY4" fmla="*/ 307434 h 594349"/>
                    <a:gd name="connsiteX5" fmla="*/ 353545 w 634210"/>
                    <a:gd name="connsiteY5" fmla="*/ 57390 h 594349"/>
                    <a:gd name="connsiteX6" fmla="*/ 6288 w 634210"/>
                    <a:gd name="connsiteY6" fmla="*/ 14826 h 594349"/>
                    <a:gd name="connsiteX0" fmla="*/ 6288 w 634210"/>
                    <a:gd name="connsiteY0" fmla="*/ 4846 h 584369"/>
                    <a:gd name="connsiteX1" fmla="*/ 213552 w 634210"/>
                    <a:gd name="connsiteY1" fmla="*/ 291358 h 584369"/>
                    <a:gd name="connsiteX2" fmla="*/ 6288 w 634210"/>
                    <a:gd name="connsiteY2" fmla="*/ 583966 h 584369"/>
                    <a:gd name="connsiteX3" fmla="*/ 335472 w 634210"/>
                    <a:gd name="connsiteY3" fmla="*/ 547390 h 584369"/>
                    <a:gd name="connsiteX4" fmla="*/ 634176 w 634210"/>
                    <a:gd name="connsiteY4" fmla="*/ 297454 h 584369"/>
                    <a:gd name="connsiteX5" fmla="*/ 353545 w 634210"/>
                    <a:gd name="connsiteY5" fmla="*/ 47410 h 584369"/>
                    <a:gd name="connsiteX6" fmla="*/ 6288 w 634210"/>
                    <a:gd name="connsiteY6" fmla="*/ 4846 h 584369"/>
                    <a:gd name="connsiteX0" fmla="*/ 6288 w 634210"/>
                    <a:gd name="connsiteY0" fmla="*/ 4415 h 583938"/>
                    <a:gd name="connsiteX1" fmla="*/ 213552 w 634210"/>
                    <a:gd name="connsiteY1" fmla="*/ 290927 h 583938"/>
                    <a:gd name="connsiteX2" fmla="*/ 6288 w 634210"/>
                    <a:gd name="connsiteY2" fmla="*/ 583535 h 583938"/>
                    <a:gd name="connsiteX3" fmla="*/ 335472 w 634210"/>
                    <a:gd name="connsiteY3" fmla="*/ 546959 h 583938"/>
                    <a:gd name="connsiteX4" fmla="*/ 634176 w 634210"/>
                    <a:gd name="connsiteY4" fmla="*/ 297023 h 583938"/>
                    <a:gd name="connsiteX5" fmla="*/ 353545 w 634210"/>
                    <a:gd name="connsiteY5" fmla="*/ 46979 h 583938"/>
                    <a:gd name="connsiteX6" fmla="*/ 6288 w 634210"/>
                    <a:gd name="connsiteY6" fmla="*/ 4415 h 583938"/>
                    <a:gd name="connsiteX0" fmla="*/ 6288 w 634210"/>
                    <a:gd name="connsiteY0" fmla="*/ 5419 h 584942"/>
                    <a:gd name="connsiteX1" fmla="*/ 213552 w 634210"/>
                    <a:gd name="connsiteY1" fmla="*/ 291931 h 584942"/>
                    <a:gd name="connsiteX2" fmla="*/ 6288 w 634210"/>
                    <a:gd name="connsiteY2" fmla="*/ 584539 h 584942"/>
                    <a:gd name="connsiteX3" fmla="*/ 335472 w 634210"/>
                    <a:gd name="connsiteY3" fmla="*/ 547963 h 584942"/>
                    <a:gd name="connsiteX4" fmla="*/ 634176 w 634210"/>
                    <a:gd name="connsiteY4" fmla="*/ 298027 h 584942"/>
                    <a:gd name="connsiteX5" fmla="*/ 353545 w 634210"/>
                    <a:gd name="connsiteY5" fmla="*/ 47983 h 584942"/>
                    <a:gd name="connsiteX6" fmla="*/ 6288 w 634210"/>
                    <a:gd name="connsiteY6" fmla="*/ 5419 h 584942"/>
                    <a:gd name="connsiteX0" fmla="*/ 6288 w 634218"/>
                    <a:gd name="connsiteY0" fmla="*/ 7646 h 587169"/>
                    <a:gd name="connsiteX1" fmla="*/ 213552 w 634218"/>
                    <a:gd name="connsiteY1" fmla="*/ 294158 h 587169"/>
                    <a:gd name="connsiteX2" fmla="*/ 6288 w 634218"/>
                    <a:gd name="connsiteY2" fmla="*/ 586766 h 587169"/>
                    <a:gd name="connsiteX3" fmla="*/ 335472 w 634218"/>
                    <a:gd name="connsiteY3" fmla="*/ 550190 h 587169"/>
                    <a:gd name="connsiteX4" fmla="*/ 634176 w 634218"/>
                    <a:gd name="connsiteY4" fmla="*/ 300254 h 587169"/>
                    <a:gd name="connsiteX5" fmla="*/ 353545 w 634218"/>
                    <a:gd name="connsiteY5" fmla="*/ 50210 h 587169"/>
                    <a:gd name="connsiteX6" fmla="*/ 6288 w 634218"/>
                    <a:gd name="connsiteY6" fmla="*/ 7646 h 587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4218" h="587169">
                      <a:moveTo>
                        <a:pt x="6288" y="7646"/>
                      </a:moveTo>
                      <a:cubicBezTo>
                        <a:pt x="-1402" y="17865"/>
                        <a:pt x="197440" y="80821"/>
                        <a:pt x="213552" y="294158"/>
                      </a:cubicBezTo>
                      <a:cubicBezTo>
                        <a:pt x="229664" y="507495"/>
                        <a:pt x="-44512" y="593878"/>
                        <a:pt x="6288" y="586766"/>
                      </a:cubicBezTo>
                      <a:cubicBezTo>
                        <a:pt x="105856" y="586766"/>
                        <a:pt x="200344" y="591846"/>
                        <a:pt x="335472" y="550190"/>
                      </a:cubicBezTo>
                      <a:cubicBezTo>
                        <a:pt x="470600" y="508534"/>
                        <a:pt x="631164" y="383584"/>
                        <a:pt x="634176" y="300254"/>
                      </a:cubicBezTo>
                      <a:cubicBezTo>
                        <a:pt x="637188" y="216924"/>
                        <a:pt x="479500" y="97260"/>
                        <a:pt x="353545" y="50210"/>
                      </a:cubicBezTo>
                      <a:cubicBezTo>
                        <a:pt x="227590" y="3160"/>
                        <a:pt x="19803" y="-10314"/>
                        <a:pt x="6288" y="7646"/>
                      </a:cubicBezTo>
                      <a:close/>
                    </a:path>
                  </a:pathLst>
                </a:custGeom>
                <a:solidFill>
                  <a:schemeClr val="bg1"/>
                </a:solidFill>
                <a:ln w="12700" cap="rnd"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r"/>
                  <a:endParaRPr lang="en-CN" sz="6000">
                    <a:solidFill>
                      <a:schemeClr val="tx1"/>
                    </a:solidFill>
                  </a:endParaRPr>
                </a:p>
              </p:txBody>
            </p:sp>
            <p:sp>
              <p:nvSpPr>
                <p:cNvPr id="93" name="Freeform 92">
                  <a:extLst>
                    <a:ext uri="{FF2B5EF4-FFF2-40B4-BE49-F238E27FC236}">
                      <a16:creationId xmlns:a16="http://schemas.microsoft.com/office/drawing/2014/main" id="{7534FEBA-865B-6649-AE09-E19A7107E374}"/>
                    </a:ext>
                  </a:extLst>
                </p:cNvPr>
                <p:cNvSpPr/>
                <p:nvPr/>
              </p:nvSpPr>
              <p:spPr bwMode="auto">
                <a:xfrm>
                  <a:off x="6470670" y="5701318"/>
                  <a:ext cx="223789" cy="531264"/>
                </a:xfrm>
                <a:custGeom>
                  <a:avLst/>
                  <a:gdLst>
                    <a:gd name="connsiteX0" fmla="*/ 0 w 195378"/>
                    <a:gd name="connsiteY0" fmla="*/ 0 h 541538"/>
                    <a:gd name="connsiteX1" fmla="*/ 195308 w 195378"/>
                    <a:gd name="connsiteY1" fmla="*/ 257452 h 541538"/>
                    <a:gd name="connsiteX2" fmla="*/ 17755 w 195378"/>
                    <a:gd name="connsiteY2" fmla="*/ 541538 h 541538"/>
                    <a:gd name="connsiteX0" fmla="*/ 2793 w 198102"/>
                    <a:gd name="connsiteY0" fmla="*/ 0 h 531264"/>
                    <a:gd name="connsiteX1" fmla="*/ 198101 w 198102"/>
                    <a:gd name="connsiteY1" fmla="*/ 257452 h 531264"/>
                    <a:gd name="connsiteX2" fmla="*/ 0 w 198102"/>
                    <a:gd name="connsiteY2" fmla="*/ 531264 h 531264"/>
                    <a:gd name="connsiteX0" fmla="*/ 2793 w 223788"/>
                    <a:gd name="connsiteY0" fmla="*/ 0 h 531264"/>
                    <a:gd name="connsiteX1" fmla="*/ 223787 w 223788"/>
                    <a:gd name="connsiteY1" fmla="*/ 262589 h 531264"/>
                    <a:gd name="connsiteX2" fmla="*/ 0 w 223788"/>
                    <a:gd name="connsiteY2" fmla="*/ 531264 h 531264"/>
                    <a:gd name="connsiteX0" fmla="*/ 2793 w 223902"/>
                    <a:gd name="connsiteY0" fmla="*/ 0 h 531264"/>
                    <a:gd name="connsiteX1" fmla="*/ 223787 w 223902"/>
                    <a:gd name="connsiteY1" fmla="*/ 262589 h 531264"/>
                    <a:gd name="connsiteX2" fmla="*/ 0 w 223902"/>
                    <a:gd name="connsiteY2" fmla="*/ 531264 h 531264"/>
                    <a:gd name="connsiteX0" fmla="*/ 2793 w 223934"/>
                    <a:gd name="connsiteY0" fmla="*/ 0 h 531264"/>
                    <a:gd name="connsiteX1" fmla="*/ 223787 w 223934"/>
                    <a:gd name="connsiteY1" fmla="*/ 262589 h 531264"/>
                    <a:gd name="connsiteX2" fmla="*/ 0 w 223934"/>
                    <a:gd name="connsiteY2" fmla="*/ 531264 h 531264"/>
                    <a:gd name="connsiteX0" fmla="*/ 2793 w 223927"/>
                    <a:gd name="connsiteY0" fmla="*/ 0 h 531264"/>
                    <a:gd name="connsiteX1" fmla="*/ 223787 w 223927"/>
                    <a:gd name="connsiteY1" fmla="*/ 262589 h 531264"/>
                    <a:gd name="connsiteX2" fmla="*/ 0 w 223927"/>
                    <a:gd name="connsiteY2" fmla="*/ 531264 h 531264"/>
                    <a:gd name="connsiteX0" fmla="*/ 2793 w 223927"/>
                    <a:gd name="connsiteY0" fmla="*/ 0 h 531264"/>
                    <a:gd name="connsiteX1" fmla="*/ 223787 w 223927"/>
                    <a:gd name="connsiteY1" fmla="*/ 262589 h 531264"/>
                    <a:gd name="connsiteX2" fmla="*/ 0 w 223927"/>
                    <a:gd name="connsiteY2" fmla="*/ 531264 h 531264"/>
                    <a:gd name="connsiteX0" fmla="*/ 2793 w 223789"/>
                    <a:gd name="connsiteY0" fmla="*/ 0 h 531264"/>
                    <a:gd name="connsiteX1" fmla="*/ 223787 w 223789"/>
                    <a:gd name="connsiteY1" fmla="*/ 262589 h 531264"/>
                    <a:gd name="connsiteX2" fmla="*/ 0 w 223789"/>
                    <a:gd name="connsiteY2" fmla="*/ 531264 h 531264"/>
                  </a:gdLst>
                  <a:ahLst/>
                  <a:cxnLst>
                    <a:cxn ang="0">
                      <a:pos x="connsiteX0" y="connsiteY0"/>
                    </a:cxn>
                    <a:cxn ang="0">
                      <a:pos x="connsiteX1" y="connsiteY1"/>
                    </a:cxn>
                    <a:cxn ang="0">
                      <a:pos x="connsiteX2" y="connsiteY2"/>
                    </a:cxn>
                  </a:cxnLst>
                  <a:rect l="l" t="t" r="r" b="b"/>
                  <a:pathLst>
                    <a:path w="223789" h="531264">
                      <a:moveTo>
                        <a:pt x="2793" y="0"/>
                      </a:moveTo>
                      <a:cubicBezTo>
                        <a:pt x="145200" y="83598"/>
                        <a:pt x="224252" y="153497"/>
                        <a:pt x="223787" y="262589"/>
                      </a:cubicBezTo>
                      <a:cubicBezTo>
                        <a:pt x="223322" y="371681"/>
                        <a:pt x="115941" y="460034"/>
                        <a:pt x="0" y="531264"/>
                      </a:cubicBezTo>
                    </a:path>
                  </a:pathLst>
                </a:custGeom>
                <a:noFill/>
                <a:ln w="12700" cap="rnd"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2800" b="0" i="0" u="none" strike="noStrike" cap="none" normalizeH="0" baseline="0">
                    <a:ln>
                      <a:noFill/>
                    </a:ln>
                    <a:solidFill>
                      <a:schemeClr val="tx1"/>
                    </a:solidFill>
                    <a:effectLst/>
                    <a:latin typeface="Arial" charset="0"/>
                  </a:endParaRPr>
                </a:p>
              </p:txBody>
            </p:sp>
          </p:grpSp>
          <p:cxnSp>
            <p:nvCxnSpPr>
              <p:cNvPr id="85" name="Straight Connector 84">
                <a:extLst>
                  <a:ext uri="{FF2B5EF4-FFF2-40B4-BE49-F238E27FC236}">
                    <a16:creationId xmlns:a16="http://schemas.microsoft.com/office/drawing/2014/main" id="{D8CEEDE9-22C8-B64F-B76B-E5875FF32A4B}"/>
                  </a:ext>
                </a:extLst>
              </p:cNvPr>
              <p:cNvCxnSpPr>
                <a:cxnSpLocks/>
              </p:cNvCxnSpPr>
              <p:nvPr/>
            </p:nvCxnSpPr>
            <p:spPr bwMode="auto">
              <a:xfrm>
                <a:off x="831209" y="4435688"/>
                <a:ext cx="255522" cy="0"/>
              </a:xfrm>
              <a:prstGeom prst="line">
                <a:avLst/>
              </a:prstGeom>
              <a:solidFill>
                <a:schemeClr val="accent1"/>
              </a:solidFill>
              <a:ln w="12700" cap="rnd" cmpd="sng" algn="ctr">
                <a:solidFill>
                  <a:schemeClr val="tx1"/>
                </a:solidFill>
                <a:prstDash val="solid"/>
                <a:round/>
                <a:headEnd type="none" w="med" len="med"/>
                <a:tailEnd type="oval" w="sm" len="sm"/>
              </a:ln>
              <a:effectLst/>
            </p:spPr>
          </p:cxnSp>
          <p:cxnSp>
            <p:nvCxnSpPr>
              <p:cNvPr id="86" name="Straight Connector 85">
                <a:extLst>
                  <a:ext uri="{FF2B5EF4-FFF2-40B4-BE49-F238E27FC236}">
                    <a16:creationId xmlns:a16="http://schemas.microsoft.com/office/drawing/2014/main" id="{F15ADA7F-C1ED-794B-A796-925AFC480504}"/>
                  </a:ext>
                </a:extLst>
              </p:cNvPr>
              <p:cNvCxnSpPr/>
              <p:nvPr/>
            </p:nvCxnSpPr>
            <p:spPr bwMode="auto">
              <a:xfrm flipH="1">
                <a:off x="754649" y="4343399"/>
                <a:ext cx="256975" cy="0"/>
              </a:xfrm>
              <a:prstGeom prst="line">
                <a:avLst/>
              </a:prstGeom>
              <a:solidFill>
                <a:schemeClr val="accent1"/>
              </a:solidFill>
              <a:ln w="12700" cap="rnd" cmpd="sng" algn="ctr">
                <a:solidFill>
                  <a:schemeClr val="tx1"/>
                </a:solidFill>
                <a:prstDash val="solid"/>
                <a:round/>
                <a:headEnd type="none" w="med" len="med"/>
                <a:tailEnd type="oval" w="sm" len="sm"/>
              </a:ln>
              <a:effectLst/>
            </p:spPr>
          </p:cxnSp>
          <p:sp>
            <p:nvSpPr>
              <p:cNvPr id="87" name="TextBox 86">
                <a:extLst>
                  <a:ext uri="{FF2B5EF4-FFF2-40B4-BE49-F238E27FC236}">
                    <a16:creationId xmlns:a16="http://schemas.microsoft.com/office/drawing/2014/main" id="{7179691F-474C-C541-951F-57BCB52DC279}"/>
                  </a:ext>
                </a:extLst>
              </p:cNvPr>
              <p:cNvSpPr txBox="1"/>
              <p:nvPr/>
            </p:nvSpPr>
            <p:spPr>
              <a:xfrm>
                <a:off x="577358" y="3965867"/>
                <a:ext cx="354584"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a2</a:t>
                </a:r>
                <a:endParaRPr lang="en-CN" sz="1200" dirty="0">
                  <a:solidFill>
                    <a:schemeClr val="tx1"/>
                  </a:solidFill>
                  <a:latin typeface="Arial" panose="020B0604020202020204" pitchFamily="34" charset="0"/>
                  <a:cs typeface="Arial" panose="020B0604020202020204" pitchFamily="34" charset="0"/>
                </a:endParaRPr>
              </a:p>
            </p:txBody>
          </p:sp>
          <p:sp>
            <p:nvSpPr>
              <p:cNvPr id="88" name="TextBox 87">
                <a:extLst>
                  <a:ext uri="{FF2B5EF4-FFF2-40B4-BE49-F238E27FC236}">
                    <a16:creationId xmlns:a16="http://schemas.microsoft.com/office/drawing/2014/main" id="{6642480B-7FDD-F74E-BD80-285CD74688FC}"/>
                  </a:ext>
                </a:extLst>
              </p:cNvPr>
              <p:cNvSpPr txBox="1"/>
              <p:nvPr/>
            </p:nvSpPr>
            <p:spPr>
              <a:xfrm>
                <a:off x="898280" y="3965866"/>
                <a:ext cx="364202"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b2</a:t>
                </a:r>
                <a:endParaRPr lang="en-CN" sz="1200" dirty="0">
                  <a:solidFill>
                    <a:schemeClr val="tx1"/>
                  </a:solidFill>
                  <a:latin typeface="Arial" panose="020B0604020202020204" pitchFamily="34" charset="0"/>
                  <a:cs typeface="Arial" panose="020B0604020202020204" pitchFamily="34" charset="0"/>
                </a:endParaRPr>
              </a:p>
            </p:txBody>
          </p:sp>
        </p:grpSp>
        <p:grpSp>
          <p:nvGrpSpPr>
            <p:cNvPr id="8" name="Group 7">
              <a:extLst>
                <a:ext uri="{FF2B5EF4-FFF2-40B4-BE49-F238E27FC236}">
                  <a16:creationId xmlns:a16="http://schemas.microsoft.com/office/drawing/2014/main" id="{E5665A3F-150F-5042-BC6F-31616EDEB330}"/>
                </a:ext>
              </a:extLst>
            </p:cNvPr>
            <p:cNvGrpSpPr/>
            <p:nvPr/>
          </p:nvGrpSpPr>
          <p:grpSpPr>
            <a:xfrm>
              <a:off x="2414957" y="3822717"/>
              <a:ext cx="685124" cy="834737"/>
              <a:chOff x="577358" y="3965866"/>
              <a:chExt cx="685124" cy="834737"/>
            </a:xfrm>
          </p:grpSpPr>
          <p:grpSp>
            <p:nvGrpSpPr>
              <p:cNvPr id="68" name="Group 67">
                <a:extLst>
                  <a:ext uri="{FF2B5EF4-FFF2-40B4-BE49-F238E27FC236}">
                    <a16:creationId xmlns:a16="http://schemas.microsoft.com/office/drawing/2014/main" id="{4A12304B-3380-5A43-A495-D350CF5904E2}"/>
                  </a:ext>
                </a:extLst>
              </p:cNvPr>
              <p:cNvGrpSpPr/>
              <p:nvPr/>
            </p:nvGrpSpPr>
            <p:grpSpPr>
              <a:xfrm rot="5400000">
                <a:off x="487391" y="4420688"/>
                <a:ext cx="609600" cy="150228"/>
                <a:chOff x="2863476" y="5594843"/>
                <a:chExt cx="2234241" cy="576063"/>
              </a:xfrm>
            </p:grpSpPr>
            <p:cxnSp>
              <p:nvCxnSpPr>
                <p:cNvPr id="79" name="Straight Connector 78">
                  <a:extLst>
                    <a:ext uri="{FF2B5EF4-FFF2-40B4-BE49-F238E27FC236}">
                      <a16:creationId xmlns:a16="http://schemas.microsoft.com/office/drawing/2014/main" id="{5D680B13-F3AF-3140-9C66-7D8BACF53423}"/>
                    </a:ext>
                  </a:extLst>
                </p:cNvPr>
                <p:cNvCxnSpPr>
                  <a:cxnSpLocks/>
                  <a:stCxn id="80" idx="1"/>
                </p:cNvCxnSpPr>
                <p:nvPr/>
              </p:nvCxnSpPr>
              <p:spPr bwMode="auto">
                <a:xfrm rot="16200000">
                  <a:off x="4582550" y="5367707"/>
                  <a:ext cx="0" cy="1030335"/>
                </a:xfrm>
                <a:prstGeom prst="line">
                  <a:avLst/>
                </a:prstGeom>
                <a:solidFill>
                  <a:schemeClr val="accent1"/>
                </a:solidFill>
                <a:ln w="12700" cap="rnd" cmpd="sng" algn="ctr">
                  <a:solidFill>
                    <a:schemeClr val="tx1"/>
                  </a:solidFill>
                  <a:prstDash val="solid"/>
                  <a:round/>
                  <a:headEnd type="none" w="med" len="med"/>
                  <a:tailEnd type="none" w="med" len="med"/>
                </a:ln>
                <a:effectLst/>
              </p:spPr>
            </p:cxnSp>
            <p:sp>
              <p:nvSpPr>
                <p:cNvPr id="80" name="Round Same Side Corner Rectangle 79">
                  <a:extLst>
                    <a:ext uri="{FF2B5EF4-FFF2-40B4-BE49-F238E27FC236}">
                      <a16:creationId xmlns:a16="http://schemas.microsoft.com/office/drawing/2014/main" id="{A03E6665-877D-FD46-B574-EA5B86B3DA6B}"/>
                    </a:ext>
                  </a:extLst>
                </p:cNvPr>
                <p:cNvSpPr/>
                <p:nvPr/>
              </p:nvSpPr>
              <p:spPr bwMode="auto">
                <a:xfrm rot="5400000">
                  <a:off x="4093388" y="5568837"/>
                  <a:ext cx="576063" cy="628076"/>
                </a:xfrm>
                <a:prstGeom prst="round2SameRect">
                  <a:avLst>
                    <a:gd name="adj1" fmla="val 50000"/>
                    <a:gd name="adj2" fmla="val 0"/>
                  </a:avLst>
                </a:prstGeom>
                <a:solidFill>
                  <a:schemeClr val="bg1"/>
                </a:solidFill>
                <a:ln w="12700" cap="rnd"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r"/>
                  <a:endParaRPr lang="en-CN" sz="6000">
                    <a:solidFill>
                      <a:schemeClr val="tx1"/>
                    </a:solidFill>
                  </a:endParaRPr>
                </a:p>
              </p:txBody>
            </p:sp>
            <p:cxnSp>
              <p:nvCxnSpPr>
                <p:cNvPr id="81" name="Straight Connector 80">
                  <a:extLst>
                    <a:ext uri="{FF2B5EF4-FFF2-40B4-BE49-F238E27FC236}">
                      <a16:creationId xmlns:a16="http://schemas.microsoft.com/office/drawing/2014/main" id="{27BD2E3A-6AC7-D342-969E-E4774B721EA5}"/>
                    </a:ext>
                  </a:extLst>
                </p:cNvPr>
                <p:cNvCxnSpPr>
                  <a:cxnSpLocks/>
                </p:cNvCxnSpPr>
                <p:nvPr/>
              </p:nvCxnSpPr>
              <p:spPr bwMode="auto">
                <a:xfrm rot="16200000">
                  <a:off x="3922448" y="5571081"/>
                  <a:ext cx="0" cy="324350"/>
                </a:xfrm>
                <a:prstGeom prst="line">
                  <a:avLst/>
                </a:prstGeom>
                <a:solidFill>
                  <a:schemeClr val="accent1"/>
                </a:solidFill>
                <a:ln w="12700" cap="rnd" cmpd="sng" algn="ctr">
                  <a:solidFill>
                    <a:schemeClr val="tx1"/>
                  </a:solidFill>
                  <a:prstDash val="solid"/>
                  <a:round/>
                  <a:headEnd type="none" w="med" len="med"/>
                  <a:tailEnd type="none" w="med" len="med"/>
                </a:ln>
                <a:effectLst/>
              </p:spPr>
            </p:cxnSp>
            <p:cxnSp>
              <p:nvCxnSpPr>
                <p:cNvPr id="82" name="Straight Connector 81">
                  <a:extLst>
                    <a:ext uri="{FF2B5EF4-FFF2-40B4-BE49-F238E27FC236}">
                      <a16:creationId xmlns:a16="http://schemas.microsoft.com/office/drawing/2014/main" id="{47969E31-47ED-E345-B699-D8DEF5B6208F}"/>
                    </a:ext>
                  </a:extLst>
                </p:cNvPr>
                <p:cNvCxnSpPr>
                  <a:cxnSpLocks/>
                </p:cNvCxnSpPr>
                <p:nvPr/>
              </p:nvCxnSpPr>
              <p:spPr bwMode="auto">
                <a:xfrm rot="16200000">
                  <a:off x="3474050" y="5416257"/>
                  <a:ext cx="0" cy="1221148"/>
                </a:xfrm>
                <a:prstGeom prst="line">
                  <a:avLst/>
                </a:prstGeom>
                <a:solidFill>
                  <a:schemeClr val="accent1"/>
                </a:solidFill>
                <a:ln w="12700" cap="rnd" cmpd="sng" algn="ctr">
                  <a:solidFill>
                    <a:schemeClr val="tx1"/>
                  </a:solidFill>
                  <a:prstDash val="solid"/>
                  <a:round/>
                  <a:headEnd type="none" w="med" len="med"/>
                  <a:tailEnd type="none" w="med" len="med"/>
                </a:ln>
                <a:effectLst/>
              </p:spPr>
            </p:cxnSp>
          </p:grpSp>
          <p:grpSp>
            <p:nvGrpSpPr>
              <p:cNvPr id="69" name="Group 68">
                <a:extLst>
                  <a:ext uri="{FF2B5EF4-FFF2-40B4-BE49-F238E27FC236}">
                    <a16:creationId xmlns:a16="http://schemas.microsoft.com/office/drawing/2014/main" id="{41FF0495-806D-384B-A617-976B7A02BF9B}"/>
                  </a:ext>
                </a:extLst>
              </p:cNvPr>
              <p:cNvGrpSpPr/>
              <p:nvPr/>
            </p:nvGrpSpPr>
            <p:grpSpPr>
              <a:xfrm rot="5400000">
                <a:off x="742801" y="4420692"/>
                <a:ext cx="609603" cy="150219"/>
                <a:chOff x="5378571" y="5655686"/>
                <a:chExt cx="2232016" cy="587169"/>
              </a:xfrm>
            </p:grpSpPr>
            <p:cxnSp>
              <p:nvCxnSpPr>
                <p:cNvPr id="74" name="Straight Connector 73">
                  <a:extLst>
                    <a:ext uri="{FF2B5EF4-FFF2-40B4-BE49-F238E27FC236}">
                      <a16:creationId xmlns:a16="http://schemas.microsoft.com/office/drawing/2014/main" id="{ACF82631-E7DB-E140-9F7C-85FA1BF1E6B4}"/>
                    </a:ext>
                  </a:extLst>
                </p:cNvPr>
                <p:cNvCxnSpPr>
                  <a:cxnSpLocks/>
                </p:cNvCxnSpPr>
                <p:nvPr/>
              </p:nvCxnSpPr>
              <p:spPr bwMode="auto">
                <a:xfrm rot="16200000">
                  <a:off x="7409742" y="5745099"/>
                  <a:ext cx="0" cy="401691"/>
                </a:xfrm>
                <a:prstGeom prst="line">
                  <a:avLst/>
                </a:prstGeom>
                <a:solidFill>
                  <a:schemeClr val="accent1"/>
                </a:solidFill>
                <a:ln w="12700" cap="rnd" cmpd="sng" algn="ctr">
                  <a:solidFill>
                    <a:schemeClr val="tx1"/>
                  </a:solidFill>
                  <a:prstDash val="solid"/>
                  <a:round/>
                  <a:headEnd type="none" w="med" len="med"/>
                  <a:tailEnd type="none" w="med" len="med"/>
                </a:ln>
                <a:effectLst/>
              </p:spPr>
            </p:cxnSp>
            <p:cxnSp>
              <p:nvCxnSpPr>
                <p:cNvPr id="75" name="Straight Connector 74">
                  <a:extLst>
                    <a:ext uri="{FF2B5EF4-FFF2-40B4-BE49-F238E27FC236}">
                      <a16:creationId xmlns:a16="http://schemas.microsoft.com/office/drawing/2014/main" id="{FAFEC760-1316-1442-9888-3C2E5B71201D}"/>
                    </a:ext>
                  </a:extLst>
                </p:cNvPr>
                <p:cNvCxnSpPr>
                  <a:cxnSpLocks/>
                </p:cNvCxnSpPr>
                <p:nvPr/>
              </p:nvCxnSpPr>
              <p:spPr bwMode="auto">
                <a:xfrm rot="16200000">
                  <a:off x="6069892" y="5105007"/>
                  <a:ext cx="0" cy="1382641"/>
                </a:xfrm>
                <a:prstGeom prst="line">
                  <a:avLst/>
                </a:prstGeom>
                <a:solidFill>
                  <a:schemeClr val="accent1"/>
                </a:solidFill>
                <a:ln w="12700" cap="rnd" cmpd="sng" algn="ctr">
                  <a:solidFill>
                    <a:schemeClr val="tx1"/>
                  </a:solidFill>
                  <a:prstDash val="solid"/>
                  <a:round/>
                  <a:headEnd type="none" w="med" len="med"/>
                  <a:tailEnd type="none" w="med" len="med"/>
                </a:ln>
                <a:effectLst/>
              </p:spPr>
            </p:cxnSp>
            <p:cxnSp>
              <p:nvCxnSpPr>
                <p:cNvPr id="76" name="Straight Connector 75">
                  <a:extLst>
                    <a:ext uri="{FF2B5EF4-FFF2-40B4-BE49-F238E27FC236}">
                      <a16:creationId xmlns:a16="http://schemas.microsoft.com/office/drawing/2014/main" id="{073A9152-4330-3546-AF74-3B08CB5F7FCF}"/>
                    </a:ext>
                  </a:extLst>
                </p:cNvPr>
                <p:cNvCxnSpPr>
                  <a:cxnSpLocks/>
                </p:cNvCxnSpPr>
                <p:nvPr/>
              </p:nvCxnSpPr>
              <p:spPr bwMode="auto">
                <a:xfrm rot="16200000">
                  <a:off x="6348890" y="5677583"/>
                  <a:ext cx="0" cy="824641"/>
                </a:xfrm>
                <a:prstGeom prst="line">
                  <a:avLst/>
                </a:prstGeom>
                <a:solidFill>
                  <a:schemeClr val="accent1"/>
                </a:solidFill>
                <a:ln w="12700" cap="rnd" cmpd="sng" algn="ctr">
                  <a:solidFill>
                    <a:schemeClr val="tx1"/>
                  </a:solidFill>
                  <a:prstDash val="solid"/>
                  <a:round/>
                  <a:headEnd type="none" w="med" len="med"/>
                  <a:tailEnd type="none" w="med" len="med"/>
                </a:ln>
                <a:effectLst/>
              </p:spPr>
            </p:cxnSp>
            <p:sp>
              <p:nvSpPr>
                <p:cNvPr id="77" name="Freeform 76">
                  <a:extLst>
                    <a:ext uri="{FF2B5EF4-FFF2-40B4-BE49-F238E27FC236}">
                      <a16:creationId xmlns:a16="http://schemas.microsoft.com/office/drawing/2014/main" id="{41CD1A2D-5C11-A345-836D-6ABD15D0BAFD}"/>
                    </a:ext>
                  </a:extLst>
                </p:cNvPr>
                <p:cNvSpPr/>
                <p:nvPr/>
              </p:nvSpPr>
              <p:spPr bwMode="auto">
                <a:xfrm>
                  <a:off x="6574688" y="5655686"/>
                  <a:ext cx="634218" cy="587169"/>
                </a:xfrm>
                <a:custGeom>
                  <a:avLst/>
                  <a:gdLst>
                    <a:gd name="connsiteX0" fmla="*/ 0 w 627888"/>
                    <a:gd name="connsiteY0" fmla="*/ 0 h 579120"/>
                    <a:gd name="connsiteX1" fmla="*/ 207264 w 627888"/>
                    <a:gd name="connsiteY1" fmla="*/ 286512 h 579120"/>
                    <a:gd name="connsiteX2" fmla="*/ 0 w 627888"/>
                    <a:gd name="connsiteY2" fmla="*/ 579120 h 579120"/>
                    <a:gd name="connsiteX3" fmla="*/ 365760 w 627888"/>
                    <a:gd name="connsiteY3" fmla="*/ 573024 h 579120"/>
                    <a:gd name="connsiteX4" fmla="*/ 627888 w 627888"/>
                    <a:gd name="connsiteY4" fmla="*/ 292608 h 579120"/>
                    <a:gd name="connsiteX5" fmla="*/ 390144 w 627888"/>
                    <a:gd name="connsiteY5" fmla="*/ 6096 h 579120"/>
                    <a:gd name="connsiteX6" fmla="*/ 0 w 627888"/>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46520"/>
                    <a:gd name="connsiteY0" fmla="*/ 0 h 579120"/>
                    <a:gd name="connsiteX1" fmla="*/ 209962 w 646520"/>
                    <a:gd name="connsiteY1" fmla="*/ 286512 h 579120"/>
                    <a:gd name="connsiteX2" fmla="*/ 2698 w 646520"/>
                    <a:gd name="connsiteY2" fmla="*/ 579120 h 579120"/>
                    <a:gd name="connsiteX3" fmla="*/ 368458 w 646520"/>
                    <a:gd name="connsiteY3" fmla="*/ 573024 h 579120"/>
                    <a:gd name="connsiteX4" fmla="*/ 630586 w 646520"/>
                    <a:gd name="connsiteY4" fmla="*/ 292608 h 579120"/>
                    <a:gd name="connsiteX5" fmla="*/ 392842 w 646520"/>
                    <a:gd name="connsiteY5" fmla="*/ 6096 h 579120"/>
                    <a:gd name="connsiteX6" fmla="*/ 2698 w 646520"/>
                    <a:gd name="connsiteY6" fmla="*/ 0 h 579120"/>
                    <a:gd name="connsiteX0" fmla="*/ 2698 w 646520"/>
                    <a:gd name="connsiteY0" fmla="*/ 51141 h 630261"/>
                    <a:gd name="connsiteX1" fmla="*/ 209962 w 646520"/>
                    <a:gd name="connsiteY1" fmla="*/ 337653 h 630261"/>
                    <a:gd name="connsiteX2" fmla="*/ 2698 w 646520"/>
                    <a:gd name="connsiteY2" fmla="*/ 630261 h 630261"/>
                    <a:gd name="connsiteX3" fmla="*/ 368458 w 646520"/>
                    <a:gd name="connsiteY3" fmla="*/ 624165 h 630261"/>
                    <a:gd name="connsiteX4" fmla="*/ 630586 w 646520"/>
                    <a:gd name="connsiteY4" fmla="*/ 343749 h 630261"/>
                    <a:gd name="connsiteX5" fmla="*/ 392842 w 646520"/>
                    <a:gd name="connsiteY5" fmla="*/ 57237 h 630261"/>
                    <a:gd name="connsiteX6" fmla="*/ 2698 w 646520"/>
                    <a:gd name="connsiteY6" fmla="*/ 51141 h 630261"/>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1455 h 600575"/>
                    <a:gd name="connsiteX1" fmla="*/ 209962 w 646520"/>
                    <a:gd name="connsiteY1" fmla="*/ 307967 h 600575"/>
                    <a:gd name="connsiteX2" fmla="*/ 2698 w 646520"/>
                    <a:gd name="connsiteY2" fmla="*/ 600575 h 600575"/>
                    <a:gd name="connsiteX3" fmla="*/ 368458 w 646520"/>
                    <a:gd name="connsiteY3" fmla="*/ 594479 h 600575"/>
                    <a:gd name="connsiteX4" fmla="*/ 630586 w 646520"/>
                    <a:gd name="connsiteY4" fmla="*/ 314063 h 600575"/>
                    <a:gd name="connsiteX5" fmla="*/ 392842 w 646520"/>
                    <a:gd name="connsiteY5" fmla="*/ 27551 h 600575"/>
                    <a:gd name="connsiteX6" fmla="*/ 2698 w 646520"/>
                    <a:gd name="connsiteY6" fmla="*/ 21455 h 600575"/>
                    <a:gd name="connsiteX0" fmla="*/ 2698 w 630586"/>
                    <a:gd name="connsiteY0" fmla="*/ 21455 h 600575"/>
                    <a:gd name="connsiteX1" fmla="*/ 209962 w 630586"/>
                    <a:gd name="connsiteY1" fmla="*/ 307967 h 600575"/>
                    <a:gd name="connsiteX2" fmla="*/ 2698 w 630586"/>
                    <a:gd name="connsiteY2" fmla="*/ 600575 h 600575"/>
                    <a:gd name="connsiteX3" fmla="*/ 368458 w 630586"/>
                    <a:gd name="connsiteY3" fmla="*/ 594479 h 600575"/>
                    <a:gd name="connsiteX4" fmla="*/ 630586 w 630586"/>
                    <a:gd name="connsiteY4" fmla="*/ 314063 h 600575"/>
                    <a:gd name="connsiteX5" fmla="*/ 392842 w 630586"/>
                    <a:gd name="connsiteY5" fmla="*/ 27551 h 600575"/>
                    <a:gd name="connsiteX6" fmla="*/ 2698 w 630586"/>
                    <a:gd name="connsiteY6" fmla="*/ 21455 h 600575"/>
                    <a:gd name="connsiteX0" fmla="*/ 2698 w 631527"/>
                    <a:gd name="connsiteY0" fmla="*/ 21455 h 600575"/>
                    <a:gd name="connsiteX1" fmla="*/ 209962 w 631527"/>
                    <a:gd name="connsiteY1" fmla="*/ 307967 h 600575"/>
                    <a:gd name="connsiteX2" fmla="*/ 2698 w 631527"/>
                    <a:gd name="connsiteY2" fmla="*/ 600575 h 600575"/>
                    <a:gd name="connsiteX3" fmla="*/ 301402 w 631527"/>
                    <a:gd name="connsiteY3" fmla="*/ 600575 h 600575"/>
                    <a:gd name="connsiteX4" fmla="*/ 630586 w 631527"/>
                    <a:gd name="connsiteY4" fmla="*/ 314063 h 600575"/>
                    <a:gd name="connsiteX5" fmla="*/ 392842 w 631527"/>
                    <a:gd name="connsiteY5" fmla="*/ 27551 h 600575"/>
                    <a:gd name="connsiteX6" fmla="*/ 2698 w 631527"/>
                    <a:gd name="connsiteY6" fmla="*/ 21455 h 600575"/>
                    <a:gd name="connsiteX0" fmla="*/ 2698 w 631527"/>
                    <a:gd name="connsiteY0" fmla="*/ 21455 h 602832"/>
                    <a:gd name="connsiteX1" fmla="*/ 209962 w 631527"/>
                    <a:gd name="connsiteY1" fmla="*/ 307967 h 602832"/>
                    <a:gd name="connsiteX2" fmla="*/ 2698 w 631527"/>
                    <a:gd name="connsiteY2" fmla="*/ 600575 h 602832"/>
                    <a:gd name="connsiteX3" fmla="*/ 301402 w 631527"/>
                    <a:gd name="connsiteY3" fmla="*/ 600575 h 602832"/>
                    <a:gd name="connsiteX4" fmla="*/ 630586 w 631527"/>
                    <a:gd name="connsiteY4" fmla="*/ 314063 h 602832"/>
                    <a:gd name="connsiteX5" fmla="*/ 392842 w 631527"/>
                    <a:gd name="connsiteY5" fmla="*/ 27551 h 602832"/>
                    <a:gd name="connsiteX6" fmla="*/ 2698 w 631527"/>
                    <a:gd name="connsiteY6" fmla="*/ 21455 h 602832"/>
                    <a:gd name="connsiteX0" fmla="*/ 2698 w 630586"/>
                    <a:gd name="connsiteY0" fmla="*/ 21455 h 602832"/>
                    <a:gd name="connsiteX1" fmla="*/ 209962 w 630586"/>
                    <a:gd name="connsiteY1" fmla="*/ 307967 h 602832"/>
                    <a:gd name="connsiteX2" fmla="*/ 2698 w 630586"/>
                    <a:gd name="connsiteY2" fmla="*/ 600575 h 602832"/>
                    <a:gd name="connsiteX3" fmla="*/ 301402 w 630586"/>
                    <a:gd name="connsiteY3" fmla="*/ 600575 h 602832"/>
                    <a:gd name="connsiteX4" fmla="*/ 630586 w 630586"/>
                    <a:gd name="connsiteY4" fmla="*/ 314063 h 602832"/>
                    <a:gd name="connsiteX5" fmla="*/ 301402 w 630586"/>
                    <a:gd name="connsiteY5" fmla="*/ 27551 h 602832"/>
                    <a:gd name="connsiteX6" fmla="*/ 2698 w 630586"/>
                    <a:gd name="connsiteY6" fmla="*/ 21455 h 602832"/>
                    <a:gd name="connsiteX0" fmla="*/ 2698 w 630586"/>
                    <a:gd name="connsiteY0" fmla="*/ 20123 h 601500"/>
                    <a:gd name="connsiteX1" fmla="*/ 209962 w 630586"/>
                    <a:gd name="connsiteY1" fmla="*/ 306635 h 601500"/>
                    <a:gd name="connsiteX2" fmla="*/ 2698 w 630586"/>
                    <a:gd name="connsiteY2" fmla="*/ 599243 h 601500"/>
                    <a:gd name="connsiteX3" fmla="*/ 301402 w 630586"/>
                    <a:gd name="connsiteY3" fmla="*/ 599243 h 601500"/>
                    <a:gd name="connsiteX4" fmla="*/ 630586 w 630586"/>
                    <a:gd name="connsiteY4" fmla="*/ 312731 h 601500"/>
                    <a:gd name="connsiteX5" fmla="*/ 301402 w 630586"/>
                    <a:gd name="connsiteY5" fmla="*/ 26219 h 601500"/>
                    <a:gd name="connsiteX6" fmla="*/ 2698 w 630586"/>
                    <a:gd name="connsiteY6" fmla="*/ 20123 h 601500"/>
                    <a:gd name="connsiteX0" fmla="*/ 2146 w 630034"/>
                    <a:gd name="connsiteY0" fmla="*/ 20123 h 601500"/>
                    <a:gd name="connsiteX1" fmla="*/ 209410 w 630034"/>
                    <a:gd name="connsiteY1" fmla="*/ 306635 h 601500"/>
                    <a:gd name="connsiteX2" fmla="*/ 2146 w 630034"/>
                    <a:gd name="connsiteY2" fmla="*/ 599243 h 601500"/>
                    <a:gd name="connsiteX3" fmla="*/ 300850 w 630034"/>
                    <a:gd name="connsiteY3" fmla="*/ 599243 h 601500"/>
                    <a:gd name="connsiteX4" fmla="*/ 630034 w 630034"/>
                    <a:gd name="connsiteY4" fmla="*/ 312731 h 601500"/>
                    <a:gd name="connsiteX5" fmla="*/ 300850 w 630034"/>
                    <a:gd name="connsiteY5" fmla="*/ 26219 h 601500"/>
                    <a:gd name="connsiteX6" fmla="*/ 2146 w 630034"/>
                    <a:gd name="connsiteY6" fmla="*/ 20123 h 601500"/>
                    <a:gd name="connsiteX0" fmla="*/ 6215 w 634103"/>
                    <a:gd name="connsiteY0" fmla="*/ 3947 h 585324"/>
                    <a:gd name="connsiteX1" fmla="*/ 213479 w 634103"/>
                    <a:gd name="connsiteY1" fmla="*/ 290459 h 585324"/>
                    <a:gd name="connsiteX2" fmla="*/ 6215 w 634103"/>
                    <a:gd name="connsiteY2" fmla="*/ 583067 h 585324"/>
                    <a:gd name="connsiteX3" fmla="*/ 304919 w 634103"/>
                    <a:gd name="connsiteY3" fmla="*/ 583067 h 585324"/>
                    <a:gd name="connsiteX4" fmla="*/ 634103 w 634103"/>
                    <a:gd name="connsiteY4" fmla="*/ 296555 h 585324"/>
                    <a:gd name="connsiteX5" fmla="*/ 304919 w 634103"/>
                    <a:gd name="connsiteY5" fmla="*/ 10043 h 585324"/>
                    <a:gd name="connsiteX6" fmla="*/ 6215 w 634103"/>
                    <a:gd name="connsiteY6" fmla="*/ 3947 h 585324"/>
                    <a:gd name="connsiteX0" fmla="*/ 6624 w 634512"/>
                    <a:gd name="connsiteY0" fmla="*/ 3947 h 585324"/>
                    <a:gd name="connsiteX1" fmla="*/ 213888 w 634512"/>
                    <a:gd name="connsiteY1" fmla="*/ 290459 h 585324"/>
                    <a:gd name="connsiteX2" fmla="*/ 6624 w 634512"/>
                    <a:gd name="connsiteY2" fmla="*/ 583067 h 585324"/>
                    <a:gd name="connsiteX3" fmla="*/ 305328 w 634512"/>
                    <a:gd name="connsiteY3" fmla="*/ 583067 h 585324"/>
                    <a:gd name="connsiteX4" fmla="*/ 634512 w 634512"/>
                    <a:gd name="connsiteY4" fmla="*/ 296555 h 585324"/>
                    <a:gd name="connsiteX5" fmla="*/ 305328 w 634512"/>
                    <a:gd name="connsiteY5" fmla="*/ 10043 h 585324"/>
                    <a:gd name="connsiteX6" fmla="*/ 6624 w 634512"/>
                    <a:gd name="connsiteY6" fmla="*/ 3947 h 585324"/>
                    <a:gd name="connsiteX0" fmla="*/ 6624 w 634644"/>
                    <a:gd name="connsiteY0" fmla="*/ 18301 h 599678"/>
                    <a:gd name="connsiteX1" fmla="*/ 213888 w 634644"/>
                    <a:gd name="connsiteY1" fmla="*/ 304813 h 599678"/>
                    <a:gd name="connsiteX2" fmla="*/ 6624 w 634644"/>
                    <a:gd name="connsiteY2" fmla="*/ 597421 h 599678"/>
                    <a:gd name="connsiteX3" fmla="*/ 305328 w 634644"/>
                    <a:gd name="connsiteY3" fmla="*/ 597421 h 599678"/>
                    <a:gd name="connsiteX4" fmla="*/ 634512 w 634644"/>
                    <a:gd name="connsiteY4" fmla="*/ 310909 h 599678"/>
                    <a:gd name="connsiteX5" fmla="*/ 268752 w 634644"/>
                    <a:gd name="connsiteY5" fmla="*/ 30493 h 599678"/>
                    <a:gd name="connsiteX6" fmla="*/ 6624 w 634644"/>
                    <a:gd name="connsiteY6" fmla="*/ 18301 h 599678"/>
                    <a:gd name="connsiteX0" fmla="*/ 6624 w 634644"/>
                    <a:gd name="connsiteY0" fmla="*/ 23735 h 605112"/>
                    <a:gd name="connsiteX1" fmla="*/ 213888 w 634644"/>
                    <a:gd name="connsiteY1" fmla="*/ 310247 h 605112"/>
                    <a:gd name="connsiteX2" fmla="*/ 6624 w 634644"/>
                    <a:gd name="connsiteY2" fmla="*/ 602855 h 605112"/>
                    <a:gd name="connsiteX3" fmla="*/ 305328 w 634644"/>
                    <a:gd name="connsiteY3" fmla="*/ 602855 h 605112"/>
                    <a:gd name="connsiteX4" fmla="*/ 634512 w 634644"/>
                    <a:gd name="connsiteY4" fmla="*/ 316343 h 605112"/>
                    <a:gd name="connsiteX5" fmla="*/ 268752 w 634644"/>
                    <a:gd name="connsiteY5" fmla="*/ 35927 h 605112"/>
                    <a:gd name="connsiteX6" fmla="*/ 6624 w 634644"/>
                    <a:gd name="connsiteY6" fmla="*/ 23735 h 605112"/>
                    <a:gd name="connsiteX0" fmla="*/ 6624 w 634577"/>
                    <a:gd name="connsiteY0" fmla="*/ 17614 h 598991"/>
                    <a:gd name="connsiteX1" fmla="*/ 213888 w 634577"/>
                    <a:gd name="connsiteY1" fmla="*/ 304126 h 598991"/>
                    <a:gd name="connsiteX2" fmla="*/ 6624 w 634577"/>
                    <a:gd name="connsiteY2" fmla="*/ 596734 h 598991"/>
                    <a:gd name="connsiteX3" fmla="*/ 305328 w 634577"/>
                    <a:gd name="connsiteY3" fmla="*/ 596734 h 598991"/>
                    <a:gd name="connsiteX4" fmla="*/ 634512 w 634577"/>
                    <a:gd name="connsiteY4" fmla="*/ 310222 h 598991"/>
                    <a:gd name="connsiteX5" fmla="*/ 329712 w 634577"/>
                    <a:gd name="connsiteY5" fmla="*/ 48094 h 598991"/>
                    <a:gd name="connsiteX6" fmla="*/ 6624 w 634577"/>
                    <a:gd name="connsiteY6" fmla="*/ 17614 h 598991"/>
                    <a:gd name="connsiteX0" fmla="*/ 6624 w 634575"/>
                    <a:gd name="connsiteY0" fmla="*/ 21507 h 602884"/>
                    <a:gd name="connsiteX1" fmla="*/ 213888 w 634575"/>
                    <a:gd name="connsiteY1" fmla="*/ 308019 h 602884"/>
                    <a:gd name="connsiteX2" fmla="*/ 6624 w 634575"/>
                    <a:gd name="connsiteY2" fmla="*/ 600627 h 602884"/>
                    <a:gd name="connsiteX3" fmla="*/ 305328 w 634575"/>
                    <a:gd name="connsiteY3" fmla="*/ 600627 h 602884"/>
                    <a:gd name="connsiteX4" fmla="*/ 634512 w 634575"/>
                    <a:gd name="connsiteY4" fmla="*/ 314115 h 602884"/>
                    <a:gd name="connsiteX5" fmla="*/ 329712 w 634575"/>
                    <a:gd name="connsiteY5" fmla="*/ 51987 h 602884"/>
                    <a:gd name="connsiteX6" fmla="*/ 6624 w 634575"/>
                    <a:gd name="connsiteY6" fmla="*/ 21507 h 602884"/>
                    <a:gd name="connsiteX0" fmla="*/ 6624 w 634575"/>
                    <a:gd name="connsiteY0" fmla="*/ 21507 h 619140"/>
                    <a:gd name="connsiteX1" fmla="*/ 213888 w 634575"/>
                    <a:gd name="connsiteY1" fmla="*/ 308019 h 619140"/>
                    <a:gd name="connsiteX2" fmla="*/ 6624 w 634575"/>
                    <a:gd name="connsiteY2" fmla="*/ 600627 h 619140"/>
                    <a:gd name="connsiteX3" fmla="*/ 305328 w 634575"/>
                    <a:gd name="connsiteY3" fmla="*/ 600627 h 619140"/>
                    <a:gd name="connsiteX4" fmla="*/ 634512 w 634575"/>
                    <a:gd name="connsiteY4" fmla="*/ 314115 h 619140"/>
                    <a:gd name="connsiteX5" fmla="*/ 329712 w 634575"/>
                    <a:gd name="connsiteY5" fmla="*/ 51987 h 619140"/>
                    <a:gd name="connsiteX6" fmla="*/ 6624 w 634575"/>
                    <a:gd name="connsiteY6" fmla="*/ 21507 h 619140"/>
                    <a:gd name="connsiteX0" fmla="*/ 6624 w 634531"/>
                    <a:gd name="connsiteY0" fmla="*/ 21507 h 607159"/>
                    <a:gd name="connsiteX1" fmla="*/ 213888 w 634531"/>
                    <a:gd name="connsiteY1" fmla="*/ 308019 h 607159"/>
                    <a:gd name="connsiteX2" fmla="*/ 6624 w 634531"/>
                    <a:gd name="connsiteY2" fmla="*/ 600627 h 607159"/>
                    <a:gd name="connsiteX3" fmla="*/ 341904 w 634531"/>
                    <a:gd name="connsiteY3" fmla="*/ 582339 h 607159"/>
                    <a:gd name="connsiteX4" fmla="*/ 634512 w 634531"/>
                    <a:gd name="connsiteY4" fmla="*/ 314115 h 607159"/>
                    <a:gd name="connsiteX5" fmla="*/ 329712 w 634531"/>
                    <a:gd name="connsiteY5" fmla="*/ 51987 h 607159"/>
                    <a:gd name="connsiteX6" fmla="*/ 6624 w 634531"/>
                    <a:gd name="connsiteY6" fmla="*/ 21507 h 607159"/>
                    <a:gd name="connsiteX0" fmla="*/ 6624 w 634516"/>
                    <a:gd name="connsiteY0" fmla="*/ 21507 h 600822"/>
                    <a:gd name="connsiteX1" fmla="*/ 213888 w 634516"/>
                    <a:gd name="connsiteY1" fmla="*/ 308019 h 600822"/>
                    <a:gd name="connsiteX2" fmla="*/ 6624 w 634516"/>
                    <a:gd name="connsiteY2" fmla="*/ 600627 h 600822"/>
                    <a:gd name="connsiteX3" fmla="*/ 335808 w 634516"/>
                    <a:gd name="connsiteY3" fmla="*/ 564051 h 600822"/>
                    <a:gd name="connsiteX4" fmla="*/ 634512 w 634516"/>
                    <a:gd name="connsiteY4" fmla="*/ 314115 h 600822"/>
                    <a:gd name="connsiteX5" fmla="*/ 329712 w 634516"/>
                    <a:gd name="connsiteY5" fmla="*/ 51987 h 600822"/>
                    <a:gd name="connsiteX6" fmla="*/ 6624 w 634516"/>
                    <a:gd name="connsiteY6" fmla="*/ 21507 h 600822"/>
                    <a:gd name="connsiteX0" fmla="*/ 6624 w 634516"/>
                    <a:gd name="connsiteY0" fmla="*/ 20598 h 599913"/>
                    <a:gd name="connsiteX1" fmla="*/ 213888 w 634516"/>
                    <a:gd name="connsiteY1" fmla="*/ 307110 h 599913"/>
                    <a:gd name="connsiteX2" fmla="*/ 6624 w 634516"/>
                    <a:gd name="connsiteY2" fmla="*/ 599718 h 599913"/>
                    <a:gd name="connsiteX3" fmla="*/ 335808 w 634516"/>
                    <a:gd name="connsiteY3" fmla="*/ 563142 h 599913"/>
                    <a:gd name="connsiteX4" fmla="*/ 634512 w 634516"/>
                    <a:gd name="connsiteY4" fmla="*/ 313206 h 599913"/>
                    <a:gd name="connsiteX5" fmla="*/ 329712 w 634516"/>
                    <a:gd name="connsiteY5" fmla="*/ 51078 h 599913"/>
                    <a:gd name="connsiteX6" fmla="*/ 6624 w 634516"/>
                    <a:gd name="connsiteY6" fmla="*/ 20598 h 599913"/>
                    <a:gd name="connsiteX0" fmla="*/ 6624 w 634516"/>
                    <a:gd name="connsiteY0" fmla="*/ 22407 h 601722"/>
                    <a:gd name="connsiteX1" fmla="*/ 213888 w 634516"/>
                    <a:gd name="connsiteY1" fmla="*/ 308919 h 601722"/>
                    <a:gd name="connsiteX2" fmla="*/ 6624 w 634516"/>
                    <a:gd name="connsiteY2" fmla="*/ 601527 h 601722"/>
                    <a:gd name="connsiteX3" fmla="*/ 335808 w 634516"/>
                    <a:gd name="connsiteY3" fmla="*/ 564951 h 601722"/>
                    <a:gd name="connsiteX4" fmla="*/ 634512 w 634516"/>
                    <a:gd name="connsiteY4" fmla="*/ 315015 h 601722"/>
                    <a:gd name="connsiteX5" fmla="*/ 329712 w 634516"/>
                    <a:gd name="connsiteY5" fmla="*/ 52887 h 601722"/>
                    <a:gd name="connsiteX6" fmla="*/ 6624 w 634516"/>
                    <a:gd name="connsiteY6" fmla="*/ 22407 h 601722"/>
                    <a:gd name="connsiteX0" fmla="*/ 6624 w 634516"/>
                    <a:gd name="connsiteY0" fmla="*/ 8163 h 587478"/>
                    <a:gd name="connsiteX1" fmla="*/ 213888 w 634516"/>
                    <a:gd name="connsiteY1" fmla="*/ 294675 h 587478"/>
                    <a:gd name="connsiteX2" fmla="*/ 6624 w 634516"/>
                    <a:gd name="connsiteY2" fmla="*/ 587283 h 587478"/>
                    <a:gd name="connsiteX3" fmla="*/ 335808 w 634516"/>
                    <a:gd name="connsiteY3" fmla="*/ 550707 h 587478"/>
                    <a:gd name="connsiteX4" fmla="*/ 634512 w 634516"/>
                    <a:gd name="connsiteY4" fmla="*/ 300771 h 587478"/>
                    <a:gd name="connsiteX5" fmla="*/ 329712 w 634516"/>
                    <a:gd name="connsiteY5" fmla="*/ 38643 h 587478"/>
                    <a:gd name="connsiteX6" fmla="*/ 6624 w 634516"/>
                    <a:gd name="connsiteY6" fmla="*/ 8163 h 587478"/>
                    <a:gd name="connsiteX0" fmla="*/ 6288 w 634180"/>
                    <a:gd name="connsiteY0" fmla="*/ 8163 h 587686"/>
                    <a:gd name="connsiteX1" fmla="*/ 213552 w 634180"/>
                    <a:gd name="connsiteY1" fmla="*/ 294675 h 587686"/>
                    <a:gd name="connsiteX2" fmla="*/ 6288 w 634180"/>
                    <a:gd name="connsiteY2" fmla="*/ 587283 h 587686"/>
                    <a:gd name="connsiteX3" fmla="*/ 335472 w 634180"/>
                    <a:gd name="connsiteY3" fmla="*/ 550707 h 587686"/>
                    <a:gd name="connsiteX4" fmla="*/ 634176 w 634180"/>
                    <a:gd name="connsiteY4" fmla="*/ 300771 h 587686"/>
                    <a:gd name="connsiteX5" fmla="*/ 329376 w 634180"/>
                    <a:gd name="connsiteY5" fmla="*/ 38643 h 587686"/>
                    <a:gd name="connsiteX6" fmla="*/ 6288 w 634180"/>
                    <a:gd name="connsiteY6" fmla="*/ 8163 h 587686"/>
                    <a:gd name="connsiteX0" fmla="*/ 6288 w 634211"/>
                    <a:gd name="connsiteY0" fmla="*/ 8163 h 587686"/>
                    <a:gd name="connsiteX1" fmla="*/ 213552 w 634211"/>
                    <a:gd name="connsiteY1" fmla="*/ 294675 h 587686"/>
                    <a:gd name="connsiteX2" fmla="*/ 6288 w 634211"/>
                    <a:gd name="connsiteY2" fmla="*/ 587283 h 587686"/>
                    <a:gd name="connsiteX3" fmla="*/ 335472 w 634211"/>
                    <a:gd name="connsiteY3" fmla="*/ 550707 h 587686"/>
                    <a:gd name="connsiteX4" fmla="*/ 634176 w 634211"/>
                    <a:gd name="connsiteY4" fmla="*/ 300771 h 587686"/>
                    <a:gd name="connsiteX5" fmla="*/ 329376 w 634211"/>
                    <a:gd name="connsiteY5" fmla="*/ 38643 h 587686"/>
                    <a:gd name="connsiteX6" fmla="*/ 6288 w 634211"/>
                    <a:gd name="connsiteY6" fmla="*/ 8163 h 587686"/>
                    <a:gd name="connsiteX0" fmla="*/ 6288 w 634286"/>
                    <a:gd name="connsiteY0" fmla="*/ 8163 h 587686"/>
                    <a:gd name="connsiteX1" fmla="*/ 213552 w 634286"/>
                    <a:gd name="connsiteY1" fmla="*/ 294675 h 587686"/>
                    <a:gd name="connsiteX2" fmla="*/ 6288 w 634286"/>
                    <a:gd name="connsiteY2" fmla="*/ 587283 h 587686"/>
                    <a:gd name="connsiteX3" fmla="*/ 335472 w 634286"/>
                    <a:gd name="connsiteY3" fmla="*/ 550707 h 587686"/>
                    <a:gd name="connsiteX4" fmla="*/ 634176 w 634286"/>
                    <a:gd name="connsiteY4" fmla="*/ 300771 h 587686"/>
                    <a:gd name="connsiteX5" fmla="*/ 329376 w 634286"/>
                    <a:gd name="connsiteY5" fmla="*/ 38643 h 587686"/>
                    <a:gd name="connsiteX6" fmla="*/ 6288 w 634286"/>
                    <a:gd name="connsiteY6" fmla="*/ 8163 h 587686"/>
                    <a:gd name="connsiteX0" fmla="*/ 6288 w 634286"/>
                    <a:gd name="connsiteY0" fmla="*/ 4816 h 584339"/>
                    <a:gd name="connsiteX1" fmla="*/ 213552 w 634286"/>
                    <a:gd name="connsiteY1" fmla="*/ 291328 h 584339"/>
                    <a:gd name="connsiteX2" fmla="*/ 6288 w 634286"/>
                    <a:gd name="connsiteY2" fmla="*/ 583936 h 584339"/>
                    <a:gd name="connsiteX3" fmla="*/ 335472 w 634286"/>
                    <a:gd name="connsiteY3" fmla="*/ 547360 h 584339"/>
                    <a:gd name="connsiteX4" fmla="*/ 634176 w 634286"/>
                    <a:gd name="connsiteY4" fmla="*/ 297424 h 584339"/>
                    <a:gd name="connsiteX5" fmla="*/ 329376 w 634286"/>
                    <a:gd name="connsiteY5" fmla="*/ 35296 h 584339"/>
                    <a:gd name="connsiteX6" fmla="*/ 6288 w 634286"/>
                    <a:gd name="connsiteY6" fmla="*/ 4816 h 584339"/>
                    <a:gd name="connsiteX0" fmla="*/ 6288 w 634210"/>
                    <a:gd name="connsiteY0" fmla="*/ 14826 h 594349"/>
                    <a:gd name="connsiteX1" fmla="*/ 213552 w 634210"/>
                    <a:gd name="connsiteY1" fmla="*/ 301338 h 594349"/>
                    <a:gd name="connsiteX2" fmla="*/ 6288 w 634210"/>
                    <a:gd name="connsiteY2" fmla="*/ 593946 h 594349"/>
                    <a:gd name="connsiteX3" fmla="*/ 335472 w 634210"/>
                    <a:gd name="connsiteY3" fmla="*/ 557370 h 594349"/>
                    <a:gd name="connsiteX4" fmla="*/ 634176 w 634210"/>
                    <a:gd name="connsiteY4" fmla="*/ 307434 h 594349"/>
                    <a:gd name="connsiteX5" fmla="*/ 353545 w 634210"/>
                    <a:gd name="connsiteY5" fmla="*/ 57390 h 594349"/>
                    <a:gd name="connsiteX6" fmla="*/ 6288 w 634210"/>
                    <a:gd name="connsiteY6" fmla="*/ 14826 h 594349"/>
                    <a:gd name="connsiteX0" fmla="*/ 6288 w 634210"/>
                    <a:gd name="connsiteY0" fmla="*/ 4846 h 584369"/>
                    <a:gd name="connsiteX1" fmla="*/ 213552 w 634210"/>
                    <a:gd name="connsiteY1" fmla="*/ 291358 h 584369"/>
                    <a:gd name="connsiteX2" fmla="*/ 6288 w 634210"/>
                    <a:gd name="connsiteY2" fmla="*/ 583966 h 584369"/>
                    <a:gd name="connsiteX3" fmla="*/ 335472 w 634210"/>
                    <a:gd name="connsiteY3" fmla="*/ 547390 h 584369"/>
                    <a:gd name="connsiteX4" fmla="*/ 634176 w 634210"/>
                    <a:gd name="connsiteY4" fmla="*/ 297454 h 584369"/>
                    <a:gd name="connsiteX5" fmla="*/ 353545 w 634210"/>
                    <a:gd name="connsiteY5" fmla="*/ 47410 h 584369"/>
                    <a:gd name="connsiteX6" fmla="*/ 6288 w 634210"/>
                    <a:gd name="connsiteY6" fmla="*/ 4846 h 584369"/>
                    <a:gd name="connsiteX0" fmla="*/ 6288 w 634210"/>
                    <a:gd name="connsiteY0" fmla="*/ 4415 h 583938"/>
                    <a:gd name="connsiteX1" fmla="*/ 213552 w 634210"/>
                    <a:gd name="connsiteY1" fmla="*/ 290927 h 583938"/>
                    <a:gd name="connsiteX2" fmla="*/ 6288 w 634210"/>
                    <a:gd name="connsiteY2" fmla="*/ 583535 h 583938"/>
                    <a:gd name="connsiteX3" fmla="*/ 335472 w 634210"/>
                    <a:gd name="connsiteY3" fmla="*/ 546959 h 583938"/>
                    <a:gd name="connsiteX4" fmla="*/ 634176 w 634210"/>
                    <a:gd name="connsiteY4" fmla="*/ 297023 h 583938"/>
                    <a:gd name="connsiteX5" fmla="*/ 353545 w 634210"/>
                    <a:gd name="connsiteY5" fmla="*/ 46979 h 583938"/>
                    <a:gd name="connsiteX6" fmla="*/ 6288 w 634210"/>
                    <a:gd name="connsiteY6" fmla="*/ 4415 h 583938"/>
                    <a:gd name="connsiteX0" fmla="*/ 6288 w 634210"/>
                    <a:gd name="connsiteY0" fmla="*/ 5419 h 584942"/>
                    <a:gd name="connsiteX1" fmla="*/ 213552 w 634210"/>
                    <a:gd name="connsiteY1" fmla="*/ 291931 h 584942"/>
                    <a:gd name="connsiteX2" fmla="*/ 6288 w 634210"/>
                    <a:gd name="connsiteY2" fmla="*/ 584539 h 584942"/>
                    <a:gd name="connsiteX3" fmla="*/ 335472 w 634210"/>
                    <a:gd name="connsiteY3" fmla="*/ 547963 h 584942"/>
                    <a:gd name="connsiteX4" fmla="*/ 634176 w 634210"/>
                    <a:gd name="connsiteY4" fmla="*/ 298027 h 584942"/>
                    <a:gd name="connsiteX5" fmla="*/ 353545 w 634210"/>
                    <a:gd name="connsiteY5" fmla="*/ 47983 h 584942"/>
                    <a:gd name="connsiteX6" fmla="*/ 6288 w 634210"/>
                    <a:gd name="connsiteY6" fmla="*/ 5419 h 584942"/>
                    <a:gd name="connsiteX0" fmla="*/ 6288 w 634218"/>
                    <a:gd name="connsiteY0" fmla="*/ 7646 h 587169"/>
                    <a:gd name="connsiteX1" fmla="*/ 213552 w 634218"/>
                    <a:gd name="connsiteY1" fmla="*/ 294158 h 587169"/>
                    <a:gd name="connsiteX2" fmla="*/ 6288 w 634218"/>
                    <a:gd name="connsiteY2" fmla="*/ 586766 h 587169"/>
                    <a:gd name="connsiteX3" fmla="*/ 335472 w 634218"/>
                    <a:gd name="connsiteY3" fmla="*/ 550190 h 587169"/>
                    <a:gd name="connsiteX4" fmla="*/ 634176 w 634218"/>
                    <a:gd name="connsiteY4" fmla="*/ 300254 h 587169"/>
                    <a:gd name="connsiteX5" fmla="*/ 353545 w 634218"/>
                    <a:gd name="connsiteY5" fmla="*/ 50210 h 587169"/>
                    <a:gd name="connsiteX6" fmla="*/ 6288 w 634218"/>
                    <a:gd name="connsiteY6" fmla="*/ 7646 h 587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4218" h="587169">
                      <a:moveTo>
                        <a:pt x="6288" y="7646"/>
                      </a:moveTo>
                      <a:cubicBezTo>
                        <a:pt x="-1402" y="17865"/>
                        <a:pt x="197440" y="80821"/>
                        <a:pt x="213552" y="294158"/>
                      </a:cubicBezTo>
                      <a:cubicBezTo>
                        <a:pt x="229664" y="507495"/>
                        <a:pt x="-44512" y="593878"/>
                        <a:pt x="6288" y="586766"/>
                      </a:cubicBezTo>
                      <a:cubicBezTo>
                        <a:pt x="105856" y="586766"/>
                        <a:pt x="200344" y="591846"/>
                        <a:pt x="335472" y="550190"/>
                      </a:cubicBezTo>
                      <a:cubicBezTo>
                        <a:pt x="470600" y="508534"/>
                        <a:pt x="631164" y="383584"/>
                        <a:pt x="634176" y="300254"/>
                      </a:cubicBezTo>
                      <a:cubicBezTo>
                        <a:pt x="637188" y="216924"/>
                        <a:pt x="479500" y="97260"/>
                        <a:pt x="353545" y="50210"/>
                      </a:cubicBezTo>
                      <a:cubicBezTo>
                        <a:pt x="227590" y="3160"/>
                        <a:pt x="19803" y="-10314"/>
                        <a:pt x="6288" y="7646"/>
                      </a:cubicBezTo>
                      <a:close/>
                    </a:path>
                  </a:pathLst>
                </a:custGeom>
                <a:solidFill>
                  <a:schemeClr val="bg1"/>
                </a:solidFill>
                <a:ln w="12700" cap="rnd"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r"/>
                  <a:endParaRPr lang="en-CN" sz="6000">
                    <a:solidFill>
                      <a:schemeClr val="tx1"/>
                    </a:solidFill>
                  </a:endParaRPr>
                </a:p>
              </p:txBody>
            </p:sp>
            <p:sp>
              <p:nvSpPr>
                <p:cNvPr id="78" name="Freeform 77">
                  <a:extLst>
                    <a:ext uri="{FF2B5EF4-FFF2-40B4-BE49-F238E27FC236}">
                      <a16:creationId xmlns:a16="http://schemas.microsoft.com/office/drawing/2014/main" id="{9A2C0812-31B4-3048-88A2-77B1170B09E9}"/>
                    </a:ext>
                  </a:extLst>
                </p:cNvPr>
                <p:cNvSpPr/>
                <p:nvPr/>
              </p:nvSpPr>
              <p:spPr bwMode="auto">
                <a:xfrm>
                  <a:off x="6470670" y="5701318"/>
                  <a:ext cx="223789" cy="531264"/>
                </a:xfrm>
                <a:custGeom>
                  <a:avLst/>
                  <a:gdLst>
                    <a:gd name="connsiteX0" fmla="*/ 0 w 195378"/>
                    <a:gd name="connsiteY0" fmla="*/ 0 h 541538"/>
                    <a:gd name="connsiteX1" fmla="*/ 195308 w 195378"/>
                    <a:gd name="connsiteY1" fmla="*/ 257452 h 541538"/>
                    <a:gd name="connsiteX2" fmla="*/ 17755 w 195378"/>
                    <a:gd name="connsiteY2" fmla="*/ 541538 h 541538"/>
                    <a:gd name="connsiteX0" fmla="*/ 2793 w 198102"/>
                    <a:gd name="connsiteY0" fmla="*/ 0 h 531264"/>
                    <a:gd name="connsiteX1" fmla="*/ 198101 w 198102"/>
                    <a:gd name="connsiteY1" fmla="*/ 257452 h 531264"/>
                    <a:gd name="connsiteX2" fmla="*/ 0 w 198102"/>
                    <a:gd name="connsiteY2" fmla="*/ 531264 h 531264"/>
                    <a:gd name="connsiteX0" fmla="*/ 2793 w 223788"/>
                    <a:gd name="connsiteY0" fmla="*/ 0 h 531264"/>
                    <a:gd name="connsiteX1" fmla="*/ 223787 w 223788"/>
                    <a:gd name="connsiteY1" fmla="*/ 262589 h 531264"/>
                    <a:gd name="connsiteX2" fmla="*/ 0 w 223788"/>
                    <a:gd name="connsiteY2" fmla="*/ 531264 h 531264"/>
                    <a:gd name="connsiteX0" fmla="*/ 2793 w 223902"/>
                    <a:gd name="connsiteY0" fmla="*/ 0 h 531264"/>
                    <a:gd name="connsiteX1" fmla="*/ 223787 w 223902"/>
                    <a:gd name="connsiteY1" fmla="*/ 262589 h 531264"/>
                    <a:gd name="connsiteX2" fmla="*/ 0 w 223902"/>
                    <a:gd name="connsiteY2" fmla="*/ 531264 h 531264"/>
                    <a:gd name="connsiteX0" fmla="*/ 2793 w 223934"/>
                    <a:gd name="connsiteY0" fmla="*/ 0 h 531264"/>
                    <a:gd name="connsiteX1" fmla="*/ 223787 w 223934"/>
                    <a:gd name="connsiteY1" fmla="*/ 262589 h 531264"/>
                    <a:gd name="connsiteX2" fmla="*/ 0 w 223934"/>
                    <a:gd name="connsiteY2" fmla="*/ 531264 h 531264"/>
                    <a:gd name="connsiteX0" fmla="*/ 2793 w 223927"/>
                    <a:gd name="connsiteY0" fmla="*/ 0 h 531264"/>
                    <a:gd name="connsiteX1" fmla="*/ 223787 w 223927"/>
                    <a:gd name="connsiteY1" fmla="*/ 262589 h 531264"/>
                    <a:gd name="connsiteX2" fmla="*/ 0 w 223927"/>
                    <a:gd name="connsiteY2" fmla="*/ 531264 h 531264"/>
                    <a:gd name="connsiteX0" fmla="*/ 2793 w 223927"/>
                    <a:gd name="connsiteY0" fmla="*/ 0 h 531264"/>
                    <a:gd name="connsiteX1" fmla="*/ 223787 w 223927"/>
                    <a:gd name="connsiteY1" fmla="*/ 262589 h 531264"/>
                    <a:gd name="connsiteX2" fmla="*/ 0 w 223927"/>
                    <a:gd name="connsiteY2" fmla="*/ 531264 h 531264"/>
                    <a:gd name="connsiteX0" fmla="*/ 2793 w 223789"/>
                    <a:gd name="connsiteY0" fmla="*/ 0 h 531264"/>
                    <a:gd name="connsiteX1" fmla="*/ 223787 w 223789"/>
                    <a:gd name="connsiteY1" fmla="*/ 262589 h 531264"/>
                    <a:gd name="connsiteX2" fmla="*/ 0 w 223789"/>
                    <a:gd name="connsiteY2" fmla="*/ 531264 h 531264"/>
                  </a:gdLst>
                  <a:ahLst/>
                  <a:cxnLst>
                    <a:cxn ang="0">
                      <a:pos x="connsiteX0" y="connsiteY0"/>
                    </a:cxn>
                    <a:cxn ang="0">
                      <a:pos x="connsiteX1" y="connsiteY1"/>
                    </a:cxn>
                    <a:cxn ang="0">
                      <a:pos x="connsiteX2" y="connsiteY2"/>
                    </a:cxn>
                  </a:cxnLst>
                  <a:rect l="l" t="t" r="r" b="b"/>
                  <a:pathLst>
                    <a:path w="223789" h="531264">
                      <a:moveTo>
                        <a:pt x="2793" y="0"/>
                      </a:moveTo>
                      <a:cubicBezTo>
                        <a:pt x="145200" y="83598"/>
                        <a:pt x="224252" y="153497"/>
                        <a:pt x="223787" y="262589"/>
                      </a:cubicBezTo>
                      <a:cubicBezTo>
                        <a:pt x="223322" y="371681"/>
                        <a:pt x="115941" y="460034"/>
                        <a:pt x="0" y="531264"/>
                      </a:cubicBezTo>
                    </a:path>
                  </a:pathLst>
                </a:custGeom>
                <a:noFill/>
                <a:ln w="12700" cap="rnd"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2800" b="0" i="0" u="none" strike="noStrike" cap="none" normalizeH="0" baseline="0">
                    <a:ln>
                      <a:noFill/>
                    </a:ln>
                    <a:solidFill>
                      <a:schemeClr val="tx1"/>
                    </a:solidFill>
                    <a:effectLst/>
                    <a:latin typeface="Arial" charset="0"/>
                  </a:endParaRPr>
                </a:p>
              </p:txBody>
            </p:sp>
          </p:grpSp>
          <p:cxnSp>
            <p:nvCxnSpPr>
              <p:cNvPr id="70" name="Straight Connector 69">
                <a:extLst>
                  <a:ext uri="{FF2B5EF4-FFF2-40B4-BE49-F238E27FC236}">
                    <a16:creationId xmlns:a16="http://schemas.microsoft.com/office/drawing/2014/main" id="{431A46A5-20CE-5842-B309-B58D39F81C31}"/>
                  </a:ext>
                </a:extLst>
              </p:cNvPr>
              <p:cNvCxnSpPr>
                <a:cxnSpLocks/>
              </p:cNvCxnSpPr>
              <p:nvPr/>
            </p:nvCxnSpPr>
            <p:spPr bwMode="auto">
              <a:xfrm>
                <a:off x="831209" y="4435688"/>
                <a:ext cx="255522" cy="0"/>
              </a:xfrm>
              <a:prstGeom prst="line">
                <a:avLst/>
              </a:prstGeom>
              <a:solidFill>
                <a:schemeClr val="accent1"/>
              </a:solidFill>
              <a:ln w="12700" cap="rnd" cmpd="sng" algn="ctr">
                <a:solidFill>
                  <a:schemeClr val="tx1"/>
                </a:solidFill>
                <a:prstDash val="solid"/>
                <a:round/>
                <a:headEnd type="none" w="med" len="med"/>
                <a:tailEnd type="oval" w="sm" len="sm"/>
              </a:ln>
              <a:effectLst/>
            </p:spPr>
          </p:cxnSp>
          <p:cxnSp>
            <p:nvCxnSpPr>
              <p:cNvPr id="71" name="Straight Connector 70">
                <a:extLst>
                  <a:ext uri="{FF2B5EF4-FFF2-40B4-BE49-F238E27FC236}">
                    <a16:creationId xmlns:a16="http://schemas.microsoft.com/office/drawing/2014/main" id="{20871551-AE77-7A42-870E-31939E1B6912}"/>
                  </a:ext>
                </a:extLst>
              </p:cNvPr>
              <p:cNvCxnSpPr/>
              <p:nvPr/>
            </p:nvCxnSpPr>
            <p:spPr bwMode="auto">
              <a:xfrm flipH="1">
                <a:off x="754649" y="4343399"/>
                <a:ext cx="256975" cy="0"/>
              </a:xfrm>
              <a:prstGeom prst="line">
                <a:avLst/>
              </a:prstGeom>
              <a:solidFill>
                <a:schemeClr val="accent1"/>
              </a:solidFill>
              <a:ln w="12700" cap="rnd" cmpd="sng" algn="ctr">
                <a:solidFill>
                  <a:schemeClr val="tx1"/>
                </a:solidFill>
                <a:prstDash val="solid"/>
                <a:round/>
                <a:headEnd type="none" w="med" len="med"/>
                <a:tailEnd type="oval" w="sm" len="sm"/>
              </a:ln>
              <a:effectLst/>
            </p:spPr>
          </p:cxnSp>
          <p:sp>
            <p:nvSpPr>
              <p:cNvPr id="72" name="TextBox 71">
                <a:extLst>
                  <a:ext uri="{FF2B5EF4-FFF2-40B4-BE49-F238E27FC236}">
                    <a16:creationId xmlns:a16="http://schemas.microsoft.com/office/drawing/2014/main" id="{DDAEABFC-2A65-2843-86AA-C9876026CCBD}"/>
                  </a:ext>
                </a:extLst>
              </p:cNvPr>
              <p:cNvSpPr txBox="1"/>
              <p:nvPr/>
            </p:nvSpPr>
            <p:spPr>
              <a:xfrm>
                <a:off x="577358" y="3965867"/>
                <a:ext cx="354584"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a1</a:t>
                </a:r>
                <a:endParaRPr lang="en-CN" sz="1200" dirty="0">
                  <a:solidFill>
                    <a:schemeClr val="tx1"/>
                  </a:solidFill>
                  <a:latin typeface="Arial" panose="020B0604020202020204" pitchFamily="34" charset="0"/>
                  <a:cs typeface="Arial" panose="020B0604020202020204" pitchFamily="34" charset="0"/>
                </a:endParaRPr>
              </a:p>
            </p:txBody>
          </p:sp>
          <p:sp>
            <p:nvSpPr>
              <p:cNvPr id="73" name="TextBox 72">
                <a:extLst>
                  <a:ext uri="{FF2B5EF4-FFF2-40B4-BE49-F238E27FC236}">
                    <a16:creationId xmlns:a16="http://schemas.microsoft.com/office/drawing/2014/main" id="{D9A80AFA-A2F1-F249-80FA-A79159D765A2}"/>
                  </a:ext>
                </a:extLst>
              </p:cNvPr>
              <p:cNvSpPr txBox="1"/>
              <p:nvPr/>
            </p:nvSpPr>
            <p:spPr>
              <a:xfrm>
                <a:off x="898280" y="3965866"/>
                <a:ext cx="364202"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b1</a:t>
                </a:r>
                <a:endParaRPr lang="en-CN" sz="1200" dirty="0">
                  <a:solidFill>
                    <a:schemeClr val="tx1"/>
                  </a:solidFill>
                  <a:latin typeface="Arial" panose="020B0604020202020204" pitchFamily="34" charset="0"/>
                  <a:cs typeface="Arial" panose="020B0604020202020204" pitchFamily="34" charset="0"/>
                </a:endParaRPr>
              </a:p>
            </p:txBody>
          </p:sp>
        </p:grpSp>
        <p:grpSp>
          <p:nvGrpSpPr>
            <p:cNvPr id="9" name="Group 8">
              <a:extLst>
                <a:ext uri="{FF2B5EF4-FFF2-40B4-BE49-F238E27FC236}">
                  <a16:creationId xmlns:a16="http://schemas.microsoft.com/office/drawing/2014/main" id="{3B256DFA-2118-8A44-9013-C8DEF37143D6}"/>
                </a:ext>
              </a:extLst>
            </p:cNvPr>
            <p:cNvGrpSpPr/>
            <p:nvPr/>
          </p:nvGrpSpPr>
          <p:grpSpPr>
            <a:xfrm>
              <a:off x="3213651" y="3822716"/>
              <a:ext cx="685124" cy="834737"/>
              <a:chOff x="577358" y="3965866"/>
              <a:chExt cx="685124" cy="834737"/>
            </a:xfrm>
          </p:grpSpPr>
          <p:grpSp>
            <p:nvGrpSpPr>
              <p:cNvPr id="53" name="Group 52">
                <a:extLst>
                  <a:ext uri="{FF2B5EF4-FFF2-40B4-BE49-F238E27FC236}">
                    <a16:creationId xmlns:a16="http://schemas.microsoft.com/office/drawing/2014/main" id="{F4A98CAD-948E-2E44-991D-5F8EA5190A95}"/>
                  </a:ext>
                </a:extLst>
              </p:cNvPr>
              <p:cNvGrpSpPr/>
              <p:nvPr/>
            </p:nvGrpSpPr>
            <p:grpSpPr>
              <a:xfrm rot="5400000">
                <a:off x="487391" y="4420688"/>
                <a:ext cx="609600" cy="150228"/>
                <a:chOff x="2863476" y="5594843"/>
                <a:chExt cx="2234241" cy="576063"/>
              </a:xfrm>
            </p:grpSpPr>
            <p:cxnSp>
              <p:nvCxnSpPr>
                <p:cNvPr id="64" name="Straight Connector 63">
                  <a:extLst>
                    <a:ext uri="{FF2B5EF4-FFF2-40B4-BE49-F238E27FC236}">
                      <a16:creationId xmlns:a16="http://schemas.microsoft.com/office/drawing/2014/main" id="{F54CC853-8224-1A4E-A5D4-70B245DFB59E}"/>
                    </a:ext>
                  </a:extLst>
                </p:cNvPr>
                <p:cNvCxnSpPr>
                  <a:cxnSpLocks/>
                  <a:stCxn id="65" idx="1"/>
                </p:cNvCxnSpPr>
                <p:nvPr/>
              </p:nvCxnSpPr>
              <p:spPr bwMode="auto">
                <a:xfrm rot="16200000">
                  <a:off x="4582550" y="5367707"/>
                  <a:ext cx="0" cy="1030335"/>
                </a:xfrm>
                <a:prstGeom prst="line">
                  <a:avLst/>
                </a:prstGeom>
                <a:solidFill>
                  <a:schemeClr val="accent1"/>
                </a:solidFill>
                <a:ln w="12700" cap="rnd" cmpd="sng" algn="ctr">
                  <a:solidFill>
                    <a:schemeClr val="tx1"/>
                  </a:solidFill>
                  <a:prstDash val="solid"/>
                  <a:round/>
                  <a:headEnd type="none" w="med" len="med"/>
                  <a:tailEnd type="none" w="med" len="med"/>
                </a:ln>
                <a:effectLst/>
              </p:spPr>
            </p:cxnSp>
            <p:sp>
              <p:nvSpPr>
                <p:cNvPr id="65" name="Round Same Side Corner Rectangle 64">
                  <a:extLst>
                    <a:ext uri="{FF2B5EF4-FFF2-40B4-BE49-F238E27FC236}">
                      <a16:creationId xmlns:a16="http://schemas.microsoft.com/office/drawing/2014/main" id="{A2768244-7E8E-7848-8D15-07FB59175BE2}"/>
                    </a:ext>
                  </a:extLst>
                </p:cNvPr>
                <p:cNvSpPr/>
                <p:nvPr/>
              </p:nvSpPr>
              <p:spPr bwMode="auto">
                <a:xfrm rot="5400000">
                  <a:off x="4093388" y="5568837"/>
                  <a:ext cx="576063" cy="628076"/>
                </a:xfrm>
                <a:prstGeom prst="round2SameRect">
                  <a:avLst>
                    <a:gd name="adj1" fmla="val 50000"/>
                    <a:gd name="adj2" fmla="val 0"/>
                  </a:avLst>
                </a:prstGeom>
                <a:solidFill>
                  <a:schemeClr val="bg1"/>
                </a:solidFill>
                <a:ln w="12700" cap="rnd"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r"/>
                  <a:endParaRPr lang="en-CN" sz="6000">
                    <a:solidFill>
                      <a:schemeClr val="tx1"/>
                    </a:solidFill>
                  </a:endParaRPr>
                </a:p>
              </p:txBody>
            </p:sp>
            <p:cxnSp>
              <p:nvCxnSpPr>
                <p:cNvPr id="66" name="Straight Connector 65">
                  <a:extLst>
                    <a:ext uri="{FF2B5EF4-FFF2-40B4-BE49-F238E27FC236}">
                      <a16:creationId xmlns:a16="http://schemas.microsoft.com/office/drawing/2014/main" id="{BB0654EC-B69D-5943-AA3A-B37BA1807AA2}"/>
                    </a:ext>
                  </a:extLst>
                </p:cNvPr>
                <p:cNvCxnSpPr>
                  <a:cxnSpLocks/>
                </p:cNvCxnSpPr>
                <p:nvPr/>
              </p:nvCxnSpPr>
              <p:spPr bwMode="auto">
                <a:xfrm rot="16200000">
                  <a:off x="3922448" y="5571081"/>
                  <a:ext cx="0" cy="324350"/>
                </a:xfrm>
                <a:prstGeom prst="line">
                  <a:avLst/>
                </a:prstGeom>
                <a:solidFill>
                  <a:schemeClr val="accent1"/>
                </a:solidFill>
                <a:ln w="12700" cap="rnd" cmpd="sng" algn="ctr">
                  <a:solidFill>
                    <a:schemeClr val="tx1"/>
                  </a:solidFill>
                  <a:prstDash val="solid"/>
                  <a:round/>
                  <a:headEnd type="none" w="med" len="med"/>
                  <a:tailEnd type="none" w="med" len="med"/>
                </a:ln>
                <a:effectLst/>
              </p:spPr>
            </p:cxnSp>
            <p:cxnSp>
              <p:nvCxnSpPr>
                <p:cNvPr id="67" name="Straight Connector 66">
                  <a:extLst>
                    <a:ext uri="{FF2B5EF4-FFF2-40B4-BE49-F238E27FC236}">
                      <a16:creationId xmlns:a16="http://schemas.microsoft.com/office/drawing/2014/main" id="{022789B7-607F-C64C-B48D-AFB5D819D269}"/>
                    </a:ext>
                  </a:extLst>
                </p:cNvPr>
                <p:cNvCxnSpPr>
                  <a:cxnSpLocks/>
                </p:cNvCxnSpPr>
                <p:nvPr/>
              </p:nvCxnSpPr>
              <p:spPr bwMode="auto">
                <a:xfrm rot="16200000">
                  <a:off x="3474050" y="5416257"/>
                  <a:ext cx="0" cy="1221148"/>
                </a:xfrm>
                <a:prstGeom prst="line">
                  <a:avLst/>
                </a:prstGeom>
                <a:solidFill>
                  <a:schemeClr val="accent1"/>
                </a:solidFill>
                <a:ln w="12700" cap="rnd" cmpd="sng" algn="ctr">
                  <a:solidFill>
                    <a:schemeClr val="tx1"/>
                  </a:solidFill>
                  <a:prstDash val="solid"/>
                  <a:round/>
                  <a:headEnd type="none" w="med" len="med"/>
                  <a:tailEnd type="none" w="med" len="med"/>
                </a:ln>
                <a:effectLst/>
              </p:spPr>
            </p:cxnSp>
          </p:grpSp>
          <p:grpSp>
            <p:nvGrpSpPr>
              <p:cNvPr id="54" name="Group 53">
                <a:extLst>
                  <a:ext uri="{FF2B5EF4-FFF2-40B4-BE49-F238E27FC236}">
                    <a16:creationId xmlns:a16="http://schemas.microsoft.com/office/drawing/2014/main" id="{B46EEF0A-E1F1-C64F-9355-9730601A5F30}"/>
                  </a:ext>
                </a:extLst>
              </p:cNvPr>
              <p:cNvGrpSpPr/>
              <p:nvPr/>
            </p:nvGrpSpPr>
            <p:grpSpPr>
              <a:xfrm rot="5400000">
                <a:off x="742801" y="4420692"/>
                <a:ext cx="609603" cy="150219"/>
                <a:chOff x="5378571" y="5655686"/>
                <a:chExt cx="2232016" cy="587169"/>
              </a:xfrm>
            </p:grpSpPr>
            <p:cxnSp>
              <p:nvCxnSpPr>
                <p:cNvPr id="59" name="Straight Connector 58">
                  <a:extLst>
                    <a:ext uri="{FF2B5EF4-FFF2-40B4-BE49-F238E27FC236}">
                      <a16:creationId xmlns:a16="http://schemas.microsoft.com/office/drawing/2014/main" id="{9B773997-E439-454C-A2D1-D915EA54E571}"/>
                    </a:ext>
                  </a:extLst>
                </p:cNvPr>
                <p:cNvCxnSpPr>
                  <a:cxnSpLocks/>
                </p:cNvCxnSpPr>
                <p:nvPr/>
              </p:nvCxnSpPr>
              <p:spPr bwMode="auto">
                <a:xfrm rot="16200000">
                  <a:off x="7409742" y="5745099"/>
                  <a:ext cx="0" cy="401691"/>
                </a:xfrm>
                <a:prstGeom prst="line">
                  <a:avLst/>
                </a:prstGeom>
                <a:solidFill>
                  <a:schemeClr val="accent1"/>
                </a:solidFill>
                <a:ln w="12700" cap="rnd" cmpd="sng" algn="ctr">
                  <a:solidFill>
                    <a:schemeClr val="tx1"/>
                  </a:solidFill>
                  <a:prstDash val="solid"/>
                  <a:round/>
                  <a:headEnd type="none" w="med" len="med"/>
                  <a:tailEnd type="none" w="med" len="med"/>
                </a:ln>
                <a:effectLst/>
              </p:spPr>
            </p:cxnSp>
            <p:cxnSp>
              <p:nvCxnSpPr>
                <p:cNvPr id="60" name="Straight Connector 59">
                  <a:extLst>
                    <a:ext uri="{FF2B5EF4-FFF2-40B4-BE49-F238E27FC236}">
                      <a16:creationId xmlns:a16="http://schemas.microsoft.com/office/drawing/2014/main" id="{EA0C5565-13CC-994A-A540-B91B0497777D}"/>
                    </a:ext>
                  </a:extLst>
                </p:cNvPr>
                <p:cNvCxnSpPr>
                  <a:cxnSpLocks/>
                </p:cNvCxnSpPr>
                <p:nvPr/>
              </p:nvCxnSpPr>
              <p:spPr bwMode="auto">
                <a:xfrm rot="16200000">
                  <a:off x="6069892" y="5105007"/>
                  <a:ext cx="0" cy="1382641"/>
                </a:xfrm>
                <a:prstGeom prst="line">
                  <a:avLst/>
                </a:prstGeom>
                <a:solidFill>
                  <a:schemeClr val="accent1"/>
                </a:solidFill>
                <a:ln w="12700" cap="rnd" cmpd="sng" algn="ctr">
                  <a:solidFill>
                    <a:schemeClr val="tx1"/>
                  </a:solidFill>
                  <a:prstDash val="solid"/>
                  <a:round/>
                  <a:headEnd type="none" w="med" len="med"/>
                  <a:tailEnd type="none" w="med" len="med"/>
                </a:ln>
                <a:effectLst/>
              </p:spPr>
            </p:cxnSp>
            <p:cxnSp>
              <p:nvCxnSpPr>
                <p:cNvPr id="61" name="Straight Connector 60">
                  <a:extLst>
                    <a:ext uri="{FF2B5EF4-FFF2-40B4-BE49-F238E27FC236}">
                      <a16:creationId xmlns:a16="http://schemas.microsoft.com/office/drawing/2014/main" id="{14AEDDC6-E814-AF4A-8D4E-0E594A4D383C}"/>
                    </a:ext>
                  </a:extLst>
                </p:cNvPr>
                <p:cNvCxnSpPr>
                  <a:cxnSpLocks/>
                </p:cNvCxnSpPr>
                <p:nvPr/>
              </p:nvCxnSpPr>
              <p:spPr bwMode="auto">
                <a:xfrm rot="16200000">
                  <a:off x="6348890" y="5677583"/>
                  <a:ext cx="0" cy="824641"/>
                </a:xfrm>
                <a:prstGeom prst="line">
                  <a:avLst/>
                </a:prstGeom>
                <a:solidFill>
                  <a:schemeClr val="accent1"/>
                </a:solidFill>
                <a:ln w="12700" cap="rnd" cmpd="sng" algn="ctr">
                  <a:solidFill>
                    <a:schemeClr val="tx1"/>
                  </a:solidFill>
                  <a:prstDash val="solid"/>
                  <a:round/>
                  <a:headEnd type="none" w="med" len="med"/>
                  <a:tailEnd type="none" w="med" len="med"/>
                </a:ln>
                <a:effectLst/>
              </p:spPr>
            </p:cxnSp>
            <p:sp>
              <p:nvSpPr>
                <p:cNvPr id="62" name="Freeform 61">
                  <a:extLst>
                    <a:ext uri="{FF2B5EF4-FFF2-40B4-BE49-F238E27FC236}">
                      <a16:creationId xmlns:a16="http://schemas.microsoft.com/office/drawing/2014/main" id="{37B73EF5-C4F4-7B49-93B5-CA6911F1A710}"/>
                    </a:ext>
                  </a:extLst>
                </p:cNvPr>
                <p:cNvSpPr/>
                <p:nvPr/>
              </p:nvSpPr>
              <p:spPr bwMode="auto">
                <a:xfrm>
                  <a:off x="6574688" y="5655686"/>
                  <a:ext cx="634218" cy="587169"/>
                </a:xfrm>
                <a:custGeom>
                  <a:avLst/>
                  <a:gdLst>
                    <a:gd name="connsiteX0" fmla="*/ 0 w 627888"/>
                    <a:gd name="connsiteY0" fmla="*/ 0 h 579120"/>
                    <a:gd name="connsiteX1" fmla="*/ 207264 w 627888"/>
                    <a:gd name="connsiteY1" fmla="*/ 286512 h 579120"/>
                    <a:gd name="connsiteX2" fmla="*/ 0 w 627888"/>
                    <a:gd name="connsiteY2" fmla="*/ 579120 h 579120"/>
                    <a:gd name="connsiteX3" fmla="*/ 365760 w 627888"/>
                    <a:gd name="connsiteY3" fmla="*/ 573024 h 579120"/>
                    <a:gd name="connsiteX4" fmla="*/ 627888 w 627888"/>
                    <a:gd name="connsiteY4" fmla="*/ 292608 h 579120"/>
                    <a:gd name="connsiteX5" fmla="*/ 390144 w 627888"/>
                    <a:gd name="connsiteY5" fmla="*/ 6096 h 579120"/>
                    <a:gd name="connsiteX6" fmla="*/ 0 w 627888"/>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46520"/>
                    <a:gd name="connsiteY0" fmla="*/ 0 h 579120"/>
                    <a:gd name="connsiteX1" fmla="*/ 209962 w 646520"/>
                    <a:gd name="connsiteY1" fmla="*/ 286512 h 579120"/>
                    <a:gd name="connsiteX2" fmla="*/ 2698 w 646520"/>
                    <a:gd name="connsiteY2" fmla="*/ 579120 h 579120"/>
                    <a:gd name="connsiteX3" fmla="*/ 368458 w 646520"/>
                    <a:gd name="connsiteY3" fmla="*/ 573024 h 579120"/>
                    <a:gd name="connsiteX4" fmla="*/ 630586 w 646520"/>
                    <a:gd name="connsiteY4" fmla="*/ 292608 h 579120"/>
                    <a:gd name="connsiteX5" fmla="*/ 392842 w 646520"/>
                    <a:gd name="connsiteY5" fmla="*/ 6096 h 579120"/>
                    <a:gd name="connsiteX6" fmla="*/ 2698 w 646520"/>
                    <a:gd name="connsiteY6" fmla="*/ 0 h 579120"/>
                    <a:gd name="connsiteX0" fmla="*/ 2698 w 646520"/>
                    <a:gd name="connsiteY0" fmla="*/ 51141 h 630261"/>
                    <a:gd name="connsiteX1" fmla="*/ 209962 w 646520"/>
                    <a:gd name="connsiteY1" fmla="*/ 337653 h 630261"/>
                    <a:gd name="connsiteX2" fmla="*/ 2698 w 646520"/>
                    <a:gd name="connsiteY2" fmla="*/ 630261 h 630261"/>
                    <a:gd name="connsiteX3" fmla="*/ 368458 w 646520"/>
                    <a:gd name="connsiteY3" fmla="*/ 624165 h 630261"/>
                    <a:gd name="connsiteX4" fmla="*/ 630586 w 646520"/>
                    <a:gd name="connsiteY4" fmla="*/ 343749 h 630261"/>
                    <a:gd name="connsiteX5" fmla="*/ 392842 w 646520"/>
                    <a:gd name="connsiteY5" fmla="*/ 57237 h 630261"/>
                    <a:gd name="connsiteX6" fmla="*/ 2698 w 646520"/>
                    <a:gd name="connsiteY6" fmla="*/ 51141 h 630261"/>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1455 h 600575"/>
                    <a:gd name="connsiteX1" fmla="*/ 209962 w 646520"/>
                    <a:gd name="connsiteY1" fmla="*/ 307967 h 600575"/>
                    <a:gd name="connsiteX2" fmla="*/ 2698 w 646520"/>
                    <a:gd name="connsiteY2" fmla="*/ 600575 h 600575"/>
                    <a:gd name="connsiteX3" fmla="*/ 368458 w 646520"/>
                    <a:gd name="connsiteY3" fmla="*/ 594479 h 600575"/>
                    <a:gd name="connsiteX4" fmla="*/ 630586 w 646520"/>
                    <a:gd name="connsiteY4" fmla="*/ 314063 h 600575"/>
                    <a:gd name="connsiteX5" fmla="*/ 392842 w 646520"/>
                    <a:gd name="connsiteY5" fmla="*/ 27551 h 600575"/>
                    <a:gd name="connsiteX6" fmla="*/ 2698 w 646520"/>
                    <a:gd name="connsiteY6" fmla="*/ 21455 h 600575"/>
                    <a:gd name="connsiteX0" fmla="*/ 2698 w 630586"/>
                    <a:gd name="connsiteY0" fmla="*/ 21455 h 600575"/>
                    <a:gd name="connsiteX1" fmla="*/ 209962 w 630586"/>
                    <a:gd name="connsiteY1" fmla="*/ 307967 h 600575"/>
                    <a:gd name="connsiteX2" fmla="*/ 2698 w 630586"/>
                    <a:gd name="connsiteY2" fmla="*/ 600575 h 600575"/>
                    <a:gd name="connsiteX3" fmla="*/ 368458 w 630586"/>
                    <a:gd name="connsiteY3" fmla="*/ 594479 h 600575"/>
                    <a:gd name="connsiteX4" fmla="*/ 630586 w 630586"/>
                    <a:gd name="connsiteY4" fmla="*/ 314063 h 600575"/>
                    <a:gd name="connsiteX5" fmla="*/ 392842 w 630586"/>
                    <a:gd name="connsiteY5" fmla="*/ 27551 h 600575"/>
                    <a:gd name="connsiteX6" fmla="*/ 2698 w 630586"/>
                    <a:gd name="connsiteY6" fmla="*/ 21455 h 600575"/>
                    <a:gd name="connsiteX0" fmla="*/ 2698 w 631527"/>
                    <a:gd name="connsiteY0" fmla="*/ 21455 h 600575"/>
                    <a:gd name="connsiteX1" fmla="*/ 209962 w 631527"/>
                    <a:gd name="connsiteY1" fmla="*/ 307967 h 600575"/>
                    <a:gd name="connsiteX2" fmla="*/ 2698 w 631527"/>
                    <a:gd name="connsiteY2" fmla="*/ 600575 h 600575"/>
                    <a:gd name="connsiteX3" fmla="*/ 301402 w 631527"/>
                    <a:gd name="connsiteY3" fmla="*/ 600575 h 600575"/>
                    <a:gd name="connsiteX4" fmla="*/ 630586 w 631527"/>
                    <a:gd name="connsiteY4" fmla="*/ 314063 h 600575"/>
                    <a:gd name="connsiteX5" fmla="*/ 392842 w 631527"/>
                    <a:gd name="connsiteY5" fmla="*/ 27551 h 600575"/>
                    <a:gd name="connsiteX6" fmla="*/ 2698 w 631527"/>
                    <a:gd name="connsiteY6" fmla="*/ 21455 h 600575"/>
                    <a:gd name="connsiteX0" fmla="*/ 2698 w 631527"/>
                    <a:gd name="connsiteY0" fmla="*/ 21455 h 602832"/>
                    <a:gd name="connsiteX1" fmla="*/ 209962 w 631527"/>
                    <a:gd name="connsiteY1" fmla="*/ 307967 h 602832"/>
                    <a:gd name="connsiteX2" fmla="*/ 2698 w 631527"/>
                    <a:gd name="connsiteY2" fmla="*/ 600575 h 602832"/>
                    <a:gd name="connsiteX3" fmla="*/ 301402 w 631527"/>
                    <a:gd name="connsiteY3" fmla="*/ 600575 h 602832"/>
                    <a:gd name="connsiteX4" fmla="*/ 630586 w 631527"/>
                    <a:gd name="connsiteY4" fmla="*/ 314063 h 602832"/>
                    <a:gd name="connsiteX5" fmla="*/ 392842 w 631527"/>
                    <a:gd name="connsiteY5" fmla="*/ 27551 h 602832"/>
                    <a:gd name="connsiteX6" fmla="*/ 2698 w 631527"/>
                    <a:gd name="connsiteY6" fmla="*/ 21455 h 602832"/>
                    <a:gd name="connsiteX0" fmla="*/ 2698 w 630586"/>
                    <a:gd name="connsiteY0" fmla="*/ 21455 h 602832"/>
                    <a:gd name="connsiteX1" fmla="*/ 209962 w 630586"/>
                    <a:gd name="connsiteY1" fmla="*/ 307967 h 602832"/>
                    <a:gd name="connsiteX2" fmla="*/ 2698 w 630586"/>
                    <a:gd name="connsiteY2" fmla="*/ 600575 h 602832"/>
                    <a:gd name="connsiteX3" fmla="*/ 301402 w 630586"/>
                    <a:gd name="connsiteY3" fmla="*/ 600575 h 602832"/>
                    <a:gd name="connsiteX4" fmla="*/ 630586 w 630586"/>
                    <a:gd name="connsiteY4" fmla="*/ 314063 h 602832"/>
                    <a:gd name="connsiteX5" fmla="*/ 301402 w 630586"/>
                    <a:gd name="connsiteY5" fmla="*/ 27551 h 602832"/>
                    <a:gd name="connsiteX6" fmla="*/ 2698 w 630586"/>
                    <a:gd name="connsiteY6" fmla="*/ 21455 h 602832"/>
                    <a:gd name="connsiteX0" fmla="*/ 2698 w 630586"/>
                    <a:gd name="connsiteY0" fmla="*/ 20123 h 601500"/>
                    <a:gd name="connsiteX1" fmla="*/ 209962 w 630586"/>
                    <a:gd name="connsiteY1" fmla="*/ 306635 h 601500"/>
                    <a:gd name="connsiteX2" fmla="*/ 2698 w 630586"/>
                    <a:gd name="connsiteY2" fmla="*/ 599243 h 601500"/>
                    <a:gd name="connsiteX3" fmla="*/ 301402 w 630586"/>
                    <a:gd name="connsiteY3" fmla="*/ 599243 h 601500"/>
                    <a:gd name="connsiteX4" fmla="*/ 630586 w 630586"/>
                    <a:gd name="connsiteY4" fmla="*/ 312731 h 601500"/>
                    <a:gd name="connsiteX5" fmla="*/ 301402 w 630586"/>
                    <a:gd name="connsiteY5" fmla="*/ 26219 h 601500"/>
                    <a:gd name="connsiteX6" fmla="*/ 2698 w 630586"/>
                    <a:gd name="connsiteY6" fmla="*/ 20123 h 601500"/>
                    <a:gd name="connsiteX0" fmla="*/ 2146 w 630034"/>
                    <a:gd name="connsiteY0" fmla="*/ 20123 h 601500"/>
                    <a:gd name="connsiteX1" fmla="*/ 209410 w 630034"/>
                    <a:gd name="connsiteY1" fmla="*/ 306635 h 601500"/>
                    <a:gd name="connsiteX2" fmla="*/ 2146 w 630034"/>
                    <a:gd name="connsiteY2" fmla="*/ 599243 h 601500"/>
                    <a:gd name="connsiteX3" fmla="*/ 300850 w 630034"/>
                    <a:gd name="connsiteY3" fmla="*/ 599243 h 601500"/>
                    <a:gd name="connsiteX4" fmla="*/ 630034 w 630034"/>
                    <a:gd name="connsiteY4" fmla="*/ 312731 h 601500"/>
                    <a:gd name="connsiteX5" fmla="*/ 300850 w 630034"/>
                    <a:gd name="connsiteY5" fmla="*/ 26219 h 601500"/>
                    <a:gd name="connsiteX6" fmla="*/ 2146 w 630034"/>
                    <a:gd name="connsiteY6" fmla="*/ 20123 h 601500"/>
                    <a:gd name="connsiteX0" fmla="*/ 6215 w 634103"/>
                    <a:gd name="connsiteY0" fmla="*/ 3947 h 585324"/>
                    <a:gd name="connsiteX1" fmla="*/ 213479 w 634103"/>
                    <a:gd name="connsiteY1" fmla="*/ 290459 h 585324"/>
                    <a:gd name="connsiteX2" fmla="*/ 6215 w 634103"/>
                    <a:gd name="connsiteY2" fmla="*/ 583067 h 585324"/>
                    <a:gd name="connsiteX3" fmla="*/ 304919 w 634103"/>
                    <a:gd name="connsiteY3" fmla="*/ 583067 h 585324"/>
                    <a:gd name="connsiteX4" fmla="*/ 634103 w 634103"/>
                    <a:gd name="connsiteY4" fmla="*/ 296555 h 585324"/>
                    <a:gd name="connsiteX5" fmla="*/ 304919 w 634103"/>
                    <a:gd name="connsiteY5" fmla="*/ 10043 h 585324"/>
                    <a:gd name="connsiteX6" fmla="*/ 6215 w 634103"/>
                    <a:gd name="connsiteY6" fmla="*/ 3947 h 585324"/>
                    <a:gd name="connsiteX0" fmla="*/ 6624 w 634512"/>
                    <a:gd name="connsiteY0" fmla="*/ 3947 h 585324"/>
                    <a:gd name="connsiteX1" fmla="*/ 213888 w 634512"/>
                    <a:gd name="connsiteY1" fmla="*/ 290459 h 585324"/>
                    <a:gd name="connsiteX2" fmla="*/ 6624 w 634512"/>
                    <a:gd name="connsiteY2" fmla="*/ 583067 h 585324"/>
                    <a:gd name="connsiteX3" fmla="*/ 305328 w 634512"/>
                    <a:gd name="connsiteY3" fmla="*/ 583067 h 585324"/>
                    <a:gd name="connsiteX4" fmla="*/ 634512 w 634512"/>
                    <a:gd name="connsiteY4" fmla="*/ 296555 h 585324"/>
                    <a:gd name="connsiteX5" fmla="*/ 305328 w 634512"/>
                    <a:gd name="connsiteY5" fmla="*/ 10043 h 585324"/>
                    <a:gd name="connsiteX6" fmla="*/ 6624 w 634512"/>
                    <a:gd name="connsiteY6" fmla="*/ 3947 h 585324"/>
                    <a:gd name="connsiteX0" fmla="*/ 6624 w 634644"/>
                    <a:gd name="connsiteY0" fmla="*/ 18301 h 599678"/>
                    <a:gd name="connsiteX1" fmla="*/ 213888 w 634644"/>
                    <a:gd name="connsiteY1" fmla="*/ 304813 h 599678"/>
                    <a:gd name="connsiteX2" fmla="*/ 6624 w 634644"/>
                    <a:gd name="connsiteY2" fmla="*/ 597421 h 599678"/>
                    <a:gd name="connsiteX3" fmla="*/ 305328 w 634644"/>
                    <a:gd name="connsiteY3" fmla="*/ 597421 h 599678"/>
                    <a:gd name="connsiteX4" fmla="*/ 634512 w 634644"/>
                    <a:gd name="connsiteY4" fmla="*/ 310909 h 599678"/>
                    <a:gd name="connsiteX5" fmla="*/ 268752 w 634644"/>
                    <a:gd name="connsiteY5" fmla="*/ 30493 h 599678"/>
                    <a:gd name="connsiteX6" fmla="*/ 6624 w 634644"/>
                    <a:gd name="connsiteY6" fmla="*/ 18301 h 599678"/>
                    <a:gd name="connsiteX0" fmla="*/ 6624 w 634644"/>
                    <a:gd name="connsiteY0" fmla="*/ 23735 h 605112"/>
                    <a:gd name="connsiteX1" fmla="*/ 213888 w 634644"/>
                    <a:gd name="connsiteY1" fmla="*/ 310247 h 605112"/>
                    <a:gd name="connsiteX2" fmla="*/ 6624 w 634644"/>
                    <a:gd name="connsiteY2" fmla="*/ 602855 h 605112"/>
                    <a:gd name="connsiteX3" fmla="*/ 305328 w 634644"/>
                    <a:gd name="connsiteY3" fmla="*/ 602855 h 605112"/>
                    <a:gd name="connsiteX4" fmla="*/ 634512 w 634644"/>
                    <a:gd name="connsiteY4" fmla="*/ 316343 h 605112"/>
                    <a:gd name="connsiteX5" fmla="*/ 268752 w 634644"/>
                    <a:gd name="connsiteY5" fmla="*/ 35927 h 605112"/>
                    <a:gd name="connsiteX6" fmla="*/ 6624 w 634644"/>
                    <a:gd name="connsiteY6" fmla="*/ 23735 h 605112"/>
                    <a:gd name="connsiteX0" fmla="*/ 6624 w 634577"/>
                    <a:gd name="connsiteY0" fmla="*/ 17614 h 598991"/>
                    <a:gd name="connsiteX1" fmla="*/ 213888 w 634577"/>
                    <a:gd name="connsiteY1" fmla="*/ 304126 h 598991"/>
                    <a:gd name="connsiteX2" fmla="*/ 6624 w 634577"/>
                    <a:gd name="connsiteY2" fmla="*/ 596734 h 598991"/>
                    <a:gd name="connsiteX3" fmla="*/ 305328 w 634577"/>
                    <a:gd name="connsiteY3" fmla="*/ 596734 h 598991"/>
                    <a:gd name="connsiteX4" fmla="*/ 634512 w 634577"/>
                    <a:gd name="connsiteY4" fmla="*/ 310222 h 598991"/>
                    <a:gd name="connsiteX5" fmla="*/ 329712 w 634577"/>
                    <a:gd name="connsiteY5" fmla="*/ 48094 h 598991"/>
                    <a:gd name="connsiteX6" fmla="*/ 6624 w 634577"/>
                    <a:gd name="connsiteY6" fmla="*/ 17614 h 598991"/>
                    <a:gd name="connsiteX0" fmla="*/ 6624 w 634575"/>
                    <a:gd name="connsiteY0" fmla="*/ 21507 h 602884"/>
                    <a:gd name="connsiteX1" fmla="*/ 213888 w 634575"/>
                    <a:gd name="connsiteY1" fmla="*/ 308019 h 602884"/>
                    <a:gd name="connsiteX2" fmla="*/ 6624 w 634575"/>
                    <a:gd name="connsiteY2" fmla="*/ 600627 h 602884"/>
                    <a:gd name="connsiteX3" fmla="*/ 305328 w 634575"/>
                    <a:gd name="connsiteY3" fmla="*/ 600627 h 602884"/>
                    <a:gd name="connsiteX4" fmla="*/ 634512 w 634575"/>
                    <a:gd name="connsiteY4" fmla="*/ 314115 h 602884"/>
                    <a:gd name="connsiteX5" fmla="*/ 329712 w 634575"/>
                    <a:gd name="connsiteY5" fmla="*/ 51987 h 602884"/>
                    <a:gd name="connsiteX6" fmla="*/ 6624 w 634575"/>
                    <a:gd name="connsiteY6" fmla="*/ 21507 h 602884"/>
                    <a:gd name="connsiteX0" fmla="*/ 6624 w 634575"/>
                    <a:gd name="connsiteY0" fmla="*/ 21507 h 619140"/>
                    <a:gd name="connsiteX1" fmla="*/ 213888 w 634575"/>
                    <a:gd name="connsiteY1" fmla="*/ 308019 h 619140"/>
                    <a:gd name="connsiteX2" fmla="*/ 6624 w 634575"/>
                    <a:gd name="connsiteY2" fmla="*/ 600627 h 619140"/>
                    <a:gd name="connsiteX3" fmla="*/ 305328 w 634575"/>
                    <a:gd name="connsiteY3" fmla="*/ 600627 h 619140"/>
                    <a:gd name="connsiteX4" fmla="*/ 634512 w 634575"/>
                    <a:gd name="connsiteY4" fmla="*/ 314115 h 619140"/>
                    <a:gd name="connsiteX5" fmla="*/ 329712 w 634575"/>
                    <a:gd name="connsiteY5" fmla="*/ 51987 h 619140"/>
                    <a:gd name="connsiteX6" fmla="*/ 6624 w 634575"/>
                    <a:gd name="connsiteY6" fmla="*/ 21507 h 619140"/>
                    <a:gd name="connsiteX0" fmla="*/ 6624 w 634531"/>
                    <a:gd name="connsiteY0" fmla="*/ 21507 h 607159"/>
                    <a:gd name="connsiteX1" fmla="*/ 213888 w 634531"/>
                    <a:gd name="connsiteY1" fmla="*/ 308019 h 607159"/>
                    <a:gd name="connsiteX2" fmla="*/ 6624 w 634531"/>
                    <a:gd name="connsiteY2" fmla="*/ 600627 h 607159"/>
                    <a:gd name="connsiteX3" fmla="*/ 341904 w 634531"/>
                    <a:gd name="connsiteY3" fmla="*/ 582339 h 607159"/>
                    <a:gd name="connsiteX4" fmla="*/ 634512 w 634531"/>
                    <a:gd name="connsiteY4" fmla="*/ 314115 h 607159"/>
                    <a:gd name="connsiteX5" fmla="*/ 329712 w 634531"/>
                    <a:gd name="connsiteY5" fmla="*/ 51987 h 607159"/>
                    <a:gd name="connsiteX6" fmla="*/ 6624 w 634531"/>
                    <a:gd name="connsiteY6" fmla="*/ 21507 h 607159"/>
                    <a:gd name="connsiteX0" fmla="*/ 6624 w 634516"/>
                    <a:gd name="connsiteY0" fmla="*/ 21507 h 600822"/>
                    <a:gd name="connsiteX1" fmla="*/ 213888 w 634516"/>
                    <a:gd name="connsiteY1" fmla="*/ 308019 h 600822"/>
                    <a:gd name="connsiteX2" fmla="*/ 6624 w 634516"/>
                    <a:gd name="connsiteY2" fmla="*/ 600627 h 600822"/>
                    <a:gd name="connsiteX3" fmla="*/ 335808 w 634516"/>
                    <a:gd name="connsiteY3" fmla="*/ 564051 h 600822"/>
                    <a:gd name="connsiteX4" fmla="*/ 634512 w 634516"/>
                    <a:gd name="connsiteY4" fmla="*/ 314115 h 600822"/>
                    <a:gd name="connsiteX5" fmla="*/ 329712 w 634516"/>
                    <a:gd name="connsiteY5" fmla="*/ 51987 h 600822"/>
                    <a:gd name="connsiteX6" fmla="*/ 6624 w 634516"/>
                    <a:gd name="connsiteY6" fmla="*/ 21507 h 600822"/>
                    <a:gd name="connsiteX0" fmla="*/ 6624 w 634516"/>
                    <a:gd name="connsiteY0" fmla="*/ 20598 h 599913"/>
                    <a:gd name="connsiteX1" fmla="*/ 213888 w 634516"/>
                    <a:gd name="connsiteY1" fmla="*/ 307110 h 599913"/>
                    <a:gd name="connsiteX2" fmla="*/ 6624 w 634516"/>
                    <a:gd name="connsiteY2" fmla="*/ 599718 h 599913"/>
                    <a:gd name="connsiteX3" fmla="*/ 335808 w 634516"/>
                    <a:gd name="connsiteY3" fmla="*/ 563142 h 599913"/>
                    <a:gd name="connsiteX4" fmla="*/ 634512 w 634516"/>
                    <a:gd name="connsiteY4" fmla="*/ 313206 h 599913"/>
                    <a:gd name="connsiteX5" fmla="*/ 329712 w 634516"/>
                    <a:gd name="connsiteY5" fmla="*/ 51078 h 599913"/>
                    <a:gd name="connsiteX6" fmla="*/ 6624 w 634516"/>
                    <a:gd name="connsiteY6" fmla="*/ 20598 h 599913"/>
                    <a:gd name="connsiteX0" fmla="*/ 6624 w 634516"/>
                    <a:gd name="connsiteY0" fmla="*/ 22407 h 601722"/>
                    <a:gd name="connsiteX1" fmla="*/ 213888 w 634516"/>
                    <a:gd name="connsiteY1" fmla="*/ 308919 h 601722"/>
                    <a:gd name="connsiteX2" fmla="*/ 6624 w 634516"/>
                    <a:gd name="connsiteY2" fmla="*/ 601527 h 601722"/>
                    <a:gd name="connsiteX3" fmla="*/ 335808 w 634516"/>
                    <a:gd name="connsiteY3" fmla="*/ 564951 h 601722"/>
                    <a:gd name="connsiteX4" fmla="*/ 634512 w 634516"/>
                    <a:gd name="connsiteY4" fmla="*/ 315015 h 601722"/>
                    <a:gd name="connsiteX5" fmla="*/ 329712 w 634516"/>
                    <a:gd name="connsiteY5" fmla="*/ 52887 h 601722"/>
                    <a:gd name="connsiteX6" fmla="*/ 6624 w 634516"/>
                    <a:gd name="connsiteY6" fmla="*/ 22407 h 601722"/>
                    <a:gd name="connsiteX0" fmla="*/ 6624 w 634516"/>
                    <a:gd name="connsiteY0" fmla="*/ 8163 h 587478"/>
                    <a:gd name="connsiteX1" fmla="*/ 213888 w 634516"/>
                    <a:gd name="connsiteY1" fmla="*/ 294675 h 587478"/>
                    <a:gd name="connsiteX2" fmla="*/ 6624 w 634516"/>
                    <a:gd name="connsiteY2" fmla="*/ 587283 h 587478"/>
                    <a:gd name="connsiteX3" fmla="*/ 335808 w 634516"/>
                    <a:gd name="connsiteY3" fmla="*/ 550707 h 587478"/>
                    <a:gd name="connsiteX4" fmla="*/ 634512 w 634516"/>
                    <a:gd name="connsiteY4" fmla="*/ 300771 h 587478"/>
                    <a:gd name="connsiteX5" fmla="*/ 329712 w 634516"/>
                    <a:gd name="connsiteY5" fmla="*/ 38643 h 587478"/>
                    <a:gd name="connsiteX6" fmla="*/ 6624 w 634516"/>
                    <a:gd name="connsiteY6" fmla="*/ 8163 h 587478"/>
                    <a:gd name="connsiteX0" fmla="*/ 6288 w 634180"/>
                    <a:gd name="connsiteY0" fmla="*/ 8163 h 587686"/>
                    <a:gd name="connsiteX1" fmla="*/ 213552 w 634180"/>
                    <a:gd name="connsiteY1" fmla="*/ 294675 h 587686"/>
                    <a:gd name="connsiteX2" fmla="*/ 6288 w 634180"/>
                    <a:gd name="connsiteY2" fmla="*/ 587283 h 587686"/>
                    <a:gd name="connsiteX3" fmla="*/ 335472 w 634180"/>
                    <a:gd name="connsiteY3" fmla="*/ 550707 h 587686"/>
                    <a:gd name="connsiteX4" fmla="*/ 634176 w 634180"/>
                    <a:gd name="connsiteY4" fmla="*/ 300771 h 587686"/>
                    <a:gd name="connsiteX5" fmla="*/ 329376 w 634180"/>
                    <a:gd name="connsiteY5" fmla="*/ 38643 h 587686"/>
                    <a:gd name="connsiteX6" fmla="*/ 6288 w 634180"/>
                    <a:gd name="connsiteY6" fmla="*/ 8163 h 587686"/>
                    <a:gd name="connsiteX0" fmla="*/ 6288 w 634211"/>
                    <a:gd name="connsiteY0" fmla="*/ 8163 h 587686"/>
                    <a:gd name="connsiteX1" fmla="*/ 213552 w 634211"/>
                    <a:gd name="connsiteY1" fmla="*/ 294675 h 587686"/>
                    <a:gd name="connsiteX2" fmla="*/ 6288 w 634211"/>
                    <a:gd name="connsiteY2" fmla="*/ 587283 h 587686"/>
                    <a:gd name="connsiteX3" fmla="*/ 335472 w 634211"/>
                    <a:gd name="connsiteY3" fmla="*/ 550707 h 587686"/>
                    <a:gd name="connsiteX4" fmla="*/ 634176 w 634211"/>
                    <a:gd name="connsiteY4" fmla="*/ 300771 h 587686"/>
                    <a:gd name="connsiteX5" fmla="*/ 329376 w 634211"/>
                    <a:gd name="connsiteY5" fmla="*/ 38643 h 587686"/>
                    <a:gd name="connsiteX6" fmla="*/ 6288 w 634211"/>
                    <a:gd name="connsiteY6" fmla="*/ 8163 h 587686"/>
                    <a:gd name="connsiteX0" fmla="*/ 6288 w 634286"/>
                    <a:gd name="connsiteY0" fmla="*/ 8163 h 587686"/>
                    <a:gd name="connsiteX1" fmla="*/ 213552 w 634286"/>
                    <a:gd name="connsiteY1" fmla="*/ 294675 h 587686"/>
                    <a:gd name="connsiteX2" fmla="*/ 6288 w 634286"/>
                    <a:gd name="connsiteY2" fmla="*/ 587283 h 587686"/>
                    <a:gd name="connsiteX3" fmla="*/ 335472 w 634286"/>
                    <a:gd name="connsiteY3" fmla="*/ 550707 h 587686"/>
                    <a:gd name="connsiteX4" fmla="*/ 634176 w 634286"/>
                    <a:gd name="connsiteY4" fmla="*/ 300771 h 587686"/>
                    <a:gd name="connsiteX5" fmla="*/ 329376 w 634286"/>
                    <a:gd name="connsiteY5" fmla="*/ 38643 h 587686"/>
                    <a:gd name="connsiteX6" fmla="*/ 6288 w 634286"/>
                    <a:gd name="connsiteY6" fmla="*/ 8163 h 587686"/>
                    <a:gd name="connsiteX0" fmla="*/ 6288 w 634286"/>
                    <a:gd name="connsiteY0" fmla="*/ 4816 h 584339"/>
                    <a:gd name="connsiteX1" fmla="*/ 213552 w 634286"/>
                    <a:gd name="connsiteY1" fmla="*/ 291328 h 584339"/>
                    <a:gd name="connsiteX2" fmla="*/ 6288 w 634286"/>
                    <a:gd name="connsiteY2" fmla="*/ 583936 h 584339"/>
                    <a:gd name="connsiteX3" fmla="*/ 335472 w 634286"/>
                    <a:gd name="connsiteY3" fmla="*/ 547360 h 584339"/>
                    <a:gd name="connsiteX4" fmla="*/ 634176 w 634286"/>
                    <a:gd name="connsiteY4" fmla="*/ 297424 h 584339"/>
                    <a:gd name="connsiteX5" fmla="*/ 329376 w 634286"/>
                    <a:gd name="connsiteY5" fmla="*/ 35296 h 584339"/>
                    <a:gd name="connsiteX6" fmla="*/ 6288 w 634286"/>
                    <a:gd name="connsiteY6" fmla="*/ 4816 h 584339"/>
                    <a:gd name="connsiteX0" fmla="*/ 6288 w 634210"/>
                    <a:gd name="connsiteY0" fmla="*/ 14826 h 594349"/>
                    <a:gd name="connsiteX1" fmla="*/ 213552 w 634210"/>
                    <a:gd name="connsiteY1" fmla="*/ 301338 h 594349"/>
                    <a:gd name="connsiteX2" fmla="*/ 6288 w 634210"/>
                    <a:gd name="connsiteY2" fmla="*/ 593946 h 594349"/>
                    <a:gd name="connsiteX3" fmla="*/ 335472 w 634210"/>
                    <a:gd name="connsiteY3" fmla="*/ 557370 h 594349"/>
                    <a:gd name="connsiteX4" fmla="*/ 634176 w 634210"/>
                    <a:gd name="connsiteY4" fmla="*/ 307434 h 594349"/>
                    <a:gd name="connsiteX5" fmla="*/ 353545 w 634210"/>
                    <a:gd name="connsiteY5" fmla="*/ 57390 h 594349"/>
                    <a:gd name="connsiteX6" fmla="*/ 6288 w 634210"/>
                    <a:gd name="connsiteY6" fmla="*/ 14826 h 594349"/>
                    <a:gd name="connsiteX0" fmla="*/ 6288 w 634210"/>
                    <a:gd name="connsiteY0" fmla="*/ 4846 h 584369"/>
                    <a:gd name="connsiteX1" fmla="*/ 213552 w 634210"/>
                    <a:gd name="connsiteY1" fmla="*/ 291358 h 584369"/>
                    <a:gd name="connsiteX2" fmla="*/ 6288 w 634210"/>
                    <a:gd name="connsiteY2" fmla="*/ 583966 h 584369"/>
                    <a:gd name="connsiteX3" fmla="*/ 335472 w 634210"/>
                    <a:gd name="connsiteY3" fmla="*/ 547390 h 584369"/>
                    <a:gd name="connsiteX4" fmla="*/ 634176 w 634210"/>
                    <a:gd name="connsiteY4" fmla="*/ 297454 h 584369"/>
                    <a:gd name="connsiteX5" fmla="*/ 353545 w 634210"/>
                    <a:gd name="connsiteY5" fmla="*/ 47410 h 584369"/>
                    <a:gd name="connsiteX6" fmla="*/ 6288 w 634210"/>
                    <a:gd name="connsiteY6" fmla="*/ 4846 h 584369"/>
                    <a:gd name="connsiteX0" fmla="*/ 6288 w 634210"/>
                    <a:gd name="connsiteY0" fmla="*/ 4415 h 583938"/>
                    <a:gd name="connsiteX1" fmla="*/ 213552 w 634210"/>
                    <a:gd name="connsiteY1" fmla="*/ 290927 h 583938"/>
                    <a:gd name="connsiteX2" fmla="*/ 6288 w 634210"/>
                    <a:gd name="connsiteY2" fmla="*/ 583535 h 583938"/>
                    <a:gd name="connsiteX3" fmla="*/ 335472 w 634210"/>
                    <a:gd name="connsiteY3" fmla="*/ 546959 h 583938"/>
                    <a:gd name="connsiteX4" fmla="*/ 634176 w 634210"/>
                    <a:gd name="connsiteY4" fmla="*/ 297023 h 583938"/>
                    <a:gd name="connsiteX5" fmla="*/ 353545 w 634210"/>
                    <a:gd name="connsiteY5" fmla="*/ 46979 h 583938"/>
                    <a:gd name="connsiteX6" fmla="*/ 6288 w 634210"/>
                    <a:gd name="connsiteY6" fmla="*/ 4415 h 583938"/>
                    <a:gd name="connsiteX0" fmla="*/ 6288 w 634210"/>
                    <a:gd name="connsiteY0" fmla="*/ 5419 h 584942"/>
                    <a:gd name="connsiteX1" fmla="*/ 213552 w 634210"/>
                    <a:gd name="connsiteY1" fmla="*/ 291931 h 584942"/>
                    <a:gd name="connsiteX2" fmla="*/ 6288 w 634210"/>
                    <a:gd name="connsiteY2" fmla="*/ 584539 h 584942"/>
                    <a:gd name="connsiteX3" fmla="*/ 335472 w 634210"/>
                    <a:gd name="connsiteY3" fmla="*/ 547963 h 584942"/>
                    <a:gd name="connsiteX4" fmla="*/ 634176 w 634210"/>
                    <a:gd name="connsiteY4" fmla="*/ 298027 h 584942"/>
                    <a:gd name="connsiteX5" fmla="*/ 353545 w 634210"/>
                    <a:gd name="connsiteY5" fmla="*/ 47983 h 584942"/>
                    <a:gd name="connsiteX6" fmla="*/ 6288 w 634210"/>
                    <a:gd name="connsiteY6" fmla="*/ 5419 h 584942"/>
                    <a:gd name="connsiteX0" fmla="*/ 6288 w 634218"/>
                    <a:gd name="connsiteY0" fmla="*/ 7646 h 587169"/>
                    <a:gd name="connsiteX1" fmla="*/ 213552 w 634218"/>
                    <a:gd name="connsiteY1" fmla="*/ 294158 h 587169"/>
                    <a:gd name="connsiteX2" fmla="*/ 6288 w 634218"/>
                    <a:gd name="connsiteY2" fmla="*/ 586766 h 587169"/>
                    <a:gd name="connsiteX3" fmla="*/ 335472 w 634218"/>
                    <a:gd name="connsiteY3" fmla="*/ 550190 h 587169"/>
                    <a:gd name="connsiteX4" fmla="*/ 634176 w 634218"/>
                    <a:gd name="connsiteY4" fmla="*/ 300254 h 587169"/>
                    <a:gd name="connsiteX5" fmla="*/ 353545 w 634218"/>
                    <a:gd name="connsiteY5" fmla="*/ 50210 h 587169"/>
                    <a:gd name="connsiteX6" fmla="*/ 6288 w 634218"/>
                    <a:gd name="connsiteY6" fmla="*/ 7646 h 587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4218" h="587169">
                      <a:moveTo>
                        <a:pt x="6288" y="7646"/>
                      </a:moveTo>
                      <a:cubicBezTo>
                        <a:pt x="-1402" y="17865"/>
                        <a:pt x="197440" y="80821"/>
                        <a:pt x="213552" y="294158"/>
                      </a:cubicBezTo>
                      <a:cubicBezTo>
                        <a:pt x="229664" y="507495"/>
                        <a:pt x="-44512" y="593878"/>
                        <a:pt x="6288" y="586766"/>
                      </a:cubicBezTo>
                      <a:cubicBezTo>
                        <a:pt x="105856" y="586766"/>
                        <a:pt x="200344" y="591846"/>
                        <a:pt x="335472" y="550190"/>
                      </a:cubicBezTo>
                      <a:cubicBezTo>
                        <a:pt x="470600" y="508534"/>
                        <a:pt x="631164" y="383584"/>
                        <a:pt x="634176" y="300254"/>
                      </a:cubicBezTo>
                      <a:cubicBezTo>
                        <a:pt x="637188" y="216924"/>
                        <a:pt x="479500" y="97260"/>
                        <a:pt x="353545" y="50210"/>
                      </a:cubicBezTo>
                      <a:cubicBezTo>
                        <a:pt x="227590" y="3160"/>
                        <a:pt x="19803" y="-10314"/>
                        <a:pt x="6288" y="7646"/>
                      </a:cubicBezTo>
                      <a:close/>
                    </a:path>
                  </a:pathLst>
                </a:custGeom>
                <a:solidFill>
                  <a:schemeClr val="bg1"/>
                </a:solidFill>
                <a:ln w="12700" cap="rnd"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r"/>
                  <a:endParaRPr lang="en-CN" sz="6000">
                    <a:solidFill>
                      <a:schemeClr val="tx1"/>
                    </a:solidFill>
                  </a:endParaRPr>
                </a:p>
              </p:txBody>
            </p:sp>
            <p:sp>
              <p:nvSpPr>
                <p:cNvPr id="63" name="Freeform 62">
                  <a:extLst>
                    <a:ext uri="{FF2B5EF4-FFF2-40B4-BE49-F238E27FC236}">
                      <a16:creationId xmlns:a16="http://schemas.microsoft.com/office/drawing/2014/main" id="{EC928E4B-B74D-D243-9D3E-FDC78D87FD10}"/>
                    </a:ext>
                  </a:extLst>
                </p:cNvPr>
                <p:cNvSpPr/>
                <p:nvPr/>
              </p:nvSpPr>
              <p:spPr bwMode="auto">
                <a:xfrm>
                  <a:off x="6470670" y="5701318"/>
                  <a:ext cx="223789" cy="531264"/>
                </a:xfrm>
                <a:custGeom>
                  <a:avLst/>
                  <a:gdLst>
                    <a:gd name="connsiteX0" fmla="*/ 0 w 195378"/>
                    <a:gd name="connsiteY0" fmla="*/ 0 h 541538"/>
                    <a:gd name="connsiteX1" fmla="*/ 195308 w 195378"/>
                    <a:gd name="connsiteY1" fmla="*/ 257452 h 541538"/>
                    <a:gd name="connsiteX2" fmla="*/ 17755 w 195378"/>
                    <a:gd name="connsiteY2" fmla="*/ 541538 h 541538"/>
                    <a:gd name="connsiteX0" fmla="*/ 2793 w 198102"/>
                    <a:gd name="connsiteY0" fmla="*/ 0 h 531264"/>
                    <a:gd name="connsiteX1" fmla="*/ 198101 w 198102"/>
                    <a:gd name="connsiteY1" fmla="*/ 257452 h 531264"/>
                    <a:gd name="connsiteX2" fmla="*/ 0 w 198102"/>
                    <a:gd name="connsiteY2" fmla="*/ 531264 h 531264"/>
                    <a:gd name="connsiteX0" fmla="*/ 2793 w 223788"/>
                    <a:gd name="connsiteY0" fmla="*/ 0 h 531264"/>
                    <a:gd name="connsiteX1" fmla="*/ 223787 w 223788"/>
                    <a:gd name="connsiteY1" fmla="*/ 262589 h 531264"/>
                    <a:gd name="connsiteX2" fmla="*/ 0 w 223788"/>
                    <a:gd name="connsiteY2" fmla="*/ 531264 h 531264"/>
                    <a:gd name="connsiteX0" fmla="*/ 2793 w 223902"/>
                    <a:gd name="connsiteY0" fmla="*/ 0 h 531264"/>
                    <a:gd name="connsiteX1" fmla="*/ 223787 w 223902"/>
                    <a:gd name="connsiteY1" fmla="*/ 262589 h 531264"/>
                    <a:gd name="connsiteX2" fmla="*/ 0 w 223902"/>
                    <a:gd name="connsiteY2" fmla="*/ 531264 h 531264"/>
                    <a:gd name="connsiteX0" fmla="*/ 2793 w 223934"/>
                    <a:gd name="connsiteY0" fmla="*/ 0 h 531264"/>
                    <a:gd name="connsiteX1" fmla="*/ 223787 w 223934"/>
                    <a:gd name="connsiteY1" fmla="*/ 262589 h 531264"/>
                    <a:gd name="connsiteX2" fmla="*/ 0 w 223934"/>
                    <a:gd name="connsiteY2" fmla="*/ 531264 h 531264"/>
                    <a:gd name="connsiteX0" fmla="*/ 2793 w 223927"/>
                    <a:gd name="connsiteY0" fmla="*/ 0 h 531264"/>
                    <a:gd name="connsiteX1" fmla="*/ 223787 w 223927"/>
                    <a:gd name="connsiteY1" fmla="*/ 262589 h 531264"/>
                    <a:gd name="connsiteX2" fmla="*/ 0 w 223927"/>
                    <a:gd name="connsiteY2" fmla="*/ 531264 h 531264"/>
                    <a:gd name="connsiteX0" fmla="*/ 2793 w 223927"/>
                    <a:gd name="connsiteY0" fmla="*/ 0 h 531264"/>
                    <a:gd name="connsiteX1" fmla="*/ 223787 w 223927"/>
                    <a:gd name="connsiteY1" fmla="*/ 262589 h 531264"/>
                    <a:gd name="connsiteX2" fmla="*/ 0 w 223927"/>
                    <a:gd name="connsiteY2" fmla="*/ 531264 h 531264"/>
                    <a:gd name="connsiteX0" fmla="*/ 2793 w 223789"/>
                    <a:gd name="connsiteY0" fmla="*/ 0 h 531264"/>
                    <a:gd name="connsiteX1" fmla="*/ 223787 w 223789"/>
                    <a:gd name="connsiteY1" fmla="*/ 262589 h 531264"/>
                    <a:gd name="connsiteX2" fmla="*/ 0 w 223789"/>
                    <a:gd name="connsiteY2" fmla="*/ 531264 h 531264"/>
                  </a:gdLst>
                  <a:ahLst/>
                  <a:cxnLst>
                    <a:cxn ang="0">
                      <a:pos x="connsiteX0" y="connsiteY0"/>
                    </a:cxn>
                    <a:cxn ang="0">
                      <a:pos x="connsiteX1" y="connsiteY1"/>
                    </a:cxn>
                    <a:cxn ang="0">
                      <a:pos x="connsiteX2" y="connsiteY2"/>
                    </a:cxn>
                  </a:cxnLst>
                  <a:rect l="l" t="t" r="r" b="b"/>
                  <a:pathLst>
                    <a:path w="223789" h="531264">
                      <a:moveTo>
                        <a:pt x="2793" y="0"/>
                      </a:moveTo>
                      <a:cubicBezTo>
                        <a:pt x="145200" y="83598"/>
                        <a:pt x="224252" y="153497"/>
                        <a:pt x="223787" y="262589"/>
                      </a:cubicBezTo>
                      <a:cubicBezTo>
                        <a:pt x="223322" y="371681"/>
                        <a:pt x="115941" y="460034"/>
                        <a:pt x="0" y="531264"/>
                      </a:cubicBezTo>
                    </a:path>
                  </a:pathLst>
                </a:custGeom>
                <a:noFill/>
                <a:ln w="12700" cap="rnd"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2800" b="0" i="0" u="none" strike="noStrike" cap="none" normalizeH="0" baseline="0">
                    <a:ln>
                      <a:noFill/>
                    </a:ln>
                    <a:solidFill>
                      <a:schemeClr val="tx1"/>
                    </a:solidFill>
                    <a:effectLst/>
                    <a:latin typeface="Arial" charset="0"/>
                  </a:endParaRPr>
                </a:p>
              </p:txBody>
            </p:sp>
          </p:grpSp>
          <p:cxnSp>
            <p:nvCxnSpPr>
              <p:cNvPr id="55" name="Straight Connector 54">
                <a:extLst>
                  <a:ext uri="{FF2B5EF4-FFF2-40B4-BE49-F238E27FC236}">
                    <a16:creationId xmlns:a16="http://schemas.microsoft.com/office/drawing/2014/main" id="{880BF02C-01AC-5147-963C-0C33BB71D099}"/>
                  </a:ext>
                </a:extLst>
              </p:cNvPr>
              <p:cNvCxnSpPr>
                <a:cxnSpLocks/>
              </p:cNvCxnSpPr>
              <p:nvPr/>
            </p:nvCxnSpPr>
            <p:spPr bwMode="auto">
              <a:xfrm>
                <a:off x="831209" y="4435688"/>
                <a:ext cx="255522" cy="0"/>
              </a:xfrm>
              <a:prstGeom prst="line">
                <a:avLst/>
              </a:prstGeom>
              <a:solidFill>
                <a:schemeClr val="accent1"/>
              </a:solidFill>
              <a:ln w="12700" cap="rnd" cmpd="sng" algn="ctr">
                <a:solidFill>
                  <a:schemeClr val="tx1"/>
                </a:solidFill>
                <a:prstDash val="solid"/>
                <a:round/>
                <a:headEnd type="none" w="med" len="med"/>
                <a:tailEnd type="oval" w="sm" len="sm"/>
              </a:ln>
              <a:effectLst/>
            </p:spPr>
          </p:cxnSp>
          <p:cxnSp>
            <p:nvCxnSpPr>
              <p:cNvPr id="56" name="Straight Connector 55">
                <a:extLst>
                  <a:ext uri="{FF2B5EF4-FFF2-40B4-BE49-F238E27FC236}">
                    <a16:creationId xmlns:a16="http://schemas.microsoft.com/office/drawing/2014/main" id="{63F0AAA0-95D2-6C44-A2A1-DBEF4A2B12D4}"/>
                  </a:ext>
                </a:extLst>
              </p:cNvPr>
              <p:cNvCxnSpPr/>
              <p:nvPr/>
            </p:nvCxnSpPr>
            <p:spPr bwMode="auto">
              <a:xfrm flipH="1">
                <a:off x="754649" y="4343399"/>
                <a:ext cx="256975" cy="0"/>
              </a:xfrm>
              <a:prstGeom prst="line">
                <a:avLst/>
              </a:prstGeom>
              <a:solidFill>
                <a:schemeClr val="accent1"/>
              </a:solidFill>
              <a:ln w="12700" cap="rnd" cmpd="sng" algn="ctr">
                <a:solidFill>
                  <a:schemeClr val="tx1"/>
                </a:solidFill>
                <a:prstDash val="solid"/>
                <a:round/>
                <a:headEnd type="none" w="med" len="med"/>
                <a:tailEnd type="oval" w="sm" len="sm"/>
              </a:ln>
              <a:effectLst/>
            </p:spPr>
          </p:cxnSp>
          <p:sp>
            <p:nvSpPr>
              <p:cNvPr id="57" name="TextBox 56">
                <a:extLst>
                  <a:ext uri="{FF2B5EF4-FFF2-40B4-BE49-F238E27FC236}">
                    <a16:creationId xmlns:a16="http://schemas.microsoft.com/office/drawing/2014/main" id="{4DFCFDF4-600D-C240-A6D6-708BF83DF77C}"/>
                  </a:ext>
                </a:extLst>
              </p:cNvPr>
              <p:cNvSpPr txBox="1"/>
              <p:nvPr/>
            </p:nvSpPr>
            <p:spPr>
              <a:xfrm>
                <a:off x="577358" y="3965867"/>
                <a:ext cx="354584"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a0</a:t>
                </a:r>
                <a:endParaRPr lang="en-CN" sz="1200" dirty="0">
                  <a:solidFill>
                    <a:schemeClr val="tx1"/>
                  </a:solidFill>
                  <a:latin typeface="Arial" panose="020B0604020202020204" pitchFamily="34" charset="0"/>
                  <a:cs typeface="Arial" panose="020B0604020202020204" pitchFamily="34" charset="0"/>
                </a:endParaRPr>
              </a:p>
            </p:txBody>
          </p:sp>
          <p:sp>
            <p:nvSpPr>
              <p:cNvPr id="58" name="TextBox 57">
                <a:extLst>
                  <a:ext uri="{FF2B5EF4-FFF2-40B4-BE49-F238E27FC236}">
                    <a16:creationId xmlns:a16="http://schemas.microsoft.com/office/drawing/2014/main" id="{1BC74C96-DA6E-534B-89CD-3C114D0870D1}"/>
                  </a:ext>
                </a:extLst>
              </p:cNvPr>
              <p:cNvSpPr txBox="1"/>
              <p:nvPr/>
            </p:nvSpPr>
            <p:spPr>
              <a:xfrm>
                <a:off x="898280" y="3965866"/>
                <a:ext cx="364202"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b0</a:t>
                </a:r>
                <a:endParaRPr lang="en-CN" sz="1200" dirty="0">
                  <a:solidFill>
                    <a:schemeClr val="tx1"/>
                  </a:solidFill>
                  <a:latin typeface="Arial" panose="020B0604020202020204" pitchFamily="34" charset="0"/>
                  <a:cs typeface="Arial" panose="020B0604020202020204" pitchFamily="34" charset="0"/>
                </a:endParaRPr>
              </a:p>
            </p:txBody>
          </p:sp>
        </p:grpSp>
        <p:sp>
          <p:nvSpPr>
            <p:cNvPr id="10" name="Rectangle 9">
              <a:extLst>
                <a:ext uri="{FF2B5EF4-FFF2-40B4-BE49-F238E27FC236}">
                  <a16:creationId xmlns:a16="http://schemas.microsoft.com/office/drawing/2014/main" id="{E95CDCA5-66B4-924D-B5EB-446C83A081F8}"/>
                </a:ext>
              </a:extLst>
            </p:cNvPr>
            <p:cNvSpPr/>
            <p:nvPr/>
          </p:nvSpPr>
          <p:spPr bwMode="auto">
            <a:xfrm>
              <a:off x="905411" y="4657452"/>
              <a:ext cx="2985831" cy="737459"/>
            </a:xfrm>
            <a:prstGeom prst="rect">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2800" b="0" i="0" u="none" strike="noStrike" cap="none" normalizeH="0" baseline="0">
                <a:ln>
                  <a:noFill/>
                </a:ln>
                <a:solidFill>
                  <a:schemeClr val="tx1"/>
                </a:solidFill>
                <a:effectLst/>
                <a:latin typeface="Arial" charset="0"/>
              </a:endParaRPr>
            </a:p>
          </p:txBody>
        </p:sp>
        <p:sp>
          <p:nvSpPr>
            <p:cNvPr id="11" name="TextBox 10">
              <a:extLst>
                <a:ext uri="{FF2B5EF4-FFF2-40B4-BE49-F238E27FC236}">
                  <a16:creationId xmlns:a16="http://schemas.microsoft.com/office/drawing/2014/main" id="{16B57C59-F027-9248-8CDC-2249F3FC0533}"/>
                </a:ext>
              </a:extLst>
            </p:cNvPr>
            <p:cNvSpPr txBox="1"/>
            <p:nvPr/>
          </p:nvSpPr>
          <p:spPr>
            <a:xfrm>
              <a:off x="1721624" y="4666391"/>
              <a:ext cx="389850"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G2</a:t>
              </a:r>
              <a:endParaRPr lang="en-CN" sz="1200" dirty="0">
                <a:solidFill>
                  <a:schemeClr val="tx1"/>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2F14AEC9-6771-444D-ADC3-74CD2B236852}"/>
                </a:ext>
              </a:extLst>
            </p:cNvPr>
            <p:cNvSpPr txBox="1"/>
            <p:nvPr/>
          </p:nvSpPr>
          <p:spPr>
            <a:xfrm>
              <a:off x="2001612" y="4666390"/>
              <a:ext cx="372217"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P2</a:t>
              </a:r>
              <a:endParaRPr lang="en-CN" sz="1200" dirty="0">
                <a:solidFill>
                  <a:schemeClr val="tx1"/>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DF7CBB3D-05C1-384B-B1E3-DB4EA13B4F1F}"/>
                </a:ext>
              </a:extLst>
            </p:cNvPr>
            <p:cNvSpPr txBox="1"/>
            <p:nvPr/>
          </p:nvSpPr>
          <p:spPr>
            <a:xfrm>
              <a:off x="2431056" y="4666391"/>
              <a:ext cx="389850"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G1</a:t>
              </a:r>
              <a:endParaRPr lang="en-CN" sz="1200" dirty="0">
                <a:solidFill>
                  <a:schemeClr val="tx1"/>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69AB8BA0-8C82-1644-8320-58C743740B35}"/>
                </a:ext>
              </a:extLst>
            </p:cNvPr>
            <p:cNvSpPr txBox="1"/>
            <p:nvPr/>
          </p:nvSpPr>
          <p:spPr>
            <a:xfrm>
              <a:off x="2711044" y="4666390"/>
              <a:ext cx="372217"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P1</a:t>
              </a:r>
              <a:endParaRPr lang="en-CN" sz="1200" dirty="0">
                <a:solidFill>
                  <a:schemeClr val="tx1"/>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B22FC154-DEF3-D945-88DE-6D01AF3C1F47}"/>
                </a:ext>
              </a:extLst>
            </p:cNvPr>
            <p:cNvSpPr txBox="1"/>
            <p:nvPr/>
          </p:nvSpPr>
          <p:spPr>
            <a:xfrm>
              <a:off x="3216789" y="4674794"/>
              <a:ext cx="389850"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G0</a:t>
              </a:r>
              <a:endParaRPr lang="en-CN" sz="1200" dirty="0">
                <a:solidFill>
                  <a:schemeClr val="tx1"/>
                </a:solidFill>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818AF852-2878-B545-81BD-6A1EE3E868A6}"/>
                </a:ext>
              </a:extLst>
            </p:cNvPr>
            <p:cNvSpPr txBox="1"/>
            <p:nvPr/>
          </p:nvSpPr>
          <p:spPr>
            <a:xfrm>
              <a:off x="3496777" y="4674793"/>
              <a:ext cx="372217"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P0</a:t>
              </a:r>
              <a:endParaRPr lang="en-CN" sz="1200" dirty="0">
                <a:solidFill>
                  <a:schemeClr val="tx1"/>
                </a:solidFill>
                <a:latin typeface="Arial" panose="020B0604020202020204" pitchFamily="34" charset="0"/>
                <a:cs typeface="Arial" panose="020B0604020202020204" pitchFamily="34" charset="0"/>
              </a:endParaRPr>
            </a:p>
          </p:txBody>
        </p:sp>
        <p:cxnSp>
          <p:nvCxnSpPr>
            <p:cNvPr id="17" name="Straight Arrow Connector 16">
              <a:extLst>
                <a:ext uri="{FF2B5EF4-FFF2-40B4-BE49-F238E27FC236}">
                  <a16:creationId xmlns:a16="http://schemas.microsoft.com/office/drawing/2014/main" id="{B338DDE5-51CA-2741-AFB5-F1D92EF01DC4}"/>
                </a:ext>
              </a:extLst>
            </p:cNvPr>
            <p:cNvCxnSpPr>
              <a:cxnSpLocks/>
              <a:stCxn id="10" idx="3"/>
            </p:cNvCxnSpPr>
            <p:nvPr/>
          </p:nvCxnSpPr>
          <p:spPr bwMode="auto">
            <a:xfrm>
              <a:off x="3891242" y="5026182"/>
              <a:ext cx="280871" cy="0"/>
            </a:xfrm>
            <a:prstGeom prst="straightConnector1">
              <a:avLst/>
            </a:prstGeom>
            <a:solidFill>
              <a:schemeClr val="accent1"/>
            </a:solidFill>
            <a:ln w="25400" cap="flat" cmpd="sng" algn="ctr">
              <a:solidFill>
                <a:schemeClr val="tx1"/>
              </a:solidFill>
              <a:prstDash val="solid"/>
              <a:round/>
              <a:headEnd type="triangle" w="med" len="med"/>
              <a:tailEnd type="none"/>
            </a:ln>
            <a:effectLst/>
          </p:spPr>
        </p:cxnSp>
        <p:cxnSp>
          <p:nvCxnSpPr>
            <p:cNvPr id="18" name="Straight Arrow Connector 17">
              <a:extLst>
                <a:ext uri="{FF2B5EF4-FFF2-40B4-BE49-F238E27FC236}">
                  <a16:creationId xmlns:a16="http://schemas.microsoft.com/office/drawing/2014/main" id="{0D4099A9-856F-324E-823D-1033D86AAD17}"/>
                </a:ext>
              </a:extLst>
            </p:cNvPr>
            <p:cNvCxnSpPr>
              <a:cxnSpLocks/>
              <a:endCxn id="10" idx="1"/>
            </p:cNvCxnSpPr>
            <p:nvPr/>
          </p:nvCxnSpPr>
          <p:spPr bwMode="auto">
            <a:xfrm>
              <a:off x="632700" y="5026182"/>
              <a:ext cx="272711" cy="0"/>
            </a:xfrm>
            <a:prstGeom prst="straightConnector1">
              <a:avLst/>
            </a:prstGeom>
            <a:solidFill>
              <a:schemeClr val="accent1"/>
            </a:solidFill>
            <a:ln w="25400" cap="flat" cmpd="sng" algn="ctr">
              <a:solidFill>
                <a:schemeClr val="tx1"/>
              </a:solidFill>
              <a:prstDash val="solid"/>
              <a:round/>
              <a:headEnd type="triangle" w="med" len="med"/>
              <a:tailEnd type="none"/>
            </a:ln>
            <a:effectLst/>
          </p:spPr>
        </p:cxnSp>
        <p:sp>
          <p:nvSpPr>
            <p:cNvPr id="19" name="TextBox 18">
              <a:extLst>
                <a:ext uri="{FF2B5EF4-FFF2-40B4-BE49-F238E27FC236}">
                  <a16:creationId xmlns:a16="http://schemas.microsoft.com/office/drawing/2014/main" id="{22D25CF1-71DE-E840-B61E-7D25885E5FC1}"/>
                </a:ext>
              </a:extLst>
            </p:cNvPr>
            <p:cNvSpPr txBox="1"/>
            <p:nvPr/>
          </p:nvSpPr>
          <p:spPr>
            <a:xfrm>
              <a:off x="1025129" y="5177634"/>
              <a:ext cx="354584"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c3</a:t>
              </a:r>
              <a:endParaRPr lang="en-CN" sz="1200" dirty="0">
                <a:solidFill>
                  <a:schemeClr val="tx1"/>
                </a:solidFill>
                <a:latin typeface="Arial" panose="020B0604020202020204" pitchFamily="34" charset="0"/>
                <a:cs typeface="Arial" panose="020B0604020202020204" pitchFamily="34" charset="0"/>
              </a:endParaRPr>
            </a:p>
          </p:txBody>
        </p:sp>
        <p:grpSp>
          <p:nvGrpSpPr>
            <p:cNvPr id="20" name="Group 19">
              <a:extLst>
                <a:ext uri="{FF2B5EF4-FFF2-40B4-BE49-F238E27FC236}">
                  <a16:creationId xmlns:a16="http://schemas.microsoft.com/office/drawing/2014/main" id="{45C12EBC-CEB8-634E-AB7E-76D14B97A8D6}"/>
                </a:ext>
              </a:extLst>
            </p:cNvPr>
            <p:cNvGrpSpPr/>
            <p:nvPr/>
          </p:nvGrpSpPr>
          <p:grpSpPr>
            <a:xfrm rot="5400000">
              <a:off x="828469" y="5239500"/>
              <a:ext cx="929873" cy="173895"/>
              <a:chOff x="4269238" y="5655686"/>
              <a:chExt cx="3092770" cy="587169"/>
            </a:xfrm>
          </p:grpSpPr>
          <p:cxnSp>
            <p:nvCxnSpPr>
              <p:cNvPr id="48" name="Straight Connector 47">
                <a:extLst>
                  <a:ext uri="{FF2B5EF4-FFF2-40B4-BE49-F238E27FC236}">
                    <a16:creationId xmlns:a16="http://schemas.microsoft.com/office/drawing/2014/main" id="{B97592DB-8E0B-4E4B-AFE0-EA4A1AFD7356}"/>
                  </a:ext>
                </a:extLst>
              </p:cNvPr>
              <p:cNvCxnSpPr>
                <a:cxnSpLocks/>
              </p:cNvCxnSpPr>
              <p:nvPr/>
            </p:nvCxnSpPr>
            <p:spPr bwMode="auto">
              <a:xfrm>
                <a:off x="7208898" y="5945946"/>
                <a:ext cx="153110" cy="0"/>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49" name="Straight Connector 48">
                <a:extLst>
                  <a:ext uri="{FF2B5EF4-FFF2-40B4-BE49-F238E27FC236}">
                    <a16:creationId xmlns:a16="http://schemas.microsoft.com/office/drawing/2014/main" id="{E52A98E9-E42E-A94C-B647-9AA2FD9822D9}"/>
                  </a:ext>
                </a:extLst>
              </p:cNvPr>
              <p:cNvCxnSpPr>
                <a:cxnSpLocks/>
              </p:cNvCxnSpPr>
              <p:nvPr/>
            </p:nvCxnSpPr>
            <p:spPr bwMode="auto">
              <a:xfrm rot="16200000">
                <a:off x="5515222" y="4550345"/>
                <a:ext cx="0" cy="2491967"/>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50" name="Straight Connector 49">
                <a:extLst>
                  <a:ext uri="{FF2B5EF4-FFF2-40B4-BE49-F238E27FC236}">
                    <a16:creationId xmlns:a16="http://schemas.microsoft.com/office/drawing/2014/main" id="{19235F88-95A2-C841-BEDE-1401865154E7}"/>
                  </a:ext>
                </a:extLst>
              </p:cNvPr>
              <p:cNvCxnSpPr>
                <a:cxnSpLocks/>
              </p:cNvCxnSpPr>
              <p:nvPr/>
            </p:nvCxnSpPr>
            <p:spPr bwMode="auto">
              <a:xfrm rot="16200000">
                <a:off x="6402275" y="5730975"/>
                <a:ext cx="0" cy="717863"/>
              </a:xfrm>
              <a:prstGeom prst="line">
                <a:avLst/>
              </a:prstGeom>
              <a:solidFill>
                <a:schemeClr val="accent1"/>
              </a:solidFill>
              <a:ln w="12700" cap="flat" cmpd="sng" algn="ctr">
                <a:solidFill>
                  <a:schemeClr val="tx1"/>
                </a:solidFill>
                <a:prstDash val="solid"/>
                <a:round/>
                <a:headEnd type="none" w="med" len="med"/>
                <a:tailEnd type="none" w="med" len="med"/>
              </a:ln>
              <a:effectLst/>
            </p:spPr>
          </p:cxnSp>
          <p:sp>
            <p:nvSpPr>
              <p:cNvPr id="51" name="Freeform 50">
                <a:extLst>
                  <a:ext uri="{FF2B5EF4-FFF2-40B4-BE49-F238E27FC236}">
                    <a16:creationId xmlns:a16="http://schemas.microsoft.com/office/drawing/2014/main" id="{5020A84F-DAD8-E14A-A1D3-DDBDBD08DEBD}"/>
                  </a:ext>
                </a:extLst>
              </p:cNvPr>
              <p:cNvSpPr/>
              <p:nvPr/>
            </p:nvSpPr>
            <p:spPr bwMode="auto">
              <a:xfrm>
                <a:off x="6574688" y="5655686"/>
                <a:ext cx="634218" cy="587169"/>
              </a:xfrm>
              <a:custGeom>
                <a:avLst/>
                <a:gdLst>
                  <a:gd name="connsiteX0" fmla="*/ 0 w 627888"/>
                  <a:gd name="connsiteY0" fmla="*/ 0 h 579120"/>
                  <a:gd name="connsiteX1" fmla="*/ 207264 w 627888"/>
                  <a:gd name="connsiteY1" fmla="*/ 286512 h 579120"/>
                  <a:gd name="connsiteX2" fmla="*/ 0 w 627888"/>
                  <a:gd name="connsiteY2" fmla="*/ 579120 h 579120"/>
                  <a:gd name="connsiteX3" fmla="*/ 365760 w 627888"/>
                  <a:gd name="connsiteY3" fmla="*/ 573024 h 579120"/>
                  <a:gd name="connsiteX4" fmla="*/ 627888 w 627888"/>
                  <a:gd name="connsiteY4" fmla="*/ 292608 h 579120"/>
                  <a:gd name="connsiteX5" fmla="*/ 390144 w 627888"/>
                  <a:gd name="connsiteY5" fmla="*/ 6096 h 579120"/>
                  <a:gd name="connsiteX6" fmla="*/ 0 w 627888"/>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46520"/>
                  <a:gd name="connsiteY0" fmla="*/ 0 h 579120"/>
                  <a:gd name="connsiteX1" fmla="*/ 209962 w 646520"/>
                  <a:gd name="connsiteY1" fmla="*/ 286512 h 579120"/>
                  <a:gd name="connsiteX2" fmla="*/ 2698 w 646520"/>
                  <a:gd name="connsiteY2" fmla="*/ 579120 h 579120"/>
                  <a:gd name="connsiteX3" fmla="*/ 368458 w 646520"/>
                  <a:gd name="connsiteY3" fmla="*/ 573024 h 579120"/>
                  <a:gd name="connsiteX4" fmla="*/ 630586 w 646520"/>
                  <a:gd name="connsiteY4" fmla="*/ 292608 h 579120"/>
                  <a:gd name="connsiteX5" fmla="*/ 392842 w 646520"/>
                  <a:gd name="connsiteY5" fmla="*/ 6096 h 579120"/>
                  <a:gd name="connsiteX6" fmla="*/ 2698 w 646520"/>
                  <a:gd name="connsiteY6" fmla="*/ 0 h 579120"/>
                  <a:gd name="connsiteX0" fmla="*/ 2698 w 646520"/>
                  <a:gd name="connsiteY0" fmla="*/ 51141 h 630261"/>
                  <a:gd name="connsiteX1" fmla="*/ 209962 w 646520"/>
                  <a:gd name="connsiteY1" fmla="*/ 337653 h 630261"/>
                  <a:gd name="connsiteX2" fmla="*/ 2698 w 646520"/>
                  <a:gd name="connsiteY2" fmla="*/ 630261 h 630261"/>
                  <a:gd name="connsiteX3" fmla="*/ 368458 w 646520"/>
                  <a:gd name="connsiteY3" fmla="*/ 624165 h 630261"/>
                  <a:gd name="connsiteX4" fmla="*/ 630586 w 646520"/>
                  <a:gd name="connsiteY4" fmla="*/ 343749 h 630261"/>
                  <a:gd name="connsiteX5" fmla="*/ 392842 w 646520"/>
                  <a:gd name="connsiteY5" fmla="*/ 57237 h 630261"/>
                  <a:gd name="connsiteX6" fmla="*/ 2698 w 646520"/>
                  <a:gd name="connsiteY6" fmla="*/ 51141 h 630261"/>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1455 h 600575"/>
                  <a:gd name="connsiteX1" fmla="*/ 209962 w 646520"/>
                  <a:gd name="connsiteY1" fmla="*/ 307967 h 600575"/>
                  <a:gd name="connsiteX2" fmla="*/ 2698 w 646520"/>
                  <a:gd name="connsiteY2" fmla="*/ 600575 h 600575"/>
                  <a:gd name="connsiteX3" fmla="*/ 368458 w 646520"/>
                  <a:gd name="connsiteY3" fmla="*/ 594479 h 600575"/>
                  <a:gd name="connsiteX4" fmla="*/ 630586 w 646520"/>
                  <a:gd name="connsiteY4" fmla="*/ 314063 h 600575"/>
                  <a:gd name="connsiteX5" fmla="*/ 392842 w 646520"/>
                  <a:gd name="connsiteY5" fmla="*/ 27551 h 600575"/>
                  <a:gd name="connsiteX6" fmla="*/ 2698 w 646520"/>
                  <a:gd name="connsiteY6" fmla="*/ 21455 h 600575"/>
                  <a:gd name="connsiteX0" fmla="*/ 2698 w 630586"/>
                  <a:gd name="connsiteY0" fmla="*/ 21455 h 600575"/>
                  <a:gd name="connsiteX1" fmla="*/ 209962 w 630586"/>
                  <a:gd name="connsiteY1" fmla="*/ 307967 h 600575"/>
                  <a:gd name="connsiteX2" fmla="*/ 2698 w 630586"/>
                  <a:gd name="connsiteY2" fmla="*/ 600575 h 600575"/>
                  <a:gd name="connsiteX3" fmla="*/ 368458 w 630586"/>
                  <a:gd name="connsiteY3" fmla="*/ 594479 h 600575"/>
                  <a:gd name="connsiteX4" fmla="*/ 630586 w 630586"/>
                  <a:gd name="connsiteY4" fmla="*/ 314063 h 600575"/>
                  <a:gd name="connsiteX5" fmla="*/ 392842 w 630586"/>
                  <a:gd name="connsiteY5" fmla="*/ 27551 h 600575"/>
                  <a:gd name="connsiteX6" fmla="*/ 2698 w 630586"/>
                  <a:gd name="connsiteY6" fmla="*/ 21455 h 600575"/>
                  <a:gd name="connsiteX0" fmla="*/ 2698 w 631527"/>
                  <a:gd name="connsiteY0" fmla="*/ 21455 h 600575"/>
                  <a:gd name="connsiteX1" fmla="*/ 209962 w 631527"/>
                  <a:gd name="connsiteY1" fmla="*/ 307967 h 600575"/>
                  <a:gd name="connsiteX2" fmla="*/ 2698 w 631527"/>
                  <a:gd name="connsiteY2" fmla="*/ 600575 h 600575"/>
                  <a:gd name="connsiteX3" fmla="*/ 301402 w 631527"/>
                  <a:gd name="connsiteY3" fmla="*/ 600575 h 600575"/>
                  <a:gd name="connsiteX4" fmla="*/ 630586 w 631527"/>
                  <a:gd name="connsiteY4" fmla="*/ 314063 h 600575"/>
                  <a:gd name="connsiteX5" fmla="*/ 392842 w 631527"/>
                  <a:gd name="connsiteY5" fmla="*/ 27551 h 600575"/>
                  <a:gd name="connsiteX6" fmla="*/ 2698 w 631527"/>
                  <a:gd name="connsiteY6" fmla="*/ 21455 h 600575"/>
                  <a:gd name="connsiteX0" fmla="*/ 2698 w 631527"/>
                  <a:gd name="connsiteY0" fmla="*/ 21455 h 602832"/>
                  <a:gd name="connsiteX1" fmla="*/ 209962 w 631527"/>
                  <a:gd name="connsiteY1" fmla="*/ 307967 h 602832"/>
                  <a:gd name="connsiteX2" fmla="*/ 2698 w 631527"/>
                  <a:gd name="connsiteY2" fmla="*/ 600575 h 602832"/>
                  <a:gd name="connsiteX3" fmla="*/ 301402 w 631527"/>
                  <a:gd name="connsiteY3" fmla="*/ 600575 h 602832"/>
                  <a:gd name="connsiteX4" fmla="*/ 630586 w 631527"/>
                  <a:gd name="connsiteY4" fmla="*/ 314063 h 602832"/>
                  <a:gd name="connsiteX5" fmla="*/ 392842 w 631527"/>
                  <a:gd name="connsiteY5" fmla="*/ 27551 h 602832"/>
                  <a:gd name="connsiteX6" fmla="*/ 2698 w 631527"/>
                  <a:gd name="connsiteY6" fmla="*/ 21455 h 602832"/>
                  <a:gd name="connsiteX0" fmla="*/ 2698 w 630586"/>
                  <a:gd name="connsiteY0" fmla="*/ 21455 h 602832"/>
                  <a:gd name="connsiteX1" fmla="*/ 209962 w 630586"/>
                  <a:gd name="connsiteY1" fmla="*/ 307967 h 602832"/>
                  <a:gd name="connsiteX2" fmla="*/ 2698 w 630586"/>
                  <a:gd name="connsiteY2" fmla="*/ 600575 h 602832"/>
                  <a:gd name="connsiteX3" fmla="*/ 301402 w 630586"/>
                  <a:gd name="connsiteY3" fmla="*/ 600575 h 602832"/>
                  <a:gd name="connsiteX4" fmla="*/ 630586 w 630586"/>
                  <a:gd name="connsiteY4" fmla="*/ 314063 h 602832"/>
                  <a:gd name="connsiteX5" fmla="*/ 301402 w 630586"/>
                  <a:gd name="connsiteY5" fmla="*/ 27551 h 602832"/>
                  <a:gd name="connsiteX6" fmla="*/ 2698 w 630586"/>
                  <a:gd name="connsiteY6" fmla="*/ 21455 h 602832"/>
                  <a:gd name="connsiteX0" fmla="*/ 2698 w 630586"/>
                  <a:gd name="connsiteY0" fmla="*/ 20123 h 601500"/>
                  <a:gd name="connsiteX1" fmla="*/ 209962 w 630586"/>
                  <a:gd name="connsiteY1" fmla="*/ 306635 h 601500"/>
                  <a:gd name="connsiteX2" fmla="*/ 2698 w 630586"/>
                  <a:gd name="connsiteY2" fmla="*/ 599243 h 601500"/>
                  <a:gd name="connsiteX3" fmla="*/ 301402 w 630586"/>
                  <a:gd name="connsiteY3" fmla="*/ 599243 h 601500"/>
                  <a:gd name="connsiteX4" fmla="*/ 630586 w 630586"/>
                  <a:gd name="connsiteY4" fmla="*/ 312731 h 601500"/>
                  <a:gd name="connsiteX5" fmla="*/ 301402 w 630586"/>
                  <a:gd name="connsiteY5" fmla="*/ 26219 h 601500"/>
                  <a:gd name="connsiteX6" fmla="*/ 2698 w 630586"/>
                  <a:gd name="connsiteY6" fmla="*/ 20123 h 601500"/>
                  <a:gd name="connsiteX0" fmla="*/ 2146 w 630034"/>
                  <a:gd name="connsiteY0" fmla="*/ 20123 h 601500"/>
                  <a:gd name="connsiteX1" fmla="*/ 209410 w 630034"/>
                  <a:gd name="connsiteY1" fmla="*/ 306635 h 601500"/>
                  <a:gd name="connsiteX2" fmla="*/ 2146 w 630034"/>
                  <a:gd name="connsiteY2" fmla="*/ 599243 h 601500"/>
                  <a:gd name="connsiteX3" fmla="*/ 300850 w 630034"/>
                  <a:gd name="connsiteY3" fmla="*/ 599243 h 601500"/>
                  <a:gd name="connsiteX4" fmla="*/ 630034 w 630034"/>
                  <a:gd name="connsiteY4" fmla="*/ 312731 h 601500"/>
                  <a:gd name="connsiteX5" fmla="*/ 300850 w 630034"/>
                  <a:gd name="connsiteY5" fmla="*/ 26219 h 601500"/>
                  <a:gd name="connsiteX6" fmla="*/ 2146 w 630034"/>
                  <a:gd name="connsiteY6" fmla="*/ 20123 h 601500"/>
                  <a:gd name="connsiteX0" fmla="*/ 6215 w 634103"/>
                  <a:gd name="connsiteY0" fmla="*/ 3947 h 585324"/>
                  <a:gd name="connsiteX1" fmla="*/ 213479 w 634103"/>
                  <a:gd name="connsiteY1" fmla="*/ 290459 h 585324"/>
                  <a:gd name="connsiteX2" fmla="*/ 6215 w 634103"/>
                  <a:gd name="connsiteY2" fmla="*/ 583067 h 585324"/>
                  <a:gd name="connsiteX3" fmla="*/ 304919 w 634103"/>
                  <a:gd name="connsiteY3" fmla="*/ 583067 h 585324"/>
                  <a:gd name="connsiteX4" fmla="*/ 634103 w 634103"/>
                  <a:gd name="connsiteY4" fmla="*/ 296555 h 585324"/>
                  <a:gd name="connsiteX5" fmla="*/ 304919 w 634103"/>
                  <a:gd name="connsiteY5" fmla="*/ 10043 h 585324"/>
                  <a:gd name="connsiteX6" fmla="*/ 6215 w 634103"/>
                  <a:gd name="connsiteY6" fmla="*/ 3947 h 585324"/>
                  <a:gd name="connsiteX0" fmla="*/ 6624 w 634512"/>
                  <a:gd name="connsiteY0" fmla="*/ 3947 h 585324"/>
                  <a:gd name="connsiteX1" fmla="*/ 213888 w 634512"/>
                  <a:gd name="connsiteY1" fmla="*/ 290459 h 585324"/>
                  <a:gd name="connsiteX2" fmla="*/ 6624 w 634512"/>
                  <a:gd name="connsiteY2" fmla="*/ 583067 h 585324"/>
                  <a:gd name="connsiteX3" fmla="*/ 305328 w 634512"/>
                  <a:gd name="connsiteY3" fmla="*/ 583067 h 585324"/>
                  <a:gd name="connsiteX4" fmla="*/ 634512 w 634512"/>
                  <a:gd name="connsiteY4" fmla="*/ 296555 h 585324"/>
                  <a:gd name="connsiteX5" fmla="*/ 305328 w 634512"/>
                  <a:gd name="connsiteY5" fmla="*/ 10043 h 585324"/>
                  <a:gd name="connsiteX6" fmla="*/ 6624 w 634512"/>
                  <a:gd name="connsiteY6" fmla="*/ 3947 h 585324"/>
                  <a:gd name="connsiteX0" fmla="*/ 6624 w 634644"/>
                  <a:gd name="connsiteY0" fmla="*/ 18301 h 599678"/>
                  <a:gd name="connsiteX1" fmla="*/ 213888 w 634644"/>
                  <a:gd name="connsiteY1" fmla="*/ 304813 h 599678"/>
                  <a:gd name="connsiteX2" fmla="*/ 6624 w 634644"/>
                  <a:gd name="connsiteY2" fmla="*/ 597421 h 599678"/>
                  <a:gd name="connsiteX3" fmla="*/ 305328 w 634644"/>
                  <a:gd name="connsiteY3" fmla="*/ 597421 h 599678"/>
                  <a:gd name="connsiteX4" fmla="*/ 634512 w 634644"/>
                  <a:gd name="connsiteY4" fmla="*/ 310909 h 599678"/>
                  <a:gd name="connsiteX5" fmla="*/ 268752 w 634644"/>
                  <a:gd name="connsiteY5" fmla="*/ 30493 h 599678"/>
                  <a:gd name="connsiteX6" fmla="*/ 6624 w 634644"/>
                  <a:gd name="connsiteY6" fmla="*/ 18301 h 599678"/>
                  <a:gd name="connsiteX0" fmla="*/ 6624 w 634644"/>
                  <a:gd name="connsiteY0" fmla="*/ 23735 h 605112"/>
                  <a:gd name="connsiteX1" fmla="*/ 213888 w 634644"/>
                  <a:gd name="connsiteY1" fmla="*/ 310247 h 605112"/>
                  <a:gd name="connsiteX2" fmla="*/ 6624 w 634644"/>
                  <a:gd name="connsiteY2" fmla="*/ 602855 h 605112"/>
                  <a:gd name="connsiteX3" fmla="*/ 305328 w 634644"/>
                  <a:gd name="connsiteY3" fmla="*/ 602855 h 605112"/>
                  <a:gd name="connsiteX4" fmla="*/ 634512 w 634644"/>
                  <a:gd name="connsiteY4" fmla="*/ 316343 h 605112"/>
                  <a:gd name="connsiteX5" fmla="*/ 268752 w 634644"/>
                  <a:gd name="connsiteY5" fmla="*/ 35927 h 605112"/>
                  <a:gd name="connsiteX6" fmla="*/ 6624 w 634644"/>
                  <a:gd name="connsiteY6" fmla="*/ 23735 h 605112"/>
                  <a:gd name="connsiteX0" fmla="*/ 6624 w 634577"/>
                  <a:gd name="connsiteY0" fmla="*/ 17614 h 598991"/>
                  <a:gd name="connsiteX1" fmla="*/ 213888 w 634577"/>
                  <a:gd name="connsiteY1" fmla="*/ 304126 h 598991"/>
                  <a:gd name="connsiteX2" fmla="*/ 6624 w 634577"/>
                  <a:gd name="connsiteY2" fmla="*/ 596734 h 598991"/>
                  <a:gd name="connsiteX3" fmla="*/ 305328 w 634577"/>
                  <a:gd name="connsiteY3" fmla="*/ 596734 h 598991"/>
                  <a:gd name="connsiteX4" fmla="*/ 634512 w 634577"/>
                  <a:gd name="connsiteY4" fmla="*/ 310222 h 598991"/>
                  <a:gd name="connsiteX5" fmla="*/ 329712 w 634577"/>
                  <a:gd name="connsiteY5" fmla="*/ 48094 h 598991"/>
                  <a:gd name="connsiteX6" fmla="*/ 6624 w 634577"/>
                  <a:gd name="connsiteY6" fmla="*/ 17614 h 598991"/>
                  <a:gd name="connsiteX0" fmla="*/ 6624 w 634575"/>
                  <a:gd name="connsiteY0" fmla="*/ 21507 h 602884"/>
                  <a:gd name="connsiteX1" fmla="*/ 213888 w 634575"/>
                  <a:gd name="connsiteY1" fmla="*/ 308019 h 602884"/>
                  <a:gd name="connsiteX2" fmla="*/ 6624 w 634575"/>
                  <a:gd name="connsiteY2" fmla="*/ 600627 h 602884"/>
                  <a:gd name="connsiteX3" fmla="*/ 305328 w 634575"/>
                  <a:gd name="connsiteY3" fmla="*/ 600627 h 602884"/>
                  <a:gd name="connsiteX4" fmla="*/ 634512 w 634575"/>
                  <a:gd name="connsiteY4" fmla="*/ 314115 h 602884"/>
                  <a:gd name="connsiteX5" fmla="*/ 329712 w 634575"/>
                  <a:gd name="connsiteY5" fmla="*/ 51987 h 602884"/>
                  <a:gd name="connsiteX6" fmla="*/ 6624 w 634575"/>
                  <a:gd name="connsiteY6" fmla="*/ 21507 h 602884"/>
                  <a:gd name="connsiteX0" fmla="*/ 6624 w 634575"/>
                  <a:gd name="connsiteY0" fmla="*/ 21507 h 619140"/>
                  <a:gd name="connsiteX1" fmla="*/ 213888 w 634575"/>
                  <a:gd name="connsiteY1" fmla="*/ 308019 h 619140"/>
                  <a:gd name="connsiteX2" fmla="*/ 6624 w 634575"/>
                  <a:gd name="connsiteY2" fmla="*/ 600627 h 619140"/>
                  <a:gd name="connsiteX3" fmla="*/ 305328 w 634575"/>
                  <a:gd name="connsiteY3" fmla="*/ 600627 h 619140"/>
                  <a:gd name="connsiteX4" fmla="*/ 634512 w 634575"/>
                  <a:gd name="connsiteY4" fmla="*/ 314115 h 619140"/>
                  <a:gd name="connsiteX5" fmla="*/ 329712 w 634575"/>
                  <a:gd name="connsiteY5" fmla="*/ 51987 h 619140"/>
                  <a:gd name="connsiteX6" fmla="*/ 6624 w 634575"/>
                  <a:gd name="connsiteY6" fmla="*/ 21507 h 619140"/>
                  <a:gd name="connsiteX0" fmla="*/ 6624 w 634531"/>
                  <a:gd name="connsiteY0" fmla="*/ 21507 h 607159"/>
                  <a:gd name="connsiteX1" fmla="*/ 213888 w 634531"/>
                  <a:gd name="connsiteY1" fmla="*/ 308019 h 607159"/>
                  <a:gd name="connsiteX2" fmla="*/ 6624 w 634531"/>
                  <a:gd name="connsiteY2" fmla="*/ 600627 h 607159"/>
                  <a:gd name="connsiteX3" fmla="*/ 341904 w 634531"/>
                  <a:gd name="connsiteY3" fmla="*/ 582339 h 607159"/>
                  <a:gd name="connsiteX4" fmla="*/ 634512 w 634531"/>
                  <a:gd name="connsiteY4" fmla="*/ 314115 h 607159"/>
                  <a:gd name="connsiteX5" fmla="*/ 329712 w 634531"/>
                  <a:gd name="connsiteY5" fmla="*/ 51987 h 607159"/>
                  <a:gd name="connsiteX6" fmla="*/ 6624 w 634531"/>
                  <a:gd name="connsiteY6" fmla="*/ 21507 h 607159"/>
                  <a:gd name="connsiteX0" fmla="*/ 6624 w 634516"/>
                  <a:gd name="connsiteY0" fmla="*/ 21507 h 600822"/>
                  <a:gd name="connsiteX1" fmla="*/ 213888 w 634516"/>
                  <a:gd name="connsiteY1" fmla="*/ 308019 h 600822"/>
                  <a:gd name="connsiteX2" fmla="*/ 6624 w 634516"/>
                  <a:gd name="connsiteY2" fmla="*/ 600627 h 600822"/>
                  <a:gd name="connsiteX3" fmla="*/ 335808 w 634516"/>
                  <a:gd name="connsiteY3" fmla="*/ 564051 h 600822"/>
                  <a:gd name="connsiteX4" fmla="*/ 634512 w 634516"/>
                  <a:gd name="connsiteY4" fmla="*/ 314115 h 600822"/>
                  <a:gd name="connsiteX5" fmla="*/ 329712 w 634516"/>
                  <a:gd name="connsiteY5" fmla="*/ 51987 h 600822"/>
                  <a:gd name="connsiteX6" fmla="*/ 6624 w 634516"/>
                  <a:gd name="connsiteY6" fmla="*/ 21507 h 600822"/>
                  <a:gd name="connsiteX0" fmla="*/ 6624 w 634516"/>
                  <a:gd name="connsiteY0" fmla="*/ 20598 h 599913"/>
                  <a:gd name="connsiteX1" fmla="*/ 213888 w 634516"/>
                  <a:gd name="connsiteY1" fmla="*/ 307110 h 599913"/>
                  <a:gd name="connsiteX2" fmla="*/ 6624 w 634516"/>
                  <a:gd name="connsiteY2" fmla="*/ 599718 h 599913"/>
                  <a:gd name="connsiteX3" fmla="*/ 335808 w 634516"/>
                  <a:gd name="connsiteY3" fmla="*/ 563142 h 599913"/>
                  <a:gd name="connsiteX4" fmla="*/ 634512 w 634516"/>
                  <a:gd name="connsiteY4" fmla="*/ 313206 h 599913"/>
                  <a:gd name="connsiteX5" fmla="*/ 329712 w 634516"/>
                  <a:gd name="connsiteY5" fmla="*/ 51078 h 599913"/>
                  <a:gd name="connsiteX6" fmla="*/ 6624 w 634516"/>
                  <a:gd name="connsiteY6" fmla="*/ 20598 h 599913"/>
                  <a:gd name="connsiteX0" fmla="*/ 6624 w 634516"/>
                  <a:gd name="connsiteY0" fmla="*/ 22407 h 601722"/>
                  <a:gd name="connsiteX1" fmla="*/ 213888 w 634516"/>
                  <a:gd name="connsiteY1" fmla="*/ 308919 h 601722"/>
                  <a:gd name="connsiteX2" fmla="*/ 6624 w 634516"/>
                  <a:gd name="connsiteY2" fmla="*/ 601527 h 601722"/>
                  <a:gd name="connsiteX3" fmla="*/ 335808 w 634516"/>
                  <a:gd name="connsiteY3" fmla="*/ 564951 h 601722"/>
                  <a:gd name="connsiteX4" fmla="*/ 634512 w 634516"/>
                  <a:gd name="connsiteY4" fmla="*/ 315015 h 601722"/>
                  <a:gd name="connsiteX5" fmla="*/ 329712 w 634516"/>
                  <a:gd name="connsiteY5" fmla="*/ 52887 h 601722"/>
                  <a:gd name="connsiteX6" fmla="*/ 6624 w 634516"/>
                  <a:gd name="connsiteY6" fmla="*/ 22407 h 601722"/>
                  <a:gd name="connsiteX0" fmla="*/ 6624 w 634516"/>
                  <a:gd name="connsiteY0" fmla="*/ 8163 h 587478"/>
                  <a:gd name="connsiteX1" fmla="*/ 213888 w 634516"/>
                  <a:gd name="connsiteY1" fmla="*/ 294675 h 587478"/>
                  <a:gd name="connsiteX2" fmla="*/ 6624 w 634516"/>
                  <a:gd name="connsiteY2" fmla="*/ 587283 h 587478"/>
                  <a:gd name="connsiteX3" fmla="*/ 335808 w 634516"/>
                  <a:gd name="connsiteY3" fmla="*/ 550707 h 587478"/>
                  <a:gd name="connsiteX4" fmla="*/ 634512 w 634516"/>
                  <a:gd name="connsiteY4" fmla="*/ 300771 h 587478"/>
                  <a:gd name="connsiteX5" fmla="*/ 329712 w 634516"/>
                  <a:gd name="connsiteY5" fmla="*/ 38643 h 587478"/>
                  <a:gd name="connsiteX6" fmla="*/ 6624 w 634516"/>
                  <a:gd name="connsiteY6" fmla="*/ 8163 h 587478"/>
                  <a:gd name="connsiteX0" fmla="*/ 6288 w 634180"/>
                  <a:gd name="connsiteY0" fmla="*/ 8163 h 587686"/>
                  <a:gd name="connsiteX1" fmla="*/ 213552 w 634180"/>
                  <a:gd name="connsiteY1" fmla="*/ 294675 h 587686"/>
                  <a:gd name="connsiteX2" fmla="*/ 6288 w 634180"/>
                  <a:gd name="connsiteY2" fmla="*/ 587283 h 587686"/>
                  <a:gd name="connsiteX3" fmla="*/ 335472 w 634180"/>
                  <a:gd name="connsiteY3" fmla="*/ 550707 h 587686"/>
                  <a:gd name="connsiteX4" fmla="*/ 634176 w 634180"/>
                  <a:gd name="connsiteY4" fmla="*/ 300771 h 587686"/>
                  <a:gd name="connsiteX5" fmla="*/ 329376 w 634180"/>
                  <a:gd name="connsiteY5" fmla="*/ 38643 h 587686"/>
                  <a:gd name="connsiteX6" fmla="*/ 6288 w 634180"/>
                  <a:gd name="connsiteY6" fmla="*/ 8163 h 587686"/>
                  <a:gd name="connsiteX0" fmla="*/ 6288 w 634211"/>
                  <a:gd name="connsiteY0" fmla="*/ 8163 h 587686"/>
                  <a:gd name="connsiteX1" fmla="*/ 213552 w 634211"/>
                  <a:gd name="connsiteY1" fmla="*/ 294675 h 587686"/>
                  <a:gd name="connsiteX2" fmla="*/ 6288 w 634211"/>
                  <a:gd name="connsiteY2" fmla="*/ 587283 h 587686"/>
                  <a:gd name="connsiteX3" fmla="*/ 335472 w 634211"/>
                  <a:gd name="connsiteY3" fmla="*/ 550707 h 587686"/>
                  <a:gd name="connsiteX4" fmla="*/ 634176 w 634211"/>
                  <a:gd name="connsiteY4" fmla="*/ 300771 h 587686"/>
                  <a:gd name="connsiteX5" fmla="*/ 329376 w 634211"/>
                  <a:gd name="connsiteY5" fmla="*/ 38643 h 587686"/>
                  <a:gd name="connsiteX6" fmla="*/ 6288 w 634211"/>
                  <a:gd name="connsiteY6" fmla="*/ 8163 h 587686"/>
                  <a:gd name="connsiteX0" fmla="*/ 6288 w 634286"/>
                  <a:gd name="connsiteY0" fmla="*/ 8163 h 587686"/>
                  <a:gd name="connsiteX1" fmla="*/ 213552 w 634286"/>
                  <a:gd name="connsiteY1" fmla="*/ 294675 h 587686"/>
                  <a:gd name="connsiteX2" fmla="*/ 6288 w 634286"/>
                  <a:gd name="connsiteY2" fmla="*/ 587283 h 587686"/>
                  <a:gd name="connsiteX3" fmla="*/ 335472 w 634286"/>
                  <a:gd name="connsiteY3" fmla="*/ 550707 h 587686"/>
                  <a:gd name="connsiteX4" fmla="*/ 634176 w 634286"/>
                  <a:gd name="connsiteY4" fmla="*/ 300771 h 587686"/>
                  <a:gd name="connsiteX5" fmla="*/ 329376 w 634286"/>
                  <a:gd name="connsiteY5" fmla="*/ 38643 h 587686"/>
                  <a:gd name="connsiteX6" fmla="*/ 6288 w 634286"/>
                  <a:gd name="connsiteY6" fmla="*/ 8163 h 587686"/>
                  <a:gd name="connsiteX0" fmla="*/ 6288 w 634286"/>
                  <a:gd name="connsiteY0" fmla="*/ 4816 h 584339"/>
                  <a:gd name="connsiteX1" fmla="*/ 213552 w 634286"/>
                  <a:gd name="connsiteY1" fmla="*/ 291328 h 584339"/>
                  <a:gd name="connsiteX2" fmla="*/ 6288 w 634286"/>
                  <a:gd name="connsiteY2" fmla="*/ 583936 h 584339"/>
                  <a:gd name="connsiteX3" fmla="*/ 335472 w 634286"/>
                  <a:gd name="connsiteY3" fmla="*/ 547360 h 584339"/>
                  <a:gd name="connsiteX4" fmla="*/ 634176 w 634286"/>
                  <a:gd name="connsiteY4" fmla="*/ 297424 h 584339"/>
                  <a:gd name="connsiteX5" fmla="*/ 329376 w 634286"/>
                  <a:gd name="connsiteY5" fmla="*/ 35296 h 584339"/>
                  <a:gd name="connsiteX6" fmla="*/ 6288 w 634286"/>
                  <a:gd name="connsiteY6" fmla="*/ 4816 h 584339"/>
                  <a:gd name="connsiteX0" fmla="*/ 6288 w 634210"/>
                  <a:gd name="connsiteY0" fmla="*/ 14826 h 594349"/>
                  <a:gd name="connsiteX1" fmla="*/ 213552 w 634210"/>
                  <a:gd name="connsiteY1" fmla="*/ 301338 h 594349"/>
                  <a:gd name="connsiteX2" fmla="*/ 6288 w 634210"/>
                  <a:gd name="connsiteY2" fmla="*/ 593946 h 594349"/>
                  <a:gd name="connsiteX3" fmla="*/ 335472 w 634210"/>
                  <a:gd name="connsiteY3" fmla="*/ 557370 h 594349"/>
                  <a:gd name="connsiteX4" fmla="*/ 634176 w 634210"/>
                  <a:gd name="connsiteY4" fmla="*/ 307434 h 594349"/>
                  <a:gd name="connsiteX5" fmla="*/ 353545 w 634210"/>
                  <a:gd name="connsiteY5" fmla="*/ 57390 h 594349"/>
                  <a:gd name="connsiteX6" fmla="*/ 6288 w 634210"/>
                  <a:gd name="connsiteY6" fmla="*/ 14826 h 594349"/>
                  <a:gd name="connsiteX0" fmla="*/ 6288 w 634210"/>
                  <a:gd name="connsiteY0" fmla="*/ 4846 h 584369"/>
                  <a:gd name="connsiteX1" fmla="*/ 213552 w 634210"/>
                  <a:gd name="connsiteY1" fmla="*/ 291358 h 584369"/>
                  <a:gd name="connsiteX2" fmla="*/ 6288 w 634210"/>
                  <a:gd name="connsiteY2" fmla="*/ 583966 h 584369"/>
                  <a:gd name="connsiteX3" fmla="*/ 335472 w 634210"/>
                  <a:gd name="connsiteY3" fmla="*/ 547390 h 584369"/>
                  <a:gd name="connsiteX4" fmla="*/ 634176 w 634210"/>
                  <a:gd name="connsiteY4" fmla="*/ 297454 h 584369"/>
                  <a:gd name="connsiteX5" fmla="*/ 353545 w 634210"/>
                  <a:gd name="connsiteY5" fmla="*/ 47410 h 584369"/>
                  <a:gd name="connsiteX6" fmla="*/ 6288 w 634210"/>
                  <a:gd name="connsiteY6" fmla="*/ 4846 h 584369"/>
                  <a:gd name="connsiteX0" fmla="*/ 6288 w 634210"/>
                  <a:gd name="connsiteY0" fmla="*/ 4415 h 583938"/>
                  <a:gd name="connsiteX1" fmla="*/ 213552 w 634210"/>
                  <a:gd name="connsiteY1" fmla="*/ 290927 h 583938"/>
                  <a:gd name="connsiteX2" fmla="*/ 6288 w 634210"/>
                  <a:gd name="connsiteY2" fmla="*/ 583535 h 583938"/>
                  <a:gd name="connsiteX3" fmla="*/ 335472 w 634210"/>
                  <a:gd name="connsiteY3" fmla="*/ 546959 h 583938"/>
                  <a:gd name="connsiteX4" fmla="*/ 634176 w 634210"/>
                  <a:gd name="connsiteY4" fmla="*/ 297023 h 583938"/>
                  <a:gd name="connsiteX5" fmla="*/ 353545 w 634210"/>
                  <a:gd name="connsiteY5" fmla="*/ 46979 h 583938"/>
                  <a:gd name="connsiteX6" fmla="*/ 6288 w 634210"/>
                  <a:gd name="connsiteY6" fmla="*/ 4415 h 583938"/>
                  <a:gd name="connsiteX0" fmla="*/ 6288 w 634210"/>
                  <a:gd name="connsiteY0" fmla="*/ 5419 h 584942"/>
                  <a:gd name="connsiteX1" fmla="*/ 213552 w 634210"/>
                  <a:gd name="connsiteY1" fmla="*/ 291931 h 584942"/>
                  <a:gd name="connsiteX2" fmla="*/ 6288 w 634210"/>
                  <a:gd name="connsiteY2" fmla="*/ 584539 h 584942"/>
                  <a:gd name="connsiteX3" fmla="*/ 335472 w 634210"/>
                  <a:gd name="connsiteY3" fmla="*/ 547963 h 584942"/>
                  <a:gd name="connsiteX4" fmla="*/ 634176 w 634210"/>
                  <a:gd name="connsiteY4" fmla="*/ 298027 h 584942"/>
                  <a:gd name="connsiteX5" fmla="*/ 353545 w 634210"/>
                  <a:gd name="connsiteY5" fmla="*/ 47983 h 584942"/>
                  <a:gd name="connsiteX6" fmla="*/ 6288 w 634210"/>
                  <a:gd name="connsiteY6" fmla="*/ 5419 h 584942"/>
                  <a:gd name="connsiteX0" fmla="*/ 6288 w 634218"/>
                  <a:gd name="connsiteY0" fmla="*/ 7646 h 587169"/>
                  <a:gd name="connsiteX1" fmla="*/ 213552 w 634218"/>
                  <a:gd name="connsiteY1" fmla="*/ 294158 h 587169"/>
                  <a:gd name="connsiteX2" fmla="*/ 6288 w 634218"/>
                  <a:gd name="connsiteY2" fmla="*/ 586766 h 587169"/>
                  <a:gd name="connsiteX3" fmla="*/ 335472 w 634218"/>
                  <a:gd name="connsiteY3" fmla="*/ 550190 h 587169"/>
                  <a:gd name="connsiteX4" fmla="*/ 634176 w 634218"/>
                  <a:gd name="connsiteY4" fmla="*/ 300254 h 587169"/>
                  <a:gd name="connsiteX5" fmla="*/ 353545 w 634218"/>
                  <a:gd name="connsiteY5" fmla="*/ 50210 h 587169"/>
                  <a:gd name="connsiteX6" fmla="*/ 6288 w 634218"/>
                  <a:gd name="connsiteY6" fmla="*/ 7646 h 587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4218" h="587169">
                    <a:moveTo>
                      <a:pt x="6288" y="7646"/>
                    </a:moveTo>
                    <a:cubicBezTo>
                      <a:pt x="-1402" y="17865"/>
                      <a:pt x="197440" y="80821"/>
                      <a:pt x="213552" y="294158"/>
                    </a:cubicBezTo>
                    <a:cubicBezTo>
                      <a:pt x="229664" y="507495"/>
                      <a:pt x="-44512" y="593878"/>
                      <a:pt x="6288" y="586766"/>
                    </a:cubicBezTo>
                    <a:cubicBezTo>
                      <a:pt x="105856" y="586766"/>
                      <a:pt x="200344" y="591846"/>
                      <a:pt x="335472" y="550190"/>
                    </a:cubicBezTo>
                    <a:cubicBezTo>
                      <a:pt x="470600" y="508534"/>
                      <a:pt x="631164" y="383584"/>
                      <a:pt x="634176" y="300254"/>
                    </a:cubicBezTo>
                    <a:cubicBezTo>
                      <a:pt x="637188" y="216924"/>
                      <a:pt x="479500" y="97260"/>
                      <a:pt x="353545" y="50210"/>
                    </a:cubicBezTo>
                    <a:cubicBezTo>
                      <a:pt x="227590" y="3160"/>
                      <a:pt x="19803" y="-10314"/>
                      <a:pt x="6288" y="7646"/>
                    </a:cubicBezTo>
                    <a:close/>
                  </a:path>
                </a:pathLst>
              </a:custGeom>
              <a:solidFill>
                <a:schemeClr val="bg1"/>
              </a:solidFill>
              <a:ln w="12700"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r"/>
                <a:endParaRPr lang="en-CN" sz="6000"/>
              </a:p>
            </p:txBody>
          </p:sp>
          <p:sp>
            <p:nvSpPr>
              <p:cNvPr id="52" name="Freeform 51">
                <a:extLst>
                  <a:ext uri="{FF2B5EF4-FFF2-40B4-BE49-F238E27FC236}">
                    <a16:creationId xmlns:a16="http://schemas.microsoft.com/office/drawing/2014/main" id="{4D3EFFFE-60B8-844A-8C35-087BB8F68ACD}"/>
                  </a:ext>
                </a:extLst>
              </p:cNvPr>
              <p:cNvSpPr/>
              <p:nvPr/>
            </p:nvSpPr>
            <p:spPr bwMode="auto">
              <a:xfrm>
                <a:off x="6470670" y="5701318"/>
                <a:ext cx="223789" cy="531264"/>
              </a:xfrm>
              <a:custGeom>
                <a:avLst/>
                <a:gdLst>
                  <a:gd name="connsiteX0" fmla="*/ 0 w 195378"/>
                  <a:gd name="connsiteY0" fmla="*/ 0 h 541538"/>
                  <a:gd name="connsiteX1" fmla="*/ 195308 w 195378"/>
                  <a:gd name="connsiteY1" fmla="*/ 257452 h 541538"/>
                  <a:gd name="connsiteX2" fmla="*/ 17755 w 195378"/>
                  <a:gd name="connsiteY2" fmla="*/ 541538 h 541538"/>
                  <a:gd name="connsiteX0" fmla="*/ 2793 w 198102"/>
                  <a:gd name="connsiteY0" fmla="*/ 0 h 531264"/>
                  <a:gd name="connsiteX1" fmla="*/ 198101 w 198102"/>
                  <a:gd name="connsiteY1" fmla="*/ 257452 h 531264"/>
                  <a:gd name="connsiteX2" fmla="*/ 0 w 198102"/>
                  <a:gd name="connsiteY2" fmla="*/ 531264 h 531264"/>
                  <a:gd name="connsiteX0" fmla="*/ 2793 w 223788"/>
                  <a:gd name="connsiteY0" fmla="*/ 0 h 531264"/>
                  <a:gd name="connsiteX1" fmla="*/ 223787 w 223788"/>
                  <a:gd name="connsiteY1" fmla="*/ 262589 h 531264"/>
                  <a:gd name="connsiteX2" fmla="*/ 0 w 223788"/>
                  <a:gd name="connsiteY2" fmla="*/ 531264 h 531264"/>
                  <a:gd name="connsiteX0" fmla="*/ 2793 w 223902"/>
                  <a:gd name="connsiteY0" fmla="*/ 0 h 531264"/>
                  <a:gd name="connsiteX1" fmla="*/ 223787 w 223902"/>
                  <a:gd name="connsiteY1" fmla="*/ 262589 h 531264"/>
                  <a:gd name="connsiteX2" fmla="*/ 0 w 223902"/>
                  <a:gd name="connsiteY2" fmla="*/ 531264 h 531264"/>
                  <a:gd name="connsiteX0" fmla="*/ 2793 w 223934"/>
                  <a:gd name="connsiteY0" fmla="*/ 0 h 531264"/>
                  <a:gd name="connsiteX1" fmla="*/ 223787 w 223934"/>
                  <a:gd name="connsiteY1" fmla="*/ 262589 h 531264"/>
                  <a:gd name="connsiteX2" fmla="*/ 0 w 223934"/>
                  <a:gd name="connsiteY2" fmla="*/ 531264 h 531264"/>
                  <a:gd name="connsiteX0" fmla="*/ 2793 w 223927"/>
                  <a:gd name="connsiteY0" fmla="*/ 0 h 531264"/>
                  <a:gd name="connsiteX1" fmla="*/ 223787 w 223927"/>
                  <a:gd name="connsiteY1" fmla="*/ 262589 h 531264"/>
                  <a:gd name="connsiteX2" fmla="*/ 0 w 223927"/>
                  <a:gd name="connsiteY2" fmla="*/ 531264 h 531264"/>
                  <a:gd name="connsiteX0" fmla="*/ 2793 w 223927"/>
                  <a:gd name="connsiteY0" fmla="*/ 0 h 531264"/>
                  <a:gd name="connsiteX1" fmla="*/ 223787 w 223927"/>
                  <a:gd name="connsiteY1" fmla="*/ 262589 h 531264"/>
                  <a:gd name="connsiteX2" fmla="*/ 0 w 223927"/>
                  <a:gd name="connsiteY2" fmla="*/ 531264 h 531264"/>
                  <a:gd name="connsiteX0" fmla="*/ 2793 w 223789"/>
                  <a:gd name="connsiteY0" fmla="*/ 0 h 531264"/>
                  <a:gd name="connsiteX1" fmla="*/ 223787 w 223789"/>
                  <a:gd name="connsiteY1" fmla="*/ 262589 h 531264"/>
                  <a:gd name="connsiteX2" fmla="*/ 0 w 223789"/>
                  <a:gd name="connsiteY2" fmla="*/ 531264 h 531264"/>
                </a:gdLst>
                <a:ahLst/>
                <a:cxnLst>
                  <a:cxn ang="0">
                    <a:pos x="connsiteX0" y="connsiteY0"/>
                  </a:cxn>
                  <a:cxn ang="0">
                    <a:pos x="connsiteX1" y="connsiteY1"/>
                  </a:cxn>
                  <a:cxn ang="0">
                    <a:pos x="connsiteX2" y="connsiteY2"/>
                  </a:cxn>
                </a:cxnLst>
                <a:rect l="l" t="t" r="r" b="b"/>
                <a:pathLst>
                  <a:path w="223789" h="531264">
                    <a:moveTo>
                      <a:pt x="2793" y="0"/>
                    </a:moveTo>
                    <a:cubicBezTo>
                      <a:pt x="145200" y="83598"/>
                      <a:pt x="224252" y="153497"/>
                      <a:pt x="223787" y="262589"/>
                    </a:cubicBezTo>
                    <a:cubicBezTo>
                      <a:pt x="223322" y="371681"/>
                      <a:pt x="115941" y="460034"/>
                      <a:pt x="0" y="531264"/>
                    </a:cubicBezTo>
                  </a:path>
                </a:pathLst>
              </a:cu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2800" b="0" i="0" u="none" strike="noStrike" cap="none" normalizeH="0" baseline="0">
                  <a:ln>
                    <a:noFill/>
                  </a:ln>
                  <a:solidFill>
                    <a:schemeClr val="tx1"/>
                  </a:solidFill>
                  <a:effectLst/>
                  <a:latin typeface="Arial" charset="0"/>
                </a:endParaRPr>
              </a:p>
            </p:txBody>
          </p:sp>
        </p:grpSp>
        <p:sp>
          <p:nvSpPr>
            <p:cNvPr id="21" name="TextBox 20">
              <a:extLst>
                <a:ext uri="{FF2B5EF4-FFF2-40B4-BE49-F238E27FC236}">
                  <a16:creationId xmlns:a16="http://schemas.microsoft.com/office/drawing/2014/main" id="{D3451609-8AE2-EC41-BBFA-4CB52F57BD0F}"/>
                </a:ext>
              </a:extLst>
            </p:cNvPr>
            <p:cNvSpPr txBox="1"/>
            <p:nvPr/>
          </p:nvSpPr>
          <p:spPr>
            <a:xfrm>
              <a:off x="1130410" y="5758290"/>
              <a:ext cx="354584"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s3</a:t>
              </a:r>
              <a:endParaRPr lang="en-CN" sz="1200" dirty="0">
                <a:solidFill>
                  <a:schemeClr val="tx1"/>
                </a:solidFill>
                <a:latin typeface="Arial" panose="020B0604020202020204" pitchFamily="34" charset="0"/>
                <a:cs typeface="Arial" panose="020B0604020202020204" pitchFamily="34" charset="0"/>
              </a:endParaRPr>
            </a:p>
          </p:txBody>
        </p:sp>
        <p:sp>
          <p:nvSpPr>
            <p:cNvPr id="22" name="TextBox 21">
              <a:extLst>
                <a:ext uri="{FF2B5EF4-FFF2-40B4-BE49-F238E27FC236}">
                  <a16:creationId xmlns:a16="http://schemas.microsoft.com/office/drawing/2014/main" id="{26E54ADF-83BE-D143-93FA-4A38CAFA56BF}"/>
                </a:ext>
              </a:extLst>
            </p:cNvPr>
            <p:cNvSpPr txBox="1"/>
            <p:nvPr/>
          </p:nvSpPr>
          <p:spPr>
            <a:xfrm>
              <a:off x="1851000" y="5177634"/>
              <a:ext cx="354584"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c2</a:t>
              </a:r>
              <a:endParaRPr lang="en-CN" sz="1200" dirty="0">
                <a:solidFill>
                  <a:schemeClr val="tx1"/>
                </a:solidFill>
                <a:latin typeface="Arial" panose="020B0604020202020204" pitchFamily="34" charset="0"/>
                <a:cs typeface="Arial" panose="020B0604020202020204" pitchFamily="34" charset="0"/>
              </a:endParaRPr>
            </a:p>
          </p:txBody>
        </p:sp>
        <p:grpSp>
          <p:nvGrpSpPr>
            <p:cNvPr id="23" name="Group 22">
              <a:extLst>
                <a:ext uri="{FF2B5EF4-FFF2-40B4-BE49-F238E27FC236}">
                  <a16:creationId xmlns:a16="http://schemas.microsoft.com/office/drawing/2014/main" id="{1071D466-CDB7-6547-BE95-08980556DB14}"/>
                </a:ext>
              </a:extLst>
            </p:cNvPr>
            <p:cNvGrpSpPr/>
            <p:nvPr/>
          </p:nvGrpSpPr>
          <p:grpSpPr>
            <a:xfrm rot="5400000">
              <a:off x="1654339" y="5239500"/>
              <a:ext cx="929873" cy="173895"/>
              <a:chOff x="4269238" y="5655686"/>
              <a:chExt cx="3092770" cy="587169"/>
            </a:xfrm>
          </p:grpSpPr>
          <p:cxnSp>
            <p:nvCxnSpPr>
              <p:cNvPr id="43" name="Straight Connector 42">
                <a:extLst>
                  <a:ext uri="{FF2B5EF4-FFF2-40B4-BE49-F238E27FC236}">
                    <a16:creationId xmlns:a16="http://schemas.microsoft.com/office/drawing/2014/main" id="{721927B9-F24D-5248-A084-C0E8B47C1F46}"/>
                  </a:ext>
                </a:extLst>
              </p:cNvPr>
              <p:cNvCxnSpPr>
                <a:cxnSpLocks/>
              </p:cNvCxnSpPr>
              <p:nvPr/>
            </p:nvCxnSpPr>
            <p:spPr bwMode="auto">
              <a:xfrm>
                <a:off x="7208898" y="5945946"/>
                <a:ext cx="153110" cy="0"/>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44" name="Straight Connector 43">
                <a:extLst>
                  <a:ext uri="{FF2B5EF4-FFF2-40B4-BE49-F238E27FC236}">
                    <a16:creationId xmlns:a16="http://schemas.microsoft.com/office/drawing/2014/main" id="{948A52C9-3B0F-1D44-9379-D36EC4B24A60}"/>
                  </a:ext>
                </a:extLst>
              </p:cNvPr>
              <p:cNvCxnSpPr>
                <a:cxnSpLocks/>
              </p:cNvCxnSpPr>
              <p:nvPr/>
            </p:nvCxnSpPr>
            <p:spPr bwMode="auto">
              <a:xfrm rot="16200000">
                <a:off x="5515222" y="4550345"/>
                <a:ext cx="0" cy="2491967"/>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45" name="Straight Connector 44">
                <a:extLst>
                  <a:ext uri="{FF2B5EF4-FFF2-40B4-BE49-F238E27FC236}">
                    <a16:creationId xmlns:a16="http://schemas.microsoft.com/office/drawing/2014/main" id="{5E658C5C-7D70-9140-A3AC-BB0BAF0F6AD8}"/>
                  </a:ext>
                </a:extLst>
              </p:cNvPr>
              <p:cNvCxnSpPr>
                <a:cxnSpLocks/>
              </p:cNvCxnSpPr>
              <p:nvPr/>
            </p:nvCxnSpPr>
            <p:spPr bwMode="auto">
              <a:xfrm rot="16200000">
                <a:off x="6402275" y="5730975"/>
                <a:ext cx="0" cy="717863"/>
              </a:xfrm>
              <a:prstGeom prst="line">
                <a:avLst/>
              </a:prstGeom>
              <a:solidFill>
                <a:schemeClr val="accent1"/>
              </a:solidFill>
              <a:ln w="12700" cap="flat" cmpd="sng" algn="ctr">
                <a:solidFill>
                  <a:schemeClr val="tx1"/>
                </a:solidFill>
                <a:prstDash val="solid"/>
                <a:round/>
                <a:headEnd type="none" w="med" len="med"/>
                <a:tailEnd type="none" w="med" len="med"/>
              </a:ln>
              <a:effectLst/>
            </p:spPr>
          </p:cxnSp>
          <p:sp>
            <p:nvSpPr>
              <p:cNvPr id="46" name="Freeform 45">
                <a:extLst>
                  <a:ext uri="{FF2B5EF4-FFF2-40B4-BE49-F238E27FC236}">
                    <a16:creationId xmlns:a16="http://schemas.microsoft.com/office/drawing/2014/main" id="{6E3833EA-9CF7-A349-88A1-3111742E6D4C}"/>
                  </a:ext>
                </a:extLst>
              </p:cNvPr>
              <p:cNvSpPr/>
              <p:nvPr/>
            </p:nvSpPr>
            <p:spPr bwMode="auto">
              <a:xfrm>
                <a:off x="6574688" y="5655686"/>
                <a:ext cx="634218" cy="587169"/>
              </a:xfrm>
              <a:custGeom>
                <a:avLst/>
                <a:gdLst>
                  <a:gd name="connsiteX0" fmla="*/ 0 w 627888"/>
                  <a:gd name="connsiteY0" fmla="*/ 0 h 579120"/>
                  <a:gd name="connsiteX1" fmla="*/ 207264 w 627888"/>
                  <a:gd name="connsiteY1" fmla="*/ 286512 h 579120"/>
                  <a:gd name="connsiteX2" fmla="*/ 0 w 627888"/>
                  <a:gd name="connsiteY2" fmla="*/ 579120 h 579120"/>
                  <a:gd name="connsiteX3" fmla="*/ 365760 w 627888"/>
                  <a:gd name="connsiteY3" fmla="*/ 573024 h 579120"/>
                  <a:gd name="connsiteX4" fmla="*/ 627888 w 627888"/>
                  <a:gd name="connsiteY4" fmla="*/ 292608 h 579120"/>
                  <a:gd name="connsiteX5" fmla="*/ 390144 w 627888"/>
                  <a:gd name="connsiteY5" fmla="*/ 6096 h 579120"/>
                  <a:gd name="connsiteX6" fmla="*/ 0 w 627888"/>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46520"/>
                  <a:gd name="connsiteY0" fmla="*/ 0 h 579120"/>
                  <a:gd name="connsiteX1" fmla="*/ 209962 w 646520"/>
                  <a:gd name="connsiteY1" fmla="*/ 286512 h 579120"/>
                  <a:gd name="connsiteX2" fmla="*/ 2698 w 646520"/>
                  <a:gd name="connsiteY2" fmla="*/ 579120 h 579120"/>
                  <a:gd name="connsiteX3" fmla="*/ 368458 w 646520"/>
                  <a:gd name="connsiteY3" fmla="*/ 573024 h 579120"/>
                  <a:gd name="connsiteX4" fmla="*/ 630586 w 646520"/>
                  <a:gd name="connsiteY4" fmla="*/ 292608 h 579120"/>
                  <a:gd name="connsiteX5" fmla="*/ 392842 w 646520"/>
                  <a:gd name="connsiteY5" fmla="*/ 6096 h 579120"/>
                  <a:gd name="connsiteX6" fmla="*/ 2698 w 646520"/>
                  <a:gd name="connsiteY6" fmla="*/ 0 h 579120"/>
                  <a:gd name="connsiteX0" fmla="*/ 2698 w 646520"/>
                  <a:gd name="connsiteY0" fmla="*/ 51141 h 630261"/>
                  <a:gd name="connsiteX1" fmla="*/ 209962 w 646520"/>
                  <a:gd name="connsiteY1" fmla="*/ 337653 h 630261"/>
                  <a:gd name="connsiteX2" fmla="*/ 2698 w 646520"/>
                  <a:gd name="connsiteY2" fmla="*/ 630261 h 630261"/>
                  <a:gd name="connsiteX3" fmla="*/ 368458 w 646520"/>
                  <a:gd name="connsiteY3" fmla="*/ 624165 h 630261"/>
                  <a:gd name="connsiteX4" fmla="*/ 630586 w 646520"/>
                  <a:gd name="connsiteY4" fmla="*/ 343749 h 630261"/>
                  <a:gd name="connsiteX5" fmla="*/ 392842 w 646520"/>
                  <a:gd name="connsiteY5" fmla="*/ 57237 h 630261"/>
                  <a:gd name="connsiteX6" fmla="*/ 2698 w 646520"/>
                  <a:gd name="connsiteY6" fmla="*/ 51141 h 630261"/>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1455 h 600575"/>
                  <a:gd name="connsiteX1" fmla="*/ 209962 w 646520"/>
                  <a:gd name="connsiteY1" fmla="*/ 307967 h 600575"/>
                  <a:gd name="connsiteX2" fmla="*/ 2698 w 646520"/>
                  <a:gd name="connsiteY2" fmla="*/ 600575 h 600575"/>
                  <a:gd name="connsiteX3" fmla="*/ 368458 w 646520"/>
                  <a:gd name="connsiteY3" fmla="*/ 594479 h 600575"/>
                  <a:gd name="connsiteX4" fmla="*/ 630586 w 646520"/>
                  <a:gd name="connsiteY4" fmla="*/ 314063 h 600575"/>
                  <a:gd name="connsiteX5" fmla="*/ 392842 w 646520"/>
                  <a:gd name="connsiteY5" fmla="*/ 27551 h 600575"/>
                  <a:gd name="connsiteX6" fmla="*/ 2698 w 646520"/>
                  <a:gd name="connsiteY6" fmla="*/ 21455 h 600575"/>
                  <a:gd name="connsiteX0" fmla="*/ 2698 w 630586"/>
                  <a:gd name="connsiteY0" fmla="*/ 21455 h 600575"/>
                  <a:gd name="connsiteX1" fmla="*/ 209962 w 630586"/>
                  <a:gd name="connsiteY1" fmla="*/ 307967 h 600575"/>
                  <a:gd name="connsiteX2" fmla="*/ 2698 w 630586"/>
                  <a:gd name="connsiteY2" fmla="*/ 600575 h 600575"/>
                  <a:gd name="connsiteX3" fmla="*/ 368458 w 630586"/>
                  <a:gd name="connsiteY3" fmla="*/ 594479 h 600575"/>
                  <a:gd name="connsiteX4" fmla="*/ 630586 w 630586"/>
                  <a:gd name="connsiteY4" fmla="*/ 314063 h 600575"/>
                  <a:gd name="connsiteX5" fmla="*/ 392842 w 630586"/>
                  <a:gd name="connsiteY5" fmla="*/ 27551 h 600575"/>
                  <a:gd name="connsiteX6" fmla="*/ 2698 w 630586"/>
                  <a:gd name="connsiteY6" fmla="*/ 21455 h 600575"/>
                  <a:gd name="connsiteX0" fmla="*/ 2698 w 631527"/>
                  <a:gd name="connsiteY0" fmla="*/ 21455 h 600575"/>
                  <a:gd name="connsiteX1" fmla="*/ 209962 w 631527"/>
                  <a:gd name="connsiteY1" fmla="*/ 307967 h 600575"/>
                  <a:gd name="connsiteX2" fmla="*/ 2698 w 631527"/>
                  <a:gd name="connsiteY2" fmla="*/ 600575 h 600575"/>
                  <a:gd name="connsiteX3" fmla="*/ 301402 w 631527"/>
                  <a:gd name="connsiteY3" fmla="*/ 600575 h 600575"/>
                  <a:gd name="connsiteX4" fmla="*/ 630586 w 631527"/>
                  <a:gd name="connsiteY4" fmla="*/ 314063 h 600575"/>
                  <a:gd name="connsiteX5" fmla="*/ 392842 w 631527"/>
                  <a:gd name="connsiteY5" fmla="*/ 27551 h 600575"/>
                  <a:gd name="connsiteX6" fmla="*/ 2698 w 631527"/>
                  <a:gd name="connsiteY6" fmla="*/ 21455 h 600575"/>
                  <a:gd name="connsiteX0" fmla="*/ 2698 w 631527"/>
                  <a:gd name="connsiteY0" fmla="*/ 21455 h 602832"/>
                  <a:gd name="connsiteX1" fmla="*/ 209962 w 631527"/>
                  <a:gd name="connsiteY1" fmla="*/ 307967 h 602832"/>
                  <a:gd name="connsiteX2" fmla="*/ 2698 w 631527"/>
                  <a:gd name="connsiteY2" fmla="*/ 600575 h 602832"/>
                  <a:gd name="connsiteX3" fmla="*/ 301402 w 631527"/>
                  <a:gd name="connsiteY3" fmla="*/ 600575 h 602832"/>
                  <a:gd name="connsiteX4" fmla="*/ 630586 w 631527"/>
                  <a:gd name="connsiteY4" fmla="*/ 314063 h 602832"/>
                  <a:gd name="connsiteX5" fmla="*/ 392842 w 631527"/>
                  <a:gd name="connsiteY5" fmla="*/ 27551 h 602832"/>
                  <a:gd name="connsiteX6" fmla="*/ 2698 w 631527"/>
                  <a:gd name="connsiteY6" fmla="*/ 21455 h 602832"/>
                  <a:gd name="connsiteX0" fmla="*/ 2698 w 630586"/>
                  <a:gd name="connsiteY0" fmla="*/ 21455 h 602832"/>
                  <a:gd name="connsiteX1" fmla="*/ 209962 w 630586"/>
                  <a:gd name="connsiteY1" fmla="*/ 307967 h 602832"/>
                  <a:gd name="connsiteX2" fmla="*/ 2698 w 630586"/>
                  <a:gd name="connsiteY2" fmla="*/ 600575 h 602832"/>
                  <a:gd name="connsiteX3" fmla="*/ 301402 w 630586"/>
                  <a:gd name="connsiteY3" fmla="*/ 600575 h 602832"/>
                  <a:gd name="connsiteX4" fmla="*/ 630586 w 630586"/>
                  <a:gd name="connsiteY4" fmla="*/ 314063 h 602832"/>
                  <a:gd name="connsiteX5" fmla="*/ 301402 w 630586"/>
                  <a:gd name="connsiteY5" fmla="*/ 27551 h 602832"/>
                  <a:gd name="connsiteX6" fmla="*/ 2698 w 630586"/>
                  <a:gd name="connsiteY6" fmla="*/ 21455 h 602832"/>
                  <a:gd name="connsiteX0" fmla="*/ 2698 w 630586"/>
                  <a:gd name="connsiteY0" fmla="*/ 20123 h 601500"/>
                  <a:gd name="connsiteX1" fmla="*/ 209962 w 630586"/>
                  <a:gd name="connsiteY1" fmla="*/ 306635 h 601500"/>
                  <a:gd name="connsiteX2" fmla="*/ 2698 w 630586"/>
                  <a:gd name="connsiteY2" fmla="*/ 599243 h 601500"/>
                  <a:gd name="connsiteX3" fmla="*/ 301402 w 630586"/>
                  <a:gd name="connsiteY3" fmla="*/ 599243 h 601500"/>
                  <a:gd name="connsiteX4" fmla="*/ 630586 w 630586"/>
                  <a:gd name="connsiteY4" fmla="*/ 312731 h 601500"/>
                  <a:gd name="connsiteX5" fmla="*/ 301402 w 630586"/>
                  <a:gd name="connsiteY5" fmla="*/ 26219 h 601500"/>
                  <a:gd name="connsiteX6" fmla="*/ 2698 w 630586"/>
                  <a:gd name="connsiteY6" fmla="*/ 20123 h 601500"/>
                  <a:gd name="connsiteX0" fmla="*/ 2146 w 630034"/>
                  <a:gd name="connsiteY0" fmla="*/ 20123 h 601500"/>
                  <a:gd name="connsiteX1" fmla="*/ 209410 w 630034"/>
                  <a:gd name="connsiteY1" fmla="*/ 306635 h 601500"/>
                  <a:gd name="connsiteX2" fmla="*/ 2146 w 630034"/>
                  <a:gd name="connsiteY2" fmla="*/ 599243 h 601500"/>
                  <a:gd name="connsiteX3" fmla="*/ 300850 w 630034"/>
                  <a:gd name="connsiteY3" fmla="*/ 599243 h 601500"/>
                  <a:gd name="connsiteX4" fmla="*/ 630034 w 630034"/>
                  <a:gd name="connsiteY4" fmla="*/ 312731 h 601500"/>
                  <a:gd name="connsiteX5" fmla="*/ 300850 w 630034"/>
                  <a:gd name="connsiteY5" fmla="*/ 26219 h 601500"/>
                  <a:gd name="connsiteX6" fmla="*/ 2146 w 630034"/>
                  <a:gd name="connsiteY6" fmla="*/ 20123 h 601500"/>
                  <a:gd name="connsiteX0" fmla="*/ 6215 w 634103"/>
                  <a:gd name="connsiteY0" fmla="*/ 3947 h 585324"/>
                  <a:gd name="connsiteX1" fmla="*/ 213479 w 634103"/>
                  <a:gd name="connsiteY1" fmla="*/ 290459 h 585324"/>
                  <a:gd name="connsiteX2" fmla="*/ 6215 w 634103"/>
                  <a:gd name="connsiteY2" fmla="*/ 583067 h 585324"/>
                  <a:gd name="connsiteX3" fmla="*/ 304919 w 634103"/>
                  <a:gd name="connsiteY3" fmla="*/ 583067 h 585324"/>
                  <a:gd name="connsiteX4" fmla="*/ 634103 w 634103"/>
                  <a:gd name="connsiteY4" fmla="*/ 296555 h 585324"/>
                  <a:gd name="connsiteX5" fmla="*/ 304919 w 634103"/>
                  <a:gd name="connsiteY5" fmla="*/ 10043 h 585324"/>
                  <a:gd name="connsiteX6" fmla="*/ 6215 w 634103"/>
                  <a:gd name="connsiteY6" fmla="*/ 3947 h 585324"/>
                  <a:gd name="connsiteX0" fmla="*/ 6624 w 634512"/>
                  <a:gd name="connsiteY0" fmla="*/ 3947 h 585324"/>
                  <a:gd name="connsiteX1" fmla="*/ 213888 w 634512"/>
                  <a:gd name="connsiteY1" fmla="*/ 290459 h 585324"/>
                  <a:gd name="connsiteX2" fmla="*/ 6624 w 634512"/>
                  <a:gd name="connsiteY2" fmla="*/ 583067 h 585324"/>
                  <a:gd name="connsiteX3" fmla="*/ 305328 w 634512"/>
                  <a:gd name="connsiteY3" fmla="*/ 583067 h 585324"/>
                  <a:gd name="connsiteX4" fmla="*/ 634512 w 634512"/>
                  <a:gd name="connsiteY4" fmla="*/ 296555 h 585324"/>
                  <a:gd name="connsiteX5" fmla="*/ 305328 w 634512"/>
                  <a:gd name="connsiteY5" fmla="*/ 10043 h 585324"/>
                  <a:gd name="connsiteX6" fmla="*/ 6624 w 634512"/>
                  <a:gd name="connsiteY6" fmla="*/ 3947 h 585324"/>
                  <a:gd name="connsiteX0" fmla="*/ 6624 w 634644"/>
                  <a:gd name="connsiteY0" fmla="*/ 18301 h 599678"/>
                  <a:gd name="connsiteX1" fmla="*/ 213888 w 634644"/>
                  <a:gd name="connsiteY1" fmla="*/ 304813 h 599678"/>
                  <a:gd name="connsiteX2" fmla="*/ 6624 w 634644"/>
                  <a:gd name="connsiteY2" fmla="*/ 597421 h 599678"/>
                  <a:gd name="connsiteX3" fmla="*/ 305328 w 634644"/>
                  <a:gd name="connsiteY3" fmla="*/ 597421 h 599678"/>
                  <a:gd name="connsiteX4" fmla="*/ 634512 w 634644"/>
                  <a:gd name="connsiteY4" fmla="*/ 310909 h 599678"/>
                  <a:gd name="connsiteX5" fmla="*/ 268752 w 634644"/>
                  <a:gd name="connsiteY5" fmla="*/ 30493 h 599678"/>
                  <a:gd name="connsiteX6" fmla="*/ 6624 w 634644"/>
                  <a:gd name="connsiteY6" fmla="*/ 18301 h 599678"/>
                  <a:gd name="connsiteX0" fmla="*/ 6624 w 634644"/>
                  <a:gd name="connsiteY0" fmla="*/ 23735 h 605112"/>
                  <a:gd name="connsiteX1" fmla="*/ 213888 w 634644"/>
                  <a:gd name="connsiteY1" fmla="*/ 310247 h 605112"/>
                  <a:gd name="connsiteX2" fmla="*/ 6624 w 634644"/>
                  <a:gd name="connsiteY2" fmla="*/ 602855 h 605112"/>
                  <a:gd name="connsiteX3" fmla="*/ 305328 w 634644"/>
                  <a:gd name="connsiteY3" fmla="*/ 602855 h 605112"/>
                  <a:gd name="connsiteX4" fmla="*/ 634512 w 634644"/>
                  <a:gd name="connsiteY4" fmla="*/ 316343 h 605112"/>
                  <a:gd name="connsiteX5" fmla="*/ 268752 w 634644"/>
                  <a:gd name="connsiteY5" fmla="*/ 35927 h 605112"/>
                  <a:gd name="connsiteX6" fmla="*/ 6624 w 634644"/>
                  <a:gd name="connsiteY6" fmla="*/ 23735 h 605112"/>
                  <a:gd name="connsiteX0" fmla="*/ 6624 w 634577"/>
                  <a:gd name="connsiteY0" fmla="*/ 17614 h 598991"/>
                  <a:gd name="connsiteX1" fmla="*/ 213888 w 634577"/>
                  <a:gd name="connsiteY1" fmla="*/ 304126 h 598991"/>
                  <a:gd name="connsiteX2" fmla="*/ 6624 w 634577"/>
                  <a:gd name="connsiteY2" fmla="*/ 596734 h 598991"/>
                  <a:gd name="connsiteX3" fmla="*/ 305328 w 634577"/>
                  <a:gd name="connsiteY3" fmla="*/ 596734 h 598991"/>
                  <a:gd name="connsiteX4" fmla="*/ 634512 w 634577"/>
                  <a:gd name="connsiteY4" fmla="*/ 310222 h 598991"/>
                  <a:gd name="connsiteX5" fmla="*/ 329712 w 634577"/>
                  <a:gd name="connsiteY5" fmla="*/ 48094 h 598991"/>
                  <a:gd name="connsiteX6" fmla="*/ 6624 w 634577"/>
                  <a:gd name="connsiteY6" fmla="*/ 17614 h 598991"/>
                  <a:gd name="connsiteX0" fmla="*/ 6624 w 634575"/>
                  <a:gd name="connsiteY0" fmla="*/ 21507 h 602884"/>
                  <a:gd name="connsiteX1" fmla="*/ 213888 w 634575"/>
                  <a:gd name="connsiteY1" fmla="*/ 308019 h 602884"/>
                  <a:gd name="connsiteX2" fmla="*/ 6624 w 634575"/>
                  <a:gd name="connsiteY2" fmla="*/ 600627 h 602884"/>
                  <a:gd name="connsiteX3" fmla="*/ 305328 w 634575"/>
                  <a:gd name="connsiteY3" fmla="*/ 600627 h 602884"/>
                  <a:gd name="connsiteX4" fmla="*/ 634512 w 634575"/>
                  <a:gd name="connsiteY4" fmla="*/ 314115 h 602884"/>
                  <a:gd name="connsiteX5" fmla="*/ 329712 w 634575"/>
                  <a:gd name="connsiteY5" fmla="*/ 51987 h 602884"/>
                  <a:gd name="connsiteX6" fmla="*/ 6624 w 634575"/>
                  <a:gd name="connsiteY6" fmla="*/ 21507 h 602884"/>
                  <a:gd name="connsiteX0" fmla="*/ 6624 w 634575"/>
                  <a:gd name="connsiteY0" fmla="*/ 21507 h 619140"/>
                  <a:gd name="connsiteX1" fmla="*/ 213888 w 634575"/>
                  <a:gd name="connsiteY1" fmla="*/ 308019 h 619140"/>
                  <a:gd name="connsiteX2" fmla="*/ 6624 w 634575"/>
                  <a:gd name="connsiteY2" fmla="*/ 600627 h 619140"/>
                  <a:gd name="connsiteX3" fmla="*/ 305328 w 634575"/>
                  <a:gd name="connsiteY3" fmla="*/ 600627 h 619140"/>
                  <a:gd name="connsiteX4" fmla="*/ 634512 w 634575"/>
                  <a:gd name="connsiteY4" fmla="*/ 314115 h 619140"/>
                  <a:gd name="connsiteX5" fmla="*/ 329712 w 634575"/>
                  <a:gd name="connsiteY5" fmla="*/ 51987 h 619140"/>
                  <a:gd name="connsiteX6" fmla="*/ 6624 w 634575"/>
                  <a:gd name="connsiteY6" fmla="*/ 21507 h 619140"/>
                  <a:gd name="connsiteX0" fmla="*/ 6624 w 634531"/>
                  <a:gd name="connsiteY0" fmla="*/ 21507 h 607159"/>
                  <a:gd name="connsiteX1" fmla="*/ 213888 w 634531"/>
                  <a:gd name="connsiteY1" fmla="*/ 308019 h 607159"/>
                  <a:gd name="connsiteX2" fmla="*/ 6624 w 634531"/>
                  <a:gd name="connsiteY2" fmla="*/ 600627 h 607159"/>
                  <a:gd name="connsiteX3" fmla="*/ 341904 w 634531"/>
                  <a:gd name="connsiteY3" fmla="*/ 582339 h 607159"/>
                  <a:gd name="connsiteX4" fmla="*/ 634512 w 634531"/>
                  <a:gd name="connsiteY4" fmla="*/ 314115 h 607159"/>
                  <a:gd name="connsiteX5" fmla="*/ 329712 w 634531"/>
                  <a:gd name="connsiteY5" fmla="*/ 51987 h 607159"/>
                  <a:gd name="connsiteX6" fmla="*/ 6624 w 634531"/>
                  <a:gd name="connsiteY6" fmla="*/ 21507 h 607159"/>
                  <a:gd name="connsiteX0" fmla="*/ 6624 w 634516"/>
                  <a:gd name="connsiteY0" fmla="*/ 21507 h 600822"/>
                  <a:gd name="connsiteX1" fmla="*/ 213888 w 634516"/>
                  <a:gd name="connsiteY1" fmla="*/ 308019 h 600822"/>
                  <a:gd name="connsiteX2" fmla="*/ 6624 w 634516"/>
                  <a:gd name="connsiteY2" fmla="*/ 600627 h 600822"/>
                  <a:gd name="connsiteX3" fmla="*/ 335808 w 634516"/>
                  <a:gd name="connsiteY3" fmla="*/ 564051 h 600822"/>
                  <a:gd name="connsiteX4" fmla="*/ 634512 w 634516"/>
                  <a:gd name="connsiteY4" fmla="*/ 314115 h 600822"/>
                  <a:gd name="connsiteX5" fmla="*/ 329712 w 634516"/>
                  <a:gd name="connsiteY5" fmla="*/ 51987 h 600822"/>
                  <a:gd name="connsiteX6" fmla="*/ 6624 w 634516"/>
                  <a:gd name="connsiteY6" fmla="*/ 21507 h 600822"/>
                  <a:gd name="connsiteX0" fmla="*/ 6624 w 634516"/>
                  <a:gd name="connsiteY0" fmla="*/ 20598 h 599913"/>
                  <a:gd name="connsiteX1" fmla="*/ 213888 w 634516"/>
                  <a:gd name="connsiteY1" fmla="*/ 307110 h 599913"/>
                  <a:gd name="connsiteX2" fmla="*/ 6624 w 634516"/>
                  <a:gd name="connsiteY2" fmla="*/ 599718 h 599913"/>
                  <a:gd name="connsiteX3" fmla="*/ 335808 w 634516"/>
                  <a:gd name="connsiteY3" fmla="*/ 563142 h 599913"/>
                  <a:gd name="connsiteX4" fmla="*/ 634512 w 634516"/>
                  <a:gd name="connsiteY4" fmla="*/ 313206 h 599913"/>
                  <a:gd name="connsiteX5" fmla="*/ 329712 w 634516"/>
                  <a:gd name="connsiteY5" fmla="*/ 51078 h 599913"/>
                  <a:gd name="connsiteX6" fmla="*/ 6624 w 634516"/>
                  <a:gd name="connsiteY6" fmla="*/ 20598 h 599913"/>
                  <a:gd name="connsiteX0" fmla="*/ 6624 w 634516"/>
                  <a:gd name="connsiteY0" fmla="*/ 22407 h 601722"/>
                  <a:gd name="connsiteX1" fmla="*/ 213888 w 634516"/>
                  <a:gd name="connsiteY1" fmla="*/ 308919 h 601722"/>
                  <a:gd name="connsiteX2" fmla="*/ 6624 w 634516"/>
                  <a:gd name="connsiteY2" fmla="*/ 601527 h 601722"/>
                  <a:gd name="connsiteX3" fmla="*/ 335808 w 634516"/>
                  <a:gd name="connsiteY3" fmla="*/ 564951 h 601722"/>
                  <a:gd name="connsiteX4" fmla="*/ 634512 w 634516"/>
                  <a:gd name="connsiteY4" fmla="*/ 315015 h 601722"/>
                  <a:gd name="connsiteX5" fmla="*/ 329712 w 634516"/>
                  <a:gd name="connsiteY5" fmla="*/ 52887 h 601722"/>
                  <a:gd name="connsiteX6" fmla="*/ 6624 w 634516"/>
                  <a:gd name="connsiteY6" fmla="*/ 22407 h 601722"/>
                  <a:gd name="connsiteX0" fmla="*/ 6624 w 634516"/>
                  <a:gd name="connsiteY0" fmla="*/ 8163 h 587478"/>
                  <a:gd name="connsiteX1" fmla="*/ 213888 w 634516"/>
                  <a:gd name="connsiteY1" fmla="*/ 294675 h 587478"/>
                  <a:gd name="connsiteX2" fmla="*/ 6624 w 634516"/>
                  <a:gd name="connsiteY2" fmla="*/ 587283 h 587478"/>
                  <a:gd name="connsiteX3" fmla="*/ 335808 w 634516"/>
                  <a:gd name="connsiteY3" fmla="*/ 550707 h 587478"/>
                  <a:gd name="connsiteX4" fmla="*/ 634512 w 634516"/>
                  <a:gd name="connsiteY4" fmla="*/ 300771 h 587478"/>
                  <a:gd name="connsiteX5" fmla="*/ 329712 w 634516"/>
                  <a:gd name="connsiteY5" fmla="*/ 38643 h 587478"/>
                  <a:gd name="connsiteX6" fmla="*/ 6624 w 634516"/>
                  <a:gd name="connsiteY6" fmla="*/ 8163 h 587478"/>
                  <a:gd name="connsiteX0" fmla="*/ 6288 w 634180"/>
                  <a:gd name="connsiteY0" fmla="*/ 8163 h 587686"/>
                  <a:gd name="connsiteX1" fmla="*/ 213552 w 634180"/>
                  <a:gd name="connsiteY1" fmla="*/ 294675 h 587686"/>
                  <a:gd name="connsiteX2" fmla="*/ 6288 w 634180"/>
                  <a:gd name="connsiteY2" fmla="*/ 587283 h 587686"/>
                  <a:gd name="connsiteX3" fmla="*/ 335472 w 634180"/>
                  <a:gd name="connsiteY3" fmla="*/ 550707 h 587686"/>
                  <a:gd name="connsiteX4" fmla="*/ 634176 w 634180"/>
                  <a:gd name="connsiteY4" fmla="*/ 300771 h 587686"/>
                  <a:gd name="connsiteX5" fmla="*/ 329376 w 634180"/>
                  <a:gd name="connsiteY5" fmla="*/ 38643 h 587686"/>
                  <a:gd name="connsiteX6" fmla="*/ 6288 w 634180"/>
                  <a:gd name="connsiteY6" fmla="*/ 8163 h 587686"/>
                  <a:gd name="connsiteX0" fmla="*/ 6288 w 634211"/>
                  <a:gd name="connsiteY0" fmla="*/ 8163 h 587686"/>
                  <a:gd name="connsiteX1" fmla="*/ 213552 w 634211"/>
                  <a:gd name="connsiteY1" fmla="*/ 294675 h 587686"/>
                  <a:gd name="connsiteX2" fmla="*/ 6288 w 634211"/>
                  <a:gd name="connsiteY2" fmla="*/ 587283 h 587686"/>
                  <a:gd name="connsiteX3" fmla="*/ 335472 w 634211"/>
                  <a:gd name="connsiteY3" fmla="*/ 550707 h 587686"/>
                  <a:gd name="connsiteX4" fmla="*/ 634176 w 634211"/>
                  <a:gd name="connsiteY4" fmla="*/ 300771 h 587686"/>
                  <a:gd name="connsiteX5" fmla="*/ 329376 w 634211"/>
                  <a:gd name="connsiteY5" fmla="*/ 38643 h 587686"/>
                  <a:gd name="connsiteX6" fmla="*/ 6288 w 634211"/>
                  <a:gd name="connsiteY6" fmla="*/ 8163 h 587686"/>
                  <a:gd name="connsiteX0" fmla="*/ 6288 w 634286"/>
                  <a:gd name="connsiteY0" fmla="*/ 8163 h 587686"/>
                  <a:gd name="connsiteX1" fmla="*/ 213552 w 634286"/>
                  <a:gd name="connsiteY1" fmla="*/ 294675 h 587686"/>
                  <a:gd name="connsiteX2" fmla="*/ 6288 w 634286"/>
                  <a:gd name="connsiteY2" fmla="*/ 587283 h 587686"/>
                  <a:gd name="connsiteX3" fmla="*/ 335472 w 634286"/>
                  <a:gd name="connsiteY3" fmla="*/ 550707 h 587686"/>
                  <a:gd name="connsiteX4" fmla="*/ 634176 w 634286"/>
                  <a:gd name="connsiteY4" fmla="*/ 300771 h 587686"/>
                  <a:gd name="connsiteX5" fmla="*/ 329376 w 634286"/>
                  <a:gd name="connsiteY5" fmla="*/ 38643 h 587686"/>
                  <a:gd name="connsiteX6" fmla="*/ 6288 w 634286"/>
                  <a:gd name="connsiteY6" fmla="*/ 8163 h 587686"/>
                  <a:gd name="connsiteX0" fmla="*/ 6288 w 634286"/>
                  <a:gd name="connsiteY0" fmla="*/ 4816 h 584339"/>
                  <a:gd name="connsiteX1" fmla="*/ 213552 w 634286"/>
                  <a:gd name="connsiteY1" fmla="*/ 291328 h 584339"/>
                  <a:gd name="connsiteX2" fmla="*/ 6288 w 634286"/>
                  <a:gd name="connsiteY2" fmla="*/ 583936 h 584339"/>
                  <a:gd name="connsiteX3" fmla="*/ 335472 w 634286"/>
                  <a:gd name="connsiteY3" fmla="*/ 547360 h 584339"/>
                  <a:gd name="connsiteX4" fmla="*/ 634176 w 634286"/>
                  <a:gd name="connsiteY4" fmla="*/ 297424 h 584339"/>
                  <a:gd name="connsiteX5" fmla="*/ 329376 w 634286"/>
                  <a:gd name="connsiteY5" fmla="*/ 35296 h 584339"/>
                  <a:gd name="connsiteX6" fmla="*/ 6288 w 634286"/>
                  <a:gd name="connsiteY6" fmla="*/ 4816 h 584339"/>
                  <a:gd name="connsiteX0" fmla="*/ 6288 w 634210"/>
                  <a:gd name="connsiteY0" fmla="*/ 14826 h 594349"/>
                  <a:gd name="connsiteX1" fmla="*/ 213552 w 634210"/>
                  <a:gd name="connsiteY1" fmla="*/ 301338 h 594349"/>
                  <a:gd name="connsiteX2" fmla="*/ 6288 w 634210"/>
                  <a:gd name="connsiteY2" fmla="*/ 593946 h 594349"/>
                  <a:gd name="connsiteX3" fmla="*/ 335472 w 634210"/>
                  <a:gd name="connsiteY3" fmla="*/ 557370 h 594349"/>
                  <a:gd name="connsiteX4" fmla="*/ 634176 w 634210"/>
                  <a:gd name="connsiteY4" fmla="*/ 307434 h 594349"/>
                  <a:gd name="connsiteX5" fmla="*/ 353545 w 634210"/>
                  <a:gd name="connsiteY5" fmla="*/ 57390 h 594349"/>
                  <a:gd name="connsiteX6" fmla="*/ 6288 w 634210"/>
                  <a:gd name="connsiteY6" fmla="*/ 14826 h 594349"/>
                  <a:gd name="connsiteX0" fmla="*/ 6288 w 634210"/>
                  <a:gd name="connsiteY0" fmla="*/ 4846 h 584369"/>
                  <a:gd name="connsiteX1" fmla="*/ 213552 w 634210"/>
                  <a:gd name="connsiteY1" fmla="*/ 291358 h 584369"/>
                  <a:gd name="connsiteX2" fmla="*/ 6288 w 634210"/>
                  <a:gd name="connsiteY2" fmla="*/ 583966 h 584369"/>
                  <a:gd name="connsiteX3" fmla="*/ 335472 w 634210"/>
                  <a:gd name="connsiteY3" fmla="*/ 547390 h 584369"/>
                  <a:gd name="connsiteX4" fmla="*/ 634176 w 634210"/>
                  <a:gd name="connsiteY4" fmla="*/ 297454 h 584369"/>
                  <a:gd name="connsiteX5" fmla="*/ 353545 w 634210"/>
                  <a:gd name="connsiteY5" fmla="*/ 47410 h 584369"/>
                  <a:gd name="connsiteX6" fmla="*/ 6288 w 634210"/>
                  <a:gd name="connsiteY6" fmla="*/ 4846 h 584369"/>
                  <a:gd name="connsiteX0" fmla="*/ 6288 w 634210"/>
                  <a:gd name="connsiteY0" fmla="*/ 4415 h 583938"/>
                  <a:gd name="connsiteX1" fmla="*/ 213552 w 634210"/>
                  <a:gd name="connsiteY1" fmla="*/ 290927 h 583938"/>
                  <a:gd name="connsiteX2" fmla="*/ 6288 w 634210"/>
                  <a:gd name="connsiteY2" fmla="*/ 583535 h 583938"/>
                  <a:gd name="connsiteX3" fmla="*/ 335472 w 634210"/>
                  <a:gd name="connsiteY3" fmla="*/ 546959 h 583938"/>
                  <a:gd name="connsiteX4" fmla="*/ 634176 w 634210"/>
                  <a:gd name="connsiteY4" fmla="*/ 297023 h 583938"/>
                  <a:gd name="connsiteX5" fmla="*/ 353545 w 634210"/>
                  <a:gd name="connsiteY5" fmla="*/ 46979 h 583938"/>
                  <a:gd name="connsiteX6" fmla="*/ 6288 w 634210"/>
                  <a:gd name="connsiteY6" fmla="*/ 4415 h 583938"/>
                  <a:gd name="connsiteX0" fmla="*/ 6288 w 634210"/>
                  <a:gd name="connsiteY0" fmla="*/ 5419 h 584942"/>
                  <a:gd name="connsiteX1" fmla="*/ 213552 w 634210"/>
                  <a:gd name="connsiteY1" fmla="*/ 291931 h 584942"/>
                  <a:gd name="connsiteX2" fmla="*/ 6288 w 634210"/>
                  <a:gd name="connsiteY2" fmla="*/ 584539 h 584942"/>
                  <a:gd name="connsiteX3" fmla="*/ 335472 w 634210"/>
                  <a:gd name="connsiteY3" fmla="*/ 547963 h 584942"/>
                  <a:gd name="connsiteX4" fmla="*/ 634176 w 634210"/>
                  <a:gd name="connsiteY4" fmla="*/ 298027 h 584942"/>
                  <a:gd name="connsiteX5" fmla="*/ 353545 w 634210"/>
                  <a:gd name="connsiteY5" fmla="*/ 47983 h 584942"/>
                  <a:gd name="connsiteX6" fmla="*/ 6288 w 634210"/>
                  <a:gd name="connsiteY6" fmla="*/ 5419 h 584942"/>
                  <a:gd name="connsiteX0" fmla="*/ 6288 w 634218"/>
                  <a:gd name="connsiteY0" fmla="*/ 7646 h 587169"/>
                  <a:gd name="connsiteX1" fmla="*/ 213552 w 634218"/>
                  <a:gd name="connsiteY1" fmla="*/ 294158 h 587169"/>
                  <a:gd name="connsiteX2" fmla="*/ 6288 w 634218"/>
                  <a:gd name="connsiteY2" fmla="*/ 586766 h 587169"/>
                  <a:gd name="connsiteX3" fmla="*/ 335472 w 634218"/>
                  <a:gd name="connsiteY3" fmla="*/ 550190 h 587169"/>
                  <a:gd name="connsiteX4" fmla="*/ 634176 w 634218"/>
                  <a:gd name="connsiteY4" fmla="*/ 300254 h 587169"/>
                  <a:gd name="connsiteX5" fmla="*/ 353545 w 634218"/>
                  <a:gd name="connsiteY5" fmla="*/ 50210 h 587169"/>
                  <a:gd name="connsiteX6" fmla="*/ 6288 w 634218"/>
                  <a:gd name="connsiteY6" fmla="*/ 7646 h 587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4218" h="587169">
                    <a:moveTo>
                      <a:pt x="6288" y="7646"/>
                    </a:moveTo>
                    <a:cubicBezTo>
                      <a:pt x="-1402" y="17865"/>
                      <a:pt x="197440" y="80821"/>
                      <a:pt x="213552" y="294158"/>
                    </a:cubicBezTo>
                    <a:cubicBezTo>
                      <a:pt x="229664" y="507495"/>
                      <a:pt x="-44512" y="593878"/>
                      <a:pt x="6288" y="586766"/>
                    </a:cubicBezTo>
                    <a:cubicBezTo>
                      <a:pt x="105856" y="586766"/>
                      <a:pt x="200344" y="591846"/>
                      <a:pt x="335472" y="550190"/>
                    </a:cubicBezTo>
                    <a:cubicBezTo>
                      <a:pt x="470600" y="508534"/>
                      <a:pt x="631164" y="383584"/>
                      <a:pt x="634176" y="300254"/>
                    </a:cubicBezTo>
                    <a:cubicBezTo>
                      <a:pt x="637188" y="216924"/>
                      <a:pt x="479500" y="97260"/>
                      <a:pt x="353545" y="50210"/>
                    </a:cubicBezTo>
                    <a:cubicBezTo>
                      <a:pt x="227590" y="3160"/>
                      <a:pt x="19803" y="-10314"/>
                      <a:pt x="6288" y="7646"/>
                    </a:cubicBezTo>
                    <a:close/>
                  </a:path>
                </a:pathLst>
              </a:custGeom>
              <a:solidFill>
                <a:schemeClr val="bg1"/>
              </a:solidFill>
              <a:ln w="12700"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r"/>
                <a:endParaRPr lang="en-CN" sz="6000"/>
              </a:p>
            </p:txBody>
          </p:sp>
          <p:sp>
            <p:nvSpPr>
              <p:cNvPr id="47" name="Freeform 46">
                <a:extLst>
                  <a:ext uri="{FF2B5EF4-FFF2-40B4-BE49-F238E27FC236}">
                    <a16:creationId xmlns:a16="http://schemas.microsoft.com/office/drawing/2014/main" id="{DBC8F7A9-657D-2F45-908C-B23088E4AD42}"/>
                  </a:ext>
                </a:extLst>
              </p:cNvPr>
              <p:cNvSpPr/>
              <p:nvPr/>
            </p:nvSpPr>
            <p:spPr bwMode="auto">
              <a:xfrm>
                <a:off x="6470670" y="5701318"/>
                <a:ext cx="223789" cy="531264"/>
              </a:xfrm>
              <a:custGeom>
                <a:avLst/>
                <a:gdLst>
                  <a:gd name="connsiteX0" fmla="*/ 0 w 195378"/>
                  <a:gd name="connsiteY0" fmla="*/ 0 h 541538"/>
                  <a:gd name="connsiteX1" fmla="*/ 195308 w 195378"/>
                  <a:gd name="connsiteY1" fmla="*/ 257452 h 541538"/>
                  <a:gd name="connsiteX2" fmla="*/ 17755 w 195378"/>
                  <a:gd name="connsiteY2" fmla="*/ 541538 h 541538"/>
                  <a:gd name="connsiteX0" fmla="*/ 2793 w 198102"/>
                  <a:gd name="connsiteY0" fmla="*/ 0 h 531264"/>
                  <a:gd name="connsiteX1" fmla="*/ 198101 w 198102"/>
                  <a:gd name="connsiteY1" fmla="*/ 257452 h 531264"/>
                  <a:gd name="connsiteX2" fmla="*/ 0 w 198102"/>
                  <a:gd name="connsiteY2" fmla="*/ 531264 h 531264"/>
                  <a:gd name="connsiteX0" fmla="*/ 2793 w 223788"/>
                  <a:gd name="connsiteY0" fmla="*/ 0 h 531264"/>
                  <a:gd name="connsiteX1" fmla="*/ 223787 w 223788"/>
                  <a:gd name="connsiteY1" fmla="*/ 262589 h 531264"/>
                  <a:gd name="connsiteX2" fmla="*/ 0 w 223788"/>
                  <a:gd name="connsiteY2" fmla="*/ 531264 h 531264"/>
                  <a:gd name="connsiteX0" fmla="*/ 2793 w 223902"/>
                  <a:gd name="connsiteY0" fmla="*/ 0 h 531264"/>
                  <a:gd name="connsiteX1" fmla="*/ 223787 w 223902"/>
                  <a:gd name="connsiteY1" fmla="*/ 262589 h 531264"/>
                  <a:gd name="connsiteX2" fmla="*/ 0 w 223902"/>
                  <a:gd name="connsiteY2" fmla="*/ 531264 h 531264"/>
                  <a:gd name="connsiteX0" fmla="*/ 2793 w 223934"/>
                  <a:gd name="connsiteY0" fmla="*/ 0 h 531264"/>
                  <a:gd name="connsiteX1" fmla="*/ 223787 w 223934"/>
                  <a:gd name="connsiteY1" fmla="*/ 262589 h 531264"/>
                  <a:gd name="connsiteX2" fmla="*/ 0 w 223934"/>
                  <a:gd name="connsiteY2" fmla="*/ 531264 h 531264"/>
                  <a:gd name="connsiteX0" fmla="*/ 2793 w 223927"/>
                  <a:gd name="connsiteY0" fmla="*/ 0 h 531264"/>
                  <a:gd name="connsiteX1" fmla="*/ 223787 w 223927"/>
                  <a:gd name="connsiteY1" fmla="*/ 262589 h 531264"/>
                  <a:gd name="connsiteX2" fmla="*/ 0 w 223927"/>
                  <a:gd name="connsiteY2" fmla="*/ 531264 h 531264"/>
                  <a:gd name="connsiteX0" fmla="*/ 2793 w 223927"/>
                  <a:gd name="connsiteY0" fmla="*/ 0 h 531264"/>
                  <a:gd name="connsiteX1" fmla="*/ 223787 w 223927"/>
                  <a:gd name="connsiteY1" fmla="*/ 262589 h 531264"/>
                  <a:gd name="connsiteX2" fmla="*/ 0 w 223927"/>
                  <a:gd name="connsiteY2" fmla="*/ 531264 h 531264"/>
                  <a:gd name="connsiteX0" fmla="*/ 2793 w 223789"/>
                  <a:gd name="connsiteY0" fmla="*/ 0 h 531264"/>
                  <a:gd name="connsiteX1" fmla="*/ 223787 w 223789"/>
                  <a:gd name="connsiteY1" fmla="*/ 262589 h 531264"/>
                  <a:gd name="connsiteX2" fmla="*/ 0 w 223789"/>
                  <a:gd name="connsiteY2" fmla="*/ 531264 h 531264"/>
                </a:gdLst>
                <a:ahLst/>
                <a:cxnLst>
                  <a:cxn ang="0">
                    <a:pos x="connsiteX0" y="connsiteY0"/>
                  </a:cxn>
                  <a:cxn ang="0">
                    <a:pos x="connsiteX1" y="connsiteY1"/>
                  </a:cxn>
                  <a:cxn ang="0">
                    <a:pos x="connsiteX2" y="connsiteY2"/>
                  </a:cxn>
                </a:cxnLst>
                <a:rect l="l" t="t" r="r" b="b"/>
                <a:pathLst>
                  <a:path w="223789" h="531264">
                    <a:moveTo>
                      <a:pt x="2793" y="0"/>
                    </a:moveTo>
                    <a:cubicBezTo>
                      <a:pt x="145200" y="83598"/>
                      <a:pt x="224252" y="153497"/>
                      <a:pt x="223787" y="262589"/>
                    </a:cubicBezTo>
                    <a:cubicBezTo>
                      <a:pt x="223322" y="371681"/>
                      <a:pt x="115941" y="460034"/>
                      <a:pt x="0" y="531264"/>
                    </a:cubicBezTo>
                  </a:path>
                </a:pathLst>
              </a:cu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2800" b="0" i="0" u="none" strike="noStrike" cap="none" normalizeH="0" baseline="0">
                  <a:ln>
                    <a:noFill/>
                  </a:ln>
                  <a:solidFill>
                    <a:schemeClr val="tx1"/>
                  </a:solidFill>
                  <a:effectLst/>
                  <a:latin typeface="Arial" charset="0"/>
                </a:endParaRPr>
              </a:p>
            </p:txBody>
          </p:sp>
        </p:grpSp>
        <p:sp>
          <p:nvSpPr>
            <p:cNvPr id="24" name="TextBox 23">
              <a:extLst>
                <a:ext uri="{FF2B5EF4-FFF2-40B4-BE49-F238E27FC236}">
                  <a16:creationId xmlns:a16="http://schemas.microsoft.com/office/drawing/2014/main" id="{94296980-426A-B443-A739-8A91E9861CBB}"/>
                </a:ext>
              </a:extLst>
            </p:cNvPr>
            <p:cNvSpPr txBox="1"/>
            <p:nvPr/>
          </p:nvSpPr>
          <p:spPr>
            <a:xfrm>
              <a:off x="1956281" y="5758290"/>
              <a:ext cx="354584"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s2</a:t>
              </a:r>
              <a:endParaRPr lang="en-CN" sz="1200" dirty="0">
                <a:solidFill>
                  <a:schemeClr val="tx1"/>
                </a:solidFill>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80B00F99-B75A-9C45-83A5-15452DD95106}"/>
                </a:ext>
              </a:extLst>
            </p:cNvPr>
            <p:cNvSpPr txBox="1"/>
            <p:nvPr/>
          </p:nvSpPr>
          <p:spPr>
            <a:xfrm>
              <a:off x="2575318" y="5177634"/>
              <a:ext cx="354584"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c1</a:t>
              </a:r>
              <a:endParaRPr lang="en-CN" sz="1200" dirty="0">
                <a:solidFill>
                  <a:schemeClr val="tx1"/>
                </a:solidFill>
                <a:latin typeface="Arial" panose="020B0604020202020204" pitchFamily="34" charset="0"/>
                <a:cs typeface="Arial" panose="020B0604020202020204" pitchFamily="34" charset="0"/>
              </a:endParaRPr>
            </a:p>
          </p:txBody>
        </p:sp>
        <p:grpSp>
          <p:nvGrpSpPr>
            <p:cNvPr id="26" name="Group 25">
              <a:extLst>
                <a:ext uri="{FF2B5EF4-FFF2-40B4-BE49-F238E27FC236}">
                  <a16:creationId xmlns:a16="http://schemas.microsoft.com/office/drawing/2014/main" id="{D571C325-0F1D-9C40-8CF1-E1645AB1AD21}"/>
                </a:ext>
              </a:extLst>
            </p:cNvPr>
            <p:cNvGrpSpPr/>
            <p:nvPr/>
          </p:nvGrpSpPr>
          <p:grpSpPr>
            <a:xfrm rot="5400000">
              <a:off x="2378658" y="5239500"/>
              <a:ext cx="929873" cy="173895"/>
              <a:chOff x="4269238" y="5655686"/>
              <a:chExt cx="3092770" cy="587169"/>
            </a:xfrm>
          </p:grpSpPr>
          <p:cxnSp>
            <p:nvCxnSpPr>
              <p:cNvPr id="38" name="Straight Connector 37">
                <a:extLst>
                  <a:ext uri="{FF2B5EF4-FFF2-40B4-BE49-F238E27FC236}">
                    <a16:creationId xmlns:a16="http://schemas.microsoft.com/office/drawing/2014/main" id="{49E049D0-A797-5545-8F46-4068B8400F68}"/>
                  </a:ext>
                </a:extLst>
              </p:cNvPr>
              <p:cNvCxnSpPr>
                <a:cxnSpLocks/>
              </p:cNvCxnSpPr>
              <p:nvPr/>
            </p:nvCxnSpPr>
            <p:spPr bwMode="auto">
              <a:xfrm>
                <a:off x="7208898" y="5945946"/>
                <a:ext cx="153110" cy="0"/>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39" name="Straight Connector 38">
                <a:extLst>
                  <a:ext uri="{FF2B5EF4-FFF2-40B4-BE49-F238E27FC236}">
                    <a16:creationId xmlns:a16="http://schemas.microsoft.com/office/drawing/2014/main" id="{4AF01394-7921-1A43-A4A7-E470FE3FAC81}"/>
                  </a:ext>
                </a:extLst>
              </p:cNvPr>
              <p:cNvCxnSpPr>
                <a:cxnSpLocks/>
              </p:cNvCxnSpPr>
              <p:nvPr/>
            </p:nvCxnSpPr>
            <p:spPr bwMode="auto">
              <a:xfrm rot="16200000">
                <a:off x="5515222" y="4550345"/>
                <a:ext cx="0" cy="2491967"/>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40" name="Straight Connector 39">
                <a:extLst>
                  <a:ext uri="{FF2B5EF4-FFF2-40B4-BE49-F238E27FC236}">
                    <a16:creationId xmlns:a16="http://schemas.microsoft.com/office/drawing/2014/main" id="{EA7A8545-F092-424C-8894-6C651FA4CC39}"/>
                  </a:ext>
                </a:extLst>
              </p:cNvPr>
              <p:cNvCxnSpPr>
                <a:cxnSpLocks/>
              </p:cNvCxnSpPr>
              <p:nvPr/>
            </p:nvCxnSpPr>
            <p:spPr bwMode="auto">
              <a:xfrm rot="16200000">
                <a:off x="6402275" y="5730975"/>
                <a:ext cx="0" cy="717863"/>
              </a:xfrm>
              <a:prstGeom prst="line">
                <a:avLst/>
              </a:prstGeom>
              <a:solidFill>
                <a:schemeClr val="accent1"/>
              </a:solidFill>
              <a:ln w="12700" cap="flat" cmpd="sng" algn="ctr">
                <a:solidFill>
                  <a:schemeClr val="tx1"/>
                </a:solidFill>
                <a:prstDash val="solid"/>
                <a:round/>
                <a:headEnd type="none" w="med" len="med"/>
                <a:tailEnd type="none" w="med" len="med"/>
              </a:ln>
              <a:effectLst/>
            </p:spPr>
          </p:cxnSp>
          <p:sp>
            <p:nvSpPr>
              <p:cNvPr id="41" name="Freeform 40">
                <a:extLst>
                  <a:ext uri="{FF2B5EF4-FFF2-40B4-BE49-F238E27FC236}">
                    <a16:creationId xmlns:a16="http://schemas.microsoft.com/office/drawing/2014/main" id="{8762C31B-595B-7E42-8995-C7D873FE953E}"/>
                  </a:ext>
                </a:extLst>
              </p:cNvPr>
              <p:cNvSpPr/>
              <p:nvPr/>
            </p:nvSpPr>
            <p:spPr bwMode="auto">
              <a:xfrm>
                <a:off x="6574688" y="5655686"/>
                <a:ext cx="634218" cy="587169"/>
              </a:xfrm>
              <a:custGeom>
                <a:avLst/>
                <a:gdLst>
                  <a:gd name="connsiteX0" fmla="*/ 0 w 627888"/>
                  <a:gd name="connsiteY0" fmla="*/ 0 h 579120"/>
                  <a:gd name="connsiteX1" fmla="*/ 207264 w 627888"/>
                  <a:gd name="connsiteY1" fmla="*/ 286512 h 579120"/>
                  <a:gd name="connsiteX2" fmla="*/ 0 w 627888"/>
                  <a:gd name="connsiteY2" fmla="*/ 579120 h 579120"/>
                  <a:gd name="connsiteX3" fmla="*/ 365760 w 627888"/>
                  <a:gd name="connsiteY3" fmla="*/ 573024 h 579120"/>
                  <a:gd name="connsiteX4" fmla="*/ 627888 w 627888"/>
                  <a:gd name="connsiteY4" fmla="*/ 292608 h 579120"/>
                  <a:gd name="connsiteX5" fmla="*/ 390144 w 627888"/>
                  <a:gd name="connsiteY5" fmla="*/ 6096 h 579120"/>
                  <a:gd name="connsiteX6" fmla="*/ 0 w 627888"/>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46520"/>
                  <a:gd name="connsiteY0" fmla="*/ 0 h 579120"/>
                  <a:gd name="connsiteX1" fmla="*/ 209962 w 646520"/>
                  <a:gd name="connsiteY1" fmla="*/ 286512 h 579120"/>
                  <a:gd name="connsiteX2" fmla="*/ 2698 w 646520"/>
                  <a:gd name="connsiteY2" fmla="*/ 579120 h 579120"/>
                  <a:gd name="connsiteX3" fmla="*/ 368458 w 646520"/>
                  <a:gd name="connsiteY3" fmla="*/ 573024 h 579120"/>
                  <a:gd name="connsiteX4" fmla="*/ 630586 w 646520"/>
                  <a:gd name="connsiteY4" fmla="*/ 292608 h 579120"/>
                  <a:gd name="connsiteX5" fmla="*/ 392842 w 646520"/>
                  <a:gd name="connsiteY5" fmla="*/ 6096 h 579120"/>
                  <a:gd name="connsiteX6" fmla="*/ 2698 w 646520"/>
                  <a:gd name="connsiteY6" fmla="*/ 0 h 579120"/>
                  <a:gd name="connsiteX0" fmla="*/ 2698 w 646520"/>
                  <a:gd name="connsiteY0" fmla="*/ 51141 h 630261"/>
                  <a:gd name="connsiteX1" fmla="*/ 209962 w 646520"/>
                  <a:gd name="connsiteY1" fmla="*/ 337653 h 630261"/>
                  <a:gd name="connsiteX2" fmla="*/ 2698 w 646520"/>
                  <a:gd name="connsiteY2" fmla="*/ 630261 h 630261"/>
                  <a:gd name="connsiteX3" fmla="*/ 368458 w 646520"/>
                  <a:gd name="connsiteY3" fmla="*/ 624165 h 630261"/>
                  <a:gd name="connsiteX4" fmla="*/ 630586 w 646520"/>
                  <a:gd name="connsiteY4" fmla="*/ 343749 h 630261"/>
                  <a:gd name="connsiteX5" fmla="*/ 392842 w 646520"/>
                  <a:gd name="connsiteY5" fmla="*/ 57237 h 630261"/>
                  <a:gd name="connsiteX6" fmla="*/ 2698 w 646520"/>
                  <a:gd name="connsiteY6" fmla="*/ 51141 h 630261"/>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1455 h 600575"/>
                  <a:gd name="connsiteX1" fmla="*/ 209962 w 646520"/>
                  <a:gd name="connsiteY1" fmla="*/ 307967 h 600575"/>
                  <a:gd name="connsiteX2" fmla="*/ 2698 w 646520"/>
                  <a:gd name="connsiteY2" fmla="*/ 600575 h 600575"/>
                  <a:gd name="connsiteX3" fmla="*/ 368458 w 646520"/>
                  <a:gd name="connsiteY3" fmla="*/ 594479 h 600575"/>
                  <a:gd name="connsiteX4" fmla="*/ 630586 w 646520"/>
                  <a:gd name="connsiteY4" fmla="*/ 314063 h 600575"/>
                  <a:gd name="connsiteX5" fmla="*/ 392842 w 646520"/>
                  <a:gd name="connsiteY5" fmla="*/ 27551 h 600575"/>
                  <a:gd name="connsiteX6" fmla="*/ 2698 w 646520"/>
                  <a:gd name="connsiteY6" fmla="*/ 21455 h 600575"/>
                  <a:gd name="connsiteX0" fmla="*/ 2698 w 630586"/>
                  <a:gd name="connsiteY0" fmla="*/ 21455 h 600575"/>
                  <a:gd name="connsiteX1" fmla="*/ 209962 w 630586"/>
                  <a:gd name="connsiteY1" fmla="*/ 307967 h 600575"/>
                  <a:gd name="connsiteX2" fmla="*/ 2698 w 630586"/>
                  <a:gd name="connsiteY2" fmla="*/ 600575 h 600575"/>
                  <a:gd name="connsiteX3" fmla="*/ 368458 w 630586"/>
                  <a:gd name="connsiteY3" fmla="*/ 594479 h 600575"/>
                  <a:gd name="connsiteX4" fmla="*/ 630586 w 630586"/>
                  <a:gd name="connsiteY4" fmla="*/ 314063 h 600575"/>
                  <a:gd name="connsiteX5" fmla="*/ 392842 w 630586"/>
                  <a:gd name="connsiteY5" fmla="*/ 27551 h 600575"/>
                  <a:gd name="connsiteX6" fmla="*/ 2698 w 630586"/>
                  <a:gd name="connsiteY6" fmla="*/ 21455 h 600575"/>
                  <a:gd name="connsiteX0" fmla="*/ 2698 w 631527"/>
                  <a:gd name="connsiteY0" fmla="*/ 21455 h 600575"/>
                  <a:gd name="connsiteX1" fmla="*/ 209962 w 631527"/>
                  <a:gd name="connsiteY1" fmla="*/ 307967 h 600575"/>
                  <a:gd name="connsiteX2" fmla="*/ 2698 w 631527"/>
                  <a:gd name="connsiteY2" fmla="*/ 600575 h 600575"/>
                  <a:gd name="connsiteX3" fmla="*/ 301402 w 631527"/>
                  <a:gd name="connsiteY3" fmla="*/ 600575 h 600575"/>
                  <a:gd name="connsiteX4" fmla="*/ 630586 w 631527"/>
                  <a:gd name="connsiteY4" fmla="*/ 314063 h 600575"/>
                  <a:gd name="connsiteX5" fmla="*/ 392842 w 631527"/>
                  <a:gd name="connsiteY5" fmla="*/ 27551 h 600575"/>
                  <a:gd name="connsiteX6" fmla="*/ 2698 w 631527"/>
                  <a:gd name="connsiteY6" fmla="*/ 21455 h 600575"/>
                  <a:gd name="connsiteX0" fmla="*/ 2698 w 631527"/>
                  <a:gd name="connsiteY0" fmla="*/ 21455 h 602832"/>
                  <a:gd name="connsiteX1" fmla="*/ 209962 w 631527"/>
                  <a:gd name="connsiteY1" fmla="*/ 307967 h 602832"/>
                  <a:gd name="connsiteX2" fmla="*/ 2698 w 631527"/>
                  <a:gd name="connsiteY2" fmla="*/ 600575 h 602832"/>
                  <a:gd name="connsiteX3" fmla="*/ 301402 w 631527"/>
                  <a:gd name="connsiteY3" fmla="*/ 600575 h 602832"/>
                  <a:gd name="connsiteX4" fmla="*/ 630586 w 631527"/>
                  <a:gd name="connsiteY4" fmla="*/ 314063 h 602832"/>
                  <a:gd name="connsiteX5" fmla="*/ 392842 w 631527"/>
                  <a:gd name="connsiteY5" fmla="*/ 27551 h 602832"/>
                  <a:gd name="connsiteX6" fmla="*/ 2698 w 631527"/>
                  <a:gd name="connsiteY6" fmla="*/ 21455 h 602832"/>
                  <a:gd name="connsiteX0" fmla="*/ 2698 w 630586"/>
                  <a:gd name="connsiteY0" fmla="*/ 21455 h 602832"/>
                  <a:gd name="connsiteX1" fmla="*/ 209962 w 630586"/>
                  <a:gd name="connsiteY1" fmla="*/ 307967 h 602832"/>
                  <a:gd name="connsiteX2" fmla="*/ 2698 w 630586"/>
                  <a:gd name="connsiteY2" fmla="*/ 600575 h 602832"/>
                  <a:gd name="connsiteX3" fmla="*/ 301402 w 630586"/>
                  <a:gd name="connsiteY3" fmla="*/ 600575 h 602832"/>
                  <a:gd name="connsiteX4" fmla="*/ 630586 w 630586"/>
                  <a:gd name="connsiteY4" fmla="*/ 314063 h 602832"/>
                  <a:gd name="connsiteX5" fmla="*/ 301402 w 630586"/>
                  <a:gd name="connsiteY5" fmla="*/ 27551 h 602832"/>
                  <a:gd name="connsiteX6" fmla="*/ 2698 w 630586"/>
                  <a:gd name="connsiteY6" fmla="*/ 21455 h 602832"/>
                  <a:gd name="connsiteX0" fmla="*/ 2698 w 630586"/>
                  <a:gd name="connsiteY0" fmla="*/ 20123 h 601500"/>
                  <a:gd name="connsiteX1" fmla="*/ 209962 w 630586"/>
                  <a:gd name="connsiteY1" fmla="*/ 306635 h 601500"/>
                  <a:gd name="connsiteX2" fmla="*/ 2698 w 630586"/>
                  <a:gd name="connsiteY2" fmla="*/ 599243 h 601500"/>
                  <a:gd name="connsiteX3" fmla="*/ 301402 w 630586"/>
                  <a:gd name="connsiteY3" fmla="*/ 599243 h 601500"/>
                  <a:gd name="connsiteX4" fmla="*/ 630586 w 630586"/>
                  <a:gd name="connsiteY4" fmla="*/ 312731 h 601500"/>
                  <a:gd name="connsiteX5" fmla="*/ 301402 w 630586"/>
                  <a:gd name="connsiteY5" fmla="*/ 26219 h 601500"/>
                  <a:gd name="connsiteX6" fmla="*/ 2698 w 630586"/>
                  <a:gd name="connsiteY6" fmla="*/ 20123 h 601500"/>
                  <a:gd name="connsiteX0" fmla="*/ 2146 w 630034"/>
                  <a:gd name="connsiteY0" fmla="*/ 20123 h 601500"/>
                  <a:gd name="connsiteX1" fmla="*/ 209410 w 630034"/>
                  <a:gd name="connsiteY1" fmla="*/ 306635 h 601500"/>
                  <a:gd name="connsiteX2" fmla="*/ 2146 w 630034"/>
                  <a:gd name="connsiteY2" fmla="*/ 599243 h 601500"/>
                  <a:gd name="connsiteX3" fmla="*/ 300850 w 630034"/>
                  <a:gd name="connsiteY3" fmla="*/ 599243 h 601500"/>
                  <a:gd name="connsiteX4" fmla="*/ 630034 w 630034"/>
                  <a:gd name="connsiteY4" fmla="*/ 312731 h 601500"/>
                  <a:gd name="connsiteX5" fmla="*/ 300850 w 630034"/>
                  <a:gd name="connsiteY5" fmla="*/ 26219 h 601500"/>
                  <a:gd name="connsiteX6" fmla="*/ 2146 w 630034"/>
                  <a:gd name="connsiteY6" fmla="*/ 20123 h 601500"/>
                  <a:gd name="connsiteX0" fmla="*/ 6215 w 634103"/>
                  <a:gd name="connsiteY0" fmla="*/ 3947 h 585324"/>
                  <a:gd name="connsiteX1" fmla="*/ 213479 w 634103"/>
                  <a:gd name="connsiteY1" fmla="*/ 290459 h 585324"/>
                  <a:gd name="connsiteX2" fmla="*/ 6215 w 634103"/>
                  <a:gd name="connsiteY2" fmla="*/ 583067 h 585324"/>
                  <a:gd name="connsiteX3" fmla="*/ 304919 w 634103"/>
                  <a:gd name="connsiteY3" fmla="*/ 583067 h 585324"/>
                  <a:gd name="connsiteX4" fmla="*/ 634103 w 634103"/>
                  <a:gd name="connsiteY4" fmla="*/ 296555 h 585324"/>
                  <a:gd name="connsiteX5" fmla="*/ 304919 w 634103"/>
                  <a:gd name="connsiteY5" fmla="*/ 10043 h 585324"/>
                  <a:gd name="connsiteX6" fmla="*/ 6215 w 634103"/>
                  <a:gd name="connsiteY6" fmla="*/ 3947 h 585324"/>
                  <a:gd name="connsiteX0" fmla="*/ 6624 w 634512"/>
                  <a:gd name="connsiteY0" fmla="*/ 3947 h 585324"/>
                  <a:gd name="connsiteX1" fmla="*/ 213888 w 634512"/>
                  <a:gd name="connsiteY1" fmla="*/ 290459 h 585324"/>
                  <a:gd name="connsiteX2" fmla="*/ 6624 w 634512"/>
                  <a:gd name="connsiteY2" fmla="*/ 583067 h 585324"/>
                  <a:gd name="connsiteX3" fmla="*/ 305328 w 634512"/>
                  <a:gd name="connsiteY3" fmla="*/ 583067 h 585324"/>
                  <a:gd name="connsiteX4" fmla="*/ 634512 w 634512"/>
                  <a:gd name="connsiteY4" fmla="*/ 296555 h 585324"/>
                  <a:gd name="connsiteX5" fmla="*/ 305328 w 634512"/>
                  <a:gd name="connsiteY5" fmla="*/ 10043 h 585324"/>
                  <a:gd name="connsiteX6" fmla="*/ 6624 w 634512"/>
                  <a:gd name="connsiteY6" fmla="*/ 3947 h 585324"/>
                  <a:gd name="connsiteX0" fmla="*/ 6624 w 634644"/>
                  <a:gd name="connsiteY0" fmla="*/ 18301 h 599678"/>
                  <a:gd name="connsiteX1" fmla="*/ 213888 w 634644"/>
                  <a:gd name="connsiteY1" fmla="*/ 304813 h 599678"/>
                  <a:gd name="connsiteX2" fmla="*/ 6624 w 634644"/>
                  <a:gd name="connsiteY2" fmla="*/ 597421 h 599678"/>
                  <a:gd name="connsiteX3" fmla="*/ 305328 w 634644"/>
                  <a:gd name="connsiteY3" fmla="*/ 597421 h 599678"/>
                  <a:gd name="connsiteX4" fmla="*/ 634512 w 634644"/>
                  <a:gd name="connsiteY4" fmla="*/ 310909 h 599678"/>
                  <a:gd name="connsiteX5" fmla="*/ 268752 w 634644"/>
                  <a:gd name="connsiteY5" fmla="*/ 30493 h 599678"/>
                  <a:gd name="connsiteX6" fmla="*/ 6624 w 634644"/>
                  <a:gd name="connsiteY6" fmla="*/ 18301 h 599678"/>
                  <a:gd name="connsiteX0" fmla="*/ 6624 w 634644"/>
                  <a:gd name="connsiteY0" fmla="*/ 23735 h 605112"/>
                  <a:gd name="connsiteX1" fmla="*/ 213888 w 634644"/>
                  <a:gd name="connsiteY1" fmla="*/ 310247 h 605112"/>
                  <a:gd name="connsiteX2" fmla="*/ 6624 w 634644"/>
                  <a:gd name="connsiteY2" fmla="*/ 602855 h 605112"/>
                  <a:gd name="connsiteX3" fmla="*/ 305328 w 634644"/>
                  <a:gd name="connsiteY3" fmla="*/ 602855 h 605112"/>
                  <a:gd name="connsiteX4" fmla="*/ 634512 w 634644"/>
                  <a:gd name="connsiteY4" fmla="*/ 316343 h 605112"/>
                  <a:gd name="connsiteX5" fmla="*/ 268752 w 634644"/>
                  <a:gd name="connsiteY5" fmla="*/ 35927 h 605112"/>
                  <a:gd name="connsiteX6" fmla="*/ 6624 w 634644"/>
                  <a:gd name="connsiteY6" fmla="*/ 23735 h 605112"/>
                  <a:gd name="connsiteX0" fmla="*/ 6624 w 634577"/>
                  <a:gd name="connsiteY0" fmla="*/ 17614 h 598991"/>
                  <a:gd name="connsiteX1" fmla="*/ 213888 w 634577"/>
                  <a:gd name="connsiteY1" fmla="*/ 304126 h 598991"/>
                  <a:gd name="connsiteX2" fmla="*/ 6624 w 634577"/>
                  <a:gd name="connsiteY2" fmla="*/ 596734 h 598991"/>
                  <a:gd name="connsiteX3" fmla="*/ 305328 w 634577"/>
                  <a:gd name="connsiteY3" fmla="*/ 596734 h 598991"/>
                  <a:gd name="connsiteX4" fmla="*/ 634512 w 634577"/>
                  <a:gd name="connsiteY4" fmla="*/ 310222 h 598991"/>
                  <a:gd name="connsiteX5" fmla="*/ 329712 w 634577"/>
                  <a:gd name="connsiteY5" fmla="*/ 48094 h 598991"/>
                  <a:gd name="connsiteX6" fmla="*/ 6624 w 634577"/>
                  <a:gd name="connsiteY6" fmla="*/ 17614 h 598991"/>
                  <a:gd name="connsiteX0" fmla="*/ 6624 w 634575"/>
                  <a:gd name="connsiteY0" fmla="*/ 21507 h 602884"/>
                  <a:gd name="connsiteX1" fmla="*/ 213888 w 634575"/>
                  <a:gd name="connsiteY1" fmla="*/ 308019 h 602884"/>
                  <a:gd name="connsiteX2" fmla="*/ 6624 w 634575"/>
                  <a:gd name="connsiteY2" fmla="*/ 600627 h 602884"/>
                  <a:gd name="connsiteX3" fmla="*/ 305328 w 634575"/>
                  <a:gd name="connsiteY3" fmla="*/ 600627 h 602884"/>
                  <a:gd name="connsiteX4" fmla="*/ 634512 w 634575"/>
                  <a:gd name="connsiteY4" fmla="*/ 314115 h 602884"/>
                  <a:gd name="connsiteX5" fmla="*/ 329712 w 634575"/>
                  <a:gd name="connsiteY5" fmla="*/ 51987 h 602884"/>
                  <a:gd name="connsiteX6" fmla="*/ 6624 w 634575"/>
                  <a:gd name="connsiteY6" fmla="*/ 21507 h 602884"/>
                  <a:gd name="connsiteX0" fmla="*/ 6624 w 634575"/>
                  <a:gd name="connsiteY0" fmla="*/ 21507 h 619140"/>
                  <a:gd name="connsiteX1" fmla="*/ 213888 w 634575"/>
                  <a:gd name="connsiteY1" fmla="*/ 308019 h 619140"/>
                  <a:gd name="connsiteX2" fmla="*/ 6624 w 634575"/>
                  <a:gd name="connsiteY2" fmla="*/ 600627 h 619140"/>
                  <a:gd name="connsiteX3" fmla="*/ 305328 w 634575"/>
                  <a:gd name="connsiteY3" fmla="*/ 600627 h 619140"/>
                  <a:gd name="connsiteX4" fmla="*/ 634512 w 634575"/>
                  <a:gd name="connsiteY4" fmla="*/ 314115 h 619140"/>
                  <a:gd name="connsiteX5" fmla="*/ 329712 w 634575"/>
                  <a:gd name="connsiteY5" fmla="*/ 51987 h 619140"/>
                  <a:gd name="connsiteX6" fmla="*/ 6624 w 634575"/>
                  <a:gd name="connsiteY6" fmla="*/ 21507 h 619140"/>
                  <a:gd name="connsiteX0" fmla="*/ 6624 w 634531"/>
                  <a:gd name="connsiteY0" fmla="*/ 21507 h 607159"/>
                  <a:gd name="connsiteX1" fmla="*/ 213888 w 634531"/>
                  <a:gd name="connsiteY1" fmla="*/ 308019 h 607159"/>
                  <a:gd name="connsiteX2" fmla="*/ 6624 w 634531"/>
                  <a:gd name="connsiteY2" fmla="*/ 600627 h 607159"/>
                  <a:gd name="connsiteX3" fmla="*/ 341904 w 634531"/>
                  <a:gd name="connsiteY3" fmla="*/ 582339 h 607159"/>
                  <a:gd name="connsiteX4" fmla="*/ 634512 w 634531"/>
                  <a:gd name="connsiteY4" fmla="*/ 314115 h 607159"/>
                  <a:gd name="connsiteX5" fmla="*/ 329712 w 634531"/>
                  <a:gd name="connsiteY5" fmla="*/ 51987 h 607159"/>
                  <a:gd name="connsiteX6" fmla="*/ 6624 w 634531"/>
                  <a:gd name="connsiteY6" fmla="*/ 21507 h 607159"/>
                  <a:gd name="connsiteX0" fmla="*/ 6624 w 634516"/>
                  <a:gd name="connsiteY0" fmla="*/ 21507 h 600822"/>
                  <a:gd name="connsiteX1" fmla="*/ 213888 w 634516"/>
                  <a:gd name="connsiteY1" fmla="*/ 308019 h 600822"/>
                  <a:gd name="connsiteX2" fmla="*/ 6624 w 634516"/>
                  <a:gd name="connsiteY2" fmla="*/ 600627 h 600822"/>
                  <a:gd name="connsiteX3" fmla="*/ 335808 w 634516"/>
                  <a:gd name="connsiteY3" fmla="*/ 564051 h 600822"/>
                  <a:gd name="connsiteX4" fmla="*/ 634512 w 634516"/>
                  <a:gd name="connsiteY4" fmla="*/ 314115 h 600822"/>
                  <a:gd name="connsiteX5" fmla="*/ 329712 w 634516"/>
                  <a:gd name="connsiteY5" fmla="*/ 51987 h 600822"/>
                  <a:gd name="connsiteX6" fmla="*/ 6624 w 634516"/>
                  <a:gd name="connsiteY6" fmla="*/ 21507 h 600822"/>
                  <a:gd name="connsiteX0" fmla="*/ 6624 w 634516"/>
                  <a:gd name="connsiteY0" fmla="*/ 20598 h 599913"/>
                  <a:gd name="connsiteX1" fmla="*/ 213888 w 634516"/>
                  <a:gd name="connsiteY1" fmla="*/ 307110 h 599913"/>
                  <a:gd name="connsiteX2" fmla="*/ 6624 w 634516"/>
                  <a:gd name="connsiteY2" fmla="*/ 599718 h 599913"/>
                  <a:gd name="connsiteX3" fmla="*/ 335808 w 634516"/>
                  <a:gd name="connsiteY3" fmla="*/ 563142 h 599913"/>
                  <a:gd name="connsiteX4" fmla="*/ 634512 w 634516"/>
                  <a:gd name="connsiteY4" fmla="*/ 313206 h 599913"/>
                  <a:gd name="connsiteX5" fmla="*/ 329712 w 634516"/>
                  <a:gd name="connsiteY5" fmla="*/ 51078 h 599913"/>
                  <a:gd name="connsiteX6" fmla="*/ 6624 w 634516"/>
                  <a:gd name="connsiteY6" fmla="*/ 20598 h 599913"/>
                  <a:gd name="connsiteX0" fmla="*/ 6624 w 634516"/>
                  <a:gd name="connsiteY0" fmla="*/ 22407 h 601722"/>
                  <a:gd name="connsiteX1" fmla="*/ 213888 w 634516"/>
                  <a:gd name="connsiteY1" fmla="*/ 308919 h 601722"/>
                  <a:gd name="connsiteX2" fmla="*/ 6624 w 634516"/>
                  <a:gd name="connsiteY2" fmla="*/ 601527 h 601722"/>
                  <a:gd name="connsiteX3" fmla="*/ 335808 w 634516"/>
                  <a:gd name="connsiteY3" fmla="*/ 564951 h 601722"/>
                  <a:gd name="connsiteX4" fmla="*/ 634512 w 634516"/>
                  <a:gd name="connsiteY4" fmla="*/ 315015 h 601722"/>
                  <a:gd name="connsiteX5" fmla="*/ 329712 w 634516"/>
                  <a:gd name="connsiteY5" fmla="*/ 52887 h 601722"/>
                  <a:gd name="connsiteX6" fmla="*/ 6624 w 634516"/>
                  <a:gd name="connsiteY6" fmla="*/ 22407 h 601722"/>
                  <a:gd name="connsiteX0" fmla="*/ 6624 w 634516"/>
                  <a:gd name="connsiteY0" fmla="*/ 8163 h 587478"/>
                  <a:gd name="connsiteX1" fmla="*/ 213888 w 634516"/>
                  <a:gd name="connsiteY1" fmla="*/ 294675 h 587478"/>
                  <a:gd name="connsiteX2" fmla="*/ 6624 w 634516"/>
                  <a:gd name="connsiteY2" fmla="*/ 587283 h 587478"/>
                  <a:gd name="connsiteX3" fmla="*/ 335808 w 634516"/>
                  <a:gd name="connsiteY3" fmla="*/ 550707 h 587478"/>
                  <a:gd name="connsiteX4" fmla="*/ 634512 w 634516"/>
                  <a:gd name="connsiteY4" fmla="*/ 300771 h 587478"/>
                  <a:gd name="connsiteX5" fmla="*/ 329712 w 634516"/>
                  <a:gd name="connsiteY5" fmla="*/ 38643 h 587478"/>
                  <a:gd name="connsiteX6" fmla="*/ 6624 w 634516"/>
                  <a:gd name="connsiteY6" fmla="*/ 8163 h 587478"/>
                  <a:gd name="connsiteX0" fmla="*/ 6288 w 634180"/>
                  <a:gd name="connsiteY0" fmla="*/ 8163 h 587686"/>
                  <a:gd name="connsiteX1" fmla="*/ 213552 w 634180"/>
                  <a:gd name="connsiteY1" fmla="*/ 294675 h 587686"/>
                  <a:gd name="connsiteX2" fmla="*/ 6288 w 634180"/>
                  <a:gd name="connsiteY2" fmla="*/ 587283 h 587686"/>
                  <a:gd name="connsiteX3" fmla="*/ 335472 w 634180"/>
                  <a:gd name="connsiteY3" fmla="*/ 550707 h 587686"/>
                  <a:gd name="connsiteX4" fmla="*/ 634176 w 634180"/>
                  <a:gd name="connsiteY4" fmla="*/ 300771 h 587686"/>
                  <a:gd name="connsiteX5" fmla="*/ 329376 w 634180"/>
                  <a:gd name="connsiteY5" fmla="*/ 38643 h 587686"/>
                  <a:gd name="connsiteX6" fmla="*/ 6288 w 634180"/>
                  <a:gd name="connsiteY6" fmla="*/ 8163 h 587686"/>
                  <a:gd name="connsiteX0" fmla="*/ 6288 w 634211"/>
                  <a:gd name="connsiteY0" fmla="*/ 8163 h 587686"/>
                  <a:gd name="connsiteX1" fmla="*/ 213552 w 634211"/>
                  <a:gd name="connsiteY1" fmla="*/ 294675 h 587686"/>
                  <a:gd name="connsiteX2" fmla="*/ 6288 w 634211"/>
                  <a:gd name="connsiteY2" fmla="*/ 587283 h 587686"/>
                  <a:gd name="connsiteX3" fmla="*/ 335472 w 634211"/>
                  <a:gd name="connsiteY3" fmla="*/ 550707 h 587686"/>
                  <a:gd name="connsiteX4" fmla="*/ 634176 w 634211"/>
                  <a:gd name="connsiteY4" fmla="*/ 300771 h 587686"/>
                  <a:gd name="connsiteX5" fmla="*/ 329376 w 634211"/>
                  <a:gd name="connsiteY5" fmla="*/ 38643 h 587686"/>
                  <a:gd name="connsiteX6" fmla="*/ 6288 w 634211"/>
                  <a:gd name="connsiteY6" fmla="*/ 8163 h 587686"/>
                  <a:gd name="connsiteX0" fmla="*/ 6288 w 634286"/>
                  <a:gd name="connsiteY0" fmla="*/ 8163 h 587686"/>
                  <a:gd name="connsiteX1" fmla="*/ 213552 w 634286"/>
                  <a:gd name="connsiteY1" fmla="*/ 294675 h 587686"/>
                  <a:gd name="connsiteX2" fmla="*/ 6288 w 634286"/>
                  <a:gd name="connsiteY2" fmla="*/ 587283 h 587686"/>
                  <a:gd name="connsiteX3" fmla="*/ 335472 w 634286"/>
                  <a:gd name="connsiteY3" fmla="*/ 550707 h 587686"/>
                  <a:gd name="connsiteX4" fmla="*/ 634176 w 634286"/>
                  <a:gd name="connsiteY4" fmla="*/ 300771 h 587686"/>
                  <a:gd name="connsiteX5" fmla="*/ 329376 w 634286"/>
                  <a:gd name="connsiteY5" fmla="*/ 38643 h 587686"/>
                  <a:gd name="connsiteX6" fmla="*/ 6288 w 634286"/>
                  <a:gd name="connsiteY6" fmla="*/ 8163 h 587686"/>
                  <a:gd name="connsiteX0" fmla="*/ 6288 w 634286"/>
                  <a:gd name="connsiteY0" fmla="*/ 4816 h 584339"/>
                  <a:gd name="connsiteX1" fmla="*/ 213552 w 634286"/>
                  <a:gd name="connsiteY1" fmla="*/ 291328 h 584339"/>
                  <a:gd name="connsiteX2" fmla="*/ 6288 w 634286"/>
                  <a:gd name="connsiteY2" fmla="*/ 583936 h 584339"/>
                  <a:gd name="connsiteX3" fmla="*/ 335472 w 634286"/>
                  <a:gd name="connsiteY3" fmla="*/ 547360 h 584339"/>
                  <a:gd name="connsiteX4" fmla="*/ 634176 w 634286"/>
                  <a:gd name="connsiteY4" fmla="*/ 297424 h 584339"/>
                  <a:gd name="connsiteX5" fmla="*/ 329376 w 634286"/>
                  <a:gd name="connsiteY5" fmla="*/ 35296 h 584339"/>
                  <a:gd name="connsiteX6" fmla="*/ 6288 w 634286"/>
                  <a:gd name="connsiteY6" fmla="*/ 4816 h 584339"/>
                  <a:gd name="connsiteX0" fmla="*/ 6288 w 634210"/>
                  <a:gd name="connsiteY0" fmla="*/ 14826 h 594349"/>
                  <a:gd name="connsiteX1" fmla="*/ 213552 w 634210"/>
                  <a:gd name="connsiteY1" fmla="*/ 301338 h 594349"/>
                  <a:gd name="connsiteX2" fmla="*/ 6288 w 634210"/>
                  <a:gd name="connsiteY2" fmla="*/ 593946 h 594349"/>
                  <a:gd name="connsiteX3" fmla="*/ 335472 w 634210"/>
                  <a:gd name="connsiteY3" fmla="*/ 557370 h 594349"/>
                  <a:gd name="connsiteX4" fmla="*/ 634176 w 634210"/>
                  <a:gd name="connsiteY4" fmla="*/ 307434 h 594349"/>
                  <a:gd name="connsiteX5" fmla="*/ 353545 w 634210"/>
                  <a:gd name="connsiteY5" fmla="*/ 57390 h 594349"/>
                  <a:gd name="connsiteX6" fmla="*/ 6288 w 634210"/>
                  <a:gd name="connsiteY6" fmla="*/ 14826 h 594349"/>
                  <a:gd name="connsiteX0" fmla="*/ 6288 w 634210"/>
                  <a:gd name="connsiteY0" fmla="*/ 4846 h 584369"/>
                  <a:gd name="connsiteX1" fmla="*/ 213552 w 634210"/>
                  <a:gd name="connsiteY1" fmla="*/ 291358 h 584369"/>
                  <a:gd name="connsiteX2" fmla="*/ 6288 w 634210"/>
                  <a:gd name="connsiteY2" fmla="*/ 583966 h 584369"/>
                  <a:gd name="connsiteX3" fmla="*/ 335472 w 634210"/>
                  <a:gd name="connsiteY3" fmla="*/ 547390 h 584369"/>
                  <a:gd name="connsiteX4" fmla="*/ 634176 w 634210"/>
                  <a:gd name="connsiteY4" fmla="*/ 297454 h 584369"/>
                  <a:gd name="connsiteX5" fmla="*/ 353545 w 634210"/>
                  <a:gd name="connsiteY5" fmla="*/ 47410 h 584369"/>
                  <a:gd name="connsiteX6" fmla="*/ 6288 w 634210"/>
                  <a:gd name="connsiteY6" fmla="*/ 4846 h 584369"/>
                  <a:gd name="connsiteX0" fmla="*/ 6288 w 634210"/>
                  <a:gd name="connsiteY0" fmla="*/ 4415 h 583938"/>
                  <a:gd name="connsiteX1" fmla="*/ 213552 w 634210"/>
                  <a:gd name="connsiteY1" fmla="*/ 290927 h 583938"/>
                  <a:gd name="connsiteX2" fmla="*/ 6288 w 634210"/>
                  <a:gd name="connsiteY2" fmla="*/ 583535 h 583938"/>
                  <a:gd name="connsiteX3" fmla="*/ 335472 w 634210"/>
                  <a:gd name="connsiteY3" fmla="*/ 546959 h 583938"/>
                  <a:gd name="connsiteX4" fmla="*/ 634176 w 634210"/>
                  <a:gd name="connsiteY4" fmla="*/ 297023 h 583938"/>
                  <a:gd name="connsiteX5" fmla="*/ 353545 w 634210"/>
                  <a:gd name="connsiteY5" fmla="*/ 46979 h 583938"/>
                  <a:gd name="connsiteX6" fmla="*/ 6288 w 634210"/>
                  <a:gd name="connsiteY6" fmla="*/ 4415 h 583938"/>
                  <a:gd name="connsiteX0" fmla="*/ 6288 w 634210"/>
                  <a:gd name="connsiteY0" fmla="*/ 5419 h 584942"/>
                  <a:gd name="connsiteX1" fmla="*/ 213552 w 634210"/>
                  <a:gd name="connsiteY1" fmla="*/ 291931 h 584942"/>
                  <a:gd name="connsiteX2" fmla="*/ 6288 w 634210"/>
                  <a:gd name="connsiteY2" fmla="*/ 584539 h 584942"/>
                  <a:gd name="connsiteX3" fmla="*/ 335472 w 634210"/>
                  <a:gd name="connsiteY3" fmla="*/ 547963 h 584942"/>
                  <a:gd name="connsiteX4" fmla="*/ 634176 w 634210"/>
                  <a:gd name="connsiteY4" fmla="*/ 298027 h 584942"/>
                  <a:gd name="connsiteX5" fmla="*/ 353545 w 634210"/>
                  <a:gd name="connsiteY5" fmla="*/ 47983 h 584942"/>
                  <a:gd name="connsiteX6" fmla="*/ 6288 w 634210"/>
                  <a:gd name="connsiteY6" fmla="*/ 5419 h 584942"/>
                  <a:gd name="connsiteX0" fmla="*/ 6288 w 634218"/>
                  <a:gd name="connsiteY0" fmla="*/ 7646 h 587169"/>
                  <a:gd name="connsiteX1" fmla="*/ 213552 w 634218"/>
                  <a:gd name="connsiteY1" fmla="*/ 294158 h 587169"/>
                  <a:gd name="connsiteX2" fmla="*/ 6288 w 634218"/>
                  <a:gd name="connsiteY2" fmla="*/ 586766 h 587169"/>
                  <a:gd name="connsiteX3" fmla="*/ 335472 w 634218"/>
                  <a:gd name="connsiteY3" fmla="*/ 550190 h 587169"/>
                  <a:gd name="connsiteX4" fmla="*/ 634176 w 634218"/>
                  <a:gd name="connsiteY4" fmla="*/ 300254 h 587169"/>
                  <a:gd name="connsiteX5" fmla="*/ 353545 w 634218"/>
                  <a:gd name="connsiteY5" fmla="*/ 50210 h 587169"/>
                  <a:gd name="connsiteX6" fmla="*/ 6288 w 634218"/>
                  <a:gd name="connsiteY6" fmla="*/ 7646 h 587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4218" h="587169">
                    <a:moveTo>
                      <a:pt x="6288" y="7646"/>
                    </a:moveTo>
                    <a:cubicBezTo>
                      <a:pt x="-1402" y="17865"/>
                      <a:pt x="197440" y="80821"/>
                      <a:pt x="213552" y="294158"/>
                    </a:cubicBezTo>
                    <a:cubicBezTo>
                      <a:pt x="229664" y="507495"/>
                      <a:pt x="-44512" y="593878"/>
                      <a:pt x="6288" y="586766"/>
                    </a:cubicBezTo>
                    <a:cubicBezTo>
                      <a:pt x="105856" y="586766"/>
                      <a:pt x="200344" y="591846"/>
                      <a:pt x="335472" y="550190"/>
                    </a:cubicBezTo>
                    <a:cubicBezTo>
                      <a:pt x="470600" y="508534"/>
                      <a:pt x="631164" y="383584"/>
                      <a:pt x="634176" y="300254"/>
                    </a:cubicBezTo>
                    <a:cubicBezTo>
                      <a:pt x="637188" y="216924"/>
                      <a:pt x="479500" y="97260"/>
                      <a:pt x="353545" y="50210"/>
                    </a:cubicBezTo>
                    <a:cubicBezTo>
                      <a:pt x="227590" y="3160"/>
                      <a:pt x="19803" y="-10314"/>
                      <a:pt x="6288" y="7646"/>
                    </a:cubicBezTo>
                    <a:close/>
                  </a:path>
                </a:pathLst>
              </a:custGeom>
              <a:solidFill>
                <a:schemeClr val="bg1"/>
              </a:solidFill>
              <a:ln w="12700"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r"/>
                <a:endParaRPr lang="en-CN" sz="6000"/>
              </a:p>
            </p:txBody>
          </p:sp>
          <p:sp>
            <p:nvSpPr>
              <p:cNvPr id="42" name="Freeform 41">
                <a:extLst>
                  <a:ext uri="{FF2B5EF4-FFF2-40B4-BE49-F238E27FC236}">
                    <a16:creationId xmlns:a16="http://schemas.microsoft.com/office/drawing/2014/main" id="{AC2CDBD5-A32B-6D48-B860-8BC1AEFA2105}"/>
                  </a:ext>
                </a:extLst>
              </p:cNvPr>
              <p:cNvSpPr/>
              <p:nvPr/>
            </p:nvSpPr>
            <p:spPr bwMode="auto">
              <a:xfrm>
                <a:off x="6470670" y="5701318"/>
                <a:ext cx="223789" cy="531264"/>
              </a:xfrm>
              <a:custGeom>
                <a:avLst/>
                <a:gdLst>
                  <a:gd name="connsiteX0" fmla="*/ 0 w 195378"/>
                  <a:gd name="connsiteY0" fmla="*/ 0 h 541538"/>
                  <a:gd name="connsiteX1" fmla="*/ 195308 w 195378"/>
                  <a:gd name="connsiteY1" fmla="*/ 257452 h 541538"/>
                  <a:gd name="connsiteX2" fmla="*/ 17755 w 195378"/>
                  <a:gd name="connsiteY2" fmla="*/ 541538 h 541538"/>
                  <a:gd name="connsiteX0" fmla="*/ 2793 w 198102"/>
                  <a:gd name="connsiteY0" fmla="*/ 0 h 531264"/>
                  <a:gd name="connsiteX1" fmla="*/ 198101 w 198102"/>
                  <a:gd name="connsiteY1" fmla="*/ 257452 h 531264"/>
                  <a:gd name="connsiteX2" fmla="*/ 0 w 198102"/>
                  <a:gd name="connsiteY2" fmla="*/ 531264 h 531264"/>
                  <a:gd name="connsiteX0" fmla="*/ 2793 w 223788"/>
                  <a:gd name="connsiteY0" fmla="*/ 0 h 531264"/>
                  <a:gd name="connsiteX1" fmla="*/ 223787 w 223788"/>
                  <a:gd name="connsiteY1" fmla="*/ 262589 h 531264"/>
                  <a:gd name="connsiteX2" fmla="*/ 0 w 223788"/>
                  <a:gd name="connsiteY2" fmla="*/ 531264 h 531264"/>
                  <a:gd name="connsiteX0" fmla="*/ 2793 w 223902"/>
                  <a:gd name="connsiteY0" fmla="*/ 0 h 531264"/>
                  <a:gd name="connsiteX1" fmla="*/ 223787 w 223902"/>
                  <a:gd name="connsiteY1" fmla="*/ 262589 h 531264"/>
                  <a:gd name="connsiteX2" fmla="*/ 0 w 223902"/>
                  <a:gd name="connsiteY2" fmla="*/ 531264 h 531264"/>
                  <a:gd name="connsiteX0" fmla="*/ 2793 w 223934"/>
                  <a:gd name="connsiteY0" fmla="*/ 0 h 531264"/>
                  <a:gd name="connsiteX1" fmla="*/ 223787 w 223934"/>
                  <a:gd name="connsiteY1" fmla="*/ 262589 h 531264"/>
                  <a:gd name="connsiteX2" fmla="*/ 0 w 223934"/>
                  <a:gd name="connsiteY2" fmla="*/ 531264 h 531264"/>
                  <a:gd name="connsiteX0" fmla="*/ 2793 w 223927"/>
                  <a:gd name="connsiteY0" fmla="*/ 0 h 531264"/>
                  <a:gd name="connsiteX1" fmla="*/ 223787 w 223927"/>
                  <a:gd name="connsiteY1" fmla="*/ 262589 h 531264"/>
                  <a:gd name="connsiteX2" fmla="*/ 0 w 223927"/>
                  <a:gd name="connsiteY2" fmla="*/ 531264 h 531264"/>
                  <a:gd name="connsiteX0" fmla="*/ 2793 w 223927"/>
                  <a:gd name="connsiteY0" fmla="*/ 0 h 531264"/>
                  <a:gd name="connsiteX1" fmla="*/ 223787 w 223927"/>
                  <a:gd name="connsiteY1" fmla="*/ 262589 h 531264"/>
                  <a:gd name="connsiteX2" fmla="*/ 0 w 223927"/>
                  <a:gd name="connsiteY2" fmla="*/ 531264 h 531264"/>
                  <a:gd name="connsiteX0" fmla="*/ 2793 w 223789"/>
                  <a:gd name="connsiteY0" fmla="*/ 0 h 531264"/>
                  <a:gd name="connsiteX1" fmla="*/ 223787 w 223789"/>
                  <a:gd name="connsiteY1" fmla="*/ 262589 h 531264"/>
                  <a:gd name="connsiteX2" fmla="*/ 0 w 223789"/>
                  <a:gd name="connsiteY2" fmla="*/ 531264 h 531264"/>
                </a:gdLst>
                <a:ahLst/>
                <a:cxnLst>
                  <a:cxn ang="0">
                    <a:pos x="connsiteX0" y="connsiteY0"/>
                  </a:cxn>
                  <a:cxn ang="0">
                    <a:pos x="connsiteX1" y="connsiteY1"/>
                  </a:cxn>
                  <a:cxn ang="0">
                    <a:pos x="connsiteX2" y="connsiteY2"/>
                  </a:cxn>
                </a:cxnLst>
                <a:rect l="l" t="t" r="r" b="b"/>
                <a:pathLst>
                  <a:path w="223789" h="531264">
                    <a:moveTo>
                      <a:pt x="2793" y="0"/>
                    </a:moveTo>
                    <a:cubicBezTo>
                      <a:pt x="145200" y="83598"/>
                      <a:pt x="224252" y="153497"/>
                      <a:pt x="223787" y="262589"/>
                    </a:cubicBezTo>
                    <a:cubicBezTo>
                      <a:pt x="223322" y="371681"/>
                      <a:pt x="115941" y="460034"/>
                      <a:pt x="0" y="531264"/>
                    </a:cubicBezTo>
                  </a:path>
                </a:pathLst>
              </a:cu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2800" b="0" i="0" u="none" strike="noStrike" cap="none" normalizeH="0" baseline="0">
                  <a:ln>
                    <a:noFill/>
                  </a:ln>
                  <a:solidFill>
                    <a:schemeClr val="tx1"/>
                  </a:solidFill>
                  <a:effectLst/>
                  <a:latin typeface="Arial" charset="0"/>
                </a:endParaRPr>
              </a:p>
            </p:txBody>
          </p:sp>
        </p:grpSp>
        <p:sp>
          <p:nvSpPr>
            <p:cNvPr id="27" name="TextBox 26">
              <a:extLst>
                <a:ext uri="{FF2B5EF4-FFF2-40B4-BE49-F238E27FC236}">
                  <a16:creationId xmlns:a16="http://schemas.microsoft.com/office/drawing/2014/main" id="{685D1B3F-A297-D342-A669-0992B44AE52F}"/>
                </a:ext>
              </a:extLst>
            </p:cNvPr>
            <p:cNvSpPr txBox="1"/>
            <p:nvPr/>
          </p:nvSpPr>
          <p:spPr>
            <a:xfrm>
              <a:off x="2680599" y="5758290"/>
              <a:ext cx="354584"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s1</a:t>
              </a:r>
              <a:endParaRPr lang="en-CN" sz="1200" dirty="0">
                <a:solidFill>
                  <a:schemeClr val="tx1"/>
                </a:solidFill>
                <a:latin typeface="Arial" panose="020B0604020202020204" pitchFamily="34" charset="0"/>
                <a:cs typeface="Arial" panose="020B0604020202020204" pitchFamily="34" charset="0"/>
              </a:endParaRPr>
            </a:p>
          </p:txBody>
        </p:sp>
        <p:sp>
          <p:nvSpPr>
            <p:cNvPr id="28" name="TextBox 27">
              <a:extLst>
                <a:ext uri="{FF2B5EF4-FFF2-40B4-BE49-F238E27FC236}">
                  <a16:creationId xmlns:a16="http://schemas.microsoft.com/office/drawing/2014/main" id="{711C3CCD-6B7C-E34B-9222-8F90E044A266}"/>
                </a:ext>
              </a:extLst>
            </p:cNvPr>
            <p:cNvSpPr txBox="1"/>
            <p:nvPr/>
          </p:nvSpPr>
          <p:spPr>
            <a:xfrm>
              <a:off x="3361714" y="5177634"/>
              <a:ext cx="354584"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c0</a:t>
              </a:r>
              <a:endParaRPr lang="en-CN" sz="1200" dirty="0">
                <a:solidFill>
                  <a:schemeClr val="tx1"/>
                </a:solidFill>
                <a:latin typeface="Arial" panose="020B0604020202020204" pitchFamily="34" charset="0"/>
                <a:cs typeface="Arial" panose="020B0604020202020204" pitchFamily="34" charset="0"/>
              </a:endParaRPr>
            </a:p>
          </p:txBody>
        </p:sp>
        <p:grpSp>
          <p:nvGrpSpPr>
            <p:cNvPr id="29" name="Group 28">
              <a:extLst>
                <a:ext uri="{FF2B5EF4-FFF2-40B4-BE49-F238E27FC236}">
                  <a16:creationId xmlns:a16="http://schemas.microsoft.com/office/drawing/2014/main" id="{DBF60B3C-E265-2947-821A-97FE82B30797}"/>
                </a:ext>
              </a:extLst>
            </p:cNvPr>
            <p:cNvGrpSpPr/>
            <p:nvPr/>
          </p:nvGrpSpPr>
          <p:grpSpPr>
            <a:xfrm rot="5400000">
              <a:off x="3165054" y="5239500"/>
              <a:ext cx="929873" cy="173895"/>
              <a:chOff x="4269238" y="5655686"/>
              <a:chExt cx="3092770" cy="587169"/>
            </a:xfrm>
          </p:grpSpPr>
          <p:cxnSp>
            <p:nvCxnSpPr>
              <p:cNvPr id="33" name="Straight Connector 32">
                <a:extLst>
                  <a:ext uri="{FF2B5EF4-FFF2-40B4-BE49-F238E27FC236}">
                    <a16:creationId xmlns:a16="http://schemas.microsoft.com/office/drawing/2014/main" id="{EF325923-867F-D546-B9E5-BEE234FC2DA9}"/>
                  </a:ext>
                </a:extLst>
              </p:cNvPr>
              <p:cNvCxnSpPr>
                <a:cxnSpLocks/>
              </p:cNvCxnSpPr>
              <p:nvPr/>
            </p:nvCxnSpPr>
            <p:spPr bwMode="auto">
              <a:xfrm>
                <a:off x="7208898" y="5945946"/>
                <a:ext cx="153110" cy="0"/>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34" name="Straight Connector 33">
                <a:extLst>
                  <a:ext uri="{FF2B5EF4-FFF2-40B4-BE49-F238E27FC236}">
                    <a16:creationId xmlns:a16="http://schemas.microsoft.com/office/drawing/2014/main" id="{0432E037-4402-A44B-8B7E-FAD3068DD2A5}"/>
                  </a:ext>
                </a:extLst>
              </p:cNvPr>
              <p:cNvCxnSpPr>
                <a:cxnSpLocks/>
              </p:cNvCxnSpPr>
              <p:nvPr/>
            </p:nvCxnSpPr>
            <p:spPr bwMode="auto">
              <a:xfrm rot="16200000">
                <a:off x="5515222" y="4550345"/>
                <a:ext cx="0" cy="2491967"/>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35" name="Straight Connector 34">
                <a:extLst>
                  <a:ext uri="{FF2B5EF4-FFF2-40B4-BE49-F238E27FC236}">
                    <a16:creationId xmlns:a16="http://schemas.microsoft.com/office/drawing/2014/main" id="{2F618F20-CC0A-5342-8BC8-4F8F2E41492A}"/>
                  </a:ext>
                </a:extLst>
              </p:cNvPr>
              <p:cNvCxnSpPr>
                <a:cxnSpLocks/>
              </p:cNvCxnSpPr>
              <p:nvPr/>
            </p:nvCxnSpPr>
            <p:spPr bwMode="auto">
              <a:xfrm rot="16200000">
                <a:off x="6402275" y="5730975"/>
                <a:ext cx="0" cy="717863"/>
              </a:xfrm>
              <a:prstGeom prst="line">
                <a:avLst/>
              </a:prstGeom>
              <a:solidFill>
                <a:schemeClr val="accent1"/>
              </a:solidFill>
              <a:ln w="12700" cap="flat" cmpd="sng" algn="ctr">
                <a:solidFill>
                  <a:schemeClr val="tx1"/>
                </a:solidFill>
                <a:prstDash val="solid"/>
                <a:round/>
                <a:headEnd type="none" w="med" len="med"/>
                <a:tailEnd type="none" w="med" len="med"/>
              </a:ln>
              <a:effectLst/>
            </p:spPr>
          </p:cxnSp>
          <p:sp>
            <p:nvSpPr>
              <p:cNvPr id="36" name="Freeform 35">
                <a:extLst>
                  <a:ext uri="{FF2B5EF4-FFF2-40B4-BE49-F238E27FC236}">
                    <a16:creationId xmlns:a16="http://schemas.microsoft.com/office/drawing/2014/main" id="{0A66BAEF-6EEC-2442-B746-D6509BBEB13A}"/>
                  </a:ext>
                </a:extLst>
              </p:cNvPr>
              <p:cNvSpPr/>
              <p:nvPr/>
            </p:nvSpPr>
            <p:spPr bwMode="auto">
              <a:xfrm>
                <a:off x="6574688" y="5655686"/>
                <a:ext cx="634218" cy="587169"/>
              </a:xfrm>
              <a:custGeom>
                <a:avLst/>
                <a:gdLst>
                  <a:gd name="connsiteX0" fmla="*/ 0 w 627888"/>
                  <a:gd name="connsiteY0" fmla="*/ 0 h 579120"/>
                  <a:gd name="connsiteX1" fmla="*/ 207264 w 627888"/>
                  <a:gd name="connsiteY1" fmla="*/ 286512 h 579120"/>
                  <a:gd name="connsiteX2" fmla="*/ 0 w 627888"/>
                  <a:gd name="connsiteY2" fmla="*/ 579120 h 579120"/>
                  <a:gd name="connsiteX3" fmla="*/ 365760 w 627888"/>
                  <a:gd name="connsiteY3" fmla="*/ 573024 h 579120"/>
                  <a:gd name="connsiteX4" fmla="*/ 627888 w 627888"/>
                  <a:gd name="connsiteY4" fmla="*/ 292608 h 579120"/>
                  <a:gd name="connsiteX5" fmla="*/ 390144 w 627888"/>
                  <a:gd name="connsiteY5" fmla="*/ 6096 h 579120"/>
                  <a:gd name="connsiteX6" fmla="*/ 0 w 627888"/>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46520"/>
                  <a:gd name="connsiteY0" fmla="*/ 0 h 579120"/>
                  <a:gd name="connsiteX1" fmla="*/ 209962 w 646520"/>
                  <a:gd name="connsiteY1" fmla="*/ 286512 h 579120"/>
                  <a:gd name="connsiteX2" fmla="*/ 2698 w 646520"/>
                  <a:gd name="connsiteY2" fmla="*/ 579120 h 579120"/>
                  <a:gd name="connsiteX3" fmla="*/ 368458 w 646520"/>
                  <a:gd name="connsiteY3" fmla="*/ 573024 h 579120"/>
                  <a:gd name="connsiteX4" fmla="*/ 630586 w 646520"/>
                  <a:gd name="connsiteY4" fmla="*/ 292608 h 579120"/>
                  <a:gd name="connsiteX5" fmla="*/ 392842 w 646520"/>
                  <a:gd name="connsiteY5" fmla="*/ 6096 h 579120"/>
                  <a:gd name="connsiteX6" fmla="*/ 2698 w 646520"/>
                  <a:gd name="connsiteY6" fmla="*/ 0 h 579120"/>
                  <a:gd name="connsiteX0" fmla="*/ 2698 w 646520"/>
                  <a:gd name="connsiteY0" fmla="*/ 51141 h 630261"/>
                  <a:gd name="connsiteX1" fmla="*/ 209962 w 646520"/>
                  <a:gd name="connsiteY1" fmla="*/ 337653 h 630261"/>
                  <a:gd name="connsiteX2" fmla="*/ 2698 w 646520"/>
                  <a:gd name="connsiteY2" fmla="*/ 630261 h 630261"/>
                  <a:gd name="connsiteX3" fmla="*/ 368458 w 646520"/>
                  <a:gd name="connsiteY3" fmla="*/ 624165 h 630261"/>
                  <a:gd name="connsiteX4" fmla="*/ 630586 w 646520"/>
                  <a:gd name="connsiteY4" fmla="*/ 343749 h 630261"/>
                  <a:gd name="connsiteX5" fmla="*/ 392842 w 646520"/>
                  <a:gd name="connsiteY5" fmla="*/ 57237 h 630261"/>
                  <a:gd name="connsiteX6" fmla="*/ 2698 w 646520"/>
                  <a:gd name="connsiteY6" fmla="*/ 51141 h 630261"/>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1455 h 600575"/>
                  <a:gd name="connsiteX1" fmla="*/ 209962 w 646520"/>
                  <a:gd name="connsiteY1" fmla="*/ 307967 h 600575"/>
                  <a:gd name="connsiteX2" fmla="*/ 2698 w 646520"/>
                  <a:gd name="connsiteY2" fmla="*/ 600575 h 600575"/>
                  <a:gd name="connsiteX3" fmla="*/ 368458 w 646520"/>
                  <a:gd name="connsiteY3" fmla="*/ 594479 h 600575"/>
                  <a:gd name="connsiteX4" fmla="*/ 630586 w 646520"/>
                  <a:gd name="connsiteY4" fmla="*/ 314063 h 600575"/>
                  <a:gd name="connsiteX5" fmla="*/ 392842 w 646520"/>
                  <a:gd name="connsiteY5" fmla="*/ 27551 h 600575"/>
                  <a:gd name="connsiteX6" fmla="*/ 2698 w 646520"/>
                  <a:gd name="connsiteY6" fmla="*/ 21455 h 600575"/>
                  <a:gd name="connsiteX0" fmla="*/ 2698 w 630586"/>
                  <a:gd name="connsiteY0" fmla="*/ 21455 h 600575"/>
                  <a:gd name="connsiteX1" fmla="*/ 209962 w 630586"/>
                  <a:gd name="connsiteY1" fmla="*/ 307967 h 600575"/>
                  <a:gd name="connsiteX2" fmla="*/ 2698 w 630586"/>
                  <a:gd name="connsiteY2" fmla="*/ 600575 h 600575"/>
                  <a:gd name="connsiteX3" fmla="*/ 368458 w 630586"/>
                  <a:gd name="connsiteY3" fmla="*/ 594479 h 600575"/>
                  <a:gd name="connsiteX4" fmla="*/ 630586 w 630586"/>
                  <a:gd name="connsiteY4" fmla="*/ 314063 h 600575"/>
                  <a:gd name="connsiteX5" fmla="*/ 392842 w 630586"/>
                  <a:gd name="connsiteY5" fmla="*/ 27551 h 600575"/>
                  <a:gd name="connsiteX6" fmla="*/ 2698 w 630586"/>
                  <a:gd name="connsiteY6" fmla="*/ 21455 h 600575"/>
                  <a:gd name="connsiteX0" fmla="*/ 2698 w 631527"/>
                  <a:gd name="connsiteY0" fmla="*/ 21455 h 600575"/>
                  <a:gd name="connsiteX1" fmla="*/ 209962 w 631527"/>
                  <a:gd name="connsiteY1" fmla="*/ 307967 h 600575"/>
                  <a:gd name="connsiteX2" fmla="*/ 2698 w 631527"/>
                  <a:gd name="connsiteY2" fmla="*/ 600575 h 600575"/>
                  <a:gd name="connsiteX3" fmla="*/ 301402 w 631527"/>
                  <a:gd name="connsiteY3" fmla="*/ 600575 h 600575"/>
                  <a:gd name="connsiteX4" fmla="*/ 630586 w 631527"/>
                  <a:gd name="connsiteY4" fmla="*/ 314063 h 600575"/>
                  <a:gd name="connsiteX5" fmla="*/ 392842 w 631527"/>
                  <a:gd name="connsiteY5" fmla="*/ 27551 h 600575"/>
                  <a:gd name="connsiteX6" fmla="*/ 2698 w 631527"/>
                  <a:gd name="connsiteY6" fmla="*/ 21455 h 600575"/>
                  <a:gd name="connsiteX0" fmla="*/ 2698 w 631527"/>
                  <a:gd name="connsiteY0" fmla="*/ 21455 h 602832"/>
                  <a:gd name="connsiteX1" fmla="*/ 209962 w 631527"/>
                  <a:gd name="connsiteY1" fmla="*/ 307967 h 602832"/>
                  <a:gd name="connsiteX2" fmla="*/ 2698 w 631527"/>
                  <a:gd name="connsiteY2" fmla="*/ 600575 h 602832"/>
                  <a:gd name="connsiteX3" fmla="*/ 301402 w 631527"/>
                  <a:gd name="connsiteY3" fmla="*/ 600575 h 602832"/>
                  <a:gd name="connsiteX4" fmla="*/ 630586 w 631527"/>
                  <a:gd name="connsiteY4" fmla="*/ 314063 h 602832"/>
                  <a:gd name="connsiteX5" fmla="*/ 392842 w 631527"/>
                  <a:gd name="connsiteY5" fmla="*/ 27551 h 602832"/>
                  <a:gd name="connsiteX6" fmla="*/ 2698 w 631527"/>
                  <a:gd name="connsiteY6" fmla="*/ 21455 h 602832"/>
                  <a:gd name="connsiteX0" fmla="*/ 2698 w 630586"/>
                  <a:gd name="connsiteY0" fmla="*/ 21455 h 602832"/>
                  <a:gd name="connsiteX1" fmla="*/ 209962 w 630586"/>
                  <a:gd name="connsiteY1" fmla="*/ 307967 h 602832"/>
                  <a:gd name="connsiteX2" fmla="*/ 2698 w 630586"/>
                  <a:gd name="connsiteY2" fmla="*/ 600575 h 602832"/>
                  <a:gd name="connsiteX3" fmla="*/ 301402 w 630586"/>
                  <a:gd name="connsiteY3" fmla="*/ 600575 h 602832"/>
                  <a:gd name="connsiteX4" fmla="*/ 630586 w 630586"/>
                  <a:gd name="connsiteY4" fmla="*/ 314063 h 602832"/>
                  <a:gd name="connsiteX5" fmla="*/ 301402 w 630586"/>
                  <a:gd name="connsiteY5" fmla="*/ 27551 h 602832"/>
                  <a:gd name="connsiteX6" fmla="*/ 2698 w 630586"/>
                  <a:gd name="connsiteY6" fmla="*/ 21455 h 602832"/>
                  <a:gd name="connsiteX0" fmla="*/ 2698 w 630586"/>
                  <a:gd name="connsiteY0" fmla="*/ 20123 h 601500"/>
                  <a:gd name="connsiteX1" fmla="*/ 209962 w 630586"/>
                  <a:gd name="connsiteY1" fmla="*/ 306635 h 601500"/>
                  <a:gd name="connsiteX2" fmla="*/ 2698 w 630586"/>
                  <a:gd name="connsiteY2" fmla="*/ 599243 h 601500"/>
                  <a:gd name="connsiteX3" fmla="*/ 301402 w 630586"/>
                  <a:gd name="connsiteY3" fmla="*/ 599243 h 601500"/>
                  <a:gd name="connsiteX4" fmla="*/ 630586 w 630586"/>
                  <a:gd name="connsiteY4" fmla="*/ 312731 h 601500"/>
                  <a:gd name="connsiteX5" fmla="*/ 301402 w 630586"/>
                  <a:gd name="connsiteY5" fmla="*/ 26219 h 601500"/>
                  <a:gd name="connsiteX6" fmla="*/ 2698 w 630586"/>
                  <a:gd name="connsiteY6" fmla="*/ 20123 h 601500"/>
                  <a:gd name="connsiteX0" fmla="*/ 2146 w 630034"/>
                  <a:gd name="connsiteY0" fmla="*/ 20123 h 601500"/>
                  <a:gd name="connsiteX1" fmla="*/ 209410 w 630034"/>
                  <a:gd name="connsiteY1" fmla="*/ 306635 h 601500"/>
                  <a:gd name="connsiteX2" fmla="*/ 2146 w 630034"/>
                  <a:gd name="connsiteY2" fmla="*/ 599243 h 601500"/>
                  <a:gd name="connsiteX3" fmla="*/ 300850 w 630034"/>
                  <a:gd name="connsiteY3" fmla="*/ 599243 h 601500"/>
                  <a:gd name="connsiteX4" fmla="*/ 630034 w 630034"/>
                  <a:gd name="connsiteY4" fmla="*/ 312731 h 601500"/>
                  <a:gd name="connsiteX5" fmla="*/ 300850 w 630034"/>
                  <a:gd name="connsiteY5" fmla="*/ 26219 h 601500"/>
                  <a:gd name="connsiteX6" fmla="*/ 2146 w 630034"/>
                  <a:gd name="connsiteY6" fmla="*/ 20123 h 601500"/>
                  <a:gd name="connsiteX0" fmla="*/ 6215 w 634103"/>
                  <a:gd name="connsiteY0" fmla="*/ 3947 h 585324"/>
                  <a:gd name="connsiteX1" fmla="*/ 213479 w 634103"/>
                  <a:gd name="connsiteY1" fmla="*/ 290459 h 585324"/>
                  <a:gd name="connsiteX2" fmla="*/ 6215 w 634103"/>
                  <a:gd name="connsiteY2" fmla="*/ 583067 h 585324"/>
                  <a:gd name="connsiteX3" fmla="*/ 304919 w 634103"/>
                  <a:gd name="connsiteY3" fmla="*/ 583067 h 585324"/>
                  <a:gd name="connsiteX4" fmla="*/ 634103 w 634103"/>
                  <a:gd name="connsiteY4" fmla="*/ 296555 h 585324"/>
                  <a:gd name="connsiteX5" fmla="*/ 304919 w 634103"/>
                  <a:gd name="connsiteY5" fmla="*/ 10043 h 585324"/>
                  <a:gd name="connsiteX6" fmla="*/ 6215 w 634103"/>
                  <a:gd name="connsiteY6" fmla="*/ 3947 h 585324"/>
                  <a:gd name="connsiteX0" fmla="*/ 6624 w 634512"/>
                  <a:gd name="connsiteY0" fmla="*/ 3947 h 585324"/>
                  <a:gd name="connsiteX1" fmla="*/ 213888 w 634512"/>
                  <a:gd name="connsiteY1" fmla="*/ 290459 h 585324"/>
                  <a:gd name="connsiteX2" fmla="*/ 6624 w 634512"/>
                  <a:gd name="connsiteY2" fmla="*/ 583067 h 585324"/>
                  <a:gd name="connsiteX3" fmla="*/ 305328 w 634512"/>
                  <a:gd name="connsiteY3" fmla="*/ 583067 h 585324"/>
                  <a:gd name="connsiteX4" fmla="*/ 634512 w 634512"/>
                  <a:gd name="connsiteY4" fmla="*/ 296555 h 585324"/>
                  <a:gd name="connsiteX5" fmla="*/ 305328 w 634512"/>
                  <a:gd name="connsiteY5" fmla="*/ 10043 h 585324"/>
                  <a:gd name="connsiteX6" fmla="*/ 6624 w 634512"/>
                  <a:gd name="connsiteY6" fmla="*/ 3947 h 585324"/>
                  <a:gd name="connsiteX0" fmla="*/ 6624 w 634644"/>
                  <a:gd name="connsiteY0" fmla="*/ 18301 h 599678"/>
                  <a:gd name="connsiteX1" fmla="*/ 213888 w 634644"/>
                  <a:gd name="connsiteY1" fmla="*/ 304813 h 599678"/>
                  <a:gd name="connsiteX2" fmla="*/ 6624 w 634644"/>
                  <a:gd name="connsiteY2" fmla="*/ 597421 h 599678"/>
                  <a:gd name="connsiteX3" fmla="*/ 305328 w 634644"/>
                  <a:gd name="connsiteY3" fmla="*/ 597421 h 599678"/>
                  <a:gd name="connsiteX4" fmla="*/ 634512 w 634644"/>
                  <a:gd name="connsiteY4" fmla="*/ 310909 h 599678"/>
                  <a:gd name="connsiteX5" fmla="*/ 268752 w 634644"/>
                  <a:gd name="connsiteY5" fmla="*/ 30493 h 599678"/>
                  <a:gd name="connsiteX6" fmla="*/ 6624 w 634644"/>
                  <a:gd name="connsiteY6" fmla="*/ 18301 h 599678"/>
                  <a:gd name="connsiteX0" fmla="*/ 6624 w 634644"/>
                  <a:gd name="connsiteY0" fmla="*/ 23735 h 605112"/>
                  <a:gd name="connsiteX1" fmla="*/ 213888 w 634644"/>
                  <a:gd name="connsiteY1" fmla="*/ 310247 h 605112"/>
                  <a:gd name="connsiteX2" fmla="*/ 6624 w 634644"/>
                  <a:gd name="connsiteY2" fmla="*/ 602855 h 605112"/>
                  <a:gd name="connsiteX3" fmla="*/ 305328 w 634644"/>
                  <a:gd name="connsiteY3" fmla="*/ 602855 h 605112"/>
                  <a:gd name="connsiteX4" fmla="*/ 634512 w 634644"/>
                  <a:gd name="connsiteY4" fmla="*/ 316343 h 605112"/>
                  <a:gd name="connsiteX5" fmla="*/ 268752 w 634644"/>
                  <a:gd name="connsiteY5" fmla="*/ 35927 h 605112"/>
                  <a:gd name="connsiteX6" fmla="*/ 6624 w 634644"/>
                  <a:gd name="connsiteY6" fmla="*/ 23735 h 605112"/>
                  <a:gd name="connsiteX0" fmla="*/ 6624 w 634577"/>
                  <a:gd name="connsiteY0" fmla="*/ 17614 h 598991"/>
                  <a:gd name="connsiteX1" fmla="*/ 213888 w 634577"/>
                  <a:gd name="connsiteY1" fmla="*/ 304126 h 598991"/>
                  <a:gd name="connsiteX2" fmla="*/ 6624 w 634577"/>
                  <a:gd name="connsiteY2" fmla="*/ 596734 h 598991"/>
                  <a:gd name="connsiteX3" fmla="*/ 305328 w 634577"/>
                  <a:gd name="connsiteY3" fmla="*/ 596734 h 598991"/>
                  <a:gd name="connsiteX4" fmla="*/ 634512 w 634577"/>
                  <a:gd name="connsiteY4" fmla="*/ 310222 h 598991"/>
                  <a:gd name="connsiteX5" fmla="*/ 329712 w 634577"/>
                  <a:gd name="connsiteY5" fmla="*/ 48094 h 598991"/>
                  <a:gd name="connsiteX6" fmla="*/ 6624 w 634577"/>
                  <a:gd name="connsiteY6" fmla="*/ 17614 h 598991"/>
                  <a:gd name="connsiteX0" fmla="*/ 6624 w 634575"/>
                  <a:gd name="connsiteY0" fmla="*/ 21507 h 602884"/>
                  <a:gd name="connsiteX1" fmla="*/ 213888 w 634575"/>
                  <a:gd name="connsiteY1" fmla="*/ 308019 h 602884"/>
                  <a:gd name="connsiteX2" fmla="*/ 6624 w 634575"/>
                  <a:gd name="connsiteY2" fmla="*/ 600627 h 602884"/>
                  <a:gd name="connsiteX3" fmla="*/ 305328 w 634575"/>
                  <a:gd name="connsiteY3" fmla="*/ 600627 h 602884"/>
                  <a:gd name="connsiteX4" fmla="*/ 634512 w 634575"/>
                  <a:gd name="connsiteY4" fmla="*/ 314115 h 602884"/>
                  <a:gd name="connsiteX5" fmla="*/ 329712 w 634575"/>
                  <a:gd name="connsiteY5" fmla="*/ 51987 h 602884"/>
                  <a:gd name="connsiteX6" fmla="*/ 6624 w 634575"/>
                  <a:gd name="connsiteY6" fmla="*/ 21507 h 602884"/>
                  <a:gd name="connsiteX0" fmla="*/ 6624 w 634575"/>
                  <a:gd name="connsiteY0" fmla="*/ 21507 h 619140"/>
                  <a:gd name="connsiteX1" fmla="*/ 213888 w 634575"/>
                  <a:gd name="connsiteY1" fmla="*/ 308019 h 619140"/>
                  <a:gd name="connsiteX2" fmla="*/ 6624 w 634575"/>
                  <a:gd name="connsiteY2" fmla="*/ 600627 h 619140"/>
                  <a:gd name="connsiteX3" fmla="*/ 305328 w 634575"/>
                  <a:gd name="connsiteY3" fmla="*/ 600627 h 619140"/>
                  <a:gd name="connsiteX4" fmla="*/ 634512 w 634575"/>
                  <a:gd name="connsiteY4" fmla="*/ 314115 h 619140"/>
                  <a:gd name="connsiteX5" fmla="*/ 329712 w 634575"/>
                  <a:gd name="connsiteY5" fmla="*/ 51987 h 619140"/>
                  <a:gd name="connsiteX6" fmla="*/ 6624 w 634575"/>
                  <a:gd name="connsiteY6" fmla="*/ 21507 h 619140"/>
                  <a:gd name="connsiteX0" fmla="*/ 6624 w 634531"/>
                  <a:gd name="connsiteY0" fmla="*/ 21507 h 607159"/>
                  <a:gd name="connsiteX1" fmla="*/ 213888 w 634531"/>
                  <a:gd name="connsiteY1" fmla="*/ 308019 h 607159"/>
                  <a:gd name="connsiteX2" fmla="*/ 6624 w 634531"/>
                  <a:gd name="connsiteY2" fmla="*/ 600627 h 607159"/>
                  <a:gd name="connsiteX3" fmla="*/ 341904 w 634531"/>
                  <a:gd name="connsiteY3" fmla="*/ 582339 h 607159"/>
                  <a:gd name="connsiteX4" fmla="*/ 634512 w 634531"/>
                  <a:gd name="connsiteY4" fmla="*/ 314115 h 607159"/>
                  <a:gd name="connsiteX5" fmla="*/ 329712 w 634531"/>
                  <a:gd name="connsiteY5" fmla="*/ 51987 h 607159"/>
                  <a:gd name="connsiteX6" fmla="*/ 6624 w 634531"/>
                  <a:gd name="connsiteY6" fmla="*/ 21507 h 607159"/>
                  <a:gd name="connsiteX0" fmla="*/ 6624 w 634516"/>
                  <a:gd name="connsiteY0" fmla="*/ 21507 h 600822"/>
                  <a:gd name="connsiteX1" fmla="*/ 213888 w 634516"/>
                  <a:gd name="connsiteY1" fmla="*/ 308019 h 600822"/>
                  <a:gd name="connsiteX2" fmla="*/ 6624 w 634516"/>
                  <a:gd name="connsiteY2" fmla="*/ 600627 h 600822"/>
                  <a:gd name="connsiteX3" fmla="*/ 335808 w 634516"/>
                  <a:gd name="connsiteY3" fmla="*/ 564051 h 600822"/>
                  <a:gd name="connsiteX4" fmla="*/ 634512 w 634516"/>
                  <a:gd name="connsiteY4" fmla="*/ 314115 h 600822"/>
                  <a:gd name="connsiteX5" fmla="*/ 329712 w 634516"/>
                  <a:gd name="connsiteY5" fmla="*/ 51987 h 600822"/>
                  <a:gd name="connsiteX6" fmla="*/ 6624 w 634516"/>
                  <a:gd name="connsiteY6" fmla="*/ 21507 h 600822"/>
                  <a:gd name="connsiteX0" fmla="*/ 6624 w 634516"/>
                  <a:gd name="connsiteY0" fmla="*/ 20598 h 599913"/>
                  <a:gd name="connsiteX1" fmla="*/ 213888 w 634516"/>
                  <a:gd name="connsiteY1" fmla="*/ 307110 h 599913"/>
                  <a:gd name="connsiteX2" fmla="*/ 6624 w 634516"/>
                  <a:gd name="connsiteY2" fmla="*/ 599718 h 599913"/>
                  <a:gd name="connsiteX3" fmla="*/ 335808 w 634516"/>
                  <a:gd name="connsiteY3" fmla="*/ 563142 h 599913"/>
                  <a:gd name="connsiteX4" fmla="*/ 634512 w 634516"/>
                  <a:gd name="connsiteY4" fmla="*/ 313206 h 599913"/>
                  <a:gd name="connsiteX5" fmla="*/ 329712 w 634516"/>
                  <a:gd name="connsiteY5" fmla="*/ 51078 h 599913"/>
                  <a:gd name="connsiteX6" fmla="*/ 6624 w 634516"/>
                  <a:gd name="connsiteY6" fmla="*/ 20598 h 599913"/>
                  <a:gd name="connsiteX0" fmla="*/ 6624 w 634516"/>
                  <a:gd name="connsiteY0" fmla="*/ 22407 h 601722"/>
                  <a:gd name="connsiteX1" fmla="*/ 213888 w 634516"/>
                  <a:gd name="connsiteY1" fmla="*/ 308919 h 601722"/>
                  <a:gd name="connsiteX2" fmla="*/ 6624 w 634516"/>
                  <a:gd name="connsiteY2" fmla="*/ 601527 h 601722"/>
                  <a:gd name="connsiteX3" fmla="*/ 335808 w 634516"/>
                  <a:gd name="connsiteY3" fmla="*/ 564951 h 601722"/>
                  <a:gd name="connsiteX4" fmla="*/ 634512 w 634516"/>
                  <a:gd name="connsiteY4" fmla="*/ 315015 h 601722"/>
                  <a:gd name="connsiteX5" fmla="*/ 329712 w 634516"/>
                  <a:gd name="connsiteY5" fmla="*/ 52887 h 601722"/>
                  <a:gd name="connsiteX6" fmla="*/ 6624 w 634516"/>
                  <a:gd name="connsiteY6" fmla="*/ 22407 h 601722"/>
                  <a:gd name="connsiteX0" fmla="*/ 6624 w 634516"/>
                  <a:gd name="connsiteY0" fmla="*/ 8163 h 587478"/>
                  <a:gd name="connsiteX1" fmla="*/ 213888 w 634516"/>
                  <a:gd name="connsiteY1" fmla="*/ 294675 h 587478"/>
                  <a:gd name="connsiteX2" fmla="*/ 6624 w 634516"/>
                  <a:gd name="connsiteY2" fmla="*/ 587283 h 587478"/>
                  <a:gd name="connsiteX3" fmla="*/ 335808 w 634516"/>
                  <a:gd name="connsiteY3" fmla="*/ 550707 h 587478"/>
                  <a:gd name="connsiteX4" fmla="*/ 634512 w 634516"/>
                  <a:gd name="connsiteY4" fmla="*/ 300771 h 587478"/>
                  <a:gd name="connsiteX5" fmla="*/ 329712 w 634516"/>
                  <a:gd name="connsiteY5" fmla="*/ 38643 h 587478"/>
                  <a:gd name="connsiteX6" fmla="*/ 6624 w 634516"/>
                  <a:gd name="connsiteY6" fmla="*/ 8163 h 587478"/>
                  <a:gd name="connsiteX0" fmla="*/ 6288 w 634180"/>
                  <a:gd name="connsiteY0" fmla="*/ 8163 h 587686"/>
                  <a:gd name="connsiteX1" fmla="*/ 213552 w 634180"/>
                  <a:gd name="connsiteY1" fmla="*/ 294675 h 587686"/>
                  <a:gd name="connsiteX2" fmla="*/ 6288 w 634180"/>
                  <a:gd name="connsiteY2" fmla="*/ 587283 h 587686"/>
                  <a:gd name="connsiteX3" fmla="*/ 335472 w 634180"/>
                  <a:gd name="connsiteY3" fmla="*/ 550707 h 587686"/>
                  <a:gd name="connsiteX4" fmla="*/ 634176 w 634180"/>
                  <a:gd name="connsiteY4" fmla="*/ 300771 h 587686"/>
                  <a:gd name="connsiteX5" fmla="*/ 329376 w 634180"/>
                  <a:gd name="connsiteY5" fmla="*/ 38643 h 587686"/>
                  <a:gd name="connsiteX6" fmla="*/ 6288 w 634180"/>
                  <a:gd name="connsiteY6" fmla="*/ 8163 h 587686"/>
                  <a:gd name="connsiteX0" fmla="*/ 6288 w 634211"/>
                  <a:gd name="connsiteY0" fmla="*/ 8163 h 587686"/>
                  <a:gd name="connsiteX1" fmla="*/ 213552 w 634211"/>
                  <a:gd name="connsiteY1" fmla="*/ 294675 h 587686"/>
                  <a:gd name="connsiteX2" fmla="*/ 6288 w 634211"/>
                  <a:gd name="connsiteY2" fmla="*/ 587283 h 587686"/>
                  <a:gd name="connsiteX3" fmla="*/ 335472 w 634211"/>
                  <a:gd name="connsiteY3" fmla="*/ 550707 h 587686"/>
                  <a:gd name="connsiteX4" fmla="*/ 634176 w 634211"/>
                  <a:gd name="connsiteY4" fmla="*/ 300771 h 587686"/>
                  <a:gd name="connsiteX5" fmla="*/ 329376 w 634211"/>
                  <a:gd name="connsiteY5" fmla="*/ 38643 h 587686"/>
                  <a:gd name="connsiteX6" fmla="*/ 6288 w 634211"/>
                  <a:gd name="connsiteY6" fmla="*/ 8163 h 587686"/>
                  <a:gd name="connsiteX0" fmla="*/ 6288 w 634286"/>
                  <a:gd name="connsiteY0" fmla="*/ 8163 h 587686"/>
                  <a:gd name="connsiteX1" fmla="*/ 213552 w 634286"/>
                  <a:gd name="connsiteY1" fmla="*/ 294675 h 587686"/>
                  <a:gd name="connsiteX2" fmla="*/ 6288 w 634286"/>
                  <a:gd name="connsiteY2" fmla="*/ 587283 h 587686"/>
                  <a:gd name="connsiteX3" fmla="*/ 335472 w 634286"/>
                  <a:gd name="connsiteY3" fmla="*/ 550707 h 587686"/>
                  <a:gd name="connsiteX4" fmla="*/ 634176 w 634286"/>
                  <a:gd name="connsiteY4" fmla="*/ 300771 h 587686"/>
                  <a:gd name="connsiteX5" fmla="*/ 329376 w 634286"/>
                  <a:gd name="connsiteY5" fmla="*/ 38643 h 587686"/>
                  <a:gd name="connsiteX6" fmla="*/ 6288 w 634286"/>
                  <a:gd name="connsiteY6" fmla="*/ 8163 h 587686"/>
                  <a:gd name="connsiteX0" fmla="*/ 6288 w 634286"/>
                  <a:gd name="connsiteY0" fmla="*/ 4816 h 584339"/>
                  <a:gd name="connsiteX1" fmla="*/ 213552 w 634286"/>
                  <a:gd name="connsiteY1" fmla="*/ 291328 h 584339"/>
                  <a:gd name="connsiteX2" fmla="*/ 6288 w 634286"/>
                  <a:gd name="connsiteY2" fmla="*/ 583936 h 584339"/>
                  <a:gd name="connsiteX3" fmla="*/ 335472 w 634286"/>
                  <a:gd name="connsiteY3" fmla="*/ 547360 h 584339"/>
                  <a:gd name="connsiteX4" fmla="*/ 634176 w 634286"/>
                  <a:gd name="connsiteY4" fmla="*/ 297424 h 584339"/>
                  <a:gd name="connsiteX5" fmla="*/ 329376 w 634286"/>
                  <a:gd name="connsiteY5" fmla="*/ 35296 h 584339"/>
                  <a:gd name="connsiteX6" fmla="*/ 6288 w 634286"/>
                  <a:gd name="connsiteY6" fmla="*/ 4816 h 584339"/>
                  <a:gd name="connsiteX0" fmla="*/ 6288 w 634210"/>
                  <a:gd name="connsiteY0" fmla="*/ 14826 h 594349"/>
                  <a:gd name="connsiteX1" fmla="*/ 213552 w 634210"/>
                  <a:gd name="connsiteY1" fmla="*/ 301338 h 594349"/>
                  <a:gd name="connsiteX2" fmla="*/ 6288 w 634210"/>
                  <a:gd name="connsiteY2" fmla="*/ 593946 h 594349"/>
                  <a:gd name="connsiteX3" fmla="*/ 335472 w 634210"/>
                  <a:gd name="connsiteY3" fmla="*/ 557370 h 594349"/>
                  <a:gd name="connsiteX4" fmla="*/ 634176 w 634210"/>
                  <a:gd name="connsiteY4" fmla="*/ 307434 h 594349"/>
                  <a:gd name="connsiteX5" fmla="*/ 353545 w 634210"/>
                  <a:gd name="connsiteY5" fmla="*/ 57390 h 594349"/>
                  <a:gd name="connsiteX6" fmla="*/ 6288 w 634210"/>
                  <a:gd name="connsiteY6" fmla="*/ 14826 h 594349"/>
                  <a:gd name="connsiteX0" fmla="*/ 6288 w 634210"/>
                  <a:gd name="connsiteY0" fmla="*/ 4846 h 584369"/>
                  <a:gd name="connsiteX1" fmla="*/ 213552 w 634210"/>
                  <a:gd name="connsiteY1" fmla="*/ 291358 h 584369"/>
                  <a:gd name="connsiteX2" fmla="*/ 6288 w 634210"/>
                  <a:gd name="connsiteY2" fmla="*/ 583966 h 584369"/>
                  <a:gd name="connsiteX3" fmla="*/ 335472 w 634210"/>
                  <a:gd name="connsiteY3" fmla="*/ 547390 h 584369"/>
                  <a:gd name="connsiteX4" fmla="*/ 634176 w 634210"/>
                  <a:gd name="connsiteY4" fmla="*/ 297454 h 584369"/>
                  <a:gd name="connsiteX5" fmla="*/ 353545 w 634210"/>
                  <a:gd name="connsiteY5" fmla="*/ 47410 h 584369"/>
                  <a:gd name="connsiteX6" fmla="*/ 6288 w 634210"/>
                  <a:gd name="connsiteY6" fmla="*/ 4846 h 584369"/>
                  <a:gd name="connsiteX0" fmla="*/ 6288 w 634210"/>
                  <a:gd name="connsiteY0" fmla="*/ 4415 h 583938"/>
                  <a:gd name="connsiteX1" fmla="*/ 213552 w 634210"/>
                  <a:gd name="connsiteY1" fmla="*/ 290927 h 583938"/>
                  <a:gd name="connsiteX2" fmla="*/ 6288 w 634210"/>
                  <a:gd name="connsiteY2" fmla="*/ 583535 h 583938"/>
                  <a:gd name="connsiteX3" fmla="*/ 335472 w 634210"/>
                  <a:gd name="connsiteY3" fmla="*/ 546959 h 583938"/>
                  <a:gd name="connsiteX4" fmla="*/ 634176 w 634210"/>
                  <a:gd name="connsiteY4" fmla="*/ 297023 h 583938"/>
                  <a:gd name="connsiteX5" fmla="*/ 353545 w 634210"/>
                  <a:gd name="connsiteY5" fmla="*/ 46979 h 583938"/>
                  <a:gd name="connsiteX6" fmla="*/ 6288 w 634210"/>
                  <a:gd name="connsiteY6" fmla="*/ 4415 h 583938"/>
                  <a:gd name="connsiteX0" fmla="*/ 6288 w 634210"/>
                  <a:gd name="connsiteY0" fmla="*/ 5419 h 584942"/>
                  <a:gd name="connsiteX1" fmla="*/ 213552 w 634210"/>
                  <a:gd name="connsiteY1" fmla="*/ 291931 h 584942"/>
                  <a:gd name="connsiteX2" fmla="*/ 6288 w 634210"/>
                  <a:gd name="connsiteY2" fmla="*/ 584539 h 584942"/>
                  <a:gd name="connsiteX3" fmla="*/ 335472 w 634210"/>
                  <a:gd name="connsiteY3" fmla="*/ 547963 h 584942"/>
                  <a:gd name="connsiteX4" fmla="*/ 634176 w 634210"/>
                  <a:gd name="connsiteY4" fmla="*/ 298027 h 584942"/>
                  <a:gd name="connsiteX5" fmla="*/ 353545 w 634210"/>
                  <a:gd name="connsiteY5" fmla="*/ 47983 h 584942"/>
                  <a:gd name="connsiteX6" fmla="*/ 6288 w 634210"/>
                  <a:gd name="connsiteY6" fmla="*/ 5419 h 584942"/>
                  <a:gd name="connsiteX0" fmla="*/ 6288 w 634218"/>
                  <a:gd name="connsiteY0" fmla="*/ 7646 h 587169"/>
                  <a:gd name="connsiteX1" fmla="*/ 213552 w 634218"/>
                  <a:gd name="connsiteY1" fmla="*/ 294158 h 587169"/>
                  <a:gd name="connsiteX2" fmla="*/ 6288 w 634218"/>
                  <a:gd name="connsiteY2" fmla="*/ 586766 h 587169"/>
                  <a:gd name="connsiteX3" fmla="*/ 335472 w 634218"/>
                  <a:gd name="connsiteY3" fmla="*/ 550190 h 587169"/>
                  <a:gd name="connsiteX4" fmla="*/ 634176 w 634218"/>
                  <a:gd name="connsiteY4" fmla="*/ 300254 h 587169"/>
                  <a:gd name="connsiteX5" fmla="*/ 353545 w 634218"/>
                  <a:gd name="connsiteY5" fmla="*/ 50210 h 587169"/>
                  <a:gd name="connsiteX6" fmla="*/ 6288 w 634218"/>
                  <a:gd name="connsiteY6" fmla="*/ 7646 h 587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4218" h="587169">
                    <a:moveTo>
                      <a:pt x="6288" y="7646"/>
                    </a:moveTo>
                    <a:cubicBezTo>
                      <a:pt x="-1402" y="17865"/>
                      <a:pt x="197440" y="80821"/>
                      <a:pt x="213552" y="294158"/>
                    </a:cubicBezTo>
                    <a:cubicBezTo>
                      <a:pt x="229664" y="507495"/>
                      <a:pt x="-44512" y="593878"/>
                      <a:pt x="6288" y="586766"/>
                    </a:cubicBezTo>
                    <a:cubicBezTo>
                      <a:pt x="105856" y="586766"/>
                      <a:pt x="200344" y="591846"/>
                      <a:pt x="335472" y="550190"/>
                    </a:cubicBezTo>
                    <a:cubicBezTo>
                      <a:pt x="470600" y="508534"/>
                      <a:pt x="631164" y="383584"/>
                      <a:pt x="634176" y="300254"/>
                    </a:cubicBezTo>
                    <a:cubicBezTo>
                      <a:pt x="637188" y="216924"/>
                      <a:pt x="479500" y="97260"/>
                      <a:pt x="353545" y="50210"/>
                    </a:cubicBezTo>
                    <a:cubicBezTo>
                      <a:pt x="227590" y="3160"/>
                      <a:pt x="19803" y="-10314"/>
                      <a:pt x="6288" y="7646"/>
                    </a:cubicBezTo>
                    <a:close/>
                  </a:path>
                </a:pathLst>
              </a:custGeom>
              <a:solidFill>
                <a:schemeClr val="bg1"/>
              </a:solidFill>
              <a:ln w="12700"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r"/>
                <a:endParaRPr lang="en-CN" sz="6000"/>
              </a:p>
            </p:txBody>
          </p:sp>
          <p:sp>
            <p:nvSpPr>
              <p:cNvPr id="37" name="Freeform 36">
                <a:extLst>
                  <a:ext uri="{FF2B5EF4-FFF2-40B4-BE49-F238E27FC236}">
                    <a16:creationId xmlns:a16="http://schemas.microsoft.com/office/drawing/2014/main" id="{267E47CE-D663-C04F-875A-AED0E4599297}"/>
                  </a:ext>
                </a:extLst>
              </p:cNvPr>
              <p:cNvSpPr/>
              <p:nvPr/>
            </p:nvSpPr>
            <p:spPr bwMode="auto">
              <a:xfrm>
                <a:off x="6470670" y="5701318"/>
                <a:ext cx="223789" cy="531264"/>
              </a:xfrm>
              <a:custGeom>
                <a:avLst/>
                <a:gdLst>
                  <a:gd name="connsiteX0" fmla="*/ 0 w 195378"/>
                  <a:gd name="connsiteY0" fmla="*/ 0 h 541538"/>
                  <a:gd name="connsiteX1" fmla="*/ 195308 w 195378"/>
                  <a:gd name="connsiteY1" fmla="*/ 257452 h 541538"/>
                  <a:gd name="connsiteX2" fmla="*/ 17755 w 195378"/>
                  <a:gd name="connsiteY2" fmla="*/ 541538 h 541538"/>
                  <a:gd name="connsiteX0" fmla="*/ 2793 w 198102"/>
                  <a:gd name="connsiteY0" fmla="*/ 0 h 531264"/>
                  <a:gd name="connsiteX1" fmla="*/ 198101 w 198102"/>
                  <a:gd name="connsiteY1" fmla="*/ 257452 h 531264"/>
                  <a:gd name="connsiteX2" fmla="*/ 0 w 198102"/>
                  <a:gd name="connsiteY2" fmla="*/ 531264 h 531264"/>
                  <a:gd name="connsiteX0" fmla="*/ 2793 w 223788"/>
                  <a:gd name="connsiteY0" fmla="*/ 0 h 531264"/>
                  <a:gd name="connsiteX1" fmla="*/ 223787 w 223788"/>
                  <a:gd name="connsiteY1" fmla="*/ 262589 h 531264"/>
                  <a:gd name="connsiteX2" fmla="*/ 0 w 223788"/>
                  <a:gd name="connsiteY2" fmla="*/ 531264 h 531264"/>
                  <a:gd name="connsiteX0" fmla="*/ 2793 w 223902"/>
                  <a:gd name="connsiteY0" fmla="*/ 0 h 531264"/>
                  <a:gd name="connsiteX1" fmla="*/ 223787 w 223902"/>
                  <a:gd name="connsiteY1" fmla="*/ 262589 h 531264"/>
                  <a:gd name="connsiteX2" fmla="*/ 0 w 223902"/>
                  <a:gd name="connsiteY2" fmla="*/ 531264 h 531264"/>
                  <a:gd name="connsiteX0" fmla="*/ 2793 w 223934"/>
                  <a:gd name="connsiteY0" fmla="*/ 0 h 531264"/>
                  <a:gd name="connsiteX1" fmla="*/ 223787 w 223934"/>
                  <a:gd name="connsiteY1" fmla="*/ 262589 h 531264"/>
                  <a:gd name="connsiteX2" fmla="*/ 0 w 223934"/>
                  <a:gd name="connsiteY2" fmla="*/ 531264 h 531264"/>
                  <a:gd name="connsiteX0" fmla="*/ 2793 w 223927"/>
                  <a:gd name="connsiteY0" fmla="*/ 0 h 531264"/>
                  <a:gd name="connsiteX1" fmla="*/ 223787 w 223927"/>
                  <a:gd name="connsiteY1" fmla="*/ 262589 h 531264"/>
                  <a:gd name="connsiteX2" fmla="*/ 0 w 223927"/>
                  <a:gd name="connsiteY2" fmla="*/ 531264 h 531264"/>
                  <a:gd name="connsiteX0" fmla="*/ 2793 w 223927"/>
                  <a:gd name="connsiteY0" fmla="*/ 0 h 531264"/>
                  <a:gd name="connsiteX1" fmla="*/ 223787 w 223927"/>
                  <a:gd name="connsiteY1" fmla="*/ 262589 h 531264"/>
                  <a:gd name="connsiteX2" fmla="*/ 0 w 223927"/>
                  <a:gd name="connsiteY2" fmla="*/ 531264 h 531264"/>
                  <a:gd name="connsiteX0" fmla="*/ 2793 w 223789"/>
                  <a:gd name="connsiteY0" fmla="*/ 0 h 531264"/>
                  <a:gd name="connsiteX1" fmla="*/ 223787 w 223789"/>
                  <a:gd name="connsiteY1" fmla="*/ 262589 h 531264"/>
                  <a:gd name="connsiteX2" fmla="*/ 0 w 223789"/>
                  <a:gd name="connsiteY2" fmla="*/ 531264 h 531264"/>
                </a:gdLst>
                <a:ahLst/>
                <a:cxnLst>
                  <a:cxn ang="0">
                    <a:pos x="connsiteX0" y="connsiteY0"/>
                  </a:cxn>
                  <a:cxn ang="0">
                    <a:pos x="connsiteX1" y="connsiteY1"/>
                  </a:cxn>
                  <a:cxn ang="0">
                    <a:pos x="connsiteX2" y="connsiteY2"/>
                  </a:cxn>
                </a:cxnLst>
                <a:rect l="l" t="t" r="r" b="b"/>
                <a:pathLst>
                  <a:path w="223789" h="531264">
                    <a:moveTo>
                      <a:pt x="2793" y="0"/>
                    </a:moveTo>
                    <a:cubicBezTo>
                      <a:pt x="145200" y="83598"/>
                      <a:pt x="224252" y="153497"/>
                      <a:pt x="223787" y="262589"/>
                    </a:cubicBezTo>
                    <a:cubicBezTo>
                      <a:pt x="223322" y="371681"/>
                      <a:pt x="115941" y="460034"/>
                      <a:pt x="0" y="531264"/>
                    </a:cubicBezTo>
                  </a:path>
                </a:pathLst>
              </a:cu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2800" b="0" i="0" u="none" strike="noStrike" cap="none" normalizeH="0" baseline="0">
                  <a:ln>
                    <a:noFill/>
                  </a:ln>
                  <a:solidFill>
                    <a:schemeClr val="tx1"/>
                  </a:solidFill>
                  <a:effectLst/>
                  <a:latin typeface="Arial" charset="0"/>
                </a:endParaRPr>
              </a:p>
            </p:txBody>
          </p:sp>
        </p:grpSp>
        <p:sp>
          <p:nvSpPr>
            <p:cNvPr id="30" name="TextBox 29">
              <a:extLst>
                <a:ext uri="{FF2B5EF4-FFF2-40B4-BE49-F238E27FC236}">
                  <a16:creationId xmlns:a16="http://schemas.microsoft.com/office/drawing/2014/main" id="{C545D826-6528-7745-A1C3-E15BC9418066}"/>
                </a:ext>
              </a:extLst>
            </p:cNvPr>
            <p:cNvSpPr txBox="1"/>
            <p:nvPr/>
          </p:nvSpPr>
          <p:spPr>
            <a:xfrm>
              <a:off x="3466995" y="5758290"/>
              <a:ext cx="354584"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s0</a:t>
              </a:r>
              <a:endParaRPr lang="en-CN" sz="1200" dirty="0">
                <a:solidFill>
                  <a:schemeClr val="tx1"/>
                </a:solidFill>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8F21E669-F9A3-094C-BCEC-BE863DAFA8FB}"/>
                </a:ext>
              </a:extLst>
            </p:cNvPr>
            <p:cNvSpPr txBox="1"/>
            <p:nvPr/>
          </p:nvSpPr>
          <p:spPr>
            <a:xfrm>
              <a:off x="442483" y="4789500"/>
              <a:ext cx="354584"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c4</a:t>
              </a:r>
              <a:endParaRPr lang="en-CN" sz="1200" dirty="0">
                <a:solidFill>
                  <a:schemeClr val="tx1"/>
                </a:solidFill>
                <a:latin typeface="Arial" panose="020B0604020202020204" pitchFamily="34" charset="0"/>
                <a:cs typeface="Arial" panose="020B0604020202020204" pitchFamily="34" charset="0"/>
              </a:endParaRPr>
            </a:p>
          </p:txBody>
        </p:sp>
        <p:sp>
          <p:nvSpPr>
            <p:cNvPr id="32" name="TextBox 31">
              <a:extLst>
                <a:ext uri="{FF2B5EF4-FFF2-40B4-BE49-F238E27FC236}">
                  <a16:creationId xmlns:a16="http://schemas.microsoft.com/office/drawing/2014/main" id="{27132CCF-D329-0942-AACE-723A8241FE84}"/>
                </a:ext>
              </a:extLst>
            </p:cNvPr>
            <p:cNvSpPr txBox="1"/>
            <p:nvPr/>
          </p:nvSpPr>
          <p:spPr>
            <a:xfrm>
              <a:off x="3920730" y="4804229"/>
              <a:ext cx="354584"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c0</a:t>
              </a:r>
              <a:endParaRPr lang="en-CN" sz="1200" dirty="0">
                <a:solidFill>
                  <a:schemeClr val="tx1"/>
                </a:solidFill>
                <a:latin typeface="Arial" panose="020B0604020202020204" pitchFamily="34" charset="0"/>
                <a:cs typeface="Arial" panose="020B0604020202020204" pitchFamily="34" charset="0"/>
              </a:endParaRPr>
            </a:p>
          </p:txBody>
        </p:sp>
      </p:grpSp>
      <p:grpSp>
        <p:nvGrpSpPr>
          <p:cNvPr id="115" name="Group 114">
            <a:extLst>
              <a:ext uri="{FF2B5EF4-FFF2-40B4-BE49-F238E27FC236}">
                <a16:creationId xmlns:a16="http://schemas.microsoft.com/office/drawing/2014/main" id="{292FACBA-3A20-4F48-9194-55A83FF741F5}"/>
              </a:ext>
            </a:extLst>
          </p:cNvPr>
          <p:cNvGrpSpPr/>
          <p:nvPr/>
        </p:nvGrpSpPr>
        <p:grpSpPr>
          <a:xfrm>
            <a:off x="516139" y="3592691"/>
            <a:ext cx="3832831" cy="2212573"/>
            <a:chOff x="442483" y="3822716"/>
            <a:chExt cx="3832831" cy="2212573"/>
          </a:xfrm>
        </p:grpSpPr>
        <p:grpSp>
          <p:nvGrpSpPr>
            <p:cNvPr id="116" name="Group 115">
              <a:extLst>
                <a:ext uri="{FF2B5EF4-FFF2-40B4-BE49-F238E27FC236}">
                  <a16:creationId xmlns:a16="http://schemas.microsoft.com/office/drawing/2014/main" id="{2EB00CB0-FF64-CF43-9330-9DA516ACFAC9}"/>
                </a:ext>
              </a:extLst>
            </p:cNvPr>
            <p:cNvGrpSpPr/>
            <p:nvPr/>
          </p:nvGrpSpPr>
          <p:grpSpPr>
            <a:xfrm>
              <a:off x="890985" y="3822718"/>
              <a:ext cx="685124" cy="1120672"/>
              <a:chOff x="577358" y="3965866"/>
              <a:chExt cx="685124" cy="1120672"/>
            </a:xfrm>
          </p:grpSpPr>
          <p:grpSp>
            <p:nvGrpSpPr>
              <p:cNvPr id="208" name="Group 207">
                <a:extLst>
                  <a:ext uri="{FF2B5EF4-FFF2-40B4-BE49-F238E27FC236}">
                    <a16:creationId xmlns:a16="http://schemas.microsoft.com/office/drawing/2014/main" id="{4914F8D5-2544-6945-BA06-B9319ED5EC4D}"/>
                  </a:ext>
                </a:extLst>
              </p:cNvPr>
              <p:cNvGrpSpPr/>
              <p:nvPr/>
            </p:nvGrpSpPr>
            <p:grpSpPr>
              <a:xfrm rot="5400000">
                <a:off x="487391" y="4420688"/>
                <a:ext cx="609600" cy="150228"/>
                <a:chOff x="2863476" y="5594843"/>
                <a:chExt cx="2234241" cy="576063"/>
              </a:xfrm>
            </p:grpSpPr>
            <p:cxnSp>
              <p:nvCxnSpPr>
                <p:cNvPr id="221" name="Straight Connector 220">
                  <a:extLst>
                    <a:ext uri="{FF2B5EF4-FFF2-40B4-BE49-F238E27FC236}">
                      <a16:creationId xmlns:a16="http://schemas.microsoft.com/office/drawing/2014/main" id="{B33C1215-E406-454F-BF1C-E7C7EEA51B44}"/>
                    </a:ext>
                  </a:extLst>
                </p:cNvPr>
                <p:cNvCxnSpPr>
                  <a:cxnSpLocks/>
                  <a:stCxn id="222" idx="1"/>
                </p:cNvCxnSpPr>
                <p:nvPr/>
              </p:nvCxnSpPr>
              <p:spPr bwMode="auto">
                <a:xfrm rot="16200000">
                  <a:off x="4582550" y="5367707"/>
                  <a:ext cx="0" cy="1030335"/>
                </a:xfrm>
                <a:prstGeom prst="line">
                  <a:avLst/>
                </a:prstGeom>
                <a:solidFill>
                  <a:schemeClr val="accent1"/>
                </a:solidFill>
                <a:ln w="12700" cap="rnd" cmpd="sng" algn="ctr">
                  <a:solidFill>
                    <a:schemeClr val="tx1"/>
                  </a:solidFill>
                  <a:prstDash val="solid"/>
                  <a:round/>
                  <a:headEnd type="none" w="med" len="med"/>
                  <a:tailEnd type="none" w="med" len="med"/>
                </a:ln>
                <a:effectLst/>
              </p:spPr>
            </p:cxnSp>
            <p:sp>
              <p:nvSpPr>
                <p:cNvPr id="222" name="Round Same Side Corner Rectangle 221">
                  <a:extLst>
                    <a:ext uri="{FF2B5EF4-FFF2-40B4-BE49-F238E27FC236}">
                      <a16:creationId xmlns:a16="http://schemas.microsoft.com/office/drawing/2014/main" id="{DA54ED8A-5500-EB4D-B2B1-B20D83E27727}"/>
                    </a:ext>
                  </a:extLst>
                </p:cNvPr>
                <p:cNvSpPr/>
                <p:nvPr/>
              </p:nvSpPr>
              <p:spPr bwMode="auto">
                <a:xfrm rot="5400000">
                  <a:off x="4093388" y="5568837"/>
                  <a:ext cx="576063" cy="628076"/>
                </a:xfrm>
                <a:prstGeom prst="round2SameRect">
                  <a:avLst>
                    <a:gd name="adj1" fmla="val 50000"/>
                    <a:gd name="adj2" fmla="val 0"/>
                  </a:avLst>
                </a:prstGeom>
                <a:solidFill>
                  <a:schemeClr val="bg1"/>
                </a:solidFill>
                <a:ln w="12700" cap="rnd"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r"/>
                  <a:endParaRPr lang="en-CN" sz="6000">
                    <a:solidFill>
                      <a:schemeClr val="tx1"/>
                    </a:solidFill>
                  </a:endParaRPr>
                </a:p>
              </p:txBody>
            </p:sp>
            <p:cxnSp>
              <p:nvCxnSpPr>
                <p:cNvPr id="223" name="Straight Connector 222">
                  <a:extLst>
                    <a:ext uri="{FF2B5EF4-FFF2-40B4-BE49-F238E27FC236}">
                      <a16:creationId xmlns:a16="http://schemas.microsoft.com/office/drawing/2014/main" id="{8080BBE9-AC04-1949-A24D-06283E9915A6}"/>
                    </a:ext>
                  </a:extLst>
                </p:cNvPr>
                <p:cNvCxnSpPr>
                  <a:cxnSpLocks/>
                </p:cNvCxnSpPr>
                <p:nvPr/>
              </p:nvCxnSpPr>
              <p:spPr bwMode="auto">
                <a:xfrm rot="16200000">
                  <a:off x="3922448" y="5571081"/>
                  <a:ext cx="0" cy="324350"/>
                </a:xfrm>
                <a:prstGeom prst="line">
                  <a:avLst/>
                </a:prstGeom>
                <a:solidFill>
                  <a:schemeClr val="accent1"/>
                </a:solidFill>
                <a:ln w="12700" cap="rnd" cmpd="sng" algn="ctr">
                  <a:solidFill>
                    <a:schemeClr val="tx1"/>
                  </a:solidFill>
                  <a:prstDash val="solid"/>
                  <a:round/>
                  <a:headEnd type="none" w="med" len="med"/>
                  <a:tailEnd type="none" w="med" len="med"/>
                </a:ln>
                <a:effectLst/>
              </p:spPr>
            </p:cxnSp>
            <p:cxnSp>
              <p:nvCxnSpPr>
                <p:cNvPr id="224" name="Straight Connector 223">
                  <a:extLst>
                    <a:ext uri="{FF2B5EF4-FFF2-40B4-BE49-F238E27FC236}">
                      <a16:creationId xmlns:a16="http://schemas.microsoft.com/office/drawing/2014/main" id="{5CE408FC-9CA8-6742-9776-79049130D428}"/>
                    </a:ext>
                  </a:extLst>
                </p:cNvPr>
                <p:cNvCxnSpPr>
                  <a:cxnSpLocks/>
                </p:cNvCxnSpPr>
                <p:nvPr/>
              </p:nvCxnSpPr>
              <p:spPr bwMode="auto">
                <a:xfrm rot="16200000">
                  <a:off x="3474050" y="5416257"/>
                  <a:ext cx="0" cy="1221148"/>
                </a:xfrm>
                <a:prstGeom prst="line">
                  <a:avLst/>
                </a:prstGeom>
                <a:solidFill>
                  <a:schemeClr val="accent1"/>
                </a:solidFill>
                <a:ln w="12700" cap="rnd" cmpd="sng" algn="ctr">
                  <a:solidFill>
                    <a:schemeClr val="tx1"/>
                  </a:solidFill>
                  <a:prstDash val="solid"/>
                  <a:round/>
                  <a:headEnd type="none" w="med" len="med"/>
                  <a:tailEnd type="none" w="med" len="med"/>
                </a:ln>
                <a:effectLst/>
              </p:spPr>
            </p:cxnSp>
          </p:grpSp>
          <p:grpSp>
            <p:nvGrpSpPr>
              <p:cNvPr id="209" name="Group 208">
                <a:extLst>
                  <a:ext uri="{FF2B5EF4-FFF2-40B4-BE49-F238E27FC236}">
                    <a16:creationId xmlns:a16="http://schemas.microsoft.com/office/drawing/2014/main" id="{D7E0A37A-2CF7-3342-9E00-148D4054510B}"/>
                  </a:ext>
                </a:extLst>
              </p:cNvPr>
              <p:cNvGrpSpPr/>
              <p:nvPr/>
            </p:nvGrpSpPr>
            <p:grpSpPr>
              <a:xfrm rot="5400000">
                <a:off x="742801" y="4420692"/>
                <a:ext cx="609603" cy="150219"/>
                <a:chOff x="5378571" y="5655686"/>
                <a:chExt cx="2232016" cy="587169"/>
              </a:xfrm>
            </p:grpSpPr>
            <p:cxnSp>
              <p:nvCxnSpPr>
                <p:cNvPr id="216" name="Straight Connector 215">
                  <a:extLst>
                    <a:ext uri="{FF2B5EF4-FFF2-40B4-BE49-F238E27FC236}">
                      <a16:creationId xmlns:a16="http://schemas.microsoft.com/office/drawing/2014/main" id="{05EA355D-9D3E-3745-831A-617E9835707A}"/>
                    </a:ext>
                  </a:extLst>
                </p:cNvPr>
                <p:cNvCxnSpPr>
                  <a:cxnSpLocks/>
                </p:cNvCxnSpPr>
                <p:nvPr/>
              </p:nvCxnSpPr>
              <p:spPr bwMode="auto">
                <a:xfrm rot="16200000">
                  <a:off x="7409742" y="5745099"/>
                  <a:ext cx="0" cy="401691"/>
                </a:xfrm>
                <a:prstGeom prst="line">
                  <a:avLst/>
                </a:prstGeom>
                <a:solidFill>
                  <a:schemeClr val="accent1"/>
                </a:solidFill>
                <a:ln w="12700" cap="rnd" cmpd="sng" algn="ctr">
                  <a:solidFill>
                    <a:schemeClr val="tx1"/>
                  </a:solidFill>
                  <a:prstDash val="solid"/>
                  <a:round/>
                  <a:headEnd type="none" w="med" len="med"/>
                  <a:tailEnd type="none" w="med" len="med"/>
                </a:ln>
                <a:effectLst/>
              </p:spPr>
            </p:cxnSp>
            <p:cxnSp>
              <p:nvCxnSpPr>
                <p:cNvPr id="217" name="Straight Connector 216">
                  <a:extLst>
                    <a:ext uri="{FF2B5EF4-FFF2-40B4-BE49-F238E27FC236}">
                      <a16:creationId xmlns:a16="http://schemas.microsoft.com/office/drawing/2014/main" id="{2F20B7F3-4A4A-4347-B97C-A4524C578DD9}"/>
                    </a:ext>
                  </a:extLst>
                </p:cNvPr>
                <p:cNvCxnSpPr>
                  <a:cxnSpLocks/>
                </p:cNvCxnSpPr>
                <p:nvPr/>
              </p:nvCxnSpPr>
              <p:spPr bwMode="auto">
                <a:xfrm rot="16200000">
                  <a:off x="6069892" y="5105007"/>
                  <a:ext cx="0" cy="1382641"/>
                </a:xfrm>
                <a:prstGeom prst="line">
                  <a:avLst/>
                </a:prstGeom>
                <a:solidFill>
                  <a:schemeClr val="accent1"/>
                </a:solidFill>
                <a:ln w="12700" cap="rnd" cmpd="sng" algn="ctr">
                  <a:solidFill>
                    <a:schemeClr val="tx1"/>
                  </a:solidFill>
                  <a:prstDash val="solid"/>
                  <a:round/>
                  <a:headEnd type="none" w="med" len="med"/>
                  <a:tailEnd type="none" w="med" len="med"/>
                </a:ln>
                <a:effectLst/>
              </p:spPr>
            </p:cxnSp>
            <p:cxnSp>
              <p:nvCxnSpPr>
                <p:cNvPr id="218" name="Straight Connector 217">
                  <a:extLst>
                    <a:ext uri="{FF2B5EF4-FFF2-40B4-BE49-F238E27FC236}">
                      <a16:creationId xmlns:a16="http://schemas.microsoft.com/office/drawing/2014/main" id="{5168C26A-6FC2-BF4C-89C6-CF4ABCC80558}"/>
                    </a:ext>
                  </a:extLst>
                </p:cNvPr>
                <p:cNvCxnSpPr>
                  <a:cxnSpLocks/>
                </p:cNvCxnSpPr>
                <p:nvPr/>
              </p:nvCxnSpPr>
              <p:spPr bwMode="auto">
                <a:xfrm rot="16200000">
                  <a:off x="6348890" y="5677583"/>
                  <a:ext cx="0" cy="824641"/>
                </a:xfrm>
                <a:prstGeom prst="line">
                  <a:avLst/>
                </a:prstGeom>
                <a:solidFill>
                  <a:schemeClr val="accent1"/>
                </a:solidFill>
                <a:ln w="12700" cap="rnd" cmpd="sng" algn="ctr">
                  <a:solidFill>
                    <a:schemeClr val="tx1"/>
                  </a:solidFill>
                  <a:prstDash val="solid"/>
                  <a:round/>
                  <a:headEnd type="none" w="med" len="med"/>
                  <a:tailEnd type="none" w="med" len="med"/>
                </a:ln>
                <a:effectLst/>
              </p:spPr>
            </p:cxnSp>
            <p:sp>
              <p:nvSpPr>
                <p:cNvPr id="219" name="Freeform 218">
                  <a:extLst>
                    <a:ext uri="{FF2B5EF4-FFF2-40B4-BE49-F238E27FC236}">
                      <a16:creationId xmlns:a16="http://schemas.microsoft.com/office/drawing/2014/main" id="{1D1434F5-3777-6445-A6D0-995FEDC00D13}"/>
                    </a:ext>
                  </a:extLst>
                </p:cNvPr>
                <p:cNvSpPr/>
                <p:nvPr/>
              </p:nvSpPr>
              <p:spPr bwMode="auto">
                <a:xfrm>
                  <a:off x="6574688" y="5655686"/>
                  <a:ext cx="634218" cy="587169"/>
                </a:xfrm>
                <a:custGeom>
                  <a:avLst/>
                  <a:gdLst>
                    <a:gd name="connsiteX0" fmla="*/ 0 w 627888"/>
                    <a:gd name="connsiteY0" fmla="*/ 0 h 579120"/>
                    <a:gd name="connsiteX1" fmla="*/ 207264 w 627888"/>
                    <a:gd name="connsiteY1" fmla="*/ 286512 h 579120"/>
                    <a:gd name="connsiteX2" fmla="*/ 0 w 627888"/>
                    <a:gd name="connsiteY2" fmla="*/ 579120 h 579120"/>
                    <a:gd name="connsiteX3" fmla="*/ 365760 w 627888"/>
                    <a:gd name="connsiteY3" fmla="*/ 573024 h 579120"/>
                    <a:gd name="connsiteX4" fmla="*/ 627888 w 627888"/>
                    <a:gd name="connsiteY4" fmla="*/ 292608 h 579120"/>
                    <a:gd name="connsiteX5" fmla="*/ 390144 w 627888"/>
                    <a:gd name="connsiteY5" fmla="*/ 6096 h 579120"/>
                    <a:gd name="connsiteX6" fmla="*/ 0 w 627888"/>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46520"/>
                    <a:gd name="connsiteY0" fmla="*/ 0 h 579120"/>
                    <a:gd name="connsiteX1" fmla="*/ 209962 w 646520"/>
                    <a:gd name="connsiteY1" fmla="*/ 286512 h 579120"/>
                    <a:gd name="connsiteX2" fmla="*/ 2698 w 646520"/>
                    <a:gd name="connsiteY2" fmla="*/ 579120 h 579120"/>
                    <a:gd name="connsiteX3" fmla="*/ 368458 w 646520"/>
                    <a:gd name="connsiteY3" fmla="*/ 573024 h 579120"/>
                    <a:gd name="connsiteX4" fmla="*/ 630586 w 646520"/>
                    <a:gd name="connsiteY4" fmla="*/ 292608 h 579120"/>
                    <a:gd name="connsiteX5" fmla="*/ 392842 w 646520"/>
                    <a:gd name="connsiteY5" fmla="*/ 6096 h 579120"/>
                    <a:gd name="connsiteX6" fmla="*/ 2698 w 646520"/>
                    <a:gd name="connsiteY6" fmla="*/ 0 h 579120"/>
                    <a:gd name="connsiteX0" fmla="*/ 2698 w 646520"/>
                    <a:gd name="connsiteY0" fmla="*/ 51141 h 630261"/>
                    <a:gd name="connsiteX1" fmla="*/ 209962 w 646520"/>
                    <a:gd name="connsiteY1" fmla="*/ 337653 h 630261"/>
                    <a:gd name="connsiteX2" fmla="*/ 2698 w 646520"/>
                    <a:gd name="connsiteY2" fmla="*/ 630261 h 630261"/>
                    <a:gd name="connsiteX3" fmla="*/ 368458 w 646520"/>
                    <a:gd name="connsiteY3" fmla="*/ 624165 h 630261"/>
                    <a:gd name="connsiteX4" fmla="*/ 630586 w 646520"/>
                    <a:gd name="connsiteY4" fmla="*/ 343749 h 630261"/>
                    <a:gd name="connsiteX5" fmla="*/ 392842 w 646520"/>
                    <a:gd name="connsiteY5" fmla="*/ 57237 h 630261"/>
                    <a:gd name="connsiteX6" fmla="*/ 2698 w 646520"/>
                    <a:gd name="connsiteY6" fmla="*/ 51141 h 630261"/>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1455 h 600575"/>
                    <a:gd name="connsiteX1" fmla="*/ 209962 w 646520"/>
                    <a:gd name="connsiteY1" fmla="*/ 307967 h 600575"/>
                    <a:gd name="connsiteX2" fmla="*/ 2698 w 646520"/>
                    <a:gd name="connsiteY2" fmla="*/ 600575 h 600575"/>
                    <a:gd name="connsiteX3" fmla="*/ 368458 w 646520"/>
                    <a:gd name="connsiteY3" fmla="*/ 594479 h 600575"/>
                    <a:gd name="connsiteX4" fmla="*/ 630586 w 646520"/>
                    <a:gd name="connsiteY4" fmla="*/ 314063 h 600575"/>
                    <a:gd name="connsiteX5" fmla="*/ 392842 w 646520"/>
                    <a:gd name="connsiteY5" fmla="*/ 27551 h 600575"/>
                    <a:gd name="connsiteX6" fmla="*/ 2698 w 646520"/>
                    <a:gd name="connsiteY6" fmla="*/ 21455 h 600575"/>
                    <a:gd name="connsiteX0" fmla="*/ 2698 w 630586"/>
                    <a:gd name="connsiteY0" fmla="*/ 21455 h 600575"/>
                    <a:gd name="connsiteX1" fmla="*/ 209962 w 630586"/>
                    <a:gd name="connsiteY1" fmla="*/ 307967 h 600575"/>
                    <a:gd name="connsiteX2" fmla="*/ 2698 w 630586"/>
                    <a:gd name="connsiteY2" fmla="*/ 600575 h 600575"/>
                    <a:gd name="connsiteX3" fmla="*/ 368458 w 630586"/>
                    <a:gd name="connsiteY3" fmla="*/ 594479 h 600575"/>
                    <a:gd name="connsiteX4" fmla="*/ 630586 w 630586"/>
                    <a:gd name="connsiteY4" fmla="*/ 314063 h 600575"/>
                    <a:gd name="connsiteX5" fmla="*/ 392842 w 630586"/>
                    <a:gd name="connsiteY5" fmla="*/ 27551 h 600575"/>
                    <a:gd name="connsiteX6" fmla="*/ 2698 w 630586"/>
                    <a:gd name="connsiteY6" fmla="*/ 21455 h 600575"/>
                    <a:gd name="connsiteX0" fmla="*/ 2698 w 631527"/>
                    <a:gd name="connsiteY0" fmla="*/ 21455 h 600575"/>
                    <a:gd name="connsiteX1" fmla="*/ 209962 w 631527"/>
                    <a:gd name="connsiteY1" fmla="*/ 307967 h 600575"/>
                    <a:gd name="connsiteX2" fmla="*/ 2698 w 631527"/>
                    <a:gd name="connsiteY2" fmla="*/ 600575 h 600575"/>
                    <a:gd name="connsiteX3" fmla="*/ 301402 w 631527"/>
                    <a:gd name="connsiteY3" fmla="*/ 600575 h 600575"/>
                    <a:gd name="connsiteX4" fmla="*/ 630586 w 631527"/>
                    <a:gd name="connsiteY4" fmla="*/ 314063 h 600575"/>
                    <a:gd name="connsiteX5" fmla="*/ 392842 w 631527"/>
                    <a:gd name="connsiteY5" fmla="*/ 27551 h 600575"/>
                    <a:gd name="connsiteX6" fmla="*/ 2698 w 631527"/>
                    <a:gd name="connsiteY6" fmla="*/ 21455 h 600575"/>
                    <a:gd name="connsiteX0" fmla="*/ 2698 w 631527"/>
                    <a:gd name="connsiteY0" fmla="*/ 21455 h 602832"/>
                    <a:gd name="connsiteX1" fmla="*/ 209962 w 631527"/>
                    <a:gd name="connsiteY1" fmla="*/ 307967 h 602832"/>
                    <a:gd name="connsiteX2" fmla="*/ 2698 w 631527"/>
                    <a:gd name="connsiteY2" fmla="*/ 600575 h 602832"/>
                    <a:gd name="connsiteX3" fmla="*/ 301402 w 631527"/>
                    <a:gd name="connsiteY3" fmla="*/ 600575 h 602832"/>
                    <a:gd name="connsiteX4" fmla="*/ 630586 w 631527"/>
                    <a:gd name="connsiteY4" fmla="*/ 314063 h 602832"/>
                    <a:gd name="connsiteX5" fmla="*/ 392842 w 631527"/>
                    <a:gd name="connsiteY5" fmla="*/ 27551 h 602832"/>
                    <a:gd name="connsiteX6" fmla="*/ 2698 w 631527"/>
                    <a:gd name="connsiteY6" fmla="*/ 21455 h 602832"/>
                    <a:gd name="connsiteX0" fmla="*/ 2698 w 630586"/>
                    <a:gd name="connsiteY0" fmla="*/ 21455 h 602832"/>
                    <a:gd name="connsiteX1" fmla="*/ 209962 w 630586"/>
                    <a:gd name="connsiteY1" fmla="*/ 307967 h 602832"/>
                    <a:gd name="connsiteX2" fmla="*/ 2698 w 630586"/>
                    <a:gd name="connsiteY2" fmla="*/ 600575 h 602832"/>
                    <a:gd name="connsiteX3" fmla="*/ 301402 w 630586"/>
                    <a:gd name="connsiteY3" fmla="*/ 600575 h 602832"/>
                    <a:gd name="connsiteX4" fmla="*/ 630586 w 630586"/>
                    <a:gd name="connsiteY4" fmla="*/ 314063 h 602832"/>
                    <a:gd name="connsiteX5" fmla="*/ 301402 w 630586"/>
                    <a:gd name="connsiteY5" fmla="*/ 27551 h 602832"/>
                    <a:gd name="connsiteX6" fmla="*/ 2698 w 630586"/>
                    <a:gd name="connsiteY6" fmla="*/ 21455 h 602832"/>
                    <a:gd name="connsiteX0" fmla="*/ 2698 w 630586"/>
                    <a:gd name="connsiteY0" fmla="*/ 20123 h 601500"/>
                    <a:gd name="connsiteX1" fmla="*/ 209962 w 630586"/>
                    <a:gd name="connsiteY1" fmla="*/ 306635 h 601500"/>
                    <a:gd name="connsiteX2" fmla="*/ 2698 w 630586"/>
                    <a:gd name="connsiteY2" fmla="*/ 599243 h 601500"/>
                    <a:gd name="connsiteX3" fmla="*/ 301402 w 630586"/>
                    <a:gd name="connsiteY3" fmla="*/ 599243 h 601500"/>
                    <a:gd name="connsiteX4" fmla="*/ 630586 w 630586"/>
                    <a:gd name="connsiteY4" fmla="*/ 312731 h 601500"/>
                    <a:gd name="connsiteX5" fmla="*/ 301402 w 630586"/>
                    <a:gd name="connsiteY5" fmla="*/ 26219 h 601500"/>
                    <a:gd name="connsiteX6" fmla="*/ 2698 w 630586"/>
                    <a:gd name="connsiteY6" fmla="*/ 20123 h 601500"/>
                    <a:gd name="connsiteX0" fmla="*/ 2146 w 630034"/>
                    <a:gd name="connsiteY0" fmla="*/ 20123 h 601500"/>
                    <a:gd name="connsiteX1" fmla="*/ 209410 w 630034"/>
                    <a:gd name="connsiteY1" fmla="*/ 306635 h 601500"/>
                    <a:gd name="connsiteX2" fmla="*/ 2146 w 630034"/>
                    <a:gd name="connsiteY2" fmla="*/ 599243 h 601500"/>
                    <a:gd name="connsiteX3" fmla="*/ 300850 w 630034"/>
                    <a:gd name="connsiteY3" fmla="*/ 599243 h 601500"/>
                    <a:gd name="connsiteX4" fmla="*/ 630034 w 630034"/>
                    <a:gd name="connsiteY4" fmla="*/ 312731 h 601500"/>
                    <a:gd name="connsiteX5" fmla="*/ 300850 w 630034"/>
                    <a:gd name="connsiteY5" fmla="*/ 26219 h 601500"/>
                    <a:gd name="connsiteX6" fmla="*/ 2146 w 630034"/>
                    <a:gd name="connsiteY6" fmla="*/ 20123 h 601500"/>
                    <a:gd name="connsiteX0" fmla="*/ 6215 w 634103"/>
                    <a:gd name="connsiteY0" fmla="*/ 3947 h 585324"/>
                    <a:gd name="connsiteX1" fmla="*/ 213479 w 634103"/>
                    <a:gd name="connsiteY1" fmla="*/ 290459 h 585324"/>
                    <a:gd name="connsiteX2" fmla="*/ 6215 w 634103"/>
                    <a:gd name="connsiteY2" fmla="*/ 583067 h 585324"/>
                    <a:gd name="connsiteX3" fmla="*/ 304919 w 634103"/>
                    <a:gd name="connsiteY3" fmla="*/ 583067 h 585324"/>
                    <a:gd name="connsiteX4" fmla="*/ 634103 w 634103"/>
                    <a:gd name="connsiteY4" fmla="*/ 296555 h 585324"/>
                    <a:gd name="connsiteX5" fmla="*/ 304919 w 634103"/>
                    <a:gd name="connsiteY5" fmla="*/ 10043 h 585324"/>
                    <a:gd name="connsiteX6" fmla="*/ 6215 w 634103"/>
                    <a:gd name="connsiteY6" fmla="*/ 3947 h 585324"/>
                    <a:gd name="connsiteX0" fmla="*/ 6624 w 634512"/>
                    <a:gd name="connsiteY0" fmla="*/ 3947 h 585324"/>
                    <a:gd name="connsiteX1" fmla="*/ 213888 w 634512"/>
                    <a:gd name="connsiteY1" fmla="*/ 290459 h 585324"/>
                    <a:gd name="connsiteX2" fmla="*/ 6624 w 634512"/>
                    <a:gd name="connsiteY2" fmla="*/ 583067 h 585324"/>
                    <a:gd name="connsiteX3" fmla="*/ 305328 w 634512"/>
                    <a:gd name="connsiteY3" fmla="*/ 583067 h 585324"/>
                    <a:gd name="connsiteX4" fmla="*/ 634512 w 634512"/>
                    <a:gd name="connsiteY4" fmla="*/ 296555 h 585324"/>
                    <a:gd name="connsiteX5" fmla="*/ 305328 w 634512"/>
                    <a:gd name="connsiteY5" fmla="*/ 10043 h 585324"/>
                    <a:gd name="connsiteX6" fmla="*/ 6624 w 634512"/>
                    <a:gd name="connsiteY6" fmla="*/ 3947 h 585324"/>
                    <a:gd name="connsiteX0" fmla="*/ 6624 w 634644"/>
                    <a:gd name="connsiteY0" fmla="*/ 18301 h 599678"/>
                    <a:gd name="connsiteX1" fmla="*/ 213888 w 634644"/>
                    <a:gd name="connsiteY1" fmla="*/ 304813 h 599678"/>
                    <a:gd name="connsiteX2" fmla="*/ 6624 w 634644"/>
                    <a:gd name="connsiteY2" fmla="*/ 597421 h 599678"/>
                    <a:gd name="connsiteX3" fmla="*/ 305328 w 634644"/>
                    <a:gd name="connsiteY3" fmla="*/ 597421 h 599678"/>
                    <a:gd name="connsiteX4" fmla="*/ 634512 w 634644"/>
                    <a:gd name="connsiteY4" fmla="*/ 310909 h 599678"/>
                    <a:gd name="connsiteX5" fmla="*/ 268752 w 634644"/>
                    <a:gd name="connsiteY5" fmla="*/ 30493 h 599678"/>
                    <a:gd name="connsiteX6" fmla="*/ 6624 w 634644"/>
                    <a:gd name="connsiteY6" fmla="*/ 18301 h 599678"/>
                    <a:gd name="connsiteX0" fmla="*/ 6624 w 634644"/>
                    <a:gd name="connsiteY0" fmla="*/ 23735 h 605112"/>
                    <a:gd name="connsiteX1" fmla="*/ 213888 w 634644"/>
                    <a:gd name="connsiteY1" fmla="*/ 310247 h 605112"/>
                    <a:gd name="connsiteX2" fmla="*/ 6624 w 634644"/>
                    <a:gd name="connsiteY2" fmla="*/ 602855 h 605112"/>
                    <a:gd name="connsiteX3" fmla="*/ 305328 w 634644"/>
                    <a:gd name="connsiteY3" fmla="*/ 602855 h 605112"/>
                    <a:gd name="connsiteX4" fmla="*/ 634512 w 634644"/>
                    <a:gd name="connsiteY4" fmla="*/ 316343 h 605112"/>
                    <a:gd name="connsiteX5" fmla="*/ 268752 w 634644"/>
                    <a:gd name="connsiteY5" fmla="*/ 35927 h 605112"/>
                    <a:gd name="connsiteX6" fmla="*/ 6624 w 634644"/>
                    <a:gd name="connsiteY6" fmla="*/ 23735 h 605112"/>
                    <a:gd name="connsiteX0" fmla="*/ 6624 w 634577"/>
                    <a:gd name="connsiteY0" fmla="*/ 17614 h 598991"/>
                    <a:gd name="connsiteX1" fmla="*/ 213888 w 634577"/>
                    <a:gd name="connsiteY1" fmla="*/ 304126 h 598991"/>
                    <a:gd name="connsiteX2" fmla="*/ 6624 w 634577"/>
                    <a:gd name="connsiteY2" fmla="*/ 596734 h 598991"/>
                    <a:gd name="connsiteX3" fmla="*/ 305328 w 634577"/>
                    <a:gd name="connsiteY3" fmla="*/ 596734 h 598991"/>
                    <a:gd name="connsiteX4" fmla="*/ 634512 w 634577"/>
                    <a:gd name="connsiteY4" fmla="*/ 310222 h 598991"/>
                    <a:gd name="connsiteX5" fmla="*/ 329712 w 634577"/>
                    <a:gd name="connsiteY5" fmla="*/ 48094 h 598991"/>
                    <a:gd name="connsiteX6" fmla="*/ 6624 w 634577"/>
                    <a:gd name="connsiteY6" fmla="*/ 17614 h 598991"/>
                    <a:gd name="connsiteX0" fmla="*/ 6624 w 634575"/>
                    <a:gd name="connsiteY0" fmla="*/ 21507 h 602884"/>
                    <a:gd name="connsiteX1" fmla="*/ 213888 w 634575"/>
                    <a:gd name="connsiteY1" fmla="*/ 308019 h 602884"/>
                    <a:gd name="connsiteX2" fmla="*/ 6624 w 634575"/>
                    <a:gd name="connsiteY2" fmla="*/ 600627 h 602884"/>
                    <a:gd name="connsiteX3" fmla="*/ 305328 w 634575"/>
                    <a:gd name="connsiteY3" fmla="*/ 600627 h 602884"/>
                    <a:gd name="connsiteX4" fmla="*/ 634512 w 634575"/>
                    <a:gd name="connsiteY4" fmla="*/ 314115 h 602884"/>
                    <a:gd name="connsiteX5" fmla="*/ 329712 w 634575"/>
                    <a:gd name="connsiteY5" fmla="*/ 51987 h 602884"/>
                    <a:gd name="connsiteX6" fmla="*/ 6624 w 634575"/>
                    <a:gd name="connsiteY6" fmla="*/ 21507 h 602884"/>
                    <a:gd name="connsiteX0" fmla="*/ 6624 w 634575"/>
                    <a:gd name="connsiteY0" fmla="*/ 21507 h 619140"/>
                    <a:gd name="connsiteX1" fmla="*/ 213888 w 634575"/>
                    <a:gd name="connsiteY1" fmla="*/ 308019 h 619140"/>
                    <a:gd name="connsiteX2" fmla="*/ 6624 w 634575"/>
                    <a:gd name="connsiteY2" fmla="*/ 600627 h 619140"/>
                    <a:gd name="connsiteX3" fmla="*/ 305328 w 634575"/>
                    <a:gd name="connsiteY3" fmla="*/ 600627 h 619140"/>
                    <a:gd name="connsiteX4" fmla="*/ 634512 w 634575"/>
                    <a:gd name="connsiteY4" fmla="*/ 314115 h 619140"/>
                    <a:gd name="connsiteX5" fmla="*/ 329712 w 634575"/>
                    <a:gd name="connsiteY5" fmla="*/ 51987 h 619140"/>
                    <a:gd name="connsiteX6" fmla="*/ 6624 w 634575"/>
                    <a:gd name="connsiteY6" fmla="*/ 21507 h 619140"/>
                    <a:gd name="connsiteX0" fmla="*/ 6624 w 634531"/>
                    <a:gd name="connsiteY0" fmla="*/ 21507 h 607159"/>
                    <a:gd name="connsiteX1" fmla="*/ 213888 w 634531"/>
                    <a:gd name="connsiteY1" fmla="*/ 308019 h 607159"/>
                    <a:gd name="connsiteX2" fmla="*/ 6624 w 634531"/>
                    <a:gd name="connsiteY2" fmla="*/ 600627 h 607159"/>
                    <a:gd name="connsiteX3" fmla="*/ 341904 w 634531"/>
                    <a:gd name="connsiteY3" fmla="*/ 582339 h 607159"/>
                    <a:gd name="connsiteX4" fmla="*/ 634512 w 634531"/>
                    <a:gd name="connsiteY4" fmla="*/ 314115 h 607159"/>
                    <a:gd name="connsiteX5" fmla="*/ 329712 w 634531"/>
                    <a:gd name="connsiteY5" fmla="*/ 51987 h 607159"/>
                    <a:gd name="connsiteX6" fmla="*/ 6624 w 634531"/>
                    <a:gd name="connsiteY6" fmla="*/ 21507 h 607159"/>
                    <a:gd name="connsiteX0" fmla="*/ 6624 w 634516"/>
                    <a:gd name="connsiteY0" fmla="*/ 21507 h 600822"/>
                    <a:gd name="connsiteX1" fmla="*/ 213888 w 634516"/>
                    <a:gd name="connsiteY1" fmla="*/ 308019 h 600822"/>
                    <a:gd name="connsiteX2" fmla="*/ 6624 w 634516"/>
                    <a:gd name="connsiteY2" fmla="*/ 600627 h 600822"/>
                    <a:gd name="connsiteX3" fmla="*/ 335808 w 634516"/>
                    <a:gd name="connsiteY3" fmla="*/ 564051 h 600822"/>
                    <a:gd name="connsiteX4" fmla="*/ 634512 w 634516"/>
                    <a:gd name="connsiteY4" fmla="*/ 314115 h 600822"/>
                    <a:gd name="connsiteX5" fmla="*/ 329712 w 634516"/>
                    <a:gd name="connsiteY5" fmla="*/ 51987 h 600822"/>
                    <a:gd name="connsiteX6" fmla="*/ 6624 w 634516"/>
                    <a:gd name="connsiteY6" fmla="*/ 21507 h 600822"/>
                    <a:gd name="connsiteX0" fmla="*/ 6624 w 634516"/>
                    <a:gd name="connsiteY0" fmla="*/ 20598 h 599913"/>
                    <a:gd name="connsiteX1" fmla="*/ 213888 w 634516"/>
                    <a:gd name="connsiteY1" fmla="*/ 307110 h 599913"/>
                    <a:gd name="connsiteX2" fmla="*/ 6624 w 634516"/>
                    <a:gd name="connsiteY2" fmla="*/ 599718 h 599913"/>
                    <a:gd name="connsiteX3" fmla="*/ 335808 w 634516"/>
                    <a:gd name="connsiteY3" fmla="*/ 563142 h 599913"/>
                    <a:gd name="connsiteX4" fmla="*/ 634512 w 634516"/>
                    <a:gd name="connsiteY4" fmla="*/ 313206 h 599913"/>
                    <a:gd name="connsiteX5" fmla="*/ 329712 w 634516"/>
                    <a:gd name="connsiteY5" fmla="*/ 51078 h 599913"/>
                    <a:gd name="connsiteX6" fmla="*/ 6624 w 634516"/>
                    <a:gd name="connsiteY6" fmla="*/ 20598 h 599913"/>
                    <a:gd name="connsiteX0" fmla="*/ 6624 w 634516"/>
                    <a:gd name="connsiteY0" fmla="*/ 22407 h 601722"/>
                    <a:gd name="connsiteX1" fmla="*/ 213888 w 634516"/>
                    <a:gd name="connsiteY1" fmla="*/ 308919 h 601722"/>
                    <a:gd name="connsiteX2" fmla="*/ 6624 w 634516"/>
                    <a:gd name="connsiteY2" fmla="*/ 601527 h 601722"/>
                    <a:gd name="connsiteX3" fmla="*/ 335808 w 634516"/>
                    <a:gd name="connsiteY3" fmla="*/ 564951 h 601722"/>
                    <a:gd name="connsiteX4" fmla="*/ 634512 w 634516"/>
                    <a:gd name="connsiteY4" fmla="*/ 315015 h 601722"/>
                    <a:gd name="connsiteX5" fmla="*/ 329712 w 634516"/>
                    <a:gd name="connsiteY5" fmla="*/ 52887 h 601722"/>
                    <a:gd name="connsiteX6" fmla="*/ 6624 w 634516"/>
                    <a:gd name="connsiteY6" fmla="*/ 22407 h 601722"/>
                    <a:gd name="connsiteX0" fmla="*/ 6624 w 634516"/>
                    <a:gd name="connsiteY0" fmla="*/ 8163 h 587478"/>
                    <a:gd name="connsiteX1" fmla="*/ 213888 w 634516"/>
                    <a:gd name="connsiteY1" fmla="*/ 294675 h 587478"/>
                    <a:gd name="connsiteX2" fmla="*/ 6624 w 634516"/>
                    <a:gd name="connsiteY2" fmla="*/ 587283 h 587478"/>
                    <a:gd name="connsiteX3" fmla="*/ 335808 w 634516"/>
                    <a:gd name="connsiteY3" fmla="*/ 550707 h 587478"/>
                    <a:gd name="connsiteX4" fmla="*/ 634512 w 634516"/>
                    <a:gd name="connsiteY4" fmla="*/ 300771 h 587478"/>
                    <a:gd name="connsiteX5" fmla="*/ 329712 w 634516"/>
                    <a:gd name="connsiteY5" fmla="*/ 38643 h 587478"/>
                    <a:gd name="connsiteX6" fmla="*/ 6624 w 634516"/>
                    <a:gd name="connsiteY6" fmla="*/ 8163 h 587478"/>
                    <a:gd name="connsiteX0" fmla="*/ 6288 w 634180"/>
                    <a:gd name="connsiteY0" fmla="*/ 8163 h 587686"/>
                    <a:gd name="connsiteX1" fmla="*/ 213552 w 634180"/>
                    <a:gd name="connsiteY1" fmla="*/ 294675 h 587686"/>
                    <a:gd name="connsiteX2" fmla="*/ 6288 w 634180"/>
                    <a:gd name="connsiteY2" fmla="*/ 587283 h 587686"/>
                    <a:gd name="connsiteX3" fmla="*/ 335472 w 634180"/>
                    <a:gd name="connsiteY3" fmla="*/ 550707 h 587686"/>
                    <a:gd name="connsiteX4" fmla="*/ 634176 w 634180"/>
                    <a:gd name="connsiteY4" fmla="*/ 300771 h 587686"/>
                    <a:gd name="connsiteX5" fmla="*/ 329376 w 634180"/>
                    <a:gd name="connsiteY5" fmla="*/ 38643 h 587686"/>
                    <a:gd name="connsiteX6" fmla="*/ 6288 w 634180"/>
                    <a:gd name="connsiteY6" fmla="*/ 8163 h 587686"/>
                    <a:gd name="connsiteX0" fmla="*/ 6288 w 634211"/>
                    <a:gd name="connsiteY0" fmla="*/ 8163 h 587686"/>
                    <a:gd name="connsiteX1" fmla="*/ 213552 w 634211"/>
                    <a:gd name="connsiteY1" fmla="*/ 294675 h 587686"/>
                    <a:gd name="connsiteX2" fmla="*/ 6288 w 634211"/>
                    <a:gd name="connsiteY2" fmla="*/ 587283 h 587686"/>
                    <a:gd name="connsiteX3" fmla="*/ 335472 w 634211"/>
                    <a:gd name="connsiteY3" fmla="*/ 550707 h 587686"/>
                    <a:gd name="connsiteX4" fmla="*/ 634176 w 634211"/>
                    <a:gd name="connsiteY4" fmla="*/ 300771 h 587686"/>
                    <a:gd name="connsiteX5" fmla="*/ 329376 w 634211"/>
                    <a:gd name="connsiteY5" fmla="*/ 38643 h 587686"/>
                    <a:gd name="connsiteX6" fmla="*/ 6288 w 634211"/>
                    <a:gd name="connsiteY6" fmla="*/ 8163 h 587686"/>
                    <a:gd name="connsiteX0" fmla="*/ 6288 w 634286"/>
                    <a:gd name="connsiteY0" fmla="*/ 8163 h 587686"/>
                    <a:gd name="connsiteX1" fmla="*/ 213552 w 634286"/>
                    <a:gd name="connsiteY1" fmla="*/ 294675 h 587686"/>
                    <a:gd name="connsiteX2" fmla="*/ 6288 w 634286"/>
                    <a:gd name="connsiteY2" fmla="*/ 587283 h 587686"/>
                    <a:gd name="connsiteX3" fmla="*/ 335472 w 634286"/>
                    <a:gd name="connsiteY3" fmla="*/ 550707 h 587686"/>
                    <a:gd name="connsiteX4" fmla="*/ 634176 w 634286"/>
                    <a:gd name="connsiteY4" fmla="*/ 300771 h 587686"/>
                    <a:gd name="connsiteX5" fmla="*/ 329376 w 634286"/>
                    <a:gd name="connsiteY5" fmla="*/ 38643 h 587686"/>
                    <a:gd name="connsiteX6" fmla="*/ 6288 w 634286"/>
                    <a:gd name="connsiteY6" fmla="*/ 8163 h 587686"/>
                    <a:gd name="connsiteX0" fmla="*/ 6288 w 634286"/>
                    <a:gd name="connsiteY0" fmla="*/ 4816 h 584339"/>
                    <a:gd name="connsiteX1" fmla="*/ 213552 w 634286"/>
                    <a:gd name="connsiteY1" fmla="*/ 291328 h 584339"/>
                    <a:gd name="connsiteX2" fmla="*/ 6288 w 634286"/>
                    <a:gd name="connsiteY2" fmla="*/ 583936 h 584339"/>
                    <a:gd name="connsiteX3" fmla="*/ 335472 w 634286"/>
                    <a:gd name="connsiteY3" fmla="*/ 547360 h 584339"/>
                    <a:gd name="connsiteX4" fmla="*/ 634176 w 634286"/>
                    <a:gd name="connsiteY4" fmla="*/ 297424 h 584339"/>
                    <a:gd name="connsiteX5" fmla="*/ 329376 w 634286"/>
                    <a:gd name="connsiteY5" fmla="*/ 35296 h 584339"/>
                    <a:gd name="connsiteX6" fmla="*/ 6288 w 634286"/>
                    <a:gd name="connsiteY6" fmla="*/ 4816 h 584339"/>
                    <a:gd name="connsiteX0" fmla="*/ 6288 w 634210"/>
                    <a:gd name="connsiteY0" fmla="*/ 14826 h 594349"/>
                    <a:gd name="connsiteX1" fmla="*/ 213552 w 634210"/>
                    <a:gd name="connsiteY1" fmla="*/ 301338 h 594349"/>
                    <a:gd name="connsiteX2" fmla="*/ 6288 w 634210"/>
                    <a:gd name="connsiteY2" fmla="*/ 593946 h 594349"/>
                    <a:gd name="connsiteX3" fmla="*/ 335472 w 634210"/>
                    <a:gd name="connsiteY3" fmla="*/ 557370 h 594349"/>
                    <a:gd name="connsiteX4" fmla="*/ 634176 w 634210"/>
                    <a:gd name="connsiteY4" fmla="*/ 307434 h 594349"/>
                    <a:gd name="connsiteX5" fmla="*/ 353545 w 634210"/>
                    <a:gd name="connsiteY5" fmla="*/ 57390 h 594349"/>
                    <a:gd name="connsiteX6" fmla="*/ 6288 w 634210"/>
                    <a:gd name="connsiteY6" fmla="*/ 14826 h 594349"/>
                    <a:gd name="connsiteX0" fmla="*/ 6288 w 634210"/>
                    <a:gd name="connsiteY0" fmla="*/ 4846 h 584369"/>
                    <a:gd name="connsiteX1" fmla="*/ 213552 w 634210"/>
                    <a:gd name="connsiteY1" fmla="*/ 291358 h 584369"/>
                    <a:gd name="connsiteX2" fmla="*/ 6288 w 634210"/>
                    <a:gd name="connsiteY2" fmla="*/ 583966 h 584369"/>
                    <a:gd name="connsiteX3" fmla="*/ 335472 w 634210"/>
                    <a:gd name="connsiteY3" fmla="*/ 547390 h 584369"/>
                    <a:gd name="connsiteX4" fmla="*/ 634176 w 634210"/>
                    <a:gd name="connsiteY4" fmla="*/ 297454 h 584369"/>
                    <a:gd name="connsiteX5" fmla="*/ 353545 w 634210"/>
                    <a:gd name="connsiteY5" fmla="*/ 47410 h 584369"/>
                    <a:gd name="connsiteX6" fmla="*/ 6288 w 634210"/>
                    <a:gd name="connsiteY6" fmla="*/ 4846 h 584369"/>
                    <a:gd name="connsiteX0" fmla="*/ 6288 w 634210"/>
                    <a:gd name="connsiteY0" fmla="*/ 4415 h 583938"/>
                    <a:gd name="connsiteX1" fmla="*/ 213552 w 634210"/>
                    <a:gd name="connsiteY1" fmla="*/ 290927 h 583938"/>
                    <a:gd name="connsiteX2" fmla="*/ 6288 w 634210"/>
                    <a:gd name="connsiteY2" fmla="*/ 583535 h 583938"/>
                    <a:gd name="connsiteX3" fmla="*/ 335472 w 634210"/>
                    <a:gd name="connsiteY3" fmla="*/ 546959 h 583938"/>
                    <a:gd name="connsiteX4" fmla="*/ 634176 w 634210"/>
                    <a:gd name="connsiteY4" fmla="*/ 297023 h 583938"/>
                    <a:gd name="connsiteX5" fmla="*/ 353545 w 634210"/>
                    <a:gd name="connsiteY5" fmla="*/ 46979 h 583938"/>
                    <a:gd name="connsiteX6" fmla="*/ 6288 w 634210"/>
                    <a:gd name="connsiteY6" fmla="*/ 4415 h 583938"/>
                    <a:gd name="connsiteX0" fmla="*/ 6288 w 634210"/>
                    <a:gd name="connsiteY0" fmla="*/ 5419 h 584942"/>
                    <a:gd name="connsiteX1" fmla="*/ 213552 w 634210"/>
                    <a:gd name="connsiteY1" fmla="*/ 291931 h 584942"/>
                    <a:gd name="connsiteX2" fmla="*/ 6288 w 634210"/>
                    <a:gd name="connsiteY2" fmla="*/ 584539 h 584942"/>
                    <a:gd name="connsiteX3" fmla="*/ 335472 w 634210"/>
                    <a:gd name="connsiteY3" fmla="*/ 547963 h 584942"/>
                    <a:gd name="connsiteX4" fmla="*/ 634176 w 634210"/>
                    <a:gd name="connsiteY4" fmla="*/ 298027 h 584942"/>
                    <a:gd name="connsiteX5" fmla="*/ 353545 w 634210"/>
                    <a:gd name="connsiteY5" fmla="*/ 47983 h 584942"/>
                    <a:gd name="connsiteX6" fmla="*/ 6288 w 634210"/>
                    <a:gd name="connsiteY6" fmla="*/ 5419 h 584942"/>
                    <a:gd name="connsiteX0" fmla="*/ 6288 w 634218"/>
                    <a:gd name="connsiteY0" fmla="*/ 7646 h 587169"/>
                    <a:gd name="connsiteX1" fmla="*/ 213552 w 634218"/>
                    <a:gd name="connsiteY1" fmla="*/ 294158 h 587169"/>
                    <a:gd name="connsiteX2" fmla="*/ 6288 w 634218"/>
                    <a:gd name="connsiteY2" fmla="*/ 586766 h 587169"/>
                    <a:gd name="connsiteX3" fmla="*/ 335472 w 634218"/>
                    <a:gd name="connsiteY3" fmla="*/ 550190 h 587169"/>
                    <a:gd name="connsiteX4" fmla="*/ 634176 w 634218"/>
                    <a:gd name="connsiteY4" fmla="*/ 300254 h 587169"/>
                    <a:gd name="connsiteX5" fmla="*/ 353545 w 634218"/>
                    <a:gd name="connsiteY5" fmla="*/ 50210 h 587169"/>
                    <a:gd name="connsiteX6" fmla="*/ 6288 w 634218"/>
                    <a:gd name="connsiteY6" fmla="*/ 7646 h 587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4218" h="587169">
                      <a:moveTo>
                        <a:pt x="6288" y="7646"/>
                      </a:moveTo>
                      <a:cubicBezTo>
                        <a:pt x="-1402" y="17865"/>
                        <a:pt x="197440" y="80821"/>
                        <a:pt x="213552" y="294158"/>
                      </a:cubicBezTo>
                      <a:cubicBezTo>
                        <a:pt x="229664" y="507495"/>
                        <a:pt x="-44512" y="593878"/>
                        <a:pt x="6288" y="586766"/>
                      </a:cubicBezTo>
                      <a:cubicBezTo>
                        <a:pt x="105856" y="586766"/>
                        <a:pt x="200344" y="591846"/>
                        <a:pt x="335472" y="550190"/>
                      </a:cubicBezTo>
                      <a:cubicBezTo>
                        <a:pt x="470600" y="508534"/>
                        <a:pt x="631164" y="383584"/>
                        <a:pt x="634176" y="300254"/>
                      </a:cubicBezTo>
                      <a:cubicBezTo>
                        <a:pt x="637188" y="216924"/>
                        <a:pt x="479500" y="97260"/>
                        <a:pt x="353545" y="50210"/>
                      </a:cubicBezTo>
                      <a:cubicBezTo>
                        <a:pt x="227590" y="3160"/>
                        <a:pt x="19803" y="-10314"/>
                        <a:pt x="6288" y="7646"/>
                      </a:cubicBezTo>
                      <a:close/>
                    </a:path>
                  </a:pathLst>
                </a:custGeom>
                <a:solidFill>
                  <a:schemeClr val="bg1"/>
                </a:solidFill>
                <a:ln w="12700" cap="rnd"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r"/>
                  <a:endParaRPr lang="en-CN" sz="6000">
                    <a:solidFill>
                      <a:schemeClr val="tx1"/>
                    </a:solidFill>
                  </a:endParaRPr>
                </a:p>
              </p:txBody>
            </p:sp>
            <p:sp>
              <p:nvSpPr>
                <p:cNvPr id="220" name="Freeform 219">
                  <a:extLst>
                    <a:ext uri="{FF2B5EF4-FFF2-40B4-BE49-F238E27FC236}">
                      <a16:creationId xmlns:a16="http://schemas.microsoft.com/office/drawing/2014/main" id="{A8F46642-4CC6-EA42-9AE4-F5A0AFE0B658}"/>
                    </a:ext>
                  </a:extLst>
                </p:cNvPr>
                <p:cNvSpPr/>
                <p:nvPr/>
              </p:nvSpPr>
              <p:spPr bwMode="auto">
                <a:xfrm>
                  <a:off x="6470670" y="5701318"/>
                  <a:ext cx="223789" cy="531264"/>
                </a:xfrm>
                <a:custGeom>
                  <a:avLst/>
                  <a:gdLst>
                    <a:gd name="connsiteX0" fmla="*/ 0 w 195378"/>
                    <a:gd name="connsiteY0" fmla="*/ 0 h 541538"/>
                    <a:gd name="connsiteX1" fmla="*/ 195308 w 195378"/>
                    <a:gd name="connsiteY1" fmla="*/ 257452 h 541538"/>
                    <a:gd name="connsiteX2" fmla="*/ 17755 w 195378"/>
                    <a:gd name="connsiteY2" fmla="*/ 541538 h 541538"/>
                    <a:gd name="connsiteX0" fmla="*/ 2793 w 198102"/>
                    <a:gd name="connsiteY0" fmla="*/ 0 h 531264"/>
                    <a:gd name="connsiteX1" fmla="*/ 198101 w 198102"/>
                    <a:gd name="connsiteY1" fmla="*/ 257452 h 531264"/>
                    <a:gd name="connsiteX2" fmla="*/ 0 w 198102"/>
                    <a:gd name="connsiteY2" fmla="*/ 531264 h 531264"/>
                    <a:gd name="connsiteX0" fmla="*/ 2793 w 223788"/>
                    <a:gd name="connsiteY0" fmla="*/ 0 h 531264"/>
                    <a:gd name="connsiteX1" fmla="*/ 223787 w 223788"/>
                    <a:gd name="connsiteY1" fmla="*/ 262589 h 531264"/>
                    <a:gd name="connsiteX2" fmla="*/ 0 w 223788"/>
                    <a:gd name="connsiteY2" fmla="*/ 531264 h 531264"/>
                    <a:gd name="connsiteX0" fmla="*/ 2793 w 223902"/>
                    <a:gd name="connsiteY0" fmla="*/ 0 h 531264"/>
                    <a:gd name="connsiteX1" fmla="*/ 223787 w 223902"/>
                    <a:gd name="connsiteY1" fmla="*/ 262589 h 531264"/>
                    <a:gd name="connsiteX2" fmla="*/ 0 w 223902"/>
                    <a:gd name="connsiteY2" fmla="*/ 531264 h 531264"/>
                    <a:gd name="connsiteX0" fmla="*/ 2793 w 223934"/>
                    <a:gd name="connsiteY0" fmla="*/ 0 h 531264"/>
                    <a:gd name="connsiteX1" fmla="*/ 223787 w 223934"/>
                    <a:gd name="connsiteY1" fmla="*/ 262589 h 531264"/>
                    <a:gd name="connsiteX2" fmla="*/ 0 w 223934"/>
                    <a:gd name="connsiteY2" fmla="*/ 531264 h 531264"/>
                    <a:gd name="connsiteX0" fmla="*/ 2793 w 223927"/>
                    <a:gd name="connsiteY0" fmla="*/ 0 h 531264"/>
                    <a:gd name="connsiteX1" fmla="*/ 223787 w 223927"/>
                    <a:gd name="connsiteY1" fmla="*/ 262589 h 531264"/>
                    <a:gd name="connsiteX2" fmla="*/ 0 w 223927"/>
                    <a:gd name="connsiteY2" fmla="*/ 531264 h 531264"/>
                    <a:gd name="connsiteX0" fmla="*/ 2793 w 223927"/>
                    <a:gd name="connsiteY0" fmla="*/ 0 h 531264"/>
                    <a:gd name="connsiteX1" fmla="*/ 223787 w 223927"/>
                    <a:gd name="connsiteY1" fmla="*/ 262589 h 531264"/>
                    <a:gd name="connsiteX2" fmla="*/ 0 w 223927"/>
                    <a:gd name="connsiteY2" fmla="*/ 531264 h 531264"/>
                    <a:gd name="connsiteX0" fmla="*/ 2793 w 223789"/>
                    <a:gd name="connsiteY0" fmla="*/ 0 h 531264"/>
                    <a:gd name="connsiteX1" fmla="*/ 223787 w 223789"/>
                    <a:gd name="connsiteY1" fmla="*/ 262589 h 531264"/>
                    <a:gd name="connsiteX2" fmla="*/ 0 w 223789"/>
                    <a:gd name="connsiteY2" fmla="*/ 531264 h 531264"/>
                  </a:gdLst>
                  <a:ahLst/>
                  <a:cxnLst>
                    <a:cxn ang="0">
                      <a:pos x="connsiteX0" y="connsiteY0"/>
                    </a:cxn>
                    <a:cxn ang="0">
                      <a:pos x="connsiteX1" y="connsiteY1"/>
                    </a:cxn>
                    <a:cxn ang="0">
                      <a:pos x="connsiteX2" y="connsiteY2"/>
                    </a:cxn>
                  </a:cxnLst>
                  <a:rect l="l" t="t" r="r" b="b"/>
                  <a:pathLst>
                    <a:path w="223789" h="531264">
                      <a:moveTo>
                        <a:pt x="2793" y="0"/>
                      </a:moveTo>
                      <a:cubicBezTo>
                        <a:pt x="145200" y="83598"/>
                        <a:pt x="224252" y="153497"/>
                        <a:pt x="223787" y="262589"/>
                      </a:cubicBezTo>
                      <a:cubicBezTo>
                        <a:pt x="223322" y="371681"/>
                        <a:pt x="115941" y="460034"/>
                        <a:pt x="0" y="531264"/>
                      </a:cubicBezTo>
                    </a:path>
                  </a:pathLst>
                </a:custGeom>
                <a:noFill/>
                <a:ln w="12700" cap="rnd"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2800" b="0" i="0" u="none" strike="noStrike" cap="none" normalizeH="0" baseline="0">
                    <a:ln>
                      <a:noFill/>
                    </a:ln>
                    <a:solidFill>
                      <a:schemeClr val="tx1"/>
                    </a:solidFill>
                    <a:effectLst/>
                    <a:latin typeface="Arial" charset="0"/>
                  </a:endParaRPr>
                </a:p>
              </p:txBody>
            </p:sp>
          </p:grpSp>
          <p:cxnSp>
            <p:nvCxnSpPr>
              <p:cNvPr id="210" name="Straight Connector 209">
                <a:extLst>
                  <a:ext uri="{FF2B5EF4-FFF2-40B4-BE49-F238E27FC236}">
                    <a16:creationId xmlns:a16="http://schemas.microsoft.com/office/drawing/2014/main" id="{D87B1089-AA81-EC48-978E-05C695D19402}"/>
                  </a:ext>
                </a:extLst>
              </p:cNvPr>
              <p:cNvCxnSpPr>
                <a:cxnSpLocks/>
              </p:cNvCxnSpPr>
              <p:nvPr/>
            </p:nvCxnSpPr>
            <p:spPr bwMode="auto">
              <a:xfrm>
                <a:off x="831209" y="4435688"/>
                <a:ext cx="255522" cy="0"/>
              </a:xfrm>
              <a:prstGeom prst="line">
                <a:avLst/>
              </a:prstGeom>
              <a:solidFill>
                <a:schemeClr val="accent1"/>
              </a:solidFill>
              <a:ln w="12700" cap="rnd" cmpd="sng" algn="ctr">
                <a:solidFill>
                  <a:schemeClr val="tx1"/>
                </a:solidFill>
                <a:prstDash val="solid"/>
                <a:round/>
                <a:headEnd type="none" w="med" len="med"/>
                <a:tailEnd type="oval" w="sm" len="sm"/>
              </a:ln>
              <a:effectLst/>
            </p:spPr>
          </p:cxnSp>
          <p:cxnSp>
            <p:nvCxnSpPr>
              <p:cNvPr id="211" name="Straight Connector 210">
                <a:extLst>
                  <a:ext uri="{FF2B5EF4-FFF2-40B4-BE49-F238E27FC236}">
                    <a16:creationId xmlns:a16="http://schemas.microsoft.com/office/drawing/2014/main" id="{24FBAE16-EBFD-B542-BD2C-FF2A6B806780}"/>
                  </a:ext>
                </a:extLst>
              </p:cNvPr>
              <p:cNvCxnSpPr/>
              <p:nvPr/>
            </p:nvCxnSpPr>
            <p:spPr bwMode="auto">
              <a:xfrm flipH="1">
                <a:off x="754649" y="4343399"/>
                <a:ext cx="256975" cy="0"/>
              </a:xfrm>
              <a:prstGeom prst="line">
                <a:avLst/>
              </a:prstGeom>
              <a:solidFill>
                <a:schemeClr val="accent1"/>
              </a:solidFill>
              <a:ln w="12700" cap="rnd" cmpd="sng" algn="ctr">
                <a:solidFill>
                  <a:schemeClr val="tx1"/>
                </a:solidFill>
                <a:prstDash val="solid"/>
                <a:round/>
                <a:headEnd type="none" w="med" len="med"/>
                <a:tailEnd type="oval" w="sm" len="sm"/>
              </a:ln>
              <a:effectLst/>
            </p:spPr>
          </p:cxnSp>
          <p:sp>
            <p:nvSpPr>
              <p:cNvPr id="212" name="TextBox 211">
                <a:extLst>
                  <a:ext uri="{FF2B5EF4-FFF2-40B4-BE49-F238E27FC236}">
                    <a16:creationId xmlns:a16="http://schemas.microsoft.com/office/drawing/2014/main" id="{ACC42962-A85F-1646-BF3E-775D7BCC3510}"/>
                  </a:ext>
                </a:extLst>
              </p:cNvPr>
              <p:cNvSpPr txBox="1"/>
              <p:nvPr/>
            </p:nvSpPr>
            <p:spPr>
              <a:xfrm>
                <a:off x="577358" y="3965867"/>
                <a:ext cx="354584"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a3</a:t>
                </a:r>
                <a:endParaRPr lang="en-CN" sz="1200" dirty="0">
                  <a:solidFill>
                    <a:schemeClr val="tx1"/>
                  </a:solidFill>
                  <a:latin typeface="Arial" panose="020B0604020202020204" pitchFamily="34" charset="0"/>
                  <a:cs typeface="Arial" panose="020B0604020202020204" pitchFamily="34" charset="0"/>
                </a:endParaRPr>
              </a:p>
            </p:txBody>
          </p:sp>
          <p:sp>
            <p:nvSpPr>
              <p:cNvPr id="213" name="TextBox 212">
                <a:extLst>
                  <a:ext uri="{FF2B5EF4-FFF2-40B4-BE49-F238E27FC236}">
                    <a16:creationId xmlns:a16="http://schemas.microsoft.com/office/drawing/2014/main" id="{62DF151D-44BB-F640-B5E9-5D370E687C8C}"/>
                  </a:ext>
                </a:extLst>
              </p:cNvPr>
              <p:cNvSpPr txBox="1"/>
              <p:nvPr/>
            </p:nvSpPr>
            <p:spPr>
              <a:xfrm>
                <a:off x="898280" y="3965866"/>
                <a:ext cx="364202"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b3</a:t>
                </a:r>
                <a:endParaRPr lang="en-CN" sz="1200" dirty="0">
                  <a:solidFill>
                    <a:schemeClr val="tx1"/>
                  </a:solidFill>
                  <a:latin typeface="Arial" panose="020B0604020202020204" pitchFamily="34" charset="0"/>
                  <a:cs typeface="Arial" panose="020B0604020202020204" pitchFamily="34" charset="0"/>
                </a:endParaRPr>
              </a:p>
            </p:txBody>
          </p:sp>
          <p:sp>
            <p:nvSpPr>
              <p:cNvPr id="214" name="TextBox 213">
                <a:extLst>
                  <a:ext uri="{FF2B5EF4-FFF2-40B4-BE49-F238E27FC236}">
                    <a16:creationId xmlns:a16="http://schemas.microsoft.com/office/drawing/2014/main" id="{3337F727-8797-E745-8D16-9297DA410F12}"/>
                  </a:ext>
                </a:extLst>
              </p:cNvPr>
              <p:cNvSpPr txBox="1"/>
              <p:nvPr/>
            </p:nvSpPr>
            <p:spPr>
              <a:xfrm>
                <a:off x="582311" y="4809539"/>
                <a:ext cx="389850"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G3</a:t>
                </a:r>
                <a:endParaRPr lang="en-CN" sz="1200" dirty="0">
                  <a:solidFill>
                    <a:schemeClr val="tx1"/>
                  </a:solidFill>
                  <a:latin typeface="Arial" panose="020B0604020202020204" pitchFamily="34" charset="0"/>
                  <a:cs typeface="Arial" panose="020B0604020202020204" pitchFamily="34" charset="0"/>
                </a:endParaRPr>
              </a:p>
            </p:txBody>
          </p:sp>
          <p:sp>
            <p:nvSpPr>
              <p:cNvPr id="215" name="TextBox 214">
                <a:extLst>
                  <a:ext uri="{FF2B5EF4-FFF2-40B4-BE49-F238E27FC236}">
                    <a16:creationId xmlns:a16="http://schemas.microsoft.com/office/drawing/2014/main" id="{B01B8BA4-A203-5548-974E-16AA7C249F5F}"/>
                  </a:ext>
                </a:extLst>
              </p:cNvPr>
              <p:cNvSpPr txBox="1"/>
              <p:nvPr/>
            </p:nvSpPr>
            <p:spPr>
              <a:xfrm>
                <a:off x="862299" y="4809538"/>
                <a:ext cx="372217"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P3</a:t>
                </a:r>
                <a:endParaRPr lang="en-CN" sz="1200" dirty="0">
                  <a:solidFill>
                    <a:schemeClr val="tx1"/>
                  </a:solidFill>
                  <a:latin typeface="Arial" panose="020B0604020202020204" pitchFamily="34" charset="0"/>
                  <a:cs typeface="Arial" panose="020B0604020202020204" pitchFamily="34" charset="0"/>
                </a:endParaRPr>
              </a:p>
            </p:txBody>
          </p:sp>
        </p:grpSp>
        <p:grpSp>
          <p:nvGrpSpPr>
            <p:cNvPr id="117" name="Group 116">
              <a:extLst>
                <a:ext uri="{FF2B5EF4-FFF2-40B4-BE49-F238E27FC236}">
                  <a16:creationId xmlns:a16="http://schemas.microsoft.com/office/drawing/2014/main" id="{B6D87189-2AB9-6644-B331-36FA6D53B589}"/>
                </a:ext>
              </a:extLst>
            </p:cNvPr>
            <p:cNvGrpSpPr/>
            <p:nvPr/>
          </p:nvGrpSpPr>
          <p:grpSpPr>
            <a:xfrm>
              <a:off x="1689679" y="3822717"/>
              <a:ext cx="685124" cy="834737"/>
              <a:chOff x="577358" y="3965866"/>
              <a:chExt cx="685124" cy="834737"/>
            </a:xfrm>
          </p:grpSpPr>
          <p:grpSp>
            <p:nvGrpSpPr>
              <p:cNvPr id="193" name="Group 192">
                <a:extLst>
                  <a:ext uri="{FF2B5EF4-FFF2-40B4-BE49-F238E27FC236}">
                    <a16:creationId xmlns:a16="http://schemas.microsoft.com/office/drawing/2014/main" id="{BD3938E4-6BCF-354E-9944-9726A9C7194B}"/>
                  </a:ext>
                </a:extLst>
              </p:cNvPr>
              <p:cNvGrpSpPr/>
              <p:nvPr/>
            </p:nvGrpSpPr>
            <p:grpSpPr>
              <a:xfrm rot="5400000">
                <a:off x="487391" y="4420688"/>
                <a:ext cx="609600" cy="150228"/>
                <a:chOff x="2863476" y="5594843"/>
                <a:chExt cx="2234241" cy="576063"/>
              </a:xfrm>
            </p:grpSpPr>
            <p:cxnSp>
              <p:nvCxnSpPr>
                <p:cNvPr id="204" name="Straight Connector 203">
                  <a:extLst>
                    <a:ext uri="{FF2B5EF4-FFF2-40B4-BE49-F238E27FC236}">
                      <a16:creationId xmlns:a16="http://schemas.microsoft.com/office/drawing/2014/main" id="{4498F548-E0D2-B84C-BEDA-17EB32411020}"/>
                    </a:ext>
                  </a:extLst>
                </p:cNvPr>
                <p:cNvCxnSpPr>
                  <a:cxnSpLocks/>
                  <a:stCxn id="205" idx="1"/>
                </p:cNvCxnSpPr>
                <p:nvPr/>
              </p:nvCxnSpPr>
              <p:spPr bwMode="auto">
                <a:xfrm rot="16200000">
                  <a:off x="4582550" y="5367707"/>
                  <a:ext cx="0" cy="1030335"/>
                </a:xfrm>
                <a:prstGeom prst="line">
                  <a:avLst/>
                </a:prstGeom>
                <a:solidFill>
                  <a:schemeClr val="accent1"/>
                </a:solidFill>
                <a:ln w="12700" cap="rnd" cmpd="sng" algn="ctr">
                  <a:solidFill>
                    <a:schemeClr val="tx1"/>
                  </a:solidFill>
                  <a:prstDash val="solid"/>
                  <a:round/>
                  <a:headEnd type="none" w="med" len="med"/>
                  <a:tailEnd type="none" w="med" len="med"/>
                </a:ln>
                <a:effectLst/>
              </p:spPr>
            </p:cxnSp>
            <p:sp>
              <p:nvSpPr>
                <p:cNvPr id="205" name="Round Same Side Corner Rectangle 204">
                  <a:extLst>
                    <a:ext uri="{FF2B5EF4-FFF2-40B4-BE49-F238E27FC236}">
                      <a16:creationId xmlns:a16="http://schemas.microsoft.com/office/drawing/2014/main" id="{6FF6474A-D9FF-BC4D-83B2-330A087FB7ED}"/>
                    </a:ext>
                  </a:extLst>
                </p:cNvPr>
                <p:cNvSpPr/>
                <p:nvPr/>
              </p:nvSpPr>
              <p:spPr bwMode="auto">
                <a:xfrm rot="5400000">
                  <a:off x="4093388" y="5568837"/>
                  <a:ext cx="576063" cy="628076"/>
                </a:xfrm>
                <a:prstGeom prst="round2SameRect">
                  <a:avLst>
                    <a:gd name="adj1" fmla="val 50000"/>
                    <a:gd name="adj2" fmla="val 0"/>
                  </a:avLst>
                </a:prstGeom>
                <a:solidFill>
                  <a:schemeClr val="bg1"/>
                </a:solidFill>
                <a:ln w="12700" cap="rnd"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r"/>
                  <a:endParaRPr lang="en-CN" sz="6000">
                    <a:solidFill>
                      <a:schemeClr val="tx1"/>
                    </a:solidFill>
                  </a:endParaRPr>
                </a:p>
              </p:txBody>
            </p:sp>
            <p:cxnSp>
              <p:nvCxnSpPr>
                <p:cNvPr id="206" name="Straight Connector 205">
                  <a:extLst>
                    <a:ext uri="{FF2B5EF4-FFF2-40B4-BE49-F238E27FC236}">
                      <a16:creationId xmlns:a16="http://schemas.microsoft.com/office/drawing/2014/main" id="{DFE29484-7F89-004C-9A29-20D56BFAD996}"/>
                    </a:ext>
                  </a:extLst>
                </p:cNvPr>
                <p:cNvCxnSpPr>
                  <a:cxnSpLocks/>
                </p:cNvCxnSpPr>
                <p:nvPr/>
              </p:nvCxnSpPr>
              <p:spPr bwMode="auto">
                <a:xfrm rot="16200000">
                  <a:off x="3922448" y="5571081"/>
                  <a:ext cx="0" cy="324350"/>
                </a:xfrm>
                <a:prstGeom prst="line">
                  <a:avLst/>
                </a:prstGeom>
                <a:solidFill>
                  <a:schemeClr val="accent1"/>
                </a:solidFill>
                <a:ln w="12700" cap="rnd" cmpd="sng" algn="ctr">
                  <a:solidFill>
                    <a:schemeClr val="tx1"/>
                  </a:solidFill>
                  <a:prstDash val="solid"/>
                  <a:round/>
                  <a:headEnd type="none" w="med" len="med"/>
                  <a:tailEnd type="none" w="med" len="med"/>
                </a:ln>
                <a:effectLst/>
              </p:spPr>
            </p:cxnSp>
            <p:cxnSp>
              <p:nvCxnSpPr>
                <p:cNvPr id="207" name="Straight Connector 206">
                  <a:extLst>
                    <a:ext uri="{FF2B5EF4-FFF2-40B4-BE49-F238E27FC236}">
                      <a16:creationId xmlns:a16="http://schemas.microsoft.com/office/drawing/2014/main" id="{3877A06E-50C3-B147-A953-56D3C3FA74AA}"/>
                    </a:ext>
                  </a:extLst>
                </p:cNvPr>
                <p:cNvCxnSpPr>
                  <a:cxnSpLocks/>
                </p:cNvCxnSpPr>
                <p:nvPr/>
              </p:nvCxnSpPr>
              <p:spPr bwMode="auto">
                <a:xfrm rot="16200000">
                  <a:off x="3474050" y="5416257"/>
                  <a:ext cx="0" cy="1221148"/>
                </a:xfrm>
                <a:prstGeom prst="line">
                  <a:avLst/>
                </a:prstGeom>
                <a:solidFill>
                  <a:schemeClr val="accent1"/>
                </a:solidFill>
                <a:ln w="12700" cap="rnd" cmpd="sng" algn="ctr">
                  <a:solidFill>
                    <a:schemeClr val="tx1"/>
                  </a:solidFill>
                  <a:prstDash val="solid"/>
                  <a:round/>
                  <a:headEnd type="none" w="med" len="med"/>
                  <a:tailEnd type="none" w="med" len="med"/>
                </a:ln>
                <a:effectLst/>
              </p:spPr>
            </p:cxnSp>
          </p:grpSp>
          <p:grpSp>
            <p:nvGrpSpPr>
              <p:cNvPr id="194" name="Group 193">
                <a:extLst>
                  <a:ext uri="{FF2B5EF4-FFF2-40B4-BE49-F238E27FC236}">
                    <a16:creationId xmlns:a16="http://schemas.microsoft.com/office/drawing/2014/main" id="{7F82E756-A17D-1E4F-BA26-FE08C01ACC14}"/>
                  </a:ext>
                </a:extLst>
              </p:cNvPr>
              <p:cNvGrpSpPr/>
              <p:nvPr/>
            </p:nvGrpSpPr>
            <p:grpSpPr>
              <a:xfrm rot="5400000">
                <a:off x="742801" y="4420692"/>
                <a:ext cx="609603" cy="150219"/>
                <a:chOff x="5378571" y="5655686"/>
                <a:chExt cx="2232016" cy="587169"/>
              </a:xfrm>
            </p:grpSpPr>
            <p:cxnSp>
              <p:nvCxnSpPr>
                <p:cNvPr id="199" name="Straight Connector 198">
                  <a:extLst>
                    <a:ext uri="{FF2B5EF4-FFF2-40B4-BE49-F238E27FC236}">
                      <a16:creationId xmlns:a16="http://schemas.microsoft.com/office/drawing/2014/main" id="{D9A6E01B-7DF8-F34A-ACE4-6B0C58072B79}"/>
                    </a:ext>
                  </a:extLst>
                </p:cNvPr>
                <p:cNvCxnSpPr>
                  <a:cxnSpLocks/>
                </p:cNvCxnSpPr>
                <p:nvPr/>
              </p:nvCxnSpPr>
              <p:spPr bwMode="auto">
                <a:xfrm rot="16200000">
                  <a:off x="7409742" y="5745099"/>
                  <a:ext cx="0" cy="401691"/>
                </a:xfrm>
                <a:prstGeom prst="line">
                  <a:avLst/>
                </a:prstGeom>
                <a:solidFill>
                  <a:schemeClr val="accent1"/>
                </a:solidFill>
                <a:ln w="12700" cap="rnd" cmpd="sng" algn="ctr">
                  <a:solidFill>
                    <a:schemeClr val="tx1"/>
                  </a:solidFill>
                  <a:prstDash val="solid"/>
                  <a:round/>
                  <a:headEnd type="none" w="med" len="med"/>
                  <a:tailEnd type="none" w="med" len="med"/>
                </a:ln>
                <a:effectLst/>
              </p:spPr>
            </p:cxnSp>
            <p:cxnSp>
              <p:nvCxnSpPr>
                <p:cNvPr id="200" name="Straight Connector 199">
                  <a:extLst>
                    <a:ext uri="{FF2B5EF4-FFF2-40B4-BE49-F238E27FC236}">
                      <a16:creationId xmlns:a16="http://schemas.microsoft.com/office/drawing/2014/main" id="{CC6439DA-F4D9-874D-BE25-EF86A46177F3}"/>
                    </a:ext>
                  </a:extLst>
                </p:cNvPr>
                <p:cNvCxnSpPr>
                  <a:cxnSpLocks/>
                </p:cNvCxnSpPr>
                <p:nvPr/>
              </p:nvCxnSpPr>
              <p:spPr bwMode="auto">
                <a:xfrm rot="16200000">
                  <a:off x="6069892" y="5105007"/>
                  <a:ext cx="0" cy="1382641"/>
                </a:xfrm>
                <a:prstGeom prst="line">
                  <a:avLst/>
                </a:prstGeom>
                <a:solidFill>
                  <a:schemeClr val="accent1"/>
                </a:solidFill>
                <a:ln w="12700" cap="rnd" cmpd="sng" algn="ctr">
                  <a:solidFill>
                    <a:schemeClr val="tx1"/>
                  </a:solidFill>
                  <a:prstDash val="solid"/>
                  <a:round/>
                  <a:headEnd type="none" w="med" len="med"/>
                  <a:tailEnd type="none" w="med" len="med"/>
                </a:ln>
                <a:effectLst/>
              </p:spPr>
            </p:cxnSp>
            <p:cxnSp>
              <p:nvCxnSpPr>
                <p:cNvPr id="201" name="Straight Connector 200">
                  <a:extLst>
                    <a:ext uri="{FF2B5EF4-FFF2-40B4-BE49-F238E27FC236}">
                      <a16:creationId xmlns:a16="http://schemas.microsoft.com/office/drawing/2014/main" id="{7216DB23-C60D-E341-9C83-98E19EA81E18}"/>
                    </a:ext>
                  </a:extLst>
                </p:cNvPr>
                <p:cNvCxnSpPr>
                  <a:cxnSpLocks/>
                </p:cNvCxnSpPr>
                <p:nvPr/>
              </p:nvCxnSpPr>
              <p:spPr bwMode="auto">
                <a:xfrm rot="16200000">
                  <a:off x="6348890" y="5677583"/>
                  <a:ext cx="0" cy="824641"/>
                </a:xfrm>
                <a:prstGeom prst="line">
                  <a:avLst/>
                </a:prstGeom>
                <a:solidFill>
                  <a:schemeClr val="accent1"/>
                </a:solidFill>
                <a:ln w="12700" cap="rnd" cmpd="sng" algn="ctr">
                  <a:solidFill>
                    <a:schemeClr val="tx1"/>
                  </a:solidFill>
                  <a:prstDash val="solid"/>
                  <a:round/>
                  <a:headEnd type="none" w="med" len="med"/>
                  <a:tailEnd type="none" w="med" len="med"/>
                </a:ln>
                <a:effectLst/>
              </p:spPr>
            </p:cxnSp>
            <p:sp>
              <p:nvSpPr>
                <p:cNvPr id="202" name="Freeform 201">
                  <a:extLst>
                    <a:ext uri="{FF2B5EF4-FFF2-40B4-BE49-F238E27FC236}">
                      <a16:creationId xmlns:a16="http://schemas.microsoft.com/office/drawing/2014/main" id="{9917E878-7F79-B54F-88C4-A39D8A1DFB81}"/>
                    </a:ext>
                  </a:extLst>
                </p:cNvPr>
                <p:cNvSpPr/>
                <p:nvPr/>
              </p:nvSpPr>
              <p:spPr bwMode="auto">
                <a:xfrm>
                  <a:off x="6574688" y="5655686"/>
                  <a:ext cx="634218" cy="587169"/>
                </a:xfrm>
                <a:custGeom>
                  <a:avLst/>
                  <a:gdLst>
                    <a:gd name="connsiteX0" fmla="*/ 0 w 627888"/>
                    <a:gd name="connsiteY0" fmla="*/ 0 h 579120"/>
                    <a:gd name="connsiteX1" fmla="*/ 207264 w 627888"/>
                    <a:gd name="connsiteY1" fmla="*/ 286512 h 579120"/>
                    <a:gd name="connsiteX2" fmla="*/ 0 w 627888"/>
                    <a:gd name="connsiteY2" fmla="*/ 579120 h 579120"/>
                    <a:gd name="connsiteX3" fmla="*/ 365760 w 627888"/>
                    <a:gd name="connsiteY3" fmla="*/ 573024 h 579120"/>
                    <a:gd name="connsiteX4" fmla="*/ 627888 w 627888"/>
                    <a:gd name="connsiteY4" fmla="*/ 292608 h 579120"/>
                    <a:gd name="connsiteX5" fmla="*/ 390144 w 627888"/>
                    <a:gd name="connsiteY5" fmla="*/ 6096 h 579120"/>
                    <a:gd name="connsiteX6" fmla="*/ 0 w 627888"/>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46520"/>
                    <a:gd name="connsiteY0" fmla="*/ 0 h 579120"/>
                    <a:gd name="connsiteX1" fmla="*/ 209962 w 646520"/>
                    <a:gd name="connsiteY1" fmla="*/ 286512 h 579120"/>
                    <a:gd name="connsiteX2" fmla="*/ 2698 w 646520"/>
                    <a:gd name="connsiteY2" fmla="*/ 579120 h 579120"/>
                    <a:gd name="connsiteX3" fmla="*/ 368458 w 646520"/>
                    <a:gd name="connsiteY3" fmla="*/ 573024 h 579120"/>
                    <a:gd name="connsiteX4" fmla="*/ 630586 w 646520"/>
                    <a:gd name="connsiteY4" fmla="*/ 292608 h 579120"/>
                    <a:gd name="connsiteX5" fmla="*/ 392842 w 646520"/>
                    <a:gd name="connsiteY5" fmla="*/ 6096 h 579120"/>
                    <a:gd name="connsiteX6" fmla="*/ 2698 w 646520"/>
                    <a:gd name="connsiteY6" fmla="*/ 0 h 579120"/>
                    <a:gd name="connsiteX0" fmla="*/ 2698 w 646520"/>
                    <a:gd name="connsiteY0" fmla="*/ 51141 h 630261"/>
                    <a:gd name="connsiteX1" fmla="*/ 209962 w 646520"/>
                    <a:gd name="connsiteY1" fmla="*/ 337653 h 630261"/>
                    <a:gd name="connsiteX2" fmla="*/ 2698 w 646520"/>
                    <a:gd name="connsiteY2" fmla="*/ 630261 h 630261"/>
                    <a:gd name="connsiteX3" fmla="*/ 368458 w 646520"/>
                    <a:gd name="connsiteY3" fmla="*/ 624165 h 630261"/>
                    <a:gd name="connsiteX4" fmla="*/ 630586 w 646520"/>
                    <a:gd name="connsiteY4" fmla="*/ 343749 h 630261"/>
                    <a:gd name="connsiteX5" fmla="*/ 392842 w 646520"/>
                    <a:gd name="connsiteY5" fmla="*/ 57237 h 630261"/>
                    <a:gd name="connsiteX6" fmla="*/ 2698 w 646520"/>
                    <a:gd name="connsiteY6" fmla="*/ 51141 h 630261"/>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1455 h 600575"/>
                    <a:gd name="connsiteX1" fmla="*/ 209962 w 646520"/>
                    <a:gd name="connsiteY1" fmla="*/ 307967 h 600575"/>
                    <a:gd name="connsiteX2" fmla="*/ 2698 w 646520"/>
                    <a:gd name="connsiteY2" fmla="*/ 600575 h 600575"/>
                    <a:gd name="connsiteX3" fmla="*/ 368458 w 646520"/>
                    <a:gd name="connsiteY3" fmla="*/ 594479 h 600575"/>
                    <a:gd name="connsiteX4" fmla="*/ 630586 w 646520"/>
                    <a:gd name="connsiteY4" fmla="*/ 314063 h 600575"/>
                    <a:gd name="connsiteX5" fmla="*/ 392842 w 646520"/>
                    <a:gd name="connsiteY5" fmla="*/ 27551 h 600575"/>
                    <a:gd name="connsiteX6" fmla="*/ 2698 w 646520"/>
                    <a:gd name="connsiteY6" fmla="*/ 21455 h 600575"/>
                    <a:gd name="connsiteX0" fmla="*/ 2698 w 630586"/>
                    <a:gd name="connsiteY0" fmla="*/ 21455 h 600575"/>
                    <a:gd name="connsiteX1" fmla="*/ 209962 w 630586"/>
                    <a:gd name="connsiteY1" fmla="*/ 307967 h 600575"/>
                    <a:gd name="connsiteX2" fmla="*/ 2698 w 630586"/>
                    <a:gd name="connsiteY2" fmla="*/ 600575 h 600575"/>
                    <a:gd name="connsiteX3" fmla="*/ 368458 w 630586"/>
                    <a:gd name="connsiteY3" fmla="*/ 594479 h 600575"/>
                    <a:gd name="connsiteX4" fmla="*/ 630586 w 630586"/>
                    <a:gd name="connsiteY4" fmla="*/ 314063 h 600575"/>
                    <a:gd name="connsiteX5" fmla="*/ 392842 w 630586"/>
                    <a:gd name="connsiteY5" fmla="*/ 27551 h 600575"/>
                    <a:gd name="connsiteX6" fmla="*/ 2698 w 630586"/>
                    <a:gd name="connsiteY6" fmla="*/ 21455 h 600575"/>
                    <a:gd name="connsiteX0" fmla="*/ 2698 w 631527"/>
                    <a:gd name="connsiteY0" fmla="*/ 21455 h 600575"/>
                    <a:gd name="connsiteX1" fmla="*/ 209962 w 631527"/>
                    <a:gd name="connsiteY1" fmla="*/ 307967 h 600575"/>
                    <a:gd name="connsiteX2" fmla="*/ 2698 w 631527"/>
                    <a:gd name="connsiteY2" fmla="*/ 600575 h 600575"/>
                    <a:gd name="connsiteX3" fmla="*/ 301402 w 631527"/>
                    <a:gd name="connsiteY3" fmla="*/ 600575 h 600575"/>
                    <a:gd name="connsiteX4" fmla="*/ 630586 w 631527"/>
                    <a:gd name="connsiteY4" fmla="*/ 314063 h 600575"/>
                    <a:gd name="connsiteX5" fmla="*/ 392842 w 631527"/>
                    <a:gd name="connsiteY5" fmla="*/ 27551 h 600575"/>
                    <a:gd name="connsiteX6" fmla="*/ 2698 w 631527"/>
                    <a:gd name="connsiteY6" fmla="*/ 21455 h 600575"/>
                    <a:gd name="connsiteX0" fmla="*/ 2698 w 631527"/>
                    <a:gd name="connsiteY0" fmla="*/ 21455 h 602832"/>
                    <a:gd name="connsiteX1" fmla="*/ 209962 w 631527"/>
                    <a:gd name="connsiteY1" fmla="*/ 307967 h 602832"/>
                    <a:gd name="connsiteX2" fmla="*/ 2698 w 631527"/>
                    <a:gd name="connsiteY2" fmla="*/ 600575 h 602832"/>
                    <a:gd name="connsiteX3" fmla="*/ 301402 w 631527"/>
                    <a:gd name="connsiteY3" fmla="*/ 600575 h 602832"/>
                    <a:gd name="connsiteX4" fmla="*/ 630586 w 631527"/>
                    <a:gd name="connsiteY4" fmla="*/ 314063 h 602832"/>
                    <a:gd name="connsiteX5" fmla="*/ 392842 w 631527"/>
                    <a:gd name="connsiteY5" fmla="*/ 27551 h 602832"/>
                    <a:gd name="connsiteX6" fmla="*/ 2698 w 631527"/>
                    <a:gd name="connsiteY6" fmla="*/ 21455 h 602832"/>
                    <a:gd name="connsiteX0" fmla="*/ 2698 w 630586"/>
                    <a:gd name="connsiteY0" fmla="*/ 21455 h 602832"/>
                    <a:gd name="connsiteX1" fmla="*/ 209962 w 630586"/>
                    <a:gd name="connsiteY1" fmla="*/ 307967 h 602832"/>
                    <a:gd name="connsiteX2" fmla="*/ 2698 w 630586"/>
                    <a:gd name="connsiteY2" fmla="*/ 600575 h 602832"/>
                    <a:gd name="connsiteX3" fmla="*/ 301402 w 630586"/>
                    <a:gd name="connsiteY3" fmla="*/ 600575 h 602832"/>
                    <a:gd name="connsiteX4" fmla="*/ 630586 w 630586"/>
                    <a:gd name="connsiteY4" fmla="*/ 314063 h 602832"/>
                    <a:gd name="connsiteX5" fmla="*/ 301402 w 630586"/>
                    <a:gd name="connsiteY5" fmla="*/ 27551 h 602832"/>
                    <a:gd name="connsiteX6" fmla="*/ 2698 w 630586"/>
                    <a:gd name="connsiteY6" fmla="*/ 21455 h 602832"/>
                    <a:gd name="connsiteX0" fmla="*/ 2698 w 630586"/>
                    <a:gd name="connsiteY0" fmla="*/ 20123 h 601500"/>
                    <a:gd name="connsiteX1" fmla="*/ 209962 w 630586"/>
                    <a:gd name="connsiteY1" fmla="*/ 306635 h 601500"/>
                    <a:gd name="connsiteX2" fmla="*/ 2698 w 630586"/>
                    <a:gd name="connsiteY2" fmla="*/ 599243 h 601500"/>
                    <a:gd name="connsiteX3" fmla="*/ 301402 w 630586"/>
                    <a:gd name="connsiteY3" fmla="*/ 599243 h 601500"/>
                    <a:gd name="connsiteX4" fmla="*/ 630586 w 630586"/>
                    <a:gd name="connsiteY4" fmla="*/ 312731 h 601500"/>
                    <a:gd name="connsiteX5" fmla="*/ 301402 w 630586"/>
                    <a:gd name="connsiteY5" fmla="*/ 26219 h 601500"/>
                    <a:gd name="connsiteX6" fmla="*/ 2698 w 630586"/>
                    <a:gd name="connsiteY6" fmla="*/ 20123 h 601500"/>
                    <a:gd name="connsiteX0" fmla="*/ 2146 w 630034"/>
                    <a:gd name="connsiteY0" fmla="*/ 20123 h 601500"/>
                    <a:gd name="connsiteX1" fmla="*/ 209410 w 630034"/>
                    <a:gd name="connsiteY1" fmla="*/ 306635 h 601500"/>
                    <a:gd name="connsiteX2" fmla="*/ 2146 w 630034"/>
                    <a:gd name="connsiteY2" fmla="*/ 599243 h 601500"/>
                    <a:gd name="connsiteX3" fmla="*/ 300850 w 630034"/>
                    <a:gd name="connsiteY3" fmla="*/ 599243 h 601500"/>
                    <a:gd name="connsiteX4" fmla="*/ 630034 w 630034"/>
                    <a:gd name="connsiteY4" fmla="*/ 312731 h 601500"/>
                    <a:gd name="connsiteX5" fmla="*/ 300850 w 630034"/>
                    <a:gd name="connsiteY5" fmla="*/ 26219 h 601500"/>
                    <a:gd name="connsiteX6" fmla="*/ 2146 w 630034"/>
                    <a:gd name="connsiteY6" fmla="*/ 20123 h 601500"/>
                    <a:gd name="connsiteX0" fmla="*/ 6215 w 634103"/>
                    <a:gd name="connsiteY0" fmla="*/ 3947 h 585324"/>
                    <a:gd name="connsiteX1" fmla="*/ 213479 w 634103"/>
                    <a:gd name="connsiteY1" fmla="*/ 290459 h 585324"/>
                    <a:gd name="connsiteX2" fmla="*/ 6215 w 634103"/>
                    <a:gd name="connsiteY2" fmla="*/ 583067 h 585324"/>
                    <a:gd name="connsiteX3" fmla="*/ 304919 w 634103"/>
                    <a:gd name="connsiteY3" fmla="*/ 583067 h 585324"/>
                    <a:gd name="connsiteX4" fmla="*/ 634103 w 634103"/>
                    <a:gd name="connsiteY4" fmla="*/ 296555 h 585324"/>
                    <a:gd name="connsiteX5" fmla="*/ 304919 w 634103"/>
                    <a:gd name="connsiteY5" fmla="*/ 10043 h 585324"/>
                    <a:gd name="connsiteX6" fmla="*/ 6215 w 634103"/>
                    <a:gd name="connsiteY6" fmla="*/ 3947 h 585324"/>
                    <a:gd name="connsiteX0" fmla="*/ 6624 w 634512"/>
                    <a:gd name="connsiteY0" fmla="*/ 3947 h 585324"/>
                    <a:gd name="connsiteX1" fmla="*/ 213888 w 634512"/>
                    <a:gd name="connsiteY1" fmla="*/ 290459 h 585324"/>
                    <a:gd name="connsiteX2" fmla="*/ 6624 w 634512"/>
                    <a:gd name="connsiteY2" fmla="*/ 583067 h 585324"/>
                    <a:gd name="connsiteX3" fmla="*/ 305328 w 634512"/>
                    <a:gd name="connsiteY3" fmla="*/ 583067 h 585324"/>
                    <a:gd name="connsiteX4" fmla="*/ 634512 w 634512"/>
                    <a:gd name="connsiteY4" fmla="*/ 296555 h 585324"/>
                    <a:gd name="connsiteX5" fmla="*/ 305328 w 634512"/>
                    <a:gd name="connsiteY5" fmla="*/ 10043 h 585324"/>
                    <a:gd name="connsiteX6" fmla="*/ 6624 w 634512"/>
                    <a:gd name="connsiteY6" fmla="*/ 3947 h 585324"/>
                    <a:gd name="connsiteX0" fmla="*/ 6624 w 634644"/>
                    <a:gd name="connsiteY0" fmla="*/ 18301 h 599678"/>
                    <a:gd name="connsiteX1" fmla="*/ 213888 w 634644"/>
                    <a:gd name="connsiteY1" fmla="*/ 304813 h 599678"/>
                    <a:gd name="connsiteX2" fmla="*/ 6624 w 634644"/>
                    <a:gd name="connsiteY2" fmla="*/ 597421 h 599678"/>
                    <a:gd name="connsiteX3" fmla="*/ 305328 w 634644"/>
                    <a:gd name="connsiteY3" fmla="*/ 597421 h 599678"/>
                    <a:gd name="connsiteX4" fmla="*/ 634512 w 634644"/>
                    <a:gd name="connsiteY4" fmla="*/ 310909 h 599678"/>
                    <a:gd name="connsiteX5" fmla="*/ 268752 w 634644"/>
                    <a:gd name="connsiteY5" fmla="*/ 30493 h 599678"/>
                    <a:gd name="connsiteX6" fmla="*/ 6624 w 634644"/>
                    <a:gd name="connsiteY6" fmla="*/ 18301 h 599678"/>
                    <a:gd name="connsiteX0" fmla="*/ 6624 w 634644"/>
                    <a:gd name="connsiteY0" fmla="*/ 23735 h 605112"/>
                    <a:gd name="connsiteX1" fmla="*/ 213888 w 634644"/>
                    <a:gd name="connsiteY1" fmla="*/ 310247 h 605112"/>
                    <a:gd name="connsiteX2" fmla="*/ 6624 w 634644"/>
                    <a:gd name="connsiteY2" fmla="*/ 602855 h 605112"/>
                    <a:gd name="connsiteX3" fmla="*/ 305328 w 634644"/>
                    <a:gd name="connsiteY3" fmla="*/ 602855 h 605112"/>
                    <a:gd name="connsiteX4" fmla="*/ 634512 w 634644"/>
                    <a:gd name="connsiteY4" fmla="*/ 316343 h 605112"/>
                    <a:gd name="connsiteX5" fmla="*/ 268752 w 634644"/>
                    <a:gd name="connsiteY5" fmla="*/ 35927 h 605112"/>
                    <a:gd name="connsiteX6" fmla="*/ 6624 w 634644"/>
                    <a:gd name="connsiteY6" fmla="*/ 23735 h 605112"/>
                    <a:gd name="connsiteX0" fmla="*/ 6624 w 634577"/>
                    <a:gd name="connsiteY0" fmla="*/ 17614 h 598991"/>
                    <a:gd name="connsiteX1" fmla="*/ 213888 w 634577"/>
                    <a:gd name="connsiteY1" fmla="*/ 304126 h 598991"/>
                    <a:gd name="connsiteX2" fmla="*/ 6624 w 634577"/>
                    <a:gd name="connsiteY2" fmla="*/ 596734 h 598991"/>
                    <a:gd name="connsiteX3" fmla="*/ 305328 w 634577"/>
                    <a:gd name="connsiteY3" fmla="*/ 596734 h 598991"/>
                    <a:gd name="connsiteX4" fmla="*/ 634512 w 634577"/>
                    <a:gd name="connsiteY4" fmla="*/ 310222 h 598991"/>
                    <a:gd name="connsiteX5" fmla="*/ 329712 w 634577"/>
                    <a:gd name="connsiteY5" fmla="*/ 48094 h 598991"/>
                    <a:gd name="connsiteX6" fmla="*/ 6624 w 634577"/>
                    <a:gd name="connsiteY6" fmla="*/ 17614 h 598991"/>
                    <a:gd name="connsiteX0" fmla="*/ 6624 w 634575"/>
                    <a:gd name="connsiteY0" fmla="*/ 21507 h 602884"/>
                    <a:gd name="connsiteX1" fmla="*/ 213888 w 634575"/>
                    <a:gd name="connsiteY1" fmla="*/ 308019 h 602884"/>
                    <a:gd name="connsiteX2" fmla="*/ 6624 w 634575"/>
                    <a:gd name="connsiteY2" fmla="*/ 600627 h 602884"/>
                    <a:gd name="connsiteX3" fmla="*/ 305328 w 634575"/>
                    <a:gd name="connsiteY3" fmla="*/ 600627 h 602884"/>
                    <a:gd name="connsiteX4" fmla="*/ 634512 w 634575"/>
                    <a:gd name="connsiteY4" fmla="*/ 314115 h 602884"/>
                    <a:gd name="connsiteX5" fmla="*/ 329712 w 634575"/>
                    <a:gd name="connsiteY5" fmla="*/ 51987 h 602884"/>
                    <a:gd name="connsiteX6" fmla="*/ 6624 w 634575"/>
                    <a:gd name="connsiteY6" fmla="*/ 21507 h 602884"/>
                    <a:gd name="connsiteX0" fmla="*/ 6624 w 634575"/>
                    <a:gd name="connsiteY0" fmla="*/ 21507 h 619140"/>
                    <a:gd name="connsiteX1" fmla="*/ 213888 w 634575"/>
                    <a:gd name="connsiteY1" fmla="*/ 308019 h 619140"/>
                    <a:gd name="connsiteX2" fmla="*/ 6624 w 634575"/>
                    <a:gd name="connsiteY2" fmla="*/ 600627 h 619140"/>
                    <a:gd name="connsiteX3" fmla="*/ 305328 w 634575"/>
                    <a:gd name="connsiteY3" fmla="*/ 600627 h 619140"/>
                    <a:gd name="connsiteX4" fmla="*/ 634512 w 634575"/>
                    <a:gd name="connsiteY4" fmla="*/ 314115 h 619140"/>
                    <a:gd name="connsiteX5" fmla="*/ 329712 w 634575"/>
                    <a:gd name="connsiteY5" fmla="*/ 51987 h 619140"/>
                    <a:gd name="connsiteX6" fmla="*/ 6624 w 634575"/>
                    <a:gd name="connsiteY6" fmla="*/ 21507 h 619140"/>
                    <a:gd name="connsiteX0" fmla="*/ 6624 w 634531"/>
                    <a:gd name="connsiteY0" fmla="*/ 21507 h 607159"/>
                    <a:gd name="connsiteX1" fmla="*/ 213888 w 634531"/>
                    <a:gd name="connsiteY1" fmla="*/ 308019 h 607159"/>
                    <a:gd name="connsiteX2" fmla="*/ 6624 w 634531"/>
                    <a:gd name="connsiteY2" fmla="*/ 600627 h 607159"/>
                    <a:gd name="connsiteX3" fmla="*/ 341904 w 634531"/>
                    <a:gd name="connsiteY3" fmla="*/ 582339 h 607159"/>
                    <a:gd name="connsiteX4" fmla="*/ 634512 w 634531"/>
                    <a:gd name="connsiteY4" fmla="*/ 314115 h 607159"/>
                    <a:gd name="connsiteX5" fmla="*/ 329712 w 634531"/>
                    <a:gd name="connsiteY5" fmla="*/ 51987 h 607159"/>
                    <a:gd name="connsiteX6" fmla="*/ 6624 w 634531"/>
                    <a:gd name="connsiteY6" fmla="*/ 21507 h 607159"/>
                    <a:gd name="connsiteX0" fmla="*/ 6624 w 634516"/>
                    <a:gd name="connsiteY0" fmla="*/ 21507 h 600822"/>
                    <a:gd name="connsiteX1" fmla="*/ 213888 w 634516"/>
                    <a:gd name="connsiteY1" fmla="*/ 308019 h 600822"/>
                    <a:gd name="connsiteX2" fmla="*/ 6624 w 634516"/>
                    <a:gd name="connsiteY2" fmla="*/ 600627 h 600822"/>
                    <a:gd name="connsiteX3" fmla="*/ 335808 w 634516"/>
                    <a:gd name="connsiteY3" fmla="*/ 564051 h 600822"/>
                    <a:gd name="connsiteX4" fmla="*/ 634512 w 634516"/>
                    <a:gd name="connsiteY4" fmla="*/ 314115 h 600822"/>
                    <a:gd name="connsiteX5" fmla="*/ 329712 w 634516"/>
                    <a:gd name="connsiteY5" fmla="*/ 51987 h 600822"/>
                    <a:gd name="connsiteX6" fmla="*/ 6624 w 634516"/>
                    <a:gd name="connsiteY6" fmla="*/ 21507 h 600822"/>
                    <a:gd name="connsiteX0" fmla="*/ 6624 w 634516"/>
                    <a:gd name="connsiteY0" fmla="*/ 20598 h 599913"/>
                    <a:gd name="connsiteX1" fmla="*/ 213888 w 634516"/>
                    <a:gd name="connsiteY1" fmla="*/ 307110 h 599913"/>
                    <a:gd name="connsiteX2" fmla="*/ 6624 w 634516"/>
                    <a:gd name="connsiteY2" fmla="*/ 599718 h 599913"/>
                    <a:gd name="connsiteX3" fmla="*/ 335808 w 634516"/>
                    <a:gd name="connsiteY3" fmla="*/ 563142 h 599913"/>
                    <a:gd name="connsiteX4" fmla="*/ 634512 w 634516"/>
                    <a:gd name="connsiteY4" fmla="*/ 313206 h 599913"/>
                    <a:gd name="connsiteX5" fmla="*/ 329712 w 634516"/>
                    <a:gd name="connsiteY5" fmla="*/ 51078 h 599913"/>
                    <a:gd name="connsiteX6" fmla="*/ 6624 w 634516"/>
                    <a:gd name="connsiteY6" fmla="*/ 20598 h 599913"/>
                    <a:gd name="connsiteX0" fmla="*/ 6624 w 634516"/>
                    <a:gd name="connsiteY0" fmla="*/ 22407 h 601722"/>
                    <a:gd name="connsiteX1" fmla="*/ 213888 w 634516"/>
                    <a:gd name="connsiteY1" fmla="*/ 308919 h 601722"/>
                    <a:gd name="connsiteX2" fmla="*/ 6624 w 634516"/>
                    <a:gd name="connsiteY2" fmla="*/ 601527 h 601722"/>
                    <a:gd name="connsiteX3" fmla="*/ 335808 w 634516"/>
                    <a:gd name="connsiteY3" fmla="*/ 564951 h 601722"/>
                    <a:gd name="connsiteX4" fmla="*/ 634512 w 634516"/>
                    <a:gd name="connsiteY4" fmla="*/ 315015 h 601722"/>
                    <a:gd name="connsiteX5" fmla="*/ 329712 w 634516"/>
                    <a:gd name="connsiteY5" fmla="*/ 52887 h 601722"/>
                    <a:gd name="connsiteX6" fmla="*/ 6624 w 634516"/>
                    <a:gd name="connsiteY6" fmla="*/ 22407 h 601722"/>
                    <a:gd name="connsiteX0" fmla="*/ 6624 w 634516"/>
                    <a:gd name="connsiteY0" fmla="*/ 8163 h 587478"/>
                    <a:gd name="connsiteX1" fmla="*/ 213888 w 634516"/>
                    <a:gd name="connsiteY1" fmla="*/ 294675 h 587478"/>
                    <a:gd name="connsiteX2" fmla="*/ 6624 w 634516"/>
                    <a:gd name="connsiteY2" fmla="*/ 587283 h 587478"/>
                    <a:gd name="connsiteX3" fmla="*/ 335808 w 634516"/>
                    <a:gd name="connsiteY3" fmla="*/ 550707 h 587478"/>
                    <a:gd name="connsiteX4" fmla="*/ 634512 w 634516"/>
                    <a:gd name="connsiteY4" fmla="*/ 300771 h 587478"/>
                    <a:gd name="connsiteX5" fmla="*/ 329712 w 634516"/>
                    <a:gd name="connsiteY5" fmla="*/ 38643 h 587478"/>
                    <a:gd name="connsiteX6" fmla="*/ 6624 w 634516"/>
                    <a:gd name="connsiteY6" fmla="*/ 8163 h 587478"/>
                    <a:gd name="connsiteX0" fmla="*/ 6288 w 634180"/>
                    <a:gd name="connsiteY0" fmla="*/ 8163 h 587686"/>
                    <a:gd name="connsiteX1" fmla="*/ 213552 w 634180"/>
                    <a:gd name="connsiteY1" fmla="*/ 294675 h 587686"/>
                    <a:gd name="connsiteX2" fmla="*/ 6288 w 634180"/>
                    <a:gd name="connsiteY2" fmla="*/ 587283 h 587686"/>
                    <a:gd name="connsiteX3" fmla="*/ 335472 w 634180"/>
                    <a:gd name="connsiteY3" fmla="*/ 550707 h 587686"/>
                    <a:gd name="connsiteX4" fmla="*/ 634176 w 634180"/>
                    <a:gd name="connsiteY4" fmla="*/ 300771 h 587686"/>
                    <a:gd name="connsiteX5" fmla="*/ 329376 w 634180"/>
                    <a:gd name="connsiteY5" fmla="*/ 38643 h 587686"/>
                    <a:gd name="connsiteX6" fmla="*/ 6288 w 634180"/>
                    <a:gd name="connsiteY6" fmla="*/ 8163 h 587686"/>
                    <a:gd name="connsiteX0" fmla="*/ 6288 w 634211"/>
                    <a:gd name="connsiteY0" fmla="*/ 8163 h 587686"/>
                    <a:gd name="connsiteX1" fmla="*/ 213552 w 634211"/>
                    <a:gd name="connsiteY1" fmla="*/ 294675 h 587686"/>
                    <a:gd name="connsiteX2" fmla="*/ 6288 w 634211"/>
                    <a:gd name="connsiteY2" fmla="*/ 587283 h 587686"/>
                    <a:gd name="connsiteX3" fmla="*/ 335472 w 634211"/>
                    <a:gd name="connsiteY3" fmla="*/ 550707 h 587686"/>
                    <a:gd name="connsiteX4" fmla="*/ 634176 w 634211"/>
                    <a:gd name="connsiteY4" fmla="*/ 300771 h 587686"/>
                    <a:gd name="connsiteX5" fmla="*/ 329376 w 634211"/>
                    <a:gd name="connsiteY5" fmla="*/ 38643 h 587686"/>
                    <a:gd name="connsiteX6" fmla="*/ 6288 w 634211"/>
                    <a:gd name="connsiteY6" fmla="*/ 8163 h 587686"/>
                    <a:gd name="connsiteX0" fmla="*/ 6288 w 634286"/>
                    <a:gd name="connsiteY0" fmla="*/ 8163 h 587686"/>
                    <a:gd name="connsiteX1" fmla="*/ 213552 w 634286"/>
                    <a:gd name="connsiteY1" fmla="*/ 294675 h 587686"/>
                    <a:gd name="connsiteX2" fmla="*/ 6288 w 634286"/>
                    <a:gd name="connsiteY2" fmla="*/ 587283 h 587686"/>
                    <a:gd name="connsiteX3" fmla="*/ 335472 w 634286"/>
                    <a:gd name="connsiteY3" fmla="*/ 550707 h 587686"/>
                    <a:gd name="connsiteX4" fmla="*/ 634176 w 634286"/>
                    <a:gd name="connsiteY4" fmla="*/ 300771 h 587686"/>
                    <a:gd name="connsiteX5" fmla="*/ 329376 w 634286"/>
                    <a:gd name="connsiteY5" fmla="*/ 38643 h 587686"/>
                    <a:gd name="connsiteX6" fmla="*/ 6288 w 634286"/>
                    <a:gd name="connsiteY6" fmla="*/ 8163 h 587686"/>
                    <a:gd name="connsiteX0" fmla="*/ 6288 w 634286"/>
                    <a:gd name="connsiteY0" fmla="*/ 4816 h 584339"/>
                    <a:gd name="connsiteX1" fmla="*/ 213552 w 634286"/>
                    <a:gd name="connsiteY1" fmla="*/ 291328 h 584339"/>
                    <a:gd name="connsiteX2" fmla="*/ 6288 w 634286"/>
                    <a:gd name="connsiteY2" fmla="*/ 583936 h 584339"/>
                    <a:gd name="connsiteX3" fmla="*/ 335472 w 634286"/>
                    <a:gd name="connsiteY3" fmla="*/ 547360 h 584339"/>
                    <a:gd name="connsiteX4" fmla="*/ 634176 w 634286"/>
                    <a:gd name="connsiteY4" fmla="*/ 297424 h 584339"/>
                    <a:gd name="connsiteX5" fmla="*/ 329376 w 634286"/>
                    <a:gd name="connsiteY5" fmla="*/ 35296 h 584339"/>
                    <a:gd name="connsiteX6" fmla="*/ 6288 w 634286"/>
                    <a:gd name="connsiteY6" fmla="*/ 4816 h 584339"/>
                    <a:gd name="connsiteX0" fmla="*/ 6288 w 634210"/>
                    <a:gd name="connsiteY0" fmla="*/ 14826 h 594349"/>
                    <a:gd name="connsiteX1" fmla="*/ 213552 w 634210"/>
                    <a:gd name="connsiteY1" fmla="*/ 301338 h 594349"/>
                    <a:gd name="connsiteX2" fmla="*/ 6288 w 634210"/>
                    <a:gd name="connsiteY2" fmla="*/ 593946 h 594349"/>
                    <a:gd name="connsiteX3" fmla="*/ 335472 w 634210"/>
                    <a:gd name="connsiteY3" fmla="*/ 557370 h 594349"/>
                    <a:gd name="connsiteX4" fmla="*/ 634176 w 634210"/>
                    <a:gd name="connsiteY4" fmla="*/ 307434 h 594349"/>
                    <a:gd name="connsiteX5" fmla="*/ 353545 w 634210"/>
                    <a:gd name="connsiteY5" fmla="*/ 57390 h 594349"/>
                    <a:gd name="connsiteX6" fmla="*/ 6288 w 634210"/>
                    <a:gd name="connsiteY6" fmla="*/ 14826 h 594349"/>
                    <a:gd name="connsiteX0" fmla="*/ 6288 w 634210"/>
                    <a:gd name="connsiteY0" fmla="*/ 4846 h 584369"/>
                    <a:gd name="connsiteX1" fmla="*/ 213552 w 634210"/>
                    <a:gd name="connsiteY1" fmla="*/ 291358 h 584369"/>
                    <a:gd name="connsiteX2" fmla="*/ 6288 w 634210"/>
                    <a:gd name="connsiteY2" fmla="*/ 583966 h 584369"/>
                    <a:gd name="connsiteX3" fmla="*/ 335472 w 634210"/>
                    <a:gd name="connsiteY3" fmla="*/ 547390 h 584369"/>
                    <a:gd name="connsiteX4" fmla="*/ 634176 w 634210"/>
                    <a:gd name="connsiteY4" fmla="*/ 297454 h 584369"/>
                    <a:gd name="connsiteX5" fmla="*/ 353545 w 634210"/>
                    <a:gd name="connsiteY5" fmla="*/ 47410 h 584369"/>
                    <a:gd name="connsiteX6" fmla="*/ 6288 w 634210"/>
                    <a:gd name="connsiteY6" fmla="*/ 4846 h 584369"/>
                    <a:gd name="connsiteX0" fmla="*/ 6288 w 634210"/>
                    <a:gd name="connsiteY0" fmla="*/ 4415 h 583938"/>
                    <a:gd name="connsiteX1" fmla="*/ 213552 w 634210"/>
                    <a:gd name="connsiteY1" fmla="*/ 290927 h 583938"/>
                    <a:gd name="connsiteX2" fmla="*/ 6288 w 634210"/>
                    <a:gd name="connsiteY2" fmla="*/ 583535 h 583938"/>
                    <a:gd name="connsiteX3" fmla="*/ 335472 w 634210"/>
                    <a:gd name="connsiteY3" fmla="*/ 546959 h 583938"/>
                    <a:gd name="connsiteX4" fmla="*/ 634176 w 634210"/>
                    <a:gd name="connsiteY4" fmla="*/ 297023 h 583938"/>
                    <a:gd name="connsiteX5" fmla="*/ 353545 w 634210"/>
                    <a:gd name="connsiteY5" fmla="*/ 46979 h 583938"/>
                    <a:gd name="connsiteX6" fmla="*/ 6288 w 634210"/>
                    <a:gd name="connsiteY6" fmla="*/ 4415 h 583938"/>
                    <a:gd name="connsiteX0" fmla="*/ 6288 w 634210"/>
                    <a:gd name="connsiteY0" fmla="*/ 5419 h 584942"/>
                    <a:gd name="connsiteX1" fmla="*/ 213552 w 634210"/>
                    <a:gd name="connsiteY1" fmla="*/ 291931 h 584942"/>
                    <a:gd name="connsiteX2" fmla="*/ 6288 w 634210"/>
                    <a:gd name="connsiteY2" fmla="*/ 584539 h 584942"/>
                    <a:gd name="connsiteX3" fmla="*/ 335472 w 634210"/>
                    <a:gd name="connsiteY3" fmla="*/ 547963 h 584942"/>
                    <a:gd name="connsiteX4" fmla="*/ 634176 w 634210"/>
                    <a:gd name="connsiteY4" fmla="*/ 298027 h 584942"/>
                    <a:gd name="connsiteX5" fmla="*/ 353545 w 634210"/>
                    <a:gd name="connsiteY5" fmla="*/ 47983 h 584942"/>
                    <a:gd name="connsiteX6" fmla="*/ 6288 w 634210"/>
                    <a:gd name="connsiteY6" fmla="*/ 5419 h 584942"/>
                    <a:gd name="connsiteX0" fmla="*/ 6288 w 634218"/>
                    <a:gd name="connsiteY0" fmla="*/ 7646 h 587169"/>
                    <a:gd name="connsiteX1" fmla="*/ 213552 w 634218"/>
                    <a:gd name="connsiteY1" fmla="*/ 294158 h 587169"/>
                    <a:gd name="connsiteX2" fmla="*/ 6288 w 634218"/>
                    <a:gd name="connsiteY2" fmla="*/ 586766 h 587169"/>
                    <a:gd name="connsiteX3" fmla="*/ 335472 w 634218"/>
                    <a:gd name="connsiteY3" fmla="*/ 550190 h 587169"/>
                    <a:gd name="connsiteX4" fmla="*/ 634176 w 634218"/>
                    <a:gd name="connsiteY4" fmla="*/ 300254 h 587169"/>
                    <a:gd name="connsiteX5" fmla="*/ 353545 w 634218"/>
                    <a:gd name="connsiteY5" fmla="*/ 50210 h 587169"/>
                    <a:gd name="connsiteX6" fmla="*/ 6288 w 634218"/>
                    <a:gd name="connsiteY6" fmla="*/ 7646 h 587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4218" h="587169">
                      <a:moveTo>
                        <a:pt x="6288" y="7646"/>
                      </a:moveTo>
                      <a:cubicBezTo>
                        <a:pt x="-1402" y="17865"/>
                        <a:pt x="197440" y="80821"/>
                        <a:pt x="213552" y="294158"/>
                      </a:cubicBezTo>
                      <a:cubicBezTo>
                        <a:pt x="229664" y="507495"/>
                        <a:pt x="-44512" y="593878"/>
                        <a:pt x="6288" y="586766"/>
                      </a:cubicBezTo>
                      <a:cubicBezTo>
                        <a:pt x="105856" y="586766"/>
                        <a:pt x="200344" y="591846"/>
                        <a:pt x="335472" y="550190"/>
                      </a:cubicBezTo>
                      <a:cubicBezTo>
                        <a:pt x="470600" y="508534"/>
                        <a:pt x="631164" y="383584"/>
                        <a:pt x="634176" y="300254"/>
                      </a:cubicBezTo>
                      <a:cubicBezTo>
                        <a:pt x="637188" y="216924"/>
                        <a:pt x="479500" y="97260"/>
                        <a:pt x="353545" y="50210"/>
                      </a:cubicBezTo>
                      <a:cubicBezTo>
                        <a:pt x="227590" y="3160"/>
                        <a:pt x="19803" y="-10314"/>
                        <a:pt x="6288" y="7646"/>
                      </a:cubicBezTo>
                      <a:close/>
                    </a:path>
                  </a:pathLst>
                </a:custGeom>
                <a:solidFill>
                  <a:schemeClr val="bg1"/>
                </a:solidFill>
                <a:ln w="12700" cap="rnd"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r"/>
                  <a:endParaRPr lang="en-CN" sz="6000">
                    <a:solidFill>
                      <a:schemeClr val="tx1"/>
                    </a:solidFill>
                  </a:endParaRPr>
                </a:p>
              </p:txBody>
            </p:sp>
            <p:sp>
              <p:nvSpPr>
                <p:cNvPr id="203" name="Freeform 202">
                  <a:extLst>
                    <a:ext uri="{FF2B5EF4-FFF2-40B4-BE49-F238E27FC236}">
                      <a16:creationId xmlns:a16="http://schemas.microsoft.com/office/drawing/2014/main" id="{6EAEE005-0F51-B941-88A0-35460851BEC5}"/>
                    </a:ext>
                  </a:extLst>
                </p:cNvPr>
                <p:cNvSpPr/>
                <p:nvPr/>
              </p:nvSpPr>
              <p:spPr bwMode="auto">
                <a:xfrm>
                  <a:off x="6470670" y="5701318"/>
                  <a:ext cx="223789" cy="531264"/>
                </a:xfrm>
                <a:custGeom>
                  <a:avLst/>
                  <a:gdLst>
                    <a:gd name="connsiteX0" fmla="*/ 0 w 195378"/>
                    <a:gd name="connsiteY0" fmla="*/ 0 h 541538"/>
                    <a:gd name="connsiteX1" fmla="*/ 195308 w 195378"/>
                    <a:gd name="connsiteY1" fmla="*/ 257452 h 541538"/>
                    <a:gd name="connsiteX2" fmla="*/ 17755 w 195378"/>
                    <a:gd name="connsiteY2" fmla="*/ 541538 h 541538"/>
                    <a:gd name="connsiteX0" fmla="*/ 2793 w 198102"/>
                    <a:gd name="connsiteY0" fmla="*/ 0 h 531264"/>
                    <a:gd name="connsiteX1" fmla="*/ 198101 w 198102"/>
                    <a:gd name="connsiteY1" fmla="*/ 257452 h 531264"/>
                    <a:gd name="connsiteX2" fmla="*/ 0 w 198102"/>
                    <a:gd name="connsiteY2" fmla="*/ 531264 h 531264"/>
                    <a:gd name="connsiteX0" fmla="*/ 2793 w 223788"/>
                    <a:gd name="connsiteY0" fmla="*/ 0 h 531264"/>
                    <a:gd name="connsiteX1" fmla="*/ 223787 w 223788"/>
                    <a:gd name="connsiteY1" fmla="*/ 262589 h 531264"/>
                    <a:gd name="connsiteX2" fmla="*/ 0 w 223788"/>
                    <a:gd name="connsiteY2" fmla="*/ 531264 h 531264"/>
                    <a:gd name="connsiteX0" fmla="*/ 2793 w 223902"/>
                    <a:gd name="connsiteY0" fmla="*/ 0 h 531264"/>
                    <a:gd name="connsiteX1" fmla="*/ 223787 w 223902"/>
                    <a:gd name="connsiteY1" fmla="*/ 262589 h 531264"/>
                    <a:gd name="connsiteX2" fmla="*/ 0 w 223902"/>
                    <a:gd name="connsiteY2" fmla="*/ 531264 h 531264"/>
                    <a:gd name="connsiteX0" fmla="*/ 2793 w 223934"/>
                    <a:gd name="connsiteY0" fmla="*/ 0 h 531264"/>
                    <a:gd name="connsiteX1" fmla="*/ 223787 w 223934"/>
                    <a:gd name="connsiteY1" fmla="*/ 262589 h 531264"/>
                    <a:gd name="connsiteX2" fmla="*/ 0 w 223934"/>
                    <a:gd name="connsiteY2" fmla="*/ 531264 h 531264"/>
                    <a:gd name="connsiteX0" fmla="*/ 2793 w 223927"/>
                    <a:gd name="connsiteY0" fmla="*/ 0 h 531264"/>
                    <a:gd name="connsiteX1" fmla="*/ 223787 w 223927"/>
                    <a:gd name="connsiteY1" fmla="*/ 262589 h 531264"/>
                    <a:gd name="connsiteX2" fmla="*/ 0 w 223927"/>
                    <a:gd name="connsiteY2" fmla="*/ 531264 h 531264"/>
                    <a:gd name="connsiteX0" fmla="*/ 2793 w 223927"/>
                    <a:gd name="connsiteY0" fmla="*/ 0 h 531264"/>
                    <a:gd name="connsiteX1" fmla="*/ 223787 w 223927"/>
                    <a:gd name="connsiteY1" fmla="*/ 262589 h 531264"/>
                    <a:gd name="connsiteX2" fmla="*/ 0 w 223927"/>
                    <a:gd name="connsiteY2" fmla="*/ 531264 h 531264"/>
                    <a:gd name="connsiteX0" fmla="*/ 2793 w 223789"/>
                    <a:gd name="connsiteY0" fmla="*/ 0 h 531264"/>
                    <a:gd name="connsiteX1" fmla="*/ 223787 w 223789"/>
                    <a:gd name="connsiteY1" fmla="*/ 262589 h 531264"/>
                    <a:gd name="connsiteX2" fmla="*/ 0 w 223789"/>
                    <a:gd name="connsiteY2" fmla="*/ 531264 h 531264"/>
                  </a:gdLst>
                  <a:ahLst/>
                  <a:cxnLst>
                    <a:cxn ang="0">
                      <a:pos x="connsiteX0" y="connsiteY0"/>
                    </a:cxn>
                    <a:cxn ang="0">
                      <a:pos x="connsiteX1" y="connsiteY1"/>
                    </a:cxn>
                    <a:cxn ang="0">
                      <a:pos x="connsiteX2" y="connsiteY2"/>
                    </a:cxn>
                  </a:cxnLst>
                  <a:rect l="l" t="t" r="r" b="b"/>
                  <a:pathLst>
                    <a:path w="223789" h="531264">
                      <a:moveTo>
                        <a:pt x="2793" y="0"/>
                      </a:moveTo>
                      <a:cubicBezTo>
                        <a:pt x="145200" y="83598"/>
                        <a:pt x="224252" y="153497"/>
                        <a:pt x="223787" y="262589"/>
                      </a:cubicBezTo>
                      <a:cubicBezTo>
                        <a:pt x="223322" y="371681"/>
                        <a:pt x="115941" y="460034"/>
                        <a:pt x="0" y="531264"/>
                      </a:cubicBezTo>
                    </a:path>
                  </a:pathLst>
                </a:custGeom>
                <a:noFill/>
                <a:ln w="12700" cap="rnd"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2800" b="0" i="0" u="none" strike="noStrike" cap="none" normalizeH="0" baseline="0">
                    <a:ln>
                      <a:noFill/>
                    </a:ln>
                    <a:solidFill>
                      <a:schemeClr val="tx1"/>
                    </a:solidFill>
                    <a:effectLst/>
                    <a:latin typeface="Arial" charset="0"/>
                  </a:endParaRPr>
                </a:p>
              </p:txBody>
            </p:sp>
          </p:grpSp>
          <p:cxnSp>
            <p:nvCxnSpPr>
              <p:cNvPr id="195" name="Straight Connector 194">
                <a:extLst>
                  <a:ext uri="{FF2B5EF4-FFF2-40B4-BE49-F238E27FC236}">
                    <a16:creationId xmlns:a16="http://schemas.microsoft.com/office/drawing/2014/main" id="{1FF9B69D-3B1A-BC4D-87BA-AA8B65588ABE}"/>
                  </a:ext>
                </a:extLst>
              </p:cNvPr>
              <p:cNvCxnSpPr>
                <a:cxnSpLocks/>
              </p:cNvCxnSpPr>
              <p:nvPr/>
            </p:nvCxnSpPr>
            <p:spPr bwMode="auto">
              <a:xfrm>
                <a:off x="831209" y="4435688"/>
                <a:ext cx="255522" cy="0"/>
              </a:xfrm>
              <a:prstGeom prst="line">
                <a:avLst/>
              </a:prstGeom>
              <a:solidFill>
                <a:schemeClr val="accent1"/>
              </a:solidFill>
              <a:ln w="12700" cap="rnd" cmpd="sng" algn="ctr">
                <a:solidFill>
                  <a:schemeClr val="tx1"/>
                </a:solidFill>
                <a:prstDash val="solid"/>
                <a:round/>
                <a:headEnd type="none" w="med" len="med"/>
                <a:tailEnd type="oval" w="sm" len="sm"/>
              </a:ln>
              <a:effectLst/>
            </p:spPr>
          </p:cxnSp>
          <p:cxnSp>
            <p:nvCxnSpPr>
              <p:cNvPr id="196" name="Straight Connector 195">
                <a:extLst>
                  <a:ext uri="{FF2B5EF4-FFF2-40B4-BE49-F238E27FC236}">
                    <a16:creationId xmlns:a16="http://schemas.microsoft.com/office/drawing/2014/main" id="{C89387DA-0F13-F845-92B6-00F3E25A27FF}"/>
                  </a:ext>
                </a:extLst>
              </p:cNvPr>
              <p:cNvCxnSpPr/>
              <p:nvPr/>
            </p:nvCxnSpPr>
            <p:spPr bwMode="auto">
              <a:xfrm flipH="1">
                <a:off x="754649" y="4343399"/>
                <a:ext cx="256975" cy="0"/>
              </a:xfrm>
              <a:prstGeom prst="line">
                <a:avLst/>
              </a:prstGeom>
              <a:solidFill>
                <a:schemeClr val="accent1"/>
              </a:solidFill>
              <a:ln w="12700" cap="rnd" cmpd="sng" algn="ctr">
                <a:solidFill>
                  <a:schemeClr val="tx1"/>
                </a:solidFill>
                <a:prstDash val="solid"/>
                <a:round/>
                <a:headEnd type="none" w="med" len="med"/>
                <a:tailEnd type="oval" w="sm" len="sm"/>
              </a:ln>
              <a:effectLst/>
            </p:spPr>
          </p:cxnSp>
          <p:sp>
            <p:nvSpPr>
              <p:cNvPr id="197" name="TextBox 196">
                <a:extLst>
                  <a:ext uri="{FF2B5EF4-FFF2-40B4-BE49-F238E27FC236}">
                    <a16:creationId xmlns:a16="http://schemas.microsoft.com/office/drawing/2014/main" id="{7BC54990-1AE1-104D-9C55-F03CA148ABBF}"/>
                  </a:ext>
                </a:extLst>
              </p:cNvPr>
              <p:cNvSpPr txBox="1"/>
              <p:nvPr/>
            </p:nvSpPr>
            <p:spPr>
              <a:xfrm>
                <a:off x="577358" y="3965867"/>
                <a:ext cx="354584"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a2</a:t>
                </a:r>
                <a:endParaRPr lang="en-CN" sz="1200" dirty="0">
                  <a:solidFill>
                    <a:schemeClr val="tx1"/>
                  </a:solidFill>
                  <a:latin typeface="Arial" panose="020B0604020202020204" pitchFamily="34" charset="0"/>
                  <a:cs typeface="Arial" panose="020B0604020202020204" pitchFamily="34" charset="0"/>
                </a:endParaRPr>
              </a:p>
            </p:txBody>
          </p:sp>
          <p:sp>
            <p:nvSpPr>
              <p:cNvPr id="198" name="TextBox 197">
                <a:extLst>
                  <a:ext uri="{FF2B5EF4-FFF2-40B4-BE49-F238E27FC236}">
                    <a16:creationId xmlns:a16="http://schemas.microsoft.com/office/drawing/2014/main" id="{99EF6B91-C8C7-4D4D-87B4-F5EF84C1FF12}"/>
                  </a:ext>
                </a:extLst>
              </p:cNvPr>
              <p:cNvSpPr txBox="1"/>
              <p:nvPr/>
            </p:nvSpPr>
            <p:spPr>
              <a:xfrm>
                <a:off x="898280" y="3965866"/>
                <a:ext cx="364202"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b2</a:t>
                </a:r>
                <a:endParaRPr lang="en-CN" sz="1200" dirty="0">
                  <a:solidFill>
                    <a:schemeClr val="tx1"/>
                  </a:solidFill>
                  <a:latin typeface="Arial" panose="020B0604020202020204" pitchFamily="34" charset="0"/>
                  <a:cs typeface="Arial" panose="020B0604020202020204" pitchFamily="34" charset="0"/>
                </a:endParaRPr>
              </a:p>
            </p:txBody>
          </p:sp>
        </p:grpSp>
        <p:grpSp>
          <p:nvGrpSpPr>
            <p:cNvPr id="118" name="Group 117">
              <a:extLst>
                <a:ext uri="{FF2B5EF4-FFF2-40B4-BE49-F238E27FC236}">
                  <a16:creationId xmlns:a16="http://schemas.microsoft.com/office/drawing/2014/main" id="{F8D56111-724C-C44A-B2F5-1C5BA51B19B4}"/>
                </a:ext>
              </a:extLst>
            </p:cNvPr>
            <p:cNvGrpSpPr/>
            <p:nvPr/>
          </p:nvGrpSpPr>
          <p:grpSpPr>
            <a:xfrm>
              <a:off x="2414957" y="3822717"/>
              <a:ext cx="685124" cy="834737"/>
              <a:chOff x="577358" y="3965866"/>
              <a:chExt cx="685124" cy="834737"/>
            </a:xfrm>
          </p:grpSpPr>
          <p:grpSp>
            <p:nvGrpSpPr>
              <p:cNvPr id="178" name="Group 177">
                <a:extLst>
                  <a:ext uri="{FF2B5EF4-FFF2-40B4-BE49-F238E27FC236}">
                    <a16:creationId xmlns:a16="http://schemas.microsoft.com/office/drawing/2014/main" id="{00D9DCAE-C67E-7346-95AE-F65B599B6555}"/>
                  </a:ext>
                </a:extLst>
              </p:cNvPr>
              <p:cNvGrpSpPr/>
              <p:nvPr/>
            </p:nvGrpSpPr>
            <p:grpSpPr>
              <a:xfrm rot="5400000">
                <a:off x="487391" y="4420688"/>
                <a:ext cx="609600" cy="150228"/>
                <a:chOff x="2863476" y="5594843"/>
                <a:chExt cx="2234241" cy="576063"/>
              </a:xfrm>
            </p:grpSpPr>
            <p:cxnSp>
              <p:nvCxnSpPr>
                <p:cNvPr id="189" name="Straight Connector 188">
                  <a:extLst>
                    <a:ext uri="{FF2B5EF4-FFF2-40B4-BE49-F238E27FC236}">
                      <a16:creationId xmlns:a16="http://schemas.microsoft.com/office/drawing/2014/main" id="{7D49CB56-4FB9-534D-B7B2-5B2BB5D14A54}"/>
                    </a:ext>
                  </a:extLst>
                </p:cNvPr>
                <p:cNvCxnSpPr>
                  <a:cxnSpLocks/>
                  <a:stCxn id="190" idx="1"/>
                </p:cNvCxnSpPr>
                <p:nvPr/>
              </p:nvCxnSpPr>
              <p:spPr bwMode="auto">
                <a:xfrm rot="16200000">
                  <a:off x="4582550" y="5367707"/>
                  <a:ext cx="0" cy="1030335"/>
                </a:xfrm>
                <a:prstGeom prst="line">
                  <a:avLst/>
                </a:prstGeom>
                <a:solidFill>
                  <a:schemeClr val="accent1"/>
                </a:solidFill>
                <a:ln w="12700" cap="rnd" cmpd="sng" algn="ctr">
                  <a:solidFill>
                    <a:schemeClr val="tx1"/>
                  </a:solidFill>
                  <a:prstDash val="solid"/>
                  <a:round/>
                  <a:headEnd type="none" w="med" len="med"/>
                  <a:tailEnd type="none" w="med" len="med"/>
                </a:ln>
                <a:effectLst/>
              </p:spPr>
            </p:cxnSp>
            <p:sp>
              <p:nvSpPr>
                <p:cNvPr id="190" name="Round Same Side Corner Rectangle 189">
                  <a:extLst>
                    <a:ext uri="{FF2B5EF4-FFF2-40B4-BE49-F238E27FC236}">
                      <a16:creationId xmlns:a16="http://schemas.microsoft.com/office/drawing/2014/main" id="{21628F86-24C4-3D42-98A2-3D2D4F7ABFA9}"/>
                    </a:ext>
                  </a:extLst>
                </p:cNvPr>
                <p:cNvSpPr/>
                <p:nvPr/>
              </p:nvSpPr>
              <p:spPr bwMode="auto">
                <a:xfrm rot="5400000">
                  <a:off x="4093388" y="5568837"/>
                  <a:ext cx="576063" cy="628076"/>
                </a:xfrm>
                <a:prstGeom prst="round2SameRect">
                  <a:avLst>
                    <a:gd name="adj1" fmla="val 50000"/>
                    <a:gd name="adj2" fmla="val 0"/>
                  </a:avLst>
                </a:prstGeom>
                <a:solidFill>
                  <a:schemeClr val="bg1"/>
                </a:solidFill>
                <a:ln w="12700" cap="rnd"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r"/>
                  <a:endParaRPr lang="en-CN" sz="6000">
                    <a:solidFill>
                      <a:schemeClr val="tx1"/>
                    </a:solidFill>
                  </a:endParaRPr>
                </a:p>
              </p:txBody>
            </p:sp>
            <p:cxnSp>
              <p:nvCxnSpPr>
                <p:cNvPr id="191" name="Straight Connector 190">
                  <a:extLst>
                    <a:ext uri="{FF2B5EF4-FFF2-40B4-BE49-F238E27FC236}">
                      <a16:creationId xmlns:a16="http://schemas.microsoft.com/office/drawing/2014/main" id="{13A8F25E-0F85-A541-82D5-BCE84891A438}"/>
                    </a:ext>
                  </a:extLst>
                </p:cNvPr>
                <p:cNvCxnSpPr>
                  <a:cxnSpLocks/>
                </p:cNvCxnSpPr>
                <p:nvPr/>
              </p:nvCxnSpPr>
              <p:spPr bwMode="auto">
                <a:xfrm rot="16200000">
                  <a:off x="3922448" y="5571081"/>
                  <a:ext cx="0" cy="324350"/>
                </a:xfrm>
                <a:prstGeom prst="line">
                  <a:avLst/>
                </a:prstGeom>
                <a:solidFill>
                  <a:schemeClr val="accent1"/>
                </a:solidFill>
                <a:ln w="12700" cap="rnd" cmpd="sng" algn="ctr">
                  <a:solidFill>
                    <a:schemeClr val="tx1"/>
                  </a:solidFill>
                  <a:prstDash val="solid"/>
                  <a:round/>
                  <a:headEnd type="none" w="med" len="med"/>
                  <a:tailEnd type="none" w="med" len="med"/>
                </a:ln>
                <a:effectLst/>
              </p:spPr>
            </p:cxnSp>
            <p:cxnSp>
              <p:nvCxnSpPr>
                <p:cNvPr id="192" name="Straight Connector 191">
                  <a:extLst>
                    <a:ext uri="{FF2B5EF4-FFF2-40B4-BE49-F238E27FC236}">
                      <a16:creationId xmlns:a16="http://schemas.microsoft.com/office/drawing/2014/main" id="{0FF6F565-6469-F546-B515-65CF6C223729}"/>
                    </a:ext>
                  </a:extLst>
                </p:cNvPr>
                <p:cNvCxnSpPr>
                  <a:cxnSpLocks/>
                </p:cNvCxnSpPr>
                <p:nvPr/>
              </p:nvCxnSpPr>
              <p:spPr bwMode="auto">
                <a:xfrm rot="16200000">
                  <a:off x="3474050" y="5416257"/>
                  <a:ext cx="0" cy="1221148"/>
                </a:xfrm>
                <a:prstGeom prst="line">
                  <a:avLst/>
                </a:prstGeom>
                <a:solidFill>
                  <a:schemeClr val="accent1"/>
                </a:solidFill>
                <a:ln w="12700" cap="rnd" cmpd="sng" algn="ctr">
                  <a:solidFill>
                    <a:schemeClr val="tx1"/>
                  </a:solidFill>
                  <a:prstDash val="solid"/>
                  <a:round/>
                  <a:headEnd type="none" w="med" len="med"/>
                  <a:tailEnd type="none" w="med" len="med"/>
                </a:ln>
                <a:effectLst/>
              </p:spPr>
            </p:cxnSp>
          </p:grpSp>
          <p:grpSp>
            <p:nvGrpSpPr>
              <p:cNvPr id="179" name="Group 178">
                <a:extLst>
                  <a:ext uri="{FF2B5EF4-FFF2-40B4-BE49-F238E27FC236}">
                    <a16:creationId xmlns:a16="http://schemas.microsoft.com/office/drawing/2014/main" id="{02ADAFDA-C0CB-BD4C-85DD-9110D283A9C4}"/>
                  </a:ext>
                </a:extLst>
              </p:cNvPr>
              <p:cNvGrpSpPr/>
              <p:nvPr/>
            </p:nvGrpSpPr>
            <p:grpSpPr>
              <a:xfrm rot="5400000">
                <a:off x="742801" y="4420692"/>
                <a:ext cx="609603" cy="150219"/>
                <a:chOff x="5378571" y="5655686"/>
                <a:chExt cx="2232016" cy="587169"/>
              </a:xfrm>
            </p:grpSpPr>
            <p:cxnSp>
              <p:nvCxnSpPr>
                <p:cNvPr id="184" name="Straight Connector 183">
                  <a:extLst>
                    <a:ext uri="{FF2B5EF4-FFF2-40B4-BE49-F238E27FC236}">
                      <a16:creationId xmlns:a16="http://schemas.microsoft.com/office/drawing/2014/main" id="{670B5781-2852-D342-B869-93708F501571}"/>
                    </a:ext>
                  </a:extLst>
                </p:cNvPr>
                <p:cNvCxnSpPr>
                  <a:cxnSpLocks/>
                </p:cNvCxnSpPr>
                <p:nvPr/>
              </p:nvCxnSpPr>
              <p:spPr bwMode="auto">
                <a:xfrm rot="16200000">
                  <a:off x="7409742" y="5745099"/>
                  <a:ext cx="0" cy="401691"/>
                </a:xfrm>
                <a:prstGeom prst="line">
                  <a:avLst/>
                </a:prstGeom>
                <a:solidFill>
                  <a:schemeClr val="accent1"/>
                </a:solidFill>
                <a:ln w="12700" cap="rnd" cmpd="sng" algn="ctr">
                  <a:solidFill>
                    <a:schemeClr val="tx1"/>
                  </a:solidFill>
                  <a:prstDash val="solid"/>
                  <a:round/>
                  <a:headEnd type="none" w="med" len="med"/>
                  <a:tailEnd type="none" w="med" len="med"/>
                </a:ln>
                <a:effectLst/>
              </p:spPr>
            </p:cxnSp>
            <p:cxnSp>
              <p:nvCxnSpPr>
                <p:cNvPr id="185" name="Straight Connector 184">
                  <a:extLst>
                    <a:ext uri="{FF2B5EF4-FFF2-40B4-BE49-F238E27FC236}">
                      <a16:creationId xmlns:a16="http://schemas.microsoft.com/office/drawing/2014/main" id="{5D7C5A13-BC03-3D4E-9F12-01C5138DA342}"/>
                    </a:ext>
                  </a:extLst>
                </p:cNvPr>
                <p:cNvCxnSpPr>
                  <a:cxnSpLocks/>
                </p:cNvCxnSpPr>
                <p:nvPr/>
              </p:nvCxnSpPr>
              <p:spPr bwMode="auto">
                <a:xfrm rot="16200000">
                  <a:off x="6069892" y="5105007"/>
                  <a:ext cx="0" cy="1382641"/>
                </a:xfrm>
                <a:prstGeom prst="line">
                  <a:avLst/>
                </a:prstGeom>
                <a:solidFill>
                  <a:schemeClr val="accent1"/>
                </a:solidFill>
                <a:ln w="12700" cap="rnd" cmpd="sng" algn="ctr">
                  <a:solidFill>
                    <a:schemeClr val="tx1"/>
                  </a:solidFill>
                  <a:prstDash val="solid"/>
                  <a:round/>
                  <a:headEnd type="none" w="med" len="med"/>
                  <a:tailEnd type="none" w="med" len="med"/>
                </a:ln>
                <a:effectLst/>
              </p:spPr>
            </p:cxnSp>
            <p:cxnSp>
              <p:nvCxnSpPr>
                <p:cNvPr id="186" name="Straight Connector 185">
                  <a:extLst>
                    <a:ext uri="{FF2B5EF4-FFF2-40B4-BE49-F238E27FC236}">
                      <a16:creationId xmlns:a16="http://schemas.microsoft.com/office/drawing/2014/main" id="{75AC51D6-414F-1443-B346-C8FF8CB54285}"/>
                    </a:ext>
                  </a:extLst>
                </p:cNvPr>
                <p:cNvCxnSpPr>
                  <a:cxnSpLocks/>
                </p:cNvCxnSpPr>
                <p:nvPr/>
              </p:nvCxnSpPr>
              <p:spPr bwMode="auto">
                <a:xfrm rot="16200000">
                  <a:off x="6348890" y="5677583"/>
                  <a:ext cx="0" cy="824641"/>
                </a:xfrm>
                <a:prstGeom prst="line">
                  <a:avLst/>
                </a:prstGeom>
                <a:solidFill>
                  <a:schemeClr val="accent1"/>
                </a:solidFill>
                <a:ln w="12700" cap="rnd" cmpd="sng" algn="ctr">
                  <a:solidFill>
                    <a:schemeClr val="tx1"/>
                  </a:solidFill>
                  <a:prstDash val="solid"/>
                  <a:round/>
                  <a:headEnd type="none" w="med" len="med"/>
                  <a:tailEnd type="none" w="med" len="med"/>
                </a:ln>
                <a:effectLst/>
              </p:spPr>
            </p:cxnSp>
            <p:sp>
              <p:nvSpPr>
                <p:cNvPr id="187" name="Freeform 186">
                  <a:extLst>
                    <a:ext uri="{FF2B5EF4-FFF2-40B4-BE49-F238E27FC236}">
                      <a16:creationId xmlns:a16="http://schemas.microsoft.com/office/drawing/2014/main" id="{EFF243E1-7C13-794C-B0C2-D452E7066A17}"/>
                    </a:ext>
                  </a:extLst>
                </p:cNvPr>
                <p:cNvSpPr/>
                <p:nvPr/>
              </p:nvSpPr>
              <p:spPr bwMode="auto">
                <a:xfrm>
                  <a:off x="6574688" y="5655686"/>
                  <a:ext cx="634218" cy="587169"/>
                </a:xfrm>
                <a:custGeom>
                  <a:avLst/>
                  <a:gdLst>
                    <a:gd name="connsiteX0" fmla="*/ 0 w 627888"/>
                    <a:gd name="connsiteY0" fmla="*/ 0 h 579120"/>
                    <a:gd name="connsiteX1" fmla="*/ 207264 w 627888"/>
                    <a:gd name="connsiteY1" fmla="*/ 286512 h 579120"/>
                    <a:gd name="connsiteX2" fmla="*/ 0 w 627888"/>
                    <a:gd name="connsiteY2" fmla="*/ 579120 h 579120"/>
                    <a:gd name="connsiteX3" fmla="*/ 365760 w 627888"/>
                    <a:gd name="connsiteY3" fmla="*/ 573024 h 579120"/>
                    <a:gd name="connsiteX4" fmla="*/ 627888 w 627888"/>
                    <a:gd name="connsiteY4" fmla="*/ 292608 h 579120"/>
                    <a:gd name="connsiteX5" fmla="*/ 390144 w 627888"/>
                    <a:gd name="connsiteY5" fmla="*/ 6096 h 579120"/>
                    <a:gd name="connsiteX6" fmla="*/ 0 w 627888"/>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46520"/>
                    <a:gd name="connsiteY0" fmla="*/ 0 h 579120"/>
                    <a:gd name="connsiteX1" fmla="*/ 209962 w 646520"/>
                    <a:gd name="connsiteY1" fmla="*/ 286512 h 579120"/>
                    <a:gd name="connsiteX2" fmla="*/ 2698 w 646520"/>
                    <a:gd name="connsiteY2" fmla="*/ 579120 h 579120"/>
                    <a:gd name="connsiteX3" fmla="*/ 368458 w 646520"/>
                    <a:gd name="connsiteY3" fmla="*/ 573024 h 579120"/>
                    <a:gd name="connsiteX4" fmla="*/ 630586 w 646520"/>
                    <a:gd name="connsiteY4" fmla="*/ 292608 h 579120"/>
                    <a:gd name="connsiteX5" fmla="*/ 392842 w 646520"/>
                    <a:gd name="connsiteY5" fmla="*/ 6096 h 579120"/>
                    <a:gd name="connsiteX6" fmla="*/ 2698 w 646520"/>
                    <a:gd name="connsiteY6" fmla="*/ 0 h 579120"/>
                    <a:gd name="connsiteX0" fmla="*/ 2698 w 646520"/>
                    <a:gd name="connsiteY0" fmla="*/ 51141 h 630261"/>
                    <a:gd name="connsiteX1" fmla="*/ 209962 w 646520"/>
                    <a:gd name="connsiteY1" fmla="*/ 337653 h 630261"/>
                    <a:gd name="connsiteX2" fmla="*/ 2698 w 646520"/>
                    <a:gd name="connsiteY2" fmla="*/ 630261 h 630261"/>
                    <a:gd name="connsiteX3" fmla="*/ 368458 w 646520"/>
                    <a:gd name="connsiteY3" fmla="*/ 624165 h 630261"/>
                    <a:gd name="connsiteX4" fmla="*/ 630586 w 646520"/>
                    <a:gd name="connsiteY4" fmla="*/ 343749 h 630261"/>
                    <a:gd name="connsiteX5" fmla="*/ 392842 w 646520"/>
                    <a:gd name="connsiteY5" fmla="*/ 57237 h 630261"/>
                    <a:gd name="connsiteX6" fmla="*/ 2698 w 646520"/>
                    <a:gd name="connsiteY6" fmla="*/ 51141 h 630261"/>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1455 h 600575"/>
                    <a:gd name="connsiteX1" fmla="*/ 209962 w 646520"/>
                    <a:gd name="connsiteY1" fmla="*/ 307967 h 600575"/>
                    <a:gd name="connsiteX2" fmla="*/ 2698 w 646520"/>
                    <a:gd name="connsiteY2" fmla="*/ 600575 h 600575"/>
                    <a:gd name="connsiteX3" fmla="*/ 368458 w 646520"/>
                    <a:gd name="connsiteY3" fmla="*/ 594479 h 600575"/>
                    <a:gd name="connsiteX4" fmla="*/ 630586 w 646520"/>
                    <a:gd name="connsiteY4" fmla="*/ 314063 h 600575"/>
                    <a:gd name="connsiteX5" fmla="*/ 392842 w 646520"/>
                    <a:gd name="connsiteY5" fmla="*/ 27551 h 600575"/>
                    <a:gd name="connsiteX6" fmla="*/ 2698 w 646520"/>
                    <a:gd name="connsiteY6" fmla="*/ 21455 h 600575"/>
                    <a:gd name="connsiteX0" fmla="*/ 2698 w 630586"/>
                    <a:gd name="connsiteY0" fmla="*/ 21455 h 600575"/>
                    <a:gd name="connsiteX1" fmla="*/ 209962 w 630586"/>
                    <a:gd name="connsiteY1" fmla="*/ 307967 h 600575"/>
                    <a:gd name="connsiteX2" fmla="*/ 2698 w 630586"/>
                    <a:gd name="connsiteY2" fmla="*/ 600575 h 600575"/>
                    <a:gd name="connsiteX3" fmla="*/ 368458 w 630586"/>
                    <a:gd name="connsiteY3" fmla="*/ 594479 h 600575"/>
                    <a:gd name="connsiteX4" fmla="*/ 630586 w 630586"/>
                    <a:gd name="connsiteY4" fmla="*/ 314063 h 600575"/>
                    <a:gd name="connsiteX5" fmla="*/ 392842 w 630586"/>
                    <a:gd name="connsiteY5" fmla="*/ 27551 h 600575"/>
                    <a:gd name="connsiteX6" fmla="*/ 2698 w 630586"/>
                    <a:gd name="connsiteY6" fmla="*/ 21455 h 600575"/>
                    <a:gd name="connsiteX0" fmla="*/ 2698 w 631527"/>
                    <a:gd name="connsiteY0" fmla="*/ 21455 h 600575"/>
                    <a:gd name="connsiteX1" fmla="*/ 209962 w 631527"/>
                    <a:gd name="connsiteY1" fmla="*/ 307967 h 600575"/>
                    <a:gd name="connsiteX2" fmla="*/ 2698 w 631527"/>
                    <a:gd name="connsiteY2" fmla="*/ 600575 h 600575"/>
                    <a:gd name="connsiteX3" fmla="*/ 301402 w 631527"/>
                    <a:gd name="connsiteY3" fmla="*/ 600575 h 600575"/>
                    <a:gd name="connsiteX4" fmla="*/ 630586 w 631527"/>
                    <a:gd name="connsiteY4" fmla="*/ 314063 h 600575"/>
                    <a:gd name="connsiteX5" fmla="*/ 392842 w 631527"/>
                    <a:gd name="connsiteY5" fmla="*/ 27551 h 600575"/>
                    <a:gd name="connsiteX6" fmla="*/ 2698 w 631527"/>
                    <a:gd name="connsiteY6" fmla="*/ 21455 h 600575"/>
                    <a:gd name="connsiteX0" fmla="*/ 2698 w 631527"/>
                    <a:gd name="connsiteY0" fmla="*/ 21455 h 602832"/>
                    <a:gd name="connsiteX1" fmla="*/ 209962 w 631527"/>
                    <a:gd name="connsiteY1" fmla="*/ 307967 h 602832"/>
                    <a:gd name="connsiteX2" fmla="*/ 2698 w 631527"/>
                    <a:gd name="connsiteY2" fmla="*/ 600575 h 602832"/>
                    <a:gd name="connsiteX3" fmla="*/ 301402 w 631527"/>
                    <a:gd name="connsiteY3" fmla="*/ 600575 h 602832"/>
                    <a:gd name="connsiteX4" fmla="*/ 630586 w 631527"/>
                    <a:gd name="connsiteY4" fmla="*/ 314063 h 602832"/>
                    <a:gd name="connsiteX5" fmla="*/ 392842 w 631527"/>
                    <a:gd name="connsiteY5" fmla="*/ 27551 h 602832"/>
                    <a:gd name="connsiteX6" fmla="*/ 2698 w 631527"/>
                    <a:gd name="connsiteY6" fmla="*/ 21455 h 602832"/>
                    <a:gd name="connsiteX0" fmla="*/ 2698 w 630586"/>
                    <a:gd name="connsiteY0" fmla="*/ 21455 h 602832"/>
                    <a:gd name="connsiteX1" fmla="*/ 209962 w 630586"/>
                    <a:gd name="connsiteY1" fmla="*/ 307967 h 602832"/>
                    <a:gd name="connsiteX2" fmla="*/ 2698 w 630586"/>
                    <a:gd name="connsiteY2" fmla="*/ 600575 h 602832"/>
                    <a:gd name="connsiteX3" fmla="*/ 301402 w 630586"/>
                    <a:gd name="connsiteY3" fmla="*/ 600575 h 602832"/>
                    <a:gd name="connsiteX4" fmla="*/ 630586 w 630586"/>
                    <a:gd name="connsiteY4" fmla="*/ 314063 h 602832"/>
                    <a:gd name="connsiteX5" fmla="*/ 301402 w 630586"/>
                    <a:gd name="connsiteY5" fmla="*/ 27551 h 602832"/>
                    <a:gd name="connsiteX6" fmla="*/ 2698 w 630586"/>
                    <a:gd name="connsiteY6" fmla="*/ 21455 h 602832"/>
                    <a:gd name="connsiteX0" fmla="*/ 2698 w 630586"/>
                    <a:gd name="connsiteY0" fmla="*/ 20123 h 601500"/>
                    <a:gd name="connsiteX1" fmla="*/ 209962 w 630586"/>
                    <a:gd name="connsiteY1" fmla="*/ 306635 h 601500"/>
                    <a:gd name="connsiteX2" fmla="*/ 2698 w 630586"/>
                    <a:gd name="connsiteY2" fmla="*/ 599243 h 601500"/>
                    <a:gd name="connsiteX3" fmla="*/ 301402 w 630586"/>
                    <a:gd name="connsiteY3" fmla="*/ 599243 h 601500"/>
                    <a:gd name="connsiteX4" fmla="*/ 630586 w 630586"/>
                    <a:gd name="connsiteY4" fmla="*/ 312731 h 601500"/>
                    <a:gd name="connsiteX5" fmla="*/ 301402 w 630586"/>
                    <a:gd name="connsiteY5" fmla="*/ 26219 h 601500"/>
                    <a:gd name="connsiteX6" fmla="*/ 2698 w 630586"/>
                    <a:gd name="connsiteY6" fmla="*/ 20123 h 601500"/>
                    <a:gd name="connsiteX0" fmla="*/ 2146 w 630034"/>
                    <a:gd name="connsiteY0" fmla="*/ 20123 h 601500"/>
                    <a:gd name="connsiteX1" fmla="*/ 209410 w 630034"/>
                    <a:gd name="connsiteY1" fmla="*/ 306635 h 601500"/>
                    <a:gd name="connsiteX2" fmla="*/ 2146 w 630034"/>
                    <a:gd name="connsiteY2" fmla="*/ 599243 h 601500"/>
                    <a:gd name="connsiteX3" fmla="*/ 300850 w 630034"/>
                    <a:gd name="connsiteY3" fmla="*/ 599243 h 601500"/>
                    <a:gd name="connsiteX4" fmla="*/ 630034 w 630034"/>
                    <a:gd name="connsiteY4" fmla="*/ 312731 h 601500"/>
                    <a:gd name="connsiteX5" fmla="*/ 300850 w 630034"/>
                    <a:gd name="connsiteY5" fmla="*/ 26219 h 601500"/>
                    <a:gd name="connsiteX6" fmla="*/ 2146 w 630034"/>
                    <a:gd name="connsiteY6" fmla="*/ 20123 h 601500"/>
                    <a:gd name="connsiteX0" fmla="*/ 6215 w 634103"/>
                    <a:gd name="connsiteY0" fmla="*/ 3947 h 585324"/>
                    <a:gd name="connsiteX1" fmla="*/ 213479 w 634103"/>
                    <a:gd name="connsiteY1" fmla="*/ 290459 h 585324"/>
                    <a:gd name="connsiteX2" fmla="*/ 6215 w 634103"/>
                    <a:gd name="connsiteY2" fmla="*/ 583067 h 585324"/>
                    <a:gd name="connsiteX3" fmla="*/ 304919 w 634103"/>
                    <a:gd name="connsiteY3" fmla="*/ 583067 h 585324"/>
                    <a:gd name="connsiteX4" fmla="*/ 634103 w 634103"/>
                    <a:gd name="connsiteY4" fmla="*/ 296555 h 585324"/>
                    <a:gd name="connsiteX5" fmla="*/ 304919 w 634103"/>
                    <a:gd name="connsiteY5" fmla="*/ 10043 h 585324"/>
                    <a:gd name="connsiteX6" fmla="*/ 6215 w 634103"/>
                    <a:gd name="connsiteY6" fmla="*/ 3947 h 585324"/>
                    <a:gd name="connsiteX0" fmla="*/ 6624 w 634512"/>
                    <a:gd name="connsiteY0" fmla="*/ 3947 h 585324"/>
                    <a:gd name="connsiteX1" fmla="*/ 213888 w 634512"/>
                    <a:gd name="connsiteY1" fmla="*/ 290459 h 585324"/>
                    <a:gd name="connsiteX2" fmla="*/ 6624 w 634512"/>
                    <a:gd name="connsiteY2" fmla="*/ 583067 h 585324"/>
                    <a:gd name="connsiteX3" fmla="*/ 305328 w 634512"/>
                    <a:gd name="connsiteY3" fmla="*/ 583067 h 585324"/>
                    <a:gd name="connsiteX4" fmla="*/ 634512 w 634512"/>
                    <a:gd name="connsiteY4" fmla="*/ 296555 h 585324"/>
                    <a:gd name="connsiteX5" fmla="*/ 305328 w 634512"/>
                    <a:gd name="connsiteY5" fmla="*/ 10043 h 585324"/>
                    <a:gd name="connsiteX6" fmla="*/ 6624 w 634512"/>
                    <a:gd name="connsiteY6" fmla="*/ 3947 h 585324"/>
                    <a:gd name="connsiteX0" fmla="*/ 6624 w 634644"/>
                    <a:gd name="connsiteY0" fmla="*/ 18301 h 599678"/>
                    <a:gd name="connsiteX1" fmla="*/ 213888 w 634644"/>
                    <a:gd name="connsiteY1" fmla="*/ 304813 h 599678"/>
                    <a:gd name="connsiteX2" fmla="*/ 6624 w 634644"/>
                    <a:gd name="connsiteY2" fmla="*/ 597421 h 599678"/>
                    <a:gd name="connsiteX3" fmla="*/ 305328 w 634644"/>
                    <a:gd name="connsiteY3" fmla="*/ 597421 h 599678"/>
                    <a:gd name="connsiteX4" fmla="*/ 634512 w 634644"/>
                    <a:gd name="connsiteY4" fmla="*/ 310909 h 599678"/>
                    <a:gd name="connsiteX5" fmla="*/ 268752 w 634644"/>
                    <a:gd name="connsiteY5" fmla="*/ 30493 h 599678"/>
                    <a:gd name="connsiteX6" fmla="*/ 6624 w 634644"/>
                    <a:gd name="connsiteY6" fmla="*/ 18301 h 599678"/>
                    <a:gd name="connsiteX0" fmla="*/ 6624 w 634644"/>
                    <a:gd name="connsiteY0" fmla="*/ 23735 h 605112"/>
                    <a:gd name="connsiteX1" fmla="*/ 213888 w 634644"/>
                    <a:gd name="connsiteY1" fmla="*/ 310247 h 605112"/>
                    <a:gd name="connsiteX2" fmla="*/ 6624 w 634644"/>
                    <a:gd name="connsiteY2" fmla="*/ 602855 h 605112"/>
                    <a:gd name="connsiteX3" fmla="*/ 305328 w 634644"/>
                    <a:gd name="connsiteY3" fmla="*/ 602855 h 605112"/>
                    <a:gd name="connsiteX4" fmla="*/ 634512 w 634644"/>
                    <a:gd name="connsiteY4" fmla="*/ 316343 h 605112"/>
                    <a:gd name="connsiteX5" fmla="*/ 268752 w 634644"/>
                    <a:gd name="connsiteY5" fmla="*/ 35927 h 605112"/>
                    <a:gd name="connsiteX6" fmla="*/ 6624 w 634644"/>
                    <a:gd name="connsiteY6" fmla="*/ 23735 h 605112"/>
                    <a:gd name="connsiteX0" fmla="*/ 6624 w 634577"/>
                    <a:gd name="connsiteY0" fmla="*/ 17614 h 598991"/>
                    <a:gd name="connsiteX1" fmla="*/ 213888 w 634577"/>
                    <a:gd name="connsiteY1" fmla="*/ 304126 h 598991"/>
                    <a:gd name="connsiteX2" fmla="*/ 6624 w 634577"/>
                    <a:gd name="connsiteY2" fmla="*/ 596734 h 598991"/>
                    <a:gd name="connsiteX3" fmla="*/ 305328 w 634577"/>
                    <a:gd name="connsiteY3" fmla="*/ 596734 h 598991"/>
                    <a:gd name="connsiteX4" fmla="*/ 634512 w 634577"/>
                    <a:gd name="connsiteY4" fmla="*/ 310222 h 598991"/>
                    <a:gd name="connsiteX5" fmla="*/ 329712 w 634577"/>
                    <a:gd name="connsiteY5" fmla="*/ 48094 h 598991"/>
                    <a:gd name="connsiteX6" fmla="*/ 6624 w 634577"/>
                    <a:gd name="connsiteY6" fmla="*/ 17614 h 598991"/>
                    <a:gd name="connsiteX0" fmla="*/ 6624 w 634575"/>
                    <a:gd name="connsiteY0" fmla="*/ 21507 h 602884"/>
                    <a:gd name="connsiteX1" fmla="*/ 213888 w 634575"/>
                    <a:gd name="connsiteY1" fmla="*/ 308019 h 602884"/>
                    <a:gd name="connsiteX2" fmla="*/ 6624 w 634575"/>
                    <a:gd name="connsiteY2" fmla="*/ 600627 h 602884"/>
                    <a:gd name="connsiteX3" fmla="*/ 305328 w 634575"/>
                    <a:gd name="connsiteY3" fmla="*/ 600627 h 602884"/>
                    <a:gd name="connsiteX4" fmla="*/ 634512 w 634575"/>
                    <a:gd name="connsiteY4" fmla="*/ 314115 h 602884"/>
                    <a:gd name="connsiteX5" fmla="*/ 329712 w 634575"/>
                    <a:gd name="connsiteY5" fmla="*/ 51987 h 602884"/>
                    <a:gd name="connsiteX6" fmla="*/ 6624 w 634575"/>
                    <a:gd name="connsiteY6" fmla="*/ 21507 h 602884"/>
                    <a:gd name="connsiteX0" fmla="*/ 6624 w 634575"/>
                    <a:gd name="connsiteY0" fmla="*/ 21507 h 619140"/>
                    <a:gd name="connsiteX1" fmla="*/ 213888 w 634575"/>
                    <a:gd name="connsiteY1" fmla="*/ 308019 h 619140"/>
                    <a:gd name="connsiteX2" fmla="*/ 6624 w 634575"/>
                    <a:gd name="connsiteY2" fmla="*/ 600627 h 619140"/>
                    <a:gd name="connsiteX3" fmla="*/ 305328 w 634575"/>
                    <a:gd name="connsiteY3" fmla="*/ 600627 h 619140"/>
                    <a:gd name="connsiteX4" fmla="*/ 634512 w 634575"/>
                    <a:gd name="connsiteY4" fmla="*/ 314115 h 619140"/>
                    <a:gd name="connsiteX5" fmla="*/ 329712 w 634575"/>
                    <a:gd name="connsiteY5" fmla="*/ 51987 h 619140"/>
                    <a:gd name="connsiteX6" fmla="*/ 6624 w 634575"/>
                    <a:gd name="connsiteY6" fmla="*/ 21507 h 619140"/>
                    <a:gd name="connsiteX0" fmla="*/ 6624 w 634531"/>
                    <a:gd name="connsiteY0" fmla="*/ 21507 h 607159"/>
                    <a:gd name="connsiteX1" fmla="*/ 213888 w 634531"/>
                    <a:gd name="connsiteY1" fmla="*/ 308019 h 607159"/>
                    <a:gd name="connsiteX2" fmla="*/ 6624 w 634531"/>
                    <a:gd name="connsiteY2" fmla="*/ 600627 h 607159"/>
                    <a:gd name="connsiteX3" fmla="*/ 341904 w 634531"/>
                    <a:gd name="connsiteY3" fmla="*/ 582339 h 607159"/>
                    <a:gd name="connsiteX4" fmla="*/ 634512 w 634531"/>
                    <a:gd name="connsiteY4" fmla="*/ 314115 h 607159"/>
                    <a:gd name="connsiteX5" fmla="*/ 329712 w 634531"/>
                    <a:gd name="connsiteY5" fmla="*/ 51987 h 607159"/>
                    <a:gd name="connsiteX6" fmla="*/ 6624 w 634531"/>
                    <a:gd name="connsiteY6" fmla="*/ 21507 h 607159"/>
                    <a:gd name="connsiteX0" fmla="*/ 6624 w 634516"/>
                    <a:gd name="connsiteY0" fmla="*/ 21507 h 600822"/>
                    <a:gd name="connsiteX1" fmla="*/ 213888 w 634516"/>
                    <a:gd name="connsiteY1" fmla="*/ 308019 h 600822"/>
                    <a:gd name="connsiteX2" fmla="*/ 6624 w 634516"/>
                    <a:gd name="connsiteY2" fmla="*/ 600627 h 600822"/>
                    <a:gd name="connsiteX3" fmla="*/ 335808 w 634516"/>
                    <a:gd name="connsiteY3" fmla="*/ 564051 h 600822"/>
                    <a:gd name="connsiteX4" fmla="*/ 634512 w 634516"/>
                    <a:gd name="connsiteY4" fmla="*/ 314115 h 600822"/>
                    <a:gd name="connsiteX5" fmla="*/ 329712 w 634516"/>
                    <a:gd name="connsiteY5" fmla="*/ 51987 h 600822"/>
                    <a:gd name="connsiteX6" fmla="*/ 6624 w 634516"/>
                    <a:gd name="connsiteY6" fmla="*/ 21507 h 600822"/>
                    <a:gd name="connsiteX0" fmla="*/ 6624 w 634516"/>
                    <a:gd name="connsiteY0" fmla="*/ 20598 h 599913"/>
                    <a:gd name="connsiteX1" fmla="*/ 213888 w 634516"/>
                    <a:gd name="connsiteY1" fmla="*/ 307110 h 599913"/>
                    <a:gd name="connsiteX2" fmla="*/ 6624 w 634516"/>
                    <a:gd name="connsiteY2" fmla="*/ 599718 h 599913"/>
                    <a:gd name="connsiteX3" fmla="*/ 335808 w 634516"/>
                    <a:gd name="connsiteY3" fmla="*/ 563142 h 599913"/>
                    <a:gd name="connsiteX4" fmla="*/ 634512 w 634516"/>
                    <a:gd name="connsiteY4" fmla="*/ 313206 h 599913"/>
                    <a:gd name="connsiteX5" fmla="*/ 329712 w 634516"/>
                    <a:gd name="connsiteY5" fmla="*/ 51078 h 599913"/>
                    <a:gd name="connsiteX6" fmla="*/ 6624 w 634516"/>
                    <a:gd name="connsiteY6" fmla="*/ 20598 h 599913"/>
                    <a:gd name="connsiteX0" fmla="*/ 6624 w 634516"/>
                    <a:gd name="connsiteY0" fmla="*/ 22407 h 601722"/>
                    <a:gd name="connsiteX1" fmla="*/ 213888 w 634516"/>
                    <a:gd name="connsiteY1" fmla="*/ 308919 h 601722"/>
                    <a:gd name="connsiteX2" fmla="*/ 6624 w 634516"/>
                    <a:gd name="connsiteY2" fmla="*/ 601527 h 601722"/>
                    <a:gd name="connsiteX3" fmla="*/ 335808 w 634516"/>
                    <a:gd name="connsiteY3" fmla="*/ 564951 h 601722"/>
                    <a:gd name="connsiteX4" fmla="*/ 634512 w 634516"/>
                    <a:gd name="connsiteY4" fmla="*/ 315015 h 601722"/>
                    <a:gd name="connsiteX5" fmla="*/ 329712 w 634516"/>
                    <a:gd name="connsiteY5" fmla="*/ 52887 h 601722"/>
                    <a:gd name="connsiteX6" fmla="*/ 6624 w 634516"/>
                    <a:gd name="connsiteY6" fmla="*/ 22407 h 601722"/>
                    <a:gd name="connsiteX0" fmla="*/ 6624 w 634516"/>
                    <a:gd name="connsiteY0" fmla="*/ 8163 h 587478"/>
                    <a:gd name="connsiteX1" fmla="*/ 213888 w 634516"/>
                    <a:gd name="connsiteY1" fmla="*/ 294675 h 587478"/>
                    <a:gd name="connsiteX2" fmla="*/ 6624 w 634516"/>
                    <a:gd name="connsiteY2" fmla="*/ 587283 h 587478"/>
                    <a:gd name="connsiteX3" fmla="*/ 335808 w 634516"/>
                    <a:gd name="connsiteY3" fmla="*/ 550707 h 587478"/>
                    <a:gd name="connsiteX4" fmla="*/ 634512 w 634516"/>
                    <a:gd name="connsiteY4" fmla="*/ 300771 h 587478"/>
                    <a:gd name="connsiteX5" fmla="*/ 329712 w 634516"/>
                    <a:gd name="connsiteY5" fmla="*/ 38643 h 587478"/>
                    <a:gd name="connsiteX6" fmla="*/ 6624 w 634516"/>
                    <a:gd name="connsiteY6" fmla="*/ 8163 h 587478"/>
                    <a:gd name="connsiteX0" fmla="*/ 6288 w 634180"/>
                    <a:gd name="connsiteY0" fmla="*/ 8163 h 587686"/>
                    <a:gd name="connsiteX1" fmla="*/ 213552 w 634180"/>
                    <a:gd name="connsiteY1" fmla="*/ 294675 h 587686"/>
                    <a:gd name="connsiteX2" fmla="*/ 6288 w 634180"/>
                    <a:gd name="connsiteY2" fmla="*/ 587283 h 587686"/>
                    <a:gd name="connsiteX3" fmla="*/ 335472 w 634180"/>
                    <a:gd name="connsiteY3" fmla="*/ 550707 h 587686"/>
                    <a:gd name="connsiteX4" fmla="*/ 634176 w 634180"/>
                    <a:gd name="connsiteY4" fmla="*/ 300771 h 587686"/>
                    <a:gd name="connsiteX5" fmla="*/ 329376 w 634180"/>
                    <a:gd name="connsiteY5" fmla="*/ 38643 h 587686"/>
                    <a:gd name="connsiteX6" fmla="*/ 6288 w 634180"/>
                    <a:gd name="connsiteY6" fmla="*/ 8163 h 587686"/>
                    <a:gd name="connsiteX0" fmla="*/ 6288 w 634211"/>
                    <a:gd name="connsiteY0" fmla="*/ 8163 h 587686"/>
                    <a:gd name="connsiteX1" fmla="*/ 213552 w 634211"/>
                    <a:gd name="connsiteY1" fmla="*/ 294675 h 587686"/>
                    <a:gd name="connsiteX2" fmla="*/ 6288 w 634211"/>
                    <a:gd name="connsiteY2" fmla="*/ 587283 h 587686"/>
                    <a:gd name="connsiteX3" fmla="*/ 335472 w 634211"/>
                    <a:gd name="connsiteY3" fmla="*/ 550707 h 587686"/>
                    <a:gd name="connsiteX4" fmla="*/ 634176 w 634211"/>
                    <a:gd name="connsiteY4" fmla="*/ 300771 h 587686"/>
                    <a:gd name="connsiteX5" fmla="*/ 329376 w 634211"/>
                    <a:gd name="connsiteY5" fmla="*/ 38643 h 587686"/>
                    <a:gd name="connsiteX6" fmla="*/ 6288 w 634211"/>
                    <a:gd name="connsiteY6" fmla="*/ 8163 h 587686"/>
                    <a:gd name="connsiteX0" fmla="*/ 6288 w 634286"/>
                    <a:gd name="connsiteY0" fmla="*/ 8163 h 587686"/>
                    <a:gd name="connsiteX1" fmla="*/ 213552 w 634286"/>
                    <a:gd name="connsiteY1" fmla="*/ 294675 h 587686"/>
                    <a:gd name="connsiteX2" fmla="*/ 6288 w 634286"/>
                    <a:gd name="connsiteY2" fmla="*/ 587283 h 587686"/>
                    <a:gd name="connsiteX3" fmla="*/ 335472 w 634286"/>
                    <a:gd name="connsiteY3" fmla="*/ 550707 h 587686"/>
                    <a:gd name="connsiteX4" fmla="*/ 634176 w 634286"/>
                    <a:gd name="connsiteY4" fmla="*/ 300771 h 587686"/>
                    <a:gd name="connsiteX5" fmla="*/ 329376 w 634286"/>
                    <a:gd name="connsiteY5" fmla="*/ 38643 h 587686"/>
                    <a:gd name="connsiteX6" fmla="*/ 6288 w 634286"/>
                    <a:gd name="connsiteY6" fmla="*/ 8163 h 587686"/>
                    <a:gd name="connsiteX0" fmla="*/ 6288 w 634286"/>
                    <a:gd name="connsiteY0" fmla="*/ 4816 h 584339"/>
                    <a:gd name="connsiteX1" fmla="*/ 213552 w 634286"/>
                    <a:gd name="connsiteY1" fmla="*/ 291328 h 584339"/>
                    <a:gd name="connsiteX2" fmla="*/ 6288 w 634286"/>
                    <a:gd name="connsiteY2" fmla="*/ 583936 h 584339"/>
                    <a:gd name="connsiteX3" fmla="*/ 335472 w 634286"/>
                    <a:gd name="connsiteY3" fmla="*/ 547360 h 584339"/>
                    <a:gd name="connsiteX4" fmla="*/ 634176 w 634286"/>
                    <a:gd name="connsiteY4" fmla="*/ 297424 h 584339"/>
                    <a:gd name="connsiteX5" fmla="*/ 329376 w 634286"/>
                    <a:gd name="connsiteY5" fmla="*/ 35296 h 584339"/>
                    <a:gd name="connsiteX6" fmla="*/ 6288 w 634286"/>
                    <a:gd name="connsiteY6" fmla="*/ 4816 h 584339"/>
                    <a:gd name="connsiteX0" fmla="*/ 6288 w 634210"/>
                    <a:gd name="connsiteY0" fmla="*/ 14826 h 594349"/>
                    <a:gd name="connsiteX1" fmla="*/ 213552 w 634210"/>
                    <a:gd name="connsiteY1" fmla="*/ 301338 h 594349"/>
                    <a:gd name="connsiteX2" fmla="*/ 6288 w 634210"/>
                    <a:gd name="connsiteY2" fmla="*/ 593946 h 594349"/>
                    <a:gd name="connsiteX3" fmla="*/ 335472 w 634210"/>
                    <a:gd name="connsiteY3" fmla="*/ 557370 h 594349"/>
                    <a:gd name="connsiteX4" fmla="*/ 634176 w 634210"/>
                    <a:gd name="connsiteY4" fmla="*/ 307434 h 594349"/>
                    <a:gd name="connsiteX5" fmla="*/ 353545 w 634210"/>
                    <a:gd name="connsiteY5" fmla="*/ 57390 h 594349"/>
                    <a:gd name="connsiteX6" fmla="*/ 6288 w 634210"/>
                    <a:gd name="connsiteY6" fmla="*/ 14826 h 594349"/>
                    <a:gd name="connsiteX0" fmla="*/ 6288 w 634210"/>
                    <a:gd name="connsiteY0" fmla="*/ 4846 h 584369"/>
                    <a:gd name="connsiteX1" fmla="*/ 213552 w 634210"/>
                    <a:gd name="connsiteY1" fmla="*/ 291358 h 584369"/>
                    <a:gd name="connsiteX2" fmla="*/ 6288 w 634210"/>
                    <a:gd name="connsiteY2" fmla="*/ 583966 h 584369"/>
                    <a:gd name="connsiteX3" fmla="*/ 335472 w 634210"/>
                    <a:gd name="connsiteY3" fmla="*/ 547390 h 584369"/>
                    <a:gd name="connsiteX4" fmla="*/ 634176 w 634210"/>
                    <a:gd name="connsiteY4" fmla="*/ 297454 h 584369"/>
                    <a:gd name="connsiteX5" fmla="*/ 353545 w 634210"/>
                    <a:gd name="connsiteY5" fmla="*/ 47410 h 584369"/>
                    <a:gd name="connsiteX6" fmla="*/ 6288 w 634210"/>
                    <a:gd name="connsiteY6" fmla="*/ 4846 h 584369"/>
                    <a:gd name="connsiteX0" fmla="*/ 6288 w 634210"/>
                    <a:gd name="connsiteY0" fmla="*/ 4415 h 583938"/>
                    <a:gd name="connsiteX1" fmla="*/ 213552 w 634210"/>
                    <a:gd name="connsiteY1" fmla="*/ 290927 h 583938"/>
                    <a:gd name="connsiteX2" fmla="*/ 6288 w 634210"/>
                    <a:gd name="connsiteY2" fmla="*/ 583535 h 583938"/>
                    <a:gd name="connsiteX3" fmla="*/ 335472 w 634210"/>
                    <a:gd name="connsiteY3" fmla="*/ 546959 h 583938"/>
                    <a:gd name="connsiteX4" fmla="*/ 634176 w 634210"/>
                    <a:gd name="connsiteY4" fmla="*/ 297023 h 583938"/>
                    <a:gd name="connsiteX5" fmla="*/ 353545 w 634210"/>
                    <a:gd name="connsiteY5" fmla="*/ 46979 h 583938"/>
                    <a:gd name="connsiteX6" fmla="*/ 6288 w 634210"/>
                    <a:gd name="connsiteY6" fmla="*/ 4415 h 583938"/>
                    <a:gd name="connsiteX0" fmla="*/ 6288 w 634210"/>
                    <a:gd name="connsiteY0" fmla="*/ 5419 h 584942"/>
                    <a:gd name="connsiteX1" fmla="*/ 213552 w 634210"/>
                    <a:gd name="connsiteY1" fmla="*/ 291931 h 584942"/>
                    <a:gd name="connsiteX2" fmla="*/ 6288 w 634210"/>
                    <a:gd name="connsiteY2" fmla="*/ 584539 h 584942"/>
                    <a:gd name="connsiteX3" fmla="*/ 335472 w 634210"/>
                    <a:gd name="connsiteY3" fmla="*/ 547963 h 584942"/>
                    <a:gd name="connsiteX4" fmla="*/ 634176 w 634210"/>
                    <a:gd name="connsiteY4" fmla="*/ 298027 h 584942"/>
                    <a:gd name="connsiteX5" fmla="*/ 353545 w 634210"/>
                    <a:gd name="connsiteY5" fmla="*/ 47983 h 584942"/>
                    <a:gd name="connsiteX6" fmla="*/ 6288 w 634210"/>
                    <a:gd name="connsiteY6" fmla="*/ 5419 h 584942"/>
                    <a:gd name="connsiteX0" fmla="*/ 6288 w 634218"/>
                    <a:gd name="connsiteY0" fmla="*/ 7646 h 587169"/>
                    <a:gd name="connsiteX1" fmla="*/ 213552 w 634218"/>
                    <a:gd name="connsiteY1" fmla="*/ 294158 h 587169"/>
                    <a:gd name="connsiteX2" fmla="*/ 6288 w 634218"/>
                    <a:gd name="connsiteY2" fmla="*/ 586766 h 587169"/>
                    <a:gd name="connsiteX3" fmla="*/ 335472 w 634218"/>
                    <a:gd name="connsiteY3" fmla="*/ 550190 h 587169"/>
                    <a:gd name="connsiteX4" fmla="*/ 634176 w 634218"/>
                    <a:gd name="connsiteY4" fmla="*/ 300254 h 587169"/>
                    <a:gd name="connsiteX5" fmla="*/ 353545 w 634218"/>
                    <a:gd name="connsiteY5" fmla="*/ 50210 h 587169"/>
                    <a:gd name="connsiteX6" fmla="*/ 6288 w 634218"/>
                    <a:gd name="connsiteY6" fmla="*/ 7646 h 587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4218" h="587169">
                      <a:moveTo>
                        <a:pt x="6288" y="7646"/>
                      </a:moveTo>
                      <a:cubicBezTo>
                        <a:pt x="-1402" y="17865"/>
                        <a:pt x="197440" y="80821"/>
                        <a:pt x="213552" y="294158"/>
                      </a:cubicBezTo>
                      <a:cubicBezTo>
                        <a:pt x="229664" y="507495"/>
                        <a:pt x="-44512" y="593878"/>
                        <a:pt x="6288" y="586766"/>
                      </a:cubicBezTo>
                      <a:cubicBezTo>
                        <a:pt x="105856" y="586766"/>
                        <a:pt x="200344" y="591846"/>
                        <a:pt x="335472" y="550190"/>
                      </a:cubicBezTo>
                      <a:cubicBezTo>
                        <a:pt x="470600" y="508534"/>
                        <a:pt x="631164" y="383584"/>
                        <a:pt x="634176" y="300254"/>
                      </a:cubicBezTo>
                      <a:cubicBezTo>
                        <a:pt x="637188" y="216924"/>
                        <a:pt x="479500" y="97260"/>
                        <a:pt x="353545" y="50210"/>
                      </a:cubicBezTo>
                      <a:cubicBezTo>
                        <a:pt x="227590" y="3160"/>
                        <a:pt x="19803" y="-10314"/>
                        <a:pt x="6288" y="7646"/>
                      </a:cubicBezTo>
                      <a:close/>
                    </a:path>
                  </a:pathLst>
                </a:custGeom>
                <a:solidFill>
                  <a:schemeClr val="bg1"/>
                </a:solidFill>
                <a:ln w="12700" cap="rnd"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r"/>
                  <a:endParaRPr lang="en-CN" sz="6000">
                    <a:solidFill>
                      <a:schemeClr val="tx1"/>
                    </a:solidFill>
                  </a:endParaRPr>
                </a:p>
              </p:txBody>
            </p:sp>
            <p:sp>
              <p:nvSpPr>
                <p:cNvPr id="188" name="Freeform 187">
                  <a:extLst>
                    <a:ext uri="{FF2B5EF4-FFF2-40B4-BE49-F238E27FC236}">
                      <a16:creationId xmlns:a16="http://schemas.microsoft.com/office/drawing/2014/main" id="{F5DBE3C9-2B4D-0B4E-B099-970FC9FC0FDB}"/>
                    </a:ext>
                  </a:extLst>
                </p:cNvPr>
                <p:cNvSpPr/>
                <p:nvPr/>
              </p:nvSpPr>
              <p:spPr bwMode="auto">
                <a:xfrm>
                  <a:off x="6470670" y="5701318"/>
                  <a:ext cx="223789" cy="531264"/>
                </a:xfrm>
                <a:custGeom>
                  <a:avLst/>
                  <a:gdLst>
                    <a:gd name="connsiteX0" fmla="*/ 0 w 195378"/>
                    <a:gd name="connsiteY0" fmla="*/ 0 h 541538"/>
                    <a:gd name="connsiteX1" fmla="*/ 195308 w 195378"/>
                    <a:gd name="connsiteY1" fmla="*/ 257452 h 541538"/>
                    <a:gd name="connsiteX2" fmla="*/ 17755 w 195378"/>
                    <a:gd name="connsiteY2" fmla="*/ 541538 h 541538"/>
                    <a:gd name="connsiteX0" fmla="*/ 2793 w 198102"/>
                    <a:gd name="connsiteY0" fmla="*/ 0 h 531264"/>
                    <a:gd name="connsiteX1" fmla="*/ 198101 w 198102"/>
                    <a:gd name="connsiteY1" fmla="*/ 257452 h 531264"/>
                    <a:gd name="connsiteX2" fmla="*/ 0 w 198102"/>
                    <a:gd name="connsiteY2" fmla="*/ 531264 h 531264"/>
                    <a:gd name="connsiteX0" fmla="*/ 2793 w 223788"/>
                    <a:gd name="connsiteY0" fmla="*/ 0 h 531264"/>
                    <a:gd name="connsiteX1" fmla="*/ 223787 w 223788"/>
                    <a:gd name="connsiteY1" fmla="*/ 262589 h 531264"/>
                    <a:gd name="connsiteX2" fmla="*/ 0 w 223788"/>
                    <a:gd name="connsiteY2" fmla="*/ 531264 h 531264"/>
                    <a:gd name="connsiteX0" fmla="*/ 2793 w 223902"/>
                    <a:gd name="connsiteY0" fmla="*/ 0 h 531264"/>
                    <a:gd name="connsiteX1" fmla="*/ 223787 w 223902"/>
                    <a:gd name="connsiteY1" fmla="*/ 262589 h 531264"/>
                    <a:gd name="connsiteX2" fmla="*/ 0 w 223902"/>
                    <a:gd name="connsiteY2" fmla="*/ 531264 h 531264"/>
                    <a:gd name="connsiteX0" fmla="*/ 2793 w 223934"/>
                    <a:gd name="connsiteY0" fmla="*/ 0 h 531264"/>
                    <a:gd name="connsiteX1" fmla="*/ 223787 w 223934"/>
                    <a:gd name="connsiteY1" fmla="*/ 262589 h 531264"/>
                    <a:gd name="connsiteX2" fmla="*/ 0 w 223934"/>
                    <a:gd name="connsiteY2" fmla="*/ 531264 h 531264"/>
                    <a:gd name="connsiteX0" fmla="*/ 2793 w 223927"/>
                    <a:gd name="connsiteY0" fmla="*/ 0 h 531264"/>
                    <a:gd name="connsiteX1" fmla="*/ 223787 w 223927"/>
                    <a:gd name="connsiteY1" fmla="*/ 262589 h 531264"/>
                    <a:gd name="connsiteX2" fmla="*/ 0 w 223927"/>
                    <a:gd name="connsiteY2" fmla="*/ 531264 h 531264"/>
                    <a:gd name="connsiteX0" fmla="*/ 2793 w 223927"/>
                    <a:gd name="connsiteY0" fmla="*/ 0 h 531264"/>
                    <a:gd name="connsiteX1" fmla="*/ 223787 w 223927"/>
                    <a:gd name="connsiteY1" fmla="*/ 262589 h 531264"/>
                    <a:gd name="connsiteX2" fmla="*/ 0 w 223927"/>
                    <a:gd name="connsiteY2" fmla="*/ 531264 h 531264"/>
                    <a:gd name="connsiteX0" fmla="*/ 2793 w 223789"/>
                    <a:gd name="connsiteY0" fmla="*/ 0 h 531264"/>
                    <a:gd name="connsiteX1" fmla="*/ 223787 w 223789"/>
                    <a:gd name="connsiteY1" fmla="*/ 262589 h 531264"/>
                    <a:gd name="connsiteX2" fmla="*/ 0 w 223789"/>
                    <a:gd name="connsiteY2" fmla="*/ 531264 h 531264"/>
                  </a:gdLst>
                  <a:ahLst/>
                  <a:cxnLst>
                    <a:cxn ang="0">
                      <a:pos x="connsiteX0" y="connsiteY0"/>
                    </a:cxn>
                    <a:cxn ang="0">
                      <a:pos x="connsiteX1" y="connsiteY1"/>
                    </a:cxn>
                    <a:cxn ang="0">
                      <a:pos x="connsiteX2" y="connsiteY2"/>
                    </a:cxn>
                  </a:cxnLst>
                  <a:rect l="l" t="t" r="r" b="b"/>
                  <a:pathLst>
                    <a:path w="223789" h="531264">
                      <a:moveTo>
                        <a:pt x="2793" y="0"/>
                      </a:moveTo>
                      <a:cubicBezTo>
                        <a:pt x="145200" y="83598"/>
                        <a:pt x="224252" y="153497"/>
                        <a:pt x="223787" y="262589"/>
                      </a:cubicBezTo>
                      <a:cubicBezTo>
                        <a:pt x="223322" y="371681"/>
                        <a:pt x="115941" y="460034"/>
                        <a:pt x="0" y="531264"/>
                      </a:cubicBezTo>
                    </a:path>
                  </a:pathLst>
                </a:custGeom>
                <a:noFill/>
                <a:ln w="12700" cap="rnd"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2800" b="0" i="0" u="none" strike="noStrike" cap="none" normalizeH="0" baseline="0">
                    <a:ln>
                      <a:noFill/>
                    </a:ln>
                    <a:solidFill>
                      <a:schemeClr val="tx1"/>
                    </a:solidFill>
                    <a:effectLst/>
                    <a:latin typeface="Arial" charset="0"/>
                  </a:endParaRPr>
                </a:p>
              </p:txBody>
            </p:sp>
          </p:grpSp>
          <p:cxnSp>
            <p:nvCxnSpPr>
              <p:cNvPr id="180" name="Straight Connector 179">
                <a:extLst>
                  <a:ext uri="{FF2B5EF4-FFF2-40B4-BE49-F238E27FC236}">
                    <a16:creationId xmlns:a16="http://schemas.microsoft.com/office/drawing/2014/main" id="{B1DCF296-5026-774D-AFD7-0E35A2E6465D}"/>
                  </a:ext>
                </a:extLst>
              </p:cNvPr>
              <p:cNvCxnSpPr>
                <a:cxnSpLocks/>
              </p:cNvCxnSpPr>
              <p:nvPr/>
            </p:nvCxnSpPr>
            <p:spPr bwMode="auto">
              <a:xfrm>
                <a:off x="831209" y="4435688"/>
                <a:ext cx="255522" cy="0"/>
              </a:xfrm>
              <a:prstGeom prst="line">
                <a:avLst/>
              </a:prstGeom>
              <a:solidFill>
                <a:schemeClr val="accent1"/>
              </a:solidFill>
              <a:ln w="12700" cap="rnd" cmpd="sng" algn="ctr">
                <a:solidFill>
                  <a:schemeClr val="tx1"/>
                </a:solidFill>
                <a:prstDash val="solid"/>
                <a:round/>
                <a:headEnd type="none" w="med" len="med"/>
                <a:tailEnd type="oval" w="sm" len="sm"/>
              </a:ln>
              <a:effectLst/>
            </p:spPr>
          </p:cxnSp>
          <p:cxnSp>
            <p:nvCxnSpPr>
              <p:cNvPr id="181" name="Straight Connector 180">
                <a:extLst>
                  <a:ext uri="{FF2B5EF4-FFF2-40B4-BE49-F238E27FC236}">
                    <a16:creationId xmlns:a16="http://schemas.microsoft.com/office/drawing/2014/main" id="{1D282A3A-69E6-8545-BF66-9964EF215906}"/>
                  </a:ext>
                </a:extLst>
              </p:cNvPr>
              <p:cNvCxnSpPr/>
              <p:nvPr/>
            </p:nvCxnSpPr>
            <p:spPr bwMode="auto">
              <a:xfrm flipH="1">
                <a:off x="754649" y="4343399"/>
                <a:ext cx="256975" cy="0"/>
              </a:xfrm>
              <a:prstGeom prst="line">
                <a:avLst/>
              </a:prstGeom>
              <a:solidFill>
                <a:schemeClr val="accent1"/>
              </a:solidFill>
              <a:ln w="12700" cap="rnd" cmpd="sng" algn="ctr">
                <a:solidFill>
                  <a:schemeClr val="tx1"/>
                </a:solidFill>
                <a:prstDash val="solid"/>
                <a:round/>
                <a:headEnd type="none" w="med" len="med"/>
                <a:tailEnd type="oval" w="sm" len="sm"/>
              </a:ln>
              <a:effectLst/>
            </p:spPr>
          </p:cxnSp>
          <p:sp>
            <p:nvSpPr>
              <p:cNvPr id="182" name="TextBox 181">
                <a:extLst>
                  <a:ext uri="{FF2B5EF4-FFF2-40B4-BE49-F238E27FC236}">
                    <a16:creationId xmlns:a16="http://schemas.microsoft.com/office/drawing/2014/main" id="{8741DD21-CBC9-5641-9E88-EA29D1E69CBD}"/>
                  </a:ext>
                </a:extLst>
              </p:cNvPr>
              <p:cNvSpPr txBox="1"/>
              <p:nvPr/>
            </p:nvSpPr>
            <p:spPr>
              <a:xfrm>
                <a:off x="577358" y="3965867"/>
                <a:ext cx="354584"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a1</a:t>
                </a:r>
                <a:endParaRPr lang="en-CN" sz="1200" dirty="0">
                  <a:solidFill>
                    <a:schemeClr val="tx1"/>
                  </a:solidFill>
                  <a:latin typeface="Arial" panose="020B0604020202020204" pitchFamily="34" charset="0"/>
                  <a:cs typeface="Arial" panose="020B0604020202020204" pitchFamily="34" charset="0"/>
                </a:endParaRPr>
              </a:p>
            </p:txBody>
          </p:sp>
          <p:sp>
            <p:nvSpPr>
              <p:cNvPr id="183" name="TextBox 182">
                <a:extLst>
                  <a:ext uri="{FF2B5EF4-FFF2-40B4-BE49-F238E27FC236}">
                    <a16:creationId xmlns:a16="http://schemas.microsoft.com/office/drawing/2014/main" id="{0F4FD37E-1A55-0240-B342-9F1D7ED915C2}"/>
                  </a:ext>
                </a:extLst>
              </p:cNvPr>
              <p:cNvSpPr txBox="1"/>
              <p:nvPr/>
            </p:nvSpPr>
            <p:spPr>
              <a:xfrm>
                <a:off x="898280" y="3965866"/>
                <a:ext cx="364202"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b1</a:t>
                </a:r>
                <a:endParaRPr lang="en-CN" sz="1200" dirty="0">
                  <a:solidFill>
                    <a:schemeClr val="tx1"/>
                  </a:solidFill>
                  <a:latin typeface="Arial" panose="020B0604020202020204" pitchFamily="34" charset="0"/>
                  <a:cs typeface="Arial" panose="020B0604020202020204" pitchFamily="34" charset="0"/>
                </a:endParaRPr>
              </a:p>
            </p:txBody>
          </p:sp>
        </p:grpSp>
        <p:grpSp>
          <p:nvGrpSpPr>
            <p:cNvPr id="119" name="Group 118">
              <a:extLst>
                <a:ext uri="{FF2B5EF4-FFF2-40B4-BE49-F238E27FC236}">
                  <a16:creationId xmlns:a16="http://schemas.microsoft.com/office/drawing/2014/main" id="{E6833DCB-184C-1742-A9F0-1DFA3855077E}"/>
                </a:ext>
              </a:extLst>
            </p:cNvPr>
            <p:cNvGrpSpPr/>
            <p:nvPr/>
          </p:nvGrpSpPr>
          <p:grpSpPr>
            <a:xfrm>
              <a:off x="3213651" y="3822716"/>
              <a:ext cx="685124" cy="834737"/>
              <a:chOff x="577358" y="3965866"/>
              <a:chExt cx="685124" cy="834737"/>
            </a:xfrm>
          </p:grpSpPr>
          <p:grpSp>
            <p:nvGrpSpPr>
              <p:cNvPr id="163" name="Group 162">
                <a:extLst>
                  <a:ext uri="{FF2B5EF4-FFF2-40B4-BE49-F238E27FC236}">
                    <a16:creationId xmlns:a16="http://schemas.microsoft.com/office/drawing/2014/main" id="{B95DB1ED-1B88-3E41-A82A-E435F12A3EDD}"/>
                  </a:ext>
                </a:extLst>
              </p:cNvPr>
              <p:cNvGrpSpPr/>
              <p:nvPr/>
            </p:nvGrpSpPr>
            <p:grpSpPr>
              <a:xfrm rot="5400000">
                <a:off x="487391" y="4420688"/>
                <a:ext cx="609600" cy="150228"/>
                <a:chOff x="2863476" y="5594843"/>
                <a:chExt cx="2234241" cy="576063"/>
              </a:xfrm>
            </p:grpSpPr>
            <p:cxnSp>
              <p:nvCxnSpPr>
                <p:cNvPr id="174" name="Straight Connector 173">
                  <a:extLst>
                    <a:ext uri="{FF2B5EF4-FFF2-40B4-BE49-F238E27FC236}">
                      <a16:creationId xmlns:a16="http://schemas.microsoft.com/office/drawing/2014/main" id="{CCC7A15C-2C31-8E43-8E3B-36EEA8DBA8DF}"/>
                    </a:ext>
                  </a:extLst>
                </p:cNvPr>
                <p:cNvCxnSpPr>
                  <a:cxnSpLocks/>
                  <a:stCxn id="175" idx="1"/>
                </p:cNvCxnSpPr>
                <p:nvPr/>
              </p:nvCxnSpPr>
              <p:spPr bwMode="auto">
                <a:xfrm rot="16200000">
                  <a:off x="4582550" y="5367707"/>
                  <a:ext cx="0" cy="1030335"/>
                </a:xfrm>
                <a:prstGeom prst="line">
                  <a:avLst/>
                </a:prstGeom>
                <a:solidFill>
                  <a:schemeClr val="accent1"/>
                </a:solidFill>
                <a:ln w="12700" cap="rnd" cmpd="sng" algn="ctr">
                  <a:solidFill>
                    <a:schemeClr val="tx1"/>
                  </a:solidFill>
                  <a:prstDash val="solid"/>
                  <a:round/>
                  <a:headEnd type="none" w="med" len="med"/>
                  <a:tailEnd type="none" w="med" len="med"/>
                </a:ln>
                <a:effectLst/>
              </p:spPr>
            </p:cxnSp>
            <p:sp>
              <p:nvSpPr>
                <p:cNvPr id="175" name="Round Same Side Corner Rectangle 174">
                  <a:extLst>
                    <a:ext uri="{FF2B5EF4-FFF2-40B4-BE49-F238E27FC236}">
                      <a16:creationId xmlns:a16="http://schemas.microsoft.com/office/drawing/2014/main" id="{44007A65-D3DF-F746-83A3-F6CC2CF9C11D}"/>
                    </a:ext>
                  </a:extLst>
                </p:cNvPr>
                <p:cNvSpPr/>
                <p:nvPr/>
              </p:nvSpPr>
              <p:spPr bwMode="auto">
                <a:xfrm rot="5400000">
                  <a:off x="4093388" y="5568837"/>
                  <a:ext cx="576063" cy="628076"/>
                </a:xfrm>
                <a:prstGeom prst="round2SameRect">
                  <a:avLst>
                    <a:gd name="adj1" fmla="val 50000"/>
                    <a:gd name="adj2" fmla="val 0"/>
                  </a:avLst>
                </a:prstGeom>
                <a:solidFill>
                  <a:schemeClr val="bg1"/>
                </a:solidFill>
                <a:ln w="12700" cap="rnd"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r"/>
                  <a:endParaRPr lang="en-CN" sz="6000">
                    <a:solidFill>
                      <a:schemeClr val="tx1"/>
                    </a:solidFill>
                  </a:endParaRPr>
                </a:p>
              </p:txBody>
            </p:sp>
            <p:cxnSp>
              <p:nvCxnSpPr>
                <p:cNvPr id="176" name="Straight Connector 175">
                  <a:extLst>
                    <a:ext uri="{FF2B5EF4-FFF2-40B4-BE49-F238E27FC236}">
                      <a16:creationId xmlns:a16="http://schemas.microsoft.com/office/drawing/2014/main" id="{D3D7E29D-8A61-A741-8C31-F165ED90B5EC}"/>
                    </a:ext>
                  </a:extLst>
                </p:cNvPr>
                <p:cNvCxnSpPr>
                  <a:cxnSpLocks/>
                </p:cNvCxnSpPr>
                <p:nvPr/>
              </p:nvCxnSpPr>
              <p:spPr bwMode="auto">
                <a:xfrm rot="16200000">
                  <a:off x="3922448" y="5571081"/>
                  <a:ext cx="0" cy="324350"/>
                </a:xfrm>
                <a:prstGeom prst="line">
                  <a:avLst/>
                </a:prstGeom>
                <a:solidFill>
                  <a:schemeClr val="accent1"/>
                </a:solidFill>
                <a:ln w="12700" cap="rnd" cmpd="sng" algn="ctr">
                  <a:solidFill>
                    <a:schemeClr val="tx1"/>
                  </a:solidFill>
                  <a:prstDash val="solid"/>
                  <a:round/>
                  <a:headEnd type="none" w="med" len="med"/>
                  <a:tailEnd type="none" w="med" len="med"/>
                </a:ln>
                <a:effectLst/>
              </p:spPr>
            </p:cxnSp>
            <p:cxnSp>
              <p:nvCxnSpPr>
                <p:cNvPr id="177" name="Straight Connector 176">
                  <a:extLst>
                    <a:ext uri="{FF2B5EF4-FFF2-40B4-BE49-F238E27FC236}">
                      <a16:creationId xmlns:a16="http://schemas.microsoft.com/office/drawing/2014/main" id="{9E43745A-EE1D-CE4E-91B2-8CA74B8A6EFF}"/>
                    </a:ext>
                  </a:extLst>
                </p:cNvPr>
                <p:cNvCxnSpPr>
                  <a:cxnSpLocks/>
                </p:cNvCxnSpPr>
                <p:nvPr/>
              </p:nvCxnSpPr>
              <p:spPr bwMode="auto">
                <a:xfrm rot="16200000">
                  <a:off x="3474050" y="5416257"/>
                  <a:ext cx="0" cy="1221148"/>
                </a:xfrm>
                <a:prstGeom prst="line">
                  <a:avLst/>
                </a:prstGeom>
                <a:solidFill>
                  <a:schemeClr val="accent1"/>
                </a:solidFill>
                <a:ln w="12700" cap="rnd" cmpd="sng" algn="ctr">
                  <a:solidFill>
                    <a:schemeClr val="tx1"/>
                  </a:solidFill>
                  <a:prstDash val="solid"/>
                  <a:round/>
                  <a:headEnd type="none" w="med" len="med"/>
                  <a:tailEnd type="none" w="med" len="med"/>
                </a:ln>
                <a:effectLst/>
              </p:spPr>
            </p:cxnSp>
          </p:grpSp>
          <p:grpSp>
            <p:nvGrpSpPr>
              <p:cNvPr id="164" name="Group 163">
                <a:extLst>
                  <a:ext uri="{FF2B5EF4-FFF2-40B4-BE49-F238E27FC236}">
                    <a16:creationId xmlns:a16="http://schemas.microsoft.com/office/drawing/2014/main" id="{FFD32300-C91B-2140-86E1-5B0A21DFC04C}"/>
                  </a:ext>
                </a:extLst>
              </p:cNvPr>
              <p:cNvGrpSpPr/>
              <p:nvPr/>
            </p:nvGrpSpPr>
            <p:grpSpPr>
              <a:xfrm rot="5400000">
                <a:off x="742801" y="4420692"/>
                <a:ext cx="609603" cy="150219"/>
                <a:chOff x="5378571" y="5655686"/>
                <a:chExt cx="2232016" cy="587169"/>
              </a:xfrm>
            </p:grpSpPr>
            <p:cxnSp>
              <p:nvCxnSpPr>
                <p:cNvPr id="169" name="Straight Connector 168">
                  <a:extLst>
                    <a:ext uri="{FF2B5EF4-FFF2-40B4-BE49-F238E27FC236}">
                      <a16:creationId xmlns:a16="http://schemas.microsoft.com/office/drawing/2014/main" id="{88CDC1B4-606F-2A47-AEB0-456ACA90310D}"/>
                    </a:ext>
                  </a:extLst>
                </p:cNvPr>
                <p:cNvCxnSpPr>
                  <a:cxnSpLocks/>
                </p:cNvCxnSpPr>
                <p:nvPr/>
              </p:nvCxnSpPr>
              <p:spPr bwMode="auto">
                <a:xfrm rot="16200000">
                  <a:off x="7409742" y="5745099"/>
                  <a:ext cx="0" cy="401691"/>
                </a:xfrm>
                <a:prstGeom prst="line">
                  <a:avLst/>
                </a:prstGeom>
                <a:solidFill>
                  <a:schemeClr val="accent1"/>
                </a:solidFill>
                <a:ln w="12700" cap="rnd" cmpd="sng" algn="ctr">
                  <a:solidFill>
                    <a:schemeClr val="tx1"/>
                  </a:solidFill>
                  <a:prstDash val="solid"/>
                  <a:round/>
                  <a:headEnd type="none" w="med" len="med"/>
                  <a:tailEnd type="none" w="med" len="med"/>
                </a:ln>
                <a:effectLst/>
              </p:spPr>
            </p:cxnSp>
            <p:cxnSp>
              <p:nvCxnSpPr>
                <p:cNvPr id="170" name="Straight Connector 169">
                  <a:extLst>
                    <a:ext uri="{FF2B5EF4-FFF2-40B4-BE49-F238E27FC236}">
                      <a16:creationId xmlns:a16="http://schemas.microsoft.com/office/drawing/2014/main" id="{CD783ED8-7AB7-FA40-9672-E4EADDCF934D}"/>
                    </a:ext>
                  </a:extLst>
                </p:cNvPr>
                <p:cNvCxnSpPr>
                  <a:cxnSpLocks/>
                </p:cNvCxnSpPr>
                <p:nvPr/>
              </p:nvCxnSpPr>
              <p:spPr bwMode="auto">
                <a:xfrm rot="16200000">
                  <a:off x="6069892" y="5105007"/>
                  <a:ext cx="0" cy="1382641"/>
                </a:xfrm>
                <a:prstGeom prst="line">
                  <a:avLst/>
                </a:prstGeom>
                <a:solidFill>
                  <a:schemeClr val="accent1"/>
                </a:solidFill>
                <a:ln w="12700" cap="rnd" cmpd="sng" algn="ctr">
                  <a:solidFill>
                    <a:schemeClr val="tx1"/>
                  </a:solidFill>
                  <a:prstDash val="solid"/>
                  <a:round/>
                  <a:headEnd type="none" w="med" len="med"/>
                  <a:tailEnd type="none" w="med" len="med"/>
                </a:ln>
                <a:effectLst/>
              </p:spPr>
            </p:cxnSp>
            <p:cxnSp>
              <p:nvCxnSpPr>
                <p:cNvPr id="171" name="Straight Connector 170">
                  <a:extLst>
                    <a:ext uri="{FF2B5EF4-FFF2-40B4-BE49-F238E27FC236}">
                      <a16:creationId xmlns:a16="http://schemas.microsoft.com/office/drawing/2014/main" id="{4DFC218A-772B-A149-8707-117B891BCFA9}"/>
                    </a:ext>
                  </a:extLst>
                </p:cNvPr>
                <p:cNvCxnSpPr>
                  <a:cxnSpLocks/>
                </p:cNvCxnSpPr>
                <p:nvPr/>
              </p:nvCxnSpPr>
              <p:spPr bwMode="auto">
                <a:xfrm rot="16200000">
                  <a:off x="6348890" y="5677583"/>
                  <a:ext cx="0" cy="824641"/>
                </a:xfrm>
                <a:prstGeom prst="line">
                  <a:avLst/>
                </a:prstGeom>
                <a:solidFill>
                  <a:schemeClr val="accent1"/>
                </a:solidFill>
                <a:ln w="12700" cap="rnd" cmpd="sng" algn="ctr">
                  <a:solidFill>
                    <a:schemeClr val="tx1"/>
                  </a:solidFill>
                  <a:prstDash val="solid"/>
                  <a:round/>
                  <a:headEnd type="none" w="med" len="med"/>
                  <a:tailEnd type="none" w="med" len="med"/>
                </a:ln>
                <a:effectLst/>
              </p:spPr>
            </p:cxnSp>
            <p:sp>
              <p:nvSpPr>
                <p:cNvPr id="172" name="Freeform 171">
                  <a:extLst>
                    <a:ext uri="{FF2B5EF4-FFF2-40B4-BE49-F238E27FC236}">
                      <a16:creationId xmlns:a16="http://schemas.microsoft.com/office/drawing/2014/main" id="{A5C743C8-113D-AD4A-B608-D8D6DD486629}"/>
                    </a:ext>
                  </a:extLst>
                </p:cNvPr>
                <p:cNvSpPr/>
                <p:nvPr/>
              </p:nvSpPr>
              <p:spPr bwMode="auto">
                <a:xfrm>
                  <a:off x="6574688" y="5655686"/>
                  <a:ext cx="634218" cy="587169"/>
                </a:xfrm>
                <a:custGeom>
                  <a:avLst/>
                  <a:gdLst>
                    <a:gd name="connsiteX0" fmla="*/ 0 w 627888"/>
                    <a:gd name="connsiteY0" fmla="*/ 0 h 579120"/>
                    <a:gd name="connsiteX1" fmla="*/ 207264 w 627888"/>
                    <a:gd name="connsiteY1" fmla="*/ 286512 h 579120"/>
                    <a:gd name="connsiteX2" fmla="*/ 0 w 627888"/>
                    <a:gd name="connsiteY2" fmla="*/ 579120 h 579120"/>
                    <a:gd name="connsiteX3" fmla="*/ 365760 w 627888"/>
                    <a:gd name="connsiteY3" fmla="*/ 573024 h 579120"/>
                    <a:gd name="connsiteX4" fmla="*/ 627888 w 627888"/>
                    <a:gd name="connsiteY4" fmla="*/ 292608 h 579120"/>
                    <a:gd name="connsiteX5" fmla="*/ 390144 w 627888"/>
                    <a:gd name="connsiteY5" fmla="*/ 6096 h 579120"/>
                    <a:gd name="connsiteX6" fmla="*/ 0 w 627888"/>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46520"/>
                    <a:gd name="connsiteY0" fmla="*/ 0 h 579120"/>
                    <a:gd name="connsiteX1" fmla="*/ 209962 w 646520"/>
                    <a:gd name="connsiteY1" fmla="*/ 286512 h 579120"/>
                    <a:gd name="connsiteX2" fmla="*/ 2698 w 646520"/>
                    <a:gd name="connsiteY2" fmla="*/ 579120 h 579120"/>
                    <a:gd name="connsiteX3" fmla="*/ 368458 w 646520"/>
                    <a:gd name="connsiteY3" fmla="*/ 573024 h 579120"/>
                    <a:gd name="connsiteX4" fmla="*/ 630586 w 646520"/>
                    <a:gd name="connsiteY4" fmla="*/ 292608 h 579120"/>
                    <a:gd name="connsiteX5" fmla="*/ 392842 w 646520"/>
                    <a:gd name="connsiteY5" fmla="*/ 6096 h 579120"/>
                    <a:gd name="connsiteX6" fmla="*/ 2698 w 646520"/>
                    <a:gd name="connsiteY6" fmla="*/ 0 h 579120"/>
                    <a:gd name="connsiteX0" fmla="*/ 2698 w 646520"/>
                    <a:gd name="connsiteY0" fmla="*/ 51141 h 630261"/>
                    <a:gd name="connsiteX1" fmla="*/ 209962 w 646520"/>
                    <a:gd name="connsiteY1" fmla="*/ 337653 h 630261"/>
                    <a:gd name="connsiteX2" fmla="*/ 2698 w 646520"/>
                    <a:gd name="connsiteY2" fmla="*/ 630261 h 630261"/>
                    <a:gd name="connsiteX3" fmla="*/ 368458 w 646520"/>
                    <a:gd name="connsiteY3" fmla="*/ 624165 h 630261"/>
                    <a:gd name="connsiteX4" fmla="*/ 630586 w 646520"/>
                    <a:gd name="connsiteY4" fmla="*/ 343749 h 630261"/>
                    <a:gd name="connsiteX5" fmla="*/ 392842 w 646520"/>
                    <a:gd name="connsiteY5" fmla="*/ 57237 h 630261"/>
                    <a:gd name="connsiteX6" fmla="*/ 2698 w 646520"/>
                    <a:gd name="connsiteY6" fmla="*/ 51141 h 630261"/>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1455 h 600575"/>
                    <a:gd name="connsiteX1" fmla="*/ 209962 w 646520"/>
                    <a:gd name="connsiteY1" fmla="*/ 307967 h 600575"/>
                    <a:gd name="connsiteX2" fmla="*/ 2698 w 646520"/>
                    <a:gd name="connsiteY2" fmla="*/ 600575 h 600575"/>
                    <a:gd name="connsiteX3" fmla="*/ 368458 w 646520"/>
                    <a:gd name="connsiteY3" fmla="*/ 594479 h 600575"/>
                    <a:gd name="connsiteX4" fmla="*/ 630586 w 646520"/>
                    <a:gd name="connsiteY4" fmla="*/ 314063 h 600575"/>
                    <a:gd name="connsiteX5" fmla="*/ 392842 w 646520"/>
                    <a:gd name="connsiteY5" fmla="*/ 27551 h 600575"/>
                    <a:gd name="connsiteX6" fmla="*/ 2698 w 646520"/>
                    <a:gd name="connsiteY6" fmla="*/ 21455 h 600575"/>
                    <a:gd name="connsiteX0" fmla="*/ 2698 w 630586"/>
                    <a:gd name="connsiteY0" fmla="*/ 21455 h 600575"/>
                    <a:gd name="connsiteX1" fmla="*/ 209962 w 630586"/>
                    <a:gd name="connsiteY1" fmla="*/ 307967 h 600575"/>
                    <a:gd name="connsiteX2" fmla="*/ 2698 w 630586"/>
                    <a:gd name="connsiteY2" fmla="*/ 600575 h 600575"/>
                    <a:gd name="connsiteX3" fmla="*/ 368458 w 630586"/>
                    <a:gd name="connsiteY3" fmla="*/ 594479 h 600575"/>
                    <a:gd name="connsiteX4" fmla="*/ 630586 w 630586"/>
                    <a:gd name="connsiteY4" fmla="*/ 314063 h 600575"/>
                    <a:gd name="connsiteX5" fmla="*/ 392842 w 630586"/>
                    <a:gd name="connsiteY5" fmla="*/ 27551 h 600575"/>
                    <a:gd name="connsiteX6" fmla="*/ 2698 w 630586"/>
                    <a:gd name="connsiteY6" fmla="*/ 21455 h 600575"/>
                    <a:gd name="connsiteX0" fmla="*/ 2698 w 631527"/>
                    <a:gd name="connsiteY0" fmla="*/ 21455 h 600575"/>
                    <a:gd name="connsiteX1" fmla="*/ 209962 w 631527"/>
                    <a:gd name="connsiteY1" fmla="*/ 307967 h 600575"/>
                    <a:gd name="connsiteX2" fmla="*/ 2698 w 631527"/>
                    <a:gd name="connsiteY2" fmla="*/ 600575 h 600575"/>
                    <a:gd name="connsiteX3" fmla="*/ 301402 w 631527"/>
                    <a:gd name="connsiteY3" fmla="*/ 600575 h 600575"/>
                    <a:gd name="connsiteX4" fmla="*/ 630586 w 631527"/>
                    <a:gd name="connsiteY4" fmla="*/ 314063 h 600575"/>
                    <a:gd name="connsiteX5" fmla="*/ 392842 w 631527"/>
                    <a:gd name="connsiteY5" fmla="*/ 27551 h 600575"/>
                    <a:gd name="connsiteX6" fmla="*/ 2698 w 631527"/>
                    <a:gd name="connsiteY6" fmla="*/ 21455 h 600575"/>
                    <a:gd name="connsiteX0" fmla="*/ 2698 w 631527"/>
                    <a:gd name="connsiteY0" fmla="*/ 21455 h 602832"/>
                    <a:gd name="connsiteX1" fmla="*/ 209962 w 631527"/>
                    <a:gd name="connsiteY1" fmla="*/ 307967 h 602832"/>
                    <a:gd name="connsiteX2" fmla="*/ 2698 w 631527"/>
                    <a:gd name="connsiteY2" fmla="*/ 600575 h 602832"/>
                    <a:gd name="connsiteX3" fmla="*/ 301402 w 631527"/>
                    <a:gd name="connsiteY3" fmla="*/ 600575 h 602832"/>
                    <a:gd name="connsiteX4" fmla="*/ 630586 w 631527"/>
                    <a:gd name="connsiteY4" fmla="*/ 314063 h 602832"/>
                    <a:gd name="connsiteX5" fmla="*/ 392842 w 631527"/>
                    <a:gd name="connsiteY5" fmla="*/ 27551 h 602832"/>
                    <a:gd name="connsiteX6" fmla="*/ 2698 w 631527"/>
                    <a:gd name="connsiteY6" fmla="*/ 21455 h 602832"/>
                    <a:gd name="connsiteX0" fmla="*/ 2698 w 630586"/>
                    <a:gd name="connsiteY0" fmla="*/ 21455 h 602832"/>
                    <a:gd name="connsiteX1" fmla="*/ 209962 w 630586"/>
                    <a:gd name="connsiteY1" fmla="*/ 307967 h 602832"/>
                    <a:gd name="connsiteX2" fmla="*/ 2698 w 630586"/>
                    <a:gd name="connsiteY2" fmla="*/ 600575 h 602832"/>
                    <a:gd name="connsiteX3" fmla="*/ 301402 w 630586"/>
                    <a:gd name="connsiteY3" fmla="*/ 600575 h 602832"/>
                    <a:gd name="connsiteX4" fmla="*/ 630586 w 630586"/>
                    <a:gd name="connsiteY4" fmla="*/ 314063 h 602832"/>
                    <a:gd name="connsiteX5" fmla="*/ 301402 w 630586"/>
                    <a:gd name="connsiteY5" fmla="*/ 27551 h 602832"/>
                    <a:gd name="connsiteX6" fmla="*/ 2698 w 630586"/>
                    <a:gd name="connsiteY6" fmla="*/ 21455 h 602832"/>
                    <a:gd name="connsiteX0" fmla="*/ 2698 w 630586"/>
                    <a:gd name="connsiteY0" fmla="*/ 20123 h 601500"/>
                    <a:gd name="connsiteX1" fmla="*/ 209962 w 630586"/>
                    <a:gd name="connsiteY1" fmla="*/ 306635 h 601500"/>
                    <a:gd name="connsiteX2" fmla="*/ 2698 w 630586"/>
                    <a:gd name="connsiteY2" fmla="*/ 599243 h 601500"/>
                    <a:gd name="connsiteX3" fmla="*/ 301402 w 630586"/>
                    <a:gd name="connsiteY3" fmla="*/ 599243 h 601500"/>
                    <a:gd name="connsiteX4" fmla="*/ 630586 w 630586"/>
                    <a:gd name="connsiteY4" fmla="*/ 312731 h 601500"/>
                    <a:gd name="connsiteX5" fmla="*/ 301402 w 630586"/>
                    <a:gd name="connsiteY5" fmla="*/ 26219 h 601500"/>
                    <a:gd name="connsiteX6" fmla="*/ 2698 w 630586"/>
                    <a:gd name="connsiteY6" fmla="*/ 20123 h 601500"/>
                    <a:gd name="connsiteX0" fmla="*/ 2146 w 630034"/>
                    <a:gd name="connsiteY0" fmla="*/ 20123 h 601500"/>
                    <a:gd name="connsiteX1" fmla="*/ 209410 w 630034"/>
                    <a:gd name="connsiteY1" fmla="*/ 306635 h 601500"/>
                    <a:gd name="connsiteX2" fmla="*/ 2146 w 630034"/>
                    <a:gd name="connsiteY2" fmla="*/ 599243 h 601500"/>
                    <a:gd name="connsiteX3" fmla="*/ 300850 w 630034"/>
                    <a:gd name="connsiteY3" fmla="*/ 599243 h 601500"/>
                    <a:gd name="connsiteX4" fmla="*/ 630034 w 630034"/>
                    <a:gd name="connsiteY4" fmla="*/ 312731 h 601500"/>
                    <a:gd name="connsiteX5" fmla="*/ 300850 w 630034"/>
                    <a:gd name="connsiteY5" fmla="*/ 26219 h 601500"/>
                    <a:gd name="connsiteX6" fmla="*/ 2146 w 630034"/>
                    <a:gd name="connsiteY6" fmla="*/ 20123 h 601500"/>
                    <a:gd name="connsiteX0" fmla="*/ 6215 w 634103"/>
                    <a:gd name="connsiteY0" fmla="*/ 3947 h 585324"/>
                    <a:gd name="connsiteX1" fmla="*/ 213479 w 634103"/>
                    <a:gd name="connsiteY1" fmla="*/ 290459 h 585324"/>
                    <a:gd name="connsiteX2" fmla="*/ 6215 w 634103"/>
                    <a:gd name="connsiteY2" fmla="*/ 583067 h 585324"/>
                    <a:gd name="connsiteX3" fmla="*/ 304919 w 634103"/>
                    <a:gd name="connsiteY3" fmla="*/ 583067 h 585324"/>
                    <a:gd name="connsiteX4" fmla="*/ 634103 w 634103"/>
                    <a:gd name="connsiteY4" fmla="*/ 296555 h 585324"/>
                    <a:gd name="connsiteX5" fmla="*/ 304919 w 634103"/>
                    <a:gd name="connsiteY5" fmla="*/ 10043 h 585324"/>
                    <a:gd name="connsiteX6" fmla="*/ 6215 w 634103"/>
                    <a:gd name="connsiteY6" fmla="*/ 3947 h 585324"/>
                    <a:gd name="connsiteX0" fmla="*/ 6624 w 634512"/>
                    <a:gd name="connsiteY0" fmla="*/ 3947 h 585324"/>
                    <a:gd name="connsiteX1" fmla="*/ 213888 w 634512"/>
                    <a:gd name="connsiteY1" fmla="*/ 290459 h 585324"/>
                    <a:gd name="connsiteX2" fmla="*/ 6624 w 634512"/>
                    <a:gd name="connsiteY2" fmla="*/ 583067 h 585324"/>
                    <a:gd name="connsiteX3" fmla="*/ 305328 w 634512"/>
                    <a:gd name="connsiteY3" fmla="*/ 583067 h 585324"/>
                    <a:gd name="connsiteX4" fmla="*/ 634512 w 634512"/>
                    <a:gd name="connsiteY4" fmla="*/ 296555 h 585324"/>
                    <a:gd name="connsiteX5" fmla="*/ 305328 w 634512"/>
                    <a:gd name="connsiteY5" fmla="*/ 10043 h 585324"/>
                    <a:gd name="connsiteX6" fmla="*/ 6624 w 634512"/>
                    <a:gd name="connsiteY6" fmla="*/ 3947 h 585324"/>
                    <a:gd name="connsiteX0" fmla="*/ 6624 w 634644"/>
                    <a:gd name="connsiteY0" fmla="*/ 18301 h 599678"/>
                    <a:gd name="connsiteX1" fmla="*/ 213888 w 634644"/>
                    <a:gd name="connsiteY1" fmla="*/ 304813 h 599678"/>
                    <a:gd name="connsiteX2" fmla="*/ 6624 w 634644"/>
                    <a:gd name="connsiteY2" fmla="*/ 597421 h 599678"/>
                    <a:gd name="connsiteX3" fmla="*/ 305328 w 634644"/>
                    <a:gd name="connsiteY3" fmla="*/ 597421 h 599678"/>
                    <a:gd name="connsiteX4" fmla="*/ 634512 w 634644"/>
                    <a:gd name="connsiteY4" fmla="*/ 310909 h 599678"/>
                    <a:gd name="connsiteX5" fmla="*/ 268752 w 634644"/>
                    <a:gd name="connsiteY5" fmla="*/ 30493 h 599678"/>
                    <a:gd name="connsiteX6" fmla="*/ 6624 w 634644"/>
                    <a:gd name="connsiteY6" fmla="*/ 18301 h 599678"/>
                    <a:gd name="connsiteX0" fmla="*/ 6624 w 634644"/>
                    <a:gd name="connsiteY0" fmla="*/ 23735 h 605112"/>
                    <a:gd name="connsiteX1" fmla="*/ 213888 w 634644"/>
                    <a:gd name="connsiteY1" fmla="*/ 310247 h 605112"/>
                    <a:gd name="connsiteX2" fmla="*/ 6624 w 634644"/>
                    <a:gd name="connsiteY2" fmla="*/ 602855 h 605112"/>
                    <a:gd name="connsiteX3" fmla="*/ 305328 w 634644"/>
                    <a:gd name="connsiteY3" fmla="*/ 602855 h 605112"/>
                    <a:gd name="connsiteX4" fmla="*/ 634512 w 634644"/>
                    <a:gd name="connsiteY4" fmla="*/ 316343 h 605112"/>
                    <a:gd name="connsiteX5" fmla="*/ 268752 w 634644"/>
                    <a:gd name="connsiteY5" fmla="*/ 35927 h 605112"/>
                    <a:gd name="connsiteX6" fmla="*/ 6624 w 634644"/>
                    <a:gd name="connsiteY6" fmla="*/ 23735 h 605112"/>
                    <a:gd name="connsiteX0" fmla="*/ 6624 w 634577"/>
                    <a:gd name="connsiteY0" fmla="*/ 17614 h 598991"/>
                    <a:gd name="connsiteX1" fmla="*/ 213888 w 634577"/>
                    <a:gd name="connsiteY1" fmla="*/ 304126 h 598991"/>
                    <a:gd name="connsiteX2" fmla="*/ 6624 w 634577"/>
                    <a:gd name="connsiteY2" fmla="*/ 596734 h 598991"/>
                    <a:gd name="connsiteX3" fmla="*/ 305328 w 634577"/>
                    <a:gd name="connsiteY3" fmla="*/ 596734 h 598991"/>
                    <a:gd name="connsiteX4" fmla="*/ 634512 w 634577"/>
                    <a:gd name="connsiteY4" fmla="*/ 310222 h 598991"/>
                    <a:gd name="connsiteX5" fmla="*/ 329712 w 634577"/>
                    <a:gd name="connsiteY5" fmla="*/ 48094 h 598991"/>
                    <a:gd name="connsiteX6" fmla="*/ 6624 w 634577"/>
                    <a:gd name="connsiteY6" fmla="*/ 17614 h 598991"/>
                    <a:gd name="connsiteX0" fmla="*/ 6624 w 634575"/>
                    <a:gd name="connsiteY0" fmla="*/ 21507 h 602884"/>
                    <a:gd name="connsiteX1" fmla="*/ 213888 w 634575"/>
                    <a:gd name="connsiteY1" fmla="*/ 308019 h 602884"/>
                    <a:gd name="connsiteX2" fmla="*/ 6624 w 634575"/>
                    <a:gd name="connsiteY2" fmla="*/ 600627 h 602884"/>
                    <a:gd name="connsiteX3" fmla="*/ 305328 w 634575"/>
                    <a:gd name="connsiteY3" fmla="*/ 600627 h 602884"/>
                    <a:gd name="connsiteX4" fmla="*/ 634512 w 634575"/>
                    <a:gd name="connsiteY4" fmla="*/ 314115 h 602884"/>
                    <a:gd name="connsiteX5" fmla="*/ 329712 w 634575"/>
                    <a:gd name="connsiteY5" fmla="*/ 51987 h 602884"/>
                    <a:gd name="connsiteX6" fmla="*/ 6624 w 634575"/>
                    <a:gd name="connsiteY6" fmla="*/ 21507 h 602884"/>
                    <a:gd name="connsiteX0" fmla="*/ 6624 w 634575"/>
                    <a:gd name="connsiteY0" fmla="*/ 21507 h 619140"/>
                    <a:gd name="connsiteX1" fmla="*/ 213888 w 634575"/>
                    <a:gd name="connsiteY1" fmla="*/ 308019 h 619140"/>
                    <a:gd name="connsiteX2" fmla="*/ 6624 w 634575"/>
                    <a:gd name="connsiteY2" fmla="*/ 600627 h 619140"/>
                    <a:gd name="connsiteX3" fmla="*/ 305328 w 634575"/>
                    <a:gd name="connsiteY3" fmla="*/ 600627 h 619140"/>
                    <a:gd name="connsiteX4" fmla="*/ 634512 w 634575"/>
                    <a:gd name="connsiteY4" fmla="*/ 314115 h 619140"/>
                    <a:gd name="connsiteX5" fmla="*/ 329712 w 634575"/>
                    <a:gd name="connsiteY5" fmla="*/ 51987 h 619140"/>
                    <a:gd name="connsiteX6" fmla="*/ 6624 w 634575"/>
                    <a:gd name="connsiteY6" fmla="*/ 21507 h 619140"/>
                    <a:gd name="connsiteX0" fmla="*/ 6624 w 634531"/>
                    <a:gd name="connsiteY0" fmla="*/ 21507 h 607159"/>
                    <a:gd name="connsiteX1" fmla="*/ 213888 w 634531"/>
                    <a:gd name="connsiteY1" fmla="*/ 308019 h 607159"/>
                    <a:gd name="connsiteX2" fmla="*/ 6624 w 634531"/>
                    <a:gd name="connsiteY2" fmla="*/ 600627 h 607159"/>
                    <a:gd name="connsiteX3" fmla="*/ 341904 w 634531"/>
                    <a:gd name="connsiteY3" fmla="*/ 582339 h 607159"/>
                    <a:gd name="connsiteX4" fmla="*/ 634512 w 634531"/>
                    <a:gd name="connsiteY4" fmla="*/ 314115 h 607159"/>
                    <a:gd name="connsiteX5" fmla="*/ 329712 w 634531"/>
                    <a:gd name="connsiteY5" fmla="*/ 51987 h 607159"/>
                    <a:gd name="connsiteX6" fmla="*/ 6624 w 634531"/>
                    <a:gd name="connsiteY6" fmla="*/ 21507 h 607159"/>
                    <a:gd name="connsiteX0" fmla="*/ 6624 w 634516"/>
                    <a:gd name="connsiteY0" fmla="*/ 21507 h 600822"/>
                    <a:gd name="connsiteX1" fmla="*/ 213888 w 634516"/>
                    <a:gd name="connsiteY1" fmla="*/ 308019 h 600822"/>
                    <a:gd name="connsiteX2" fmla="*/ 6624 w 634516"/>
                    <a:gd name="connsiteY2" fmla="*/ 600627 h 600822"/>
                    <a:gd name="connsiteX3" fmla="*/ 335808 w 634516"/>
                    <a:gd name="connsiteY3" fmla="*/ 564051 h 600822"/>
                    <a:gd name="connsiteX4" fmla="*/ 634512 w 634516"/>
                    <a:gd name="connsiteY4" fmla="*/ 314115 h 600822"/>
                    <a:gd name="connsiteX5" fmla="*/ 329712 w 634516"/>
                    <a:gd name="connsiteY5" fmla="*/ 51987 h 600822"/>
                    <a:gd name="connsiteX6" fmla="*/ 6624 w 634516"/>
                    <a:gd name="connsiteY6" fmla="*/ 21507 h 600822"/>
                    <a:gd name="connsiteX0" fmla="*/ 6624 w 634516"/>
                    <a:gd name="connsiteY0" fmla="*/ 20598 h 599913"/>
                    <a:gd name="connsiteX1" fmla="*/ 213888 w 634516"/>
                    <a:gd name="connsiteY1" fmla="*/ 307110 h 599913"/>
                    <a:gd name="connsiteX2" fmla="*/ 6624 w 634516"/>
                    <a:gd name="connsiteY2" fmla="*/ 599718 h 599913"/>
                    <a:gd name="connsiteX3" fmla="*/ 335808 w 634516"/>
                    <a:gd name="connsiteY3" fmla="*/ 563142 h 599913"/>
                    <a:gd name="connsiteX4" fmla="*/ 634512 w 634516"/>
                    <a:gd name="connsiteY4" fmla="*/ 313206 h 599913"/>
                    <a:gd name="connsiteX5" fmla="*/ 329712 w 634516"/>
                    <a:gd name="connsiteY5" fmla="*/ 51078 h 599913"/>
                    <a:gd name="connsiteX6" fmla="*/ 6624 w 634516"/>
                    <a:gd name="connsiteY6" fmla="*/ 20598 h 599913"/>
                    <a:gd name="connsiteX0" fmla="*/ 6624 w 634516"/>
                    <a:gd name="connsiteY0" fmla="*/ 22407 h 601722"/>
                    <a:gd name="connsiteX1" fmla="*/ 213888 w 634516"/>
                    <a:gd name="connsiteY1" fmla="*/ 308919 h 601722"/>
                    <a:gd name="connsiteX2" fmla="*/ 6624 w 634516"/>
                    <a:gd name="connsiteY2" fmla="*/ 601527 h 601722"/>
                    <a:gd name="connsiteX3" fmla="*/ 335808 w 634516"/>
                    <a:gd name="connsiteY3" fmla="*/ 564951 h 601722"/>
                    <a:gd name="connsiteX4" fmla="*/ 634512 w 634516"/>
                    <a:gd name="connsiteY4" fmla="*/ 315015 h 601722"/>
                    <a:gd name="connsiteX5" fmla="*/ 329712 w 634516"/>
                    <a:gd name="connsiteY5" fmla="*/ 52887 h 601722"/>
                    <a:gd name="connsiteX6" fmla="*/ 6624 w 634516"/>
                    <a:gd name="connsiteY6" fmla="*/ 22407 h 601722"/>
                    <a:gd name="connsiteX0" fmla="*/ 6624 w 634516"/>
                    <a:gd name="connsiteY0" fmla="*/ 8163 h 587478"/>
                    <a:gd name="connsiteX1" fmla="*/ 213888 w 634516"/>
                    <a:gd name="connsiteY1" fmla="*/ 294675 h 587478"/>
                    <a:gd name="connsiteX2" fmla="*/ 6624 w 634516"/>
                    <a:gd name="connsiteY2" fmla="*/ 587283 h 587478"/>
                    <a:gd name="connsiteX3" fmla="*/ 335808 w 634516"/>
                    <a:gd name="connsiteY3" fmla="*/ 550707 h 587478"/>
                    <a:gd name="connsiteX4" fmla="*/ 634512 w 634516"/>
                    <a:gd name="connsiteY4" fmla="*/ 300771 h 587478"/>
                    <a:gd name="connsiteX5" fmla="*/ 329712 w 634516"/>
                    <a:gd name="connsiteY5" fmla="*/ 38643 h 587478"/>
                    <a:gd name="connsiteX6" fmla="*/ 6624 w 634516"/>
                    <a:gd name="connsiteY6" fmla="*/ 8163 h 587478"/>
                    <a:gd name="connsiteX0" fmla="*/ 6288 w 634180"/>
                    <a:gd name="connsiteY0" fmla="*/ 8163 h 587686"/>
                    <a:gd name="connsiteX1" fmla="*/ 213552 w 634180"/>
                    <a:gd name="connsiteY1" fmla="*/ 294675 h 587686"/>
                    <a:gd name="connsiteX2" fmla="*/ 6288 w 634180"/>
                    <a:gd name="connsiteY2" fmla="*/ 587283 h 587686"/>
                    <a:gd name="connsiteX3" fmla="*/ 335472 w 634180"/>
                    <a:gd name="connsiteY3" fmla="*/ 550707 h 587686"/>
                    <a:gd name="connsiteX4" fmla="*/ 634176 w 634180"/>
                    <a:gd name="connsiteY4" fmla="*/ 300771 h 587686"/>
                    <a:gd name="connsiteX5" fmla="*/ 329376 w 634180"/>
                    <a:gd name="connsiteY5" fmla="*/ 38643 h 587686"/>
                    <a:gd name="connsiteX6" fmla="*/ 6288 w 634180"/>
                    <a:gd name="connsiteY6" fmla="*/ 8163 h 587686"/>
                    <a:gd name="connsiteX0" fmla="*/ 6288 w 634211"/>
                    <a:gd name="connsiteY0" fmla="*/ 8163 h 587686"/>
                    <a:gd name="connsiteX1" fmla="*/ 213552 w 634211"/>
                    <a:gd name="connsiteY1" fmla="*/ 294675 h 587686"/>
                    <a:gd name="connsiteX2" fmla="*/ 6288 w 634211"/>
                    <a:gd name="connsiteY2" fmla="*/ 587283 h 587686"/>
                    <a:gd name="connsiteX3" fmla="*/ 335472 w 634211"/>
                    <a:gd name="connsiteY3" fmla="*/ 550707 h 587686"/>
                    <a:gd name="connsiteX4" fmla="*/ 634176 w 634211"/>
                    <a:gd name="connsiteY4" fmla="*/ 300771 h 587686"/>
                    <a:gd name="connsiteX5" fmla="*/ 329376 w 634211"/>
                    <a:gd name="connsiteY5" fmla="*/ 38643 h 587686"/>
                    <a:gd name="connsiteX6" fmla="*/ 6288 w 634211"/>
                    <a:gd name="connsiteY6" fmla="*/ 8163 h 587686"/>
                    <a:gd name="connsiteX0" fmla="*/ 6288 w 634286"/>
                    <a:gd name="connsiteY0" fmla="*/ 8163 h 587686"/>
                    <a:gd name="connsiteX1" fmla="*/ 213552 w 634286"/>
                    <a:gd name="connsiteY1" fmla="*/ 294675 h 587686"/>
                    <a:gd name="connsiteX2" fmla="*/ 6288 w 634286"/>
                    <a:gd name="connsiteY2" fmla="*/ 587283 h 587686"/>
                    <a:gd name="connsiteX3" fmla="*/ 335472 w 634286"/>
                    <a:gd name="connsiteY3" fmla="*/ 550707 h 587686"/>
                    <a:gd name="connsiteX4" fmla="*/ 634176 w 634286"/>
                    <a:gd name="connsiteY4" fmla="*/ 300771 h 587686"/>
                    <a:gd name="connsiteX5" fmla="*/ 329376 w 634286"/>
                    <a:gd name="connsiteY5" fmla="*/ 38643 h 587686"/>
                    <a:gd name="connsiteX6" fmla="*/ 6288 w 634286"/>
                    <a:gd name="connsiteY6" fmla="*/ 8163 h 587686"/>
                    <a:gd name="connsiteX0" fmla="*/ 6288 w 634286"/>
                    <a:gd name="connsiteY0" fmla="*/ 4816 h 584339"/>
                    <a:gd name="connsiteX1" fmla="*/ 213552 w 634286"/>
                    <a:gd name="connsiteY1" fmla="*/ 291328 h 584339"/>
                    <a:gd name="connsiteX2" fmla="*/ 6288 w 634286"/>
                    <a:gd name="connsiteY2" fmla="*/ 583936 h 584339"/>
                    <a:gd name="connsiteX3" fmla="*/ 335472 w 634286"/>
                    <a:gd name="connsiteY3" fmla="*/ 547360 h 584339"/>
                    <a:gd name="connsiteX4" fmla="*/ 634176 w 634286"/>
                    <a:gd name="connsiteY4" fmla="*/ 297424 h 584339"/>
                    <a:gd name="connsiteX5" fmla="*/ 329376 w 634286"/>
                    <a:gd name="connsiteY5" fmla="*/ 35296 h 584339"/>
                    <a:gd name="connsiteX6" fmla="*/ 6288 w 634286"/>
                    <a:gd name="connsiteY6" fmla="*/ 4816 h 584339"/>
                    <a:gd name="connsiteX0" fmla="*/ 6288 w 634210"/>
                    <a:gd name="connsiteY0" fmla="*/ 14826 h 594349"/>
                    <a:gd name="connsiteX1" fmla="*/ 213552 w 634210"/>
                    <a:gd name="connsiteY1" fmla="*/ 301338 h 594349"/>
                    <a:gd name="connsiteX2" fmla="*/ 6288 w 634210"/>
                    <a:gd name="connsiteY2" fmla="*/ 593946 h 594349"/>
                    <a:gd name="connsiteX3" fmla="*/ 335472 w 634210"/>
                    <a:gd name="connsiteY3" fmla="*/ 557370 h 594349"/>
                    <a:gd name="connsiteX4" fmla="*/ 634176 w 634210"/>
                    <a:gd name="connsiteY4" fmla="*/ 307434 h 594349"/>
                    <a:gd name="connsiteX5" fmla="*/ 353545 w 634210"/>
                    <a:gd name="connsiteY5" fmla="*/ 57390 h 594349"/>
                    <a:gd name="connsiteX6" fmla="*/ 6288 w 634210"/>
                    <a:gd name="connsiteY6" fmla="*/ 14826 h 594349"/>
                    <a:gd name="connsiteX0" fmla="*/ 6288 w 634210"/>
                    <a:gd name="connsiteY0" fmla="*/ 4846 h 584369"/>
                    <a:gd name="connsiteX1" fmla="*/ 213552 w 634210"/>
                    <a:gd name="connsiteY1" fmla="*/ 291358 h 584369"/>
                    <a:gd name="connsiteX2" fmla="*/ 6288 w 634210"/>
                    <a:gd name="connsiteY2" fmla="*/ 583966 h 584369"/>
                    <a:gd name="connsiteX3" fmla="*/ 335472 w 634210"/>
                    <a:gd name="connsiteY3" fmla="*/ 547390 h 584369"/>
                    <a:gd name="connsiteX4" fmla="*/ 634176 w 634210"/>
                    <a:gd name="connsiteY4" fmla="*/ 297454 h 584369"/>
                    <a:gd name="connsiteX5" fmla="*/ 353545 w 634210"/>
                    <a:gd name="connsiteY5" fmla="*/ 47410 h 584369"/>
                    <a:gd name="connsiteX6" fmla="*/ 6288 w 634210"/>
                    <a:gd name="connsiteY6" fmla="*/ 4846 h 584369"/>
                    <a:gd name="connsiteX0" fmla="*/ 6288 w 634210"/>
                    <a:gd name="connsiteY0" fmla="*/ 4415 h 583938"/>
                    <a:gd name="connsiteX1" fmla="*/ 213552 w 634210"/>
                    <a:gd name="connsiteY1" fmla="*/ 290927 h 583938"/>
                    <a:gd name="connsiteX2" fmla="*/ 6288 w 634210"/>
                    <a:gd name="connsiteY2" fmla="*/ 583535 h 583938"/>
                    <a:gd name="connsiteX3" fmla="*/ 335472 w 634210"/>
                    <a:gd name="connsiteY3" fmla="*/ 546959 h 583938"/>
                    <a:gd name="connsiteX4" fmla="*/ 634176 w 634210"/>
                    <a:gd name="connsiteY4" fmla="*/ 297023 h 583938"/>
                    <a:gd name="connsiteX5" fmla="*/ 353545 w 634210"/>
                    <a:gd name="connsiteY5" fmla="*/ 46979 h 583938"/>
                    <a:gd name="connsiteX6" fmla="*/ 6288 w 634210"/>
                    <a:gd name="connsiteY6" fmla="*/ 4415 h 583938"/>
                    <a:gd name="connsiteX0" fmla="*/ 6288 w 634210"/>
                    <a:gd name="connsiteY0" fmla="*/ 5419 h 584942"/>
                    <a:gd name="connsiteX1" fmla="*/ 213552 w 634210"/>
                    <a:gd name="connsiteY1" fmla="*/ 291931 h 584942"/>
                    <a:gd name="connsiteX2" fmla="*/ 6288 w 634210"/>
                    <a:gd name="connsiteY2" fmla="*/ 584539 h 584942"/>
                    <a:gd name="connsiteX3" fmla="*/ 335472 w 634210"/>
                    <a:gd name="connsiteY3" fmla="*/ 547963 h 584942"/>
                    <a:gd name="connsiteX4" fmla="*/ 634176 w 634210"/>
                    <a:gd name="connsiteY4" fmla="*/ 298027 h 584942"/>
                    <a:gd name="connsiteX5" fmla="*/ 353545 w 634210"/>
                    <a:gd name="connsiteY5" fmla="*/ 47983 h 584942"/>
                    <a:gd name="connsiteX6" fmla="*/ 6288 w 634210"/>
                    <a:gd name="connsiteY6" fmla="*/ 5419 h 584942"/>
                    <a:gd name="connsiteX0" fmla="*/ 6288 w 634218"/>
                    <a:gd name="connsiteY0" fmla="*/ 7646 h 587169"/>
                    <a:gd name="connsiteX1" fmla="*/ 213552 w 634218"/>
                    <a:gd name="connsiteY1" fmla="*/ 294158 h 587169"/>
                    <a:gd name="connsiteX2" fmla="*/ 6288 w 634218"/>
                    <a:gd name="connsiteY2" fmla="*/ 586766 h 587169"/>
                    <a:gd name="connsiteX3" fmla="*/ 335472 w 634218"/>
                    <a:gd name="connsiteY3" fmla="*/ 550190 h 587169"/>
                    <a:gd name="connsiteX4" fmla="*/ 634176 w 634218"/>
                    <a:gd name="connsiteY4" fmla="*/ 300254 h 587169"/>
                    <a:gd name="connsiteX5" fmla="*/ 353545 w 634218"/>
                    <a:gd name="connsiteY5" fmla="*/ 50210 h 587169"/>
                    <a:gd name="connsiteX6" fmla="*/ 6288 w 634218"/>
                    <a:gd name="connsiteY6" fmla="*/ 7646 h 587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4218" h="587169">
                      <a:moveTo>
                        <a:pt x="6288" y="7646"/>
                      </a:moveTo>
                      <a:cubicBezTo>
                        <a:pt x="-1402" y="17865"/>
                        <a:pt x="197440" y="80821"/>
                        <a:pt x="213552" y="294158"/>
                      </a:cubicBezTo>
                      <a:cubicBezTo>
                        <a:pt x="229664" y="507495"/>
                        <a:pt x="-44512" y="593878"/>
                        <a:pt x="6288" y="586766"/>
                      </a:cubicBezTo>
                      <a:cubicBezTo>
                        <a:pt x="105856" y="586766"/>
                        <a:pt x="200344" y="591846"/>
                        <a:pt x="335472" y="550190"/>
                      </a:cubicBezTo>
                      <a:cubicBezTo>
                        <a:pt x="470600" y="508534"/>
                        <a:pt x="631164" y="383584"/>
                        <a:pt x="634176" y="300254"/>
                      </a:cubicBezTo>
                      <a:cubicBezTo>
                        <a:pt x="637188" y="216924"/>
                        <a:pt x="479500" y="97260"/>
                        <a:pt x="353545" y="50210"/>
                      </a:cubicBezTo>
                      <a:cubicBezTo>
                        <a:pt x="227590" y="3160"/>
                        <a:pt x="19803" y="-10314"/>
                        <a:pt x="6288" y="7646"/>
                      </a:cubicBezTo>
                      <a:close/>
                    </a:path>
                  </a:pathLst>
                </a:custGeom>
                <a:solidFill>
                  <a:schemeClr val="bg1"/>
                </a:solidFill>
                <a:ln w="12700" cap="rnd"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r"/>
                  <a:endParaRPr lang="en-CN" sz="6000">
                    <a:solidFill>
                      <a:schemeClr val="tx1"/>
                    </a:solidFill>
                  </a:endParaRPr>
                </a:p>
              </p:txBody>
            </p:sp>
            <p:sp>
              <p:nvSpPr>
                <p:cNvPr id="173" name="Freeform 172">
                  <a:extLst>
                    <a:ext uri="{FF2B5EF4-FFF2-40B4-BE49-F238E27FC236}">
                      <a16:creationId xmlns:a16="http://schemas.microsoft.com/office/drawing/2014/main" id="{D5D3C01B-8932-0C44-A8A5-F0353D60A202}"/>
                    </a:ext>
                  </a:extLst>
                </p:cNvPr>
                <p:cNvSpPr/>
                <p:nvPr/>
              </p:nvSpPr>
              <p:spPr bwMode="auto">
                <a:xfrm>
                  <a:off x="6470670" y="5701318"/>
                  <a:ext cx="223789" cy="531264"/>
                </a:xfrm>
                <a:custGeom>
                  <a:avLst/>
                  <a:gdLst>
                    <a:gd name="connsiteX0" fmla="*/ 0 w 195378"/>
                    <a:gd name="connsiteY0" fmla="*/ 0 h 541538"/>
                    <a:gd name="connsiteX1" fmla="*/ 195308 w 195378"/>
                    <a:gd name="connsiteY1" fmla="*/ 257452 h 541538"/>
                    <a:gd name="connsiteX2" fmla="*/ 17755 w 195378"/>
                    <a:gd name="connsiteY2" fmla="*/ 541538 h 541538"/>
                    <a:gd name="connsiteX0" fmla="*/ 2793 w 198102"/>
                    <a:gd name="connsiteY0" fmla="*/ 0 h 531264"/>
                    <a:gd name="connsiteX1" fmla="*/ 198101 w 198102"/>
                    <a:gd name="connsiteY1" fmla="*/ 257452 h 531264"/>
                    <a:gd name="connsiteX2" fmla="*/ 0 w 198102"/>
                    <a:gd name="connsiteY2" fmla="*/ 531264 h 531264"/>
                    <a:gd name="connsiteX0" fmla="*/ 2793 w 223788"/>
                    <a:gd name="connsiteY0" fmla="*/ 0 h 531264"/>
                    <a:gd name="connsiteX1" fmla="*/ 223787 w 223788"/>
                    <a:gd name="connsiteY1" fmla="*/ 262589 h 531264"/>
                    <a:gd name="connsiteX2" fmla="*/ 0 w 223788"/>
                    <a:gd name="connsiteY2" fmla="*/ 531264 h 531264"/>
                    <a:gd name="connsiteX0" fmla="*/ 2793 w 223902"/>
                    <a:gd name="connsiteY0" fmla="*/ 0 h 531264"/>
                    <a:gd name="connsiteX1" fmla="*/ 223787 w 223902"/>
                    <a:gd name="connsiteY1" fmla="*/ 262589 h 531264"/>
                    <a:gd name="connsiteX2" fmla="*/ 0 w 223902"/>
                    <a:gd name="connsiteY2" fmla="*/ 531264 h 531264"/>
                    <a:gd name="connsiteX0" fmla="*/ 2793 w 223934"/>
                    <a:gd name="connsiteY0" fmla="*/ 0 h 531264"/>
                    <a:gd name="connsiteX1" fmla="*/ 223787 w 223934"/>
                    <a:gd name="connsiteY1" fmla="*/ 262589 h 531264"/>
                    <a:gd name="connsiteX2" fmla="*/ 0 w 223934"/>
                    <a:gd name="connsiteY2" fmla="*/ 531264 h 531264"/>
                    <a:gd name="connsiteX0" fmla="*/ 2793 w 223927"/>
                    <a:gd name="connsiteY0" fmla="*/ 0 h 531264"/>
                    <a:gd name="connsiteX1" fmla="*/ 223787 w 223927"/>
                    <a:gd name="connsiteY1" fmla="*/ 262589 h 531264"/>
                    <a:gd name="connsiteX2" fmla="*/ 0 w 223927"/>
                    <a:gd name="connsiteY2" fmla="*/ 531264 h 531264"/>
                    <a:gd name="connsiteX0" fmla="*/ 2793 w 223927"/>
                    <a:gd name="connsiteY0" fmla="*/ 0 h 531264"/>
                    <a:gd name="connsiteX1" fmla="*/ 223787 w 223927"/>
                    <a:gd name="connsiteY1" fmla="*/ 262589 h 531264"/>
                    <a:gd name="connsiteX2" fmla="*/ 0 w 223927"/>
                    <a:gd name="connsiteY2" fmla="*/ 531264 h 531264"/>
                    <a:gd name="connsiteX0" fmla="*/ 2793 w 223789"/>
                    <a:gd name="connsiteY0" fmla="*/ 0 h 531264"/>
                    <a:gd name="connsiteX1" fmla="*/ 223787 w 223789"/>
                    <a:gd name="connsiteY1" fmla="*/ 262589 h 531264"/>
                    <a:gd name="connsiteX2" fmla="*/ 0 w 223789"/>
                    <a:gd name="connsiteY2" fmla="*/ 531264 h 531264"/>
                  </a:gdLst>
                  <a:ahLst/>
                  <a:cxnLst>
                    <a:cxn ang="0">
                      <a:pos x="connsiteX0" y="connsiteY0"/>
                    </a:cxn>
                    <a:cxn ang="0">
                      <a:pos x="connsiteX1" y="connsiteY1"/>
                    </a:cxn>
                    <a:cxn ang="0">
                      <a:pos x="connsiteX2" y="connsiteY2"/>
                    </a:cxn>
                  </a:cxnLst>
                  <a:rect l="l" t="t" r="r" b="b"/>
                  <a:pathLst>
                    <a:path w="223789" h="531264">
                      <a:moveTo>
                        <a:pt x="2793" y="0"/>
                      </a:moveTo>
                      <a:cubicBezTo>
                        <a:pt x="145200" y="83598"/>
                        <a:pt x="224252" y="153497"/>
                        <a:pt x="223787" y="262589"/>
                      </a:cubicBezTo>
                      <a:cubicBezTo>
                        <a:pt x="223322" y="371681"/>
                        <a:pt x="115941" y="460034"/>
                        <a:pt x="0" y="531264"/>
                      </a:cubicBezTo>
                    </a:path>
                  </a:pathLst>
                </a:custGeom>
                <a:noFill/>
                <a:ln w="12700" cap="rnd"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2800" b="0" i="0" u="none" strike="noStrike" cap="none" normalizeH="0" baseline="0">
                    <a:ln>
                      <a:noFill/>
                    </a:ln>
                    <a:solidFill>
                      <a:schemeClr val="tx1"/>
                    </a:solidFill>
                    <a:effectLst/>
                    <a:latin typeface="Arial" charset="0"/>
                  </a:endParaRPr>
                </a:p>
              </p:txBody>
            </p:sp>
          </p:grpSp>
          <p:cxnSp>
            <p:nvCxnSpPr>
              <p:cNvPr id="165" name="Straight Connector 164">
                <a:extLst>
                  <a:ext uri="{FF2B5EF4-FFF2-40B4-BE49-F238E27FC236}">
                    <a16:creationId xmlns:a16="http://schemas.microsoft.com/office/drawing/2014/main" id="{6DBC8756-82A5-1B48-B09F-468D9EF06C2E}"/>
                  </a:ext>
                </a:extLst>
              </p:cNvPr>
              <p:cNvCxnSpPr>
                <a:cxnSpLocks/>
              </p:cNvCxnSpPr>
              <p:nvPr/>
            </p:nvCxnSpPr>
            <p:spPr bwMode="auto">
              <a:xfrm>
                <a:off x="831209" y="4435688"/>
                <a:ext cx="255522" cy="0"/>
              </a:xfrm>
              <a:prstGeom prst="line">
                <a:avLst/>
              </a:prstGeom>
              <a:solidFill>
                <a:schemeClr val="accent1"/>
              </a:solidFill>
              <a:ln w="12700" cap="rnd" cmpd="sng" algn="ctr">
                <a:solidFill>
                  <a:schemeClr val="tx1"/>
                </a:solidFill>
                <a:prstDash val="solid"/>
                <a:round/>
                <a:headEnd type="none" w="med" len="med"/>
                <a:tailEnd type="oval" w="sm" len="sm"/>
              </a:ln>
              <a:effectLst/>
            </p:spPr>
          </p:cxnSp>
          <p:cxnSp>
            <p:nvCxnSpPr>
              <p:cNvPr id="166" name="Straight Connector 165">
                <a:extLst>
                  <a:ext uri="{FF2B5EF4-FFF2-40B4-BE49-F238E27FC236}">
                    <a16:creationId xmlns:a16="http://schemas.microsoft.com/office/drawing/2014/main" id="{BCF59732-FF60-8444-8E70-AEF5DC6215D3}"/>
                  </a:ext>
                </a:extLst>
              </p:cNvPr>
              <p:cNvCxnSpPr/>
              <p:nvPr/>
            </p:nvCxnSpPr>
            <p:spPr bwMode="auto">
              <a:xfrm flipH="1">
                <a:off x="754649" y="4343399"/>
                <a:ext cx="256975" cy="0"/>
              </a:xfrm>
              <a:prstGeom prst="line">
                <a:avLst/>
              </a:prstGeom>
              <a:solidFill>
                <a:schemeClr val="accent1"/>
              </a:solidFill>
              <a:ln w="12700" cap="rnd" cmpd="sng" algn="ctr">
                <a:solidFill>
                  <a:schemeClr val="tx1"/>
                </a:solidFill>
                <a:prstDash val="solid"/>
                <a:round/>
                <a:headEnd type="none" w="med" len="med"/>
                <a:tailEnd type="oval" w="sm" len="sm"/>
              </a:ln>
              <a:effectLst/>
            </p:spPr>
          </p:cxnSp>
          <p:sp>
            <p:nvSpPr>
              <p:cNvPr id="167" name="TextBox 166">
                <a:extLst>
                  <a:ext uri="{FF2B5EF4-FFF2-40B4-BE49-F238E27FC236}">
                    <a16:creationId xmlns:a16="http://schemas.microsoft.com/office/drawing/2014/main" id="{C9CF47D8-3D0C-464E-B407-E34E0ED88C77}"/>
                  </a:ext>
                </a:extLst>
              </p:cNvPr>
              <p:cNvSpPr txBox="1"/>
              <p:nvPr/>
            </p:nvSpPr>
            <p:spPr>
              <a:xfrm>
                <a:off x="577358" y="3965867"/>
                <a:ext cx="354584"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a0</a:t>
                </a:r>
                <a:endParaRPr lang="en-CN" sz="1200" dirty="0">
                  <a:solidFill>
                    <a:schemeClr val="tx1"/>
                  </a:solidFill>
                  <a:latin typeface="Arial" panose="020B0604020202020204" pitchFamily="34" charset="0"/>
                  <a:cs typeface="Arial" panose="020B0604020202020204" pitchFamily="34" charset="0"/>
                </a:endParaRPr>
              </a:p>
            </p:txBody>
          </p:sp>
          <p:sp>
            <p:nvSpPr>
              <p:cNvPr id="168" name="TextBox 167">
                <a:extLst>
                  <a:ext uri="{FF2B5EF4-FFF2-40B4-BE49-F238E27FC236}">
                    <a16:creationId xmlns:a16="http://schemas.microsoft.com/office/drawing/2014/main" id="{8C241605-AD50-6E40-852B-016372D2FFE2}"/>
                  </a:ext>
                </a:extLst>
              </p:cNvPr>
              <p:cNvSpPr txBox="1"/>
              <p:nvPr/>
            </p:nvSpPr>
            <p:spPr>
              <a:xfrm>
                <a:off x="898280" y="3965866"/>
                <a:ext cx="364202"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b0</a:t>
                </a:r>
                <a:endParaRPr lang="en-CN" sz="1200" dirty="0">
                  <a:solidFill>
                    <a:schemeClr val="tx1"/>
                  </a:solidFill>
                  <a:latin typeface="Arial" panose="020B0604020202020204" pitchFamily="34" charset="0"/>
                  <a:cs typeface="Arial" panose="020B0604020202020204" pitchFamily="34" charset="0"/>
                </a:endParaRPr>
              </a:p>
            </p:txBody>
          </p:sp>
        </p:grpSp>
        <p:sp>
          <p:nvSpPr>
            <p:cNvPr id="120" name="Rectangle 119">
              <a:extLst>
                <a:ext uri="{FF2B5EF4-FFF2-40B4-BE49-F238E27FC236}">
                  <a16:creationId xmlns:a16="http://schemas.microsoft.com/office/drawing/2014/main" id="{41318E1C-E251-BF4F-B9F6-A76B9F02DD81}"/>
                </a:ext>
              </a:extLst>
            </p:cNvPr>
            <p:cNvSpPr/>
            <p:nvPr/>
          </p:nvSpPr>
          <p:spPr bwMode="auto">
            <a:xfrm>
              <a:off x="905411" y="4657452"/>
              <a:ext cx="2985831" cy="737459"/>
            </a:xfrm>
            <a:prstGeom prst="rect">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2800" b="0" i="0" u="none" strike="noStrike" cap="none" normalizeH="0" baseline="0">
                <a:ln>
                  <a:noFill/>
                </a:ln>
                <a:solidFill>
                  <a:schemeClr val="tx1"/>
                </a:solidFill>
                <a:effectLst/>
                <a:latin typeface="Arial" charset="0"/>
              </a:endParaRPr>
            </a:p>
          </p:txBody>
        </p:sp>
        <p:sp>
          <p:nvSpPr>
            <p:cNvPr id="121" name="TextBox 120">
              <a:extLst>
                <a:ext uri="{FF2B5EF4-FFF2-40B4-BE49-F238E27FC236}">
                  <a16:creationId xmlns:a16="http://schemas.microsoft.com/office/drawing/2014/main" id="{EEE58647-7D7A-6043-94BC-1C05ECE81292}"/>
                </a:ext>
              </a:extLst>
            </p:cNvPr>
            <p:cNvSpPr txBox="1"/>
            <p:nvPr/>
          </p:nvSpPr>
          <p:spPr>
            <a:xfrm>
              <a:off x="1721624" y="4666391"/>
              <a:ext cx="389850"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G2</a:t>
              </a:r>
              <a:endParaRPr lang="en-CN" sz="1200" dirty="0">
                <a:solidFill>
                  <a:schemeClr val="tx1"/>
                </a:solidFill>
                <a:latin typeface="Arial" panose="020B0604020202020204" pitchFamily="34" charset="0"/>
                <a:cs typeface="Arial" panose="020B0604020202020204" pitchFamily="34" charset="0"/>
              </a:endParaRPr>
            </a:p>
          </p:txBody>
        </p:sp>
        <p:sp>
          <p:nvSpPr>
            <p:cNvPr id="122" name="TextBox 121">
              <a:extLst>
                <a:ext uri="{FF2B5EF4-FFF2-40B4-BE49-F238E27FC236}">
                  <a16:creationId xmlns:a16="http://schemas.microsoft.com/office/drawing/2014/main" id="{3E911A77-FE63-0947-902B-C28645BF986A}"/>
                </a:ext>
              </a:extLst>
            </p:cNvPr>
            <p:cNvSpPr txBox="1"/>
            <p:nvPr/>
          </p:nvSpPr>
          <p:spPr>
            <a:xfrm>
              <a:off x="2001612" y="4666390"/>
              <a:ext cx="372217"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P2</a:t>
              </a:r>
              <a:endParaRPr lang="en-CN" sz="1200" dirty="0">
                <a:solidFill>
                  <a:schemeClr val="tx1"/>
                </a:solidFill>
                <a:latin typeface="Arial" panose="020B0604020202020204" pitchFamily="34" charset="0"/>
                <a:cs typeface="Arial" panose="020B0604020202020204" pitchFamily="34" charset="0"/>
              </a:endParaRPr>
            </a:p>
          </p:txBody>
        </p:sp>
        <p:sp>
          <p:nvSpPr>
            <p:cNvPr id="123" name="TextBox 122">
              <a:extLst>
                <a:ext uri="{FF2B5EF4-FFF2-40B4-BE49-F238E27FC236}">
                  <a16:creationId xmlns:a16="http://schemas.microsoft.com/office/drawing/2014/main" id="{0D5838FF-A295-6847-AF91-761028E301DC}"/>
                </a:ext>
              </a:extLst>
            </p:cNvPr>
            <p:cNvSpPr txBox="1"/>
            <p:nvPr/>
          </p:nvSpPr>
          <p:spPr>
            <a:xfrm>
              <a:off x="2431056" y="4666391"/>
              <a:ext cx="389850"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G1</a:t>
              </a:r>
              <a:endParaRPr lang="en-CN" sz="1200" dirty="0">
                <a:solidFill>
                  <a:schemeClr val="tx1"/>
                </a:solidFill>
                <a:latin typeface="Arial" panose="020B0604020202020204" pitchFamily="34" charset="0"/>
                <a:cs typeface="Arial" panose="020B0604020202020204" pitchFamily="34" charset="0"/>
              </a:endParaRPr>
            </a:p>
          </p:txBody>
        </p:sp>
        <p:sp>
          <p:nvSpPr>
            <p:cNvPr id="124" name="TextBox 123">
              <a:extLst>
                <a:ext uri="{FF2B5EF4-FFF2-40B4-BE49-F238E27FC236}">
                  <a16:creationId xmlns:a16="http://schemas.microsoft.com/office/drawing/2014/main" id="{E0D04365-E66B-1C41-B23C-5F2A1E908E14}"/>
                </a:ext>
              </a:extLst>
            </p:cNvPr>
            <p:cNvSpPr txBox="1"/>
            <p:nvPr/>
          </p:nvSpPr>
          <p:spPr>
            <a:xfrm>
              <a:off x="2711044" y="4666390"/>
              <a:ext cx="372217"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P1</a:t>
              </a:r>
              <a:endParaRPr lang="en-CN" sz="1200" dirty="0">
                <a:solidFill>
                  <a:schemeClr val="tx1"/>
                </a:solidFill>
                <a:latin typeface="Arial" panose="020B0604020202020204" pitchFamily="34" charset="0"/>
                <a:cs typeface="Arial" panose="020B0604020202020204" pitchFamily="34" charset="0"/>
              </a:endParaRPr>
            </a:p>
          </p:txBody>
        </p:sp>
        <p:sp>
          <p:nvSpPr>
            <p:cNvPr id="125" name="TextBox 124">
              <a:extLst>
                <a:ext uri="{FF2B5EF4-FFF2-40B4-BE49-F238E27FC236}">
                  <a16:creationId xmlns:a16="http://schemas.microsoft.com/office/drawing/2014/main" id="{81699C07-8E3E-C14A-A232-9F8C45E4FCCC}"/>
                </a:ext>
              </a:extLst>
            </p:cNvPr>
            <p:cNvSpPr txBox="1"/>
            <p:nvPr/>
          </p:nvSpPr>
          <p:spPr>
            <a:xfrm>
              <a:off x="3216789" y="4674794"/>
              <a:ext cx="389850"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G0</a:t>
              </a:r>
              <a:endParaRPr lang="en-CN" sz="1200" dirty="0">
                <a:solidFill>
                  <a:schemeClr val="tx1"/>
                </a:solidFill>
                <a:latin typeface="Arial" panose="020B0604020202020204" pitchFamily="34" charset="0"/>
                <a:cs typeface="Arial" panose="020B0604020202020204" pitchFamily="34" charset="0"/>
              </a:endParaRPr>
            </a:p>
          </p:txBody>
        </p:sp>
        <p:sp>
          <p:nvSpPr>
            <p:cNvPr id="126" name="TextBox 125">
              <a:extLst>
                <a:ext uri="{FF2B5EF4-FFF2-40B4-BE49-F238E27FC236}">
                  <a16:creationId xmlns:a16="http://schemas.microsoft.com/office/drawing/2014/main" id="{61B3433B-0466-9242-A99E-5FB854B51798}"/>
                </a:ext>
              </a:extLst>
            </p:cNvPr>
            <p:cNvSpPr txBox="1"/>
            <p:nvPr/>
          </p:nvSpPr>
          <p:spPr>
            <a:xfrm>
              <a:off x="3496777" y="4674793"/>
              <a:ext cx="372217"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P0</a:t>
              </a:r>
              <a:endParaRPr lang="en-CN" sz="1200" dirty="0">
                <a:solidFill>
                  <a:schemeClr val="tx1"/>
                </a:solidFill>
                <a:latin typeface="Arial" panose="020B0604020202020204" pitchFamily="34" charset="0"/>
                <a:cs typeface="Arial" panose="020B0604020202020204" pitchFamily="34" charset="0"/>
              </a:endParaRPr>
            </a:p>
          </p:txBody>
        </p:sp>
        <p:cxnSp>
          <p:nvCxnSpPr>
            <p:cNvPr id="127" name="Straight Arrow Connector 126">
              <a:extLst>
                <a:ext uri="{FF2B5EF4-FFF2-40B4-BE49-F238E27FC236}">
                  <a16:creationId xmlns:a16="http://schemas.microsoft.com/office/drawing/2014/main" id="{DB3DD434-BF0C-974D-89BF-8AA4BB4BFC46}"/>
                </a:ext>
              </a:extLst>
            </p:cNvPr>
            <p:cNvCxnSpPr>
              <a:cxnSpLocks/>
              <a:stCxn id="120" idx="3"/>
            </p:cNvCxnSpPr>
            <p:nvPr/>
          </p:nvCxnSpPr>
          <p:spPr bwMode="auto">
            <a:xfrm>
              <a:off x="3891242" y="5026182"/>
              <a:ext cx="280871" cy="0"/>
            </a:xfrm>
            <a:prstGeom prst="straightConnector1">
              <a:avLst/>
            </a:prstGeom>
            <a:solidFill>
              <a:schemeClr val="accent1"/>
            </a:solidFill>
            <a:ln w="25400" cap="flat" cmpd="sng" algn="ctr">
              <a:solidFill>
                <a:schemeClr val="tx1"/>
              </a:solidFill>
              <a:prstDash val="solid"/>
              <a:round/>
              <a:headEnd type="triangle" w="med" len="med"/>
              <a:tailEnd type="none"/>
            </a:ln>
            <a:effectLst/>
          </p:spPr>
        </p:cxnSp>
        <p:cxnSp>
          <p:nvCxnSpPr>
            <p:cNvPr id="128" name="Straight Arrow Connector 127">
              <a:extLst>
                <a:ext uri="{FF2B5EF4-FFF2-40B4-BE49-F238E27FC236}">
                  <a16:creationId xmlns:a16="http://schemas.microsoft.com/office/drawing/2014/main" id="{62E32385-3E9F-E84C-929C-148A2687749C}"/>
                </a:ext>
              </a:extLst>
            </p:cNvPr>
            <p:cNvCxnSpPr>
              <a:cxnSpLocks/>
              <a:endCxn id="120" idx="1"/>
            </p:cNvCxnSpPr>
            <p:nvPr/>
          </p:nvCxnSpPr>
          <p:spPr bwMode="auto">
            <a:xfrm>
              <a:off x="632700" y="5026182"/>
              <a:ext cx="272711" cy="0"/>
            </a:xfrm>
            <a:prstGeom prst="straightConnector1">
              <a:avLst/>
            </a:prstGeom>
            <a:solidFill>
              <a:schemeClr val="accent1"/>
            </a:solidFill>
            <a:ln w="25400" cap="flat" cmpd="sng" algn="ctr">
              <a:solidFill>
                <a:schemeClr val="tx1"/>
              </a:solidFill>
              <a:prstDash val="solid"/>
              <a:round/>
              <a:headEnd type="triangle" w="med" len="med"/>
              <a:tailEnd type="none"/>
            </a:ln>
            <a:effectLst/>
          </p:spPr>
        </p:cxnSp>
        <p:sp>
          <p:nvSpPr>
            <p:cNvPr id="129" name="TextBox 128">
              <a:extLst>
                <a:ext uri="{FF2B5EF4-FFF2-40B4-BE49-F238E27FC236}">
                  <a16:creationId xmlns:a16="http://schemas.microsoft.com/office/drawing/2014/main" id="{50340E97-BF25-9C48-934F-D080989FD8AD}"/>
                </a:ext>
              </a:extLst>
            </p:cNvPr>
            <p:cNvSpPr txBox="1"/>
            <p:nvPr/>
          </p:nvSpPr>
          <p:spPr>
            <a:xfrm>
              <a:off x="1025129" y="5177634"/>
              <a:ext cx="354584"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c3</a:t>
              </a:r>
              <a:endParaRPr lang="en-CN" sz="1200" dirty="0">
                <a:solidFill>
                  <a:schemeClr val="tx1"/>
                </a:solidFill>
                <a:latin typeface="Arial" panose="020B0604020202020204" pitchFamily="34" charset="0"/>
                <a:cs typeface="Arial" panose="020B0604020202020204" pitchFamily="34" charset="0"/>
              </a:endParaRPr>
            </a:p>
          </p:txBody>
        </p:sp>
        <p:grpSp>
          <p:nvGrpSpPr>
            <p:cNvPr id="130" name="Group 129">
              <a:extLst>
                <a:ext uri="{FF2B5EF4-FFF2-40B4-BE49-F238E27FC236}">
                  <a16:creationId xmlns:a16="http://schemas.microsoft.com/office/drawing/2014/main" id="{0DAE473F-182B-7742-9C09-F7628E478B8A}"/>
                </a:ext>
              </a:extLst>
            </p:cNvPr>
            <p:cNvGrpSpPr/>
            <p:nvPr/>
          </p:nvGrpSpPr>
          <p:grpSpPr>
            <a:xfrm rot="5400000">
              <a:off x="828469" y="5239500"/>
              <a:ext cx="929873" cy="173895"/>
              <a:chOff x="4269238" y="5655686"/>
              <a:chExt cx="3092770" cy="587169"/>
            </a:xfrm>
          </p:grpSpPr>
          <p:cxnSp>
            <p:nvCxnSpPr>
              <p:cNvPr id="158" name="Straight Connector 157">
                <a:extLst>
                  <a:ext uri="{FF2B5EF4-FFF2-40B4-BE49-F238E27FC236}">
                    <a16:creationId xmlns:a16="http://schemas.microsoft.com/office/drawing/2014/main" id="{C14E5586-B06E-EF4B-B603-D8FFFC589B5C}"/>
                  </a:ext>
                </a:extLst>
              </p:cNvPr>
              <p:cNvCxnSpPr>
                <a:cxnSpLocks/>
              </p:cNvCxnSpPr>
              <p:nvPr/>
            </p:nvCxnSpPr>
            <p:spPr bwMode="auto">
              <a:xfrm>
                <a:off x="7208898" y="5945946"/>
                <a:ext cx="153110" cy="0"/>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159" name="Straight Connector 158">
                <a:extLst>
                  <a:ext uri="{FF2B5EF4-FFF2-40B4-BE49-F238E27FC236}">
                    <a16:creationId xmlns:a16="http://schemas.microsoft.com/office/drawing/2014/main" id="{3FA7ACAE-C2C9-C749-A324-23B717356FDA}"/>
                  </a:ext>
                </a:extLst>
              </p:cNvPr>
              <p:cNvCxnSpPr>
                <a:cxnSpLocks/>
              </p:cNvCxnSpPr>
              <p:nvPr/>
            </p:nvCxnSpPr>
            <p:spPr bwMode="auto">
              <a:xfrm rot="16200000">
                <a:off x="5515222" y="4550345"/>
                <a:ext cx="0" cy="2491967"/>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160" name="Straight Connector 159">
                <a:extLst>
                  <a:ext uri="{FF2B5EF4-FFF2-40B4-BE49-F238E27FC236}">
                    <a16:creationId xmlns:a16="http://schemas.microsoft.com/office/drawing/2014/main" id="{C2B6AB09-9A46-C04B-88BD-CB41971347CC}"/>
                  </a:ext>
                </a:extLst>
              </p:cNvPr>
              <p:cNvCxnSpPr>
                <a:cxnSpLocks/>
              </p:cNvCxnSpPr>
              <p:nvPr/>
            </p:nvCxnSpPr>
            <p:spPr bwMode="auto">
              <a:xfrm rot="16200000">
                <a:off x="6402275" y="5730975"/>
                <a:ext cx="0" cy="717863"/>
              </a:xfrm>
              <a:prstGeom prst="line">
                <a:avLst/>
              </a:prstGeom>
              <a:solidFill>
                <a:schemeClr val="accent1"/>
              </a:solidFill>
              <a:ln w="12700" cap="flat" cmpd="sng" algn="ctr">
                <a:solidFill>
                  <a:schemeClr val="tx1"/>
                </a:solidFill>
                <a:prstDash val="solid"/>
                <a:round/>
                <a:headEnd type="none" w="med" len="med"/>
                <a:tailEnd type="none" w="med" len="med"/>
              </a:ln>
              <a:effectLst/>
            </p:spPr>
          </p:cxnSp>
          <p:sp>
            <p:nvSpPr>
              <p:cNvPr id="161" name="Freeform 160">
                <a:extLst>
                  <a:ext uri="{FF2B5EF4-FFF2-40B4-BE49-F238E27FC236}">
                    <a16:creationId xmlns:a16="http://schemas.microsoft.com/office/drawing/2014/main" id="{C9AB8E16-5174-1B41-AEE2-A8502DE75450}"/>
                  </a:ext>
                </a:extLst>
              </p:cNvPr>
              <p:cNvSpPr/>
              <p:nvPr/>
            </p:nvSpPr>
            <p:spPr bwMode="auto">
              <a:xfrm>
                <a:off x="6574688" y="5655686"/>
                <a:ext cx="634218" cy="587169"/>
              </a:xfrm>
              <a:custGeom>
                <a:avLst/>
                <a:gdLst>
                  <a:gd name="connsiteX0" fmla="*/ 0 w 627888"/>
                  <a:gd name="connsiteY0" fmla="*/ 0 h 579120"/>
                  <a:gd name="connsiteX1" fmla="*/ 207264 w 627888"/>
                  <a:gd name="connsiteY1" fmla="*/ 286512 h 579120"/>
                  <a:gd name="connsiteX2" fmla="*/ 0 w 627888"/>
                  <a:gd name="connsiteY2" fmla="*/ 579120 h 579120"/>
                  <a:gd name="connsiteX3" fmla="*/ 365760 w 627888"/>
                  <a:gd name="connsiteY3" fmla="*/ 573024 h 579120"/>
                  <a:gd name="connsiteX4" fmla="*/ 627888 w 627888"/>
                  <a:gd name="connsiteY4" fmla="*/ 292608 h 579120"/>
                  <a:gd name="connsiteX5" fmla="*/ 390144 w 627888"/>
                  <a:gd name="connsiteY5" fmla="*/ 6096 h 579120"/>
                  <a:gd name="connsiteX6" fmla="*/ 0 w 627888"/>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46520"/>
                  <a:gd name="connsiteY0" fmla="*/ 0 h 579120"/>
                  <a:gd name="connsiteX1" fmla="*/ 209962 w 646520"/>
                  <a:gd name="connsiteY1" fmla="*/ 286512 h 579120"/>
                  <a:gd name="connsiteX2" fmla="*/ 2698 w 646520"/>
                  <a:gd name="connsiteY2" fmla="*/ 579120 h 579120"/>
                  <a:gd name="connsiteX3" fmla="*/ 368458 w 646520"/>
                  <a:gd name="connsiteY3" fmla="*/ 573024 h 579120"/>
                  <a:gd name="connsiteX4" fmla="*/ 630586 w 646520"/>
                  <a:gd name="connsiteY4" fmla="*/ 292608 h 579120"/>
                  <a:gd name="connsiteX5" fmla="*/ 392842 w 646520"/>
                  <a:gd name="connsiteY5" fmla="*/ 6096 h 579120"/>
                  <a:gd name="connsiteX6" fmla="*/ 2698 w 646520"/>
                  <a:gd name="connsiteY6" fmla="*/ 0 h 579120"/>
                  <a:gd name="connsiteX0" fmla="*/ 2698 w 646520"/>
                  <a:gd name="connsiteY0" fmla="*/ 51141 h 630261"/>
                  <a:gd name="connsiteX1" fmla="*/ 209962 w 646520"/>
                  <a:gd name="connsiteY1" fmla="*/ 337653 h 630261"/>
                  <a:gd name="connsiteX2" fmla="*/ 2698 w 646520"/>
                  <a:gd name="connsiteY2" fmla="*/ 630261 h 630261"/>
                  <a:gd name="connsiteX3" fmla="*/ 368458 w 646520"/>
                  <a:gd name="connsiteY3" fmla="*/ 624165 h 630261"/>
                  <a:gd name="connsiteX4" fmla="*/ 630586 w 646520"/>
                  <a:gd name="connsiteY4" fmla="*/ 343749 h 630261"/>
                  <a:gd name="connsiteX5" fmla="*/ 392842 w 646520"/>
                  <a:gd name="connsiteY5" fmla="*/ 57237 h 630261"/>
                  <a:gd name="connsiteX6" fmla="*/ 2698 w 646520"/>
                  <a:gd name="connsiteY6" fmla="*/ 51141 h 630261"/>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1455 h 600575"/>
                  <a:gd name="connsiteX1" fmla="*/ 209962 w 646520"/>
                  <a:gd name="connsiteY1" fmla="*/ 307967 h 600575"/>
                  <a:gd name="connsiteX2" fmla="*/ 2698 w 646520"/>
                  <a:gd name="connsiteY2" fmla="*/ 600575 h 600575"/>
                  <a:gd name="connsiteX3" fmla="*/ 368458 w 646520"/>
                  <a:gd name="connsiteY3" fmla="*/ 594479 h 600575"/>
                  <a:gd name="connsiteX4" fmla="*/ 630586 w 646520"/>
                  <a:gd name="connsiteY4" fmla="*/ 314063 h 600575"/>
                  <a:gd name="connsiteX5" fmla="*/ 392842 w 646520"/>
                  <a:gd name="connsiteY5" fmla="*/ 27551 h 600575"/>
                  <a:gd name="connsiteX6" fmla="*/ 2698 w 646520"/>
                  <a:gd name="connsiteY6" fmla="*/ 21455 h 600575"/>
                  <a:gd name="connsiteX0" fmla="*/ 2698 w 630586"/>
                  <a:gd name="connsiteY0" fmla="*/ 21455 h 600575"/>
                  <a:gd name="connsiteX1" fmla="*/ 209962 w 630586"/>
                  <a:gd name="connsiteY1" fmla="*/ 307967 h 600575"/>
                  <a:gd name="connsiteX2" fmla="*/ 2698 w 630586"/>
                  <a:gd name="connsiteY2" fmla="*/ 600575 h 600575"/>
                  <a:gd name="connsiteX3" fmla="*/ 368458 w 630586"/>
                  <a:gd name="connsiteY3" fmla="*/ 594479 h 600575"/>
                  <a:gd name="connsiteX4" fmla="*/ 630586 w 630586"/>
                  <a:gd name="connsiteY4" fmla="*/ 314063 h 600575"/>
                  <a:gd name="connsiteX5" fmla="*/ 392842 w 630586"/>
                  <a:gd name="connsiteY5" fmla="*/ 27551 h 600575"/>
                  <a:gd name="connsiteX6" fmla="*/ 2698 w 630586"/>
                  <a:gd name="connsiteY6" fmla="*/ 21455 h 600575"/>
                  <a:gd name="connsiteX0" fmla="*/ 2698 w 631527"/>
                  <a:gd name="connsiteY0" fmla="*/ 21455 h 600575"/>
                  <a:gd name="connsiteX1" fmla="*/ 209962 w 631527"/>
                  <a:gd name="connsiteY1" fmla="*/ 307967 h 600575"/>
                  <a:gd name="connsiteX2" fmla="*/ 2698 w 631527"/>
                  <a:gd name="connsiteY2" fmla="*/ 600575 h 600575"/>
                  <a:gd name="connsiteX3" fmla="*/ 301402 w 631527"/>
                  <a:gd name="connsiteY3" fmla="*/ 600575 h 600575"/>
                  <a:gd name="connsiteX4" fmla="*/ 630586 w 631527"/>
                  <a:gd name="connsiteY4" fmla="*/ 314063 h 600575"/>
                  <a:gd name="connsiteX5" fmla="*/ 392842 w 631527"/>
                  <a:gd name="connsiteY5" fmla="*/ 27551 h 600575"/>
                  <a:gd name="connsiteX6" fmla="*/ 2698 w 631527"/>
                  <a:gd name="connsiteY6" fmla="*/ 21455 h 600575"/>
                  <a:gd name="connsiteX0" fmla="*/ 2698 w 631527"/>
                  <a:gd name="connsiteY0" fmla="*/ 21455 h 602832"/>
                  <a:gd name="connsiteX1" fmla="*/ 209962 w 631527"/>
                  <a:gd name="connsiteY1" fmla="*/ 307967 h 602832"/>
                  <a:gd name="connsiteX2" fmla="*/ 2698 w 631527"/>
                  <a:gd name="connsiteY2" fmla="*/ 600575 h 602832"/>
                  <a:gd name="connsiteX3" fmla="*/ 301402 w 631527"/>
                  <a:gd name="connsiteY3" fmla="*/ 600575 h 602832"/>
                  <a:gd name="connsiteX4" fmla="*/ 630586 w 631527"/>
                  <a:gd name="connsiteY4" fmla="*/ 314063 h 602832"/>
                  <a:gd name="connsiteX5" fmla="*/ 392842 w 631527"/>
                  <a:gd name="connsiteY5" fmla="*/ 27551 h 602832"/>
                  <a:gd name="connsiteX6" fmla="*/ 2698 w 631527"/>
                  <a:gd name="connsiteY6" fmla="*/ 21455 h 602832"/>
                  <a:gd name="connsiteX0" fmla="*/ 2698 w 630586"/>
                  <a:gd name="connsiteY0" fmla="*/ 21455 h 602832"/>
                  <a:gd name="connsiteX1" fmla="*/ 209962 w 630586"/>
                  <a:gd name="connsiteY1" fmla="*/ 307967 h 602832"/>
                  <a:gd name="connsiteX2" fmla="*/ 2698 w 630586"/>
                  <a:gd name="connsiteY2" fmla="*/ 600575 h 602832"/>
                  <a:gd name="connsiteX3" fmla="*/ 301402 w 630586"/>
                  <a:gd name="connsiteY3" fmla="*/ 600575 h 602832"/>
                  <a:gd name="connsiteX4" fmla="*/ 630586 w 630586"/>
                  <a:gd name="connsiteY4" fmla="*/ 314063 h 602832"/>
                  <a:gd name="connsiteX5" fmla="*/ 301402 w 630586"/>
                  <a:gd name="connsiteY5" fmla="*/ 27551 h 602832"/>
                  <a:gd name="connsiteX6" fmla="*/ 2698 w 630586"/>
                  <a:gd name="connsiteY6" fmla="*/ 21455 h 602832"/>
                  <a:gd name="connsiteX0" fmla="*/ 2698 w 630586"/>
                  <a:gd name="connsiteY0" fmla="*/ 20123 h 601500"/>
                  <a:gd name="connsiteX1" fmla="*/ 209962 w 630586"/>
                  <a:gd name="connsiteY1" fmla="*/ 306635 h 601500"/>
                  <a:gd name="connsiteX2" fmla="*/ 2698 w 630586"/>
                  <a:gd name="connsiteY2" fmla="*/ 599243 h 601500"/>
                  <a:gd name="connsiteX3" fmla="*/ 301402 w 630586"/>
                  <a:gd name="connsiteY3" fmla="*/ 599243 h 601500"/>
                  <a:gd name="connsiteX4" fmla="*/ 630586 w 630586"/>
                  <a:gd name="connsiteY4" fmla="*/ 312731 h 601500"/>
                  <a:gd name="connsiteX5" fmla="*/ 301402 w 630586"/>
                  <a:gd name="connsiteY5" fmla="*/ 26219 h 601500"/>
                  <a:gd name="connsiteX6" fmla="*/ 2698 w 630586"/>
                  <a:gd name="connsiteY6" fmla="*/ 20123 h 601500"/>
                  <a:gd name="connsiteX0" fmla="*/ 2146 w 630034"/>
                  <a:gd name="connsiteY0" fmla="*/ 20123 h 601500"/>
                  <a:gd name="connsiteX1" fmla="*/ 209410 w 630034"/>
                  <a:gd name="connsiteY1" fmla="*/ 306635 h 601500"/>
                  <a:gd name="connsiteX2" fmla="*/ 2146 w 630034"/>
                  <a:gd name="connsiteY2" fmla="*/ 599243 h 601500"/>
                  <a:gd name="connsiteX3" fmla="*/ 300850 w 630034"/>
                  <a:gd name="connsiteY3" fmla="*/ 599243 h 601500"/>
                  <a:gd name="connsiteX4" fmla="*/ 630034 w 630034"/>
                  <a:gd name="connsiteY4" fmla="*/ 312731 h 601500"/>
                  <a:gd name="connsiteX5" fmla="*/ 300850 w 630034"/>
                  <a:gd name="connsiteY5" fmla="*/ 26219 h 601500"/>
                  <a:gd name="connsiteX6" fmla="*/ 2146 w 630034"/>
                  <a:gd name="connsiteY6" fmla="*/ 20123 h 601500"/>
                  <a:gd name="connsiteX0" fmla="*/ 6215 w 634103"/>
                  <a:gd name="connsiteY0" fmla="*/ 3947 h 585324"/>
                  <a:gd name="connsiteX1" fmla="*/ 213479 w 634103"/>
                  <a:gd name="connsiteY1" fmla="*/ 290459 h 585324"/>
                  <a:gd name="connsiteX2" fmla="*/ 6215 w 634103"/>
                  <a:gd name="connsiteY2" fmla="*/ 583067 h 585324"/>
                  <a:gd name="connsiteX3" fmla="*/ 304919 w 634103"/>
                  <a:gd name="connsiteY3" fmla="*/ 583067 h 585324"/>
                  <a:gd name="connsiteX4" fmla="*/ 634103 w 634103"/>
                  <a:gd name="connsiteY4" fmla="*/ 296555 h 585324"/>
                  <a:gd name="connsiteX5" fmla="*/ 304919 w 634103"/>
                  <a:gd name="connsiteY5" fmla="*/ 10043 h 585324"/>
                  <a:gd name="connsiteX6" fmla="*/ 6215 w 634103"/>
                  <a:gd name="connsiteY6" fmla="*/ 3947 h 585324"/>
                  <a:gd name="connsiteX0" fmla="*/ 6624 w 634512"/>
                  <a:gd name="connsiteY0" fmla="*/ 3947 h 585324"/>
                  <a:gd name="connsiteX1" fmla="*/ 213888 w 634512"/>
                  <a:gd name="connsiteY1" fmla="*/ 290459 h 585324"/>
                  <a:gd name="connsiteX2" fmla="*/ 6624 w 634512"/>
                  <a:gd name="connsiteY2" fmla="*/ 583067 h 585324"/>
                  <a:gd name="connsiteX3" fmla="*/ 305328 w 634512"/>
                  <a:gd name="connsiteY3" fmla="*/ 583067 h 585324"/>
                  <a:gd name="connsiteX4" fmla="*/ 634512 w 634512"/>
                  <a:gd name="connsiteY4" fmla="*/ 296555 h 585324"/>
                  <a:gd name="connsiteX5" fmla="*/ 305328 w 634512"/>
                  <a:gd name="connsiteY5" fmla="*/ 10043 h 585324"/>
                  <a:gd name="connsiteX6" fmla="*/ 6624 w 634512"/>
                  <a:gd name="connsiteY6" fmla="*/ 3947 h 585324"/>
                  <a:gd name="connsiteX0" fmla="*/ 6624 w 634644"/>
                  <a:gd name="connsiteY0" fmla="*/ 18301 h 599678"/>
                  <a:gd name="connsiteX1" fmla="*/ 213888 w 634644"/>
                  <a:gd name="connsiteY1" fmla="*/ 304813 h 599678"/>
                  <a:gd name="connsiteX2" fmla="*/ 6624 w 634644"/>
                  <a:gd name="connsiteY2" fmla="*/ 597421 h 599678"/>
                  <a:gd name="connsiteX3" fmla="*/ 305328 w 634644"/>
                  <a:gd name="connsiteY3" fmla="*/ 597421 h 599678"/>
                  <a:gd name="connsiteX4" fmla="*/ 634512 w 634644"/>
                  <a:gd name="connsiteY4" fmla="*/ 310909 h 599678"/>
                  <a:gd name="connsiteX5" fmla="*/ 268752 w 634644"/>
                  <a:gd name="connsiteY5" fmla="*/ 30493 h 599678"/>
                  <a:gd name="connsiteX6" fmla="*/ 6624 w 634644"/>
                  <a:gd name="connsiteY6" fmla="*/ 18301 h 599678"/>
                  <a:gd name="connsiteX0" fmla="*/ 6624 w 634644"/>
                  <a:gd name="connsiteY0" fmla="*/ 23735 h 605112"/>
                  <a:gd name="connsiteX1" fmla="*/ 213888 w 634644"/>
                  <a:gd name="connsiteY1" fmla="*/ 310247 h 605112"/>
                  <a:gd name="connsiteX2" fmla="*/ 6624 w 634644"/>
                  <a:gd name="connsiteY2" fmla="*/ 602855 h 605112"/>
                  <a:gd name="connsiteX3" fmla="*/ 305328 w 634644"/>
                  <a:gd name="connsiteY3" fmla="*/ 602855 h 605112"/>
                  <a:gd name="connsiteX4" fmla="*/ 634512 w 634644"/>
                  <a:gd name="connsiteY4" fmla="*/ 316343 h 605112"/>
                  <a:gd name="connsiteX5" fmla="*/ 268752 w 634644"/>
                  <a:gd name="connsiteY5" fmla="*/ 35927 h 605112"/>
                  <a:gd name="connsiteX6" fmla="*/ 6624 w 634644"/>
                  <a:gd name="connsiteY6" fmla="*/ 23735 h 605112"/>
                  <a:gd name="connsiteX0" fmla="*/ 6624 w 634577"/>
                  <a:gd name="connsiteY0" fmla="*/ 17614 h 598991"/>
                  <a:gd name="connsiteX1" fmla="*/ 213888 w 634577"/>
                  <a:gd name="connsiteY1" fmla="*/ 304126 h 598991"/>
                  <a:gd name="connsiteX2" fmla="*/ 6624 w 634577"/>
                  <a:gd name="connsiteY2" fmla="*/ 596734 h 598991"/>
                  <a:gd name="connsiteX3" fmla="*/ 305328 w 634577"/>
                  <a:gd name="connsiteY3" fmla="*/ 596734 h 598991"/>
                  <a:gd name="connsiteX4" fmla="*/ 634512 w 634577"/>
                  <a:gd name="connsiteY4" fmla="*/ 310222 h 598991"/>
                  <a:gd name="connsiteX5" fmla="*/ 329712 w 634577"/>
                  <a:gd name="connsiteY5" fmla="*/ 48094 h 598991"/>
                  <a:gd name="connsiteX6" fmla="*/ 6624 w 634577"/>
                  <a:gd name="connsiteY6" fmla="*/ 17614 h 598991"/>
                  <a:gd name="connsiteX0" fmla="*/ 6624 w 634575"/>
                  <a:gd name="connsiteY0" fmla="*/ 21507 h 602884"/>
                  <a:gd name="connsiteX1" fmla="*/ 213888 w 634575"/>
                  <a:gd name="connsiteY1" fmla="*/ 308019 h 602884"/>
                  <a:gd name="connsiteX2" fmla="*/ 6624 w 634575"/>
                  <a:gd name="connsiteY2" fmla="*/ 600627 h 602884"/>
                  <a:gd name="connsiteX3" fmla="*/ 305328 w 634575"/>
                  <a:gd name="connsiteY3" fmla="*/ 600627 h 602884"/>
                  <a:gd name="connsiteX4" fmla="*/ 634512 w 634575"/>
                  <a:gd name="connsiteY4" fmla="*/ 314115 h 602884"/>
                  <a:gd name="connsiteX5" fmla="*/ 329712 w 634575"/>
                  <a:gd name="connsiteY5" fmla="*/ 51987 h 602884"/>
                  <a:gd name="connsiteX6" fmla="*/ 6624 w 634575"/>
                  <a:gd name="connsiteY6" fmla="*/ 21507 h 602884"/>
                  <a:gd name="connsiteX0" fmla="*/ 6624 w 634575"/>
                  <a:gd name="connsiteY0" fmla="*/ 21507 h 619140"/>
                  <a:gd name="connsiteX1" fmla="*/ 213888 w 634575"/>
                  <a:gd name="connsiteY1" fmla="*/ 308019 h 619140"/>
                  <a:gd name="connsiteX2" fmla="*/ 6624 w 634575"/>
                  <a:gd name="connsiteY2" fmla="*/ 600627 h 619140"/>
                  <a:gd name="connsiteX3" fmla="*/ 305328 w 634575"/>
                  <a:gd name="connsiteY3" fmla="*/ 600627 h 619140"/>
                  <a:gd name="connsiteX4" fmla="*/ 634512 w 634575"/>
                  <a:gd name="connsiteY4" fmla="*/ 314115 h 619140"/>
                  <a:gd name="connsiteX5" fmla="*/ 329712 w 634575"/>
                  <a:gd name="connsiteY5" fmla="*/ 51987 h 619140"/>
                  <a:gd name="connsiteX6" fmla="*/ 6624 w 634575"/>
                  <a:gd name="connsiteY6" fmla="*/ 21507 h 619140"/>
                  <a:gd name="connsiteX0" fmla="*/ 6624 w 634531"/>
                  <a:gd name="connsiteY0" fmla="*/ 21507 h 607159"/>
                  <a:gd name="connsiteX1" fmla="*/ 213888 w 634531"/>
                  <a:gd name="connsiteY1" fmla="*/ 308019 h 607159"/>
                  <a:gd name="connsiteX2" fmla="*/ 6624 w 634531"/>
                  <a:gd name="connsiteY2" fmla="*/ 600627 h 607159"/>
                  <a:gd name="connsiteX3" fmla="*/ 341904 w 634531"/>
                  <a:gd name="connsiteY3" fmla="*/ 582339 h 607159"/>
                  <a:gd name="connsiteX4" fmla="*/ 634512 w 634531"/>
                  <a:gd name="connsiteY4" fmla="*/ 314115 h 607159"/>
                  <a:gd name="connsiteX5" fmla="*/ 329712 w 634531"/>
                  <a:gd name="connsiteY5" fmla="*/ 51987 h 607159"/>
                  <a:gd name="connsiteX6" fmla="*/ 6624 w 634531"/>
                  <a:gd name="connsiteY6" fmla="*/ 21507 h 607159"/>
                  <a:gd name="connsiteX0" fmla="*/ 6624 w 634516"/>
                  <a:gd name="connsiteY0" fmla="*/ 21507 h 600822"/>
                  <a:gd name="connsiteX1" fmla="*/ 213888 w 634516"/>
                  <a:gd name="connsiteY1" fmla="*/ 308019 h 600822"/>
                  <a:gd name="connsiteX2" fmla="*/ 6624 w 634516"/>
                  <a:gd name="connsiteY2" fmla="*/ 600627 h 600822"/>
                  <a:gd name="connsiteX3" fmla="*/ 335808 w 634516"/>
                  <a:gd name="connsiteY3" fmla="*/ 564051 h 600822"/>
                  <a:gd name="connsiteX4" fmla="*/ 634512 w 634516"/>
                  <a:gd name="connsiteY4" fmla="*/ 314115 h 600822"/>
                  <a:gd name="connsiteX5" fmla="*/ 329712 w 634516"/>
                  <a:gd name="connsiteY5" fmla="*/ 51987 h 600822"/>
                  <a:gd name="connsiteX6" fmla="*/ 6624 w 634516"/>
                  <a:gd name="connsiteY6" fmla="*/ 21507 h 600822"/>
                  <a:gd name="connsiteX0" fmla="*/ 6624 w 634516"/>
                  <a:gd name="connsiteY0" fmla="*/ 20598 h 599913"/>
                  <a:gd name="connsiteX1" fmla="*/ 213888 w 634516"/>
                  <a:gd name="connsiteY1" fmla="*/ 307110 h 599913"/>
                  <a:gd name="connsiteX2" fmla="*/ 6624 w 634516"/>
                  <a:gd name="connsiteY2" fmla="*/ 599718 h 599913"/>
                  <a:gd name="connsiteX3" fmla="*/ 335808 w 634516"/>
                  <a:gd name="connsiteY3" fmla="*/ 563142 h 599913"/>
                  <a:gd name="connsiteX4" fmla="*/ 634512 w 634516"/>
                  <a:gd name="connsiteY4" fmla="*/ 313206 h 599913"/>
                  <a:gd name="connsiteX5" fmla="*/ 329712 w 634516"/>
                  <a:gd name="connsiteY5" fmla="*/ 51078 h 599913"/>
                  <a:gd name="connsiteX6" fmla="*/ 6624 w 634516"/>
                  <a:gd name="connsiteY6" fmla="*/ 20598 h 599913"/>
                  <a:gd name="connsiteX0" fmla="*/ 6624 w 634516"/>
                  <a:gd name="connsiteY0" fmla="*/ 22407 h 601722"/>
                  <a:gd name="connsiteX1" fmla="*/ 213888 w 634516"/>
                  <a:gd name="connsiteY1" fmla="*/ 308919 h 601722"/>
                  <a:gd name="connsiteX2" fmla="*/ 6624 w 634516"/>
                  <a:gd name="connsiteY2" fmla="*/ 601527 h 601722"/>
                  <a:gd name="connsiteX3" fmla="*/ 335808 w 634516"/>
                  <a:gd name="connsiteY3" fmla="*/ 564951 h 601722"/>
                  <a:gd name="connsiteX4" fmla="*/ 634512 w 634516"/>
                  <a:gd name="connsiteY4" fmla="*/ 315015 h 601722"/>
                  <a:gd name="connsiteX5" fmla="*/ 329712 w 634516"/>
                  <a:gd name="connsiteY5" fmla="*/ 52887 h 601722"/>
                  <a:gd name="connsiteX6" fmla="*/ 6624 w 634516"/>
                  <a:gd name="connsiteY6" fmla="*/ 22407 h 601722"/>
                  <a:gd name="connsiteX0" fmla="*/ 6624 w 634516"/>
                  <a:gd name="connsiteY0" fmla="*/ 8163 h 587478"/>
                  <a:gd name="connsiteX1" fmla="*/ 213888 w 634516"/>
                  <a:gd name="connsiteY1" fmla="*/ 294675 h 587478"/>
                  <a:gd name="connsiteX2" fmla="*/ 6624 w 634516"/>
                  <a:gd name="connsiteY2" fmla="*/ 587283 h 587478"/>
                  <a:gd name="connsiteX3" fmla="*/ 335808 w 634516"/>
                  <a:gd name="connsiteY3" fmla="*/ 550707 h 587478"/>
                  <a:gd name="connsiteX4" fmla="*/ 634512 w 634516"/>
                  <a:gd name="connsiteY4" fmla="*/ 300771 h 587478"/>
                  <a:gd name="connsiteX5" fmla="*/ 329712 w 634516"/>
                  <a:gd name="connsiteY5" fmla="*/ 38643 h 587478"/>
                  <a:gd name="connsiteX6" fmla="*/ 6624 w 634516"/>
                  <a:gd name="connsiteY6" fmla="*/ 8163 h 587478"/>
                  <a:gd name="connsiteX0" fmla="*/ 6288 w 634180"/>
                  <a:gd name="connsiteY0" fmla="*/ 8163 h 587686"/>
                  <a:gd name="connsiteX1" fmla="*/ 213552 w 634180"/>
                  <a:gd name="connsiteY1" fmla="*/ 294675 h 587686"/>
                  <a:gd name="connsiteX2" fmla="*/ 6288 w 634180"/>
                  <a:gd name="connsiteY2" fmla="*/ 587283 h 587686"/>
                  <a:gd name="connsiteX3" fmla="*/ 335472 w 634180"/>
                  <a:gd name="connsiteY3" fmla="*/ 550707 h 587686"/>
                  <a:gd name="connsiteX4" fmla="*/ 634176 w 634180"/>
                  <a:gd name="connsiteY4" fmla="*/ 300771 h 587686"/>
                  <a:gd name="connsiteX5" fmla="*/ 329376 w 634180"/>
                  <a:gd name="connsiteY5" fmla="*/ 38643 h 587686"/>
                  <a:gd name="connsiteX6" fmla="*/ 6288 w 634180"/>
                  <a:gd name="connsiteY6" fmla="*/ 8163 h 587686"/>
                  <a:gd name="connsiteX0" fmla="*/ 6288 w 634211"/>
                  <a:gd name="connsiteY0" fmla="*/ 8163 h 587686"/>
                  <a:gd name="connsiteX1" fmla="*/ 213552 w 634211"/>
                  <a:gd name="connsiteY1" fmla="*/ 294675 h 587686"/>
                  <a:gd name="connsiteX2" fmla="*/ 6288 w 634211"/>
                  <a:gd name="connsiteY2" fmla="*/ 587283 h 587686"/>
                  <a:gd name="connsiteX3" fmla="*/ 335472 w 634211"/>
                  <a:gd name="connsiteY3" fmla="*/ 550707 h 587686"/>
                  <a:gd name="connsiteX4" fmla="*/ 634176 w 634211"/>
                  <a:gd name="connsiteY4" fmla="*/ 300771 h 587686"/>
                  <a:gd name="connsiteX5" fmla="*/ 329376 w 634211"/>
                  <a:gd name="connsiteY5" fmla="*/ 38643 h 587686"/>
                  <a:gd name="connsiteX6" fmla="*/ 6288 w 634211"/>
                  <a:gd name="connsiteY6" fmla="*/ 8163 h 587686"/>
                  <a:gd name="connsiteX0" fmla="*/ 6288 w 634286"/>
                  <a:gd name="connsiteY0" fmla="*/ 8163 h 587686"/>
                  <a:gd name="connsiteX1" fmla="*/ 213552 w 634286"/>
                  <a:gd name="connsiteY1" fmla="*/ 294675 h 587686"/>
                  <a:gd name="connsiteX2" fmla="*/ 6288 w 634286"/>
                  <a:gd name="connsiteY2" fmla="*/ 587283 h 587686"/>
                  <a:gd name="connsiteX3" fmla="*/ 335472 w 634286"/>
                  <a:gd name="connsiteY3" fmla="*/ 550707 h 587686"/>
                  <a:gd name="connsiteX4" fmla="*/ 634176 w 634286"/>
                  <a:gd name="connsiteY4" fmla="*/ 300771 h 587686"/>
                  <a:gd name="connsiteX5" fmla="*/ 329376 w 634286"/>
                  <a:gd name="connsiteY5" fmla="*/ 38643 h 587686"/>
                  <a:gd name="connsiteX6" fmla="*/ 6288 w 634286"/>
                  <a:gd name="connsiteY6" fmla="*/ 8163 h 587686"/>
                  <a:gd name="connsiteX0" fmla="*/ 6288 w 634286"/>
                  <a:gd name="connsiteY0" fmla="*/ 4816 h 584339"/>
                  <a:gd name="connsiteX1" fmla="*/ 213552 w 634286"/>
                  <a:gd name="connsiteY1" fmla="*/ 291328 h 584339"/>
                  <a:gd name="connsiteX2" fmla="*/ 6288 w 634286"/>
                  <a:gd name="connsiteY2" fmla="*/ 583936 h 584339"/>
                  <a:gd name="connsiteX3" fmla="*/ 335472 w 634286"/>
                  <a:gd name="connsiteY3" fmla="*/ 547360 h 584339"/>
                  <a:gd name="connsiteX4" fmla="*/ 634176 w 634286"/>
                  <a:gd name="connsiteY4" fmla="*/ 297424 h 584339"/>
                  <a:gd name="connsiteX5" fmla="*/ 329376 w 634286"/>
                  <a:gd name="connsiteY5" fmla="*/ 35296 h 584339"/>
                  <a:gd name="connsiteX6" fmla="*/ 6288 w 634286"/>
                  <a:gd name="connsiteY6" fmla="*/ 4816 h 584339"/>
                  <a:gd name="connsiteX0" fmla="*/ 6288 w 634210"/>
                  <a:gd name="connsiteY0" fmla="*/ 14826 h 594349"/>
                  <a:gd name="connsiteX1" fmla="*/ 213552 w 634210"/>
                  <a:gd name="connsiteY1" fmla="*/ 301338 h 594349"/>
                  <a:gd name="connsiteX2" fmla="*/ 6288 w 634210"/>
                  <a:gd name="connsiteY2" fmla="*/ 593946 h 594349"/>
                  <a:gd name="connsiteX3" fmla="*/ 335472 w 634210"/>
                  <a:gd name="connsiteY3" fmla="*/ 557370 h 594349"/>
                  <a:gd name="connsiteX4" fmla="*/ 634176 w 634210"/>
                  <a:gd name="connsiteY4" fmla="*/ 307434 h 594349"/>
                  <a:gd name="connsiteX5" fmla="*/ 353545 w 634210"/>
                  <a:gd name="connsiteY5" fmla="*/ 57390 h 594349"/>
                  <a:gd name="connsiteX6" fmla="*/ 6288 w 634210"/>
                  <a:gd name="connsiteY6" fmla="*/ 14826 h 594349"/>
                  <a:gd name="connsiteX0" fmla="*/ 6288 w 634210"/>
                  <a:gd name="connsiteY0" fmla="*/ 4846 h 584369"/>
                  <a:gd name="connsiteX1" fmla="*/ 213552 w 634210"/>
                  <a:gd name="connsiteY1" fmla="*/ 291358 h 584369"/>
                  <a:gd name="connsiteX2" fmla="*/ 6288 w 634210"/>
                  <a:gd name="connsiteY2" fmla="*/ 583966 h 584369"/>
                  <a:gd name="connsiteX3" fmla="*/ 335472 w 634210"/>
                  <a:gd name="connsiteY3" fmla="*/ 547390 h 584369"/>
                  <a:gd name="connsiteX4" fmla="*/ 634176 w 634210"/>
                  <a:gd name="connsiteY4" fmla="*/ 297454 h 584369"/>
                  <a:gd name="connsiteX5" fmla="*/ 353545 w 634210"/>
                  <a:gd name="connsiteY5" fmla="*/ 47410 h 584369"/>
                  <a:gd name="connsiteX6" fmla="*/ 6288 w 634210"/>
                  <a:gd name="connsiteY6" fmla="*/ 4846 h 584369"/>
                  <a:gd name="connsiteX0" fmla="*/ 6288 w 634210"/>
                  <a:gd name="connsiteY0" fmla="*/ 4415 h 583938"/>
                  <a:gd name="connsiteX1" fmla="*/ 213552 w 634210"/>
                  <a:gd name="connsiteY1" fmla="*/ 290927 h 583938"/>
                  <a:gd name="connsiteX2" fmla="*/ 6288 w 634210"/>
                  <a:gd name="connsiteY2" fmla="*/ 583535 h 583938"/>
                  <a:gd name="connsiteX3" fmla="*/ 335472 w 634210"/>
                  <a:gd name="connsiteY3" fmla="*/ 546959 h 583938"/>
                  <a:gd name="connsiteX4" fmla="*/ 634176 w 634210"/>
                  <a:gd name="connsiteY4" fmla="*/ 297023 h 583938"/>
                  <a:gd name="connsiteX5" fmla="*/ 353545 w 634210"/>
                  <a:gd name="connsiteY5" fmla="*/ 46979 h 583938"/>
                  <a:gd name="connsiteX6" fmla="*/ 6288 w 634210"/>
                  <a:gd name="connsiteY6" fmla="*/ 4415 h 583938"/>
                  <a:gd name="connsiteX0" fmla="*/ 6288 w 634210"/>
                  <a:gd name="connsiteY0" fmla="*/ 5419 h 584942"/>
                  <a:gd name="connsiteX1" fmla="*/ 213552 w 634210"/>
                  <a:gd name="connsiteY1" fmla="*/ 291931 h 584942"/>
                  <a:gd name="connsiteX2" fmla="*/ 6288 w 634210"/>
                  <a:gd name="connsiteY2" fmla="*/ 584539 h 584942"/>
                  <a:gd name="connsiteX3" fmla="*/ 335472 w 634210"/>
                  <a:gd name="connsiteY3" fmla="*/ 547963 h 584942"/>
                  <a:gd name="connsiteX4" fmla="*/ 634176 w 634210"/>
                  <a:gd name="connsiteY4" fmla="*/ 298027 h 584942"/>
                  <a:gd name="connsiteX5" fmla="*/ 353545 w 634210"/>
                  <a:gd name="connsiteY5" fmla="*/ 47983 h 584942"/>
                  <a:gd name="connsiteX6" fmla="*/ 6288 w 634210"/>
                  <a:gd name="connsiteY6" fmla="*/ 5419 h 584942"/>
                  <a:gd name="connsiteX0" fmla="*/ 6288 w 634218"/>
                  <a:gd name="connsiteY0" fmla="*/ 7646 h 587169"/>
                  <a:gd name="connsiteX1" fmla="*/ 213552 w 634218"/>
                  <a:gd name="connsiteY1" fmla="*/ 294158 h 587169"/>
                  <a:gd name="connsiteX2" fmla="*/ 6288 w 634218"/>
                  <a:gd name="connsiteY2" fmla="*/ 586766 h 587169"/>
                  <a:gd name="connsiteX3" fmla="*/ 335472 w 634218"/>
                  <a:gd name="connsiteY3" fmla="*/ 550190 h 587169"/>
                  <a:gd name="connsiteX4" fmla="*/ 634176 w 634218"/>
                  <a:gd name="connsiteY4" fmla="*/ 300254 h 587169"/>
                  <a:gd name="connsiteX5" fmla="*/ 353545 w 634218"/>
                  <a:gd name="connsiteY5" fmla="*/ 50210 h 587169"/>
                  <a:gd name="connsiteX6" fmla="*/ 6288 w 634218"/>
                  <a:gd name="connsiteY6" fmla="*/ 7646 h 587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4218" h="587169">
                    <a:moveTo>
                      <a:pt x="6288" y="7646"/>
                    </a:moveTo>
                    <a:cubicBezTo>
                      <a:pt x="-1402" y="17865"/>
                      <a:pt x="197440" y="80821"/>
                      <a:pt x="213552" y="294158"/>
                    </a:cubicBezTo>
                    <a:cubicBezTo>
                      <a:pt x="229664" y="507495"/>
                      <a:pt x="-44512" y="593878"/>
                      <a:pt x="6288" y="586766"/>
                    </a:cubicBezTo>
                    <a:cubicBezTo>
                      <a:pt x="105856" y="586766"/>
                      <a:pt x="200344" y="591846"/>
                      <a:pt x="335472" y="550190"/>
                    </a:cubicBezTo>
                    <a:cubicBezTo>
                      <a:pt x="470600" y="508534"/>
                      <a:pt x="631164" y="383584"/>
                      <a:pt x="634176" y="300254"/>
                    </a:cubicBezTo>
                    <a:cubicBezTo>
                      <a:pt x="637188" y="216924"/>
                      <a:pt x="479500" y="97260"/>
                      <a:pt x="353545" y="50210"/>
                    </a:cubicBezTo>
                    <a:cubicBezTo>
                      <a:pt x="227590" y="3160"/>
                      <a:pt x="19803" y="-10314"/>
                      <a:pt x="6288" y="7646"/>
                    </a:cubicBezTo>
                    <a:close/>
                  </a:path>
                </a:pathLst>
              </a:custGeom>
              <a:solidFill>
                <a:schemeClr val="bg1"/>
              </a:solidFill>
              <a:ln w="12700"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r"/>
                <a:endParaRPr lang="en-CN" sz="6000"/>
              </a:p>
            </p:txBody>
          </p:sp>
          <p:sp>
            <p:nvSpPr>
              <p:cNvPr id="162" name="Freeform 161">
                <a:extLst>
                  <a:ext uri="{FF2B5EF4-FFF2-40B4-BE49-F238E27FC236}">
                    <a16:creationId xmlns:a16="http://schemas.microsoft.com/office/drawing/2014/main" id="{F871108B-709B-8F40-A4FE-611713A28078}"/>
                  </a:ext>
                </a:extLst>
              </p:cNvPr>
              <p:cNvSpPr/>
              <p:nvPr/>
            </p:nvSpPr>
            <p:spPr bwMode="auto">
              <a:xfrm>
                <a:off x="6470670" y="5701318"/>
                <a:ext cx="223789" cy="531264"/>
              </a:xfrm>
              <a:custGeom>
                <a:avLst/>
                <a:gdLst>
                  <a:gd name="connsiteX0" fmla="*/ 0 w 195378"/>
                  <a:gd name="connsiteY0" fmla="*/ 0 h 541538"/>
                  <a:gd name="connsiteX1" fmla="*/ 195308 w 195378"/>
                  <a:gd name="connsiteY1" fmla="*/ 257452 h 541538"/>
                  <a:gd name="connsiteX2" fmla="*/ 17755 w 195378"/>
                  <a:gd name="connsiteY2" fmla="*/ 541538 h 541538"/>
                  <a:gd name="connsiteX0" fmla="*/ 2793 w 198102"/>
                  <a:gd name="connsiteY0" fmla="*/ 0 h 531264"/>
                  <a:gd name="connsiteX1" fmla="*/ 198101 w 198102"/>
                  <a:gd name="connsiteY1" fmla="*/ 257452 h 531264"/>
                  <a:gd name="connsiteX2" fmla="*/ 0 w 198102"/>
                  <a:gd name="connsiteY2" fmla="*/ 531264 h 531264"/>
                  <a:gd name="connsiteX0" fmla="*/ 2793 w 223788"/>
                  <a:gd name="connsiteY0" fmla="*/ 0 h 531264"/>
                  <a:gd name="connsiteX1" fmla="*/ 223787 w 223788"/>
                  <a:gd name="connsiteY1" fmla="*/ 262589 h 531264"/>
                  <a:gd name="connsiteX2" fmla="*/ 0 w 223788"/>
                  <a:gd name="connsiteY2" fmla="*/ 531264 h 531264"/>
                  <a:gd name="connsiteX0" fmla="*/ 2793 w 223902"/>
                  <a:gd name="connsiteY0" fmla="*/ 0 h 531264"/>
                  <a:gd name="connsiteX1" fmla="*/ 223787 w 223902"/>
                  <a:gd name="connsiteY1" fmla="*/ 262589 h 531264"/>
                  <a:gd name="connsiteX2" fmla="*/ 0 w 223902"/>
                  <a:gd name="connsiteY2" fmla="*/ 531264 h 531264"/>
                  <a:gd name="connsiteX0" fmla="*/ 2793 w 223934"/>
                  <a:gd name="connsiteY0" fmla="*/ 0 h 531264"/>
                  <a:gd name="connsiteX1" fmla="*/ 223787 w 223934"/>
                  <a:gd name="connsiteY1" fmla="*/ 262589 h 531264"/>
                  <a:gd name="connsiteX2" fmla="*/ 0 w 223934"/>
                  <a:gd name="connsiteY2" fmla="*/ 531264 h 531264"/>
                  <a:gd name="connsiteX0" fmla="*/ 2793 w 223927"/>
                  <a:gd name="connsiteY0" fmla="*/ 0 h 531264"/>
                  <a:gd name="connsiteX1" fmla="*/ 223787 w 223927"/>
                  <a:gd name="connsiteY1" fmla="*/ 262589 h 531264"/>
                  <a:gd name="connsiteX2" fmla="*/ 0 w 223927"/>
                  <a:gd name="connsiteY2" fmla="*/ 531264 h 531264"/>
                  <a:gd name="connsiteX0" fmla="*/ 2793 w 223927"/>
                  <a:gd name="connsiteY0" fmla="*/ 0 h 531264"/>
                  <a:gd name="connsiteX1" fmla="*/ 223787 w 223927"/>
                  <a:gd name="connsiteY1" fmla="*/ 262589 h 531264"/>
                  <a:gd name="connsiteX2" fmla="*/ 0 w 223927"/>
                  <a:gd name="connsiteY2" fmla="*/ 531264 h 531264"/>
                  <a:gd name="connsiteX0" fmla="*/ 2793 w 223789"/>
                  <a:gd name="connsiteY0" fmla="*/ 0 h 531264"/>
                  <a:gd name="connsiteX1" fmla="*/ 223787 w 223789"/>
                  <a:gd name="connsiteY1" fmla="*/ 262589 h 531264"/>
                  <a:gd name="connsiteX2" fmla="*/ 0 w 223789"/>
                  <a:gd name="connsiteY2" fmla="*/ 531264 h 531264"/>
                </a:gdLst>
                <a:ahLst/>
                <a:cxnLst>
                  <a:cxn ang="0">
                    <a:pos x="connsiteX0" y="connsiteY0"/>
                  </a:cxn>
                  <a:cxn ang="0">
                    <a:pos x="connsiteX1" y="connsiteY1"/>
                  </a:cxn>
                  <a:cxn ang="0">
                    <a:pos x="connsiteX2" y="connsiteY2"/>
                  </a:cxn>
                </a:cxnLst>
                <a:rect l="l" t="t" r="r" b="b"/>
                <a:pathLst>
                  <a:path w="223789" h="531264">
                    <a:moveTo>
                      <a:pt x="2793" y="0"/>
                    </a:moveTo>
                    <a:cubicBezTo>
                      <a:pt x="145200" y="83598"/>
                      <a:pt x="224252" y="153497"/>
                      <a:pt x="223787" y="262589"/>
                    </a:cubicBezTo>
                    <a:cubicBezTo>
                      <a:pt x="223322" y="371681"/>
                      <a:pt x="115941" y="460034"/>
                      <a:pt x="0" y="531264"/>
                    </a:cubicBezTo>
                  </a:path>
                </a:pathLst>
              </a:cu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2800" b="0" i="0" u="none" strike="noStrike" cap="none" normalizeH="0" baseline="0">
                  <a:ln>
                    <a:noFill/>
                  </a:ln>
                  <a:solidFill>
                    <a:schemeClr val="tx1"/>
                  </a:solidFill>
                  <a:effectLst/>
                  <a:latin typeface="Arial" charset="0"/>
                </a:endParaRPr>
              </a:p>
            </p:txBody>
          </p:sp>
        </p:grpSp>
        <p:sp>
          <p:nvSpPr>
            <p:cNvPr id="131" name="TextBox 130">
              <a:extLst>
                <a:ext uri="{FF2B5EF4-FFF2-40B4-BE49-F238E27FC236}">
                  <a16:creationId xmlns:a16="http://schemas.microsoft.com/office/drawing/2014/main" id="{B395A3D4-18E8-6948-88DE-9BB5880AFDF1}"/>
                </a:ext>
              </a:extLst>
            </p:cNvPr>
            <p:cNvSpPr txBox="1"/>
            <p:nvPr/>
          </p:nvSpPr>
          <p:spPr>
            <a:xfrm>
              <a:off x="1130410" y="5758290"/>
              <a:ext cx="354584"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s3</a:t>
              </a:r>
              <a:endParaRPr lang="en-CN" sz="1200" dirty="0">
                <a:solidFill>
                  <a:schemeClr val="tx1"/>
                </a:solidFill>
                <a:latin typeface="Arial" panose="020B0604020202020204" pitchFamily="34" charset="0"/>
                <a:cs typeface="Arial" panose="020B0604020202020204" pitchFamily="34" charset="0"/>
              </a:endParaRPr>
            </a:p>
          </p:txBody>
        </p:sp>
        <p:sp>
          <p:nvSpPr>
            <p:cNvPr id="132" name="TextBox 131">
              <a:extLst>
                <a:ext uri="{FF2B5EF4-FFF2-40B4-BE49-F238E27FC236}">
                  <a16:creationId xmlns:a16="http://schemas.microsoft.com/office/drawing/2014/main" id="{6B472D22-0070-6C46-8555-7FB649ED74DD}"/>
                </a:ext>
              </a:extLst>
            </p:cNvPr>
            <p:cNvSpPr txBox="1"/>
            <p:nvPr/>
          </p:nvSpPr>
          <p:spPr>
            <a:xfrm>
              <a:off x="1851000" y="5177634"/>
              <a:ext cx="354584"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c2</a:t>
              </a:r>
              <a:endParaRPr lang="en-CN" sz="1200" dirty="0">
                <a:solidFill>
                  <a:schemeClr val="tx1"/>
                </a:solidFill>
                <a:latin typeface="Arial" panose="020B0604020202020204" pitchFamily="34" charset="0"/>
                <a:cs typeface="Arial" panose="020B0604020202020204" pitchFamily="34" charset="0"/>
              </a:endParaRPr>
            </a:p>
          </p:txBody>
        </p:sp>
        <p:grpSp>
          <p:nvGrpSpPr>
            <p:cNvPr id="133" name="Group 132">
              <a:extLst>
                <a:ext uri="{FF2B5EF4-FFF2-40B4-BE49-F238E27FC236}">
                  <a16:creationId xmlns:a16="http://schemas.microsoft.com/office/drawing/2014/main" id="{C8F1792A-6878-E445-9F5C-C85593679DB5}"/>
                </a:ext>
              </a:extLst>
            </p:cNvPr>
            <p:cNvGrpSpPr/>
            <p:nvPr/>
          </p:nvGrpSpPr>
          <p:grpSpPr>
            <a:xfrm rot="5400000">
              <a:off x="1654339" y="5239500"/>
              <a:ext cx="929873" cy="173895"/>
              <a:chOff x="4269238" y="5655686"/>
              <a:chExt cx="3092770" cy="587169"/>
            </a:xfrm>
          </p:grpSpPr>
          <p:cxnSp>
            <p:nvCxnSpPr>
              <p:cNvPr id="153" name="Straight Connector 152">
                <a:extLst>
                  <a:ext uri="{FF2B5EF4-FFF2-40B4-BE49-F238E27FC236}">
                    <a16:creationId xmlns:a16="http://schemas.microsoft.com/office/drawing/2014/main" id="{F57DC904-E313-CE4E-9AF2-EE2FBE38E3B6}"/>
                  </a:ext>
                </a:extLst>
              </p:cNvPr>
              <p:cNvCxnSpPr>
                <a:cxnSpLocks/>
              </p:cNvCxnSpPr>
              <p:nvPr/>
            </p:nvCxnSpPr>
            <p:spPr bwMode="auto">
              <a:xfrm>
                <a:off x="7208898" y="5945946"/>
                <a:ext cx="153110" cy="0"/>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154" name="Straight Connector 153">
                <a:extLst>
                  <a:ext uri="{FF2B5EF4-FFF2-40B4-BE49-F238E27FC236}">
                    <a16:creationId xmlns:a16="http://schemas.microsoft.com/office/drawing/2014/main" id="{09E43FF8-7D2E-494B-AFB9-3BBEE32084AD}"/>
                  </a:ext>
                </a:extLst>
              </p:cNvPr>
              <p:cNvCxnSpPr>
                <a:cxnSpLocks/>
              </p:cNvCxnSpPr>
              <p:nvPr/>
            </p:nvCxnSpPr>
            <p:spPr bwMode="auto">
              <a:xfrm rot="16200000">
                <a:off x="5515222" y="4550345"/>
                <a:ext cx="0" cy="2491967"/>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155" name="Straight Connector 154">
                <a:extLst>
                  <a:ext uri="{FF2B5EF4-FFF2-40B4-BE49-F238E27FC236}">
                    <a16:creationId xmlns:a16="http://schemas.microsoft.com/office/drawing/2014/main" id="{8D68EF7E-542F-BE45-90AE-5B766914481C}"/>
                  </a:ext>
                </a:extLst>
              </p:cNvPr>
              <p:cNvCxnSpPr>
                <a:cxnSpLocks/>
              </p:cNvCxnSpPr>
              <p:nvPr/>
            </p:nvCxnSpPr>
            <p:spPr bwMode="auto">
              <a:xfrm rot="16200000">
                <a:off x="6402275" y="5730975"/>
                <a:ext cx="0" cy="717863"/>
              </a:xfrm>
              <a:prstGeom prst="line">
                <a:avLst/>
              </a:prstGeom>
              <a:solidFill>
                <a:schemeClr val="accent1"/>
              </a:solidFill>
              <a:ln w="12700" cap="flat" cmpd="sng" algn="ctr">
                <a:solidFill>
                  <a:schemeClr val="tx1"/>
                </a:solidFill>
                <a:prstDash val="solid"/>
                <a:round/>
                <a:headEnd type="none" w="med" len="med"/>
                <a:tailEnd type="none" w="med" len="med"/>
              </a:ln>
              <a:effectLst/>
            </p:spPr>
          </p:cxnSp>
          <p:sp>
            <p:nvSpPr>
              <p:cNvPr id="156" name="Freeform 155">
                <a:extLst>
                  <a:ext uri="{FF2B5EF4-FFF2-40B4-BE49-F238E27FC236}">
                    <a16:creationId xmlns:a16="http://schemas.microsoft.com/office/drawing/2014/main" id="{1C59F9C9-C35B-3B4E-BC2C-5F2DF296688A}"/>
                  </a:ext>
                </a:extLst>
              </p:cNvPr>
              <p:cNvSpPr/>
              <p:nvPr/>
            </p:nvSpPr>
            <p:spPr bwMode="auto">
              <a:xfrm>
                <a:off x="6574688" y="5655686"/>
                <a:ext cx="634218" cy="587169"/>
              </a:xfrm>
              <a:custGeom>
                <a:avLst/>
                <a:gdLst>
                  <a:gd name="connsiteX0" fmla="*/ 0 w 627888"/>
                  <a:gd name="connsiteY0" fmla="*/ 0 h 579120"/>
                  <a:gd name="connsiteX1" fmla="*/ 207264 w 627888"/>
                  <a:gd name="connsiteY1" fmla="*/ 286512 h 579120"/>
                  <a:gd name="connsiteX2" fmla="*/ 0 w 627888"/>
                  <a:gd name="connsiteY2" fmla="*/ 579120 h 579120"/>
                  <a:gd name="connsiteX3" fmla="*/ 365760 w 627888"/>
                  <a:gd name="connsiteY3" fmla="*/ 573024 h 579120"/>
                  <a:gd name="connsiteX4" fmla="*/ 627888 w 627888"/>
                  <a:gd name="connsiteY4" fmla="*/ 292608 h 579120"/>
                  <a:gd name="connsiteX5" fmla="*/ 390144 w 627888"/>
                  <a:gd name="connsiteY5" fmla="*/ 6096 h 579120"/>
                  <a:gd name="connsiteX6" fmla="*/ 0 w 627888"/>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46520"/>
                  <a:gd name="connsiteY0" fmla="*/ 0 h 579120"/>
                  <a:gd name="connsiteX1" fmla="*/ 209962 w 646520"/>
                  <a:gd name="connsiteY1" fmla="*/ 286512 h 579120"/>
                  <a:gd name="connsiteX2" fmla="*/ 2698 w 646520"/>
                  <a:gd name="connsiteY2" fmla="*/ 579120 h 579120"/>
                  <a:gd name="connsiteX3" fmla="*/ 368458 w 646520"/>
                  <a:gd name="connsiteY3" fmla="*/ 573024 h 579120"/>
                  <a:gd name="connsiteX4" fmla="*/ 630586 w 646520"/>
                  <a:gd name="connsiteY4" fmla="*/ 292608 h 579120"/>
                  <a:gd name="connsiteX5" fmla="*/ 392842 w 646520"/>
                  <a:gd name="connsiteY5" fmla="*/ 6096 h 579120"/>
                  <a:gd name="connsiteX6" fmla="*/ 2698 w 646520"/>
                  <a:gd name="connsiteY6" fmla="*/ 0 h 579120"/>
                  <a:gd name="connsiteX0" fmla="*/ 2698 w 646520"/>
                  <a:gd name="connsiteY0" fmla="*/ 51141 h 630261"/>
                  <a:gd name="connsiteX1" fmla="*/ 209962 w 646520"/>
                  <a:gd name="connsiteY1" fmla="*/ 337653 h 630261"/>
                  <a:gd name="connsiteX2" fmla="*/ 2698 w 646520"/>
                  <a:gd name="connsiteY2" fmla="*/ 630261 h 630261"/>
                  <a:gd name="connsiteX3" fmla="*/ 368458 w 646520"/>
                  <a:gd name="connsiteY3" fmla="*/ 624165 h 630261"/>
                  <a:gd name="connsiteX4" fmla="*/ 630586 w 646520"/>
                  <a:gd name="connsiteY4" fmla="*/ 343749 h 630261"/>
                  <a:gd name="connsiteX5" fmla="*/ 392842 w 646520"/>
                  <a:gd name="connsiteY5" fmla="*/ 57237 h 630261"/>
                  <a:gd name="connsiteX6" fmla="*/ 2698 w 646520"/>
                  <a:gd name="connsiteY6" fmla="*/ 51141 h 630261"/>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1455 h 600575"/>
                  <a:gd name="connsiteX1" fmla="*/ 209962 w 646520"/>
                  <a:gd name="connsiteY1" fmla="*/ 307967 h 600575"/>
                  <a:gd name="connsiteX2" fmla="*/ 2698 w 646520"/>
                  <a:gd name="connsiteY2" fmla="*/ 600575 h 600575"/>
                  <a:gd name="connsiteX3" fmla="*/ 368458 w 646520"/>
                  <a:gd name="connsiteY3" fmla="*/ 594479 h 600575"/>
                  <a:gd name="connsiteX4" fmla="*/ 630586 w 646520"/>
                  <a:gd name="connsiteY4" fmla="*/ 314063 h 600575"/>
                  <a:gd name="connsiteX5" fmla="*/ 392842 w 646520"/>
                  <a:gd name="connsiteY5" fmla="*/ 27551 h 600575"/>
                  <a:gd name="connsiteX6" fmla="*/ 2698 w 646520"/>
                  <a:gd name="connsiteY6" fmla="*/ 21455 h 600575"/>
                  <a:gd name="connsiteX0" fmla="*/ 2698 w 630586"/>
                  <a:gd name="connsiteY0" fmla="*/ 21455 h 600575"/>
                  <a:gd name="connsiteX1" fmla="*/ 209962 w 630586"/>
                  <a:gd name="connsiteY1" fmla="*/ 307967 h 600575"/>
                  <a:gd name="connsiteX2" fmla="*/ 2698 w 630586"/>
                  <a:gd name="connsiteY2" fmla="*/ 600575 h 600575"/>
                  <a:gd name="connsiteX3" fmla="*/ 368458 w 630586"/>
                  <a:gd name="connsiteY3" fmla="*/ 594479 h 600575"/>
                  <a:gd name="connsiteX4" fmla="*/ 630586 w 630586"/>
                  <a:gd name="connsiteY4" fmla="*/ 314063 h 600575"/>
                  <a:gd name="connsiteX5" fmla="*/ 392842 w 630586"/>
                  <a:gd name="connsiteY5" fmla="*/ 27551 h 600575"/>
                  <a:gd name="connsiteX6" fmla="*/ 2698 w 630586"/>
                  <a:gd name="connsiteY6" fmla="*/ 21455 h 600575"/>
                  <a:gd name="connsiteX0" fmla="*/ 2698 w 631527"/>
                  <a:gd name="connsiteY0" fmla="*/ 21455 h 600575"/>
                  <a:gd name="connsiteX1" fmla="*/ 209962 w 631527"/>
                  <a:gd name="connsiteY1" fmla="*/ 307967 h 600575"/>
                  <a:gd name="connsiteX2" fmla="*/ 2698 w 631527"/>
                  <a:gd name="connsiteY2" fmla="*/ 600575 h 600575"/>
                  <a:gd name="connsiteX3" fmla="*/ 301402 w 631527"/>
                  <a:gd name="connsiteY3" fmla="*/ 600575 h 600575"/>
                  <a:gd name="connsiteX4" fmla="*/ 630586 w 631527"/>
                  <a:gd name="connsiteY4" fmla="*/ 314063 h 600575"/>
                  <a:gd name="connsiteX5" fmla="*/ 392842 w 631527"/>
                  <a:gd name="connsiteY5" fmla="*/ 27551 h 600575"/>
                  <a:gd name="connsiteX6" fmla="*/ 2698 w 631527"/>
                  <a:gd name="connsiteY6" fmla="*/ 21455 h 600575"/>
                  <a:gd name="connsiteX0" fmla="*/ 2698 w 631527"/>
                  <a:gd name="connsiteY0" fmla="*/ 21455 h 602832"/>
                  <a:gd name="connsiteX1" fmla="*/ 209962 w 631527"/>
                  <a:gd name="connsiteY1" fmla="*/ 307967 h 602832"/>
                  <a:gd name="connsiteX2" fmla="*/ 2698 w 631527"/>
                  <a:gd name="connsiteY2" fmla="*/ 600575 h 602832"/>
                  <a:gd name="connsiteX3" fmla="*/ 301402 w 631527"/>
                  <a:gd name="connsiteY3" fmla="*/ 600575 h 602832"/>
                  <a:gd name="connsiteX4" fmla="*/ 630586 w 631527"/>
                  <a:gd name="connsiteY4" fmla="*/ 314063 h 602832"/>
                  <a:gd name="connsiteX5" fmla="*/ 392842 w 631527"/>
                  <a:gd name="connsiteY5" fmla="*/ 27551 h 602832"/>
                  <a:gd name="connsiteX6" fmla="*/ 2698 w 631527"/>
                  <a:gd name="connsiteY6" fmla="*/ 21455 h 602832"/>
                  <a:gd name="connsiteX0" fmla="*/ 2698 w 630586"/>
                  <a:gd name="connsiteY0" fmla="*/ 21455 h 602832"/>
                  <a:gd name="connsiteX1" fmla="*/ 209962 w 630586"/>
                  <a:gd name="connsiteY1" fmla="*/ 307967 h 602832"/>
                  <a:gd name="connsiteX2" fmla="*/ 2698 w 630586"/>
                  <a:gd name="connsiteY2" fmla="*/ 600575 h 602832"/>
                  <a:gd name="connsiteX3" fmla="*/ 301402 w 630586"/>
                  <a:gd name="connsiteY3" fmla="*/ 600575 h 602832"/>
                  <a:gd name="connsiteX4" fmla="*/ 630586 w 630586"/>
                  <a:gd name="connsiteY4" fmla="*/ 314063 h 602832"/>
                  <a:gd name="connsiteX5" fmla="*/ 301402 w 630586"/>
                  <a:gd name="connsiteY5" fmla="*/ 27551 h 602832"/>
                  <a:gd name="connsiteX6" fmla="*/ 2698 w 630586"/>
                  <a:gd name="connsiteY6" fmla="*/ 21455 h 602832"/>
                  <a:gd name="connsiteX0" fmla="*/ 2698 w 630586"/>
                  <a:gd name="connsiteY0" fmla="*/ 20123 h 601500"/>
                  <a:gd name="connsiteX1" fmla="*/ 209962 w 630586"/>
                  <a:gd name="connsiteY1" fmla="*/ 306635 h 601500"/>
                  <a:gd name="connsiteX2" fmla="*/ 2698 w 630586"/>
                  <a:gd name="connsiteY2" fmla="*/ 599243 h 601500"/>
                  <a:gd name="connsiteX3" fmla="*/ 301402 w 630586"/>
                  <a:gd name="connsiteY3" fmla="*/ 599243 h 601500"/>
                  <a:gd name="connsiteX4" fmla="*/ 630586 w 630586"/>
                  <a:gd name="connsiteY4" fmla="*/ 312731 h 601500"/>
                  <a:gd name="connsiteX5" fmla="*/ 301402 w 630586"/>
                  <a:gd name="connsiteY5" fmla="*/ 26219 h 601500"/>
                  <a:gd name="connsiteX6" fmla="*/ 2698 w 630586"/>
                  <a:gd name="connsiteY6" fmla="*/ 20123 h 601500"/>
                  <a:gd name="connsiteX0" fmla="*/ 2146 w 630034"/>
                  <a:gd name="connsiteY0" fmla="*/ 20123 h 601500"/>
                  <a:gd name="connsiteX1" fmla="*/ 209410 w 630034"/>
                  <a:gd name="connsiteY1" fmla="*/ 306635 h 601500"/>
                  <a:gd name="connsiteX2" fmla="*/ 2146 w 630034"/>
                  <a:gd name="connsiteY2" fmla="*/ 599243 h 601500"/>
                  <a:gd name="connsiteX3" fmla="*/ 300850 w 630034"/>
                  <a:gd name="connsiteY3" fmla="*/ 599243 h 601500"/>
                  <a:gd name="connsiteX4" fmla="*/ 630034 w 630034"/>
                  <a:gd name="connsiteY4" fmla="*/ 312731 h 601500"/>
                  <a:gd name="connsiteX5" fmla="*/ 300850 w 630034"/>
                  <a:gd name="connsiteY5" fmla="*/ 26219 h 601500"/>
                  <a:gd name="connsiteX6" fmla="*/ 2146 w 630034"/>
                  <a:gd name="connsiteY6" fmla="*/ 20123 h 601500"/>
                  <a:gd name="connsiteX0" fmla="*/ 6215 w 634103"/>
                  <a:gd name="connsiteY0" fmla="*/ 3947 h 585324"/>
                  <a:gd name="connsiteX1" fmla="*/ 213479 w 634103"/>
                  <a:gd name="connsiteY1" fmla="*/ 290459 h 585324"/>
                  <a:gd name="connsiteX2" fmla="*/ 6215 w 634103"/>
                  <a:gd name="connsiteY2" fmla="*/ 583067 h 585324"/>
                  <a:gd name="connsiteX3" fmla="*/ 304919 w 634103"/>
                  <a:gd name="connsiteY3" fmla="*/ 583067 h 585324"/>
                  <a:gd name="connsiteX4" fmla="*/ 634103 w 634103"/>
                  <a:gd name="connsiteY4" fmla="*/ 296555 h 585324"/>
                  <a:gd name="connsiteX5" fmla="*/ 304919 w 634103"/>
                  <a:gd name="connsiteY5" fmla="*/ 10043 h 585324"/>
                  <a:gd name="connsiteX6" fmla="*/ 6215 w 634103"/>
                  <a:gd name="connsiteY6" fmla="*/ 3947 h 585324"/>
                  <a:gd name="connsiteX0" fmla="*/ 6624 w 634512"/>
                  <a:gd name="connsiteY0" fmla="*/ 3947 h 585324"/>
                  <a:gd name="connsiteX1" fmla="*/ 213888 w 634512"/>
                  <a:gd name="connsiteY1" fmla="*/ 290459 h 585324"/>
                  <a:gd name="connsiteX2" fmla="*/ 6624 w 634512"/>
                  <a:gd name="connsiteY2" fmla="*/ 583067 h 585324"/>
                  <a:gd name="connsiteX3" fmla="*/ 305328 w 634512"/>
                  <a:gd name="connsiteY3" fmla="*/ 583067 h 585324"/>
                  <a:gd name="connsiteX4" fmla="*/ 634512 w 634512"/>
                  <a:gd name="connsiteY4" fmla="*/ 296555 h 585324"/>
                  <a:gd name="connsiteX5" fmla="*/ 305328 w 634512"/>
                  <a:gd name="connsiteY5" fmla="*/ 10043 h 585324"/>
                  <a:gd name="connsiteX6" fmla="*/ 6624 w 634512"/>
                  <a:gd name="connsiteY6" fmla="*/ 3947 h 585324"/>
                  <a:gd name="connsiteX0" fmla="*/ 6624 w 634644"/>
                  <a:gd name="connsiteY0" fmla="*/ 18301 h 599678"/>
                  <a:gd name="connsiteX1" fmla="*/ 213888 w 634644"/>
                  <a:gd name="connsiteY1" fmla="*/ 304813 h 599678"/>
                  <a:gd name="connsiteX2" fmla="*/ 6624 w 634644"/>
                  <a:gd name="connsiteY2" fmla="*/ 597421 h 599678"/>
                  <a:gd name="connsiteX3" fmla="*/ 305328 w 634644"/>
                  <a:gd name="connsiteY3" fmla="*/ 597421 h 599678"/>
                  <a:gd name="connsiteX4" fmla="*/ 634512 w 634644"/>
                  <a:gd name="connsiteY4" fmla="*/ 310909 h 599678"/>
                  <a:gd name="connsiteX5" fmla="*/ 268752 w 634644"/>
                  <a:gd name="connsiteY5" fmla="*/ 30493 h 599678"/>
                  <a:gd name="connsiteX6" fmla="*/ 6624 w 634644"/>
                  <a:gd name="connsiteY6" fmla="*/ 18301 h 599678"/>
                  <a:gd name="connsiteX0" fmla="*/ 6624 w 634644"/>
                  <a:gd name="connsiteY0" fmla="*/ 23735 h 605112"/>
                  <a:gd name="connsiteX1" fmla="*/ 213888 w 634644"/>
                  <a:gd name="connsiteY1" fmla="*/ 310247 h 605112"/>
                  <a:gd name="connsiteX2" fmla="*/ 6624 w 634644"/>
                  <a:gd name="connsiteY2" fmla="*/ 602855 h 605112"/>
                  <a:gd name="connsiteX3" fmla="*/ 305328 w 634644"/>
                  <a:gd name="connsiteY3" fmla="*/ 602855 h 605112"/>
                  <a:gd name="connsiteX4" fmla="*/ 634512 w 634644"/>
                  <a:gd name="connsiteY4" fmla="*/ 316343 h 605112"/>
                  <a:gd name="connsiteX5" fmla="*/ 268752 w 634644"/>
                  <a:gd name="connsiteY5" fmla="*/ 35927 h 605112"/>
                  <a:gd name="connsiteX6" fmla="*/ 6624 w 634644"/>
                  <a:gd name="connsiteY6" fmla="*/ 23735 h 605112"/>
                  <a:gd name="connsiteX0" fmla="*/ 6624 w 634577"/>
                  <a:gd name="connsiteY0" fmla="*/ 17614 h 598991"/>
                  <a:gd name="connsiteX1" fmla="*/ 213888 w 634577"/>
                  <a:gd name="connsiteY1" fmla="*/ 304126 h 598991"/>
                  <a:gd name="connsiteX2" fmla="*/ 6624 w 634577"/>
                  <a:gd name="connsiteY2" fmla="*/ 596734 h 598991"/>
                  <a:gd name="connsiteX3" fmla="*/ 305328 w 634577"/>
                  <a:gd name="connsiteY3" fmla="*/ 596734 h 598991"/>
                  <a:gd name="connsiteX4" fmla="*/ 634512 w 634577"/>
                  <a:gd name="connsiteY4" fmla="*/ 310222 h 598991"/>
                  <a:gd name="connsiteX5" fmla="*/ 329712 w 634577"/>
                  <a:gd name="connsiteY5" fmla="*/ 48094 h 598991"/>
                  <a:gd name="connsiteX6" fmla="*/ 6624 w 634577"/>
                  <a:gd name="connsiteY6" fmla="*/ 17614 h 598991"/>
                  <a:gd name="connsiteX0" fmla="*/ 6624 w 634575"/>
                  <a:gd name="connsiteY0" fmla="*/ 21507 h 602884"/>
                  <a:gd name="connsiteX1" fmla="*/ 213888 w 634575"/>
                  <a:gd name="connsiteY1" fmla="*/ 308019 h 602884"/>
                  <a:gd name="connsiteX2" fmla="*/ 6624 w 634575"/>
                  <a:gd name="connsiteY2" fmla="*/ 600627 h 602884"/>
                  <a:gd name="connsiteX3" fmla="*/ 305328 w 634575"/>
                  <a:gd name="connsiteY3" fmla="*/ 600627 h 602884"/>
                  <a:gd name="connsiteX4" fmla="*/ 634512 w 634575"/>
                  <a:gd name="connsiteY4" fmla="*/ 314115 h 602884"/>
                  <a:gd name="connsiteX5" fmla="*/ 329712 w 634575"/>
                  <a:gd name="connsiteY5" fmla="*/ 51987 h 602884"/>
                  <a:gd name="connsiteX6" fmla="*/ 6624 w 634575"/>
                  <a:gd name="connsiteY6" fmla="*/ 21507 h 602884"/>
                  <a:gd name="connsiteX0" fmla="*/ 6624 w 634575"/>
                  <a:gd name="connsiteY0" fmla="*/ 21507 h 619140"/>
                  <a:gd name="connsiteX1" fmla="*/ 213888 w 634575"/>
                  <a:gd name="connsiteY1" fmla="*/ 308019 h 619140"/>
                  <a:gd name="connsiteX2" fmla="*/ 6624 w 634575"/>
                  <a:gd name="connsiteY2" fmla="*/ 600627 h 619140"/>
                  <a:gd name="connsiteX3" fmla="*/ 305328 w 634575"/>
                  <a:gd name="connsiteY3" fmla="*/ 600627 h 619140"/>
                  <a:gd name="connsiteX4" fmla="*/ 634512 w 634575"/>
                  <a:gd name="connsiteY4" fmla="*/ 314115 h 619140"/>
                  <a:gd name="connsiteX5" fmla="*/ 329712 w 634575"/>
                  <a:gd name="connsiteY5" fmla="*/ 51987 h 619140"/>
                  <a:gd name="connsiteX6" fmla="*/ 6624 w 634575"/>
                  <a:gd name="connsiteY6" fmla="*/ 21507 h 619140"/>
                  <a:gd name="connsiteX0" fmla="*/ 6624 w 634531"/>
                  <a:gd name="connsiteY0" fmla="*/ 21507 h 607159"/>
                  <a:gd name="connsiteX1" fmla="*/ 213888 w 634531"/>
                  <a:gd name="connsiteY1" fmla="*/ 308019 h 607159"/>
                  <a:gd name="connsiteX2" fmla="*/ 6624 w 634531"/>
                  <a:gd name="connsiteY2" fmla="*/ 600627 h 607159"/>
                  <a:gd name="connsiteX3" fmla="*/ 341904 w 634531"/>
                  <a:gd name="connsiteY3" fmla="*/ 582339 h 607159"/>
                  <a:gd name="connsiteX4" fmla="*/ 634512 w 634531"/>
                  <a:gd name="connsiteY4" fmla="*/ 314115 h 607159"/>
                  <a:gd name="connsiteX5" fmla="*/ 329712 w 634531"/>
                  <a:gd name="connsiteY5" fmla="*/ 51987 h 607159"/>
                  <a:gd name="connsiteX6" fmla="*/ 6624 w 634531"/>
                  <a:gd name="connsiteY6" fmla="*/ 21507 h 607159"/>
                  <a:gd name="connsiteX0" fmla="*/ 6624 w 634516"/>
                  <a:gd name="connsiteY0" fmla="*/ 21507 h 600822"/>
                  <a:gd name="connsiteX1" fmla="*/ 213888 w 634516"/>
                  <a:gd name="connsiteY1" fmla="*/ 308019 h 600822"/>
                  <a:gd name="connsiteX2" fmla="*/ 6624 w 634516"/>
                  <a:gd name="connsiteY2" fmla="*/ 600627 h 600822"/>
                  <a:gd name="connsiteX3" fmla="*/ 335808 w 634516"/>
                  <a:gd name="connsiteY3" fmla="*/ 564051 h 600822"/>
                  <a:gd name="connsiteX4" fmla="*/ 634512 w 634516"/>
                  <a:gd name="connsiteY4" fmla="*/ 314115 h 600822"/>
                  <a:gd name="connsiteX5" fmla="*/ 329712 w 634516"/>
                  <a:gd name="connsiteY5" fmla="*/ 51987 h 600822"/>
                  <a:gd name="connsiteX6" fmla="*/ 6624 w 634516"/>
                  <a:gd name="connsiteY6" fmla="*/ 21507 h 600822"/>
                  <a:gd name="connsiteX0" fmla="*/ 6624 w 634516"/>
                  <a:gd name="connsiteY0" fmla="*/ 20598 h 599913"/>
                  <a:gd name="connsiteX1" fmla="*/ 213888 w 634516"/>
                  <a:gd name="connsiteY1" fmla="*/ 307110 h 599913"/>
                  <a:gd name="connsiteX2" fmla="*/ 6624 w 634516"/>
                  <a:gd name="connsiteY2" fmla="*/ 599718 h 599913"/>
                  <a:gd name="connsiteX3" fmla="*/ 335808 w 634516"/>
                  <a:gd name="connsiteY3" fmla="*/ 563142 h 599913"/>
                  <a:gd name="connsiteX4" fmla="*/ 634512 w 634516"/>
                  <a:gd name="connsiteY4" fmla="*/ 313206 h 599913"/>
                  <a:gd name="connsiteX5" fmla="*/ 329712 w 634516"/>
                  <a:gd name="connsiteY5" fmla="*/ 51078 h 599913"/>
                  <a:gd name="connsiteX6" fmla="*/ 6624 w 634516"/>
                  <a:gd name="connsiteY6" fmla="*/ 20598 h 599913"/>
                  <a:gd name="connsiteX0" fmla="*/ 6624 w 634516"/>
                  <a:gd name="connsiteY0" fmla="*/ 22407 h 601722"/>
                  <a:gd name="connsiteX1" fmla="*/ 213888 w 634516"/>
                  <a:gd name="connsiteY1" fmla="*/ 308919 h 601722"/>
                  <a:gd name="connsiteX2" fmla="*/ 6624 w 634516"/>
                  <a:gd name="connsiteY2" fmla="*/ 601527 h 601722"/>
                  <a:gd name="connsiteX3" fmla="*/ 335808 w 634516"/>
                  <a:gd name="connsiteY3" fmla="*/ 564951 h 601722"/>
                  <a:gd name="connsiteX4" fmla="*/ 634512 w 634516"/>
                  <a:gd name="connsiteY4" fmla="*/ 315015 h 601722"/>
                  <a:gd name="connsiteX5" fmla="*/ 329712 w 634516"/>
                  <a:gd name="connsiteY5" fmla="*/ 52887 h 601722"/>
                  <a:gd name="connsiteX6" fmla="*/ 6624 w 634516"/>
                  <a:gd name="connsiteY6" fmla="*/ 22407 h 601722"/>
                  <a:gd name="connsiteX0" fmla="*/ 6624 w 634516"/>
                  <a:gd name="connsiteY0" fmla="*/ 8163 h 587478"/>
                  <a:gd name="connsiteX1" fmla="*/ 213888 w 634516"/>
                  <a:gd name="connsiteY1" fmla="*/ 294675 h 587478"/>
                  <a:gd name="connsiteX2" fmla="*/ 6624 w 634516"/>
                  <a:gd name="connsiteY2" fmla="*/ 587283 h 587478"/>
                  <a:gd name="connsiteX3" fmla="*/ 335808 w 634516"/>
                  <a:gd name="connsiteY3" fmla="*/ 550707 h 587478"/>
                  <a:gd name="connsiteX4" fmla="*/ 634512 w 634516"/>
                  <a:gd name="connsiteY4" fmla="*/ 300771 h 587478"/>
                  <a:gd name="connsiteX5" fmla="*/ 329712 w 634516"/>
                  <a:gd name="connsiteY5" fmla="*/ 38643 h 587478"/>
                  <a:gd name="connsiteX6" fmla="*/ 6624 w 634516"/>
                  <a:gd name="connsiteY6" fmla="*/ 8163 h 587478"/>
                  <a:gd name="connsiteX0" fmla="*/ 6288 w 634180"/>
                  <a:gd name="connsiteY0" fmla="*/ 8163 h 587686"/>
                  <a:gd name="connsiteX1" fmla="*/ 213552 w 634180"/>
                  <a:gd name="connsiteY1" fmla="*/ 294675 h 587686"/>
                  <a:gd name="connsiteX2" fmla="*/ 6288 w 634180"/>
                  <a:gd name="connsiteY2" fmla="*/ 587283 h 587686"/>
                  <a:gd name="connsiteX3" fmla="*/ 335472 w 634180"/>
                  <a:gd name="connsiteY3" fmla="*/ 550707 h 587686"/>
                  <a:gd name="connsiteX4" fmla="*/ 634176 w 634180"/>
                  <a:gd name="connsiteY4" fmla="*/ 300771 h 587686"/>
                  <a:gd name="connsiteX5" fmla="*/ 329376 w 634180"/>
                  <a:gd name="connsiteY5" fmla="*/ 38643 h 587686"/>
                  <a:gd name="connsiteX6" fmla="*/ 6288 w 634180"/>
                  <a:gd name="connsiteY6" fmla="*/ 8163 h 587686"/>
                  <a:gd name="connsiteX0" fmla="*/ 6288 w 634211"/>
                  <a:gd name="connsiteY0" fmla="*/ 8163 h 587686"/>
                  <a:gd name="connsiteX1" fmla="*/ 213552 w 634211"/>
                  <a:gd name="connsiteY1" fmla="*/ 294675 h 587686"/>
                  <a:gd name="connsiteX2" fmla="*/ 6288 w 634211"/>
                  <a:gd name="connsiteY2" fmla="*/ 587283 h 587686"/>
                  <a:gd name="connsiteX3" fmla="*/ 335472 w 634211"/>
                  <a:gd name="connsiteY3" fmla="*/ 550707 h 587686"/>
                  <a:gd name="connsiteX4" fmla="*/ 634176 w 634211"/>
                  <a:gd name="connsiteY4" fmla="*/ 300771 h 587686"/>
                  <a:gd name="connsiteX5" fmla="*/ 329376 w 634211"/>
                  <a:gd name="connsiteY5" fmla="*/ 38643 h 587686"/>
                  <a:gd name="connsiteX6" fmla="*/ 6288 w 634211"/>
                  <a:gd name="connsiteY6" fmla="*/ 8163 h 587686"/>
                  <a:gd name="connsiteX0" fmla="*/ 6288 w 634286"/>
                  <a:gd name="connsiteY0" fmla="*/ 8163 h 587686"/>
                  <a:gd name="connsiteX1" fmla="*/ 213552 w 634286"/>
                  <a:gd name="connsiteY1" fmla="*/ 294675 h 587686"/>
                  <a:gd name="connsiteX2" fmla="*/ 6288 w 634286"/>
                  <a:gd name="connsiteY2" fmla="*/ 587283 h 587686"/>
                  <a:gd name="connsiteX3" fmla="*/ 335472 w 634286"/>
                  <a:gd name="connsiteY3" fmla="*/ 550707 h 587686"/>
                  <a:gd name="connsiteX4" fmla="*/ 634176 w 634286"/>
                  <a:gd name="connsiteY4" fmla="*/ 300771 h 587686"/>
                  <a:gd name="connsiteX5" fmla="*/ 329376 w 634286"/>
                  <a:gd name="connsiteY5" fmla="*/ 38643 h 587686"/>
                  <a:gd name="connsiteX6" fmla="*/ 6288 w 634286"/>
                  <a:gd name="connsiteY6" fmla="*/ 8163 h 587686"/>
                  <a:gd name="connsiteX0" fmla="*/ 6288 w 634286"/>
                  <a:gd name="connsiteY0" fmla="*/ 4816 h 584339"/>
                  <a:gd name="connsiteX1" fmla="*/ 213552 w 634286"/>
                  <a:gd name="connsiteY1" fmla="*/ 291328 h 584339"/>
                  <a:gd name="connsiteX2" fmla="*/ 6288 w 634286"/>
                  <a:gd name="connsiteY2" fmla="*/ 583936 h 584339"/>
                  <a:gd name="connsiteX3" fmla="*/ 335472 w 634286"/>
                  <a:gd name="connsiteY3" fmla="*/ 547360 h 584339"/>
                  <a:gd name="connsiteX4" fmla="*/ 634176 w 634286"/>
                  <a:gd name="connsiteY4" fmla="*/ 297424 h 584339"/>
                  <a:gd name="connsiteX5" fmla="*/ 329376 w 634286"/>
                  <a:gd name="connsiteY5" fmla="*/ 35296 h 584339"/>
                  <a:gd name="connsiteX6" fmla="*/ 6288 w 634286"/>
                  <a:gd name="connsiteY6" fmla="*/ 4816 h 584339"/>
                  <a:gd name="connsiteX0" fmla="*/ 6288 w 634210"/>
                  <a:gd name="connsiteY0" fmla="*/ 14826 h 594349"/>
                  <a:gd name="connsiteX1" fmla="*/ 213552 w 634210"/>
                  <a:gd name="connsiteY1" fmla="*/ 301338 h 594349"/>
                  <a:gd name="connsiteX2" fmla="*/ 6288 w 634210"/>
                  <a:gd name="connsiteY2" fmla="*/ 593946 h 594349"/>
                  <a:gd name="connsiteX3" fmla="*/ 335472 w 634210"/>
                  <a:gd name="connsiteY3" fmla="*/ 557370 h 594349"/>
                  <a:gd name="connsiteX4" fmla="*/ 634176 w 634210"/>
                  <a:gd name="connsiteY4" fmla="*/ 307434 h 594349"/>
                  <a:gd name="connsiteX5" fmla="*/ 353545 w 634210"/>
                  <a:gd name="connsiteY5" fmla="*/ 57390 h 594349"/>
                  <a:gd name="connsiteX6" fmla="*/ 6288 w 634210"/>
                  <a:gd name="connsiteY6" fmla="*/ 14826 h 594349"/>
                  <a:gd name="connsiteX0" fmla="*/ 6288 w 634210"/>
                  <a:gd name="connsiteY0" fmla="*/ 4846 h 584369"/>
                  <a:gd name="connsiteX1" fmla="*/ 213552 w 634210"/>
                  <a:gd name="connsiteY1" fmla="*/ 291358 h 584369"/>
                  <a:gd name="connsiteX2" fmla="*/ 6288 w 634210"/>
                  <a:gd name="connsiteY2" fmla="*/ 583966 h 584369"/>
                  <a:gd name="connsiteX3" fmla="*/ 335472 w 634210"/>
                  <a:gd name="connsiteY3" fmla="*/ 547390 h 584369"/>
                  <a:gd name="connsiteX4" fmla="*/ 634176 w 634210"/>
                  <a:gd name="connsiteY4" fmla="*/ 297454 h 584369"/>
                  <a:gd name="connsiteX5" fmla="*/ 353545 w 634210"/>
                  <a:gd name="connsiteY5" fmla="*/ 47410 h 584369"/>
                  <a:gd name="connsiteX6" fmla="*/ 6288 w 634210"/>
                  <a:gd name="connsiteY6" fmla="*/ 4846 h 584369"/>
                  <a:gd name="connsiteX0" fmla="*/ 6288 w 634210"/>
                  <a:gd name="connsiteY0" fmla="*/ 4415 h 583938"/>
                  <a:gd name="connsiteX1" fmla="*/ 213552 w 634210"/>
                  <a:gd name="connsiteY1" fmla="*/ 290927 h 583938"/>
                  <a:gd name="connsiteX2" fmla="*/ 6288 w 634210"/>
                  <a:gd name="connsiteY2" fmla="*/ 583535 h 583938"/>
                  <a:gd name="connsiteX3" fmla="*/ 335472 w 634210"/>
                  <a:gd name="connsiteY3" fmla="*/ 546959 h 583938"/>
                  <a:gd name="connsiteX4" fmla="*/ 634176 w 634210"/>
                  <a:gd name="connsiteY4" fmla="*/ 297023 h 583938"/>
                  <a:gd name="connsiteX5" fmla="*/ 353545 w 634210"/>
                  <a:gd name="connsiteY5" fmla="*/ 46979 h 583938"/>
                  <a:gd name="connsiteX6" fmla="*/ 6288 w 634210"/>
                  <a:gd name="connsiteY6" fmla="*/ 4415 h 583938"/>
                  <a:gd name="connsiteX0" fmla="*/ 6288 w 634210"/>
                  <a:gd name="connsiteY0" fmla="*/ 5419 h 584942"/>
                  <a:gd name="connsiteX1" fmla="*/ 213552 w 634210"/>
                  <a:gd name="connsiteY1" fmla="*/ 291931 h 584942"/>
                  <a:gd name="connsiteX2" fmla="*/ 6288 w 634210"/>
                  <a:gd name="connsiteY2" fmla="*/ 584539 h 584942"/>
                  <a:gd name="connsiteX3" fmla="*/ 335472 w 634210"/>
                  <a:gd name="connsiteY3" fmla="*/ 547963 h 584942"/>
                  <a:gd name="connsiteX4" fmla="*/ 634176 w 634210"/>
                  <a:gd name="connsiteY4" fmla="*/ 298027 h 584942"/>
                  <a:gd name="connsiteX5" fmla="*/ 353545 w 634210"/>
                  <a:gd name="connsiteY5" fmla="*/ 47983 h 584942"/>
                  <a:gd name="connsiteX6" fmla="*/ 6288 w 634210"/>
                  <a:gd name="connsiteY6" fmla="*/ 5419 h 584942"/>
                  <a:gd name="connsiteX0" fmla="*/ 6288 w 634218"/>
                  <a:gd name="connsiteY0" fmla="*/ 7646 h 587169"/>
                  <a:gd name="connsiteX1" fmla="*/ 213552 w 634218"/>
                  <a:gd name="connsiteY1" fmla="*/ 294158 h 587169"/>
                  <a:gd name="connsiteX2" fmla="*/ 6288 w 634218"/>
                  <a:gd name="connsiteY2" fmla="*/ 586766 h 587169"/>
                  <a:gd name="connsiteX3" fmla="*/ 335472 w 634218"/>
                  <a:gd name="connsiteY3" fmla="*/ 550190 h 587169"/>
                  <a:gd name="connsiteX4" fmla="*/ 634176 w 634218"/>
                  <a:gd name="connsiteY4" fmla="*/ 300254 h 587169"/>
                  <a:gd name="connsiteX5" fmla="*/ 353545 w 634218"/>
                  <a:gd name="connsiteY5" fmla="*/ 50210 h 587169"/>
                  <a:gd name="connsiteX6" fmla="*/ 6288 w 634218"/>
                  <a:gd name="connsiteY6" fmla="*/ 7646 h 587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4218" h="587169">
                    <a:moveTo>
                      <a:pt x="6288" y="7646"/>
                    </a:moveTo>
                    <a:cubicBezTo>
                      <a:pt x="-1402" y="17865"/>
                      <a:pt x="197440" y="80821"/>
                      <a:pt x="213552" y="294158"/>
                    </a:cubicBezTo>
                    <a:cubicBezTo>
                      <a:pt x="229664" y="507495"/>
                      <a:pt x="-44512" y="593878"/>
                      <a:pt x="6288" y="586766"/>
                    </a:cubicBezTo>
                    <a:cubicBezTo>
                      <a:pt x="105856" y="586766"/>
                      <a:pt x="200344" y="591846"/>
                      <a:pt x="335472" y="550190"/>
                    </a:cubicBezTo>
                    <a:cubicBezTo>
                      <a:pt x="470600" y="508534"/>
                      <a:pt x="631164" y="383584"/>
                      <a:pt x="634176" y="300254"/>
                    </a:cubicBezTo>
                    <a:cubicBezTo>
                      <a:pt x="637188" y="216924"/>
                      <a:pt x="479500" y="97260"/>
                      <a:pt x="353545" y="50210"/>
                    </a:cubicBezTo>
                    <a:cubicBezTo>
                      <a:pt x="227590" y="3160"/>
                      <a:pt x="19803" y="-10314"/>
                      <a:pt x="6288" y="7646"/>
                    </a:cubicBezTo>
                    <a:close/>
                  </a:path>
                </a:pathLst>
              </a:custGeom>
              <a:solidFill>
                <a:schemeClr val="bg1"/>
              </a:solidFill>
              <a:ln w="12700"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r"/>
                <a:endParaRPr lang="en-CN" sz="6000"/>
              </a:p>
            </p:txBody>
          </p:sp>
          <p:sp>
            <p:nvSpPr>
              <p:cNvPr id="157" name="Freeform 156">
                <a:extLst>
                  <a:ext uri="{FF2B5EF4-FFF2-40B4-BE49-F238E27FC236}">
                    <a16:creationId xmlns:a16="http://schemas.microsoft.com/office/drawing/2014/main" id="{570BABB5-D5AE-5146-860A-56F8047D08BE}"/>
                  </a:ext>
                </a:extLst>
              </p:cNvPr>
              <p:cNvSpPr/>
              <p:nvPr/>
            </p:nvSpPr>
            <p:spPr bwMode="auto">
              <a:xfrm>
                <a:off x="6470670" y="5701318"/>
                <a:ext cx="223789" cy="531264"/>
              </a:xfrm>
              <a:custGeom>
                <a:avLst/>
                <a:gdLst>
                  <a:gd name="connsiteX0" fmla="*/ 0 w 195378"/>
                  <a:gd name="connsiteY0" fmla="*/ 0 h 541538"/>
                  <a:gd name="connsiteX1" fmla="*/ 195308 w 195378"/>
                  <a:gd name="connsiteY1" fmla="*/ 257452 h 541538"/>
                  <a:gd name="connsiteX2" fmla="*/ 17755 w 195378"/>
                  <a:gd name="connsiteY2" fmla="*/ 541538 h 541538"/>
                  <a:gd name="connsiteX0" fmla="*/ 2793 w 198102"/>
                  <a:gd name="connsiteY0" fmla="*/ 0 h 531264"/>
                  <a:gd name="connsiteX1" fmla="*/ 198101 w 198102"/>
                  <a:gd name="connsiteY1" fmla="*/ 257452 h 531264"/>
                  <a:gd name="connsiteX2" fmla="*/ 0 w 198102"/>
                  <a:gd name="connsiteY2" fmla="*/ 531264 h 531264"/>
                  <a:gd name="connsiteX0" fmla="*/ 2793 w 223788"/>
                  <a:gd name="connsiteY0" fmla="*/ 0 h 531264"/>
                  <a:gd name="connsiteX1" fmla="*/ 223787 w 223788"/>
                  <a:gd name="connsiteY1" fmla="*/ 262589 h 531264"/>
                  <a:gd name="connsiteX2" fmla="*/ 0 w 223788"/>
                  <a:gd name="connsiteY2" fmla="*/ 531264 h 531264"/>
                  <a:gd name="connsiteX0" fmla="*/ 2793 w 223902"/>
                  <a:gd name="connsiteY0" fmla="*/ 0 h 531264"/>
                  <a:gd name="connsiteX1" fmla="*/ 223787 w 223902"/>
                  <a:gd name="connsiteY1" fmla="*/ 262589 h 531264"/>
                  <a:gd name="connsiteX2" fmla="*/ 0 w 223902"/>
                  <a:gd name="connsiteY2" fmla="*/ 531264 h 531264"/>
                  <a:gd name="connsiteX0" fmla="*/ 2793 w 223934"/>
                  <a:gd name="connsiteY0" fmla="*/ 0 h 531264"/>
                  <a:gd name="connsiteX1" fmla="*/ 223787 w 223934"/>
                  <a:gd name="connsiteY1" fmla="*/ 262589 h 531264"/>
                  <a:gd name="connsiteX2" fmla="*/ 0 w 223934"/>
                  <a:gd name="connsiteY2" fmla="*/ 531264 h 531264"/>
                  <a:gd name="connsiteX0" fmla="*/ 2793 w 223927"/>
                  <a:gd name="connsiteY0" fmla="*/ 0 h 531264"/>
                  <a:gd name="connsiteX1" fmla="*/ 223787 w 223927"/>
                  <a:gd name="connsiteY1" fmla="*/ 262589 h 531264"/>
                  <a:gd name="connsiteX2" fmla="*/ 0 w 223927"/>
                  <a:gd name="connsiteY2" fmla="*/ 531264 h 531264"/>
                  <a:gd name="connsiteX0" fmla="*/ 2793 w 223927"/>
                  <a:gd name="connsiteY0" fmla="*/ 0 h 531264"/>
                  <a:gd name="connsiteX1" fmla="*/ 223787 w 223927"/>
                  <a:gd name="connsiteY1" fmla="*/ 262589 h 531264"/>
                  <a:gd name="connsiteX2" fmla="*/ 0 w 223927"/>
                  <a:gd name="connsiteY2" fmla="*/ 531264 h 531264"/>
                  <a:gd name="connsiteX0" fmla="*/ 2793 w 223789"/>
                  <a:gd name="connsiteY0" fmla="*/ 0 h 531264"/>
                  <a:gd name="connsiteX1" fmla="*/ 223787 w 223789"/>
                  <a:gd name="connsiteY1" fmla="*/ 262589 h 531264"/>
                  <a:gd name="connsiteX2" fmla="*/ 0 w 223789"/>
                  <a:gd name="connsiteY2" fmla="*/ 531264 h 531264"/>
                </a:gdLst>
                <a:ahLst/>
                <a:cxnLst>
                  <a:cxn ang="0">
                    <a:pos x="connsiteX0" y="connsiteY0"/>
                  </a:cxn>
                  <a:cxn ang="0">
                    <a:pos x="connsiteX1" y="connsiteY1"/>
                  </a:cxn>
                  <a:cxn ang="0">
                    <a:pos x="connsiteX2" y="connsiteY2"/>
                  </a:cxn>
                </a:cxnLst>
                <a:rect l="l" t="t" r="r" b="b"/>
                <a:pathLst>
                  <a:path w="223789" h="531264">
                    <a:moveTo>
                      <a:pt x="2793" y="0"/>
                    </a:moveTo>
                    <a:cubicBezTo>
                      <a:pt x="145200" y="83598"/>
                      <a:pt x="224252" y="153497"/>
                      <a:pt x="223787" y="262589"/>
                    </a:cubicBezTo>
                    <a:cubicBezTo>
                      <a:pt x="223322" y="371681"/>
                      <a:pt x="115941" y="460034"/>
                      <a:pt x="0" y="531264"/>
                    </a:cubicBezTo>
                  </a:path>
                </a:pathLst>
              </a:cu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2800" b="0" i="0" u="none" strike="noStrike" cap="none" normalizeH="0" baseline="0">
                  <a:ln>
                    <a:noFill/>
                  </a:ln>
                  <a:solidFill>
                    <a:schemeClr val="tx1"/>
                  </a:solidFill>
                  <a:effectLst/>
                  <a:latin typeface="Arial" charset="0"/>
                </a:endParaRPr>
              </a:p>
            </p:txBody>
          </p:sp>
        </p:grpSp>
        <p:sp>
          <p:nvSpPr>
            <p:cNvPr id="134" name="TextBox 133">
              <a:extLst>
                <a:ext uri="{FF2B5EF4-FFF2-40B4-BE49-F238E27FC236}">
                  <a16:creationId xmlns:a16="http://schemas.microsoft.com/office/drawing/2014/main" id="{76953925-644D-6249-BE00-F7283C21E79B}"/>
                </a:ext>
              </a:extLst>
            </p:cNvPr>
            <p:cNvSpPr txBox="1"/>
            <p:nvPr/>
          </p:nvSpPr>
          <p:spPr>
            <a:xfrm>
              <a:off x="1956281" y="5758290"/>
              <a:ext cx="354584"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s2</a:t>
              </a:r>
              <a:endParaRPr lang="en-CN" sz="1200" dirty="0">
                <a:solidFill>
                  <a:schemeClr val="tx1"/>
                </a:solidFill>
                <a:latin typeface="Arial" panose="020B0604020202020204" pitchFamily="34" charset="0"/>
                <a:cs typeface="Arial" panose="020B0604020202020204" pitchFamily="34" charset="0"/>
              </a:endParaRPr>
            </a:p>
          </p:txBody>
        </p:sp>
        <p:sp>
          <p:nvSpPr>
            <p:cNvPr id="135" name="TextBox 134">
              <a:extLst>
                <a:ext uri="{FF2B5EF4-FFF2-40B4-BE49-F238E27FC236}">
                  <a16:creationId xmlns:a16="http://schemas.microsoft.com/office/drawing/2014/main" id="{5348CB44-BB2E-3242-9424-4E9AACAF462B}"/>
                </a:ext>
              </a:extLst>
            </p:cNvPr>
            <p:cNvSpPr txBox="1"/>
            <p:nvPr/>
          </p:nvSpPr>
          <p:spPr>
            <a:xfrm>
              <a:off x="2575318" y="5177634"/>
              <a:ext cx="354584"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c1</a:t>
              </a:r>
              <a:endParaRPr lang="en-CN" sz="1200" dirty="0">
                <a:solidFill>
                  <a:schemeClr val="tx1"/>
                </a:solidFill>
                <a:latin typeface="Arial" panose="020B0604020202020204" pitchFamily="34" charset="0"/>
                <a:cs typeface="Arial" panose="020B0604020202020204" pitchFamily="34" charset="0"/>
              </a:endParaRPr>
            </a:p>
          </p:txBody>
        </p:sp>
        <p:grpSp>
          <p:nvGrpSpPr>
            <p:cNvPr id="136" name="Group 135">
              <a:extLst>
                <a:ext uri="{FF2B5EF4-FFF2-40B4-BE49-F238E27FC236}">
                  <a16:creationId xmlns:a16="http://schemas.microsoft.com/office/drawing/2014/main" id="{73C5FE76-E92C-5148-903E-3061A34DB92D}"/>
                </a:ext>
              </a:extLst>
            </p:cNvPr>
            <p:cNvGrpSpPr/>
            <p:nvPr/>
          </p:nvGrpSpPr>
          <p:grpSpPr>
            <a:xfrm rot="5400000">
              <a:off x="2378658" y="5239500"/>
              <a:ext cx="929873" cy="173895"/>
              <a:chOff x="4269238" y="5655686"/>
              <a:chExt cx="3092770" cy="587169"/>
            </a:xfrm>
          </p:grpSpPr>
          <p:cxnSp>
            <p:nvCxnSpPr>
              <p:cNvPr id="148" name="Straight Connector 147">
                <a:extLst>
                  <a:ext uri="{FF2B5EF4-FFF2-40B4-BE49-F238E27FC236}">
                    <a16:creationId xmlns:a16="http://schemas.microsoft.com/office/drawing/2014/main" id="{3C58650B-8DD4-244D-9301-45E5BA8E9B22}"/>
                  </a:ext>
                </a:extLst>
              </p:cNvPr>
              <p:cNvCxnSpPr>
                <a:cxnSpLocks/>
              </p:cNvCxnSpPr>
              <p:nvPr/>
            </p:nvCxnSpPr>
            <p:spPr bwMode="auto">
              <a:xfrm>
                <a:off x="7208898" y="5945946"/>
                <a:ext cx="153110" cy="0"/>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149" name="Straight Connector 148">
                <a:extLst>
                  <a:ext uri="{FF2B5EF4-FFF2-40B4-BE49-F238E27FC236}">
                    <a16:creationId xmlns:a16="http://schemas.microsoft.com/office/drawing/2014/main" id="{1DE5B1DD-A907-A147-935A-CF8785B587A3}"/>
                  </a:ext>
                </a:extLst>
              </p:cNvPr>
              <p:cNvCxnSpPr>
                <a:cxnSpLocks/>
              </p:cNvCxnSpPr>
              <p:nvPr/>
            </p:nvCxnSpPr>
            <p:spPr bwMode="auto">
              <a:xfrm rot="16200000">
                <a:off x="5515222" y="4550345"/>
                <a:ext cx="0" cy="2491967"/>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150" name="Straight Connector 149">
                <a:extLst>
                  <a:ext uri="{FF2B5EF4-FFF2-40B4-BE49-F238E27FC236}">
                    <a16:creationId xmlns:a16="http://schemas.microsoft.com/office/drawing/2014/main" id="{62AD982B-585B-F24C-BD11-4A56F14DFD3D}"/>
                  </a:ext>
                </a:extLst>
              </p:cNvPr>
              <p:cNvCxnSpPr>
                <a:cxnSpLocks/>
              </p:cNvCxnSpPr>
              <p:nvPr/>
            </p:nvCxnSpPr>
            <p:spPr bwMode="auto">
              <a:xfrm rot="16200000">
                <a:off x="6402275" y="5730975"/>
                <a:ext cx="0" cy="717863"/>
              </a:xfrm>
              <a:prstGeom prst="line">
                <a:avLst/>
              </a:prstGeom>
              <a:solidFill>
                <a:schemeClr val="accent1"/>
              </a:solidFill>
              <a:ln w="12700" cap="flat" cmpd="sng" algn="ctr">
                <a:solidFill>
                  <a:schemeClr val="tx1"/>
                </a:solidFill>
                <a:prstDash val="solid"/>
                <a:round/>
                <a:headEnd type="none" w="med" len="med"/>
                <a:tailEnd type="none" w="med" len="med"/>
              </a:ln>
              <a:effectLst/>
            </p:spPr>
          </p:cxnSp>
          <p:sp>
            <p:nvSpPr>
              <p:cNvPr id="151" name="Freeform 150">
                <a:extLst>
                  <a:ext uri="{FF2B5EF4-FFF2-40B4-BE49-F238E27FC236}">
                    <a16:creationId xmlns:a16="http://schemas.microsoft.com/office/drawing/2014/main" id="{7EDD3BC8-EB43-3945-9D14-84EA64712E8C}"/>
                  </a:ext>
                </a:extLst>
              </p:cNvPr>
              <p:cNvSpPr/>
              <p:nvPr/>
            </p:nvSpPr>
            <p:spPr bwMode="auto">
              <a:xfrm>
                <a:off x="6574688" y="5655686"/>
                <a:ext cx="634218" cy="587169"/>
              </a:xfrm>
              <a:custGeom>
                <a:avLst/>
                <a:gdLst>
                  <a:gd name="connsiteX0" fmla="*/ 0 w 627888"/>
                  <a:gd name="connsiteY0" fmla="*/ 0 h 579120"/>
                  <a:gd name="connsiteX1" fmla="*/ 207264 w 627888"/>
                  <a:gd name="connsiteY1" fmla="*/ 286512 h 579120"/>
                  <a:gd name="connsiteX2" fmla="*/ 0 w 627888"/>
                  <a:gd name="connsiteY2" fmla="*/ 579120 h 579120"/>
                  <a:gd name="connsiteX3" fmla="*/ 365760 w 627888"/>
                  <a:gd name="connsiteY3" fmla="*/ 573024 h 579120"/>
                  <a:gd name="connsiteX4" fmla="*/ 627888 w 627888"/>
                  <a:gd name="connsiteY4" fmla="*/ 292608 h 579120"/>
                  <a:gd name="connsiteX5" fmla="*/ 390144 w 627888"/>
                  <a:gd name="connsiteY5" fmla="*/ 6096 h 579120"/>
                  <a:gd name="connsiteX6" fmla="*/ 0 w 627888"/>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46520"/>
                  <a:gd name="connsiteY0" fmla="*/ 0 h 579120"/>
                  <a:gd name="connsiteX1" fmla="*/ 209962 w 646520"/>
                  <a:gd name="connsiteY1" fmla="*/ 286512 h 579120"/>
                  <a:gd name="connsiteX2" fmla="*/ 2698 w 646520"/>
                  <a:gd name="connsiteY2" fmla="*/ 579120 h 579120"/>
                  <a:gd name="connsiteX3" fmla="*/ 368458 w 646520"/>
                  <a:gd name="connsiteY3" fmla="*/ 573024 h 579120"/>
                  <a:gd name="connsiteX4" fmla="*/ 630586 w 646520"/>
                  <a:gd name="connsiteY4" fmla="*/ 292608 h 579120"/>
                  <a:gd name="connsiteX5" fmla="*/ 392842 w 646520"/>
                  <a:gd name="connsiteY5" fmla="*/ 6096 h 579120"/>
                  <a:gd name="connsiteX6" fmla="*/ 2698 w 646520"/>
                  <a:gd name="connsiteY6" fmla="*/ 0 h 579120"/>
                  <a:gd name="connsiteX0" fmla="*/ 2698 w 646520"/>
                  <a:gd name="connsiteY0" fmla="*/ 51141 h 630261"/>
                  <a:gd name="connsiteX1" fmla="*/ 209962 w 646520"/>
                  <a:gd name="connsiteY1" fmla="*/ 337653 h 630261"/>
                  <a:gd name="connsiteX2" fmla="*/ 2698 w 646520"/>
                  <a:gd name="connsiteY2" fmla="*/ 630261 h 630261"/>
                  <a:gd name="connsiteX3" fmla="*/ 368458 w 646520"/>
                  <a:gd name="connsiteY3" fmla="*/ 624165 h 630261"/>
                  <a:gd name="connsiteX4" fmla="*/ 630586 w 646520"/>
                  <a:gd name="connsiteY4" fmla="*/ 343749 h 630261"/>
                  <a:gd name="connsiteX5" fmla="*/ 392842 w 646520"/>
                  <a:gd name="connsiteY5" fmla="*/ 57237 h 630261"/>
                  <a:gd name="connsiteX6" fmla="*/ 2698 w 646520"/>
                  <a:gd name="connsiteY6" fmla="*/ 51141 h 630261"/>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1455 h 600575"/>
                  <a:gd name="connsiteX1" fmla="*/ 209962 w 646520"/>
                  <a:gd name="connsiteY1" fmla="*/ 307967 h 600575"/>
                  <a:gd name="connsiteX2" fmla="*/ 2698 w 646520"/>
                  <a:gd name="connsiteY2" fmla="*/ 600575 h 600575"/>
                  <a:gd name="connsiteX3" fmla="*/ 368458 w 646520"/>
                  <a:gd name="connsiteY3" fmla="*/ 594479 h 600575"/>
                  <a:gd name="connsiteX4" fmla="*/ 630586 w 646520"/>
                  <a:gd name="connsiteY4" fmla="*/ 314063 h 600575"/>
                  <a:gd name="connsiteX5" fmla="*/ 392842 w 646520"/>
                  <a:gd name="connsiteY5" fmla="*/ 27551 h 600575"/>
                  <a:gd name="connsiteX6" fmla="*/ 2698 w 646520"/>
                  <a:gd name="connsiteY6" fmla="*/ 21455 h 600575"/>
                  <a:gd name="connsiteX0" fmla="*/ 2698 w 630586"/>
                  <a:gd name="connsiteY0" fmla="*/ 21455 h 600575"/>
                  <a:gd name="connsiteX1" fmla="*/ 209962 w 630586"/>
                  <a:gd name="connsiteY1" fmla="*/ 307967 h 600575"/>
                  <a:gd name="connsiteX2" fmla="*/ 2698 w 630586"/>
                  <a:gd name="connsiteY2" fmla="*/ 600575 h 600575"/>
                  <a:gd name="connsiteX3" fmla="*/ 368458 w 630586"/>
                  <a:gd name="connsiteY3" fmla="*/ 594479 h 600575"/>
                  <a:gd name="connsiteX4" fmla="*/ 630586 w 630586"/>
                  <a:gd name="connsiteY4" fmla="*/ 314063 h 600575"/>
                  <a:gd name="connsiteX5" fmla="*/ 392842 w 630586"/>
                  <a:gd name="connsiteY5" fmla="*/ 27551 h 600575"/>
                  <a:gd name="connsiteX6" fmla="*/ 2698 w 630586"/>
                  <a:gd name="connsiteY6" fmla="*/ 21455 h 600575"/>
                  <a:gd name="connsiteX0" fmla="*/ 2698 w 631527"/>
                  <a:gd name="connsiteY0" fmla="*/ 21455 h 600575"/>
                  <a:gd name="connsiteX1" fmla="*/ 209962 w 631527"/>
                  <a:gd name="connsiteY1" fmla="*/ 307967 h 600575"/>
                  <a:gd name="connsiteX2" fmla="*/ 2698 w 631527"/>
                  <a:gd name="connsiteY2" fmla="*/ 600575 h 600575"/>
                  <a:gd name="connsiteX3" fmla="*/ 301402 w 631527"/>
                  <a:gd name="connsiteY3" fmla="*/ 600575 h 600575"/>
                  <a:gd name="connsiteX4" fmla="*/ 630586 w 631527"/>
                  <a:gd name="connsiteY4" fmla="*/ 314063 h 600575"/>
                  <a:gd name="connsiteX5" fmla="*/ 392842 w 631527"/>
                  <a:gd name="connsiteY5" fmla="*/ 27551 h 600575"/>
                  <a:gd name="connsiteX6" fmla="*/ 2698 w 631527"/>
                  <a:gd name="connsiteY6" fmla="*/ 21455 h 600575"/>
                  <a:gd name="connsiteX0" fmla="*/ 2698 w 631527"/>
                  <a:gd name="connsiteY0" fmla="*/ 21455 h 602832"/>
                  <a:gd name="connsiteX1" fmla="*/ 209962 w 631527"/>
                  <a:gd name="connsiteY1" fmla="*/ 307967 h 602832"/>
                  <a:gd name="connsiteX2" fmla="*/ 2698 w 631527"/>
                  <a:gd name="connsiteY2" fmla="*/ 600575 h 602832"/>
                  <a:gd name="connsiteX3" fmla="*/ 301402 w 631527"/>
                  <a:gd name="connsiteY3" fmla="*/ 600575 h 602832"/>
                  <a:gd name="connsiteX4" fmla="*/ 630586 w 631527"/>
                  <a:gd name="connsiteY4" fmla="*/ 314063 h 602832"/>
                  <a:gd name="connsiteX5" fmla="*/ 392842 w 631527"/>
                  <a:gd name="connsiteY5" fmla="*/ 27551 h 602832"/>
                  <a:gd name="connsiteX6" fmla="*/ 2698 w 631527"/>
                  <a:gd name="connsiteY6" fmla="*/ 21455 h 602832"/>
                  <a:gd name="connsiteX0" fmla="*/ 2698 w 630586"/>
                  <a:gd name="connsiteY0" fmla="*/ 21455 h 602832"/>
                  <a:gd name="connsiteX1" fmla="*/ 209962 w 630586"/>
                  <a:gd name="connsiteY1" fmla="*/ 307967 h 602832"/>
                  <a:gd name="connsiteX2" fmla="*/ 2698 w 630586"/>
                  <a:gd name="connsiteY2" fmla="*/ 600575 h 602832"/>
                  <a:gd name="connsiteX3" fmla="*/ 301402 w 630586"/>
                  <a:gd name="connsiteY3" fmla="*/ 600575 h 602832"/>
                  <a:gd name="connsiteX4" fmla="*/ 630586 w 630586"/>
                  <a:gd name="connsiteY4" fmla="*/ 314063 h 602832"/>
                  <a:gd name="connsiteX5" fmla="*/ 301402 w 630586"/>
                  <a:gd name="connsiteY5" fmla="*/ 27551 h 602832"/>
                  <a:gd name="connsiteX6" fmla="*/ 2698 w 630586"/>
                  <a:gd name="connsiteY6" fmla="*/ 21455 h 602832"/>
                  <a:gd name="connsiteX0" fmla="*/ 2698 w 630586"/>
                  <a:gd name="connsiteY0" fmla="*/ 20123 h 601500"/>
                  <a:gd name="connsiteX1" fmla="*/ 209962 w 630586"/>
                  <a:gd name="connsiteY1" fmla="*/ 306635 h 601500"/>
                  <a:gd name="connsiteX2" fmla="*/ 2698 w 630586"/>
                  <a:gd name="connsiteY2" fmla="*/ 599243 h 601500"/>
                  <a:gd name="connsiteX3" fmla="*/ 301402 w 630586"/>
                  <a:gd name="connsiteY3" fmla="*/ 599243 h 601500"/>
                  <a:gd name="connsiteX4" fmla="*/ 630586 w 630586"/>
                  <a:gd name="connsiteY4" fmla="*/ 312731 h 601500"/>
                  <a:gd name="connsiteX5" fmla="*/ 301402 w 630586"/>
                  <a:gd name="connsiteY5" fmla="*/ 26219 h 601500"/>
                  <a:gd name="connsiteX6" fmla="*/ 2698 w 630586"/>
                  <a:gd name="connsiteY6" fmla="*/ 20123 h 601500"/>
                  <a:gd name="connsiteX0" fmla="*/ 2146 w 630034"/>
                  <a:gd name="connsiteY0" fmla="*/ 20123 h 601500"/>
                  <a:gd name="connsiteX1" fmla="*/ 209410 w 630034"/>
                  <a:gd name="connsiteY1" fmla="*/ 306635 h 601500"/>
                  <a:gd name="connsiteX2" fmla="*/ 2146 w 630034"/>
                  <a:gd name="connsiteY2" fmla="*/ 599243 h 601500"/>
                  <a:gd name="connsiteX3" fmla="*/ 300850 w 630034"/>
                  <a:gd name="connsiteY3" fmla="*/ 599243 h 601500"/>
                  <a:gd name="connsiteX4" fmla="*/ 630034 w 630034"/>
                  <a:gd name="connsiteY4" fmla="*/ 312731 h 601500"/>
                  <a:gd name="connsiteX5" fmla="*/ 300850 w 630034"/>
                  <a:gd name="connsiteY5" fmla="*/ 26219 h 601500"/>
                  <a:gd name="connsiteX6" fmla="*/ 2146 w 630034"/>
                  <a:gd name="connsiteY6" fmla="*/ 20123 h 601500"/>
                  <a:gd name="connsiteX0" fmla="*/ 6215 w 634103"/>
                  <a:gd name="connsiteY0" fmla="*/ 3947 h 585324"/>
                  <a:gd name="connsiteX1" fmla="*/ 213479 w 634103"/>
                  <a:gd name="connsiteY1" fmla="*/ 290459 h 585324"/>
                  <a:gd name="connsiteX2" fmla="*/ 6215 w 634103"/>
                  <a:gd name="connsiteY2" fmla="*/ 583067 h 585324"/>
                  <a:gd name="connsiteX3" fmla="*/ 304919 w 634103"/>
                  <a:gd name="connsiteY3" fmla="*/ 583067 h 585324"/>
                  <a:gd name="connsiteX4" fmla="*/ 634103 w 634103"/>
                  <a:gd name="connsiteY4" fmla="*/ 296555 h 585324"/>
                  <a:gd name="connsiteX5" fmla="*/ 304919 w 634103"/>
                  <a:gd name="connsiteY5" fmla="*/ 10043 h 585324"/>
                  <a:gd name="connsiteX6" fmla="*/ 6215 w 634103"/>
                  <a:gd name="connsiteY6" fmla="*/ 3947 h 585324"/>
                  <a:gd name="connsiteX0" fmla="*/ 6624 w 634512"/>
                  <a:gd name="connsiteY0" fmla="*/ 3947 h 585324"/>
                  <a:gd name="connsiteX1" fmla="*/ 213888 w 634512"/>
                  <a:gd name="connsiteY1" fmla="*/ 290459 h 585324"/>
                  <a:gd name="connsiteX2" fmla="*/ 6624 w 634512"/>
                  <a:gd name="connsiteY2" fmla="*/ 583067 h 585324"/>
                  <a:gd name="connsiteX3" fmla="*/ 305328 w 634512"/>
                  <a:gd name="connsiteY3" fmla="*/ 583067 h 585324"/>
                  <a:gd name="connsiteX4" fmla="*/ 634512 w 634512"/>
                  <a:gd name="connsiteY4" fmla="*/ 296555 h 585324"/>
                  <a:gd name="connsiteX5" fmla="*/ 305328 w 634512"/>
                  <a:gd name="connsiteY5" fmla="*/ 10043 h 585324"/>
                  <a:gd name="connsiteX6" fmla="*/ 6624 w 634512"/>
                  <a:gd name="connsiteY6" fmla="*/ 3947 h 585324"/>
                  <a:gd name="connsiteX0" fmla="*/ 6624 w 634644"/>
                  <a:gd name="connsiteY0" fmla="*/ 18301 h 599678"/>
                  <a:gd name="connsiteX1" fmla="*/ 213888 w 634644"/>
                  <a:gd name="connsiteY1" fmla="*/ 304813 h 599678"/>
                  <a:gd name="connsiteX2" fmla="*/ 6624 w 634644"/>
                  <a:gd name="connsiteY2" fmla="*/ 597421 h 599678"/>
                  <a:gd name="connsiteX3" fmla="*/ 305328 w 634644"/>
                  <a:gd name="connsiteY3" fmla="*/ 597421 h 599678"/>
                  <a:gd name="connsiteX4" fmla="*/ 634512 w 634644"/>
                  <a:gd name="connsiteY4" fmla="*/ 310909 h 599678"/>
                  <a:gd name="connsiteX5" fmla="*/ 268752 w 634644"/>
                  <a:gd name="connsiteY5" fmla="*/ 30493 h 599678"/>
                  <a:gd name="connsiteX6" fmla="*/ 6624 w 634644"/>
                  <a:gd name="connsiteY6" fmla="*/ 18301 h 599678"/>
                  <a:gd name="connsiteX0" fmla="*/ 6624 w 634644"/>
                  <a:gd name="connsiteY0" fmla="*/ 23735 h 605112"/>
                  <a:gd name="connsiteX1" fmla="*/ 213888 w 634644"/>
                  <a:gd name="connsiteY1" fmla="*/ 310247 h 605112"/>
                  <a:gd name="connsiteX2" fmla="*/ 6624 w 634644"/>
                  <a:gd name="connsiteY2" fmla="*/ 602855 h 605112"/>
                  <a:gd name="connsiteX3" fmla="*/ 305328 w 634644"/>
                  <a:gd name="connsiteY3" fmla="*/ 602855 h 605112"/>
                  <a:gd name="connsiteX4" fmla="*/ 634512 w 634644"/>
                  <a:gd name="connsiteY4" fmla="*/ 316343 h 605112"/>
                  <a:gd name="connsiteX5" fmla="*/ 268752 w 634644"/>
                  <a:gd name="connsiteY5" fmla="*/ 35927 h 605112"/>
                  <a:gd name="connsiteX6" fmla="*/ 6624 w 634644"/>
                  <a:gd name="connsiteY6" fmla="*/ 23735 h 605112"/>
                  <a:gd name="connsiteX0" fmla="*/ 6624 w 634577"/>
                  <a:gd name="connsiteY0" fmla="*/ 17614 h 598991"/>
                  <a:gd name="connsiteX1" fmla="*/ 213888 w 634577"/>
                  <a:gd name="connsiteY1" fmla="*/ 304126 h 598991"/>
                  <a:gd name="connsiteX2" fmla="*/ 6624 w 634577"/>
                  <a:gd name="connsiteY2" fmla="*/ 596734 h 598991"/>
                  <a:gd name="connsiteX3" fmla="*/ 305328 w 634577"/>
                  <a:gd name="connsiteY3" fmla="*/ 596734 h 598991"/>
                  <a:gd name="connsiteX4" fmla="*/ 634512 w 634577"/>
                  <a:gd name="connsiteY4" fmla="*/ 310222 h 598991"/>
                  <a:gd name="connsiteX5" fmla="*/ 329712 w 634577"/>
                  <a:gd name="connsiteY5" fmla="*/ 48094 h 598991"/>
                  <a:gd name="connsiteX6" fmla="*/ 6624 w 634577"/>
                  <a:gd name="connsiteY6" fmla="*/ 17614 h 598991"/>
                  <a:gd name="connsiteX0" fmla="*/ 6624 w 634575"/>
                  <a:gd name="connsiteY0" fmla="*/ 21507 h 602884"/>
                  <a:gd name="connsiteX1" fmla="*/ 213888 w 634575"/>
                  <a:gd name="connsiteY1" fmla="*/ 308019 h 602884"/>
                  <a:gd name="connsiteX2" fmla="*/ 6624 w 634575"/>
                  <a:gd name="connsiteY2" fmla="*/ 600627 h 602884"/>
                  <a:gd name="connsiteX3" fmla="*/ 305328 w 634575"/>
                  <a:gd name="connsiteY3" fmla="*/ 600627 h 602884"/>
                  <a:gd name="connsiteX4" fmla="*/ 634512 w 634575"/>
                  <a:gd name="connsiteY4" fmla="*/ 314115 h 602884"/>
                  <a:gd name="connsiteX5" fmla="*/ 329712 w 634575"/>
                  <a:gd name="connsiteY5" fmla="*/ 51987 h 602884"/>
                  <a:gd name="connsiteX6" fmla="*/ 6624 w 634575"/>
                  <a:gd name="connsiteY6" fmla="*/ 21507 h 602884"/>
                  <a:gd name="connsiteX0" fmla="*/ 6624 w 634575"/>
                  <a:gd name="connsiteY0" fmla="*/ 21507 h 619140"/>
                  <a:gd name="connsiteX1" fmla="*/ 213888 w 634575"/>
                  <a:gd name="connsiteY1" fmla="*/ 308019 h 619140"/>
                  <a:gd name="connsiteX2" fmla="*/ 6624 w 634575"/>
                  <a:gd name="connsiteY2" fmla="*/ 600627 h 619140"/>
                  <a:gd name="connsiteX3" fmla="*/ 305328 w 634575"/>
                  <a:gd name="connsiteY3" fmla="*/ 600627 h 619140"/>
                  <a:gd name="connsiteX4" fmla="*/ 634512 w 634575"/>
                  <a:gd name="connsiteY4" fmla="*/ 314115 h 619140"/>
                  <a:gd name="connsiteX5" fmla="*/ 329712 w 634575"/>
                  <a:gd name="connsiteY5" fmla="*/ 51987 h 619140"/>
                  <a:gd name="connsiteX6" fmla="*/ 6624 w 634575"/>
                  <a:gd name="connsiteY6" fmla="*/ 21507 h 619140"/>
                  <a:gd name="connsiteX0" fmla="*/ 6624 w 634531"/>
                  <a:gd name="connsiteY0" fmla="*/ 21507 h 607159"/>
                  <a:gd name="connsiteX1" fmla="*/ 213888 w 634531"/>
                  <a:gd name="connsiteY1" fmla="*/ 308019 h 607159"/>
                  <a:gd name="connsiteX2" fmla="*/ 6624 w 634531"/>
                  <a:gd name="connsiteY2" fmla="*/ 600627 h 607159"/>
                  <a:gd name="connsiteX3" fmla="*/ 341904 w 634531"/>
                  <a:gd name="connsiteY3" fmla="*/ 582339 h 607159"/>
                  <a:gd name="connsiteX4" fmla="*/ 634512 w 634531"/>
                  <a:gd name="connsiteY4" fmla="*/ 314115 h 607159"/>
                  <a:gd name="connsiteX5" fmla="*/ 329712 w 634531"/>
                  <a:gd name="connsiteY5" fmla="*/ 51987 h 607159"/>
                  <a:gd name="connsiteX6" fmla="*/ 6624 w 634531"/>
                  <a:gd name="connsiteY6" fmla="*/ 21507 h 607159"/>
                  <a:gd name="connsiteX0" fmla="*/ 6624 w 634516"/>
                  <a:gd name="connsiteY0" fmla="*/ 21507 h 600822"/>
                  <a:gd name="connsiteX1" fmla="*/ 213888 w 634516"/>
                  <a:gd name="connsiteY1" fmla="*/ 308019 h 600822"/>
                  <a:gd name="connsiteX2" fmla="*/ 6624 w 634516"/>
                  <a:gd name="connsiteY2" fmla="*/ 600627 h 600822"/>
                  <a:gd name="connsiteX3" fmla="*/ 335808 w 634516"/>
                  <a:gd name="connsiteY3" fmla="*/ 564051 h 600822"/>
                  <a:gd name="connsiteX4" fmla="*/ 634512 w 634516"/>
                  <a:gd name="connsiteY4" fmla="*/ 314115 h 600822"/>
                  <a:gd name="connsiteX5" fmla="*/ 329712 w 634516"/>
                  <a:gd name="connsiteY5" fmla="*/ 51987 h 600822"/>
                  <a:gd name="connsiteX6" fmla="*/ 6624 w 634516"/>
                  <a:gd name="connsiteY6" fmla="*/ 21507 h 600822"/>
                  <a:gd name="connsiteX0" fmla="*/ 6624 w 634516"/>
                  <a:gd name="connsiteY0" fmla="*/ 20598 h 599913"/>
                  <a:gd name="connsiteX1" fmla="*/ 213888 w 634516"/>
                  <a:gd name="connsiteY1" fmla="*/ 307110 h 599913"/>
                  <a:gd name="connsiteX2" fmla="*/ 6624 w 634516"/>
                  <a:gd name="connsiteY2" fmla="*/ 599718 h 599913"/>
                  <a:gd name="connsiteX3" fmla="*/ 335808 w 634516"/>
                  <a:gd name="connsiteY3" fmla="*/ 563142 h 599913"/>
                  <a:gd name="connsiteX4" fmla="*/ 634512 w 634516"/>
                  <a:gd name="connsiteY4" fmla="*/ 313206 h 599913"/>
                  <a:gd name="connsiteX5" fmla="*/ 329712 w 634516"/>
                  <a:gd name="connsiteY5" fmla="*/ 51078 h 599913"/>
                  <a:gd name="connsiteX6" fmla="*/ 6624 w 634516"/>
                  <a:gd name="connsiteY6" fmla="*/ 20598 h 599913"/>
                  <a:gd name="connsiteX0" fmla="*/ 6624 w 634516"/>
                  <a:gd name="connsiteY0" fmla="*/ 22407 h 601722"/>
                  <a:gd name="connsiteX1" fmla="*/ 213888 w 634516"/>
                  <a:gd name="connsiteY1" fmla="*/ 308919 h 601722"/>
                  <a:gd name="connsiteX2" fmla="*/ 6624 w 634516"/>
                  <a:gd name="connsiteY2" fmla="*/ 601527 h 601722"/>
                  <a:gd name="connsiteX3" fmla="*/ 335808 w 634516"/>
                  <a:gd name="connsiteY3" fmla="*/ 564951 h 601722"/>
                  <a:gd name="connsiteX4" fmla="*/ 634512 w 634516"/>
                  <a:gd name="connsiteY4" fmla="*/ 315015 h 601722"/>
                  <a:gd name="connsiteX5" fmla="*/ 329712 w 634516"/>
                  <a:gd name="connsiteY5" fmla="*/ 52887 h 601722"/>
                  <a:gd name="connsiteX6" fmla="*/ 6624 w 634516"/>
                  <a:gd name="connsiteY6" fmla="*/ 22407 h 601722"/>
                  <a:gd name="connsiteX0" fmla="*/ 6624 w 634516"/>
                  <a:gd name="connsiteY0" fmla="*/ 8163 h 587478"/>
                  <a:gd name="connsiteX1" fmla="*/ 213888 w 634516"/>
                  <a:gd name="connsiteY1" fmla="*/ 294675 h 587478"/>
                  <a:gd name="connsiteX2" fmla="*/ 6624 w 634516"/>
                  <a:gd name="connsiteY2" fmla="*/ 587283 h 587478"/>
                  <a:gd name="connsiteX3" fmla="*/ 335808 w 634516"/>
                  <a:gd name="connsiteY3" fmla="*/ 550707 h 587478"/>
                  <a:gd name="connsiteX4" fmla="*/ 634512 w 634516"/>
                  <a:gd name="connsiteY4" fmla="*/ 300771 h 587478"/>
                  <a:gd name="connsiteX5" fmla="*/ 329712 w 634516"/>
                  <a:gd name="connsiteY5" fmla="*/ 38643 h 587478"/>
                  <a:gd name="connsiteX6" fmla="*/ 6624 w 634516"/>
                  <a:gd name="connsiteY6" fmla="*/ 8163 h 587478"/>
                  <a:gd name="connsiteX0" fmla="*/ 6288 w 634180"/>
                  <a:gd name="connsiteY0" fmla="*/ 8163 h 587686"/>
                  <a:gd name="connsiteX1" fmla="*/ 213552 w 634180"/>
                  <a:gd name="connsiteY1" fmla="*/ 294675 h 587686"/>
                  <a:gd name="connsiteX2" fmla="*/ 6288 w 634180"/>
                  <a:gd name="connsiteY2" fmla="*/ 587283 h 587686"/>
                  <a:gd name="connsiteX3" fmla="*/ 335472 w 634180"/>
                  <a:gd name="connsiteY3" fmla="*/ 550707 h 587686"/>
                  <a:gd name="connsiteX4" fmla="*/ 634176 w 634180"/>
                  <a:gd name="connsiteY4" fmla="*/ 300771 h 587686"/>
                  <a:gd name="connsiteX5" fmla="*/ 329376 w 634180"/>
                  <a:gd name="connsiteY5" fmla="*/ 38643 h 587686"/>
                  <a:gd name="connsiteX6" fmla="*/ 6288 w 634180"/>
                  <a:gd name="connsiteY6" fmla="*/ 8163 h 587686"/>
                  <a:gd name="connsiteX0" fmla="*/ 6288 w 634211"/>
                  <a:gd name="connsiteY0" fmla="*/ 8163 h 587686"/>
                  <a:gd name="connsiteX1" fmla="*/ 213552 w 634211"/>
                  <a:gd name="connsiteY1" fmla="*/ 294675 h 587686"/>
                  <a:gd name="connsiteX2" fmla="*/ 6288 w 634211"/>
                  <a:gd name="connsiteY2" fmla="*/ 587283 h 587686"/>
                  <a:gd name="connsiteX3" fmla="*/ 335472 w 634211"/>
                  <a:gd name="connsiteY3" fmla="*/ 550707 h 587686"/>
                  <a:gd name="connsiteX4" fmla="*/ 634176 w 634211"/>
                  <a:gd name="connsiteY4" fmla="*/ 300771 h 587686"/>
                  <a:gd name="connsiteX5" fmla="*/ 329376 w 634211"/>
                  <a:gd name="connsiteY5" fmla="*/ 38643 h 587686"/>
                  <a:gd name="connsiteX6" fmla="*/ 6288 w 634211"/>
                  <a:gd name="connsiteY6" fmla="*/ 8163 h 587686"/>
                  <a:gd name="connsiteX0" fmla="*/ 6288 w 634286"/>
                  <a:gd name="connsiteY0" fmla="*/ 8163 h 587686"/>
                  <a:gd name="connsiteX1" fmla="*/ 213552 w 634286"/>
                  <a:gd name="connsiteY1" fmla="*/ 294675 h 587686"/>
                  <a:gd name="connsiteX2" fmla="*/ 6288 w 634286"/>
                  <a:gd name="connsiteY2" fmla="*/ 587283 h 587686"/>
                  <a:gd name="connsiteX3" fmla="*/ 335472 w 634286"/>
                  <a:gd name="connsiteY3" fmla="*/ 550707 h 587686"/>
                  <a:gd name="connsiteX4" fmla="*/ 634176 w 634286"/>
                  <a:gd name="connsiteY4" fmla="*/ 300771 h 587686"/>
                  <a:gd name="connsiteX5" fmla="*/ 329376 w 634286"/>
                  <a:gd name="connsiteY5" fmla="*/ 38643 h 587686"/>
                  <a:gd name="connsiteX6" fmla="*/ 6288 w 634286"/>
                  <a:gd name="connsiteY6" fmla="*/ 8163 h 587686"/>
                  <a:gd name="connsiteX0" fmla="*/ 6288 w 634286"/>
                  <a:gd name="connsiteY0" fmla="*/ 4816 h 584339"/>
                  <a:gd name="connsiteX1" fmla="*/ 213552 w 634286"/>
                  <a:gd name="connsiteY1" fmla="*/ 291328 h 584339"/>
                  <a:gd name="connsiteX2" fmla="*/ 6288 w 634286"/>
                  <a:gd name="connsiteY2" fmla="*/ 583936 h 584339"/>
                  <a:gd name="connsiteX3" fmla="*/ 335472 w 634286"/>
                  <a:gd name="connsiteY3" fmla="*/ 547360 h 584339"/>
                  <a:gd name="connsiteX4" fmla="*/ 634176 w 634286"/>
                  <a:gd name="connsiteY4" fmla="*/ 297424 h 584339"/>
                  <a:gd name="connsiteX5" fmla="*/ 329376 w 634286"/>
                  <a:gd name="connsiteY5" fmla="*/ 35296 h 584339"/>
                  <a:gd name="connsiteX6" fmla="*/ 6288 w 634286"/>
                  <a:gd name="connsiteY6" fmla="*/ 4816 h 584339"/>
                  <a:gd name="connsiteX0" fmla="*/ 6288 w 634210"/>
                  <a:gd name="connsiteY0" fmla="*/ 14826 h 594349"/>
                  <a:gd name="connsiteX1" fmla="*/ 213552 w 634210"/>
                  <a:gd name="connsiteY1" fmla="*/ 301338 h 594349"/>
                  <a:gd name="connsiteX2" fmla="*/ 6288 w 634210"/>
                  <a:gd name="connsiteY2" fmla="*/ 593946 h 594349"/>
                  <a:gd name="connsiteX3" fmla="*/ 335472 w 634210"/>
                  <a:gd name="connsiteY3" fmla="*/ 557370 h 594349"/>
                  <a:gd name="connsiteX4" fmla="*/ 634176 w 634210"/>
                  <a:gd name="connsiteY4" fmla="*/ 307434 h 594349"/>
                  <a:gd name="connsiteX5" fmla="*/ 353545 w 634210"/>
                  <a:gd name="connsiteY5" fmla="*/ 57390 h 594349"/>
                  <a:gd name="connsiteX6" fmla="*/ 6288 w 634210"/>
                  <a:gd name="connsiteY6" fmla="*/ 14826 h 594349"/>
                  <a:gd name="connsiteX0" fmla="*/ 6288 w 634210"/>
                  <a:gd name="connsiteY0" fmla="*/ 4846 h 584369"/>
                  <a:gd name="connsiteX1" fmla="*/ 213552 w 634210"/>
                  <a:gd name="connsiteY1" fmla="*/ 291358 h 584369"/>
                  <a:gd name="connsiteX2" fmla="*/ 6288 w 634210"/>
                  <a:gd name="connsiteY2" fmla="*/ 583966 h 584369"/>
                  <a:gd name="connsiteX3" fmla="*/ 335472 w 634210"/>
                  <a:gd name="connsiteY3" fmla="*/ 547390 h 584369"/>
                  <a:gd name="connsiteX4" fmla="*/ 634176 w 634210"/>
                  <a:gd name="connsiteY4" fmla="*/ 297454 h 584369"/>
                  <a:gd name="connsiteX5" fmla="*/ 353545 w 634210"/>
                  <a:gd name="connsiteY5" fmla="*/ 47410 h 584369"/>
                  <a:gd name="connsiteX6" fmla="*/ 6288 w 634210"/>
                  <a:gd name="connsiteY6" fmla="*/ 4846 h 584369"/>
                  <a:gd name="connsiteX0" fmla="*/ 6288 w 634210"/>
                  <a:gd name="connsiteY0" fmla="*/ 4415 h 583938"/>
                  <a:gd name="connsiteX1" fmla="*/ 213552 w 634210"/>
                  <a:gd name="connsiteY1" fmla="*/ 290927 h 583938"/>
                  <a:gd name="connsiteX2" fmla="*/ 6288 w 634210"/>
                  <a:gd name="connsiteY2" fmla="*/ 583535 h 583938"/>
                  <a:gd name="connsiteX3" fmla="*/ 335472 w 634210"/>
                  <a:gd name="connsiteY3" fmla="*/ 546959 h 583938"/>
                  <a:gd name="connsiteX4" fmla="*/ 634176 w 634210"/>
                  <a:gd name="connsiteY4" fmla="*/ 297023 h 583938"/>
                  <a:gd name="connsiteX5" fmla="*/ 353545 w 634210"/>
                  <a:gd name="connsiteY5" fmla="*/ 46979 h 583938"/>
                  <a:gd name="connsiteX6" fmla="*/ 6288 w 634210"/>
                  <a:gd name="connsiteY6" fmla="*/ 4415 h 583938"/>
                  <a:gd name="connsiteX0" fmla="*/ 6288 w 634210"/>
                  <a:gd name="connsiteY0" fmla="*/ 5419 h 584942"/>
                  <a:gd name="connsiteX1" fmla="*/ 213552 w 634210"/>
                  <a:gd name="connsiteY1" fmla="*/ 291931 h 584942"/>
                  <a:gd name="connsiteX2" fmla="*/ 6288 w 634210"/>
                  <a:gd name="connsiteY2" fmla="*/ 584539 h 584942"/>
                  <a:gd name="connsiteX3" fmla="*/ 335472 w 634210"/>
                  <a:gd name="connsiteY3" fmla="*/ 547963 h 584942"/>
                  <a:gd name="connsiteX4" fmla="*/ 634176 w 634210"/>
                  <a:gd name="connsiteY4" fmla="*/ 298027 h 584942"/>
                  <a:gd name="connsiteX5" fmla="*/ 353545 w 634210"/>
                  <a:gd name="connsiteY5" fmla="*/ 47983 h 584942"/>
                  <a:gd name="connsiteX6" fmla="*/ 6288 w 634210"/>
                  <a:gd name="connsiteY6" fmla="*/ 5419 h 584942"/>
                  <a:gd name="connsiteX0" fmla="*/ 6288 w 634218"/>
                  <a:gd name="connsiteY0" fmla="*/ 7646 h 587169"/>
                  <a:gd name="connsiteX1" fmla="*/ 213552 w 634218"/>
                  <a:gd name="connsiteY1" fmla="*/ 294158 h 587169"/>
                  <a:gd name="connsiteX2" fmla="*/ 6288 w 634218"/>
                  <a:gd name="connsiteY2" fmla="*/ 586766 h 587169"/>
                  <a:gd name="connsiteX3" fmla="*/ 335472 w 634218"/>
                  <a:gd name="connsiteY3" fmla="*/ 550190 h 587169"/>
                  <a:gd name="connsiteX4" fmla="*/ 634176 w 634218"/>
                  <a:gd name="connsiteY4" fmla="*/ 300254 h 587169"/>
                  <a:gd name="connsiteX5" fmla="*/ 353545 w 634218"/>
                  <a:gd name="connsiteY5" fmla="*/ 50210 h 587169"/>
                  <a:gd name="connsiteX6" fmla="*/ 6288 w 634218"/>
                  <a:gd name="connsiteY6" fmla="*/ 7646 h 587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4218" h="587169">
                    <a:moveTo>
                      <a:pt x="6288" y="7646"/>
                    </a:moveTo>
                    <a:cubicBezTo>
                      <a:pt x="-1402" y="17865"/>
                      <a:pt x="197440" y="80821"/>
                      <a:pt x="213552" y="294158"/>
                    </a:cubicBezTo>
                    <a:cubicBezTo>
                      <a:pt x="229664" y="507495"/>
                      <a:pt x="-44512" y="593878"/>
                      <a:pt x="6288" y="586766"/>
                    </a:cubicBezTo>
                    <a:cubicBezTo>
                      <a:pt x="105856" y="586766"/>
                      <a:pt x="200344" y="591846"/>
                      <a:pt x="335472" y="550190"/>
                    </a:cubicBezTo>
                    <a:cubicBezTo>
                      <a:pt x="470600" y="508534"/>
                      <a:pt x="631164" y="383584"/>
                      <a:pt x="634176" y="300254"/>
                    </a:cubicBezTo>
                    <a:cubicBezTo>
                      <a:pt x="637188" y="216924"/>
                      <a:pt x="479500" y="97260"/>
                      <a:pt x="353545" y="50210"/>
                    </a:cubicBezTo>
                    <a:cubicBezTo>
                      <a:pt x="227590" y="3160"/>
                      <a:pt x="19803" y="-10314"/>
                      <a:pt x="6288" y="7646"/>
                    </a:cubicBezTo>
                    <a:close/>
                  </a:path>
                </a:pathLst>
              </a:custGeom>
              <a:solidFill>
                <a:schemeClr val="bg1"/>
              </a:solidFill>
              <a:ln w="12700"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r"/>
                <a:endParaRPr lang="en-CN" sz="6000"/>
              </a:p>
            </p:txBody>
          </p:sp>
          <p:sp>
            <p:nvSpPr>
              <p:cNvPr id="152" name="Freeform 151">
                <a:extLst>
                  <a:ext uri="{FF2B5EF4-FFF2-40B4-BE49-F238E27FC236}">
                    <a16:creationId xmlns:a16="http://schemas.microsoft.com/office/drawing/2014/main" id="{2BDBB00E-A77A-6541-9970-11C3A3E95B6F}"/>
                  </a:ext>
                </a:extLst>
              </p:cNvPr>
              <p:cNvSpPr/>
              <p:nvPr/>
            </p:nvSpPr>
            <p:spPr bwMode="auto">
              <a:xfrm>
                <a:off x="6470670" y="5701318"/>
                <a:ext cx="223789" cy="531264"/>
              </a:xfrm>
              <a:custGeom>
                <a:avLst/>
                <a:gdLst>
                  <a:gd name="connsiteX0" fmla="*/ 0 w 195378"/>
                  <a:gd name="connsiteY0" fmla="*/ 0 h 541538"/>
                  <a:gd name="connsiteX1" fmla="*/ 195308 w 195378"/>
                  <a:gd name="connsiteY1" fmla="*/ 257452 h 541538"/>
                  <a:gd name="connsiteX2" fmla="*/ 17755 w 195378"/>
                  <a:gd name="connsiteY2" fmla="*/ 541538 h 541538"/>
                  <a:gd name="connsiteX0" fmla="*/ 2793 w 198102"/>
                  <a:gd name="connsiteY0" fmla="*/ 0 h 531264"/>
                  <a:gd name="connsiteX1" fmla="*/ 198101 w 198102"/>
                  <a:gd name="connsiteY1" fmla="*/ 257452 h 531264"/>
                  <a:gd name="connsiteX2" fmla="*/ 0 w 198102"/>
                  <a:gd name="connsiteY2" fmla="*/ 531264 h 531264"/>
                  <a:gd name="connsiteX0" fmla="*/ 2793 w 223788"/>
                  <a:gd name="connsiteY0" fmla="*/ 0 h 531264"/>
                  <a:gd name="connsiteX1" fmla="*/ 223787 w 223788"/>
                  <a:gd name="connsiteY1" fmla="*/ 262589 h 531264"/>
                  <a:gd name="connsiteX2" fmla="*/ 0 w 223788"/>
                  <a:gd name="connsiteY2" fmla="*/ 531264 h 531264"/>
                  <a:gd name="connsiteX0" fmla="*/ 2793 w 223902"/>
                  <a:gd name="connsiteY0" fmla="*/ 0 h 531264"/>
                  <a:gd name="connsiteX1" fmla="*/ 223787 w 223902"/>
                  <a:gd name="connsiteY1" fmla="*/ 262589 h 531264"/>
                  <a:gd name="connsiteX2" fmla="*/ 0 w 223902"/>
                  <a:gd name="connsiteY2" fmla="*/ 531264 h 531264"/>
                  <a:gd name="connsiteX0" fmla="*/ 2793 w 223934"/>
                  <a:gd name="connsiteY0" fmla="*/ 0 h 531264"/>
                  <a:gd name="connsiteX1" fmla="*/ 223787 w 223934"/>
                  <a:gd name="connsiteY1" fmla="*/ 262589 h 531264"/>
                  <a:gd name="connsiteX2" fmla="*/ 0 w 223934"/>
                  <a:gd name="connsiteY2" fmla="*/ 531264 h 531264"/>
                  <a:gd name="connsiteX0" fmla="*/ 2793 w 223927"/>
                  <a:gd name="connsiteY0" fmla="*/ 0 h 531264"/>
                  <a:gd name="connsiteX1" fmla="*/ 223787 w 223927"/>
                  <a:gd name="connsiteY1" fmla="*/ 262589 h 531264"/>
                  <a:gd name="connsiteX2" fmla="*/ 0 w 223927"/>
                  <a:gd name="connsiteY2" fmla="*/ 531264 h 531264"/>
                  <a:gd name="connsiteX0" fmla="*/ 2793 w 223927"/>
                  <a:gd name="connsiteY0" fmla="*/ 0 h 531264"/>
                  <a:gd name="connsiteX1" fmla="*/ 223787 w 223927"/>
                  <a:gd name="connsiteY1" fmla="*/ 262589 h 531264"/>
                  <a:gd name="connsiteX2" fmla="*/ 0 w 223927"/>
                  <a:gd name="connsiteY2" fmla="*/ 531264 h 531264"/>
                  <a:gd name="connsiteX0" fmla="*/ 2793 w 223789"/>
                  <a:gd name="connsiteY0" fmla="*/ 0 h 531264"/>
                  <a:gd name="connsiteX1" fmla="*/ 223787 w 223789"/>
                  <a:gd name="connsiteY1" fmla="*/ 262589 h 531264"/>
                  <a:gd name="connsiteX2" fmla="*/ 0 w 223789"/>
                  <a:gd name="connsiteY2" fmla="*/ 531264 h 531264"/>
                </a:gdLst>
                <a:ahLst/>
                <a:cxnLst>
                  <a:cxn ang="0">
                    <a:pos x="connsiteX0" y="connsiteY0"/>
                  </a:cxn>
                  <a:cxn ang="0">
                    <a:pos x="connsiteX1" y="connsiteY1"/>
                  </a:cxn>
                  <a:cxn ang="0">
                    <a:pos x="connsiteX2" y="connsiteY2"/>
                  </a:cxn>
                </a:cxnLst>
                <a:rect l="l" t="t" r="r" b="b"/>
                <a:pathLst>
                  <a:path w="223789" h="531264">
                    <a:moveTo>
                      <a:pt x="2793" y="0"/>
                    </a:moveTo>
                    <a:cubicBezTo>
                      <a:pt x="145200" y="83598"/>
                      <a:pt x="224252" y="153497"/>
                      <a:pt x="223787" y="262589"/>
                    </a:cubicBezTo>
                    <a:cubicBezTo>
                      <a:pt x="223322" y="371681"/>
                      <a:pt x="115941" y="460034"/>
                      <a:pt x="0" y="531264"/>
                    </a:cubicBezTo>
                  </a:path>
                </a:pathLst>
              </a:cu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2800" b="0" i="0" u="none" strike="noStrike" cap="none" normalizeH="0" baseline="0">
                  <a:ln>
                    <a:noFill/>
                  </a:ln>
                  <a:solidFill>
                    <a:schemeClr val="tx1"/>
                  </a:solidFill>
                  <a:effectLst/>
                  <a:latin typeface="Arial" charset="0"/>
                </a:endParaRPr>
              </a:p>
            </p:txBody>
          </p:sp>
        </p:grpSp>
        <p:sp>
          <p:nvSpPr>
            <p:cNvPr id="137" name="TextBox 136">
              <a:extLst>
                <a:ext uri="{FF2B5EF4-FFF2-40B4-BE49-F238E27FC236}">
                  <a16:creationId xmlns:a16="http://schemas.microsoft.com/office/drawing/2014/main" id="{D724B54C-9ECB-E54A-9748-EA5FB3F6A144}"/>
                </a:ext>
              </a:extLst>
            </p:cNvPr>
            <p:cNvSpPr txBox="1"/>
            <p:nvPr/>
          </p:nvSpPr>
          <p:spPr>
            <a:xfrm>
              <a:off x="2680599" y="5758290"/>
              <a:ext cx="354584"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s1</a:t>
              </a:r>
              <a:endParaRPr lang="en-CN" sz="1200" dirty="0">
                <a:solidFill>
                  <a:schemeClr val="tx1"/>
                </a:solidFill>
                <a:latin typeface="Arial" panose="020B0604020202020204" pitchFamily="34" charset="0"/>
                <a:cs typeface="Arial" panose="020B0604020202020204" pitchFamily="34" charset="0"/>
              </a:endParaRPr>
            </a:p>
          </p:txBody>
        </p:sp>
        <p:sp>
          <p:nvSpPr>
            <p:cNvPr id="138" name="TextBox 137">
              <a:extLst>
                <a:ext uri="{FF2B5EF4-FFF2-40B4-BE49-F238E27FC236}">
                  <a16:creationId xmlns:a16="http://schemas.microsoft.com/office/drawing/2014/main" id="{7CCC5901-604D-B24B-B143-BB50490DD3FE}"/>
                </a:ext>
              </a:extLst>
            </p:cNvPr>
            <p:cNvSpPr txBox="1"/>
            <p:nvPr/>
          </p:nvSpPr>
          <p:spPr>
            <a:xfrm>
              <a:off x="3361714" y="5177634"/>
              <a:ext cx="354584"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c0</a:t>
              </a:r>
              <a:endParaRPr lang="en-CN" sz="1200" dirty="0">
                <a:solidFill>
                  <a:schemeClr val="tx1"/>
                </a:solidFill>
                <a:latin typeface="Arial" panose="020B0604020202020204" pitchFamily="34" charset="0"/>
                <a:cs typeface="Arial" panose="020B0604020202020204" pitchFamily="34" charset="0"/>
              </a:endParaRPr>
            </a:p>
          </p:txBody>
        </p:sp>
        <p:grpSp>
          <p:nvGrpSpPr>
            <p:cNvPr id="139" name="Group 138">
              <a:extLst>
                <a:ext uri="{FF2B5EF4-FFF2-40B4-BE49-F238E27FC236}">
                  <a16:creationId xmlns:a16="http://schemas.microsoft.com/office/drawing/2014/main" id="{F9F52C04-D5E5-A949-BF51-D2FAA0A88D38}"/>
                </a:ext>
              </a:extLst>
            </p:cNvPr>
            <p:cNvGrpSpPr/>
            <p:nvPr/>
          </p:nvGrpSpPr>
          <p:grpSpPr>
            <a:xfrm rot="5400000">
              <a:off x="3165054" y="5239500"/>
              <a:ext cx="929873" cy="173895"/>
              <a:chOff x="4269238" y="5655686"/>
              <a:chExt cx="3092770" cy="587169"/>
            </a:xfrm>
          </p:grpSpPr>
          <p:cxnSp>
            <p:nvCxnSpPr>
              <p:cNvPr id="143" name="Straight Connector 142">
                <a:extLst>
                  <a:ext uri="{FF2B5EF4-FFF2-40B4-BE49-F238E27FC236}">
                    <a16:creationId xmlns:a16="http://schemas.microsoft.com/office/drawing/2014/main" id="{AF18AFB5-83F0-9A44-80BC-88697113D185}"/>
                  </a:ext>
                </a:extLst>
              </p:cNvPr>
              <p:cNvCxnSpPr>
                <a:cxnSpLocks/>
              </p:cNvCxnSpPr>
              <p:nvPr/>
            </p:nvCxnSpPr>
            <p:spPr bwMode="auto">
              <a:xfrm>
                <a:off x="7208898" y="5945946"/>
                <a:ext cx="153110" cy="0"/>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144" name="Straight Connector 143">
                <a:extLst>
                  <a:ext uri="{FF2B5EF4-FFF2-40B4-BE49-F238E27FC236}">
                    <a16:creationId xmlns:a16="http://schemas.microsoft.com/office/drawing/2014/main" id="{15AE7EE2-4341-C243-94DE-95ADA96F6E31}"/>
                  </a:ext>
                </a:extLst>
              </p:cNvPr>
              <p:cNvCxnSpPr>
                <a:cxnSpLocks/>
              </p:cNvCxnSpPr>
              <p:nvPr/>
            </p:nvCxnSpPr>
            <p:spPr bwMode="auto">
              <a:xfrm rot="16200000">
                <a:off x="5515222" y="4550345"/>
                <a:ext cx="0" cy="2491967"/>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145" name="Straight Connector 144">
                <a:extLst>
                  <a:ext uri="{FF2B5EF4-FFF2-40B4-BE49-F238E27FC236}">
                    <a16:creationId xmlns:a16="http://schemas.microsoft.com/office/drawing/2014/main" id="{A3C3C11F-1B31-2E4B-92A4-0838D9FE6D5E}"/>
                  </a:ext>
                </a:extLst>
              </p:cNvPr>
              <p:cNvCxnSpPr>
                <a:cxnSpLocks/>
              </p:cNvCxnSpPr>
              <p:nvPr/>
            </p:nvCxnSpPr>
            <p:spPr bwMode="auto">
              <a:xfrm rot="16200000">
                <a:off x="6402275" y="5730975"/>
                <a:ext cx="0" cy="717863"/>
              </a:xfrm>
              <a:prstGeom prst="line">
                <a:avLst/>
              </a:prstGeom>
              <a:solidFill>
                <a:schemeClr val="accent1"/>
              </a:solidFill>
              <a:ln w="12700" cap="flat" cmpd="sng" algn="ctr">
                <a:solidFill>
                  <a:schemeClr val="tx1"/>
                </a:solidFill>
                <a:prstDash val="solid"/>
                <a:round/>
                <a:headEnd type="none" w="med" len="med"/>
                <a:tailEnd type="none" w="med" len="med"/>
              </a:ln>
              <a:effectLst/>
            </p:spPr>
          </p:cxnSp>
          <p:sp>
            <p:nvSpPr>
              <p:cNvPr id="146" name="Freeform 145">
                <a:extLst>
                  <a:ext uri="{FF2B5EF4-FFF2-40B4-BE49-F238E27FC236}">
                    <a16:creationId xmlns:a16="http://schemas.microsoft.com/office/drawing/2014/main" id="{2A81078A-8AD9-6442-BDBA-70B406F23348}"/>
                  </a:ext>
                </a:extLst>
              </p:cNvPr>
              <p:cNvSpPr/>
              <p:nvPr/>
            </p:nvSpPr>
            <p:spPr bwMode="auto">
              <a:xfrm>
                <a:off x="6574688" y="5655686"/>
                <a:ext cx="634218" cy="587169"/>
              </a:xfrm>
              <a:custGeom>
                <a:avLst/>
                <a:gdLst>
                  <a:gd name="connsiteX0" fmla="*/ 0 w 627888"/>
                  <a:gd name="connsiteY0" fmla="*/ 0 h 579120"/>
                  <a:gd name="connsiteX1" fmla="*/ 207264 w 627888"/>
                  <a:gd name="connsiteY1" fmla="*/ 286512 h 579120"/>
                  <a:gd name="connsiteX2" fmla="*/ 0 w 627888"/>
                  <a:gd name="connsiteY2" fmla="*/ 579120 h 579120"/>
                  <a:gd name="connsiteX3" fmla="*/ 365760 w 627888"/>
                  <a:gd name="connsiteY3" fmla="*/ 573024 h 579120"/>
                  <a:gd name="connsiteX4" fmla="*/ 627888 w 627888"/>
                  <a:gd name="connsiteY4" fmla="*/ 292608 h 579120"/>
                  <a:gd name="connsiteX5" fmla="*/ 390144 w 627888"/>
                  <a:gd name="connsiteY5" fmla="*/ 6096 h 579120"/>
                  <a:gd name="connsiteX6" fmla="*/ 0 w 627888"/>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30586"/>
                  <a:gd name="connsiteY0" fmla="*/ 0 h 579120"/>
                  <a:gd name="connsiteX1" fmla="*/ 209962 w 630586"/>
                  <a:gd name="connsiteY1" fmla="*/ 286512 h 579120"/>
                  <a:gd name="connsiteX2" fmla="*/ 2698 w 630586"/>
                  <a:gd name="connsiteY2" fmla="*/ 579120 h 579120"/>
                  <a:gd name="connsiteX3" fmla="*/ 368458 w 630586"/>
                  <a:gd name="connsiteY3" fmla="*/ 573024 h 579120"/>
                  <a:gd name="connsiteX4" fmla="*/ 630586 w 630586"/>
                  <a:gd name="connsiteY4" fmla="*/ 292608 h 579120"/>
                  <a:gd name="connsiteX5" fmla="*/ 392842 w 630586"/>
                  <a:gd name="connsiteY5" fmla="*/ 6096 h 579120"/>
                  <a:gd name="connsiteX6" fmla="*/ 2698 w 630586"/>
                  <a:gd name="connsiteY6" fmla="*/ 0 h 579120"/>
                  <a:gd name="connsiteX0" fmla="*/ 2698 w 646520"/>
                  <a:gd name="connsiteY0" fmla="*/ 0 h 579120"/>
                  <a:gd name="connsiteX1" fmla="*/ 209962 w 646520"/>
                  <a:gd name="connsiteY1" fmla="*/ 286512 h 579120"/>
                  <a:gd name="connsiteX2" fmla="*/ 2698 w 646520"/>
                  <a:gd name="connsiteY2" fmla="*/ 579120 h 579120"/>
                  <a:gd name="connsiteX3" fmla="*/ 368458 w 646520"/>
                  <a:gd name="connsiteY3" fmla="*/ 573024 h 579120"/>
                  <a:gd name="connsiteX4" fmla="*/ 630586 w 646520"/>
                  <a:gd name="connsiteY4" fmla="*/ 292608 h 579120"/>
                  <a:gd name="connsiteX5" fmla="*/ 392842 w 646520"/>
                  <a:gd name="connsiteY5" fmla="*/ 6096 h 579120"/>
                  <a:gd name="connsiteX6" fmla="*/ 2698 w 646520"/>
                  <a:gd name="connsiteY6" fmla="*/ 0 h 579120"/>
                  <a:gd name="connsiteX0" fmla="*/ 2698 w 646520"/>
                  <a:gd name="connsiteY0" fmla="*/ 51141 h 630261"/>
                  <a:gd name="connsiteX1" fmla="*/ 209962 w 646520"/>
                  <a:gd name="connsiteY1" fmla="*/ 337653 h 630261"/>
                  <a:gd name="connsiteX2" fmla="*/ 2698 w 646520"/>
                  <a:gd name="connsiteY2" fmla="*/ 630261 h 630261"/>
                  <a:gd name="connsiteX3" fmla="*/ 368458 w 646520"/>
                  <a:gd name="connsiteY3" fmla="*/ 624165 h 630261"/>
                  <a:gd name="connsiteX4" fmla="*/ 630586 w 646520"/>
                  <a:gd name="connsiteY4" fmla="*/ 343749 h 630261"/>
                  <a:gd name="connsiteX5" fmla="*/ 392842 w 646520"/>
                  <a:gd name="connsiteY5" fmla="*/ 57237 h 630261"/>
                  <a:gd name="connsiteX6" fmla="*/ 2698 w 646520"/>
                  <a:gd name="connsiteY6" fmla="*/ 51141 h 630261"/>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0123 h 599243"/>
                  <a:gd name="connsiteX1" fmla="*/ 209962 w 646520"/>
                  <a:gd name="connsiteY1" fmla="*/ 306635 h 599243"/>
                  <a:gd name="connsiteX2" fmla="*/ 2698 w 646520"/>
                  <a:gd name="connsiteY2" fmla="*/ 599243 h 599243"/>
                  <a:gd name="connsiteX3" fmla="*/ 368458 w 646520"/>
                  <a:gd name="connsiteY3" fmla="*/ 593147 h 599243"/>
                  <a:gd name="connsiteX4" fmla="*/ 630586 w 646520"/>
                  <a:gd name="connsiteY4" fmla="*/ 312731 h 599243"/>
                  <a:gd name="connsiteX5" fmla="*/ 392842 w 646520"/>
                  <a:gd name="connsiteY5" fmla="*/ 26219 h 599243"/>
                  <a:gd name="connsiteX6" fmla="*/ 2698 w 646520"/>
                  <a:gd name="connsiteY6" fmla="*/ 20123 h 599243"/>
                  <a:gd name="connsiteX0" fmla="*/ 2698 w 646520"/>
                  <a:gd name="connsiteY0" fmla="*/ 21455 h 600575"/>
                  <a:gd name="connsiteX1" fmla="*/ 209962 w 646520"/>
                  <a:gd name="connsiteY1" fmla="*/ 307967 h 600575"/>
                  <a:gd name="connsiteX2" fmla="*/ 2698 w 646520"/>
                  <a:gd name="connsiteY2" fmla="*/ 600575 h 600575"/>
                  <a:gd name="connsiteX3" fmla="*/ 368458 w 646520"/>
                  <a:gd name="connsiteY3" fmla="*/ 594479 h 600575"/>
                  <a:gd name="connsiteX4" fmla="*/ 630586 w 646520"/>
                  <a:gd name="connsiteY4" fmla="*/ 314063 h 600575"/>
                  <a:gd name="connsiteX5" fmla="*/ 392842 w 646520"/>
                  <a:gd name="connsiteY5" fmla="*/ 27551 h 600575"/>
                  <a:gd name="connsiteX6" fmla="*/ 2698 w 646520"/>
                  <a:gd name="connsiteY6" fmla="*/ 21455 h 600575"/>
                  <a:gd name="connsiteX0" fmla="*/ 2698 w 630586"/>
                  <a:gd name="connsiteY0" fmla="*/ 21455 h 600575"/>
                  <a:gd name="connsiteX1" fmla="*/ 209962 w 630586"/>
                  <a:gd name="connsiteY1" fmla="*/ 307967 h 600575"/>
                  <a:gd name="connsiteX2" fmla="*/ 2698 w 630586"/>
                  <a:gd name="connsiteY2" fmla="*/ 600575 h 600575"/>
                  <a:gd name="connsiteX3" fmla="*/ 368458 w 630586"/>
                  <a:gd name="connsiteY3" fmla="*/ 594479 h 600575"/>
                  <a:gd name="connsiteX4" fmla="*/ 630586 w 630586"/>
                  <a:gd name="connsiteY4" fmla="*/ 314063 h 600575"/>
                  <a:gd name="connsiteX5" fmla="*/ 392842 w 630586"/>
                  <a:gd name="connsiteY5" fmla="*/ 27551 h 600575"/>
                  <a:gd name="connsiteX6" fmla="*/ 2698 w 630586"/>
                  <a:gd name="connsiteY6" fmla="*/ 21455 h 600575"/>
                  <a:gd name="connsiteX0" fmla="*/ 2698 w 631527"/>
                  <a:gd name="connsiteY0" fmla="*/ 21455 h 600575"/>
                  <a:gd name="connsiteX1" fmla="*/ 209962 w 631527"/>
                  <a:gd name="connsiteY1" fmla="*/ 307967 h 600575"/>
                  <a:gd name="connsiteX2" fmla="*/ 2698 w 631527"/>
                  <a:gd name="connsiteY2" fmla="*/ 600575 h 600575"/>
                  <a:gd name="connsiteX3" fmla="*/ 301402 w 631527"/>
                  <a:gd name="connsiteY3" fmla="*/ 600575 h 600575"/>
                  <a:gd name="connsiteX4" fmla="*/ 630586 w 631527"/>
                  <a:gd name="connsiteY4" fmla="*/ 314063 h 600575"/>
                  <a:gd name="connsiteX5" fmla="*/ 392842 w 631527"/>
                  <a:gd name="connsiteY5" fmla="*/ 27551 h 600575"/>
                  <a:gd name="connsiteX6" fmla="*/ 2698 w 631527"/>
                  <a:gd name="connsiteY6" fmla="*/ 21455 h 600575"/>
                  <a:gd name="connsiteX0" fmla="*/ 2698 w 631527"/>
                  <a:gd name="connsiteY0" fmla="*/ 21455 h 602832"/>
                  <a:gd name="connsiteX1" fmla="*/ 209962 w 631527"/>
                  <a:gd name="connsiteY1" fmla="*/ 307967 h 602832"/>
                  <a:gd name="connsiteX2" fmla="*/ 2698 w 631527"/>
                  <a:gd name="connsiteY2" fmla="*/ 600575 h 602832"/>
                  <a:gd name="connsiteX3" fmla="*/ 301402 w 631527"/>
                  <a:gd name="connsiteY3" fmla="*/ 600575 h 602832"/>
                  <a:gd name="connsiteX4" fmla="*/ 630586 w 631527"/>
                  <a:gd name="connsiteY4" fmla="*/ 314063 h 602832"/>
                  <a:gd name="connsiteX5" fmla="*/ 392842 w 631527"/>
                  <a:gd name="connsiteY5" fmla="*/ 27551 h 602832"/>
                  <a:gd name="connsiteX6" fmla="*/ 2698 w 631527"/>
                  <a:gd name="connsiteY6" fmla="*/ 21455 h 602832"/>
                  <a:gd name="connsiteX0" fmla="*/ 2698 w 630586"/>
                  <a:gd name="connsiteY0" fmla="*/ 21455 h 602832"/>
                  <a:gd name="connsiteX1" fmla="*/ 209962 w 630586"/>
                  <a:gd name="connsiteY1" fmla="*/ 307967 h 602832"/>
                  <a:gd name="connsiteX2" fmla="*/ 2698 w 630586"/>
                  <a:gd name="connsiteY2" fmla="*/ 600575 h 602832"/>
                  <a:gd name="connsiteX3" fmla="*/ 301402 w 630586"/>
                  <a:gd name="connsiteY3" fmla="*/ 600575 h 602832"/>
                  <a:gd name="connsiteX4" fmla="*/ 630586 w 630586"/>
                  <a:gd name="connsiteY4" fmla="*/ 314063 h 602832"/>
                  <a:gd name="connsiteX5" fmla="*/ 301402 w 630586"/>
                  <a:gd name="connsiteY5" fmla="*/ 27551 h 602832"/>
                  <a:gd name="connsiteX6" fmla="*/ 2698 w 630586"/>
                  <a:gd name="connsiteY6" fmla="*/ 21455 h 602832"/>
                  <a:gd name="connsiteX0" fmla="*/ 2698 w 630586"/>
                  <a:gd name="connsiteY0" fmla="*/ 20123 h 601500"/>
                  <a:gd name="connsiteX1" fmla="*/ 209962 w 630586"/>
                  <a:gd name="connsiteY1" fmla="*/ 306635 h 601500"/>
                  <a:gd name="connsiteX2" fmla="*/ 2698 w 630586"/>
                  <a:gd name="connsiteY2" fmla="*/ 599243 h 601500"/>
                  <a:gd name="connsiteX3" fmla="*/ 301402 w 630586"/>
                  <a:gd name="connsiteY3" fmla="*/ 599243 h 601500"/>
                  <a:gd name="connsiteX4" fmla="*/ 630586 w 630586"/>
                  <a:gd name="connsiteY4" fmla="*/ 312731 h 601500"/>
                  <a:gd name="connsiteX5" fmla="*/ 301402 w 630586"/>
                  <a:gd name="connsiteY5" fmla="*/ 26219 h 601500"/>
                  <a:gd name="connsiteX6" fmla="*/ 2698 w 630586"/>
                  <a:gd name="connsiteY6" fmla="*/ 20123 h 601500"/>
                  <a:gd name="connsiteX0" fmla="*/ 2146 w 630034"/>
                  <a:gd name="connsiteY0" fmla="*/ 20123 h 601500"/>
                  <a:gd name="connsiteX1" fmla="*/ 209410 w 630034"/>
                  <a:gd name="connsiteY1" fmla="*/ 306635 h 601500"/>
                  <a:gd name="connsiteX2" fmla="*/ 2146 w 630034"/>
                  <a:gd name="connsiteY2" fmla="*/ 599243 h 601500"/>
                  <a:gd name="connsiteX3" fmla="*/ 300850 w 630034"/>
                  <a:gd name="connsiteY3" fmla="*/ 599243 h 601500"/>
                  <a:gd name="connsiteX4" fmla="*/ 630034 w 630034"/>
                  <a:gd name="connsiteY4" fmla="*/ 312731 h 601500"/>
                  <a:gd name="connsiteX5" fmla="*/ 300850 w 630034"/>
                  <a:gd name="connsiteY5" fmla="*/ 26219 h 601500"/>
                  <a:gd name="connsiteX6" fmla="*/ 2146 w 630034"/>
                  <a:gd name="connsiteY6" fmla="*/ 20123 h 601500"/>
                  <a:gd name="connsiteX0" fmla="*/ 6215 w 634103"/>
                  <a:gd name="connsiteY0" fmla="*/ 3947 h 585324"/>
                  <a:gd name="connsiteX1" fmla="*/ 213479 w 634103"/>
                  <a:gd name="connsiteY1" fmla="*/ 290459 h 585324"/>
                  <a:gd name="connsiteX2" fmla="*/ 6215 w 634103"/>
                  <a:gd name="connsiteY2" fmla="*/ 583067 h 585324"/>
                  <a:gd name="connsiteX3" fmla="*/ 304919 w 634103"/>
                  <a:gd name="connsiteY3" fmla="*/ 583067 h 585324"/>
                  <a:gd name="connsiteX4" fmla="*/ 634103 w 634103"/>
                  <a:gd name="connsiteY4" fmla="*/ 296555 h 585324"/>
                  <a:gd name="connsiteX5" fmla="*/ 304919 w 634103"/>
                  <a:gd name="connsiteY5" fmla="*/ 10043 h 585324"/>
                  <a:gd name="connsiteX6" fmla="*/ 6215 w 634103"/>
                  <a:gd name="connsiteY6" fmla="*/ 3947 h 585324"/>
                  <a:gd name="connsiteX0" fmla="*/ 6624 w 634512"/>
                  <a:gd name="connsiteY0" fmla="*/ 3947 h 585324"/>
                  <a:gd name="connsiteX1" fmla="*/ 213888 w 634512"/>
                  <a:gd name="connsiteY1" fmla="*/ 290459 h 585324"/>
                  <a:gd name="connsiteX2" fmla="*/ 6624 w 634512"/>
                  <a:gd name="connsiteY2" fmla="*/ 583067 h 585324"/>
                  <a:gd name="connsiteX3" fmla="*/ 305328 w 634512"/>
                  <a:gd name="connsiteY3" fmla="*/ 583067 h 585324"/>
                  <a:gd name="connsiteX4" fmla="*/ 634512 w 634512"/>
                  <a:gd name="connsiteY4" fmla="*/ 296555 h 585324"/>
                  <a:gd name="connsiteX5" fmla="*/ 305328 w 634512"/>
                  <a:gd name="connsiteY5" fmla="*/ 10043 h 585324"/>
                  <a:gd name="connsiteX6" fmla="*/ 6624 w 634512"/>
                  <a:gd name="connsiteY6" fmla="*/ 3947 h 585324"/>
                  <a:gd name="connsiteX0" fmla="*/ 6624 w 634644"/>
                  <a:gd name="connsiteY0" fmla="*/ 18301 h 599678"/>
                  <a:gd name="connsiteX1" fmla="*/ 213888 w 634644"/>
                  <a:gd name="connsiteY1" fmla="*/ 304813 h 599678"/>
                  <a:gd name="connsiteX2" fmla="*/ 6624 w 634644"/>
                  <a:gd name="connsiteY2" fmla="*/ 597421 h 599678"/>
                  <a:gd name="connsiteX3" fmla="*/ 305328 w 634644"/>
                  <a:gd name="connsiteY3" fmla="*/ 597421 h 599678"/>
                  <a:gd name="connsiteX4" fmla="*/ 634512 w 634644"/>
                  <a:gd name="connsiteY4" fmla="*/ 310909 h 599678"/>
                  <a:gd name="connsiteX5" fmla="*/ 268752 w 634644"/>
                  <a:gd name="connsiteY5" fmla="*/ 30493 h 599678"/>
                  <a:gd name="connsiteX6" fmla="*/ 6624 w 634644"/>
                  <a:gd name="connsiteY6" fmla="*/ 18301 h 599678"/>
                  <a:gd name="connsiteX0" fmla="*/ 6624 w 634644"/>
                  <a:gd name="connsiteY0" fmla="*/ 23735 h 605112"/>
                  <a:gd name="connsiteX1" fmla="*/ 213888 w 634644"/>
                  <a:gd name="connsiteY1" fmla="*/ 310247 h 605112"/>
                  <a:gd name="connsiteX2" fmla="*/ 6624 w 634644"/>
                  <a:gd name="connsiteY2" fmla="*/ 602855 h 605112"/>
                  <a:gd name="connsiteX3" fmla="*/ 305328 w 634644"/>
                  <a:gd name="connsiteY3" fmla="*/ 602855 h 605112"/>
                  <a:gd name="connsiteX4" fmla="*/ 634512 w 634644"/>
                  <a:gd name="connsiteY4" fmla="*/ 316343 h 605112"/>
                  <a:gd name="connsiteX5" fmla="*/ 268752 w 634644"/>
                  <a:gd name="connsiteY5" fmla="*/ 35927 h 605112"/>
                  <a:gd name="connsiteX6" fmla="*/ 6624 w 634644"/>
                  <a:gd name="connsiteY6" fmla="*/ 23735 h 605112"/>
                  <a:gd name="connsiteX0" fmla="*/ 6624 w 634577"/>
                  <a:gd name="connsiteY0" fmla="*/ 17614 h 598991"/>
                  <a:gd name="connsiteX1" fmla="*/ 213888 w 634577"/>
                  <a:gd name="connsiteY1" fmla="*/ 304126 h 598991"/>
                  <a:gd name="connsiteX2" fmla="*/ 6624 w 634577"/>
                  <a:gd name="connsiteY2" fmla="*/ 596734 h 598991"/>
                  <a:gd name="connsiteX3" fmla="*/ 305328 w 634577"/>
                  <a:gd name="connsiteY3" fmla="*/ 596734 h 598991"/>
                  <a:gd name="connsiteX4" fmla="*/ 634512 w 634577"/>
                  <a:gd name="connsiteY4" fmla="*/ 310222 h 598991"/>
                  <a:gd name="connsiteX5" fmla="*/ 329712 w 634577"/>
                  <a:gd name="connsiteY5" fmla="*/ 48094 h 598991"/>
                  <a:gd name="connsiteX6" fmla="*/ 6624 w 634577"/>
                  <a:gd name="connsiteY6" fmla="*/ 17614 h 598991"/>
                  <a:gd name="connsiteX0" fmla="*/ 6624 w 634575"/>
                  <a:gd name="connsiteY0" fmla="*/ 21507 h 602884"/>
                  <a:gd name="connsiteX1" fmla="*/ 213888 w 634575"/>
                  <a:gd name="connsiteY1" fmla="*/ 308019 h 602884"/>
                  <a:gd name="connsiteX2" fmla="*/ 6624 w 634575"/>
                  <a:gd name="connsiteY2" fmla="*/ 600627 h 602884"/>
                  <a:gd name="connsiteX3" fmla="*/ 305328 w 634575"/>
                  <a:gd name="connsiteY3" fmla="*/ 600627 h 602884"/>
                  <a:gd name="connsiteX4" fmla="*/ 634512 w 634575"/>
                  <a:gd name="connsiteY4" fmla="*/ 314115 h 602884"/>
                  <a:gd name="connsiteX5" fmla="*/ 329712 w 634575"/>
                  <a:gd name="connsiteY5" fmla="*/ 51987 h 602884"/>
                  <a:gd name="connsiteX6" fmla="*/ 6624 w 634575"/>
                  <a:gd name="connsiteY6" fmla="*/ 21507 h 602884"/>
                  <a:gd name="connsiteX0" fmla="*/ 6624 w 634575"/>
                  <a:gd name="connsiteY0" fmla="*/ 21507 h 619140"/>
                  <a:gd name="connsiteX1" fmla="*/ 213888 w 634575"/>
                  <a:gd name="connsiteY1" fmla="*/ 308019 h 619140"/>
                  <a:gd name="connsiteX2" fmla="*/ 6624 w 634575"/>
                  <a:gd name="connsiteY2" fmla="*/ 600627 h 619140"/>
                  <a:gd name="connsiteX3" fmla="*/ 305328 w 634575"/>
                  <a:gd name="connsiteY3" fmla="*/ 600627 h 619140"/>
                  <a:gd name="connsiteX4" fmla="*/ 634512 w 634575"/>
                  <a:gd name="connsiteY4" fmla="*/ 314115 h 619140"/>
                  <a:gd name="connsiteX5" fmla="*/ 329712 w 634575"/>
                  <a:gd name="connsiteY5" fmla="*/ 51987 h 619140"/>
                  <a:gd name="connsiteX6" fmla="*/ 6624 w 634575"/>
                  <a:gd name="connsiteY6" fmla="*/ 21507 h 619140"/>
                  <a:gd name="connsiteX0" fmla="*/ 6624 w 634531"/>
                  <a:gd name="connsiteY0" fmla="*/ 21507 h 607159"/>
                  <a:gd name="connsiteX1" fmla="*/ 213888 w 634531"/>
                  <a:gd name="connsiteY1" fmla="*/ 308019 h 607159"/>
                  <a:gd name="connsiteX2" fmla="*/ 6624 w 634531"/>
                  <a:gd name="connsiteY2" fmla="*/ 600627 h 607159"/>
                  <a:gd name="connsiteX3" fmla="*/ 341904 w 634531"/>
                  <a:gd name="connsiteY3" fmla="*/ 582339 h 607159"/>
                  <a:gd name="connsiteX4" fmla="*/ 634512 w 634531"/>
                  <a:gd name="connsiteY4" fmla="*/ 314115 h 607159"/>
                  <a:gd name="connsiteX5" fmla="*/ 329712 w 634531"/>
                  <a:gd name="connsiteY5" fmla="*/ 51987 h 607159"/>
                  <a:gd name="connsiteX6" fmla="*/ 6624 w 634531"/>
                  <a:gd name="connsiteY6" fmla="*/ 21507 h 607159"/>
                  <a:gd name="connsiteX0" fmla="*/ 6624 w 634516"/>
                  <a:gd name="connsiteY0" fmla="*/ 21507 h 600822"/>
                  <a:gd name="connsiteX1" fmla="*/ 213888 w 634516"/>
                  <a:gd name="connsiteY1" fmla="*/ 308019 h 600822"/>
                  <a:gd name="connsiteX2" fmla="*/ 6624 w 634516"/>
                  <a:gd name="connsiteY2" fmla="*/ 600627 h 600822"/>
                  <a:gd name="connsiteX3" fmla="*/ 335808 w 634516"/>
                  <a:gd name="connsiteY3" fmla="*/ 564051 h 600822"/>
                  <a:gd name="connsiteX4" fmla="*/ 634512 w 634516"/>
                  <a:gd name="connsiteY4" fmla="*/ 314115 h 600822"/>
                  <a:gd name="connsiteX5" fmla="*/ 329712 w 634516"/>
                  <a:gd name="connsiteY5" fmla="*/ 51987 h 600822"/>
                  <a:gd name="connsiteX6" fmla="*/ 6624 w 634516"/>
                  <a:gd name="connsiteY6" fmla="*/ 21507 h 600822"/>
                  <a:gd name="connsiteX0" fmla="*/ 6624 w 634516"/>
                  <a:gd name="connsiteY0" fmla="*/ 20598 h 599913"/>
                  <a:gd name="connsiteX1" fmla="*/ 213888 w 634516"/>
                  <a:gd name="connsiteY1" fmla="*/ 307110 h 599913"/>
                  <a:gd name="connsiteX2" fmla="*/ 6624 w 634516"/>
                  <a:gd name="connsiteY2" fmla="*/ 599718 h 599913"/>
                  <a:gd name="connsiteX3" fmla="*/ 335808 w 634516"/>
                  <a:gd name="connsiteY3" fmla="*/ 563142 h 599913"/>
                  <a:gd name="connsiteX4" fmla="*/ 634512 w 634516"/>
                  <a:gd name="connsiteY4" fmla="*/ 313206 h 599913"/>
                  <a:gd name="connsiteX5" fmla="*/ 329712 w 634516"/>
                  <a:gd name="connsiteY5" fmla="*/ 51078 h 599913"/>
                  <a:gd name="connsiteX6" fmla="*/ 6624 w 634516"/>
                  <a:gd name="connsiteY6" fmla="*/ 20598 h 599913"/>
                  <a:gd name="connsiteX0" fmla="*/ 6624 w 634516"/>
                  <a:gd name="connsiteY0" fmla="*/ 22407 h 601722"/>
                  <a:gd name="connsiteX1" fmla="*/ 213888 w 634516"/>
                  <a:gd name="connsiteY1" fmla="*/ 308919 h 601722"/>
                  <a:gd name="connsiteX2" fmla="*/ 6624 w 634516"/>
                  <a:gd name="connsiteY2" fmla="*/ 601527 h 601722"/>
                  <a:gd name="connsiteX3" fmla="*/ 335808 w 634516"/>
                  <a:gd name="connsiteY3" fmla="*/ 564951 h 601722"/>
                  <a:gd name="connsiteX4" fmla="*/ 634512 w 634516"/>
                  <a:gd name="connsiteY4" fmla="*/ 315015 h 601722"/>
                  <a:gd name="connsiteX5" fmla="*/ 329712 w 634516"/>
                  <a:gd name="connsiteY5" fmla="*/ 52887 h 601722"/>
                  <a:gd name="connsiteX6" fmla="*/ 6624 w 634516"/>
                  <a:gd name="connsiteY6" fmla="*/ 22407 h 601722"/>
                  <a:gd name="connsiteX0" fmla="*/ 6624 w 634516"/>
                  <a:gd name="connsiteY0" fmla="*/ 8163 h 587478"/>
                  <a:gd name="connsiteX1" fmla="*/ 213888 w 634516"/>
                  <a:gd name="connsiteY1" fmla="*/ 294675 h 587478"/>
                  <a:gd name="connsiteX2" fmla="*/ 6624 w 634516"/>
                  <a:gd name="connsiteY2" fmla="*/ 587283 h 587478"/>
                  <a:gd name="connsiteX3" fmla="*/ 335808 w 634516"/>
                  <a:gd name="connsiteY3" fmla="*/ 550707 h 587478"/>
                  <a:gd name="connsiteX4" fmla="*/ 634512 w 634516"/>
                  <a:gd name="connsiteY4" fmla="*/ 300771 h 587478"/>
                  <a:gd name="connsiteX5" fmla="*/ 329712 w 634516"/>
                  <a:gd name="connsiteY5" fmla="*/ 38643 h 587478"/>
                  <a:gd name="connsiteX6" fmla="*/ 6624 w 634516"/>
                  <a:gd name="connsiteY6" fmla="*/ 8163 h 587478"/>
                  <a:gd name="connsiteX0" fmla="*/ 6288 w 634180"/>
                  <a:gd name="connsiteY0" fmla="*/ 8163 h 587686"/>
                  <a:gd name="connsiteX1" fmla="*/ 213552 w 634180"/>
                  <a:gd name="connsiteY1" fmla="*/ 294675 h 587686"/>
                  <a:gd name="connsiteX2" fmla="*/ 6288 w 634180"/>
                  <a:gd name="connsiteY2" fmla="*/ 587283 h 587686"/>
                  <a:gd name="connsiteX3" fmla="*/ 335472 w 634180"/>
                  <a:gd name="connsiteY3" fmla="*/ 550707 h 587686"/>
                  <a:gd name="connsiteX4" fmla="*/ 634176 w 634180"/>
                  <a:gd name="connsiteY4" fmla="*/ 300771 h 587686"/>
                  <a:gd name="connsiteX5" fmla="*/ 329376 w 634180"/>
                  <a:gd name="connsiteY5" fmla="*/ 38643 h 587686"/>
                  <a:gd name="connsiteX6" fmla="*/ 6288 w 634180"/>
                  <a:gd name="connsiteY6" fmla="*/ 8163 h 587686"/>
                  <a:gd name="connsiteX0" fmla="*/ 6288 w 634211"/>
                  <a:gd name="connsiteY0" fmla="*/ 8163 h 587686"/>
                  <a:gd name="connsiteX1" fmla="*/ 213552 w 634211"/>
                  <a:gd name="connsiteY1" fmla="*/ 294675 h 587686"/>
                  <a:gd name="connsiteX2" fmla="*/ 6288 w 634211"/>
                  <a:gd name="connsiteY2" fmla="*/ 587283 h 587686"/>
                  <a:gd name="connsiteX3" fmla="*/ 335472 w 634211"/>
                  <a:gd name="connsiteY3" fmla="*/ 550707 h 587686"/>
                  <a:gd name="connsiteX4" fmla="*/ 634176 w 634211"/>
                  <a:gd name="connsiteY4" fmla="*/ 300771 h 587686"/>
                  <a:gd name="connsiteX5" fmla="*/ 329376 w 634211"/>
                  <a:gd name="connsiteY5" fmla="*/ 38643 h 587686"/>
                  <a:gd name="connsiteX6" fmla="*/ 6288 w 634211"/>
                  <a:gd name="connsiteY6" fmla="*/ 8163 h 587686"/>
                  <a:gd name="connsiteX0" fmla="*/ 6288 w 634286"/>
                  <a:gd name="connsiteY0" fmla="*/ 8163 h 587686"/>
                  <a:gd name="connsiteX1" fmla="*/ 213552 w 634286"/>
                  <a:gd name="connsiteY1" fmla="*/ 294675 h 587686"/>
                  <a:gd name="connsiteX2" fmla="*/ 6288 w 634286"/>
                  <a:gd name="connsiteY2" fmla="*/ 587283 h 587686"/>
                  <a:gd name="connsiteX3" fmla="*/ 335472 w 634286"/>
                  <a:gd name="connsiteY3" fmla="*/ 550707 h 587686"/>
                  <a:gd name="connsiteX4" fmla="*/ 634176 w 634286"/>
                  <a:gd name="connsiteY4" fmla="*/ 300771 h 587686"/>
                  <a:gd name="connsiteX5" fmla="*/ 329376 w 634286"/>
                  <a:gd name="connsiteY5" fmla="*/ 38643 h 587686"/>
                  <a:gd name="connsiteX6" fmla="*/ 6288 w 634286"/>
                  <a:gd name="connsiteY6" fmla="*/ 8163 h 587686"/>
                  <a:gd name="connsiteX0" fmla="*/ 6288 w 634286"/>
                  <a:gd name="connsiteY0" fmla="*/ 4816 h 584339"/>
                  <a:gd name="connsiteX1" fmla="*/ 213552 w 634286"/>
                  <a:gd name="connsiteY1" fmla="*/ 291328 h 584339"/>
                  <a:gd name="connsiteX2" fmla="*/ 6288 w 634286"/>
                  <a:gd name="connsiteY2" fmla="*/ 583936 h 584339"/>
                  <a:gd name="connsiteX3" fmla="*/ 335472 w 634286"/>
                  <a:gd name="connsiteY3" fmla="*/ 547360 h 584339"/>
                  <a:gd name="connsiteX4" fmla="*/ 634176 w 634286"/>
                  <a:gd name="connsiteY4" fmla="*/ 297424 h 584339"/>
                  <a:gd name="connsiteX5" fmla="*/ 329376 w 634286"/>
                  <a:gd name="connsiteY5" fmla="*/ 35296 h 584339"/>
                  <a:gd name="connsiteX6" fmla="*/ 6288 w 634286"/>
                  <a:gd name="connsiteY6" fmla="*/ 4816 h 584339"/>
                  <a:gd name="connsiteX0" fmla="*/ 6288 w 634210"/>
                  <a:gd name="connsiteY0" fmla="*/ 14826 h 594349"/>
                  <a:gd name="connsiteX1" fmla="*/ 213552 w 634210"/>
                  <a:gd name="connsiteY1" fmla="*/ 301338 h 594349"/>
                  <a:gd name="connsiteX2" fmla="*/ 6288 w 634210"/>
                  <a:gd name="connsiteY2" fmla="*/ 593946 h 594349"/>
                  <a:gd name="connsiteX3" fmla="*/ 335472 w 634210"/>
                  <a:gd name="connsiteY3" fmla="*/ 557370 h 594349"/>
                  <a:gd name="connsiteX4" fmla="*/ 634176 w 634210"/>
                  <a:gd name="connsiteY4" fmla="*/ 307434 h 594349"/>
                  <a:gd name="connsiteX5" fmla="*/ 353545 w 634210"/>
                  <a:gd name="connsiteY5" fmla="*/ 57390 h 594349"/>
                  <a:gd name="connsiteX6" fmla="*/ 6288 w 634210"/>
                  <a:gd name="connsiteY6" fmla="*/ 14826 h 594349"/>
                  <a:gd name="connsiteX0" fmla="*/ 6288 w 634210"/>
                  <a:gd name="connsiteY0" fmla="*/ 4846 h 584369"/>
                  <a:gd name="connsiteX1" fmla="*/ 213552 w 634210"/>
                  <a:gd name="connsiteY1" fmla="*/ 291358 h 584369"/>
                  <a:gd name="connsiteX2" fmla="*/ 6288 w 634210"/>
                  <a:gd name="connsiteY2" fmla="*/ 583966 h 584369"/>
                  <a:gd name="connsiteX3" fmla="*/ 335472 w 634210"/>
                  <a:gd name="connsiteY3" fmla="*/ 547390 h 584369"/>
                  <a:gd name="connsiteX4" fmla="*/ 634176 w 634210"/>
                  <a:gd name="connsiteY4" fmla="*/ 297454 h 584369"/>
                  <a:gd name="connsiteX5" fmla="*/ 353545 w 634210"/>
                  <a:gd name="connsiteY5" fmla="*/ 47410 h 584369"/>
                  <a:gd name="connsiteX6" fmla="*/ 6288 w 634210"/>
                  <a:gd name="connsiteY6" fmla="*/ 4846 h 584369"/>
                  <a:gd name="connsiteX0" fmla="*/ 6288 w 634210"/>
                  <a:gd name="connsiteY0" fmla="*/ 4415 h 583938"/>
                  <a:gd name="connsiteX1" fmla="*/ 213552 w 634210"/>
                  <a:gd name="connsiteY1" fmla="*/ 290927 h 583938"/>
                  <a:gd name="connsiteX2" fmla="*/ 6288 w 634210"/>
                  <a:gd name="connsiteY2" fmla="*/ 583535 h 583938"/>
                  <a:gd name="connsiteX3" fmla="*/ 335472 w 634210"/>
                  <a:gd name="connsiteY3" fmla="*/ 546959 h 583938"/>
                  <a:gd name="connsiteX4" fmla="*/ 634176 w 634210"/>
                  <a:gd name="connsiteY4" fmla="*/ 297023 h 583938"/>
                  <a:gd name="connsiteX5" fmla="*/ 353545 w 634210"/>
                  <a:gd name="connsiteY5" fmla="*/ 46979 h 583938"/>
                  <a:gd name="connsiteX6" fmla="*/ 6288 w 634210"/>
                  <a:gd name="connsiteY6" fmla="*/ 4415 h 583938"/>
                  <a:gd name="connsiteX0" fmla="*/ 6288 w 634210"/>
                  <a:gd name="connsiteY0" fmla="*/ 5419 h 584942"/>
                  <a:gd name="connsiteX1" fmla="*/ 213552 w 634210"/>
                  <a:gd name="connsiteY1" fmla="*/ 291931 h 584942"/>
                  <a:gd name="connsiteX2" fmla="*/ 6288 w 634210"/>
                  <a:gd name="connsiteY2" fmla="*/ 584539 h 584942"/>
                  <a:gd name="connsiteX3" fmla="*/ 335472 w 634210"/>
                  <a:gd name="connsiteY3" fmla="*/ 547963 h 584942"/>
                  <a:gd name="connsiteX4" fmla="*/ 634176 w 634210"/>
                  <a:gd name="connsiteY4" fmla="*/ 298027 h 584942"/>
                  <a:gd name="connsiteX5" fmla="*/ 353545 w 634210"/>
                  <a:gd name="connsiteY5" fmla="*/ 47983 h 584942"/>
                  <a:gd name="connsiteX6" fmla="*/ 6288 w 634210"/>
                  <a:gd name="connsiteY6" fmla="*/ 5419 h 584942"/>
                  <a:gd name="connsiteX0" fmla="*/ 6288 w 634218"/>
                  <a:gd name="connsiteY0" fmla="*/ 7646 h 587169"/>
                  <a:gd name="connsiteX1" fmla="*/ 213552 w 634218"/>
                  <a:gd name="connsiteY1" fmla="*/ 294158 h 587169"/>
                  <a:gd name="connsiteX2" fmla="*/ 6288 w 634218"/>
                  <a:gd name="connsiteY2" fmla="*/ 586766 h 587169"/>
                  <a:gd name="connsiteX3" fmla="*/ 335472 w 634218"/>
                  <a:gd name="connsiteY3" fmla="*/ 550190 h 587169"/>
                  <a:gd name="connsiteX4" fmla="*/ 634176 w 634218"/>
                  <a:gd name="connsiteY4" fmla="*/ 300254 h 587169"/>
                  <a:gd name="connsiteX5" fmla="*/ 353545 w 634218"/>
                  <a:gd name="connsiteY5" fmla="*/ 50210 h 587169"/>
                  <a:gd name="connsiteX6" fmla="*/ 6288 w 634218"/>
                  <a:gd name="connsiteY6" fmla="*/ 7646 h 587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4218" h="587169">
                    <a:moveTo>
                      <a:pt x="6288" y="7646"/>
                    </a:moveTo>
                    <a:cubicBezTo>
                      <a:pt x="-1402" y="17865"/>
                      <a:pt x="197440" y="80821"/>
                      <a:pt x="213552" y="294158"/>
                    </a:cubicBezTo>
                    <a:cubicBezTo>
                      <a:pt x="229664" y="507495"/>
                      <a:pt x="-44512" y="593878"/>
                      <a:pt x="6288" y="586766"/>
                    </a:cubicBezTo>
                    <a:cubicBezTo>
                      <a:pt x="105856" y="586766"/>
                      <a:pt x="200344" y="591846"/>
                      <a:pt x="335472" y="550190"/>
                    </a:cubicBezTo>
                    <a:cubicBezTo>
                      <a:pt x="470600" y="508534"/>
                      <a:pt x="631164" y="383584"/>
                      <a:pt x="634176" y="300254"/>
                    </a:cubicBezTo>
                    <a:cubicBezTo>
                      <a:pt x="637188" y="216924"/>
                      <a:pt x="479500" y="97260"/>
                      <a:pt x="353545" y="50210"/>
                    </a:cubicBezTo>
                    <a:cubicBezTo>
                      <a:pt x="227590" y="3160"/>
                      <a:pt x="19803" y="-10314"/>
                      <a:pt x="6288" y="7646"/>
                    </a:cubicBezTo>
                    <a:close/>
                  </a:path>
                </a:pathLst>
              </a:custGeom>
              <a:solidFill>
                <a:schemeClr val="bg1"/>
              </a:solidFill>
              <a:ln w="12700"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r"/>
                <a:endParaRPr lang="en-CN" sz="6000"/>
              </a:p>
            </p:txBody>
          </p:sp>
          <p:sp>
            <p:nvSpPr>
              <p:cNvPr id="147" name="Freeform 146">
                <a:extLst>
                  <a:ext uri="{FF2B5EF4-FFF2-40B4-BE49-F238E27FC236}">
                    <a16:creationId xmlns:a16="http://schemas.microsoft.com/office/drawing/2014/main" id="{1B1C25C4-ABAA-224C-8E1C-6BE248AD97FF}"/>
                  </a:ext>
                </a:extLst>
              </p:cNvPr>
              <p:cNvSpPr/>
              <p:nvPr/>
            </p:nvSpPr>
            <p:spPr bwMode="auto">
              <a:xfrm>
                <a:off x="6470670" y="5701318"/>
                <a:ext cx="223789" cy="531264"/>
              </a:xfrm>
              <a:custGeom>
                <a:avLst/>
                <a:gdLst>
                  <a:gd name="connsiteX0" fmla="*/ 0 w 195378"/>
                  <a:gd name="connsiteY0" fmla="*/ 0 h 541538"/>
                  <a:gd name="connsiteX1" fmla="*/ 195308 w 195378"/>
                  <a:gd name="connsiteY1" fmla="*/ 257452 h 541538"/>
                  <a:gd name="connsiteX2" fmla="*/ 17755 w 195378"/>
                  <a:gd name="connsiteY2" fmla="*/ 541538 h 541538"/>
                  <a:gd name="connsiteX0" fmla="*/ 2793 w 198102"/>
                  <a:gd name="connsiteY0" fmla="*/ 0 h 531264"/>
                  <a:gd name="connsiteX1" fmla="*/ 198101 w 198102"/>
                  <a:gd name="connsiteY1" fmla="*/ 257452 h 531264"/>
                  <a:gd name="connsiteX2" fmla="*/ 0 w 198102"/>
                  <a:gd name="connsiteY2" fmla="*/ 531264 h 531264"/>
                  <a:gd name="connsiteX0" fmla="*/ 2793 w 223788"/>
                  <a:gd name="connsiteY0" fmla="*/ 0 h 531264"/>
                  <a:gd name="connsiteX1" fmla="*/ 223787 w 223788"/>
                  <a:gd name="connsiteY1" fmla="*/ 262589 h 531264"/>
                  <a:gd name="connsiteX2" fmla="*/ 0 w 223788"/>
                  <a:gd name="connsiteY2" fmla="*/ 531264 h 531264"/>
                  <a:gd name="connsiteX0" fmla="*/ 2793 w 223902"/>
                  <a:gd name="connsiteY0" fmla="*/ 0 h 531264"/>
                  <a:gd name="connsiteX1" fmla="*/ 223787 w 223902"/>
                  <a:gd name="connsiteY1" fmla="*/ 262589 h 531264"/>
                  <a:gd name="connsiteX2" fmla="*/ 0 w 223902"/>
                  <a:gd name="connsiteY2" fmla="*/ 531264 h 531264"/>
                  <a:gd name="connsiteX0" fmla="*/ 2793 w 223934"/>
                  <a:gd name="connsiteY0" fmla="*/ 0 h 531264"/>
                  <a:gd name="connsiteX1" fmla="*/ 223787 w 223934"/>
                  <a:gd name="connsiteY1" fmla="*/ 262589 h 531264"/>
                  <a:gd name="connsiteX2" fmla="*/ 0 w 223934"/>
                  <a:gd name="connsiteY2" fmla="*/ 531264 h 531264"/>
                  <a:gd name="connsiteX0" fmla="*/ 2793 w 223927"/>
                  <a:gd name="connsiteY0" fmla="*/ 0 h 531264"/>
                  <a:gd name="connsiteX1" fmla="*/ 223787 w 223927"/>
                  <a:gd name="connsiteY1" fmla="*/ 262589 h 531264"/>
                  <a:gd name="connsiteX2" fmla="*/ 0 w 223927"/>
                  <a:gd name="connsiteY2" fmla="*/ 531264 h 531264"/>
                  <a:gd name="connsiteX0" fmla="*/ 2793 w 223927"/>
                  <a:gd name="connsiteY0" fmla="*/ 0 h 531264"/>
                  <a:gd name="connsiteX1" fmla="*/ 223787 w 223927"/>
                  <a:gd name="connsiteY1" fmla="*/ 262589 h 531264"/>
                  <a:gd name="connsiteX2" fmla="*/ 0 w 223927"/>
                  <a:gd name="connsiteY2" fmla="*/ 531264 h 531264"/>
                  <a:gd name="connsiteX0" fmla="*/ 2793 w 223789"/>
                  <a:gd name="connsiteY0" fmla="*/ 0 h 531264"/>
                  <a:gd name="connsiteX1" fmla="*/ 223787 w 223789"/>
                  <a:gd name="connsiteY1" fmla="*/ 262589 h 531264"/>
                  <a:gd name="connsiteX2" fmla="*/ 0 w 223789"/>
                  <a:gd name="connsiteY2" fmla="*/ 531264 h 531264"/>
                </a:gdLst>
                <a:ahLst/>
                <a:cxnLst>
                  <a:cxn ang="0">
                    <a:pos x="connsiteX0" y="connsiteY0"/>
                  </a:cxn>
                  <a:cxn ang="0">
                    <a:pos x="connsiteX1" y="connsiteY1"/>
                  </a:cxn>
                  <a:cxn ang="0">
                    <a:pos x="connsiteX2" y="connsiteY2"/>
                  </a:cxn>
                </a:cxnLst>
                <a:rect l="l" t="t" r="r" b="b"/>
                <a:pathLst>
                  <a:path w="223789" h="531264">
                    <a:moveTo>
                      <a:pt x="2793" y="0"/>
                    </a:moveTo>
                    <a:cubicBezTo>
                      <a:pt x="145200" y="83598"/>
                      <a:pt x="224252" y="153497"/>
                      <a:pt x="223787" y="262589"/>
                    </a:cubicBezTo>
                    <a:cubicBezTo>
                      <a:pt x="223322" y="371681"/>
                      <a:pt x="115941" y="460034"/>
                      <a:pt x="0" y="531264"/>
                    </a:cubicBezTo>
                  </a:path>
                </a:pathLst>
              </a:cu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2800" b="0" i="0" u="none" strike="noStrike" cap="none" normalizeH="0" baseline="0">
                  <a:ln>
                    <a:noFill/>
                  </a:ln>
                  <a:solidFill>
                    <a:schemeClr val="tx1"/>
                  </a:solidFill>
                  <a:effectLst/>
                  <a:latin typeface="Arial" charset="0"/>
                </a:endParaRPr>
              </a:p>
            </p:txBody>
          </p:sp>
        </p:grpSp>
        <p:sp>
          <p:nvSpPr>
            <p:cNvPr id="140" name="TextBox 139">
              <a:extLst>
                <a:ext uri="{FF2B5EF4-FFF2-40B4-BE49-F238E27FC236}">
                  <a16:creationId xmlns:a16="http://schemas.microsoft.com/office/drawing/2014/main" id="{C6C7F045-29E6-2B46-BCD8-53D818BAFE52}"/>
                </a:ext>
              </a:extLst>
            </p:cNvPr>
            <p:cNvSpPr txBox="1"/>
            <p:nvPr/>
          </p:nvSpPr>
          <p:spPr>
            <a:xfrm>
              <a:off x="3466995" y="5758290"/>
              <a:ext cx="354584"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s0</a:t>
              </a:r>
              <a:endParaRPr lang="en-CN" sz="1200" dirty="0">
                <a:solidFill>
                  <a:schemeClr val="tx1"/>
                </a:solidFill>
                <a:latin typeface="Arial" panose="020B0604020202020204" pitchFamily="34" charset="0"/>
                <a:cs typeface="Arial" panose="020B0604020202020204" pitchFamily="34" charset="0"/>
              </a:endParaRPr>
            </a:p>
          </p:txBody>
        </p:sp>
        <p:sp>
          <p:nvSpPr>
            <p:cNvPr id="141" name="TextBox 140">
              <a:extLst>
                <a:ext uri="{FF2B5EF4-FFF2-40B4-BE49-F238E27FC236}">
                  <a16:creationId xmlns:a16="http://schemas.microsoft.com/office/drawing/2014/main" id="{AB54EBD4-A48A-3445-B2CA-9ECC534917F1}"/>
                </a:ext>
              </a:extLst>
            </p:cNvPr>
            <p:cNvSpPr txBox="1"/>
            <p:nvPr/>
          </p:nvSpPr>
          <p:spPr>
            <a:xfrm>
              <a:off x="442483" y="4789500"/>
              <a:ext cx="354584"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c4</a:t>
              </a:r>
              <a:endParaRPr lang="en-CN" sz="1200" dirty="0">
                <a:solidFill>
                  <a:schemeClr val="tx1"/>
                </a:solidFill>
                <a:latin typeface="Arial" panose="020B0604020202020204" pitchFamily="34" charset="0"/>
                <a:cs typeface="Arial" panose="020B0604020202020204" pitchFamily="34" charset="0"/>
              </a:endParaRPr>
            </a:p>
          </p:txBody>
        </p:sp>
        <p:sp>
          <p:nvSpPr>
            <p:cNvPr id="142" name="TextBox 141">
              <a:extLst>
                <a:ext uri="{FF2B5EF4-FFF2-40B4-BE49-F238E27FC236}">
                  <a16:creationId xmlns:a16="http://schemas.microsoft.com/office/drawing/2014/main" id="{03795531-B6DB-434A-A28A-CC3FE334EE2E}"/>
                </a:ext>
              </a:extLst>
            </p:cNvPr>
            <p:cNvSpPr txBox="1"/>
            <p:nvPr/>
          </p:nvSpPr>
          <p:spPr>
            <a:xfrm>
              <a:off x="3920730" y="4804229"/>
              <a:ext cx="354584" cy="276999"/>
            </a:xfrm>
            <a:prstGeom prst="rect">
              <a:avLst/>
            </a:prstGeom>
            <a:noFill/>
          </p:spPr>
          <p:txBody>
            <a:bodyPr wrap="none" rtlCol="0">
              <a:spAutoFit/>
            </a:bodyPr>
            <a:lstStyle/>
            <a:p>
              <a:r>
                <a:rPr lang="en-US" sz="1200" dirty="0">
                  <a:solidFill>
                    <a:schemeClr val="tx1"/>
                  </a:solidFill>
                  <a:latin typeface="Arial" panose="020B0604020202020204" pitchFamily="34" charset="0"/>
                  <a:cs typeface="Arial" panose="020B0604020202020204" pitchFamily="34" charset="0"/>
                </a:rPr>
                <a:t>c0</a:t>
              </a:r>
              <a:endParaRPr lang="en-CN" sz="1200" dirty="0">
                <a:solidFill>
                  <a:schemeClr val="tx1"/>
                </a:solidFill>
                <a:latin typeface="Arial" panose="020B0604020202020204" pitchFamily="34" charset="0"/>
                <a:cs typeface="Arial" panose="020B0604020202020204" pitchFamily="34" charset="0"/>
              </a:endParaRPr>
            </a:p>
          </p:txBody>
        </p:sp>
      </p:grpSp>
      <p:cxnSp>
        <p:nvCxnSpPr>
          <p:cNvPr id="226" name="Straight Connector 225">
            <a:extLst>
              <a:ext uri="{FF2B5EF4-FFF2-40B4-BE49-F238E27FC236}">
                <a16:creationId xmlns:a16="http://schemas.microsoft.com/office/drawing/2014/main" id="{ADC651A4-24C2-E348-A467-ECA237C92ED2}"/>
              </a:ext>
            </a:extLst>
          </p:cNvPr>
          <p:cNvCxnSpPr/>
          <p:nvPr/>
        </p:nvCxnSpPr>
        <p:spPr bwMode="auto">
          <a:xfrm>
            <a:off x="4245769" y="4814664"/>
            <a:ext cx="595128" cy="0"/>
          </a:xfrm>
          <a:prstGeom prst="line">
            <a:avLst/>
          </a:prstGeom>
          <a:solidFill>
            <a:schemeClr val="accent1"/>
          </a:solidFill>
          <a:ln w="38100" cap="flat" cmpd="sng" algn="ctr">
            <a:solidFill>
              <a:srgbClr val="0070C0"/>
            </a:solidFill>
            <a:prstDash val="sysDash"/>
            <a:round/>
            <a:headEnd type="none" w="med" len="med"/>
            <a:tailEnd type="none" w="med" len="med"/>
          </a:ln>
          <a:effectLst/>
        </p:spPr>
      </p:cxnSp>
      <p:sp>
        <p:nvSpPr>
          <p:cNvPr id="228" name="Rectangle 227">
            <a:extLst>
              <a:ext uri="{FF2B5EF4-FFF2-40B4-BE49-F238E27FC236}">
                <a16:creationId xmlns:a16="http://schemas.microsoft.com/office/drawing/2014/main" id="{2A25CD76-D860-EC44-956E-8450D44FC1C1}"/>
              </a:ext>
            </a:extLst>
          </p:cNvPr>
          <p:cNvSpPr/>
          <p:nvPr/>
        </p:nvSpPr>
        <p:spPr>
          <a:xfrm>
            <a:off x="634530" y="5853462"/>
            <a:ext cx="4297510" cy="707886"/>
          </a:xfrm>
          <a:prstGeom prst="rect">
            <a:avLst/>
          </a:prstGeom>
        </p:spPr>
        <p:txBody>
          <a:bodyPr wrap="square">
            <a:spAutoFit/>
          </a:bodyPr>
          <a:lstStyle/>
          <a:p>
            <a:r>
              <a:rPr lang="zh-CN" altLang="en-US" sz="2000" b="1" dirty="0">
                <a:latin typeface="Arial" panose="020B0604020202020204" pitchFamily="34" charset="0"/>
                <a:ea typeface="STHeiti" panose="02010600040101010101" pitchFamily="2" charset="-122"/>
                <a:cs typeface="Arial" panose="020B0604020202020204" pitchFamily="34" charset="0"/>
                <a:sym typeface="Microsoft Yahei" panose="020B0503020204020204" pitchFamily="34" charset="-122"/>
              </a:rPr>
              <a:t>问：</a:t>
            </a:r>
            <a:r>
              <a:rPr lang="en-US" altLang="zh-CN" sz="2000" b="1" dirty="0">
                <a:latin typeface="Arial" panose="020B0604020202020204" pitchFamily="34" charset="0"/>
                <a:ea typeface="STHeiti" panose="02010600040101010101" pitchFamily="2" charset="-122"/>
                <a:cs typeface="Arial" panose="020B0604020202020204" pitchFamily="34" charset="0"/>
                <a:sym typeface="Microsoft Yahei" panose="020B0503020204020204" pitchFamily="34" charset="-122"/>
              </a:rPr>
              <a:t>A/B</a:t>
            </a:r>
            <a:r>
              <a:rPr lang="zh-CN" altLang="en-US" sz="2000" b="1" dirty="0">
                <a:latin typeface="Arial" panose="020B0604020202020204" pitchFamily="34" charset="0"/>
                <a:ea typeface="STHeiti" panose="02010600040101010101" pitchFamily="2" charset="-122"/>
                <a:cs typeface="Arial" panose="020B0604020202020204" pitchFamily="34" charset="0"/>
                <a:sym typeface="Microsoft Yahei" panose="020B0503020204020204" pitchFamily="34" charset="-122"/>
              </a:rPr>
              <a:t>不变，</a:t>
            </a:r>
            <a:r>
              <a:rPr lang="en-US" altLang="zh-CN" sz="2000" b="1" dirty="0">
                <a:latin typeface="Arial" panose="020B0604020202020204" pitchFamily="34" charset="0"/>
                <a:ea typeface="STHeiti" panose="02010600040101010101" pitchFamily="2" charset="-122"/>
                <a:cs typeface="Arial" panose="020B0604020202020204" pitchFamily="34" charset="0"/>
                <a:sym typeface="Microsoft Yahei" panose="020B0503020204020204" pitchFamily="34" charset="-122"/>
              </a:rPr>
              <a:t>S7</a:t>
            </a:r>
            <a:r>
              <a:rPr lang="zh-CN" altLang="en-US" sz="2000" b="1" dirty="0">
                <a:latin typeface="Arial" panose="020B0604020202020204" pitchFamily="34" charset="0"/>
                <a:ea typeface="STHeiti" panose="02010600040101010101" pitchFamily="2" charset="-122"/>
                <a:cs typeface="Arial" panose="020B0604020202020204" pitchFamily="34" charset="0"/>
                <a:sym typeface="Microsoft Yahei" panose="020B0503020204020204" pitchFamily="34" charset="-122"/>
              </a:rPr>
              <a:t>会在第一级</a:t>
            </a:r>
            <a:r>
              <a:rPr lang="en-US" altLang="zh-CN" sz="2000" b="1" dirty="0">
                <a:latin typeface="Arial" panose="020B0604020202020204" pitchFamily="34" charset="0"/>
                <a:ea typeface="STHeiti" panose="02010600040101010101" pitchFamily="2" charset="-122"/>
                <a:cs typeface="Arial" panose="020B0604020202020204" pitchFamily="34" charset="0"/>
                <a:sym typeface="Microsoft Yahei" panose="020B0503020204020204" pitchFamily="34" charset="-122"/>
              </a:rPr>
              <a:t>C0</a:t>
            </a:r>
            <a:r>
              <a:rPr lang="zh-CN" altLang="en-US" sz="2000" b="1" dirty="0">
                <a:latin typeface="Arial" panose="020B0604020202020204" pitchFamily="34" charset="0"/>
                <a:ea typeface="STHeiti" panose="02010600040101010101" pitchFamily="2" charset="-122"/>
                <a:cs typeface="Arial" panose="020B0604020202020204" pitchFamily="34" charset="0"/>
                <a:sym typeface="Microsoft Yahei" panose="020B0503020204020204" pitchFamily="34" charset="-122"/>
              </a:rPr>
              <a:t>输入改变后，经过几级门延时输出</a:t>
            </a:r>
            <a:r>
              <a:rPr lang="en-US" altLang="zh-CN" sz="2000" b="1" dirty="0">
                <a:latin typeface="Arial" panose="020B0604020202020204" pitchFamily="34" charset="0"/>
                <a:ea typeface="STHeiti" panose="02010600040101010101" pitchFamily="2" charset="-122"/>
                <a:cs typeface="Arial" panose="020B0604020202020204" pitchFamily="34" charset="0"/>
                <a:sym typeface="Microsoft Yahei" panose="020B0503020204020204" pitchFamily="34" charset="-122"/>
              </a:rPr>
              <a:t>?</a:t>
            </a:r>
            <a:r>
              <a:rPr lang="zh-CN" altLang="en-US" sz="2000" b="1" dirty="0">
                <a:latin typeface="Arial" panose="020B0604020202020204" pitchFamily="34" charset="0"/>
                <a:ea typeface="STHeiti" panose="02010600040101010101" pitchFamily="2" charset="-122"/>
                <a:cs typeface="Arial" panose="020B0604020202020204" pitchFamily="34" charset="0"/>
                <a:sym typeface="Microsoft Yahei" panose="020B0503020204020204" pitchFamily="34" charset="-122"/>
              </a:rPr>
              <a:t> </a:t>
            </a:r>
            <a:r>
              <a:rPr lang="en-US" altLang="zh-CN" sz="2000" b="1" dirty="0">
                <a:latin typeface="Arial" panose="020B0604020202020204" pitchFamily="34" charset="0"/>
                <a:ea typeface="STHeiti" panose="02010600040101010101" pitchFamily="2" charset="-122"/>
                <a:cs typeface="Arial" panose="020B0604020202020204" pitchFamily="34" charset="0"/>
                <a:sym typeface="Microsoft Yahei" panose="020B0503020204020204" pitchFamily="34" charset="-122"/>
              </a:rPr>
              <a:t>(5) </a:t>
            </a:r>
            <a:endParaRPr lang="en-CN" sz="2000" b="1" dirty="0">
              <a:latin typeface="Arial" panose="020B0604020202020204" pitchFamily="34" charset="0"/>
              <a:ea typeface="STHeiti" panose="02010600040101010101" pitchFamily="2" charset="-122"/>
              <a:cs typeface="Arial" panose="020B0604020202020204" pitchFamily="34" charset="0"/>
            </a:endParaRPr>
          </a:p>
        </p:txBody>
      </p:sp>
      <p:sp>
        <p:nvSpPr>
          <p:cNvPr id="229" name="Text Box 8">
            <a:extLst>
              <a:ext uri="{FF2B5EF4-FFF2-40B4-BE49-F238E27FC236}">
                <a16:creationId xmlns:a16="http://schemas.microsoft.com/office/drawing/2014/main" id="{12352E8E-935B-E74D-9A7D-1120DDA294B9}"/>
              </a:ext>
            </a:extLst>
          </p:cNvPr>
          <p:cNvSpPr txBox="1">
            <a:spLocks noChangeArrowheads="1"/>
          </p:cNvSpPr>
          <p:nvPr/>
        </p:nvSpPr>
        <p:spPr bwMode="auto">
          <a:xfrm>
            <a:off x="509372" y="1387369"/>
            <a:ext cx="8213295" cy="2123658"/>
          </a:xfrm>
          <a:prstGeom prst="rect">
            <a:avLst/>
          </a:prstGeom>
          <a:solidFill>
            <a:schemeClr val="accent6">
              <a:lumMod val="20000"/>
              <a:lumOff val="80000"/>
            </a:schemeClr>
          </a:solidFill>
          <a:ln>
            <a:noFill/>
          </a:ln>
        </p:spPr>
        <p:txBody>
          <a:bodyPr wrap="square">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marL="342900" indent="-342900" algn="l" eaLnBrk="1" hangingPunct="1">
              <a:spcBef>
                <a:spcPct val="50000"/>
              </a:spcBef>
              <a:buFont typeface="Arial" panose="020B0604020202020204" pitchFamily="34" charset="0"/>
              <a:buChar char="•"/>
              <a:defRPr/>
            </a:pPr>
            <a:r>
              <a:rPr lang="en-US" altLang="zh-CN" sz="2400" b="0" dirty="0">
                <a:solidFill>
                  <a:schemeClr val="tx1"/>
                </a:solidFill>
                <a:latin typeface="Arial" panose="020B0604020202020204" pitchFamily="34" charset="0"/>
                <a:ea typeface="SimHei" panose="02010609060101010101" pitchFamily="49" charset="-122"/>
                <a:cs typeface="Arial" panose="020B0604020202020204" pitchFamily="34" charset="0"/>
              </a:rPr>
              <a:t>P</a:t>
            </a:r>
            <a:r>
              <a:rPr lang="en-US" altLang="zh-CN" sz="2400" b="0" baseline="-25000" dirty="0">
                <a:solidFill>
                  <a:schemeClr val="tx1"/>
                </a:solidFill>
                <a:latin typeface="Arial" panose="020B0604020202020204" pitchFamily="34" charset="0"/>
                <a:ea typeface="SimHei" panose="02010609060101010101" pitchFamily="49" charset="-122"/>
                <a:cs typeface="Arial" panose="020B0604020202020204" pitchFamily="34" charset="0"/>
              </a:rPr>
              <a:t>i</a:t>
            </a:r>
            <a:r>
              <a:rPr lang="en-US" altLang="zh-CN" sz="2400" b="0" dirty="0">
                <a:solidFill>
                  <a:schemeClr val="tx1"/>
                </a:solidFill>
                <a:latin typeface="Arial" panose="020B0604020202020204" pitchFamily="34" charset="0"/>
                <a:ea typeface="SimHei" panose="02010609060101010101" pitchFamily="49" charset="-122"/>
                <a:cs typeface="Arial" panose="020B0604020202020204" pitchFamily="34" charset="0"/>
              </a:rPr>
              <a:t>/</a:t>
            </a:r>
            <a:r>
              <a:rPr lang="en-US" altLang="zh-CN" sz="2400" b="0" dirty="0" err="1">
                <a:solidFill>
                  <a:schemeClr val="tx1"/>
                </a:solidFill>
                <a:latin typeface="Arial" panose="020B0604020202020204" pitchFamily="34" charset="0"/>
                <a:ea typeface="SimHei" panose="02010609060101010101" pitchFamily="49" charset="-122"/>
                <a:cs typeface="Arial" panose="020B0604020202020204" pitchFamily="34" charset="0"/>
              </a:rPr>
              <a:t>G</a:t>
            </a:r>
            <a:r>
              <a:rPr lang="en-US" altLang="zh-CN" sz="2400" b="0" baseline="-25000" dirty="0" err="1">
                <a:solidFill>
                  <a:schemeClr val="tx1"/>
                </a:solidFill>
                <a:latin typeface="Arial" panose="020B0604020202020204" pitchFamily="34" charset="0"/>
                <a:ea typeface="SimHei" panose="02010609060101010101" pitchFamily="49" charset="-122"/>
                <a:cs typeface="Arial" panose="020B0604020202020204" pitchFamily="34" charset="0"/>
              </a:rPr>
              <a:t>i</a:t>
            </a:r>
            <a:r>
              <a:rPr lang="zh-CN" altLang="en-US" sz="2400" b="0" dirty="0">
                <a:solidFill>
                  <a:schemeClr val="tx1"/>
                </a:solidFill>
                <a:latin typeface="Arial" panose="020B0604020202020204" pitchFamily="34" charset="0"/>
                <a:ea typeface="SimHei" panose="02010609060101010101" pitchFamily="49" charset="-122"/>
                <a:cs typeface="Arial" panose="020B0604020202020204" pitchFamily="34" charset="0"/>
              </a:rPr>
              <a:t> </a:t>
            </a:r>
            <a:r>
              <a:rPr lang="en-US" altLang="zh-CN" sz="2400" b="0" dirty="0">
                <a:solidFill>
                  <a:schemeClr val="tx1"/>
                </a:solidFill>
                <a:latin typeface="Arial" panose="020B0604020202020204" pitchFamily="34" charset="0"/>
                <a:ea typeface="SimHei" panose="02010609060101010101" pitchFamily="49" charset="-122"/>
                <a:cs typeface="Arial" panose="020B0604020202020204" pitchFamily="34" charset="0"/>
              </a:rPr>
              <a:t>1</a:t>
            </a:r>
            <a:r>
              <a:rPr lang="zh-CN" altLang="en-US" sz="2400" b="0" dirty="0">
                <a:solidFill>
                  <a:schemeClr val="tx1"/>
                </a:solidFill>
                <a:latin typeface="Arial" panose="020B0604020202020204" pitchFamily="34" charset="0"/>
                <a:ea typeface="SimHei" panose="02010609060101010101" pitchFamily="49" charset="-122"/>
                <a:cs typeface="Arial" panose="020B0604020202020204" pitchFamily="34" charset="0"/>
              </a:rPr>
              <a:t>级门延时</a:t>
            </a:r>
            <a:r>
              <a:rPr lang="zh-CN" altLang="en-US" sz="2400" b="0" dirty="0">
                <a:solidFill>
                  <a:srgbClr val="0432FF"/>
                </a:solidFill>
                <a:latin typeface="Arial" panose="020B0604020202020204" pitchFamily="34" charset="0"/>
                <a:ea typeface="SimHei" panose="02010609060101010101" pitchFamily="49" charset="-122"/>
                <a:cs typeface="Arial" panose="020B0604020202020204" pitchFamily="34" charset="0"/>
              </a:rPr>
              <a:t>（</a:t>
            </a:r>
            <a:r>
              <a:rPr lang="en-US" altLang="zh-CN" sz="2400" b="0" dirty="0">
                <a:solidFill>
                  <a:srgbClr val="0432FF"/>
                </a:solidFill>
                <a:latin typeface="Arial" panose="020B0604020202020204" pitchFamily="34" charset="0"/>
                <a:ea typeface="SimHei" panose="02010609060101010101" pitchFamily="49" charset="-122"/>
                <a:cs typeface="Arial" panose="020B0604020202020204" pitchFamily="34" charset="0"/>
              </a:rPr>
              <a:t>from A/B</a:t>
            </a:r>
            <a:r>
              <a:rPr lang="zh-CN" altLang="en-US" sz="2400" b="0" dirty="0">
                <a:solidFill>
                  <a:srgbClr val="0432FF"/>
                </a:solidFill>
                <a:latin typeface="Arial" panose="020B0604020202020204" pitchFamily="34" charset="0"/>
                <a:ea typeface="SimHei" panose="02010609060101010101" pitchFamily="49" charset="-122"/>
                <a:cs typeface="Arial" panose="020B0604020202020204" pitchFamily="34" charset="0"/>
              </a:rPr>
              <a:t>）</a:t>
            </a:r>
            <a:endParaRPr lang="en-US" altLang="zh-CN" sz="2400" b="0" dirty="0">
              <a:solidFill>
                <a:srgbClr val="0432FF"/>
              </a:solidFill>
              <a:latin typeface="Arial" panose="020B0604020202020204" pitchFamily="34" charset="0"/>
              <a:ea typeface="SimHei" panose="02010609060101010101" pitchFamily="49" charset="-122"/>
              <a:cs typeface="Arial" panose="020B0604020202020204" pitchFamily="34" charset="0"/>
            </a:endParaRPr>
          </a:p>
          <a:p>
            <a:pPr marL="342900" indent="-342900" algn="l" eaLnBrk="1" hangingPunct="1">
              <a:spcBef>
                <a:spcPct val="50000"/>
              </a:spcBef>
              <a:buFont typeface="Arial" panose="020B0604020202020204" pitchFamily="34" charset="0"/>
              <a:buChar char="•"/>
              <a:defRPr/>
            </a:pPr>
            <a:r>
              <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SimHei" panose="02010609060101010101" pitchFamily="49" charset="-122"/>
                <a:cs typeface="Arial" panose="020B0604020202020204" pitchFamily="34" charset="0"/>
              </a:rPr>
              <a:t>C</a:t>
            </a:r>
            <a:r>
              <a:rPr kumimoji="0" lang="en-US" altLang="zh-CN" sz="2400" b="0" i="0" u="none" strike="noStrike" kern="1200" cap="none" spc="0" normalizeH="0" baseline="-25000" noProof="0" dirty="0">
                <a:ln>
                  <a:noFill/>
                </a:ln>
                <a:solidFill>
                  <a:schemeClr val="tx1"/>
                </a:solidFill>
                <a:effectLst/>
                <a:uLnTx/>
                <a:uFillTx/>
                <a:latin typeface="Arial" panose="020B0604020202020204" pitchFamily="34" charset="0"/>
                <a:ea typeface="SimHei" panose="02010609060101010101" pitchFamily="49" charset="-122"/>
                <a:cs typeface="Arial" panose="020B0604020202020204" pitchFamily="34" charset="0"/>
              </a:rPr>
              <a:t>1</a:t>
            </a:r>
            <a:r>
              <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SimHei" panose="02010609060101010101" pitchFamily="49" charset="-122"/>
                <a:cs typeface="Arial" panose="020B0604020202020204" pitchFamily="34" charset="0"/>
              </a:rPr>
              <a:t>-C</a:t>
            </a:r>
            <a:r>
              <a:rPr kumimoji="0" lang="en-US" altLang="zh-CN" sz="2400" b="0" i="0" u="none" strike="noStrike" kern="1200" cap="none" spc="0" normalizeH="0" baseline="-25000" noProof="0" dirty="0">
                <a:ln>
                  <a:noFill/>
                </a:ln>
                <a:solidFill>
                  <a:schemeClr val="tx1"/>
                </a:solidFill>
                <a:effectLst/>
                <a:uLnTx/>
                <a:uFillTx/>
                <a:latin typeface="Arial" panose="020B0604020202020204" pitchFamily="34" charset="0"/>
                <a:ea typeface="SimHei" panose="02010609060101010101" pitchFamily="49" charset="-122"/>
                <a:cs typeface="Arial" panose="020B0604020202020204" pitchFamily="34" charset="0"/>
              </a:rPr>
              <a:t>4</a:t>
            </a:r>
            <a:r>
              <a:rPr kumimoji="0" lang="zh-CN" altLang="en-US" sz="2400" b="0" i="0" u="none" strike="noStrike" kern="1200" cap="none" spc="0" normalizeH="0" baseline="0" noProof="0" dirty="0">
                <a:ln>
                  <a:noFill/>
                </a:ln>
                <a:solidFill>
                  <a:schemeClr val="tx1"/>
                </a:solidFill>
                <a:effectLst/>
                <a:uLnTx/>
                <a:uFillTx/>
                <a:latin typeface="Arial" panose="020B0604020202020204" pitchFamily="34" charset="0"/>
                <a:ea typeface="SimHei" panose="02010609060101010101" pitchFamily="49" charset="-122"/>
                <a:cs typeface="Arial" panose="020B0604020202020204" pitchFamily="34" charset="0"/>
              </a:rPr>
              <a:t>由</a:t>
            </a:r>
            <a:r>
              <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SimHei" panose="02010609060101010101" pitchFamily="49" charset="-122"/>
                <a:cs typeface="Arial" panose="020B0604020202020204" pitchFamily="34" charset="0"/>
              </a:rPr>
              <a:t>P</a:t>
            </a:r>
            <a:r>
              <a:rPr kumimoji="0" lang="en-US" altLang="zh-CN" sz="2400" b="0" i="0" u="none" strike="noStrike" kern="1200" cap="none" spc="0" normalizeH="0" baseline="-25000" noProof="0" dirty="0">
                <a:ln>
                  <a:noFill/>
                </a:ln>
                <a:solidFill>
                  <a:schemeClr val="tx1"/>
                </a:solidFill>
                <a:effectLst/>
                <a:uLnTx/>
                <a:uFillTx/>
                <a:latin typeface="Arial" panose="020B0604020202020204" pitchFamily="34" charset="0"/>
                <a:ea typeface="SimHei" panose="02010609060101010101" pitchFamily="49" charset="-122"/>
                <a:cs typeface="Arial" panose="020B0604020202020204" pitchFamily="34" charset="0"/>
              </a:rPr>
              <a:t>i</a:t>
            </a:r>
            <a:r>
              <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SimHei" panose="02010609060101010101" pitchFamily="49" charset="-122"/>
                <a:cs typeface="Arial" panose="020B0604020202020204" pitchFamily="34" charset="0"/>
              </a:rPr>
              <a:t>/G</a:t>
            </a:r>
            <a:r>
              <a:rPr kumimoji="0" lang="en-US" altLang="zh-CN" sz="2400" b="0" i="0" u="none" strike="noStrike" kern="1200" cap="none" spc="0" normalizeH="0" baseline="-25000" noProof="0" dirty="0">
                <a:ln>
                  <a:noFill/>
                </a:ln>
                <a:solidFill>
                  <a:schemeClr val="tx1"/>
                </a:solidFill>
                <a:effectLst/>
                <a:uLnTx/>
                <a:uFillTx/>
                <a:latin typeface="Arial" panose="020B0604020202020204" pitchFamily="34" charset="0"/>
                <a:ea typeface="SimHei" panose="02010609060101010101" pitchFamily="49" charset="-122"/>
                <a:cs typeface="Arial" panose="020B0604020202020204" pitchFamily="34" charset="0"/>
              </a:rPr>
              <a:t>i</a:t>
            </a:r>
            <a:r>
              <a:rPr lang="en-US" altLang="zh-CN" sz="2400" b="0" dirty="0">
                <a:solidFill>
                  <a:schemeClr val="tx1"/>
                </a:solidFill>
                <a:latin typeface="Arial" panose="020B0604020202020204" pitchFamily="34" charset="0"/>
                <a:ea typeface="SimHei" panose="02010609060101010101" pitchFamily="49" charset="-122"/>
                <a:cs typeface="Arial" panose="020B0604020202020204" pitchFamily="34" charset="0"/>
              </a:rPr>
              <a:t>/C0</a:t>
            </a:r>
            <a:r>
              <a:rPr kumimoji="0" lang="zh-CN" altLang="en-US" sz="2400" b="0" i="0" u="none" strike="noStrike" kern="1200" cap="none" spc="0" normalizeH="0" baseline="0" noProof="0" dirty="0">
                <a:ln>
                  <a:noFill/>
                </a:ln>
                <a:solidFill>
                  <a:schemeClr val="tx1"/>
                </a:solidFill>
                <a:effectLst/>
                <a:uLnTx/>
                <a:uFillTx/>
                <a:latin typeface="Arial" panose="020B0604020202020204" pitchFamily="34" charset="0"/>
                <a:ea typeface="SimHei" panose="02010609060101010101" pitchFamily="49" charset="-122"/>
                <a:cs typeface="Arial" panose="020B0604020202020204" pitchFamily="34" charset="0"/>
              </a:rPr>
              <a:t>产生</a:t>
            </a:r>
            <a:r>
              <a:rPr lang="zh-CN" altLang="en-US" sz="2400" b="0" dirty="0">
                <a:solidFill>
                  <a:schemeClr val="tx1"/>
                </a:solidFill>
                <a:latin typeface="Arial" panose="020B0604020202020204" pitchFamily="34" charset="0"/>
                <a:ea typeface="SimHei" panose="02010609060101010101" pitchFamily="49" charset="-122"/>
                <a:cs typeface="Arial" panose="020B0604020202020204" pitchFamily="34" charset="0"/>
              </a:rPr>
              <a:t>，</a:t>
            </a:r>
            <a:r>
              <a:rPr lang="en-US" altLang="zh-CN" sz="2400" b="0" dirty="0">
                <a:solidFill>
                  <a:schemeClr val="tx1"/>
                </a:solidFill>
                <a:latin typeface="Arial" panose="020B0604020202020204" pitchFamily="34" charset="0"/>
                <a:ea typeface="SimHei" panose="02010609060101010101" pitchFamily="49" charset="-122"/>
                <a:cs typeface="Arial" panose="020B0604020202020204" pitchFamily="34" charset="0"/>
              </a:rPr>
              <a:t>3</a:t>
            </a:r>
            <a:r>
              <a:rPr lang="zh-CN" altLang="en-US" sz="2400" b="0" dirty="0">
                <a:solidFill>
                  <a:schemeClr val="tx1"/>
                </a:solidFill>
                <a:latin typeface="Arial" panose="020B0604020202020204" pitchFamily="34" charset="0"/>
                <a:ea typeface="SimHei" panose="02010609060101010101" pitchFamily="49" charset="-122"/>
                <a:cs typeface="Arial" panose="020B0604020202020204" pitchFamily="34" charset="0"/>
              </a:rPr>
              <a:t>级门延时</a:t>
            </a:r>
            <a:r>
              <a:rPr lang="en-US" altLang="zh-CN" sz="2400" b="0" dirty="0">
                <a:solidFill>
                  <a:schemeClr val="tx1"/>
                </a:solidFill>
                <a:latin typeface="Arial" panose="020B0604020202020204" pitchFamily="34" charset="0"/>
                <a:ea typeface="SimHei" panose="02010609060101010101" pitchFamily="49" charset="-122"/>
                <a:cs typeface="Arial" panose="020B0604020202020204" pitchFamily="34" charset="0"/>
              </a:rPr>
              <a:t> </a:t>
            </a:r>
            <a:r>
              <a:rPr lang="en-US" altLang="zh-CN" sz="2400" b="0" dirty="0">
                <a:solidFill>
                  <a:srgbClr val="0432FF"/>
                </a:solidFill>
                <a:latin typeface="Arial" panose="020B0604020202020204" pitchFamily="34" charset="0"/>
                <a:ea typeface="SimHei" panose="02010609060101010101" pitchFamily="49" charset="-122"/>
                <a:cs typeface="Arial" panose="020B0604020202020204" pitchFamily="34" charset="0"/>
              </a:rPr>
              <a:t>from A/B, 2 from C0</a:t>
            </a:r>
            <a:endParaRPr kumimoji="0" lang="en-US" altLang="zh-CN" sz="2400" b="0" i="0" u="none" strike="noStrike" kern="1200" cap="none" spc="0" normalizeH="0" baseline="0" noProof="0" dirty="0">
              <a:ln>
                <a:noFill/>
              </a:ln>
              <a:solidFill>
                <a:srgbClr val="0432FF"/>
              </a:solidFill>
              <a:effectLst/>
              <a:uLnTx/>
              <a:uFillTx/>
              <a:latin typeface="Arial" panose="020B0604020202020204" pitchFamily="34" charset="0"/>
              <a:ea typeface="SimHei" panose="02010609060101010101" pitchFamily="49" charset="-122"/>
              <a:cs typeface="Arial" panose="020B0604020202020204" pitchFamily="34" charset="0"/>
            </a:endParaRPr>
          </a:p>
          <a:p>
            <a:pPr marL="342900" indent="-342900" algn="l" eaLnBrk="1" hangingPunct="1">
              <a:spcBef>
                <a:spcPct val="50000"/>
              </a:spcBef>
              <a:buFont typeface="Arial" panose="020B0604020202020204" pitchFamily="34" charset="0"/>
              <a:buChar char="•"/>
              <a:defRPr/>
            </a:pPr>
            <a:r>
              <a:rPr lang="en-US" altLang="zh-CN" sz="2400" b="0" dirty="0">
                <a:solidFill>
                  <a:schemeClr val="tx1"/>
                </a:solidFill>
                <a:latin typeface="Arial" panose="020B0604020202020204" pitchFamily="34" charset="0"/>
                <a:ea typeface="SimHei" panose="02010609060101010101" pitchFamily="49" charset="-122"/>
                <a:cs typeface="Arial" panose="020B0604020202020204" pitchFamily="34" charset="0"/>
              </a:rPr>
              <a:t>S</a:t>
            </a:r>
            <a:r>
              <a:rPr lang="en-US" altLang="zh-CN" sz="2400" b="0" baseline="-25000" dirty="0">
                <a:solidFill>
                  <a:schemeClr val="tx1"/>
                </a:solidFill>
                <a:latin typeface="Arial" panose="020B0604020202020204" pitchFamily="34" charset="0"/>
                <a:ea typeface="SimHei" panose="02010609060101010101" pitchFamily="49" charset="-122"/>
                <a:cs typeface="Arial" panose="020B0604020202020204" pitchFamily="34" charset="0"/>
              </a:rPr>
              <a:t>0</a:t>
            </a:r>
            <a:r>
              <a:rPr lang="zh-CN" altLang="en-US" sz="2400" b="0" dirty="0">
                <a:solidFill>
                  <a:schemeClr val="tx1"/>
                </a:solidFill>
                <a:latin typeface="Arial" panose="020B0604020202020204" pitchFamily="34" charset="0"/>
                <a:ea typeface="SimHei" panose="02010609060101010101" pitchFamily="49" charset="-122"/>
                <a:cs typeface="Arial" panose="020B0604020202020204" pitchFamily="34" charset="0"/>
              </a:rPr>
              <a:t>，</a:t>
            </a:r>
            <a:r>
              <a:rPr lang="en-US" altLang="zh-CN" sz="2400" b="0" dirty="0">
                <a:solidFill>
                  <a:schemeClr val="tx1"/>
                </a:solidFill>
                <a:latin typeface="Arial" panose="020B0604020202020204" pitchFamily="34" charset="0"/>
                <a:ea typeface="SimHei" panose="02010609060101010101" pitchFamily="49" charset="-122"/>
                <a:cs typeface="Arial" panose="020B0604020202020204" pitchFamily="34" charset="0"/>
              </a:rPr>
              <a:t>2</a:t>
            </a:r>
            <a:r>
              <a:rPr lang="zh-CN" altLang="en-US" sz="2400" b="0" dirty="0">
                <a:solidFill>
                  <a:schemeClr val="tx1"/>
                </a:solidFill>
                <a:latin typeface="Arial" panose="020B0604020202020204" pitchFamily="34" charset="0"/>
                <a:ea typeface="SimHei" panose="02010609060101010101" pitchFamily="49" charset="-122"/>
                <a:cs typeface="Arial" panose="020B0604020202020204" pitchFamily="34" charset="0"/>
              </a:rPr>
              <a:t>级门延时</a:t>
            </a:r>
            <a:r>
              <a:rPr lang="en-US" altLang="zh-CN" sz="2400" b="0" dirty="0">
                <a:solidFill>
                  <a:schemeClr val="tx1"/>
                </a:solidFill>
                <a:latin typeface="Arial" panose="020B0604020202020204" pitchFamily="34" charset="0"/>
                <a:ea typeface="SimHei" panose="02010609060101010101" pitchFamily="49" charset="-122"/>
                <a:cs typeface="Arial" panose="020B0604020202020204" pitchFamily="34" charset="0"/>
              </a:rPr>
              <a:t> </a:t>
            </a:r>
            <a:r>
              <a:rPr lang="en-US" altLang="zh-CN" sz="2400" b="0" dirty="0">
                <a:solidFill>
                  <a:srgbClr val="0432FF"/>
                </a:solidFill>
                <a:latin typeface="Arial" panose="020B0604020202020204" pitchFamily="34" charset="0"/>
                <a:ea typeface="SimHei" panose="02010609060101010101" pitchFamily="49" charset="-122"/>
                <a:cs typeface="Arial" panose="020B0604020202020204" pitchFamily="34" charset="0"/>
              </a:rPr>
              <a:t>from A/B, 1 from c0</a:t>
            </a:r>
          </a:p>
          <a:p>
            <a:pPr marL="342900" indent="-342900" algn="l" eaLnBrk="1" hangingPunct="1">
              <a:spcBef>
                <a:spcPct val="50000"/>
              </a:spcBef>
              <a:buFont typeface="Arial" panose="020B0604020202020204" pitchFamily="34" charset="0"/>
              <a:buChar char="•"/>
              <a:defRPr/>
            </a:pPr>
            <a:r>
              <a:rPr lang="en-US" altLang="zh-CN" sz="2400" b="0" dirty="0">
                <a:solidFill>
                  <a:schemeClr val="tx1"/>
                </a:solidFill>
                <a:latin typeface="Arial" panose="020B0604020202020204" pitchFamily="34" charset="0"/>
                <a:ea typeface="SimHei" panose="02010609060101010101" pitchFamily="49" charset="-122"/>
                <a:cs typeface="Arial" panose="020B0604020202020204" pitchFamily="34" charset="0"/>
              </a:rPr>
              <a:t>S</a:t>
            </a:r>
            <a:r>
              <a:rPr lang="en-US" altLang="zh-CN" sz="2400" b="0" baseline="-25000" dirty="0">
                <a:solidFill>
                  <a:schemeClr val="tx1"/>
                </a:solidFill>
                <a:latin typeface="Arial" panose="020B0604020202020204" pitchFamily="34" charset="0"/>
                <a:ea typeface="SimHei" panose="02010609060101010101" pitchFamily="49" charset="-122"/>
                <a:cs typeface="Arial" panose="020B0604020202020204" pitchFamily="34" charset="0"/>
              </a:rPr>
              <a:t>1</a:t>
            </a:r>
            <a:r>
              <a:rPr lang="en-US" altLang="zh-CN" sz="2400" b="0" dirty="0">
                <a:solidFill>
                  <a:schemeClr val="tx1"/>
                </a:solidFill>
                <a:latin typeface="Arial" panose="020B0604020202020204" pitchFamily="34" charset="0"/>
                <a:ea typeface="SimHei" panose="02010609060101010101" pitchFamily="49" charset="-122"/>
                <a:cs typeface="Arial" panose="020B0604020202020204" pitchFamily="34" charset="0"/>
              </a:rPr>
              <a:t>/S</a:t>
            </a:r>
            <a:r>
              <a:rPr lang="en-US" altLang="zh-CN" sz="2400" b="0" baseline="-25000" dirty="0">
                <a:solidFill>
                  <a:schemeClr val="tx1"/>
                </a:solidFill>
                <a:latin typeface="Arial" panose="020B0604020202020204" pitchFamily="34" charset="0"/>
                <a:ea typeface="SimHei" panose="02010609060101010101" pitchFamily="49" charset="-122"/>
                <a:cs typeface="Arial" panose="020B0604020202020204" pitchFamily="34" charset="0"/>
              </a:rPr>
              <a:t>2</a:t>
            </a:r>
            <a:r>
              <a:rPr lang="en-US" altLang="zh-CN" sz="2400" b="0" dirty="0">
                <a:solidFill>
                  <a:schemeClr val="tx1"/>
                </a:solidFill>
                <a:latin typeface="Arial" panose="020B0604020202020204" pitchFamily="34" charset="0"/>
                <a:ea typeface="SimHei" panose="02010609060101010101" pitchFamily="49" charset="-122"/>
                <a:cs typeface="Arial" panose="020B0604020202020204" pitchFamily="34" charset="0"/>
              </a:rPr>
              <a:t>/S</a:t>
            </a:r>
            <a:r>
              <a:rPr lang="en-US" altLang="zh-CN" sz="2400" b="0" baseline="-25000" dirty="0">
                <a:solidFill>
                  <a:schemeClr val="tx1"/>
                </a:solidFill>
                <a:latin typeface="Arial" panose="020B0604020202020204" pitchFamily="34" charset="0"/>
                <a:ea typeface="SimHei" panose="02010609060101010101" pitchFamily="49" charset="-122"/>
                <a:cs typeface="Arial" panose="020B0604020202020204" pitchFamily="34" charset="0"/>
              </a:rPr>
              <a:t>3</a:t>
            </a:r>
            <a:r>
              <a:rPr lang="zh-CN" altLang="en-US" sz="2400" b="0" dirty="0">
                <a:solidFill>
                  <a:schemeClr val="tx1"/>
                </a:solidFill>
                <a:latin typeface="Arial" panose="020B0604020202020204" pitchFamily="34" charset="0"/>
                <a:ea typeface="SimHei" panose="02010609060101010101" pitchFamily="49" charset="-122"/>
                <a:cs typeface="Arial" panose="020B0604020202020204" pitchFamily="34" charset="0"/>
              </a:rPr>
              <a:t>，</a:t>
            </a:r>
            <a:r>
              <a:rPr lang="en-US" altLang="zh-CN" sz="2400" b="0" dirty="0">
                <a:solidFill>
                  <a:schemeClr val="tx1"/>
                </a:solidFill>
                <a:latin typeface="Arial" panose="020B0604020202020204" pitchFamily="34" charset="0"/>
                <a:ea typeface="SimHei" panose="02010609060101010101" pitchFamily="49" charset="-122"/>
                <a:cs typeface="Arial" panose="020B0604020202020204" pitchFamily="34" charset="0"/>
              </a:rPr>
              <a:t>4</a:t>
            </a:r>
            <a:r>
              <a:rPr lang="zh-CN" altLang="en-US" sz="2400" b="0" dirty="0">
                <a:solidFill>
                  <a:schemeClr val="tx1"/>
                </a:solidFill>
                <a:latin typeface="Arial" panose="020B0604020202020204" pitchFamily="34" charset="0"/>
                <a:ea typeface="SimHei" panose="02010609060101010101" pitchFamily="49" charset="-122"/>
                <a:cs typeface="Arial" panose="020B0604020202020204" pitchFamily="34" charset="0"/>
              </a:rPr>
              <a:t>级门延时 </a:t>
            </a:r>
            <a:r>
              <a:rPr lang="en-US" altLang="zh-CN" sz="2400" b="0" dirty="0">
                <a:solidFill>
                  <a:srgbClr val="0432FF"/>
                </a:solidFill>
                <a:latin typeface="Arial" panose="020B0604020202020204" pitchFamily="34" charset="0"/>
                <a:ea typeface="SimHei" panose="02010609060101010101" pitchFamily="49" charset="-122"/>
                <a:cs typeface="Arial" panose="020B0604020202020204" pitchFamily="34" charset="0"/>
              </a:rPr>
              <a:t>from</a:t>
            </a:r>
            <a:r>
              <a:rPr lang="zh-CN" altLang="en-US" sz="2400" b="0" dirty="0">
                <a:solidFill>
                  <a:srgbClr val="0432FF"/>
                </a:solidFill>
                <a:latin typeface="Arial" panose="020B0604020202020204" pitchFamily="34" charset="0"/>
                <a:ea typeface="SimHei" panose="02010609060101010101" pitchFamily="49" charset="-122"/>
                <a:cs typeface="Arial" panose="020B0604020202020204" pitchFamily="34" charset="0"/>
              </a:rPr>
              <a:t> </a:t>
            </a:r>
            <a:r>
              <a:rPr lang="en-US" altLang="zh-CN" sz="2400" b="0" dirty="0">
                <a:solidFill>
                  <a:srgbClr val="0432FF"/>
                </a:solidFill>
                <a:latin typeface="Arial" panose="020B0604020202020204" pitchFamily="34" charset="0"/>
                <a:ea typeface="SimHei" panose="02010609060101010101" pitchFamily="49" charset="-122"/>
                <a:cs typeface="Arial" panose="020B0604020202020204" pitchFamily="34" charset="0"/>
              </a:rPr>
              <a:t>A/B, 3 from c0</a:t>
            </a:r>
          </a:p>
        </p:txBody>
      </p:sp>
      <p:sp>
        <p:nvSpPr>
          <p:cNvPr id="225" name="Rectangle 224">
            <a:extLst>
              <a:ext uri="{FF2B5EF4-FFF2-40B4-BE49-F238E27FC236}">
                <a16:creationId xmlns:a16="http://schemas.microsoft.com/office/drawing/2014/main" id="{08C6A1C4-A3BE-D944-90C4-53F4AE1AB5BB}"/>
              </a:ext>
            </a:extLst>
          </p:cNvPr>
          <p:cNvSpPr/>
          <p:nvPr/>
        </p:nvSpPr>
        <p:spPr>
          <a:xfrm>
            <a:off x="5672810" y="5994914"/>
            <a:ext cx="2420856" cy="400110"/>
          </a:xfrm>
          <a:prstGeom prst="rect">
            <a:avLst/>
          </a:prstGeom>
        </p:spPr>
        <p:txBody>
          <a:bodyPr wrap="none">
            <a:spAutoFit/>
          </a:bodyPr>
          <a:lstStyle/>
          <a:p>
            <a:pPr algn="ctr"/>
            <a:r>
              <a:rPr lang="zh-CN" altLang="en-US" sz="2000" b="1" dirty="0">
                <a:solidFill>
                  <a:srgbClr val="3333FF"/>
                </a:solidFill>
                <a:latin typeface="+mn-lt"/>
                <a:ea typeface="+mn-ea"/>
                <a:sym typeface="Microsoft Yahei" panose="020B0503020204020204" pitchFamily="34" charset="-122"/>
              </a:rPr>
              <a:t>第二</a:t>
            </a:r>
            <a:r>
              <a:rPr lang="zh-CN" altLang="en-CN" sz="2000" b="1" dirty="0">
                <a:solidFill>
                  <a:srgbClr val="3333FF"/>
                </a:solidFill>
                <a:latin typeface="+mn-lt"/>
                <a:ea typeface="+mn-ea"/>
                <a:sym typeface="Microsoft Yahei" panose="020B0503020204020204" pitchFamily="34" charset="-122"/>
              </a:rPr>
              <a:t>级的</a:t>
            </a:r>
            <a:r>
              <a:rPr lang="en-US" altLang="zh-CN" sz="2000" b="1" dirty="0">
                <a:solidFill>
                  <a:srgbClr val="3333FF"/>
                </a:solidFill>
                <a:latin typeface="+mn-lt"/>
                <a:ea typeface="+mn-ea"/>
                <a:sym typeface="Microsoft Yahei" panose="020B0503020204020204" pitchFamily="34" charset="-122"/>
              </a:rPr>
              <a:t>c4</a:t>
            </a:r>
            <a:r>
              <a:rPr lang="zh-CN" altLang="en-US" sz="2000" b="1" dirty="0">
                <a:solidFill>
                  <a:srgbClr val="3333FF"/>
                </a:solidFill>
                <a:latin typeface="+mn-lt"/>
                <a:ea typeface="+mn-ea"/>
                <a:sym typeface="Microsoft Yahei" panose="020B0503020204020204" pitchFamily="34" charset="-122"/>
              </a:rPr>
              <a:t>呢？ </a:t>
            </a:r>
            <a:r>
              <a:rPr lang="en-US" altLang="zh-CN" sz="2000" b="1" dirty="0">
                <a:solidFill>
                  <a:srgbClr val="3333FF"/>
                </a:solidFill>
                <a:latin typeface="+mn-lt"/>
                <a:ea typeface="+mn-ea"/>
                <a:sym typeface="Microsoft Yahei" panose="020B0503020204020204" pitchFamily="34" charset="-122"/>
              </a:rPr>
              <a:t>(4)</a:t>
            </a:r>
            <a:endParaRPr lang="en-CN" sz="2000" b="1" dirty="0">
              <a:solidFill>
                <a:srgbClr val="3333FF"/>
              </a:solidFill>
              <a:latin typeface="+mn-lt"/>
              <a:ea typeface="+mn-ea"/>
            </a:endParaRPr>
          </a:p>
        </p:txBody>
      </p:sp>
      <p:sp>
        <p:nvSpPr>
          <p:cNvPr id="3" name="文本框 2">
            <a:extLst>
              <a:ext uri="{FF2B5EF4-FFF2-40B4-BE49-F238E27FC236}">
                <a16:creationId xmlns:a16="http://schemas.microsoft.com/office/drawing/2014/main" id="{77F2CB03-28D3-9467-006A-4B6D93B23E8B}"/>
              </a:ext>
            </a:extLst>
          </p:cNvPr>
          <p:cNvSpPr txBox="1"/>
          <p:nvPr/>
        </p:nvSpPr>
        <p:spPr>
          <a:xfrm>
            <a:off x="6629479" y="2445318"/>
            <a:ext cx="1971364" cy="923330"/>
          </a:xfrm>
          <a:prstGeom prst="rect">
            <a:avLst/>
          </a:prstGeom>
          <a:solidFill>
            <a:schemeClr val="accent1">
              <a:lumMod val="20000"/>
              <a:lumOff val="80000"/>
            </a:schemeClr>
          </a:solidFill>
        </p:spPr>
        <p:txBody>
          <a:bodyPr wrap="square">
            <a:spAutoFit/>
          </a:bodyPr>
          <a:lstStyle/>
          <a:p>
            <a:r>
              <a:rPr lang="en-CN" altLang="zh-CN"/>
              <a:t>C4_1st: </a:t>
            </a:r>
            <a:r>
              <a:rPr lang="en-US" altLang="zh-CN" dirty="0"/>
              <a:t>2</a:t>
            </a:r>
          </a:p>
          <a:p>
            <a:r>
              <a:rPr lang="en-CN" altLang="zh-CN"/>
              <a:t>C4_2nd: </a:t>
            </a:r>
            <a:r>
              <a:rPr lang="en-US" altLang="zh-CN" dirty="0"/>
              <a:t>2</a:t>
            </a:r>
            <a:r>
              <a:rPr lang="en-CN" altLang="zh-CN"/>
              <a:t>+2=</a:t>
            </a:r>
            <a:r>
              <a:rPr lang="en-US" altLang="zh-CN" dirty="0"/>
              <a:t>4</a:t>
            </a:r>
            <a:endParaRPr lang="en-CN" altLang="zh-CN"/>
          </a:p>
          <a:p>
            <a:r>
              <a:rPr lang="en-CN" altLang="zh-CN"/>
              <a:t>S</a:t>
            </a:r>
            <a:r>
              <a:rPr lang="en-US" altLang="zh-CN" dirty="0"/>
              <a:t>7</a:t>
            </a:r>
            <a:r>
              <a:rPr lang="en-CN" altLang="zh-CN"/>
              <a:t>: C4_1st+3=</a:t>
            </a:r>
            <a:r>
              <a:rPr lang="en-US" altLang="zh-CN" dirty="0"/>
              <a:t>5</a:t>
            </a:r>
            <a:endParaRPr lang="en-CN" altLang="zh-CN"/>
          </a:p>
        </p:txBody>
      </p:sp>
    </p:spTree>
    <p:extLst>
      <p:ext uri="{BB962C8B-B14F-4D97-AF65-F5344CB8AC3E}">
        <p14:creationId xmlns:p14="http://schemas.microsoft.com/office/powerpoint/2010/main" val="4190024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 grpId="0"/>
      <p:bldP spid="3"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Rectangle 2"/>
          <p:cNvSpPr>
            <a:spLocks noGrp="1" noChangeArrowheads="1"/>
          </p:cNvSpPr>
          <p:nvPr>
            <p:ph type="title"/>
          </p:nvPr>
        </p:nvSpPr>
        <p:spPr>
          <a:xfrm>
            <a:off x="881063" y="259452"/>
            <a:ext cx="7467601" cy="936625"/>
          </a:xfrm>
        </p:spPr>
        <p:txBody>
          <a:bodyPr/>
          <a:lstStyle/>
          <a:p>
            <a:pPr eaLnBrk="1" hangingPunct="1"/>
            <a:r>
              <a:rPr lang="zh-CN" altLang="en-US" dirty="0">
                <a:latin typeface="+mn-lt"/>
                <a:cs typeface="+mj-cs"/>
              </a:rPr>
              <a:t>更多</a:t>
            </a:r>
            <a:r>
              <a:rPr lang="en-US" altLang="zh-CN" dirty="0">
                <a:latin typeface="+mn-lt"/>
                <a:cs typeface="+mj-cs"/>
              </a:rPr>
              <a:t>4</a:t>
            </a:r>
            <a:r>
              <a:rPr lang="zh-CN" altLang="en-US" dirty="0">
                <a:latin typeface="+mn-lt"/>
                <a:cs typeface="+mj-cs"/>
              </a:rPr>
              <a:t>比特</a:t>
            </a:r>
            <a:r>
              <a:rPr lang="en-US" altLang="zh-CN" dirty="0">
                <a:latin typeface="+mn-lt"/>
                <a:cs typeface="+mj-cs"/>
              </a:rPr>
              <a:t>CLA</a:t>
            </a:r>
            <a:r>
              <a:rPr lang="zh-CN" altLang="en-US" dirty="0">
                <a:latin typeface="+mn-lt"/>
                <a:cs typeface="+mj-cs"/>
              </a:rPr>
              <a:t>级联</a:t>
            </a:r>
            <a:endParaRPr lang="zh-CN" altLang="en-US" dirty="0">
              <a:latin typeface="+mn-lt"/>
            </a:endParaRPr>
          </a:p>
        </p:txBody>
      </p:sp>
      <p:sp>
        <p:nvSpPr>
          <p:cNvPr id="75780" name="Rectangle 3"/>
          <p:cNvSpPr>
            <a:spLocks noGrp="1" noChangeArrowheads="1"/>
          </p:cNvSpPr>
          <p:nvPr>
            <p:ph idx="1"/>
          </p:nvPr>
        </p:nvSpPr>
        <p:spPr>
          <a:xfrm>
            <a:off x="2411760" y="1598796"/>
            <a:ext cx="5190229" cy="1398156"/>
          </a:xfrm>
        </p:spPr>
        <p:txBody>
          <a:bodyPr/>
          <a:lstStyle/>
          <a:p>
            <a:pPr hangingPunct="1">
              <a:buNone/>
            </a:pPr>
            <a:r>
              <a:rPr lang="en" altLang="zh-CN" b="1" dirty="0"/>
              <a:t>4</a:t>
            </a:r>
            <a:r>
              <a:rPr lang="zh-CN" altLang="en-US" b="1" dirty="0"/>
              <a:t>比特加法器内部：</a:t>
            </a:r>
            <a:r>
              <a:rPr lang="zh-CN" altLang="en-US" b="1" dirty="0">
                <a:solidFill>
                  <a:srgbClr val="7030A0"/>
                </a:solidFill>
              </a:rPr>
              <a:t>并行</a:t>
            </a:r>
            <a:endParaRPr lang="en-US" altLang="zh-CN" b="1" dirty="0">
              <a:solidFill>
                <a:srgbClr val="7030A0"/>
              </a:solidFill>
            </a:endParaRPr>
          </a:p>
          <a:p>
            <a:pPr hangingPunct="1">
              <a:buNone/>
            </a:pPr>
            <a:r>
              <a:rPr lang="en-US" altLang="zh-CN" b="1" dirty="0"/>
              <a:t>4</a:t>
            </a:r>
            <a:r>
              <a:rPr lang="zh-CN" altLang="en-US" b="1" dirty="0"/>
              <a:t>比特加法器之间：</a:t>
            </a:r>
            <a:r>
              <a:rPr lang="zh-CN" altLang="en-US" b="1" dirty="0">
                <a:solidFill>
                  <a:srgbClr val="3333FF"/>
                </a:solidFill>
              </a:rPr>
              <a:t>串行</a:t>
            </a:r>
            <a:endParaRPr lang="en" altLang="zh-CN" b="1" dirty="0">
              <a:solidFill>
                <a:srgbClr val="3333FF"/>
              </a:solidFill>
            </a:endParaRPr>
          </a:p>
        </p:txBody>
      </p:sp>
      <p:sp>
        <p:nvSpPr>
          <p:cNvPr id="75781" name="Rectangle 4"/>
          <p:cNvSpPr>
            <a:spLocks noChangeArrowheads="1"/>
          </p:cNvSpPr>
          <p:nvPr/>
        </p:nvSpPr>
        <p:spPr bwMode="auto">
          <a:xfrm>
            <a:off x="6768504" y="4155106"/>
            <a:ext cx="1562100" cy="339196"/>
          </a:xfrm>
          <a:prstGeom prst="rect">
            <a:avLst/>
          </a:prstGeom>
          <a:noFill/>
          <a:ln w="9525" algn="ctr">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75782" name="Text Box 5"/>
          <p:cNvSpPr txBox="1">
            <a:spLocks noChangeArrowheads="1"/>
          </p:cNvSpPr>
          <p:nvPr/>
        </p:nvSpPr>
        <p:spPr bwMode="auto">
          <a:xfrm>
            <a:off x="6726543" y="4178655"/>
            <a:ext cx="1673535" cy="2930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type="none" w="sm" len="sm"/>
                <a:tailEnd type="none" w="sm" len="sm"/>
              </a14:hiddenLine>
            </a:ext>
            <a:ext uri="{AF507438-7753-43E0-B8FC-AC1667EBCBE1}">
              <a14:hiddenEffects xmlns:a14="http://schemas.microsoft.com/office/drawing/2010/main">
                <a:effectLst>
                  <a:outerShdw dist="71842"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300" b="1" i="0" u="none" strike="noStrike" kern="1200" cap="none" spc="0" normalizeH="0" baseline="0" noProof="0" dirty="0">
                <a:ln>
                  <a:noFill/>
                </a:ln>
                <a:solidFill>
                  <a:srgbClr val="000000"/>
                </a:solidFill>
                <a:effectLst/>
                <a:uLnTx/>
                <a:uFillTx/>
                <a:latin typeface="+mn-lt"/>
                <a:ea typeface="宋体" pitchFamily="2" charset="-122"/>
                <a:cs typeface="+mn-cs"/>
              </a:rPr>
              <a:t>4-bit parallel adder</a:t>
            </a:r>
            <a:endParaRPr kumimoji="0" lang="zh-CN" altLang="en-US" sz="1300" b="1" i="0" u="none" strike="noStrike" kern="1200" cap="none" spc="0" normalizeH="0" baseline="0" noProof="0" dirty="0">
              <a:ln>
                <a:noFill/>
              </a:ln>
              <a:solidFill>
                <a:srgbClr val="000000"/>
              </a:solidFill>
              <a:effectLst/>
              <a:uLnTx/>
              <a:uFillTx/>
              <a:latin typeface="+mn-lt"/>
              <a:ea typeface="宋体" pitchFamily="2" charset="-122"/>
              <a:cs typeface="+mn-cs"/>
            </a:endParaRPr>
          </a:p>
        </p:txBody>
      </p:sp>
      <p:sp>
        <p:nvSpPr>
          <p:cNvPr id="75783" name="Line 6"/>
          <p:cNvSpPr>
            <a:spLocks noChangeShapeType="1"/>
          </p:cNvSpPr>
          <p:nvPr/>
        </p:nvSpPr>
        <p:spPr bwMode="auto">
          <a:xfrm flipH="1">
            <a:off x="8319492" y="4316767"/>
            <a:ext cx="504808" cy="0"/>
          </a:xfrm>
          <a:prstGeom prst="line">
            <a:avLst/>
          </a:prstGeom>
          <a:noFill/>
          <a:ln w="952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wrap="square"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75784" name="Text Box 7"/>
          <p:cNvSpPr txBox="1">
            <a:spLocks noChangeArrowheads="1"/>
          </p:cNvSpPr>
          <p:nvPr/>
        </p:nvSpPr>
        <p:spPr bwMode="auto">
          <a:xfrm>
            <a:off x="8425152" y="3916717"/>
            <a:ext cx="399148"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type="none" w="sm" len="sm"/>
                <a:tailEnd type="none" w="sm" len="sm"/>
              </a14:hiddenLine>
            </a:ext>
            <a:ext uri="{AF507438-7753-43E0-B8FC-AC1667EBCBE1}">
              <a14:hiddenEffects xmlns:a14="http://schemas.microsoft.com/office/drawing/2010/main">
                <a:effectLst>
                  <a:outerShdw dist="71842"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b="1" i="0" u="none" strike="noStrike" kern="1200" cap="none" spc="0" normalizeH="0" baseline="0" noProof="0" dirty="0">
                <a:ln>
                  <a:noFill/>
                </a:ln>
                <a:solidFill>
                  <a:srgbClr val="000000"/>
                </a:solidFill>
                <a:effectLst/>
                <a:uLnTx/>
                <a:uFillTx/>
                <a:latin typeface="+mn-lt"/>
                <a:ea typeface="宋体" pitchFamily="2" charset="-122"/>
                <a:cs typeface="+mn-cs"/>
              </a:rPr>
              <a:t>c</a:t>
            </a:r>
            <a:r>
              <a:rPr kumimoji="0" lang="en-US" altLang="zh-CN" b="1" i="0" u="none" strike="noStrike" kern="1200" cap="none" spc="0" normalizeH="0" baseline="-25000" noProof="0" dirty="0">
                <a:ln>
                  <a:noFill/>
                </a:ln>
                <a:solidFill>
                  <a:srgbClr val="000000"/>
                </a:solidFill>
                <a:effectLst/>
                <a:uLnTx/>
                <a:uFillTx/>
                <a:latin typeface="+mn-lt"/>
                <a:ea typeface="宋体" pitchFamily="2" charset="-122"/>
                <a:cs typeface="+mn-cs"/>
              </a:rPr>
              <a:t>0</a:t>
            </a:r>
          </a:p>
        </p:txBody>
      </p:sp>
      <p:sp>
        <p:nvSpPr>
          <p:cNvPr id="75785" name="Line 8"/>
          <p:cNvSpPr>
            <a:spLocks noChangeShapeType="1"/>
          </p:cNvSpPr>
          <p:nvPr/>
        </p:nvSpPr>
        <p:spPr bwMode="auto">
          <a:xfrm flipV="1">
            <a:off x="6890077" y="4500527"/>
            <a:ext cx="0" cy="517525"/>
          </a:xfrm>
          <a:prstGeom prst="line">
            <a:avLst/>
          </a:prstGeom>
          <a:noFill/>
          <a:ln w="952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75786" name="Line 9"/>
          <p:cNvSpPr>
            <a:spLocks noChangeShapeType="1"/>
          </p:cNvSpPr>
          <p:nvPr/>
        </p:nvSpPr>
        <p:spPr bwMode="auto">
          <a:xfrm flipV="1">
            <a:off x="8033077" y="4500527"/>
            <a:ext cx="0" cy="517525"/>
          </a:xfrm>
          <a:prstGeom prst="line">
            <a:avLst/>
          </a:prstGeom>
          <a:noFill/>
          <a:ln w="952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mn-lt"/>
              <a:ea typeface="宋体" pitchFamily="2" charset="-122"/>
              <a:cs typeface="+mn-cs"/>
            </a:endParaRPr>
          </a:p>
        </p:txBody>
      </p:sp>
      <p:grpSp>
        <p:nvGrpSpPr>
          <p:cNvPr id="75787" name="Group 10"/>
          <p:cNvGrpSpPr>
            <a:grpSpLocks/>
          </p:cNvGrpSpPr>
          <p:nvPr/>
        </p:nvGrpSpPr>
        <p:grpSpPr bwMode="auto">
          <a:xfrm>
            <a:off x="7105977" y="4500527"/>
            <a:ext cx="1143000" cy="358775"/>
            <a:chOff x="4352" y="2663"/>
            <a:chExt cx="720" cy="326"/>
          </a:xfrm>
        </p:grpSpPr>
        <p:sp>
          <p:nvSpPr>
            <p:cNvPr id="75849" name="Line 11"/>
            <p:cNvSpPr>
              <a:spLocks noChangeShapeType="1"/>
            </p:cNvSpPr>
            <p:nvPr/>
          </p:nvSpPr>
          <p:spPr bwMode="auto">
            <a:xfrm flipV="1">
              <a:off x="4352" y="2663"/>
              <a:ext cx="0" cy="326"/>
            </a:xfrm>
            <a:prstGeom prst="line">
              <a:avLst/>
            </a:prstGeom>
            <a:noFill/>
            <a:ln w="952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75850" name="Line 12"/>
            <p:cNvSpPr>
              <a:spLocks noChangeShapeType="1"/>
            </p:cNvSpPr>
            <p:nvPr/>
          </p:nvSpPr>
          <p:spPr bwMode="auto">
            <a:xfrm flipV="1">
              <a:off x="5072" y="2663"/>
              <a:ext cx="0" cy="326"/>
            </a:xfrm>
            <a:prstGeom prst="line">
              <a:avLst/>
            </a:prstGeom>
            <a:noFill/>
            <a:ln w="952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a:ln>
                  <a:noFill/>
                </a:ln>
                <a:solidFill>
                  <a:srgbClr val="000000"/>
                </a:solidFill>
                <a:effectLst/>
                <a:uLnTx/>
                <a:uFillTx/>
                <a:latin typeface="+mn-lt"/>
                <a:ea typeface="宋体" pitchFamily="2" charset="-122"/>
                <a:cs typeface="+mn-cs"/>
              </a:endParaRPr>
            </a:p>
          </p:txBody>
        </p:sp>
      </p:grpSp>
      <p:sp>
        <p:nvSpPr>
          <p:cNvPr id="75788" name="Text Box 13"/>
          <p:cNvSpPr txBox="1">
            <a:spLocks noChangeArrowheads="1"/>
          </p:cNvSpPr>
          <p:nvPr/>
        </p:nvSpPr>
        <p:spPr bwMode="auto">
          <a:xfrm>
            <a:off x="6696402" y="4911690"/>
            <a:ext cx="1564531"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type="none" w="sm" len="sm"/>
                <a:tailEnd type="none" w="sm" len="sm"/>
              </a14:hiddenLine>
            </a:ext>
            <a:ext uri="{AF507438-7753-43E0-B8FC-AC1667EBCBE1}">
              <a14:hiddenEffects xmlns:a14="http://schemas.microsoft.com/office/drawing/2010/main">
                <a:effectLst>
                  <a:outerShdw dist="71842"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b="1" i="0" u="none" strike="noStrike" kern="1200" cap="none" spc="0" normalizeH="0" baseline="0" noProof="0" dirty="0">
                <a:ln>
                  <a:noFill/>
                </a:ln>
                <a:solidFill>
                  <a:srgbClr val="000000"/>
                </a:solidFill>
                <a:effectLst/>
                <a:uLnTx/>
                <a:uFillTx/>
                <a:latin typeface="+mn-lt"/>
                <a:ea typeface="宋体" pitchFamily="2" charset="-122"/>
                <a:cs typeface="+mn-cs"/>
              </a:rPr>
              <a:t>a</a:t>
            </a:r>
            <a:r>
              <a:rPr kumimoji="0" lang="en-US" altLang="zh-CN" b="1" i="0" u="none" strike="noStrike" kern="1200" cap="none" spc="0" normalizeH="0" baseline="-25000" noProof="0" dirty="0">
                <a:ln>
                  <a:noFill/>
                </a:ln>
                <a:solidFill>
                  <a:srgbClr val="000000"/>
                </a:solidFill>
                <a:effectLst/>
                <a:uLnTx/>
                <a:uFillTx/>
                <a:latin typeface="+mn-lt"/>
                <a:ea typeface="宋体" pitchFamily="2" charset="-122"/>
                <a:cs typeface="+mn-cs"/>
              </a:rPr>
              <a:t>3           </a:t>
            </a:r>
            <a:r>
              <a:rPr kumimoji="0" lang="zh-CN" altLang="en-US" b="1" i="0" u="none" strike="noStrike" kern="1200" cap="none" spc="0" normalizeH="0" baseline="-25000" noProof="0" dirty="0">
                <a:ln>
                  <a:noFill/>
                </a:ln>
                <a:solidFill>
                  <a:srgbClr val="000000"/>
                </a:solidFill>
                <a:effectLst/>
                <a:uLnTx/>
                <a:uFillTx/>
                <a:latin typeface="+mn-lt"/>
                <a:ea typeface="宋体" pitchFamily="2" charset="-122"/>
                <a:cs typeface="+mn-cs"/>
              </a:rPr>
              <a:t>    </a:t>
            </a:r>
            <a:r>
              <a:rPr kumimoji="0" lang="en-US" altLang="zh-CN" b="1" i="0" u="none" strike="noStrike" kern="1200" cap="none" spc="0" normalizeH="0" baseline="-25000" noProof="0" dirty="0">
                <a:ln>
                  <a:noFill/>
                </a:ln>
                <a:solidFill>
                  <a:srgbClr val="000000"/>
                </a:solidFill>
                <a:effectLst/>
                <a:uLnTx/>
                <a:uFillTx/>
                <a:latin typeface="+mn-lt"/>
                <a:ea typeface="宋体" pitchFamily="2" charset="-122"/>
                <a:cs typeface="+mn-cs"/>
              </a:rPr>
              <a:t>       </a:t>
            </a:r>
            <a:r>
              <a:rPr kumimoji="0" lang="en-US" altLang="zh-CN" b="1" i="0" u="none" strike="noStrike" kern="1200" cap="none" spc="0" normalizeH="0" baseline="0" noProof="0" dirty="0">
                <a:ln>
                  <a:noFill/>
                </a:ln>
                <a:solidFill>
                  <a:srgbClr val="000000"/>
                </a:solidFill>
                <a:effectLst/>
                <a:uLnTx/>
                <a:uFillTx/>
                <a:latin typeface="+mn-lt"/>
                <a:ea typeface="宋体" pitchFamily="2" charset="-122"/>
                <a:cs typeface="+mn-cs"/>
              </a:rPr>
              <a:t>a</a:t>
            </a:r>
            <a:r>
              <a:rPr kumimoji="0" lang="en-US" altLang="zh-CN" b="1" i="0" u="none" strike="noStrike" kern="1200" cap="none" spc="0" normalizeH="0" baseline="-25000" noProof="0" dirty="0">
                <a:ln>
                  <a:noFill/>
                </a:ln>
                <a:solidFill>
                  <a:srgbClr val="000000"/>
                </a:solidFill>
                <a:effectLst/>
                <a:uLnTx/>
                <a:uFillTx/>
                <a:latin typeface="+mn-lt"/>
                <a:ea typeface="宋体" pitchFamily="2" charset="-122"/>
                <a:cs typeface="+mn-cs"/>
              </a:rPr>
              <a:t>0</a:t>
            </a:r>
          </a:p>
        </p:txBody>
      </p:sp>
      <p:sp>
        <p:nvSpPr>
          <p:cNvPr id="75789" name="Text Box 14"/>
          <p:cNvSpPr txBox="1">
            <a:spLocks noChangeArrowheads="1"/>
          </p:cNvSpPr>
          <p:nvPr/>
        </p:nvSpPr>
        <p:spPr bwMode="auto">
          <a:xfrm>
            <a:off x="6912302" y="4771990"/>
            <a:ext cx="1590179"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type="none" w="sm" len="sm"/>
                <a:tailEnd type="none" w="sm" len="sm"/>
              </a14:hiddenLine>
            </a:ext>
            <a:ext uri="{AF507438-7753-43E0-B8FC-AC1667EBCBE1}">
              <a14:hiddenEffects xmlns:a14="http://schemas.microsoft.com/office/drawing/2010/main">
                <a:effectLst>
                  <a:outerShdw dist="71842"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b="1" i="0" u="none" strike="noStrike" kern="1200" cap="none" spc="0" normalizeH="0" baseline="0" noProof="0" dirty="0">
                <a:ln>
                  <a:noFill/>
                </a:ln>
                <a:solidFill>
                  <a:srgbClr val="000000"/>
                </a:solidFill>
                <a:effectLst/>
                <a:uLnTx/>
                <a:uFillTx/>
                <a:latin typeface="+mn-lt"/>
                <a:ea typeface="宋体" pitchFamily="2" charset="-122"/>
                <a:cs typeface="+mn-cs"/>
              </a:rPr>
              <a:t>b</a:t>
            </a:r>
            <a:r>
              <a:rPr kumimoji="0" lang="en-US" altLang="zh-CN" b="1" i="0" u="none" strike="noStrike" kern="1200" cap="none" spc="0" normalizeH="0" baseline="-25000" noProof="0" dirty="0">
                <a:ln>
                  <a:noFill/>
                </a:ln>
                <a:solidFill>
                  <a:srgbClr val="000000"/>
                </a:solidFill>
                <a:effectLst/>
                <a:uLnTx/>
                <a:uFillTx/>
                <a:latin typeface="+mn-lt"/>
                <a:ea typeface="宋体" pitchFamily="2" charset="-122"/>
                <a:cs typeface="+mn-cs"/>
              </a:rPr>
              <a:t>3              </a:t>
            </a:r>
            <a:r>
              <a:rPr kumimoji="0" lang="zh-CN" altLang="en-US" b="1" i="0" u="none" strike="noStrike" kern="1200" cap="none" spc="0" normalizeH="0" baseline="-25000" noProof="0" dirty="0">
                <a:ln>
                  <a:noFill/>
                </a:ln>
                <a:solidFill>
                  <a:srgbClr val="000000"/>
                </a:solidFill>
                <a:effectLst/>
                <a:uLnTx/>
                <a:uFillTx/>
                <a:latin typeface="+mn-lt"/>
                <a:ea typeface="宋体" pitchFamily="2" charset="-122"/>
                <a:cs typeface="+mn-cs"/>
              </a:rPr>
              <a:t>    </a:t>
            </a:r>
            <a:r>
              <a:rPr kumimoji="0" lang="en-US" altLang="zh-CN" b="1" i="0" u="none" strike="noStrike" kern="1200" cap="none" spc="0" normalizeH="0" baseline="-25000" noProof="0" dirty="0">
                <a:ln>
                  <a:noFill/>
                </a:ln>
                <a:solidFill>
                  <a:srgbClr val="000000"/>
                </a:solidFill>
                <a:effectLst/>
                <a:uLnTx/>
                <a:uFillTx/>
                <a:latin typeface="+mn-lt"/>
                <a:ea typeface="宋体" pitchFamily="2" charset="-122"/>
                <a:cs typeface="+mn-cs"/>
              </a:rPr>
              <a:t>    </a:t>
            </a:r>
            <a:r>
              <a:rPr kumimoji="0" lang="en-US" altLang="zh-CN" b="1" i="0" u="none" strike="noStrike" kern="1200" cap="none" spc="0" normalizeH="0" baseline="0" noProof="0" dirty="0">
                <a:ln>
                  <a:noFill/>
                </a:ln>
                <a:solidFill>
                  <a:srgbClr val="000000"/>
                </a:solidFill>
                <a:effectLst/>
                <a:uLnTx/>
                <a:uFillTx/>
                <a:latin typeface="+mn-lt"/>
                <a:ea typeface="宋体" pitchFamily="2" charset="-122"/>
                <a:cs typeface="+mn-cs"/>
              </a:rPr>
              <a:t>b</a:t>
            </a:r>
            <a:r>
              <a:rPr kumimoji="0" lang="en-US" altLang="zh-CN" b="1" i="0" u="none" strike="noStrike" kern="1200" cap="none" spc="0" normalizeH="0" baseline="-25000" noProof="0" dirty="0">
                <a:ln>
                  <a:noFill/>
                </a:ln>
                <a:solidFill>
                  <a:srgbClr val="000000"/>
                </a:solidFill>
                <a:effectLst/>
                <a:uLnTx/>
                <a:uFillTx/>
                <a:latin typeface="+mn-lt"/>
                <a:ea typeface="宋体" pitchFamily="2" charset="-122"/>
                <a:cs typeface="+mn-cs"/>
              </a:rPr>
              <a:t>0</a:t>
            </a:r>
          </a:p>
        </p:txBody>
      </p:sp>
      <p:sp>
        <p:nvSpPr>
          <p:cNvPr id="75790" name="Line 15"/>
          <p:cNvSpPr>
            <a:spLocks noChangeShapeType="1"/>
          </p:cNvSpPr>
          <p:nvPr/>
        </p:nvSpPr>
        <p:spPr bwMode="auto">
          <a:xfrm flipV="1">
            <a:off x="6969452" y="3778497"/>
            <a:ext cx="0" cy="371475"/>
          </a:xfrm>
          <a:prstGeom prst="line">
            <a:avLst/>
          </a:prstGeom>
          <a:noFill/>
          <a:ln w="952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75791" name="Line 16"/>
          <p:cNvSpPr>
            <a:spLocks noChangeShapeType="1"/>
          </p:cNvSpPr>
          <p:nvPr/>
        </p:nvSpPr>
        <p:spPr bwMode="auto">
          <a:xfrm flipV="1">
            <a:off x="7331402" y="3778497"/>
            <a:ext cx="0" cy="371475"/>
          </a:xfrm>
          <a:prstGeom prst="line">
            <a:avLst/>
          </a:prstGeom>
          <a:noFill/>
          <a:ln w="952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75792" name="Line 17"/>
          <p:cNvSpPr>
            <a:spLocks noChangeShapeType="1"/>
          </p:cNvSpPr>
          <p:nvPr/>
        </p:nvSpPr>
        <p:spPr bwMode="auto">
          <a:xfrm flipV="1">
            <a:off x="7693352" y="3778497"/>
            <a:ext cx="0" cy="371475"/>
          </a:xfrm>
          <a:prstGeom prst="line">
            <a:avLst/>
          </a:prstGeom>
          <a:noFill/>
          <a:ln w="952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75793" name="Line 18"/>
          <p:cNvSpPr>
            <a:spLocks noChangeShapeType="1"/>
          </p:cNvSpPr>
          <p:nvPr/>
        </p:nvSpPr>
        <p:spPr bwMode="auto">
          <a:xfrm flipV="1">
            <a:off x="8055302" y="3778497"/>
            <a:ext cx="0" cy="371475"/>
          </a:xfrm>
          <a:prstGeom prst="line">
            <a:avLst/>
          </a:prstGeom>
          <a:noFill/>
          <a:ln w="952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75794" name="Text Box 19"/>
          <p:cNvSpPr txBox="1">
            <a:spLocks noChangeArrowheads="1"/>
          </p:cNvSpPr>
          <p:nvPr/>
        </p:nvSpPr>
        <p:spPr bwMode="auto">
          <a:xfrm>
            <a:off x="6774318" y="3391293"/>
            <a:ext cx="1513235"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type="none" w="sm" len="sm"/>
                <a:tailEnd type="none" w="sm" len="sm"/>
              </a14:hiddenLine>
            </a:ext>
            <a:ext uri="{AF507438-7753-43E0-B8FC-AC1667EBCBE1}">
              <a14:hiddenEffects xmlns:a14="http://schemas.microsoft.com/office/drawing/2010/main">
                <a:effectLst>
                  <a:outerShdw dist="71842"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b="1" i="0" u="none" strike="noStrike" kern="1200" cap="none" spc="0" normalizeH="0" baseline="0" noProof="0" dirty="0">
                <a:ln>
                  <a:noFill/>
                </a:ln>
                <a:solidFill>
                  <a:srgbClr val="000000"/>
                </a:solidFill>
                <a:effectLst/>
                <a:uLnTx/>
                <a:uFillTx/>
                <a:latin typeface="+mn-lt"/>
                <a:ea typeface="宋体" pitchFamily="2" charset="-122"/>
                <a:cs typeface="+mn-cs"/>
              </a:rPr>
              <a:t>s</a:t>
            </a:r>
            <a:r>
              <a:rPr kumimoji="0" lang="en-US" altLang="zh-CN" b="1" i="0" u="none" strike="noStrike" kern="1200" cap="none" spc="0" normalizeH="0" baseline="-25000" noProof="0" dirty="0">
                <a:ln>
                  <a:noFill/>
                </a:ln>
                <a:solidFill>
                  <a:srgbClr val="000000"/>
                </a:solidFill>
                <a:effectLst/>
                <a:uLnTx/>
                <a:uFillTx/>
                <a:latin typeface="+mn-lt"/>
                <a:ea typeface="宋体" pitchFamily="2" charset="-122"/>
                <a:cs typeface="+mn-cs"/>
              </a:rPr>
              <a:t>3  </a:t>
            </a:r>
            <a:r>
              <a:rPr kumimoji="0" lang="en-US" altLang="zh-CN" b="1" i="0" u="none" strike="noStrike" kern="1200" cap="none" spc="0" normalizeH="0" baseline="0" noProof="0" dirty="0">
                <a:ln>
                  <a:noFill/>
                </a:ln>
                <a:solidFill>
                  <a:srgbClr val="000000"/>
                </a:solidFill>
                <a:effectLst/>
                <a:uLnTx/>
                <a:uFillTx/>
                <a:latin typeface="+mn-lt"/>
                <a:ea typeface="宋体" pitchFamily="2" charset="-122"/>
                <a:cs typeface="+mn-cs"/>
              </a:rPr>
              <a:t> s</a:t>
            </a:r>
            <a:r>
              <a:rPr kumimoji="0" lang="en-US" altLang="zh-CN" b="1" i="0" u="none" strike="noStrike" kern="1200" cap="none" spc="0" normalizeH="0" baseline="-25000" noProof="0" dirty="0">
                <a:ln>
                  <a:noFill/>
                </a:ln>
                <a:solidFill>
                  <a:srgbClr val="000000"/>
                </a:solidFill>
                <a:effectLst/>
                <a:uLnTx/>
                <a:uFillTx/>
                <a:latin typeface="+mn-lt"/>
                <a:ea typeface="宋体" pitchFamily="2" charset="-122"/>
                <a:cs typeface="+mn-cs"/>
              </a:rPr>
              <a:t>2</a:t>
            </a:r>
            <a:r>
              <a:rPr kumimoji="0" lang="en-US" altLang="zh-CN" b="1" i="0" u="none" strike="noStrike" kern="1200" cap="none" spc="0" normalizeH="0" baseline="0" noProof="0" dirty="0">
                <a:ln>
                  <a:noFill/>
                </a:ln>
                <a:solidFill>
                  <a:srgbClr val="000000"/>
                </a:solidFill>
                <a:effectLst/>
                <a:uLnTx/>
                <a:uFillTx/>
                <a:latin typeface="+mn-lt"/>
                <a:ea typeface="宋体" pitchFamily="2" charset="-122"/>
                <a:cs typeface="+mn-cs"/>
              </a:rPr>
              <a:t> </a:t>
            </a:r>
            <a:r>
              <a:rPr kumimoji="0" lang="en-US" altLang="zh-CN" b="1" i="0" u="none" strike="noStrike" kern="1200" cap="none" spc="0" normalizeH="0" baseline="-25000" noProof="0" dirty="0">
                <a:ln>
                  <a:noFill/>
                </a:ln>
                <a:solidFill>
                  <a:srgbClr val="000000"/>
                </a:solidFill>
                <a:effectLst/>
                <a:uLnTx/>
                <a:uFillTx/>
                <a:latin typeface="+mn-lt"/>
                <a:ea typeface="宋体" pitchFamily="2" charset="-122"/>
                <a:cs typeface="+mn-cs"/>
              </a:rPr>
              <a:t>   </a:t>
            </a:r>
            <a:r>
              <a:rPr kumimoji="0" lang="en-US" altLang="zh-CN" b="1" i="0" u="none" strike="noStrike" kern="1200" cap="none" spc="0" normalizeH="0" baseline="0" noProof="0" dirty="0">
                <a:ln>
                  <a:noFill/>
                </a:ln>
                <a:solidFill>
                  <a:srgbClr val="000000"/>
                </a:solidFill>
                <a:effectLst/>
                <a:uLnTx/>
                <a:uFillTx/>
                <a:latin typeface="+mn-lt"/>
                <a:ea typeface="宋体" pitchFamily="2" charset="-122"/>
                <a:cs typeface="+mn-cs"/>
              </a:rPr>
              <a:t>s</a:t>
            </a:r>
            <a:r>
              <a:rPr kumimoji="0" lang="en-US" altLang="zh-CN" b="1" i="0" u="none" strike="noStrike" kern="1200" cap="none" spc="0" normalizeH="0" baseline="-25000" noProof="0" dirty="0">
                <a:ln>
                  <a:noFill/>
                </a:ln>
                <a:solidFill>
                  <a:srgbClr val="000000"/>
                </a:solidFill>
                <a:effectLst/>
                <a:uLnTx/>
                <a:uFillTx/>
                <a:latin typeface="+mn-lt"/>
                <a:ea typeface="宋体" pitchFamily="2" charset="-122"/>
                <a:cs typeface="+mn-cs"/>
              </a:rPr>
              <a:t>1   </a:t>
            </a:r>
            <a:r>
              <a:rPr kumimoji="0" lang="en-US" altLang="zh-CN" b="1" i="0" u="none" strike="noStrike" kern="1200" cap="none" spc="0" normalizeH="0" baseline="0" noProof="0" dirty="0">
                <a:ln>
                  <a:noFill/>
                </a:ln>
                <a:solidFill>
                  <a:srgbClr val="000000"/>
                </a:solidFill>
                <a:effectLst/>
                <a:uLnTx/>
                <a:uFillTx/>
                <a:latin typeface="+mn-lt"/>
                <a:ea typeface="宋体" pitchFamily="2" charset="-122"/>
                <a:cs typeface="+mn-cs"/>
              </a:rPr>
              <a:t>s</a:t>
            </a:r>
            <a:r>
              <a:rPr kumimoji="0" lang="en-US" altLang="zh-CN" b="1" i="0" u="none" strike="noStrike" kern="1200" cap="none" spc="0" normalizeH="0" baseline="-25000" noProof="0" dirty="0">
                <a:ln>
                  <a:noFill/>
                </a:ln>
                <a:solidFill>
                  <a:srgbClr val="000000"/>
                </a:solidFill>
                <a:effectLst/>
                <a:uLnTx/>
                <a:uFillTx/>
                <a:latin typeface="+mn-lt"/>
                <a:ea typeface="宋体" pitchFamily="2" charset="-122"/>
                <a:cs typeface="+mn-cs"/>
              </a:rPr>
              <a:t>0</a:t>
            </a:r>
          </a:p>
        </p:txBody>
      </p:sp>
      <p:sp>
        <p:nvSpPr>
          <p:cNvPr id="75795" name="Rectangle 20"/>
          <p:cNvSpPr>
            <a:spLocks noChangeArrowheads="1"/>
          </p:cNvSpPr>
          <p:nvPr/>
        </p:nvSpPr>
        <p:spPr bwMode="auto">
          <a:xfrm>
            <a:off x="4740626" y="4155106"/>
            <a:ext cx="1562100" cy="339196"/>
          </a:xfrm>
          <a:prstGeom prst="rect">
            <a:avLst/>
          </a:prstGeom>
          <a:noFill/>
          <a:ln w="9525" algn="ctr">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75796" name="Text Box 21"/>
          <p:cNvSpPr txBox="1">
            <a:spLocks noChangeArrowheads="1"/>
          </p:cNvSpPr>
          <p:nvPr/>
        </p:nvSpPr>
        <p:spPr bwMode="auto">
          <a:xfrm>
            <a:off x="4698665" y="4178655"/>
            <a:ext cx="1673535" cy="2930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type="none" w="sm" len="sm"/>
                <a:tailEnd type="none" w="sm" len="sm"/>
              </a14:hiddenLine>
            </a:ext>
            <a:ext uri="{AF507438-7753-43E0-B8FC-AC1667EBCBE1}">
              <a14:hiddenEffects xmlns:a14="http://schemas.microsoft.com/office/drawing/2010/main">
                <a:effectLst>
                  <a:outerShdw dist="71842"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300" b="1" i="0" u="none" strike="noStrike" kern="1200" cap="none" spc="0" normalizeH="0" baseline="0" noProof="0" dirty="0">
                <a:ln>
                  <a:noFill/>
                </a:ln>
                <a:solidFill>
                  <a:srgbClr val="000000"/>
                </a:solidFill>
                <a:effectLst/>
                <a:uLnTx/>
                <a:uFillTx/>
                <a:latin typeface="+mn-lt"/>
                <a:ea typeface="宋体" pitchFamily="2" charset="-122"/>
                <a:cs typeface="+mn-cs"/>
              </a:rPr>
              <a:t>4-bit parallel adder</a:t>
            </a:r>
            <a:endParaRPr kumimoji="0" lang="zh-CN" altLang="en-US" sz="1300" b="1" i="0" u="none" strike="noStrike" kern="1200" cap="none" spc="0" normalizeH="0" baseline="0" noProof="0" dirty="0">
              <a:ln>
                <a:noFill/>
              </a:ln>
              <a:solidFill>
                <a:srgbClr val="000000"/>
              </a:solidFill>
              <a:effectLst/>
              <a:uLnTx/>
              <a:uFillTx/>
              <a:latin typeface="+mn-lt"/>
              <a:ea typeface="宋体" pitchFamily="2" charset="-122"/>
              <a:cs typeface="+mn-cs"/>
            </a:endParaRPr>
          </a:p>
        </p:txBody>
      </p:sp>
      <p:sp>
        <p:nvSpPr>
          <p:cNvPr id="75797" name="Line 22"/>
          <p:cNvSpPr>
            <a:spLocks noChangeShapeType="1"/>
          </p:cNvSpPr>
          <p:nvPr/>
        </p:nvSpPr>
        <p:spPr bwMode="auto">
          <a:xfrm flipH="1">
            <a:off x="6300192" y="4316767"/>
            <a:ext cx="450850" cy="0"/>
          </a:xfrm>
          <a:prstGeom prst="line">
            <a:avLst/>
          </a:prstGeom>
          <a:noFill/>
          <a:ln w="952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75798" name="Text Box 23"/>
          <p:cNvSpPr txBox="1">
            <a:spLocks noChangeArrowheads="1"/>
          </p:cNvSpPr>
          <p:nvPr/>
        </p:nvSpPr>
        <p:spPr bwMode="auto">
          <a:xfrm>
            <a:off x="6368454" y="3916717"/>
            <a:ext cx="399148"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type="none" w="sm" len="sm"/>
                <a:tailEnd type="none" w="sm" len="sm"/>
              </a14:hiddenLine>
            </a:ext>
            <a:ext uri="{AF507438-7753-43E0-B8FC-AC1667EBCBE1}">
              <a14:hiddenEffects xmlns:a14="http://schemas.microsoft.com/office/drawing/2010/main">
                <a:effectLst>
                  <a:outerShdw dist="71842"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b="1" i="0" u="none" strike="noStrike" kern="1200" cap="none" spc="0" normalizeH="0" baseline="0" noProof="0">
                <a:ln>
                  <a:noFill/>
                </a:ln>
                <a:solidFill>
                  <a:srgbClr val="000000"/>
                </a:solidFill>
                <a:effectLst/>
                <a:uLnTx/>
                <a:uFillTx/>
                <a:latin typeface="+mn-lt"/>
                <a:ea typeface="宋体" pitchFamily="2" charset="-122"/>
                <a:cs typeface="+mn-cs"/>
              </a:rPr>
              <a:t>c</a:t>
            </a:r>
            <a:r>
              <a:rPr kumimoji="0" lang="en-US" altLang="zh-CN" b="1" i="0" u="none" strike="noStrike" kern="1200" cap="none" spc="0" normalizeH="0" baseline="-25000" noProof="0">
                <a:ln>
                  <a:noFill/>
                </a:ln>
                <a:solidFill>
                  <a:srgbClr val="000000"/>
                </a:solidFill>
                <a:effectLst/>
                <a:uLnTx/>
                <a:uFillTx/>
                <a:latin typeface="+mn-lt"/>
                <a:ea typeface="宋体" pitchFamily="2" charset="-122"/>
                <a:cs typeface="+mn-cs"/>
              </a:rPr>
              <a:t>4</a:t>
            </a:r>
          </a:p>
        </p:txBody>
      </p:sp>
      <p:sp>
        <p:nvSpPr>
          <p:cNvPr id="75799" name="Line 24"/>
          <p:cNvSpPr>
            <a:spLocks noChangeShapeType="1"/>
          </p:cNvSpPr>
          <p:nvPr/>
        </p:nvSpPr>
        <p:spPr bwMode="auto">
          <a:xfrm flipV="1">
            <a:off x="4870777" y="4500527"/>
            <a:ext cx="0" cy="517525"/>
          </a:xfrm>
          <a:prstGeom prst="line">
            <a:avLst/>
          </a:prstGeom>
          <a:noFill/>
          <a:ln w="952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75800" name="Line 25"/>
          <p:cNvSpPr>
            <a:spLocks noChangeShapeType="1"/>
          </p:cNvSpPr>
          <p:nvPr/>
        </p:nvSpPr>
        <p:spPr bwMode="auto">
          <a:xfrm flipV="1">
            <a:off x="6013777" y="4500527"/>
            <a:ext cx="0" cy="517525"/>
          </a:xfrm>
          <a:prstGeom prst="line">
            <a:avLst/>
          </a:prstGeom>
          <a:noFill/>
          <a:ln w="952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mn-lt"/>
              <a:ea typeface="宋体" pitchFamily="2" charset="-122"/>
              <a:cs typeface="+mn-cs"/>
            </a:endParaRPr>
          </a:p>
        </p:txBody>
      </p:sp>
      <p:grpSp>
        <p:nvGrpSpPr>
          <p:cNvPr id="75801" name="Group 26"/>
          <p:cNvGrpSpPr>
            <a:grpSpLocks/>
          </p:cNvGrpSpPr>
          <p:nvPr/>
        </p:nvGrpSpPr>
        <p:grpSpPr bwMode="auto">
          <a:xfrm>
            <a:off x="5086677" y="4500527"/>
            <a:ext cx="1143000" cy="358775"/>
            <a:chOff x="4352" y="2663"/>
            <a:chExt cx="720" cy="326"/>
          </a:xfrm>
        </p:grpSpPr>
        <p:sp>
          <p:nvSpPr>
            <p:cNvPr id="75847" name="Line 27"/>
            <p:cNvSpPr>
              <a:spLocks noChangeShapeType="1"/>
            </p:cNvSpPr>
            <p:nvPr/>
          </p:nvSpPr>
          <p:spPr bwMode="auto">
            <a:xfrm flipV="1">
              <a:off x="4352" y="2663"/>
              <a:ext cx="0" cy="326"/>
            </a:xfrm>
            <a:prstGeom prst="line">
              <a:avLst/>
            </a:prstGeom>
            <a:noFill/>
            <a:ln w="952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75848" name="Line 28"/>
            <p:cNvSpPr>
              <a:spLocks noChangeShapeType="1"/>
            </p:cNvSpPr>
            <p:nvPr/>
          </p:nvSpPr>
          <p:spPr bwMode="auto">
            <a:xfrm flipV="1">
              <a:off x="5072" y="2663"/>
              <a:ext cx="0" cy="326"/>
            </a:xfrm>
            <a:prstGeom prst="line">
              <a:avLst/>
            </a:prstGeom>
            <a:noFill/>
            <a:ln w="952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a:ln>
                  <a:noFill/>
                </a:ln>
                <a:solidFill>
                  <a:srgbClr val="000000"/>
                </a:solidFill>
                <a:effectLst/>
                <a:uLnTx/>
                <a:uFillTx/>
                <a:latin typeface="+mn-lt"/>
                <a:ea typeface="宋体" pitchFamily="2" charset="-122"/>
                <a:cs typeface="+mn-cs"/>
              </a:endParaRPr>
            </a:p>
          </p:txBody>
        </p:sp>
      </p:grpSp>
      <p:sp>
        <p:nvSpPr>
          <p:cNvPr id="75802" name="Text Box 29"/>
          <p:cNvSpPr txBox="1">
            <a:spLocks noChangeArrowheads="1"/>
          </p:cNvSpPr>
          <p:nvPr/>
        </p:nvSpPr>
        <p:spPr bwMode="auto">
          <a:xfrm>
            <a:off x="4677102" y="4911690"/>
            <a:ext cx="1564531"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type="none" w="sm" len="sm"/>
                <a:tailEnd type="none" w="sm" len="sm"/>
              </a14:hiddenLine>
            </a:ext>
            <a:ext uri="{AF507438-7753-43E0-B8FC-AC1667EBCBE1}">
              <a14:hiddenEffects xmlns:a14="http://schemas.microsoft.com/office/drawing/2010/main">
                <a:effectLst>
                  <a:outerShdw dist="71842"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b="1" i="0" u="none" strike="noStrike" kern="1200" cap="none" spc="0" normalizeH="0" baseline="0" noProof="0" dirty="0">
                <a:ln>
                  <a:noFill/>
                </a:ln>
                <a:solidFill>
                  <a:srgbClr val="000000"/>
                </a:solidFill>
                <a:effectLst/>
                <a:uLnTx/>
                <a:uFillTx/>
                <a:latin typeface="+mn-lt"/>
                <a:ea typeface="宋体" pitchFamily="2" charset="-122"/>
                <a:cs typeface="+mn-cs"/>
              </a:rPr>
              <a:t>a</a:t>
            </a:r>
            <a:r>
              <a:rPr kumimoji="0" lang="en-US" altLang="zh-CN" b="1" i="0" u="none" strike="noStrike" kern="1200" cap="none" spc="0" normalizeH="0" baseline="-25000" noProof="0" dirty="0">
                <a:ln>
                  <a:noFill/>
                </a:ln>
                <a:solidFill>
                  <a:srgbClr val="000000"/>
                </a:solidFill>
                <a:effectLst/>
                <a:uLnTx/>
                <a:uFillTx/>
                <a:latin typeface="+mn-lt"/>
                <a:ea typeface="宋体" pitchFamily="2" charset="-122"/>
                <a:cs typeface="+mn-cs"/>
              </a:rPr>
              <a:t>7          </a:t>
            </a:r>
            <a:r>
              <a:rPr kumimoji="0" lang="zh-CN" altLang="en-US" b="1" i="0" u="none" strike="noStrike" kern="1200" cap="none" spc="0" normalizeH="0" baseline="-25000" noProof="0" dirty="0">
                <a:ln>
                  <a:noFill/>
                </a:ln>
                <a:solidFill>
                  <a:srgbClr val="000000"/>
                </a:solidFill>
                <a:effectLst/>
                <a:uLnTx/>
                <a:uFillTx/>
                <a:latin typeface="+mn-lt"/>
                <a:ea typeface="宋体" pitchFamily="2" charset="-122"/>
                <a:cs typeface="+mn-cs"/>
              </a:rPr>
              <a:t>    </a:t>
            </a:r>
            <a:r>
              <a:rPr kumimoji="0" lang="en-US" altLang="zh-CN" b="1" i="0" u="none" strike="noStrike" kern="1200" cap="none" spc="0" normalizeH="0" baseline="-25000" noProof="0" dirty="0">
                <a:ln>
                  <a:noFill/>
                </a:ln>
                <a:solidFill>
                  <a:srgbClr val="000000"/>
                </a:solidFill>
                <a:effectLst/>
                <a:uLnTx/>
                <a:uFillTx/>
                <a:latin typeface="+mn-lt"/>
                <a:ea typeface="宋体" pitchFamily="2" charset="-122"/>
                <a:cs typeface="+mn-cs"/>
              </a:rPr>
              <a:t>        </a:t>
            </a:r>
            <a:r>
              <a:rPr kumimoji="0" lang="en-US" altLang="zh-CN" b="1" i="0" u="none" strike="noStrike" kern="1200" cap="none" spc="0" normalizeH="0" baseline="0" noProof="0" dirty="0">
                <a:ln>
                  <a:noFill/>
                </a:ln>
                <a:solidFill>
                  <a:srgbClr val="000000"/>
                </a:solidFill>
                <a:effectLst/>
                <a:uLnTx/>
                <a:uFillTx/>
                <a:latin typeface="+mn-lt"/>
                <a:ea typeface="宋体" pitchFamily="2" charset="-122"/>
                <a:cs typeface="+mn-cs"/>
              </a:rPr>
              <a:t>a</a:t>
            </a:r>
            <a:r>
              <a:rPr kumimoji="0" lang="en-US" altLang="zh-CN" b="1" i="0" u="none" strike="noStrike" kern="1200" cap="none" spc="0" normalizeH="0" baseline="-25000" noProof="0" dirty="0">
                <a:ln>
                  <a:noFill/>
                </a:ln>
                <a:solidFill>
                  <a:srgbClr val="000000"/>
                </a:solidFill>
                <a:effectLst/>
                <a:uLnTx/>
                <a:uFillTx/>
                <a:latin typeface="+mn-lt"/>
                <a:ea typeface="宋体" pitchFamily="2" charset="-122"/>
                <a:cs typeface="+mn-cs"/>
              </a:rPr>
              <a:t>4</a:t>
            </a:r>
          </a:p>
        </p:txBody>
      </p:sp>
      <p:sp>
        <p:nvSpPr>
          <p:cNvPr id="75803" name="Text Box 30"/>
          <p:cNvSpPr txBox="1">
            <a:spLocks noChangeArrowheads="1"/>
          </p:cNvSpPr>
          <p:nvPr/>
        </p:nvSpPr>
        <p:spPr bwMode="auto">
          <a:xfrm>
            <a:off x="4893002" y="4771990"/>
            <a:ext cx="1590179"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type="none" w="sm" len="sm"/>
                <a:tailEnd type="none" w="sm" len="sm"/>
              </a14:hiddenLine>
            </a:ext>
            <a:ext uri="{AF507438-7753-43E0-B8FC-AC1667EBCBE1}">
              <a14:hiddenEffects xmlns:a14="http://schemas.microsoft.com/office/drawing/2010/main">
                <a:effectLst>
                  <a:outerShdw dist="71842"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b="1" i="0" u="none" strike="noStrike" kern="1200" cap="none" spc="0" normalizeH="0" baseline="0" noProof="0" dirty="0">
                <a:ln>
                  <a:noFill/>
                </a:ln>
                <a:solidFill>
                  <a:srgbClr val="000000"/>
                </a:solidFill>
                <a:effectLst/>
                <a:uLnTx/>
                <a:uFillTx/>
                <a:latin typeface="+mn-lt"/>
                <a:ea typeface="宋体" pitchFamily="2" charset="-122"/>
                <a:cs typeface="+mn-cs"/>
              </a:rPr>
              <a:t>b</a:t>
            </a:r>
            <a:r>
              <a:rPr kumimoji="0" lang="en-US" altLang="zh-CN" b="1" i="0" u="none" strike="noStrike" kern="1200" cap="none" spc="0" normalizeH="0" baseline="-25000" noProof="0" dirty="0">
                <a:ln>
                  <a:noFill/>
                </a:ln>
                <a:solidFill>
                  <a:srgbClr val="000000"/>
                </a:solidFill>
                <a:effectLst/>
                <a:uLnTx/>
                <a:uFillTx/>
                <a:latin typeface="+mn-lt"/>
                <a:ea typeface="宋体" pitchFamily="2" charset="-122"/>
                <a:cs typeface="+mn-cs"/>
              </a:rPr>
              <a:t>7               </a:t>
            </a:r>
            <a:r>
              <a:rPr kumimoji="0" lang="zh-CN" altLang="en-US" b="1" i="0" u="none" strike="noStrike" kern="1200" cap="none" spc="0" normalizeH="0" baseline="-25000" noProof="0" dirty="0">
                <a:ln>
                  <a:noFill/>
                </a:ln>
                <a:solidFill>
                  <a:srgbClr val="000000"/>
                </a:solidFill>
                <a:effectLst/>
                <a:uLnTx/>
                <a:uFillTx/>
                <a:latin typeface="+mn-lt"/>
                <a:ea typeface="宋体" pitchFamily="2" charset="-122"/>
                <a:cs typeface="+mn-cs"/>
              </a:rPr>
              <a:t>    </a:t>
            </a:r>
            <a:r>
              <a:rPr kumimoji="0" lang="en-US" altLang="zh-CN" b="1" i="0" u="none" strike="noStrike" kern="1200" cap="none" spc="0" normalizeH="0" baseline="-25000" noProof="0" dirty="0">
                <a:ln>
                  <a:noFill/>
                </a:ln>
                <a:solidFill>
                  <a:srgbClr val="000000"/>
                </a:solidFill>
                <a:effectLst/>
                <a:uLnTx/>
                <a:uFillTx/>
                <a:latin typeface="+mn-lt"/>
                <a:ea typeface="宋体" pitchFamily="2" charset="-122"/>
                <a:cs typeface="+mn-cs"/>
              </a:rPr>
              <a:t>   </a:t>
            </a:r>
            <a:r>
              <a:rPr kumimoji="0" lang="en-US" altLang="zh-CN" b="1" i="0" u="none" strike="noStrike" kern="1200" cap="none" spc="0" normalizeH="0" baseline="0" noProof="0" dirty="0">
                <a:ln>
                  <a:noFill/>
                </a:ln>
                <a:solidFill>
                  <a:srgbClr val="000000"/>
                </a:solidFill>
                <a:effectLst/>
                <a:uLnTx/>
                <a:uFillTx/>
                <a:latin typeface="+mn-lt"/>
                <a:ea typeface="宋体" pitchFamily="2" charset="-122"/>
                <a:cs typeface="+mn-cs"/>
              </a:rPr>
              <a:t>b</a:t>
            </a:r>
            <a:r>
              <a:rPr kumimoji="0" lang="en-US" altLang="zh-CN" b="1" i="0" u="none" strike="noStrike" kern="1200" cap="none" spc="0" normalizeH="0" baseline="-25000" noProof="0" dirty="0">
                <a:ln>
                  <a:noFill/>
                </a:ln>
                <a:solidFill>
                  <a:srgbClr val="000000"/>
                </a:solidFill>
                <a:effectLst/>
                <a:uLnTx/>
                <a:uFillTx/>
                <a:latin typeface="+mn-lt"/>
                <a:ea typeface="宋体" pitchFamily="2" charset="-122"/>
                <a:cs typeface="+mn-cs"/>
              </a:rPr>
              <a:t>4</a:t>
            </a:r>
          </a:p>
        </p:txBody>
      </p:sp>
      <p:sp>
        <p:nvSpPr>
          <p:cNvPr id="75804" name="Line 31"/>
          <p:cNvSpPr>
            <a:spLocks noChangeShapeType="1"/>
          </p:cNvSpPr>
          <p:nvPr/>
        </p:nvSpPr>
        <p:spPr bwMode="auto">
          <a:xfrm flipV="1">
            <a:off x="4950152" y="3778497"/>
            <a:ext cx="0" cy="371475"/>
          </a:xfrm>
          <a:prstGeom prst="line">
            <a:avLst/>
          </a:prstGeom>
          <a:noFill/>
          <a:ln w="952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75805" name="Line 32"/>
          <p:cNvSpPr>
            <a:spLocks noChangeShapeType="1"/>
          </p:cNvSpPr>
          <p:nvPr/>
        </p:nvSpPr>
        <p:spPr bwMode="auto">
          <a:xfrm flipV="1">
            <a:off x="5312102" y="3778497"/>
            <a:ext cx="0" cy="371475"/>
          </a:xfrm>
          <a:prstGeom prst="line">
            <a:avLst/>
          </a:prstGeom>
          <a:noFill/>
          <a:ln w="952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75806" name="Line 33"/>
          <p:cNvSpPr>
            <a:spLocks noChangeShapeType="1"/>
          </p:cNvSpPr>
          <p:nvPr/>
        </p:nvSpPr>
        <p:spPr bwMode="auto">
          <a:xfrm flipV="1">
            <a:off x="5674052" y="3778497"/>
            <a:ext cx="0" cy="371475"/>
          </a:xfrm>
          <a:prstGeom prst="line">
            <a:avLst/>
          </a:prstGeom>
          <a:noFill/>
          <a:ln w="952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75807" name="Line 34"/>
          <p:cNvSpPr>
            <a:spLocks noChangeShapeType="1"/>
          </p:cNvSpPr>
          <p:nvPr/>
        </p:nvSpPr>
        <p:spPr bwMode="auto">
          <a:xfrm flipV="1">
            <a:off x="6036002" y="3778497"/>
            <a:ext cx="0" cy="371475"/>
          </a:xfrm>
          <a:prstGeom prst="line">
            <a:avLst/>
          </a:prstGeom>
          <a:noFill/>
          <a:ln w="952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75808" name="Text Box 35"/>
          <p:cNvSpPr txBox="1">
            <a:spLocks noChangeArrowheads="1"/>
          </p:cNvSpPr>
          <p:nvPr/>
        </p:nvSpPr>
        <p:spPr bwMode="auto">
          <a:xfrm>
            <a:off x="4750953" y="3391293"/>
            <a:ext cx="1513235"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type="none" w="sm" len="sm"/>
                <a:tailEnd type="none" w="sm" len="sm"/>
              </a14:hiddenLine>
            </a:ext>
            <a:ext uri="{AF507438-7753-43E0-B8FC-AC1667EBCBE1}">
              <a14:hiddenEffects xmlns:a14="http://schemas.microsoft.com/office/drawing/2010/main">
                <a:effectLst>
                  <a:outerShdw dist="71842"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b="1" i="0" u="none" strike="noStrike" kern="1200" cap="none" spc="0" normalizeH="0" baseline="0" noProof="0" dirty="0">
                <a:ln>
                  <a:noFill/>
                </a:ln>
                <a:solidFill>
                  <a:srgbClr val="000000"/>
                </a:solidFill>
                <a:effectLst/>
                <a:uLnTx/>
                <a:uFillTx/>
                <a:latin typeface="+mn-lt"/>
                <a:ea typeface="宋体" pitchFamily="2" charset="-122"/>
                <a:cs typeface="+mn-cs"/>
              </a:rPr>
              <a:t>s</a:t>
            </a:r>
            <a:r>
              <a:rPr kumimoji="0" lang="en-US" altLang="zh-CN" b="1" i="0" u="none" strike="noStrike" kern="1200" cap="none" spc="0" normalizeH="0" baseline="-25000" noProof="0" dirty="0">
                <a:ln>
                  <a:noFill/>
                </a:ln>
                <a:solidFill>
                  <a:srgbClr val="000000"/>
                </a:solidFill>
                <a:effectLst/>
                <a:uLnTx/>
                <a:uFillTx/>
                <a:latin typeface="+mn-lt"/>
                <a:ea typeface="宋体" pitchFamily="2" charset="-122"/>
                <a:cs typeface="+mn-cs"/>
              </a:rPr>
              <a:t>7  </a:t>
            </a:r>
            <a:r>
              <a:rPr kumimoji="0" lang="en-US" altLang="zh-CN" b="1" i="0" u="none" strike="noStrike" kern="1200" cap="none" spc="0" normalizeH="0" baseline="0" noProof="0" dirty="0">
                <a:ln>
                  <a:noFill/>
                </a:ln>
                <a:solidFill>
                  <a:srgbClr val="000000"/>
                </a:solidFill>
                <a:effectLst/>
                <a:uLnTx/>
                <a:uFillTx/>
                <a:latin typeface="+mn-lt"/>
                <a:ea typeface="宋体" pitchFamily="2" charset="-122"/>
                <a:cs typeface="+mn-cs"/>
              </a:rPr>
              <a:t> s</a:t>
            </a:r>
            <a:r>
              <a:rPr kumimoji="0" lang="en-US" altLang="zh-CN" b="1" i="0" u="none" strike="noStrike" kern="1200" cap="none" spc="0" normalizeH="0" baseline="-25000" noProof="0" dirty="0">
                <a:ln>
                  <a:noFill/>
                </a:ln>
                <a:solidFill>
                  <a:srgbClr val="000000"/>
                </a:solidFill>
                <a:effectLst/>
                <a:uLnTx/>
                <a:uFillTx/>
                <a:latin typeface="+mn-lt"/>
                <a:ea typeface="宋体" pitchFamily="2" charset="-122"/>
                <a:cs typeface="+mn-cs"/>
              </a:rPr>
              <a:t>6</a:t>
            </a:r>
            <a:r>
              <a:rPr kumimoji="0" lang="en-US" altLang="zh-CN" b="1" i="0" u="none" strike="noStrike" kern="1200" cap="none" spc="0" normalizeH="0" baseline="0" noProof="0" dirty="0">
                <a:ln>
                  <a:noFill/>
                </a:ln>
                <a:solidFill>
                  <a:srgbClr val="000000"/>
                </a:solidFill>
                <a:effectLst/>
                <a:uLnTx/>
                <a:uFillTx/>
                <a:latin typeface="+mn-lt"/>
                <a:ea typeface="宋体" pitchFamily="2" charset="-122"/>
                <a:cs typeface="+mn-cs"/>
              </a:rPr>
              <a:t> </a:t>
            </a:r>
            <a:r>
              <a:rPr kumimoji="0" lang="en-US" altLang="zh-CN" b="1" i="0" u="none" strike="noStrike" kern="1200" cap="none" spc="0" normalizeH="0" baseline="-25000" noProof="0" dirty="0">
                <a:ln>
                  <a:noFill/>
                </a:ln>
                <a:solidFill>
                  <a:srgbClr val="000000"/>
                </a:solidFill>
                <a:effectLst/>
                <a:uLnTx/>
                <a:uFillTx/>
                <a:latin typeface="+mn-lt"/>
                <a:ea typeface="宋体" pitchFamily="2" charset="-122"/>
                <a:cs typeface="+mn-cs"/>
              </a:rPr>
              <a:t>  </a:t>
            </a:r>
            <a:r>
              <a:rPr kumimoji="0" lang="en-US" altLang="zh-CN" b="1" i="0" u="none" strike="noStrike" kern="1200" cap="none" spc="0" normalizeH="0" baseline="0" noProof="0" dirty="0">
                <a:ln>
                  <a:noFill/>
                </a:ln>
                <a:solidFill>
                  <a:srgbClr val="000000"/>
                </a:solidFill>
                <a:effectLst/>
                <a:uLnTx/>
                <a:uFillTx/>
                <a:latin typeface="+mn-lt"/>
                <a:ea typeface="宋体" pitchFamily="2" charset="-122"/>
                <a:cs typeface="+mn-cs"/>
              </a:rPr>
              <a:t>s</a:t>
            </a:r>
            <a:r>
              <a:rPr kumimoji="0" lang="en-US" altLang="zh-CN" b="1" i="0" u="none" strike="noStrike" kern="1200" cap="none" spc="0" normalizeH="0" baseline="-25000" noProof="0" dirty="0">
                <a:ln>
                  <a:noFill/>
                </a:ln>
                <a:solidFill>
                  <a:srgbClr val="000000"/>
                </a:solidFill>
                <a:effectLst/>
                <a:uLnTx/>
                <a:uFillTx/>
                <a:latin typeface="+mn-lt"/>
                <a:ea typeface="宋体" pitchFamily="2" charset="-122"/>
                <a:cs typeface="+mn-cs"/>
              </a:rPr>
              <a:t>5    </a:t>
            </a:r>
            <a:r>
              <a:rPr kumimoji="0" lang="en-US" altLang="zh-CN" b="1" i="0" u="none" strike="noStrike" kern="1200" cap="none" spc="0" normalizeH="0" baseline="0" noProof="0" dirty="0">
                <a:ln>
                  <a:noFill/>
                </a:ln>
                <a:solidFill>
                  <a:srgbClr val="000000"/>
                </a:solidFill>
                <a:effectLst/>
                <a:uLnTx/>
                <a:uFillTx/>
                <a:latin typeface="+mn-lt"/>
                <a:ea typeface="宋体" pitchFamily="2" charset="-122"/>
                <a:cs typeface="+mn-cs"/>
              </a:rPr>
              <a:t>s</a:t>
            </a:r>
            <a:r>
              <a:rPr kumimoji="0" lang="en-US" altLang="zh-CN" b="1" i="0" u="none" strike="noStrike" kern="1200" cap="none" spc="0" normalizeH="0" baseline="-25000" noProof="0" dirty="0">
                <a:ln>
                  <a:noFill/>
                </a:ln>
                <a:solidFill>
                  <a:srgbClr val="000000"/>
                </a:solidFill>
                <a:effectLst/>
                <a:uLnTx/>
                <a:uFillTx/>
                <a:latin typeface="+mn-lt"/>
                <a:ea typeface="宋体" pitchFamily="2" charset="-122"/>
                <a:cs typeface="+mn-cs"/>
              </a:rPr>
              <a:t>4</a:t>
            </a:r>
          </a:p>
        </p:txBody>
      </p:sp>
      <p:sp>
        <p:nvSpPr>
          <p:cNvPr id="75809" name="Rectangle 36"/>
          <p:cNvSpPr>
            <a:spLocks noChangeArrowheads="1"/>
          </p:cNvSpPr>
          <p:nvPr/>
        </p:nvSpPr>
        <p:spPr bwMode="auto">
          <a:xfrm>
            <a:off x="2741939" y="4155106"/>
            <a:ext cx="1562100" cy="339196"/>
          </a:xfrm>
          <a:prstGeom prst="rect">
            <a:avLst/>
          </a:prstGeom>
          <a:noFill/>
          <a:ln w="9525" algn="ctr">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75810" name="Text Box 37"/>
          <p:cNvSpPr txBox="1">
            <a:spLocks noChangeArrowheads="1"/>
          </p:cNvSpPr>
          <p:nvPr/>
        </p:nvSpPr>
        <p:spPr bwMode="auto">
          <a:xfrm>
            <a:off x="2699978" y="4178655"/>
            <a:ext cx="1673535" cy="493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type="none" w="sm" len="sm"/>
                <a:tailEnd type="none" w="sm" len="sm"/>
              </a14:hiddenLine>
            </a:ext>
            <a:ext uri="{AF507438-7753-43E0-B8FC-AC1667EBCBE1}">
              <a14:hiddenEffects xmlns:a14="http://schemas.microsoft.com/office/drawing/2010/main">
                <a:effectLst>
                  <a:outerShdw dist="71842"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300" b="1" i="0" u="none" strike="noStrike" kern="1200" cap="none" spc="0" normalizeH="0" baseline="0" noProof="0" dirty="0">
                <a:ln>
                  <a:noFill/>
                </a:ln>
                <a:solidFill>
                  <a:srgbClr val="000000"/>
                </a:solidFill>
                <a:effectLst/>
                <a:uLnTx/>
                <a:uFillTx/>
                <a:latin typeface="+mn-lt"/>
                <a:ea typeface="宋体" pitchFamily="2" charset="-122"/>
                <a:cs typeface="+mn-cs"/>
              </a:rPr>
              <a:t>4-bit parallel adder</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300" b="1" i="0" u="none" strike="noStrike" kern="1200" cap="none" spc="0" normalizeH="0" baseline="0" noProof="0" dirty="0">
              <a:ln>
                <a:noFill/>
              </a:ln>
              <a:solidFill>
                <a:srgbClr val="000000"/>
              </a:solidFill>
              <a:effectLst/>
              <a:uLnTx/>
              <a:uFillTx/>
              <a:latin typeface="+mn-lt"/>
              <a:ea typeface="宋体" pitchFamily="2" charset="-122"/>
              <a:cs typeface="+mn-cs"/>
            </a:endParaRPr>
          </a:p>
        </p:txBody>
      </p:sp>
      <p:sp>
        <p:nvSpPr>
          <p:cNvPr id="75811" name="Line 38"/>
          <p:cNvSpPr>
            <a:spLocks noChangeShapeType="1"/>
          </p:cNvSpPr>
          <p:nvPr/>
        </p:nvSpPr>
        <p:spPr bwMode="auto">
          <a:xfrm flipH="1">
            <a:off x="4292927" y="4316767"/>
            <a:ext cx="436562" cy="0"/>
          </a:xfrm>
          <a:prstGeom prst="line">
            <a:avLst/>
          </a:prstGeom>
          <a:noFill/>
          <a:ln w="952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75812" name="Text Box 39"/>
          <p:cNvSpPr txBox="1">
            <a:spLocks noChangeArrowheads="1"/>
          </p:cNvSpPr>
          <p:nvPr/>
        </p:nvSpPr>
        <p:spPr bwMode="auto">
          <a:xfrm>
            <a:off x="4361189" y="3916717"/>
            <a:ext cx="399148"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type="none" w="sm" len="sm"/>
                <a:tailEnd type="none" w="sm" len="sm"/>
              </a14:hiddenLine>
            </a:ext>
            <a:ext uri="{AF507438-7753-43E0-B8FC-AC1667EBCBE1}">
              <a14:hiddenEffects xmlns:a14="http://schemas.microsoft.com/office/drawing/2010/main">
                <a:effectLst>
                  <a:outerShdw dist="71842"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b="1" i="0" u="none" strike="noStrike" kern="1200" cap="none" spc="0" normalizeH="0" baseline="0" noProof="0">
                <a:ln>
                  <a:noFill/>
                </a:ln>
                <a:solidFill>
                  <a:srgbClr val="000000"/>
                </a:solidFill>
                <a:effectLst/>
                <a:uLnTx/>
                <a:uFillTx/>
                <a:latin typeface="+mn-lt"/>
                <a:ea typeface="宋体" pitchFamily="2" charset="-122"/>
                <a:cs typeface="+mn-cs"/>
              </a:rPr>
              <a:t>c</a:t>
            </a:r>
            <a:r>
              <a:rPr kumimoji="0" lang="en-US" altLang="zh-CN" b="1" i="0" u="none" strike="noStrike" kern="1200" cap="none" spc="0" normalizeH="0" baseline="-25000" noProof="0">
                <a:ln>
                  <a:noFill/>
                </a:ln>
                <a:solidFill>
                  <a:srgbClr val="000000"/>
                </a:solidFill>
                <a:effectLst/>
                <a:uLnTx/>
                <a:uFillTx/>
                <a:latin typeface="+mn-lt"/>
                <a:ea typeface="宋体" pitchFamily="2" charset="-122"/>
                <a:cs typeface="+mn-cs"/>
              </a:rPr>
              <a:t>8</a:t>
            </a:r>
          </a:p>
        </p:txBody>
      </p:sp>
      <p:sp>
        <p:nvSpPr>
          <p:cNvPr id="75813" name="Line 40"/>
          <p:cNvSpPr>
            <a:spLocks noChangeShapeType="1"/>
          </p:cNvSpPr>
          <p:nvPr/>
        </p:nvSpPr>
        <p:spPr bwMode="auto">
          <a:xfrm flipV="1">
            <a:off x="2902277" y="4500527"/>
            <a:ext cx="0" cy="517525"/>
          </a:xfrm>
          <a:prstGeom prst="line">
            <a:avLst/>
          </a:prstGeom>
          <a:noFill/>
          <a:ln w="952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75814" name="Line 41"/>
          <p:cNvSpPr>
            <a:spLocks noChangeShapeType="1"/>
          </p:cNvSpPr>
          <p:nvPr/>
        </p:nvSpPr>
        <p:spPr bwMode="auto">
          <a:xfrm flipV="1">
            <a:off x="4045277" y="4500527"/>
            <a:ext cx="0" cy="517525"/>
          </a:xfrm>
          <a:prstGeom prst="line">
            <a:avLst/>
          </a:prstGeom>
          <a:noFill/>
          <a:ln w="952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mn-lt"/>
              <a:ea typeface="宋体" pitchFamily="2" charset="-122"/>
              <a:cs typeface="+mn-cs"/>
            </a:endParaRPr>
          </a:p>
        </p:txBody>
      </p:sp>
      <p:grpSp>
        <p:nvGrpSpPr>
          <p:cNvPr id="75815" name="Group 42"/>
          <p:cNvGrpSpPr>
            <a:grpSpLocks/>
          </p:cNvGrpSpPr>
          <p:nvPr/>
        </p:nvGrpSpPr>
        <p:grpSpPr bwMode="auto">
          <a:xfrm>
            <a:off x="3118177" y="4500527"/>
            <a:ext cx="1143000" cy="358775"/>
            <a:chOff x="4352" y="2663"/>
            <a:chExt cx="720" cy="326"/>
          </a:xfrm>
        </p:grpSpPr>
        <p:sp>
          <p:nvSpPr>
            <p:cNvPr id="75845" name="Line 43"/>
            <p:cNvSpPr>
              <a:spLocks noChangeShapeType="1"/>
            </p:cNvSpPr>
            <p:nvPr/>
          </p:nvSpPr>
          <p:spPr bwMode="auto">
            <a:xfrm flipV="1">
              <a:off x="4352" y="2663"/>
              <a:ext cx="0" cy="326"/>
            </a:xfrm>
            <a:prstGeom prst="line">
              <a:avLst/>
            </a:prstGeom>
            <a:noFill/>
            <a:ln w="952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75846" name="Line 44"/>
            <p:cNvSpPr>
              <a:spLocks noChangeShapeType="1"/>
            </p:cNvSpPr>
            <p:nvPr/>
          </p:nvSpPr>
          <p:spPr bwMode="auto">
            <a:xfrm flipV="1">
              <a:off x="5072" y="2663"/>
              <a:ext cx="0" cy="326"/>
            </a:xfrm>
            <a:prstGeom prst="line">
              <a:avLst/>
            </a:prstGeom>
            <a:noFill/>
            <a:ln w="952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a:ln>
                  <a:noFill/>
                </a:ln>
                <a:solidFill>
                  <a:srgbClr val="000000"/>
                </a:solidFill>
                <a:effectLst/>
                <a:uLnTx/>
                <a:uFillTx/>
                <a:latin typeface="+mn-lt"/>
                <a:ea typeface="宋体" pitchFamily="2" charset="-122"/>
                <a:cs typeface="+mn-cs"/>
              </a:endParaRPr>
            </a:p>
          </p:txBody>
        </p:sp>
      </p:grpSp>
      <p:sp>
        <p:nvSpPr>
          <p:cNvPr id="75816" name="Text Box 45"/>
          <p:cNvSpPr txBox="1">
            <a:spLocks noChangeArrowheads="1"/>
          </p:cNvSpPr>
          <p:nvPr/>
        </p:nvSpPr>
        <p:spPr bwMode="auto">
          <a:xfrm>
            <a:off x="2708602" y="4911690"/>
            <a:ext cx="1511183"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type="none" w="sm" len="sm"/>
                <a:tailEnd type="none" w="sm" len="sm"/>
              </a14:hiddenLine>
            </a:ext>
            <a:ext uri="{AF507438-7753-43E0-B8FC-AC1667EBCBE1}">
              <a14:hiddenEffects xmlns:a14="http://schemas.microsoft.com/office/drawing/2010/main">
                <a:effectLst>
                  <a:outerShdw dist="71842"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b="1" i="0" u="none" strike="noStrike" kern="1200" cap="none" spc="0" normalizeH="0" baseline="0" noProof="0" dirty="0">
                <a:ln>
                  <a:noFill/>
                </a:ln>
                <a:solidFill>
                  <a:srgbClr val="000000"/>
                </a:solidFill>
                <a:effectLst/>
                <a:uLnTx/>
                <a:uFillTx/>
                <a:latin typeface="+mn-lt"/>
                <a:ea typeface="宋体" pitchFamily="2" charset="-122"/>
                <a:cs typeface="+mn-cs"/>
              </a:rPr>
              <a:t>a</a:t>
            </a:r>
            <a:r>
              <a:rPr kumimoji="0" lang="en-US" altLang="zh-CN" b="1" i="0" u="none" strike="noStrike" kern="1200" cap="none" spc="0" normalizeH="0" baseline="-25000" noProof="0" dirty="0">
                <a:ln>
                  <a:noFill/>
                </a:ln>
                <a:solidFill>
                  <a:srgbClr val="000000"/>
                </a:solidFill>
                <a:effectLst/>
                <a:uLnTx/>
                <a:uFillTx/>
                <a:latin typeface="+mn-lt"/>
                <a:ea typeface="宋体" pitchFamily="2" charset="-122"/>
                <a:cs typeface="+mn-cs"/>
              </a:rPr>
              <a:t>11          </a:t>
            </a:r>
            <a:r>
              <a:rPr kumimoji="0" lang="zh-CN" altLang="en-US" b="1" i="0" u="none" strike="noStrike" kern="1200" cap="none" spc="0" normalizeH="0" baseline="-25000" noProof="0" dirty="0">
                <a:ln>
                  <a:noFill/>
                </a:ln>
                <a:solidFill>
                  <a:srgbClr val="000000"/>
                </a:solidFill>
                <a:effectLst/>
                <a:uLnTx/>
                <a:uFillTx/>
                <a:latin typeface="+mn-lt"/>
                <a:ea typeface="宋体" pitchFamily="2" charset="-122"/>
                <a:cs typeface="+mn-cs"/>
              </a:rPr>
              <a:t>    </a:t>
            </a:r>
            <a:r>
              <a:rPr kumimoji="0" lang="en-US" altLang="zh-CN" b="1" i="0" u="none" strike="noStrike" kern="1200" cap="none" spc="0" normalizeH="0" baseline="-25000" noProof="0" dirty="0">
                <a:ln>
                  <a:noFill/>
                </a:ln>
                <a:solidFill>
                  <a:srgbClr val="000000"/>
                </a:solidFill>
                <a:effectLst/>
                <a:uLnTx/>
                <a:uFillTx/>
                <a:latin typeface="+mn-lt"/>
                <a:ea typeface="宋体" pitchFamily="2" charset="-122"/>
                <a:cs typeface="+mn-cs"/>
              </a:rPr>
              <a:t>     </a:t>
            </a:r>
            <a:r>
              <a:rPr kumimoji="0" lang="en-US" altLang="zh-CN" b="1" i="0" u="none" strike="noStrike" kern="1200" cap="none" spc="0" normalizeH="0" baseline="0" noProof="0" dirty="0">
                <a:ln>
                  <a:noFill/>
                </a:ln>
                <a:solidFill>
                  <a:srgbClr val="000000"/>
                </a:solidFill>
                <a:effectLst/>
                <a:uLnTx/>
                <a:uFillTx/>
                <a:latin typeface="+mn-lt"/>
                <a:ea typeface="宋体" pitchFamily="2" charset="-122"/>
                <a:cs typeface="+mn-cs"/>
              </a:rPr>
              <a:t>a</a:t>
            </a:r>
            <a:r>
              <a:rPr kumimoji="0" lang="en-US" altLang="zh-CN" b="1" i="0" u="none" strike="noStrike" kern="1200" cap="none" spc="0" normalizeH="0" baseline="-25000" noProof="0" dirty="0">
                <a:ln>
                  <a:noFill/>
                </a:ln>
                <a:solidFill>
                  <a:srgbClr val="000000"/>
                </a:solidFill>
                <a:effectLst/>
                <a:uLnTx/>
                <a:uFillTx/>
                <a:latin typeface="+mn-lt"/>
                <a:ea typeface="宋体" pitchFamily="2" charset="-122"/>
                <a:cs typeface="+mn-cs"/>
              </a:rPr>
              <a:t>8</a:t>
            </a:r>
          </a:p>
        </p:txBody>
      </p:sp>
      <p:sp>
        <p:nvSpPr>
          <p:cNvPr id="75817" name="Text Box 46"/>
          <p:cNvSpPr txBox="1">
            <a:spLocks noChangeArrowheads="1"/>
          </p:cNvSpPr>
          <p:nvPr/>
        </p:nvSpPr>
        <p:spPr bwMode="auto">
          <a:xfrm>
            <a:off x="2924502" y="4771990"/>
            <a:ext cx="1580113"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type="none" w="sm" len="sm"/>
                <a:tailEnd type="none" w="sm" len="sm"/>
              </a14:hiddenLine>
            </a:ext>
            <a:ext uri="{AF507438-7753-43E0-B8FC-AC1667EBCBE1}">
              <a14:hiddenEffects xmlns:a14="http://schemas.microsoft.com/office/drawing/2010/main">
                <a:effectLst>
                  <a:outerShdw dist="71842"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b="1" i="0" u="none" strike="noStrike" kern="1200" cap="none" spc="0" normalizeH="0" baseline="0" noProof="0" dirty="0">
                <a:ln>
                  <a:noFill/>
                </a:ln>
                <a:solidFill>
                  <a:srgbClr val="000000"/>
                </a:solidFill>
                <a:effectLst/>
                <a:uLnTx/>
                <a:uFillTx/>
                <a:latin typeface="+mn-lt"/>
                <a:ea typeface="宋体" pitchFamily="2" charset="-122"/>
                <a:cs typeface="+mn-cs"/>
              </a:rPr>
              <a:t>b</a:t>
            </a:r>
            <a:r>
              <a:rPr kumimoji="0" lang="en-US" altLang="zh-CN" b="1" i="0" u="none" strike="noStrike" kern="1200" cap="none" spc="0" normalizeH="0" baseline="-25000" noProof="0" dirty="0">
                <a:ln>
                  <a:noFill/>
                </a:ln>
                <a:solidFill>
                  <a:srgbClr val="000000"/>
                </a:solidFill>
                <a:effectLst/>
                <a:uLnTx/>
                <a:uFillTx/>
                <a:latin typeface="+mn-lt"/>
                <a:ea typeface="宋体" pitchFamily="2" charset="-122"/>
                <a:cs typeface="+mn-cs"/>
              </a:rPr>
              <a:t>11             </a:t>
            </a:r>
            <a:r>
              <a:rPr kumimoji="0" lang="zh-CN" altLang="en-US" b="1" i="0" u="none" strike="noStrike" kern="1200" cap="none" spc="0" normalizeH="0" baseline="-25000" noProof="0" dirty="0">
                <a:ln>
                  <a:noFill/>
                </a:ln>
                <a:solidFill>
                  <a:srgbClr val="000000"/>
                </a:solidFill>
                <a:effectLst/>
                <a:uLnTx/>
                <a:uFillTx/>
                <a:latin typeface="+mn-lt"/>
                <a:ea typeface="宋体" pitchFamily="2" charset="-122"/>
                <a:cs typeface="+mn-cs"/>
              </a:rPr>
              <a:t>    </a:t>
            </a:r>
            <a:r>
              <a:rPr kumimoji="0" lang="en-US" altLang="zh-CN" b="1" i="0" u="none" strike="noStrike" kern="1200" cap="none" spc="0" normalizeH="0" baseline="-25000" noProof="0" dirty="0">
                <a:ln>
                  <a:noFill/>
                </a:ln>
                <a:solidFill>
                  <a:srgbClr val="000000"/>
                </a:solidFill>
                <a:effectLst/>
                <a:uLnTx/>
                <a:uFillTx/>
                <a:latin typeface="+mn-lt"/>
                <a:ea typeface="宋体" pitchFamily="2" charset="-122"/>
                <a:cs typeface="+mn-cs"/>
              </a:rPr>
              <a:t>   </a:t>
            </a:r>
            <a:r>
              <a:rPr kumimoji="0" lang="en-US" altLang="zh-CN" b="1" i="0" u="none" strike="noStrike" kern="1200" cap="none" spc="0" normalizeH="0" baseline="0" noProof="0" dirty="0">
                <a:ln>
                  <a:noFill/>
                </a:ln>
                <a:solidFill>
                  <a:srgbClr val="000000"/>
                </a:solidFill>
                <a:effectLst/>
                <a:uLnTx/>
                <a:uFillTx/>
                <a:latin typeface="+mn-lt"/>
                <a:ea typeface="宋体" pitchFamily="2" charset="-122"/>
                <a:cs typeface="+mn-cs"/>
              </a:rPr>
              <a:t>b</a:t>
            </a:r>
            <a:r>
              <a:rPr kumimoji="0" lang="en-US" altLang="zh-CN" b="1" i="0" u="none" strike="noStrike" kern="1200" cap="none" spc="0" normalizeH="0" baseline="-25000" noProof="0" dirty="0">
                <a:ln>
                  <a:noFill/>
                </a:ln>
                <a:solidFill>
                  <a:srgbClr val="000000"/>
                </a:solidFill>
                <a:effectLst/>
                <a:uLnTx/>
                <a:uFillTx/>
                <a:latin typeface="+mn-lt"/>
                <a:ea typeface="宋体" pitchFamily="2" charset="-122"/>
                <a:cs typeface="+mn-cs"/>
              </a:rPr>
              <a:t>8</a:t>
            </a:r>
          </a:p>
        </p:txBody>
      </p:sp>
      <p:sp>
        <p:nvSpPr>
          <p:cNvPr id="75818" name="Line 47"/>
          <p:cNvSpPr>
            <a:spLocks noChangeShapeType="1"/>
          </p:cNvSpPr>
          <p:nvPr/>
        </p:nvSpPr>
        <p:spPr bwMode="auto">
          <a:xfrm flipV="1">
            <a:off x="2981652" y="3778497"/>
            <a:ext cx="0" cy="371475"/>
          </a:xfrm>
          <a:prstGeom prst="line">
            <a:avLst/>
          </a:prstGeom>
          <a:noFill/>
          <a:ln w="952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75819" name="Line 48"/>
          <p:cNvSpPr>
            <a:spLocks noChangeShapeType="1"/>
          </p:cNvSpPr>
          <p:nvPr/>
        </p:nvSpPr>
        <p:spPr bwMode="auto">
          <a:xfrm flipV="1">
            <a:off x="3343602" y="3778497"/>
            <a:ext cx="0" cy="371475"/>
          </a:xfrm>
          <a:prstGeom prst="line">
            <a:avLst/>
          </a:prstGeom>
          <a:noFill/>
          <a:ln w="952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75820" name="Line 49"/>
          <p:cNvSpPr>
            <a:spLocks noChangeShapeType="1"/>
          </p:cNvSpPr>
          <p:nvPr/>
        </p:nvSpPr>
        <p:spPr bwMode="auto">
          <a:xfrm flipV="1">
            <a:off x="3705552" y="3778497"/>
            <a:ext cx="0" cy="371475"/>
          </a:xfrm>
          <a:prstGeom prst="line">
            <a:avLst/>
          </a:prstGeom>
          <a:noFill/>
          <a:ln w="952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75821" name="Line 50"/>
          <p:cNvSpPr>
            <a:spLocks noChangeShapeType="1"/>
          </p:cNvSpPr>
          <p:nvPr/>
        </p:nvSpPr>
        <p:spPr bwMode="auto">
          <a:xfrm flipV="1">
            <a:off x="4067502" y="3778497"/>
            <a:ext cx="0" cy="371475"/>
          </a:xfrm>
          <a:prstGeom prst="line">
            <a:avLst/>
          </a:prstGeom>
          <a:noFill/>
          <a:ln w="952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75822" name="Text Box 51"/>
          <p:cNvSpPr txBox="1">
            <a:spLocks noChangeArrowheads="1"/>
          </p:cNvSpPr>
          <p:nvPr/>
        </p:nvSpPr>
        <p:spPr bwMode="auto">
          <a:xfrm>
            <a:off x="2744111" y="3391293"/>
            <a:ext cx="1608967"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type="none" w="sm" len="sm"/>
                <a:tailEnd type="none" w="sm" len="sm"/>
              </a14:hiddenLine>
            </a:ext>
            <a:ext uri="{AF507438-7753-43E0-B8FC-AC1667EBCBE1}">
              <a14:hiddenEffects xmlns:a14="http://schemas.microsoft.com/office/drawing/2010/main">
                <a:effectLst>
                  <a:outerShdw dist="71842"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b="1" i="0" u="none" strike="noStrike" kern="1200" cap="none" spc="0" normalizeH="0" baseline="0" noProof="0" dirty="0">
                <a:ln>
                  <a:noFill/>
                </a:ln>
                <a:solidFill>
                  <a:srgbClr val="000000"/>
                </a:solidFill>
                <a:effectLst/>
                <a:uLnTx/>
                <a:uFillTx/>
                <a:latin typeface="+mn-lt"/>
                <a:ea typeface="宋体" pitchFamily="2" charset="-122"/>
                <a:cs typeface="+mn-cs"/>
              </a:rPr>
              <a:t>s</a:t>
            </a:r>
            <a:r>
              <a:rPr kumimoji="0" lang="en-US" altLang="zh-CN" b="1" i="0" u="none" strike="noStrike" kern="1200" cap="none" spc="0" normalizeH="0" baseline="-25000" noProof="0" dirty="0">
                <a:ln>
                  <a:noFill/>
                </a:ln>
                <a:solidFill>
                  <a:srgbClr val="000000"/>
                </a:solidFill>
                <a:effectLst/>
                <a:uLnTx/>
                <a:uFillTx/>
                <a:latin typeface="+mn-lt"/>
                <a:ea typeface="宋体" pitchFamily="2" charset="-122"/>
                <a:cs typeface="+mn-cs"/>
              </a:rPr>
              <a:t>11</a:t>
            </a:r>
            <a:r>
              <a:rPr kumimoji="0" lang="en-US" altLang="zh-CN" b="1" i="0" u="none" strike="noStrike" kern="1200" cap="none" spc="0" normalizeH="0" baseline="0" noProof="0" dirty="0">
                <a:ln>
                  <a:noFill/>
                </a:ln>
                <a:solidFill>
                  <a:srgbClr val="000000"/>
                </a:solidFill>
                <a:effectLst/>
                <a:uLnTx/>
                <a:uFillTx/>
                <a:latin typeface="+mn-lt"/>
                <a:ea typeface="宋体" pitchFamily="2" charset="-122"/>
                <a:cs typeface="+mn-cs"/>
              </a:rPr>
              <a:t>  s</a:t>
            </a:r>
            <a:r>
              <a:rPr kumimoji="0" lang="en-US" altLang="zh-CN" b="1" i="0" u="none" strike="noStrike" kern="1200" cap="none" spc="0" normalizeH="0" baseline="-25000" noProof="0" dirty="0">
                <a:ln>
                  <a:noFill/>
                </a:ln>
                <a:solidFill>
                  <a:srgbClr val="000000"/>
                </a:solidFill>
                <a:effectLst/>
                <a:uLnTx/>
                <a:uFillTx/>
                <a:latin typeface="+mn-lt"/>
                <a:ea typeface="宋体" pitchFamily="2" charset="-122"/>
                <a:cs typeface="+mn-cs"/>
              </a:rPr>
              <a:t>10</a:t>
            </a:r>
            <a:r>
              <a:rPr lang="zh-CN" altLang="en-US" b="1" dirty="0">
                <a:solidFill>
                  <a:srgbClr val="000000"/>
                </a:solidFill>
                <a:latin typeface="+mn-lt"/>
              </a:rPr>
              <a:t> </a:t>
            </a:r>
            <a:r>
              <a:rPr kumimoji="0" lang="en-US" altLang="zh-CN" b="1" i="0" u="none" strike="noStrike" kern="1200" cap="none" spc="0" normalizeH="0" baseline="-25000" noProof="0" dirty="0">
                <a:ln>
                  <a:noFill/>
                </a:ln>
                <a:solidFill>
                  <a:srgbClr val="000000"/>
                </a:solidFill>
                <a:effectLst/>
                <a:uLnTx/>
                <a:uFillTx/>
                <a:latin typeface="+mn-lt"/>
                <a:ea typeface="宋体" pitchFamily="2" charset="-122"/>
                <a:cs typeface="+mn-cs"/>
              </a:rPr>
              <a:t> </a:t>
            </a:r>
            <a:r>
              <a:rPr kumimoji="0" lang="en-US" altLang="zh-CN" b="1" i="0" u="none" strike="noStrike" kern="1200" cap="none" spc="0" normalizeH="0" baseline="0" noProof="0" dirty="0">
                <a:ln>
                  <a:noFill/>
                </a:ln>
                <a:solidFill>
                  <a:srgbClr val="000000"/>
                </a:solidFill>
                <a:effectLst/>
                <a:uLnTx/>
                <a:uFillTx/>
                <a:latin typeface="+mn-lt"/>
                <a:ea typeface="宋体" pitchFamily="2" charset="-122"/>
                <a:cs typeface="+mn-cs"/>
              </a:rPr>
              <a:t>s</a:t>
            </a:r>
            <a:r>
              <a:rPr kumimoji="0" lang="en-US" altLang="zh-CN" b="1" i="0" u="none" strike="noStrike" kern="1200" cap="none" spc="0" normalizeH="0" baseline="-25000" noProof="0" dirty="0">
                <a:ln>
                  <a:noFill/>
                </a:ln>
                <a:solidFill>
                  <a:srgbClr val="000000"/>
                </a:solidFill>
                <a:effectLst/>
                <a:uLnTx/>
                <a:uFillTx/>
                <a:latin typeface="+mn-lt"/>
                <a:ea typeface="宋体" pitchFamily="2" charset="-122"/>
                <a:cs typeface="+mn-cs"/>
              </a:rPr>
              <a:t>9   </a:t>
            </a:r>
            <a:r>
              <a:rPr kumimoji="0" lang="en-US" altLang="zh-CN" b="1" i="0" u="none" strike="noStrike" kern="1200" cap="none" spc="0" normalizeH="0" baseline="0" noProof="0" dirty="0">
                <a:ln>
                  <a:noFill/>
                </a:ln>
                <a:solidFill>
                  <a:srgbClr val="000000"/>
                </a:solidFill>
                <a:effectLst/>
                <a:uLnTx/>
                <a:uFillTx/>
                <a:latin typeface="+mn-lt"/>
                <a:ea typeface="宋体" pitchFamily="2" charset="-122"/>
                <a:cs typeface="+mn-cs"/>
              </a:rPr>
              <a:t>s</a:t>
            </a:r>
            <a:r>
              <a:rPr kumimoji="0" lang="en-US" altLang="zh-CN" b="1" i="0" u="none" strike="noStrike" kern="1200" cap="none" spc="0" normalizeH="0" baseline="-25000" noProof="0" dirty="0">
                <a:ln>
                  <a:noFill/>
                </a:ln>
                <a:solidFill>
                  <a:srgbClr val="000000"/>
                </a:solidFill>
                <a:effectLst/>
                <a:uLnTx/>
                <a:uFillTx/>
                <a:latin typeface="+mn-lt"/>
                <a:ea typeface="宋体" pitchFamily="2" charset="-122"/>
                <a:cs typeface="+mn-cs"/>
              </a:rPr>
              <a:t>8</a:t>
            </a:r>
          </a:p>
        </p:txBody>
      </p:sp>
      <p:sp>
        <p:nvSpPr>
          <p:cNvPr id="75823" name="Rectangle 52"/>
          <p:cNvSpPr>
            <a:spLocks noChangeArrowheads="1"/>
          </p:cNvSpPr>
          <p:nvPr/>
        </p:nvSpPr>
        <p:spPr bwMode="auto">
          <a:xfrm>
            <a:off x="786139" y="4155106"/>
            <a:ext cx="1562100" cy="339196"/>
          </a:xfrm>
          <a:prstGeom prst="rect">
            <a:avLst/>
          </a:prstGeom>
          <a:noFill/>
          <a:ln w="9525" algn="ctr">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75824" name="Text Box 53"/>
          <p:cNvSpPr txBox="1">
            <a:spLocks noChangeArrowheads="1"/>
          </p:cNvSpPr>
          <p:nvPr/>
        </p:nvSpPr>
        <p:spPr bwMode="auto">
          <a:xfrm>
            <a:off x="744178" y="4178655"/>
            <a:ext cx="1673535" cy="2930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type="none" w="sm" len="sm"/>
                <a:tailEnd type="none" w="sm" len="sm"/>
              </a14:hiddenLine>
            </a:ext>
            <a:ext uri="{AF507438-7753-43E0-B8FC-AC1667EBCBE1}">
              <a14:hiddenEffects xmlns:a14="http://schemas.microsoft.com/office/drawing/2010/main">
                <a:effectLst>
                  <a:outerShdw dist="71842"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300" b="1" i="0" u="none" strike="noStrike" kern="1200" cap="none" spc="0" normalizeH="0" baseline="0" noProof="0" dirty="0">
                <a:ln>
                  <a:noFill/>
                </a:ln>
                <a:solidFill>
                  <a:srgbClr val="000000"/>
                </a:solidFill>
                <a:effectLst/>
                <a:uLnTx/>
                <a:uFillTx/>
                <a:latin typeface="+mn-lt"/>
                <a:ea typeface="宋体" pitchFamily="2" charset="-122"/>
                <a:cs typeface="+mn-cs"/>
              </a:rPr>
              <a:t>4-bit parallel adder</a:t>
            </a:r>
            <a:endParaRPr kumimoji="0" lang="zh-CN" altLang="en-US" sz="1300" b="1" i="0" u="none" strike="noStrike" kern="1200" cap="none" spc="0" normalizeH="0" baseline="0" noProof="0" dirty="0">
              <a:ln>
                <a:noFill/>
              </a:ln>
              <a:solidFill>
                <a:srgbClr val="000000"/>
              </a:solidFill>
              <a:effectLst/>
              <a:uLnTx/>
              <a:uFillTx/>
              <a:latin typeface="+mn-lt"/>
              <a:ea typeface="宋体" pitchFamily="2" charset="-122"/>
              <a:cs typeface="+mn-cs"/>
            </a:endParaRPr>
          </a:p>
        </p:txBody>
      </p:sp>
      <p:sp>
        <p:nvSpPr>
          <p:cNvPr id="75825" name="Line 54"/>
          <p:cNvSpPr>
            <a:spLocks noChangeShapeType="1"/>
          </p:cNvSpPr>
          <p:nvPr/>
        </p:nvSpPr>
        <p:spPr bwMode="auto">
          <a:xfrm flipH="1">
            <a:off x="2337127" y="4316767"/>
            <a:ext cx="398462" cy="0"/>
          </a:xfrm>
          <a:prstGeom prst="line">
            <a:avLst/>
          </a:prstGeom>
          <a:noFill/>
          <a:ln w="952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75826" name="Text Box 55"/>
          <p:cNvSpPr txBox="1">
            <a:spLocks noChangeArrowheads="1"/>
          </p:cNvSpPr>
          <p:nvPr/>
        </p:nvSpPr>
        <p:spPr bwMode="auto">
          <a:xfrm>
            <a:off x="2283499" y="3916717"/>
            <a:ext cx="484107"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type="none" w="sm" len="sm"/>
                <a:tailEnd type="none" w="sm" len="sm"/>
              </a14:hiddenLine>
            </a:ext>
            <a:ext uri="{AF507438-7753-43E0-B8FC-AC1667EBCBE1}">
              <a14:hiddenEffects xmlns:a14="http://schemas.microsoft.com/office/drawing/2010/main">
                <a:effectLst>
                  <a:outerShdw dist="71842"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b="1" i="0" u="none" strike="noStrike" kern="1200" cap="none" spc="0" normalizeH="0" baseline="0" noProof="0" dirty="0">
                <a:ln>
                  <a:noFill/>
                </a:ln>
                <a:solidFill>
                  <a:srgbClr val="000000"/>
                </a:solidFill>
                <a:effectLst/>
                <a:uLnTx/>
                <a:uFillTx/>
                <a:latin typeface="+mn-lt"/>
                <a:ea typeface="宋体" pitchFamily="2" charset="-122"/>
                <a:cs typeface="+mn-cs"/>
              </a:rPr>
              <a:t>c</a:t>
            </a:r>
            <a:r>
              <a:rPr kumimoji="0" lang="en-US" altLang="zh-CN" b="1" i="0" u="none" strike="noStrike" kern="1200" cap="none" spc="0" normalizeH="0" baseline="-25000" noProof="0" dirty="0">
                <a:ln>
                  <a:noFill/>
                </a:ln>
                <a:solidFill>
                  <a:srgbClr val="000000"/>
                </a:solidFill>
                <a:effectLst/>
                <a:uLnTx/>
                <a:uFillTx/>
                <a:latin typeface="+mn-lt"/>
                <a:ea typeface="宋体" pitchFamily="2" charset="-122"/>
                <a:cs typeface="+mn-cs"/>
              </a:rPr>
              <a:t>12</a:t>
            </a:r>
          </a:p>
        </p:txBody>
      </p:sp>
      <p:sp>
        <p:nvSpPr>
          <p:cNvPr id="75827" name="Line 56"/>
          <p:cNvSpPr>
            <a:spLocks noChangeShapeType="1"/>
          </p:cNvSpPr>
          <p:nvPr/>
        </p:nvSpPr>
        <p:spPr bwMode="auto">
          <a:xfrm flipV="1">
            <a:off x="946477" y="4500527"/>
            <a:ext cx="0" cy="517525"/>
          </a:xfrm>
          <a:prstGeom prst="line">
            <a:avLst/>
          </a:prstGeom>
          <a:noFill/>
          <a:ln w="952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75828" name="Line 57"/>
          <p:cNvSpPr>
            <a:spLocks noChangeShapeType="1"/>
          </p:cNvSpPr>
          <p:nvPr/>
        </p:nvSpPr>
        <p:spPr bwMode="auto">
          <a:xfrm flipV="1">
            <a:off x="2089477" y="4500527"/>
            <a:ext cx="0" cy="517525"/>
          </a:xfrm>
          <a:prstGeom prst="line">
            <a:avLst/>
          </a:prstGeom>
          <a:noFill/>
          <a:ln w="952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mn-lt"/>
              <a:ea typeface="宋体" pitchFamily="2" charset="-122"/>
              <a:cs typeface="+mn-cs"/>
            </a:endParaRPr>
          </a:p>
        </p:txBody>
      </p:sp>
      <p:grpSp>
        <p:nvGrpSpPr>
          <p:cNvPr id="75829" name="Group 58"/>
          <p:cNvGrpSpPr>
            <a:grpSpLocks/>
          </p:cNvGrpSpPr>
          <p:nvPr/>
        </p:nvGrpSpPr>
        <p:grpSpPr bwMode="auto">
          <a:xfrm>
            <a:off x="1162377" y="4500527"/>
            <a:ext cx="1143000" cy="358775"/>
            <a:chOff x="4352" y="2663"/>
            <a:chExt cx="720" cy="326"/>
          </a:xfrm>
        </p:grpSpPr>
        <p:sp>
          <p:nvSpPr>
            <p:cNvPr id="75843" name="Line 59"/>
            <p:cNvSpPr>
              <a:spLocks noChangeShapeType="1"/>
            </p:cNvSpPr>
            <p:nvPr/>
          </p:nvSpPr>
          <p:spPr bwMode="auto">
            <a:xfrm flipV="1">
              <a:off x="4352" y="2663"/>
              <a:ext cx="0" cy="326"/>
            </a:xfrm>
            <a:prstGeom prst="line">
              <a:avLst/>
            </a:prstGeom>
            <a:noFill/>
            <a:ln w="952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75844" name="Line 60"/>
            <p:cNvSpPr>
              <a:spLocks noChangeShapeType="1"/>
            </p:cNvSpPr>
            <p:nvPr/>
          </p:nvSpPr>
          <p:spPr bwMode="auto">
            <a:xfrm flipV="1">
              <a:off x="5072" y="2663"/>
              <a:ext cx="0" cy="326"/>
            </a:xfrm>
            <a:prstGeom prst="line">
              <a:avLst/>
            </a:prstGeom>
            <a:noFill/>
            <a:ln w="952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a:ln>
                  <a:noFill/>
                </a:ln>
                <a:solidFill>
                  <a:srgbClr val="000000"/>
                </a:solidFill>
                <a:effectLst/>
                <a:uLnTx/>
                <a:uFillTx/>
                <a:latin typeface="+mn-lt"/>
                <a:ea typeface="宋体" pitchFamily="2" charset="-122"/>
                <a:cs typeface="+mn-cs"/>
              </a:endParaRPr>
            </a:p>
          </p:txBody>
        </p:sp>
      </p:grpSp>
      <p:sp>
        <p:nvSpPr>
          <p:cNvPr id="75830" name="Text Box 61"/>
          <p:cNvSpPr txBox="1">
            <a:spLocks noChangeArrowheads="1"/>
          </p:cNvSpPr>
          <p:nvPr/>
        </p:nvSpPr>
        <p:spPr bwMode="auto">
          <a:xfrm>
            <a:off x="752802" y="4911690"/>
            <a:ext cx="1604606"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type="none" w="sm" len="sm"/>
                <a:tailEnd type="none" w="sm" len="sm"/>
              </a14:hiddenLine>
            </a:ext>
            <a:ext uri="{AF507438-7753-43E0-B8FC-AC1667EBCBE1}">
              <a14:hiddenEffects xmlns:a14="http://schemas.microsoft.com/office/drawing/2010/main">
                <a:effectLst>
                  <a:outerShdw dist="71842"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b="1" i="0" u="none" strike="noStrike" kern="1200" cap="none" spc="0" normalizeH="0" baseline="0" noProof="0" dirty="0">
                <a:ln>
                  <a:noFill/>
                </a:ln>
                <a:solidFill>
                  <a:srgbClr val="000000"/>
                </a:solidFill>
                <a:effectLst/>
                <a:uLnTx/>
                <a:uFillTx/>
                <a:latin typeface="+mn-lt"/>
                <a:ea typeface="宋体" pitchFamily="2" charset="-122"/>
                <a:cs typeface="+mn-cs"/>
              </a:rPr>
              <a:t>a</a:t>
            </a:r>
            <a:r>
              <a:rPr kumimoji="0" lang="en-US" altLang="zh-CN" b="1" i="0" u="none" strike="noStrike" kern="1200" cap="none" spc="0" normalizeH="0" baseline="-25000" noProof="0" dirty="0">
                <a:ln>
                  <a:noFill/>
                </a:ln>
                <a:solidFill>
                  <a:srgbClr val="000000"/>
                </a:solidFill>
                <a:effectLst/>
                <a:uLnTx/>
                <a:uFillTx/>
                <a:latin typeface="+mn-lt"/>
                <a:ea typeface="宋体" pitchFamily="2" charset="-122"/>
                <a:cs typeface="+mn-cs"/>
              </a:rPr>
              <a:t>15             </a:t>
            </a:r>
            <a:r>
              <a:rPr kumimoji="0" lang="zh-CN" altLang="en-US" b="1" i="0" u="none" strike="noStrike" kern="1200" cap="none" spc="0" normalizeH="0" baseline="-25000" noProof="0" dirty="0">
                <a:ln>
                  <a:noFill/>
                </a:ln>
                <a:solidFill>
                  <a:srgbClr val="000000"/>
                </a:solidFill>
                <a:effectLst/>
                <a:uLnTx/>
                <a:uFillTx/>
                <a:latin typeface="+mn-lt"/>
                <a:ea typeface="宋体" pitchFamily="2" charset="-122"/>
                <a:cs typeface="+mn-cs"/>
              </a:rPr>
              <a:t>    </a:t>
            </a:r>
            <a:r>
              <a:rPr kumimoji="0" lang="en-US" altLang="zh-CN" b="1" i="0" u="none" strike="noStrike" kern="1200" cap="none" spc="0" normalizeH="0" baseline="-25000" noProof="0" dirty="0">
                <a:ln>
                  <a:noFill/>
                </a:ln>
                <a:solidFill>
                  <a:srgbClr val="000000"/>
                </a:solidFill>
                <a:effectLst/>
                <a:uLnTx/>
                <a:uFillTx/>
                <a:latin typeface="+mn-lt"/>
                <a:ea typeface="宋体" pitchFamily="2" charset="-122"/>
                <a:cs typeface="+mn-cs"/>
              </a:rPr>
              <a:t>  </a:t>
            </a:r>
            <a:r>
              <a:rPr kumimoji="0" lang="en-US" altLang="zh-CN" b="1" i="0" u="none" strike="noStrike" kern="1200" cap="none" spc="0" normalizeH="0" baseline="0" noProof="0" dirty="0">
                <a:ln>
                  <a:noFill/>
                </a:ln>
                <a:solidFill>
                  <a:srgbClr val="000000"/>
                </a:solidFill>
                <a:effectLst/>
                <a:uLnTx/>
                <a:uFillTx/>
                <a:latin typeface="+mn-lt"/>
                <a:ea typeface="宋体" pitchFamily="2" charset="-122"/>
                <a:cs typeface="+mn-cs"/>
              </a:rPr>
              <a:t>a</a:t>
            </a:r>
            <a:r>
              <a:rPr kumimoji="0" lang="en-US" altLang="zh-CN" b="1" i="0" u="none" strike="noStrike" kern="1200" cap="none" spc="0" normalizeH="0" baseline="-25000" noProof="0" dirty="0">
                <a:ln>
                  <a:noFill/>
                </a:ln>
                <a:solidFill>
                  <a:srgbClr val="000000"/>
                </a:solidFill>
                <a:effectLst/>
                <a:uLnTx/>
                <a:uFillTx/>
                <a:latin typeface="+mn-lt"/>
                <a:ea typeface="宋体" pitchFamily="2" charset="-122"/>
                <a:cs typeface="+mn-cs"/>
              </a:rPr>
              <a:t>12</a:t>
            </a:r>
          </a:p>
        </p:txBody>
      </p:sp>
      <p:sp>
        <p:nvSpPr>
          <p:cNvPr id="75831" name="Text Box 62"/>
          <p:cNvSpPr txBox="1">
            <a:spLocks noChangeArrowheads="1"/>
          </p:cNvSpPr>
          <p:nvPr/>
        </p:nvSpPr>
        <p:spPr bwMode="auto">
          <a:xfrm>
            <a:off x="996798" y="4771990"/>
            <a:ext cx="1630254"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type="none" w="sm" len="sm"/>
                <a:tailEnd type="none" w="sm" len="sm"/>
              </a14:hiddenLine>
            </a:ext>
            <a:ext uri="{AF507438-7753-43E0-B8FC-AC1667EBCBE1}">
              <a14:hiddenEffects xmlns:a14="http://schemas.microsoft.com/office/drawing/2010/main">
                <a:effectLst>
                  <a:outerShdw dist="71842"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b="1" i="0" u="none" strike="noStrike" kern="1200" cap="none" spc="0" normalizeH="0" baseline="0" noProof="0" dirty="0">
                <a:ln>
                  <a:noFill/>
                </a:ln>
                <a:solidFill>
                  <a:srgbClr val="000000"/>
                </a:solidFill>
                <a:effectLst/>
                <a:uLnTx/>
                <a:uFillTx/>
                <a:latin typeface="+mn-lt"/>
                <a:ea typeface="宋体" pitchFamily="2" charset="-122"/>
                <a:cs typeface="+mn-cs"/>
              </a:rPr>
              <a:t>b</a:t>
            </a:r>
            <a:r>
              <a:rPr kumimoji="0" lang="en-US" altLang="zh-CN" b="1" i="0" u="none" strike="noStrike" kern="1200" cap="none" spc="0" normalizeH="0" baseline="-25000" noProof="0" dirty="0">
                <a:ln>
                  <a:noFill/>
                </a:ln>
                <a:solidFill>
                  <a:srgbClr val="000000"/>
                </a:solidFill>
                <a:effectLst/>
                <a:uLnTx/>
                <a:uFillTx/>
                <a:latin typeface="+mn-lt"/>
                <a:ea typeface="宋体" pitchFamily="2" charset="-122"/>
                <a:cs typeface="+mn-cs"/>
              </a:rPr>
              <a:t>15            </a:t>
            </a:r>
            <a:r>
              <a:rPr kumimoji="0" lang="zh-CN" altLang="en-US" b="1" i="0" u="none" strike="noStrike" kern="1200" cap="none" spc="0" normalizeH="0" baseline="-25000" noProof="0" dirty="0">
                <a:ln>
                  <a:noFill/>
                </a:ln>
                <a:solidFill>
                  <a:srgbClr val="000000"/>
                </a:solidFill>
                <a:effectLst/>
                <a:uLnTx/>
                <a:uFillTx/>
                <a:latin typeface="+mn-lt"/>
                <a:ea typeface="宋体" pitchFamily="2" charset="-122"/>
                <a:cs typeface="+mn-cs"/>
              </a:rPr>
              <a:t>    </a:t>
            </a:r>
            <a:r>
              <a:rPr kumimoji="0" lang="en-US" altLang="zh-CN" b="1" i="0" u="none" strike="noStrike" kern="1200" cap="none" spc="0" normalizeH="0" baseline="-25000" noProof="0" dirty="0">
                <a:ln>
                  <a:noFill/>
                </a:ln>
                <a:solidFill>
                  <a:srgbClr val="000000"/>
                </a:solidFill>
                <a:effectLst/>
                <a:uLnTx/>
                <a:uFillTx/>
                <a:latin typeface="+mn-lt"/>
                <a:ea typeface="宋体" pitchFamily="2" charset="-122"/>
                <a:cs typeface="+mn-cs"/>
              </a:rPr>
              <a:t>   </a:t>
            </a:r>
            <a:r>
              <a:rPr kumimoji="0" lang="en-US" altLang="zh-CN" b="1" i="0" u="none" strike="noStrike" kern="1200" cap="none" spc="0" normalizeH="0" baseline="0" noProof="0" dirty="0">
                <a:ln>
                  <a:noFill/>
                </a:ln>
                <a:solidFill>
                  <a:srgbClr val="000000"/>
                </a:solidFill>
                <a:effectLst/>
                <a:uLnTx/>
                <a:uFillTx/>
                <a:latin typeface="+mn-lt"/>
                <a:ea typeface="宋体" pitchFamily="2" charset="-122"/>
                <a:cs typeface="+mn-cs"/>
              </a:rPr>
              <a:t>b</a:t>
            </a:r>
            <a:r>
              <a:rPr kumimoji="0" lang="en-US" altLang="zh-CN" b="1" i="0" u="none" strike="noStrike" kern="1200" cap="none" spc="0" normalizeH="0" baseline="-25000" noProof="0" dirty="0">
                <a:ln>
                  <a:noFill/>
                </a:ln>
                <a:solidFill>
                  <a:srgbClr val="000000"/>
                </a:solidFill>
                <a:effectLst/>
                <a:uLnTx/>
                <a:uFillTx/>
                <a:latin typeface="+mn-lt"/>
                <a:ea typeface="宋体" pitchFamily="2" charset="-122"/>
                <a:cs typeface="+mn-cs"/>
              </a:rPr>
              <a:t>12</a:t>
            </a:r>
          </a:p>
        </p:txBody>
      </p:sp>
      <p:sp>
        <p:nvSpPr>
          <p:cNvPr id="75832" name="Line 63"/>
          <p:cNvSpPr>
            <a:spLocks noChangeShapeType="1"/>
          </p:cNvSpPr>
          <p:nvPr/>
        </p:nvSpPr>
        <p:spPr bwMode="auto">
          <a:xfrm flipV="1">
            <a:off x="1025852" y="3778497"/>
            <a:ext cx="0" cy="371475"/>
          </a:xfrm>
          <a:prstGeom prst="line">
            <a:avLst/>
          </a:prstGeom>
          <a:noFill/>
          <a:ln w="952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75833" name="Line 64"/>
          <p:cNvSpPr>
            <a:spLocks noChangeShapeType="1"/>
          </p:cNvSpPr>
          <p:nvPr/>
        </p:nvSpPr>
        <p:spPr bwMode="auto">
          <a:xfrm flipV="1">
            <a:off x="1387802" y="3778497"/>
            <a:ext cx="0" cy="371475"/>
          </a:xfrm>
          <a:prstGeom prst="line">
            <a:avLst/>
          </a:prstGeom>
          <a:noFill/>
          <a:ln w="952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75834" name="Line 65"/>
          <p:cNvSpPr>
            <a:spLocks noChangeShapeType="1"/>
          </p:cNvSpPr>
          <p:nvPr/>
        </p:nvSpPr>
        <p:spPr bwMode="auto">
          <a:xfrm flipV="1">
            <a:off x="1749752" y="3778497"/>
            <a:ext cx="0" cy="371475"/>
          </a:xfrm>
          <a:prstGeom prst="line">
            <a:avLst/>
          </a:prstGeom>
          <a:noFill/>
          <a:ln w="952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75835" name="Line 66"/>
          <p:cNvSpPr>
            <a:spLocks noChangeShapeType="1"/>
          </p:cNvSpPr>
          <p:nvPr/>
        </p:nvSpPr>
        <p:spPr bwMode="auto">
          <a:xfrm flipV="1">
            <a:off x="2111702" y="3778497"/>
            <a:ext cx="0" cy="371475"/>
          </a:xfrm>
          <a:prstGeom prst="line">
            <a:avLst/>
          </a:prstGeom>
          <a:noFill/>
          <a:ln w="952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75836" name="Text Box 67"/>
          <p:cNvSpPr txBox="1">
            <a:spLocks noChangeArrowheads="1"/>
          </p:cNvSpPr>
          <p:nvPr/>
        </p:nvSpPr>
        <p:spPr bwMode="auto">
          <a:xfrm>
            <a:off x="788311" y="3391293"/>
            <a:ext cx="1745671"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type="none" w="sm" len="sm"/>
                <a:tailEnd type="none" w="sm" len="sm"/>
              </a14:hiddenLine>
            </a:ext>
            <a:ext uri="{AF507438-7753-43E0-B8FC-AC1667EBCBE1}">
              <a14:hiddenEffects xmlns:a14="http://schemas.microsoft.com/office/drawing/2010/main">
                <a:effectLst>
                  <a:outerShdw dist="71842"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b="1" i="0" u="none" strike="noStrike" kern="1200" cap="none" spc="0" normalizeH="0" baseline="0" noProof="0" dirty="0">
                <a:ln>
                  <a:noFill/>
                </a:ln>
                <a:solidFill>
                  <a:srgbClr val="000000"/>
                </a:solidFill>
                <a:effectLst/>
                <a:uLnTx/>
                <a:uFillTx/>
                <a:latin typeface="+mn-lt"/>
                <a:ea typeface="宋体" pitchFamily="2" charset="-122"/>
                <a:cs typeface="+mn-cs"/>
              </a:rPr>
              <a:t>s</a:t>
            </a:r>
            <a:r>
              <a:rPr kumimoji="0" lang="en-US" altLang="zh-CN" b="1" i="0" u="none" strike="noStrike" kern="1200" cap="none" spc="0" normalizeH="0" baseline="-25000" noProof="0" dirty="0">
                <a:ln>
                  <a:noFill/>
                </a:ln>
                <a:solidFill>
                  <a:srgbClr val="000000"/>
                </a:solidFill>
                <a:effectLst/>
                <a:uLnTx/>
                <a:uFillTx/>
                <a:latin typeface="+mn-lt"/>
                <a:ea typeface="宋体" pitchFamily="2" charset="-122"/>
                <a:cs typeface="+mn-cs"/>
              </a:rPr>
              <a:t>15  </a:t>
            </a:r>
            <a:r>
              <a:rPr kumimoji="0" lang="en-US" altLang="zh-CN" b="1" i="0" u="none" strike="noStrike" kern="1200" cap="none" spc="0" normalizeH="0" baseline="0" noProof="0" dirty="0">
                <a:ln>
                  <a:noFill/>
                </a:ln>
                <a:solidFill>
                  <a:srgbClr val="000000"/>
                </a:solidFill>
                <a:effectLst/>
                <a:uLnTx/>
                <a:uFillTx/>
                <a:latin typeface="+mn-lt"/>
                <a:ea typeface="宋体" pitchFamily="2" charset="-122"/>
                <a:cs typeface="+mn-cs"/>
              </a:rPr>
              <a:t>s</a:t>
            </a:r>
            <a:r>
              <a:rPr kumimoji="0" lang="en-US" altLang="zh-CN" b="1" i="0" u="none" strike="noStrike" kern="1200" cap="none" spc="0" normalizeH="0" baseline="-25000" noProof="0" dirty="0">
                <a:ln>
                  <a:noFill/>
                </a:ln>
                <a:solidFill>
                  <a:srgbClr val="000000"/>
                </a:solidFill>
                <a:effectLst/>
                <a:uLnTx/>
                <a:uFillTx/>
                <a:latin typeface="+mn-lt"/>
                <a:ea typeface="宋体" pitchFamily="2" charset="-122"/>
                <a:cs typeface="+mn-cs"/>
              </a:rPr>
              <a:t>14   </a:t>
            </a:r>
            <a:r>
              <a:rPr kumimoji="0" lang="en-US" altLang="zh-CN" b="1" i="0" u="none" strike="noStrike" kern="1200" cap="none" spc="0" normalizeH="0" baseline="0" noProof="0" dirty="0">
                <a:ln>
                  <a:noFill/>
                </a:ln>
                <a:solidFill>
                  <a:srgbClr val="000000"/>
                </a:solidFill>
                <a:effectLst/>
                <a:uLnTx/>
                <a:uFillTx/>
                <a:latin typeface="+mn-lt"/>
                <a:ea typeface="宋体" pitchFamily="2" charset="-122"/>
                <a:cs typeface="+mn-cs"/>
              </a:rPr>
              <a:t>s</a:t>
            </a:r>
            <a:r>
              <a:rPr kumimoji="0" lang="en-US" altLang="zh-CN" b="1" i="0" u="none" strike="noStrike" kern="1200" cap="none" spc="0" normalizeH="0" baseline="-25000" noProof="0" dirty="0">
                <a:ln>
                  <a:noFill/>
                </a:ln>
                <a:solidFill>
                  <a:srgbClr val="000000"/>
                </a:solidFill>
                <a:effectLst/>
                <a:uLnTx/>
                <a:uFillTx/>
                <a:latin typeface="+mn-lt"/>
                <a:ea typeface="宋体" pitchFamily="2" charset="-122"/>
                <a:cs typeface="+mn-cs"/>
              </a:rPr>
              <a:t>13  </a:t>
            </a:r>
            <a:r>
              <a:rPr kumimoji="0" lang="en-US" altLang="zh-CN" b="1" i="0" u="none" strike="noStrike" kern="1200" cap="none" spc="0" normalizeH="0" baseline="0" noProof="0" dirty="0">
                <a:ln>
                  <a:noFill/>
                </a:ln>
                <a:solidFill>
                  <a:srgbClr val="000000"/>
                </a:solidFill>
                <a:effectLst/>
                <a:uLnTx/>
                <a:uFillTx/>
                <a:latin typeface="+mn-lt"/>
                <a:ea typeface="宋体" pitchFamily="2" charset="-122"/>
                <a:cs typeface="+mn-cs"/>
              </a:rPr>
              <a:t>s</a:t>
            </a:r>
            <a:r>
              <a:rPr kumimoji="0" lang="en-US" altLang="zh-CN" b="1" i="0" u="none" strike="noStrike" kern="1200" cap="none" spc="0" normalizeH="0" baseline="-25000" noProof="0" dirty="0">
                <a:ln>
                  <a:noFill/>
                </a:ln>
                <a:solidFill>
                  <a:srgbClr val="000000"/>
                </a:solidFill>
                <a:effectLst/>
                <a:uLnTx/>
                <a:uFillTx/>
                <a:latin typeface="+mn-lt"/>
                <a:ea typeface="宋体" pitchFamily="2" charset="-122"/>
                <a:cs typeface="+mn-cs"/>
              </a:rPr>
              <a:t>12</a:t>
            </a:r>
          </a:p>
        </p:txBody>
      </p:sp>
      <p:sp>
        <p:nvSpPr>
          <p:cNvPr id="75837" name="Line 68"/>
          <p:cNvSpPr>
            <a:spLocks noChangeShapeType="1"/>
          </p:cNvSpPr>
          <p:nvPr/>
        </p:nvSpPr>
        <p:spPr bwMode="auto">
          <a:xfrm flipH="1">
            <a:off x="179511" y="4305655"/>
            <a:ext cx="601865" cy="0"/>
          </a:xfrm>
          <a:prstGeom prst="line">
            <a:avLst/>
          </a:prstGeom>
          <a:noFill/>
          <a:ln w="952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71842" dir="2700000" algn="ctr" rotWithShape="0">
                    <a:schemeClr val="bg2"/>
                  </a:outerShdw>
                </a:effectLst>
              </a14:hiddenEffects>
            </a:ext>
          </a:extLst>
        </p:spPr>
        <p:txBody>
          <a:bodyPr wrap="square" lIns="92075" tIns="46038" rIns="92075" bIns="46038"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mn-lt"/>
              <a:ea typeface="宋体" pitchFamily="2" charset="-122"/>
              <a:cs typeface="+mn-cs"/>
            </a:endParaRPr>
          </a:p>
        </p:txBody>
      </p:sp>
      <p:sp>
        <p:nvSpPr>
          <p:cNvPr id="75838" name="Text Box 69"/>
          <p:cNvSpPr txBox="1">
            <a:spLocks noChangeArrowheads="1"/>
          </p:cNvSpPr>
          <p:nvPr/>
        </p:nvSpPr>
        <p:spPr bwMode="auto">
          <a:xfrm>
            <a:off x="235526" y="3918305"/>
            <a:ext cx="484107"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type="none" w="sm" len="sm"/>
                <a:tailEnd type="none" w="sm" len="sm"/>
              </a14:hiddenLine>
            </a:ext>
            <a:ext uri="{AF507438-7753-43E0-B8FC-AC1667EBCBE1}">
              <a14:hiddenEffects xmlns:a14="http://schemas.microsoft.com/office/drawing/2010/main">
                <a:effectLst>
                  <a:outerShdw dist="71842"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b="1" i="0" u="none" strike="noStrike" kern="1200" cap="none" spc="0" normalizeH="0" baseline="0" noProof="0" dirty="0">
                <a:ln>
                  <a:noFill/>
                </a:ln>
                <a:solidFill>
                  <a:srgbClr val="000000"/>
                </a:solidFill>
                <a:effectLst/>
                <a:uLnTx/>
                <a:uFillTx/>
                <a:latin typeface="+mn-lt"/>
                <a:ea typeface="宋体" pitchFamily="2" charset="-122"/>
                <a:cs typeface="+mn-cs"/>
              </a:rPr>
              <a:t>c</a:t>
            </a:r>
            <a:r>
              <a:rPr kumimoji="0" lang="en-US" altLang="zh-CN" b="1" i="0" u="none" strike="noStrike" kern="1200" cap="none" spc="0" normalizeH="0" baseline="-25000" noProof="0" dirty="0">
                <a:ln>
                  <a:noFill/>
                </a:ln>
                <a:solidFill>
                  <a:srgbClr val="000000"/>
                </a:solidFill>
                <a:effectLst/>
                <a:uLnTx/>
                <a:uFillTx/>
                <a:latin typeface="+mn-lt"/>
                <a:ea typeface="宋体" pitchFamily="2" charset="-122"/>
                <a:cs typeface="+mn-cs"/>
              </a:rPr>
              <a:t>16</a:t>
            </a:r>
          </a:p>
        </p:txBody>
      </p:sp>
      <p:sp>
        <p:nvSpPr>
          <p:cNvPr id="75839" name="Text Box 70"/>
          <p:cNvSpPr txBox="1">
            <a:spLocks noChangeArrowheads="1"/>
          </p:cNvSpPr>
          <p:nvPr/>
        </p:nvSpPr>
        <p:spPr bwMode="auto">
          <a:xfrm>
            <a:off x="1411614" y="4619590"/>
            <a:ext cx="442429"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type="none" w="sm" len="sm"/>
                <a:tailEnd type="none" w="sm" len="sm"/>
              </a14:hiddenLine>
            </a:ext>
            <a:ext uri="{AF507438-7753-43E0-B8FC-AC1667EBCBE1}">
              <a14:hiddenEffects xmlns:a14="http://schemas.microsoft.com/office/drawing/2010/main">
                <a:effectLst>
                  <a:outerShdw dist="71842"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b="1" i="0" u="none" strike="noStrike" kern="1200" cap="none" spc="0" normalizeH="0" baseline="0" noProof="0">
                <a:ln>
                  <a:noFill/>
                </a:ln>
                <a:solidFill>
                  <a:srgbClr val="000000"/>
                </a:solidFill>
                <a:effectLst/>
                <a:uLnTx/>
                <a:uFillTx/>
                <a:latin typeface="+mn-lt"/>
                <a:ea typeface="宋体" pitchFamily="2" charset="-122"/>
                <a:cs typeface="+mn-cs"/>
              </a:rPr>
              <a:t>…</a:t>
            </a:r>
          </a:p>
        </p:txBody>
      </p:sp>
      <p:sp>
        <p:nvSpPr>
          <p:cNvPr id="75840" name="Text Box 71"/>
          <p:cNvSpPr txBox="1">
            <a:spLocks noChangeArrowheads="1"/>
          </p:cNvSpPr>
          <p:nvPr/>
        </p:nvSpPr>
        <p:spPr bwMode="auto">
          <a:xfrm>
            <a:off x="3365827" y="4619590"/>
            <a:ext cx="442429"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type="none" w="sm" len="sm"/>
                <a:tailEnd type="none" w="sm" len="sm"/>
              </a14:hiddenLine>
            </a:ext>
            <a:ext uri="{AF507438-7753-43E0-B8FC-AC1667EBCBE1}">
              <a14:hiddenEffects xmlns:a14="http://schemas.microsoft.com/office/drawing/2010/main">
                <a:effectLst>
                  <a:outerShdw dist="71842"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b="1" i="0" u="none" strike="noStrike" kern="1200" cap="none" spc="0" normalizeH="0" baseline="0" noProof="0">
                <a:ln>
                  <a:noFill/>
                </a:ln>
                <a:solidFill>
                  <a:srgbClr val="000000"/>
                </a:solidFill>
                <a:effectLst/>
                <a:uLnTx/>
                <a:uFillTx/>
                <a:latin typeface="+mn-lt"/>
                <a:ea typeface="宋体" pitchFamily="2" charset="-122"/>
                <a:cs typeface="+mn-cs"/>
              </a:rPr>
              <a:t>…</a:t>
            </a:r>
          </a:p>
        </p:txBody>
      </p:sp>
      <p:sp>
        <p:nvSpPr>
          <p:cNvPr id="75841" name="Text Box 72"/>
          <p:cNvSpPr txBox="1">
            <a:spLocks noChangeArrowheads="1"/>
          </p:cNvSpPr>
          <p:nvPr/>
        </p:nvSpPr>
        <p:spPr bwMode="auto">
          <a:xfrm>
            <a:off x="5348614" y="4619590"/>
            <a:ext cx="442429"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type="none" w="sm" len="sm"/>
                <a:tailEnd type="none" w="sm" len="sm"/>
              </a14:hiddenLine>
            </a:ext>
            <a:ext uri="{AF507438-7753-43E0-B8FC-AC1667EBCBE1}">
              <a14:hiddenEffects xmlns:a14="http://schemas.microsoft.com/office/drawing/2010/main">
                <a:effectLst>
                  <a:outerShdw dist="71842"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b="1" i="0" u="none" strike="noStrike" kern="1200" cap="none" spc="0" normalizeH="0" baseline="0" noProof="0">
                <a:ln>
                  <a:noFill/>
                </a:ln>
                <a:solidFill>
                  <a:srgbClr val="000000"/>
                </a:solidFill>
                <a:effectLst/>
                <a:uLnTx/>
                <a:uFillTx/>
                <a:latin typeface="+mn-lt"/>
                <a:ea typeface="宋体" pitchFamily="2" charset="-122"/>
                <a:cs typeface="+mn-cs"/>
              </a:rPr>
              <a:t>…</a:t>
            </a:r>
          </a:p>
        </p:txBody>
      </p:sp>
      <p:sp>
        <p:nvSpPr>
          <p:cNvPr id="75842" name="Text Box 73"/>
          <p:cNvSpPr txBox="1">
            <a:spLocks noChangeArrowheads="1"/>
          </p:cNvSpPr>
          <p:nvPr/>
        </p:nvSpPr>
        <p:spPr bwMode="auto">
          <a:xfrm>
            <a:off x="7372677" y="4619590"/>
            <a:ext cx="442429"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type="none" w="sm" len="sm"/>
                <a:tailEnd type="none" w="sm" len="sm"/>
              </a14:hiddenLine>
            </a:ext>
            <a:ext uri="{AF507438-7753-43E0-B8FC-AC1667EBCBE1}">
              <a14:hiddenEffects xmlns:a14="http://schemas.microsoft.com/office/drawing/2010/main">
                <a:effectLst>
                  <a:outerShdw dist="71842"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b="1" i="0" u="none" strike="noStrike" kern="1200" cap="none" spc="0" normalizeH="0" baseline="0" noProof="0">
                <a:ln>
                  <a:noFill/>
                </a:ln>
                <a:solidFill>
                  <a:srgbClr val="000000"/>
                </a:solidFill>
                <a:effectLst/>
                <a:uLnTx/>
                <a:uFillTx/>
                <a:latin typeface="+mn-lt"/>
                <a:ea typeface="宋体" pitchFamily="2" charset="-122"/>
                <a:cs typeface="+mn-cs"/>
              </a:rPr>
              <a:t>…</a:t>
            </a:r>
          </a:p>
        </p:txBody>
      </p:sp>
      <p:sp>
        <p:nvSpPr>
          <p:cNvPr id="75" name="灯片编号占位符 6">
            <a:extLst>
              <a:ext uri="{FF2B5EF4-FFF2-40B4-BE49-F238E27FC236}">
                <a16:creationId xmlns:a16="http://schemas.microsoft.com/office/drawing/2014/main" id="{CC97D3E0-E839-4246-A6B0-A134F4D2EE48}"/>
              </a:ext>
            </a:extLst>
          </p:cNvPr>
          <p:cNvSpPr txBox="1">
            <a:spLocks/>
          </p:cNvSpPr>
          <p:nvPr/>
        </p:nvSpPr>
        <p:spPr bwMode="auto">
          <a:xfrm>
            <a:off x="6553200" y="6265860"/>
            <a:ext cx="213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4600" b="1" kern="1200">
                <a:solidFill>
                  <a:srgbClr val="FF3300"/>
                </a:solidFill>
                <a:latin typeface="Garamond" pitchFamily="18" charset="0"/>
                <a:ea typeface="宋体" charset="-122"/>
                <a:cs typeface="+mn-cs"/>
              </a:defRPr>
            </a:lvl1pPr>
            <a:lvl2pPr marL="742950" indent="-28575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2pPr>
            <a:lvl3pPr marL="11430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3pPr>
            <a:lvl4pPr marL="16002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4pPr>
            <a:lvl5pPr marL="20574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5pPr>
            <a:lvl6pPr marL="25146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6pPr>
            <a:lvl7pPr marL="29718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7pPr>
            <a:lvl8pPr marL="34290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8pPr>
            <a:lvl9pPr marL="38862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9pPr>
          </a:lstStyle>
          <a:p>
            <a:pPr eaLnBrk="1" hangingPunct="1"/>
            <a:fld id="{CCE6D788-BCB5-407E-9DED-68D155892338}" type="slidenum">
              <a:rPr lang="en-US" altLang="zh-CN" sz="1400" smtClean="0">
                <a:solidFill>
                  <a:schemeClr val="tx1"/>
                </a:solidFill>
                <a:latin typeface="+mn-lt"/>
              </a:rPr>
              <a:pPr eaLnBrk="1" hangingPunct="1"/>
              <a:t>92</a:t>
            </a:fld>
            <a:endParaRPr lang="en-US" altLang="zh-CN" sz="1400" dirty="0">
              <a:solidFill>
                <a:schemeClr val="tx1"/>
              </a:solidFill>
              <a:latin typeface="+mn-lt"/>
            </a:endParaRPr>
          </a:p>
        </p:txBody>
      </p:sp>
    </p:spTree>
    <p:extLst>
      <p:ext uri="{BB962C8B-B14F-4D97-AF65-F5344CB8AC3E}">
        <p14:creationId xmlns:p14="http://schemas.microsoft.com/office/powerpoint/2010/main" val="25325025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22" name="Picture 2"/>
          <p:cNvPicPr>
            <a:picLocks noChangeAspect="1" noChangeArrowheads="1"/>
          </p:cNvPicPr>
          <p:nvPr/>
        </p:nvPicPr>
        <p:blipFill rotWithShape="1">
          <a:blip r:embed="rId3">
            <a:extLst>
              <a:ext uri="{28A0092B-C50C-407E-A947-70E740481C1C}">
                <a14:useLocalDpi xmlns:a14="http://schemas.microsoft.com/office/drawing/2010/main"/>
              </a:ext>
            </a:extLst>
          </a:blip>
          <a:srcRect t="14728"/>
          <a:stretch/>
        </p:blipFill>
        <p:spPr bwMode="auto">
          <a:xfrm>
            <a:off x="457200" y="1480316"/>
            <a:ext cx="8136904" cy="5214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8" name="Group 7">
            <a:extLst>
              <a:ext uri="{FF2B5EF4-FFF2-40B4-BE49-F238E27FC236}">
                <a16:creationId xmlns:a16="http://schemas.microsoft.com/office/drawing/2014/main" id="{75B0673E-F339-F44B-8A2A-1CAE847F8736}"/>
              </a:ext>
            </a:extLst>
          </p:cNvPr>
          <p:cNvGrpSpPr/>
          <p:nvPr/>
        </p:nvGrpSpPr>
        <p:grpSpPr>
          <a:xfrm>
            <a:off x="3831873" y="2202904"/>
            <a:ext cx="4726632" cy="3962400"/>
            <a:chOff x="3733800" y="1752600"/>
            <a:chExt cx="4726632" cy="3962400"/>
          </a:xfrm>
        </p:grpSpPr>
        <p:sp>
          <p:nvSpPr>
            <p:cNvPr id="6" name="Rectangle 5">
              <a:extLst>
                <a:ext uri="{FF2B5EF4-FFF2-40B4-BE49-F238E27FC236}">
                  <a16:creationId xmlns:a16="http://schemas.microsoft.com/office/drawing/2014/main" id="{CAFF7B66-4FB0-0F45-BCC9-67939E3D57F6}"/>
                </a:ext>
              </a:extLst>
            </p:cNvPr>
            <p:cNvSpPr/>
            <p:nvPr/>
          </p:nvSpPr>
          <p:spPr bwMode="auto">
            <a:xfrm>
              <a:off x="3733800" y="1752600"/>
              <a:ext cx="3886200" cy="6858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r" defTabSz="914400" rtl="0" eaLnBrk="1" fontAlgn="base" latinLnBrk="0" hangingPunct="1">
                <a:lnSpc>
                  <a:spcPct val="100000"/>
                </a:lnSpc>
                <a:spcBef>
                  <a:spcPct val="0"/>
                </a:spcBef>
                <a:spcAft>
                  <a:spcPct val="0"/>
                </a:spcAft>
                <a:buClrTx/>
                <a:buSzTx/>
                <a:buFontTx/>
                <a:buNone/>
                <a:tabLst/>
                <a:defRPr/>
              </a:pPr>
              <a:endParaRPr kumimoji="0" lang="en-CN"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0" name="Rectangle 9">
              <a:extLst>
                <a:ext uri="{FF2B5EF4-FFF2-40B4-BE49-F238E27FC236}">
                  <a16:creationId xmlns:a16="http://schemas.microsoft.com/office/drawing/2014/main" id="{1176172B-01DD-2C45-A6B5-9DE8E8D95C87}"/>
                </a:ext>
              </a:extLst>
            </p:cNvPr>
            <p:cNvSpPr/>
            <p:nvPr/>
          </p:nvSpPr>
          <p:spPr bwMode="auto">
            <a:xfrm>
              <a:off x="3754582" y="2690060"/>
              <a:ext cx="3886200" cy="6858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r" defTabSz="914400" rtl="0" eaLnBrk="1" fontAlgn="base" latinLnBrk="0" hangingPunct="1">
                <a:lnSpc>
                  <a:spcPct val="100000"/>
                </a:lnSpc>
                <a:spcBef>
                  <a:spcPct val="0"/>
                </a:spcBef>
                <a:spcAft>
                  <a:spcPct val="0"/>
                </a:spcAft>
                <a:buClrTx/>
                <a:buSzTx/>
                <a:buFontTx/>
                <a:buNone/>
                <a:tabLst/>
                <a:defRPr/>
              </a:pPr>
              <a:endParaRPr kumimoji="0" lang="en-CN"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 name="Rectangle 10">
              <a:extLst>
                <a:ext uri="{FF2B5EF4-FFF2-40B4-BE49-F238E27FC236}">
                  <a16:creationId xmlns:a16="http://schemas.microsoft.com/office/drawing/2014/main" id="{CDC33BA9-5199-4E4F-AD52-DAF3086998BA}"/>
                </a:ext>
              </a:extLst>
            </p:cNvPr>
            <p:cNvSpPr/>
            <p:nvPr/>
          </p:nvSpPr>
          <p:spPr bwMode="auto">
            <a:xfrm>
              <a:off x="3766952" y="3893106"/>
              <a:ext cx="4261432" cy="6858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r" defTabSz="914400" rtl="0" eaLnBrk="1" fontAlgn="base" latinLnBrk="0" hangingPunct="1">
                <a:lnSpc>
                  <a:spcPct val="100000"/>
                </a:lnSpc>
                <a:spcBef>
                  <a:spcPct val="0"/>
                </a:spcBef>
                <a:spcAft>
                  <a:spcPct val="0"/>
                </a:spcAft>
                <a:buClrTx/>
                <a:buSzTx/>
                <a:buFontTx/>
                <a:buNone/>
                <a:tabLst/>
                <a:defRPr/>
              </a:pPr>
              <a:endParaRPr kumimoji="0" lang="en-CN"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2" name="Rectangle 11">
              <a:extLst>
                <a:ext uri="{FF2B5EF4-FFF2-40B4-BE49-F238E27FC236}">
                  <a16:creationId xmlns:a16="http://schemas.microsoft.com/office/drawing/2014/main" id="{214A4489-D605-6C41-8277-35CB9D4C1210}"/>
                </a:ext>
              </a:extLst>
            </p:cNvPr>
            <p:cNvSpPr/>
            <p:nvPr/>
          </p:nvSpPr>
          <p:spPr bwMode="auto">
            <a:xfrm>
              <a:off x="3779322" y="5096152"/>
              <a:ext cx="4681110" cy="618848"/>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r" defTabSz="914400" rtl="0" eaLnBrk="1" fontAlgn="base" latinLnBrk="0" hangingPunct="1">
                <a:lnSpc>
                  <a:spcPct val="100000"/>
                </a:lnSpc>
                <a:spcBef>
                  <a:spcPct val="0"/>
                </a:spcBef>
                <a:spcAft>
                  <a:spcPct val="0"/>
                </a:spcAft>
                <a:buClrTx/>
                <a:buSzTx/>
                <a:buFontTx/>
                <a:buNone/>
                <a:tabLst/>
                <a:defRPr/>
              </a:pPr>
              <a:endParaRPr kumimoji="0" lang="en-CN"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grpSp>
      <p:sp>
        <p:nvSpPr>
          <p:cNvPr id="7" name="Title 6">
            <a:extLst>
              <a:ext uri="{FF2B5EF4-FFF2-40B4-BE49-F238E27FC236}">
                <a16:creationId xmlns:a16="http://schemas.microsoft.com/office/drawing/2014/main" id="{EE81B010-4B96-984B-8CA4-60C936555F58}"/>
              </a:ext>
            </a:extLst>
          </p:cNvPr>
          <p:cNvSpPr>
            <a:spLocks noGrp="1"/>
          </p:cNvSpPr>
          <p:nvPr>
            <p:ph type="title"/>
          </p:nvPr>
        </p:nvSpPr>
        <p:spPr>
          <a:xfrm>
            <a:off x="685800" y="260127"/>
            <a:ext cx="7774632" cy="936625"/>
          </a:xfrm>
        </p:spPr>
        <p:txBody>
          <a:bodyPr/>
          <a:lstStyle/>
          <a:p>
            <a:r>
              <a:rPr lang="zh-CN" altLang="en-US" dirty="0"/>
              <a:t>组内并行、组间并行进位加法器</a:t>
            </a:r>
            <a:endParaRPr lang="en-CN" dirty="0"/>
          </a:p>
        </p:txBody>
      </p:sp>
      <p:sp>
        <p:nvSpPr>
          <p:cNvPr id="13" name="TextBox 12">
            <a:extLst>
              <a:ext uri="{FF2B5EF4-FFF2-40B4-BE49-F238E27FC236}">
                <a16:creationId xmlns:a16="http://schemas.microsoft.com/office/drawing/2014/main" id="{1CDBB9DC-3309-A041-B341-C0E628615952}"/>
              </a:ext>
            </a:extLst>
          </p:cNvPr>
          <p:cNvSpPr txBox="1"/>
          <p:nvPr/>
        </p:nvSpPr>
        <p:spPr>
          <a:xfrm>
            <a:off x="4248925" y="1791977"/>
            <a:ext cx="4001970" cy="138499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zh-CN" altLang="en-US" sz="2800" b="1" dirty="0">
                <a:solidFill>
                  <a:srgbClr val="000000"/>
                </a:solidFill>
                <a:latin typeface="+mn-ea"/>
                <a:ea typeface="+mn-ea"/>
                <a:cs typeface="Arial" panose="020B0604020202020204" pitchFamily="34" charset="0"/>
              </a:rPr>
              <a:t>关键</a:t>
            </a:r>
            <a:r>
              <a:rPr kumimoji="0" lang="en-CN" sz="2800" b="1" i="0" u="none" strike="noStrike" kern="1200" cap="none" spc="0" normalizeH="0" baseline="0" noProof="0" dirty="0">
                <a:ln>
                  <a:noFill/>
                </a:ln>
                <a:solidFill>
                  <a:srgbClr val="000000"/>
                </a:solidFill>
                <a:effectLst/>
                <a:uLnTx/>
                <a:uFillTx/>
                <a:latin typeface="+mn-ea"/>
                <a:ea typeface="+mn-ea"/>
                <a:cs typeface="Arial" panose="020B0604020202020204" pitchFamily="34" charset="0"/>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mn-ea"/>
                <a:ea typeface="+mn-ea"/>
                <a:cs typeface="Arial" panose="020B0604020202020204" pitchFamily="34" charset="0"/>
              </a:rPr>
              <a:t>将</a:t>
            </a:r>
            <a:r>
              <a:rPr kumimoji="0" lang="en-CN" sz="2800" b="1" i="0" u="none" strike="noStrike" kern="1200" cap="none" spc="0" normalizeH="0" baseline="0" noProof="0" dirty="0">
                <a:ln>
                  <a:noFill/>
                </a:ln>
                <a:solidFill>
                  <a:srgbClr val="000000"/>
                </a:solidFill>
                <a:effectLst/>
                <a:uLnTx/>
                <a:uFillTx/>
                <a:latin typeface="+mn-ea"/>
                <a:ea typeface="+mn-ea"/>
                <a:cs typeface="Arial" panose="020B0604020202020204" pitchFamily="34" charset="0"/>
              </a:rPr>
              <a:t>Pi</a:t>
            </a:r>
            <a:r>
              <a:rPr kumimoji="0" lang="zh-CN" altLang="en-US" sz="2800" b="1" i="0" u="none" strike="noStrike" kern="1200" cap="none" spc="0" normalizeH="0" baseline="0" noProof="0" dirty="0">
                <a:ln>
                  <a:noFill/>
                </a:ln>
                <a:solidFill>
                  <a:srgbClr val="000000"/>
                </a:solidFill>
                <a:effectLst/>
                <a:uLnTx/>
                <a:uFillTx/>
                <a:latin typeface="+mn-ea"/>
                <a:ea typeface="+mn-ea"/>
                <a:cs typeface="Arial" panose="020B0604020202020204" pitchFamily="34" charset="0"/>
              </a:rPr>
              <a:t>和</a:t>
            </a:r>
            <a:r>
              <a:rPr kumimoji="0" lang="en-CN" sz="2800" b="1" i="0" u="none" strike="noStrike" kern="1200" cap="none" spc="0" normalizeH="0" baseline="0" noProof="0" dirty="0">
                <a:ln>
                  <a:noFill/>
                </a:ln>
                <a:solidFill>
                  <a:srgbClr val="000000"/>
                </a:solidFill>
                <a:effectLst/>
                <a:uLnTx/>
                <a:uFillTx/>
                <a:latin typeface="+mn-ea"/>
                <a:ea typeface="+mn-ea"/>
                <a:cs typeface="Arial" panose="020B0604020202020204" pitchFamily="34" charset="0"/>
              </a:rPr>
              <a:t>Gi</a:t>
            </a:r>
            <a:r>
              <a:rPr kumimoji="0" lang="zh-CN" altLang="en-US" sz="2800" b="1" i="0" u="none" strike="noStrike" kern="1200" cap="none" spc="0" normalizeH="0" baseline="0" noProof="0" dirty="0">
                <a:ln>
                  <a:noFill/>
                </a:ln>
                <a:solidFill>
                  <a:srgbClr val="000000"/>
                </a:solidFill>
                <a:effectLst/>
                <a:uLnTx/>
                <a:uFillTx/>
                <a:latin typeface="+mn-ea"/>
                <a:ea typeface="+mn-ea"/>
                <a:cs typeface="Arial" panose="020B0604020202020204" pitchFamily="34" charset="0"/>
              </a:rPr>
              <a:t>的概念从</a:t>
            </a:r>
            <a:r>
              <a:rPr kumimoji="0" lang="en-CN" sz="2800" b="1" i="0" u="none" strike="noStrike" kern="1200" cap="none" spc="0" normalizeH="0" baseline="0" noProof="0" dirty="0">
                <a:ln>
                  <a:noFill/>
                </a:ln>
                <a:solidFill>
                  <a:srgbClr val="000000"/>
                </a:solidFill>
                <a:effectLst/>
                <a:uLnTx/>
                <a:uFillTx/>
                <a:latin typeface="+mn-ea"/>
                <a:ea typeface="+mn-ea"/>
                <a:cs typeface="Arial" panose="020B0604020202020204" pitchFamily="34" charset="0"/>
              </a:rPr>
              <a:t>1</a:t>
            </a:r>
            <a:r>
              <a:rPr kumimoji="0" lang="zh-CN" altLang="en-US" sz="2800" b="1" i="0" u="none" strike="noStrike" kern="1200" cap="none" spc="0" normalizeH="0" baseline="0" noProof="0" dirty="0">
                <a:ln>
                  <a:noFill/>
                </a:ln>
                <a:solidFill>
                  <a:srgbClr val="000000"/>
                </a:solidFill>
                <a:effectLst/>
                <a:uLnTx/>
                <a:uFillTx/>
                <a:latin typeface="+mn-ea"/>
                <a:ea typeface="+mn-ea"/>
                <a:cs typeface="Arial" panose="020B0604020202020204" pitchFamily="34" charset="0"/>
              </a:rPr>
              <a:t>比特拓展到</a:t>
            </a:r>
            <a:r>
              <a:rPr kumimoji="0" lang="en-CN" sz="2800" b="1" i="0" u="none" strike="noStrike" kern="1200" cap="none" spc="0" normalizeH="0" baseline="0" noProof="0" dirty="0">
                <a:ln>
                  <a:noFill/>
                </a:ln>
                <a:solidFill>
                  <a:srgbClr val="000000"/>
                </a:solidFill>
                <a:effectLst/>
                <a:uLnTx/>
                <a:uFillTx/>
                <a:latin typeface="+mn-ea"/>
                <a:ea typeface="+mn-ea"/>
                <a:cs typeface="Arial" panose="020B0604020202020204" pitchFamily="34" charset="0"/>
              </a:rPr>
              <a:t>1</a:t>
            </a:r>
            <a:r>
              <a:rPr kumimoji="0" lang="zh-CN" altLang="en-US" sz="2800" b="1" i="0" u="none" strike="noStrike" kern="1200" cap="none" spc="0" normalizeH="0" baseline="0" noProof="0" dirty="0">
                <a:ln>
                  <a:noFill/>
                </a:ln>
                <a:solidFill>
                  <a:srgbClr val="000000"/>
                </a:solidFill>
                <a:effectLst/>
                <a:uLnTx/>
                <a:uFillTx/>
                <a:latin typeface="+mn-ea"/>
                <a:ea typeface="+mn-ea"/>
                <a:cs typeface="Arial" panose="020B0604020202020204" pitchFamily="34" charset="0"/>
              </a:rPr>
              <a:t>组</a:t>
            </a:r>
            <a:r>
              <a:rPr kumimoji="0" lang="en-CN" sz="2800" b="1" i="0" u="none" strike="noStrike" kern="1200" cap="none" spc="0" normalizeH="0" baseline="0" noProof="0" dirty="0">
                <a:ln>
                  <a:noFill/>
                </a:ln>
                <a:solidFill>
                  <a:srgbClr val="000000"/>
                </a:solidFill>
                <a:effectLst/>
                <a:uLnTx/>
                <a:uFillTx/>
                <a:latin typeface="+mn-ea"/>
                <a:ea typeface="+mn-ea"/>
                <a:cs typeface="Arial" panose="020B0604020202020204" pitchFamily="34" charset="0"/>
              </a:rPr>
              <a:t>(4</a:t>
            </a:r>
            <a:r>
              <a:rPr kumimoji="0" lang="zh-CN" altLang="en-US" sz="2800" b="1" i="0" u="none" strike="noStrike" kern="1200" cap="none" spc="0" normalizeH="0" baseline="0" noProof="0" dirty="0">
                <a:ln>
                  <a:noFill/>
                </a:ln>
                <a:solidFill>
                  <a:srgbClr val="000000"/>
                </a:solidFill>
                <a:effectLst/>
                <a:uLnTx/>
                <a:uFillTx/>
                <a:latin typeface="+mn-ea"/>
                <a:ea typeface="+mn-ea"/>
                <a:cs typeface="Arial" panose="020B0604020202020204" pitchFamily="34" charset="0"/>
              </a:rPr>
              <a:t>比特</a:t>
            </a:r>
            <a:r>
              <a:rPr kumimoji="0" lang="en-CN" sz="2800" b="1" i="0" u="none" strike="noStrike" kern="1200" cap="none" spc="0" normalizeH="0" baseline="0" noProof="0" dirty="0">
                <a:ln>
                  <a:noFill/>
                </a:ln>
                <a:solidFill>
                  <a:srgbClr val="000000"/>
                </a:solidFill>
                <a:effectLst/>
                <a:uLnTx/>
                <a:uFillTx/>
                <a:latin typeface="+mn-ea"/>
                <a:ea typeface="+mn-ea"/>
                <a:cs typeface="Arial" panose="020B0604020202020204" pitchFamily="34" charset="0"/>
              </a:rPr>
              <a:t>)</a:t>
            </a:r>
          </a:p>
        </p:txBody>
      </p:sp>
      <p:sp>
        <p:nvSpPr>
          <p:cNvPr id="14" name="Rectangle 13">
            <a:extLst>
              <a:ext uri="{FF2B5EF4-FFF2-40B4-BE49-F238E27FC236}">
                <a16:creationId xmlns:a16="http://schemas.microsoft.com/office/drawing/2014/main" id="{C9AD32B5-6936-E741-86CE-5296D1EB9CC0}"/>
              </a:ext>
            </a:extLst>
          </p:cNvPr>
          <p:cNvSpPr/>
          <p:nvPr/>
        </p:nvSpPr>
        <p:spPr bwMode="auto">
          <a:xfrm>
            <a:off x="833197" y="1735899"/>
            <a:ext cx="936104" cy="1008112"/>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CN" sz="1800" b="1" i="0" u="none" strike="noStrike" cap="none" normalizeH="0" baseline="0" dirty="0">
                <a:ln>
                  <a:noFill/>
                </a:ln>
                <a:solidFill>
                  <a:schemeClr val="tx1"/>
                </a:solidFill>
                <a:effectLst/>
                <a:latin typeface="Arial" charset="0"/>
              </a:rPr>
              <a:t>4-bit Adder</a:t>
            </a:r>
          </a:p>
        </p:txBody>
      </p:sp>
      <p:sp>
        <p:nvSpPr>
          <p:cNvPr id="19" name="灯片编号占位符 6">
            <a:extLst>
              <a:ext uri="{FF2B5EF4-FFF2-40B4-BE49-F238E27FC236}">
                <a16:creationId xmlns:a16="http://schemas.microsoft.com/office/drawing/2014/main" id="{C7DCFAE2-77BC-8148-B5E9-65A7C82BD28F}"/>
              </a:ext>
            </a:extLst>
          </p:cNvPr>
          <p:cNvSpPr txBox="1">
            <a:spLocks/>
          </p:cNvSpPr>
          <p:nvPr/>
        </p:nvSpPr>
        <p:spPr bwMode="auto">
          <a:xfrm>
            <a:off x="6553200" y="6265860"/>
            <a:ext cx="213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4600" b="1" kern="1200">
                <a:solidFill>
                  <a:srgbClr val="FF3300"/>
                </a:solidFill>
                <a:latin typeface="Garamond" pitchFamily="18" charset="0"/>
                <a:ea typeface="宋体" charset="-122"/>
                <a:cs typeface="+mn-cs"/>
              </a:defRPr>
            </a:lvl1pPr>
            <a:lvl2pPr marL="742950" indent="-28575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2pPr>
            <a:lvl3pPr marL="11430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3pPr>
            <a:lvl4pPr marL="16002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4pPr>
            <a:lvl5pPr marL="20574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5pPr>
            <a:lvl6pPr marL="25146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6pPr>
            <a:lvl7pPr marL="29718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7pPr>
            <a:lvl8pPr marL="34290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8pPr>
            <a:lvl9pPr marL="38862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9pPr>
          </a:lstStyle>
          <a:p>
            <a:pPr eaLnBrk="1" hangingPunct="1"/>
            <a:fld id="{CCE6D788-BCB5-407E-9DED-68D155892338}" type="slidenum">
              <a:rPr lang="en-US" altLang="zh-CN" sz="1400" smtClean="0">
                <a:solidFill>
                  <a:schemeClr val="tx1"/>
                </a:solidFill>
                <a:latin typeface="+mn-lt"/>
              </a:rPr>
              <a:pPr eaLnBrk="1" hangingPunct="1"/>
              <a:t>93</a:t>
            </a:fld>
            <a:endParaRPr lang="en-US" altLang="zh-CN" sz="1400" dirty="0">
              <a:solidFill>
                <a:schemeClr val="tx1"/>
              </a:solidFill>
              <a:latin typeface="+mn-lt"/>
            </a:endParaRPr>
          </a:p>
        </p:txBody>
      </p:sp>
      <p:sp>
        <p:nvSpPr>
          <p:cNvPr id="2" name="TextBox 13">
            <a:extLst>
              <a:ext uri="{FF2B5EF4-FFF2-40B4-BE49-F238E27FC236}">
                <a16:creationId xmlns:a16="http://schemas.microsoft.com/office/drawing/2014/main" id="{E1C1D2A8-D833-A862-C995-422DAEE210E8}"/>
              </a:ext>
            </a:extLst>
          </p:cNvPr>
          <p:cNvSpPr txBox="1"/>
          <p:nvPr/>
        </p:nvSpPr>
        <p:spPr>
          <a:xfrm>
            <a:off x="3766357" y="4314227"/>
            <a:ext cx="5184576" cy="646331"/>
          </a:xfrm>
          <a:prstGeom prst="rect">
            <a:avLst/>
          </a:prstGeom>
          <a:solidFill>
            <a:schemeClr val="accent1">
              <a:lumMod val="20000"/>
              <a:lumOff val="80000"/>
            </a:schemeClr>
          </a:solidFill>
        </p:spPr>
        <p:txBody>
          <a:bodyPr wrap="square" rtlCol="0">
            <a:spAutoFit/>
          </a:bodyPr>
          <a:lstStyle/>
          <a:p>
            <a:r>
              <a:rPr lang="en-CN" b="1" dirty="0">
                <a:solidFill>
                  <a:srgbClr val="3333FF"/>
                </a:solidFill>
              </a:rPr>
              <a:t>G</a:t>
            </a:r>
            <a:r>
              <a:rPr lang="en-CN" b="1" baseline="-25000" dirty="0">
                <a:solidFill>
                  <a:srgbClr val="3333FF"/>
                </a:solidFill>
              </a:rPr>
              <a:t>0</a:t>
            </a:r>
            <a:r>
              <a:rPr lang="en-CN" b="1" dirty="0">
                <a:solidFill>
                  <a:srgbClr val="3333FF"/>
                </a:solidFill>
              </a:rPr>
              <a:t>=1: the 1</a:t>
            </a:r>
            <a:r>
              <a:rPr lang="en-CN" b="1" baseline="30000" dirty="0">
                <a:solidFill>
                  <a:srgbClr val="3333FF"/>
                </a:solidFill>
              </a:rPr>
              <a:t>st</a:t>
            </a:r>
            <a:r>
              <a:rPr lang="en-CN" b="1" dirty="0">
                <a:solidFill>
                  <a:srgbClr val="3333FF"/>
                </a:solidFill>
              </a:rPr>
              <a:t> 4-bit adder gets C</a:t>
            </a:r>
            <a:r>
              <a:rPr lang="en-CN" b="1" baseline="-25000" dirty="0">
                <a:solidFill>
                  <a:srgbClr val="3333FF"/>
                </a:solidFill>
              </a:rPr>
              <a:t>out,1</a:t>
            </a:r>
            <a:r>
              <a:rPr lang="en-CN" b="1" dirty="0">
                <a:solidFill>
                  <a:srgbClr val="3333FF"/>
                </a:solidFill>
              </a:rPr>
              <a:t>=1, i.e. C</a:t>
            </a:r>
            <a:r>
              <a:rPr lang="en-CN" b="1" baseline="-25000" dirty="0">
                <a:solidFill>
                  <a:srgbClr val="3333FF"/>
                </a:solidFill>
              </a:rPr>
              <a:t>1</a:t>
            </a:r>
            <a:r>
              <a:rPr lang="en-CN" b="1" dirty="0">
                <a:solidFill>
                  <a:srgbClr val="3333FF"/>
                </a:solidFill>
              </a:rPr>
              <a:t>=1</a:t>
            </a:r>
          </a:p>
          <a:p>
            <a:r>
              <a:rPr lang="en-CN" b="1" dirty="0">
                <a:solidFill>
                  <a:srgbClr val="3333FF"/>
                </a:solidFill>
              </a:rPr>
              <a:t>P</a:t>
            </a:r>
            <a:r>
              <a:rPr lang="en-CN" b="1" baseline="-25000" dirty="0">
                <a:solidFill>
                  <a:srgbClr val="3333FF"/>
                </a:solidFill>
              </a:rPr>
              <a:t>0</a:t>
            </a:r>
            <a:r>
              <a:rPr lang="en-CN" b="1" dirty="0">
                <a:solidFill>
                  <a:srgbClr val="3333FF"/>
                </a:solidFill>
              </a:rPr>
              <a:t>=1: the 1</a:t>
            </a:r>
            <a:r>
              <a:rPr lang="en-CN" b="1" baseline="30000" dirty="0">
                <a:solidFill>
                  <a:srgbClr val="3333FF"/>
                </a:solidFill>
              </a:rPr>
              <a:t>st</a:t>
            </a:r>
            <a:r>
              <a:rPr lang="en-CN" b="1" dirty="0">
                <a:solidFill>
                  <a:srgbClr val="3333FF"/>
                </a:solidFill>
              </a:rPr>
              <a:t> 4-bit adder propagates C</a:t>
            </a:r>
            <a:r>
              <a:rPr lang="en-CN" b="1" baseline="-25000" dirty="0">
                <a:solidFill>
                  <a:srgbClr val="3333FF"/>
                </a:solidFill>
              </a:rPr>
              <a:t>in</a:t>
            </a:r>
            <a:r>
              <a:rPr lang="en-CN" b="1" dirty="0">
                <a:solidFill>
                  <a:srgbClr val="3333FF"/>
                </a:solidFill>
              </a:rPr>
              <a:t> to C</a:t>
            </a:r>
            <a:r>
              <a:rPr lang="en-CN" b="1" baseline="-25000" dirty="0">
                <a:solidFill>
                  <a:srgbClr val="3333FF"/>
                </a:solidFill>
              </a:rPr>
              <a:t>out</a:t>
            </a:r>
          </a:p>
        </p:txBody>
      </p:sp>
    </p:spTree>
    <p:extLst>
      <p:ext uri="{BB962C8B-B14F-4D97-AF65-F5344CB8AC3E}">
        <p14:creationId xmlns:p14="http://schemas.microsoft.com/office/powerpoint/2010/main" val="3625552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22" name="Picture 2"/>
          <p:cNvPicPr>
            <a:picLocks noChangeAspect="1" noChangeArrowheads="1"/>
          </p:cNvPicPr>
          <p:nvPr/>
        </p:nvPicPr>
        <p:blipFill rotWithShape="1">
          <a:blip r:embed="rId3">
            <a:extLst>
              <a:ext uri="{28A0092B-C50C-407E-A947-70E740481C1C}">
                <a14:useLocalDpi xmlns:a14="http://schemas.microsoft.com/office/drawing/2010/main"/>
              </a:ext>
            </a:extLst>
          </a:blip>
          <a:srcRect t="14727" b="-96"/>
          <a:stretch/>
        </p:blipFill>
        <p:spPr bwMode="auto">
          <a:xfrm>
            <a:off x="441006" y="1500757"/>
            <a:ext cx="8136904" cy="52205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8" name="Group 7">
            <a:extLst>
              <a:ext uri="{FF2B5EF4-FFF2-40B4-BE49-F238E27FC236}">
                <a16:creationId xmlns:a16="http://schemas.microsoft.com/office/drawing/2014/main" id="{75B0673E-F339-F44B-8A2A-1CAE847F8736}"/>
              </a:ext>
            </a:extLst>
          </p:cNvPr>
          <p:cNvGrpSpPr/>
          <p:nvPr/>
        </p:nvGrpSpPr>
        <p:grpSpPr>
          <a:xfrm>
            <a:off x="3851278" y="2244790"/>
            <a:ext cx="4726632" cy="3962400"/>
            <a:chOff x="3733800" y="1752600"/>
            <a:chExt cx="4726632" cy="3962400"/>
          </a:xfrm>
        </p:grpSpPr>
        <p:sp>
          <p:nvSpPr>
            <p:cNvPr id="6" name="Rectangle 5">
              <a:extLst>
                <a:ext uri="{FF2B5EF4-FFF2-40B4-BE49-F238E27FC236}">
                  <a16:creationId xmlns:a16="http://schemas.microsoft.com/office/drawing/2014/main" id="{CAFF7B66-4FB0-0F45-BCC9-67939E3D57F6}"/>
                </a:ext>
              </a:extLst>
            </p:cNvPr>
            <p:cNvSpPr/>
            <p:nvPr/>
          </p:nvSpPr>
          <p:spPr bwMode="auto">
            <a:xfrm>
              <a:off x="3733800" y="1752600"/>
              <a:ext cx="3886200" cy="6858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1800" b="0" i="0" u="none" strike="noStrike" cap="none" normalizeH="0" baseline="0">
                <a:ln>
                  <a:noFill/>
                </a:ln>
                <a:solidFill>
                  <a:schemeClr val="tx1"/>
                </a:solidFill>
                <a:effectLst/>
                <a:latin typeface="Arial" charset="0"/>
              </a:endParaRPr>
            </a:p>
          </p:txBody>
        </p:sp>
        <p:sp>
          <p:nvSpPr>
            <p:cNvPr id="10" name="Rectangle 9">
              <a:extLst>
                <a:ext uri="{FF2B5EF4-FFF2-40B4-BE49-F238E27FC236}">
                  <a16:creationId xmlns:a16="http://schemas.microsoft.com/office/drawing/2014/main" id="{1176172B-01DD-2C45-A6B5-9DE8E8D95C87}"/>
                </a:ext>
              </a:extLst>
            </p:cNvPr>
            <p:cNvSpPr/>
            <p:nvPr/>
          </p:nvSpPr>
          <p:spPr bwMode="auto">
            <a:xfrm>
              <a:off x="3754582" y="2690060"/>
              <a:ext cx="3886200" cy="6858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1800" b="0" i="0" u="none" strike="noStrike" cap="none" normalizeH="0" baseline="0">
                <a:ln>
                  <a:noFill/>
                </a:ln>
                <a:solidFill>
                  <a:schemeClr val="tx1"/>
                </a:solidFill>
                <a:effectLst/>
                <a:latin typeface="Arial" charset="0"/>
              </a:endParaRPr>
            </a:p>
          </p:txBody>
        </p:sp>
        <p:sp>
          <p:nvSpPr>
            <p:cNvPr id="11" name="Rectangle 10">
              <a:extLst>
                <a:ext uri="{FF2B5EF4-FFF2-40B4-BE49-F238E27FC236}">
                  <a16:creationId xmlns:a16="http://schemas.microsoft.com/office/drawing/2014/main" id="{CDC33BA9-5199-4E4F-AD52-DAF3086998BA}"/>
                </a:ext>
              </a:extLst>
            </p:cNvPr>
            <p:cNvSpPr/>
            <p:nvPr/>
          </p:nvSpPr>
          <p:spPr bwMode="auto">
            <a:xfrm>
              <a:off x="3766952" y="3893106"/>
              <a:ext cx="4261432" cy="6858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1800" b="0" i="0" u="none" strike="noStrike" cap="none" normalizeH="0" baseline="0">
                <a:ln>
                  <a:noFill/>
                </a:ln>
                <a:solidFill>
                  <a:schemeClr val="tx1"/>
                </a:solidFill>
                <a:effectLst/>
                <a:latin typeface="Arial" charset="0"/>
              </a:endParaRPr>
            </a:p>
          </p:txBody>
        </p:sp>
        <p:sp>
          <p:nvSpPr>
            <p:cNvPr id="12" name="Rectangle 11">
              <a:extLst>
                <a:ext uri="{FF2B5EF4-FFF2-40B4-BE49-F238E27FC236}">
                  <a16:creationId xmlns:a16="http://schemas.microsoft.com/office/drawing/2014/main" id="{214A4489-D605-6C41-8277-35CB9D4C1210}"/>
                </a:ext>
              </a:extLst>
            </p:cNvPr>
            <p:cNvSpPr/>
            <p:nvPr/>
          </p:nvSpPr>
          <p:spPr bwMode="auto">
            <a:xfrm>
              <a:off x="3779322" y="5096152"/>
              <a:ext cx="4681110" cy="618848"/>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1800" b="0" i="0" u="none" strike="noStrike" cap="none" normalizeH="0" baseline="0">
                <a:ln>
                  <a:noFill/>
                </a:ln>
                <a:solidFill>
                  <a:schemeClr val="tx1"/>
                </a:solidFill>
                <a:effectLst/>
                <a:latin typeface="Arial" charset="0"/>
              </a:endParaRPr>
            </a:p>
          </p:txBody>
        </p:sp>
      </p:grpSp>
      <p:sp>
        <p:nvSpPr>
          <p:cNvPr id="7" name="Title 6">
            <a:extLst>
              <a:ext uri="{FF2B5EF4-FFF2-40B4-BE49-F238E27FC236}">
                <a16:creationId xmlns:a16="http://schemas.microsoft.com/office/drawing/2014/main" id="{EE81B010-4B96-984B-8CA4-60C936555F58}"/>
              </a:ext>
            </a:extLst>
          </p:cNvPr>
          <p:cNvSpPr>
            <a:spLocks noGrp="1"/>
          </p:cNvSpPr>
          <p:nvPr>
            <p:ph type="title"/>
          </p:nvPr>
        </p:nvSpPr>
        <p:spPr>
          <a:xfrm>
            <a:off x="684684" y="260648"/>
            <a:ext cx="7774632" cy="936625"/>
          </a:xfrm>
        </p:spPr>
        <p:txBody>
          <a:bodyPr/>
          <a:lstStyle/>
          <a:p>
            <a:r>
              <a:rPr lang="zh-CN" altLang="en-US" dirty="0"/>
              <a:t>组内并行、组间并行进位加法器</a:t>
            </a:r>
            <a:endParaRPr lang="en-CN" dirty="0"/>
          </a:p>
        </p:txBody>
      </p:sp>
      <p:sp>
        <p:nvSpPr>
          <p:cNvPr id="5" name="Slide Number Placeholder 4">
            <a:extLst>
              <a:ext uri="{FF2B5EF4-FFF2-40B4-BE49-F238E27FC236}">
                <a16:creationId xmlns:a16="http://schemas.microsoft.com/office/drawing/2014/main" id="{78DCDF30-A061-B043-BBD0-C0274DDF68BF}"/>
              </a:ext>
            </a:extLst>
          </p:cNvPr>
          <p:cNvSpPr>
            <a:spLocks noGrp="1"/>
          </p:cNvSpPr>
          <p:nvPr>
            <p:ph type="sldNum" sz="quarter" idx="12"/>
          </p:nvPr>
        </p:nvSpPr>
        <p:spPr/>
        <p:txBody>
          <a:bodyPr/>
          <a:lstStyle/>
          <a:p>
            <a:pPr>
              <a:defRPr/>
            </a:pPr>
            <a:fld id="{A88D0608-5506-4AD0-BB9E-DF761E8BFA1F}" type="slidenum">
              <a:rPr lang="zh-CN" altLang="en-US" smtClean="0"/>
              <a:pPr>
                <a:defRPr/>
              </a:pPr>
              <a:t>94</a:t>
            </a:fld>
            <a:endParaRPr lang="en-US" altLang="zh-CN" dirty="0"/>
          </a:p>
        </p:txBody>
      </p:sp>
      <p:sp>
        <p:nvSpPr>
          <p:cNvPr id="13" name="TextBox 12">
            <a:extLst>
              <a:ext uri="{FF2B5EF4-FFF2-40B4-BE49-F238E27FC236}">
                <a16:creationId xmlns:a16="http://schemas.microsoft.com/office/drawing/2014/main" id="{1CDBB9DC-3309-A041-B341-C0E628615952}"/>
              </a:ext>
            </a:extLst>
          </p:cNvPr>
          <p:cNvSpPr txBox="1"/>
          <p:nvPr/>
        </p:nvSpPr>
        <p:spPr>
          <a:xfrm>
            <a:off x="3778391" y="1461517"/>
            <a:ext cx="5184576" cy="2154436"/>
          </a:xfrm>
          <a:prstGeom prst="rect">
            <a:avLst/>
          </a:prstGeom>
          <a:solidFill>
            <a:schemeClr val="accent1">
              <a:lumMod val="20000"/>
              <a:lumOff val="80000"/>
            </a:schemeClr>
          </a:solidFill>
        </p:spPr>
        <p:txBody>
          <a:bodyPr wrap="square" rtlCol="0">
            <a:spAutoFit/>
          </a:bodyPr>
          <a:lstStyle/>
          <a:p>
            <a:r>
              <a:rPr lang="en-CN" sz="2000" dirty="0">
                <a:latin typeface="Arial" panose="020B0604020202020204" pitchFamily="34" charset="0"/>
                <a:ea typeface="STHeiti" panose="02010600040101010101" pitchFamily="2" charset="-122"/>
                <a:cs typeface="Arial" panose="020B0604020202020204" pitchFamily="34" charset="0"/>
              </a:rPr>
              <a:t>核心:</a:t>
            </a:r>
          </a:p>
          <a:p>
            <a:pPr marL="342900" indent="-342900">
              <a:buFont typeface="Arial" panose="020B0604020202020204" pitchFamily="34" charset="0"/>
              <a:buChar char="•"/>
            </a:pPr>
            <a:r>
              <a:rPr lang="en-CN" sz="2000" dirty="0">
                <a:latin typeface="Arial" panose="020B0604020202020204" pitchFamily="34" charset="0"/>
                <a:ea typeface="STHeiti" panose="02010600040101010101" pitchFamily="2" charset="-122"/>
                <a:cs typeface="Arial" panose="020B0604020202020204" pitchFamily="34" charset="0"/>
              </a:rPr>
              <a:t>在一个4-bit CLA内部, 对每一位加法</a:t>
            </a:r>
          </a:p>
          <a:p>
            <a:r>
              <a:rPr lang="en-CN" sz="2000" dirty="0">
                <a:latin typeface="Arial" panose="020B0604020202020204" pitchFamily="34" charset="0"/>
                <a:ea typeface="STHeiti" panose="02010600040101010101" pitchFamily="2" charset="-122"/>
                <a:cs typeface="Arial" panose="020B0604020202020204" pitchFamily="34" charset="0"/>
              </a:rPr>
              <a:t>        C</a:t>
            </a:r>
            <a:r>
              <a:rPr lang="en-CN" sz="2000" baseline="-25000" dirty="0">
                <a:latin typeface="Arial" panose="020B0604020202020204" pitchFamily="34" charset="0"/>
                <a:ea typeface="STHeiti" panose="02010600040101010101" pitchFamily="2" charset="-122"/>
                <a:cs typeface="Arial" panose="020B0604020202020204" pitchFamily="34" charset="0"/>
              </a:rPr>
              <a:t>out</a:t>
            </a:r>
            <a:r>
              <a:rPr lang="en-CN" sz="2000" dirty="0">
                <a:latin typeface="Arial" panose="020B0604020202020204" pitchFamily="34" charset="0"/>
                <a:ea typeface="STHeiti" panose="02010600040101010101" pitchFamily="2" charset="-122"/>
                <a:cs typeface="Arial" panose="020B0604020202020204" pitchFamily="34" charset="0"/>
              </a:rPr>
              <a:t>=1 </a:t>
            </a:r>
            <a:r>
              <a:rPr lang="en-CN" sz="2000" dirty="0">
                <a:latin typeface="Arial" panose="020B0604020202020204" pitchFamily="34" charset="0"/>
                <a:ea typeface="STHeiti" panose="02010600040101010101" pitchFamily="2" charset="-122"/>
                <a:cs typeface="Arial" panose="020B0604020202020204" pitchFamily="34" charset="0"/>
                <a:sym typeface="Wingdings" pitchFamily="2" charset="2"/>
              </a:rPr>
              <a:t></a:t>
            </a:r>
            <a:r>
              <a:rPr lang="en-CN" sz="2000" dirty="0">
                <a:latin typeface="Arial" panose="020B0604020202020204" pitchFamily="34" charset="0"/>
                <a:ea typeface="STHeiti" panose="02010600040101010101" pitchFamily="2" charset="-122"/>
                <a:cs typeface="Arial" panose="020B0604020202020204" pitchFamily="34" charset="0"/>
              </a:rPr>
              <a:t> G=1 or P∙C</a:t>
            </a:r>
            <a:r>
              <a:rPr lang="en-CN" sz="2000" baseline="-25000" dirty="0">
                <a:latin typeface="Arial" panose="020B0604020202020204" pitchFamily="34" charset="0"/>
                <a:ea typeface="STHeiti" panose="02010600040101010101" pitchFamily="2" charset="-122"/>
                <a:cs typeface="Arial" panose="020B0604020202020204" pitchFamily="34" charset="0"/>
              </a:rPr>
              <a:t>in</a:t>
            </a:r>
            <a:r>
              <a:rPr lang="en-CN" sz="2000" dirty="0">
                <a:latin typeface="Arial" panose="020B0604020202020204" pitchFamily="34" charset="0"/>
                <a:ea typeface="STHeiti" panose="02010600040101010101" pitchFamily="2" charset="-122"/>
                <a:cs typeface="Arial" panose="020B0604020202020204" pitchFamily="34" charset="0"/>
              </a:rPr>
              <a:t>=1</a:t>
            </a:r>
          </a:p>
          <a:p>
            <a:pPr marL="342900" indent="-342900">
              <a:buFont typeface="Arial" panose="020B0604020202020204" pitchFamily="34" charset="0"/>
              <a:buChar char="•"/>
            </a:pPr>
            <a:r>
              <a:rPr lang="en-CN" sz="2000" dirty="0">
                <a:latin typeface="Arial" panose="020B0604020202020204" pitchFamily="34" charset="0"/>
                <a:ea typeface="STHeiti" panose="02010600040101010101" pitchFamily="2" charset="-122"/>
                <a:cs typeface="Arial" panose="020B0604020202020204" pitchFamily="34" charset="0"/>
              </a:rPr>
              <a:t>每一个4-bit 加法器会生成 C</a:t>
            </a:r>
            <a:r>
              <a:rPr lang="en-CN" sz="2000" baseline="-25000" dirty="0">
                <a:latin typeface="Arial" panose="020B0604020202020204" pitchFamily="34" charset="0"/>
                <a:ea typeface="STHeiti" panose="02010600040101010101" pitchFamily="2" charset="-122"/>
                <a:cs typeface="Arial" panose="020B0604020202020204" pitchFamily="34" charset="0"/>
              </a:rPr>
              <a:t>out</a:t>
            </a:r>
            <a:r>
              <a:rPr lang="en-CN" sz="2000" dirty="0">
                <a:latin typeface="Arial" panose="020B0604020202020204" pitchFamily="34" charset="0"/>
                <a:ea typeface="STHeiti" panose="02010600040101010101" pitchFamily="2" charset="-122"/>
                <a:cs typeface="Arial" panose="020B0604020202020204" pitchFamily="34" charset="0"/>
              </a:rPr>
              <a:t>=1</a:t>
            </a:r>
            <a:r>
              <a:rPr lang="zh-CN" altLang="en-US" sz="2000" dirty="0">
                <a:latin typeface="Arial" panose="020B0604020202020204" pitchFamily="34" charset="0"/>
                <a:ea typeface="STHeiti" panose="02010600040101010101" pitchFamily="2" charset="-122"/>
                <a:cs typeface="Arial" panose="020B0604020202020204" pitchFamily="34" charset="0"/>
              </a:rPr>
              <a:t>，如果：</a:t>
            </a:r>
            <a:endParaRPr lang="en-US" altLang="zh-CN" sz="2000" dirty="0">
              <a:latin typeface="Arial" panose="020B0604020202020204" pitchFamily="34" charset="0"/>
              <a:ea typeface="STHeiti" panose="02010600040101010101" pitchFamily="2" charset="-122"/>
              <a:cs typeface="Arial" panose="020B0604020202020204" pitchFamily="34" charset="0"/>
            </a:endParaRPr>
          </a:p>
          <a:p>
            <a:pPr marL="800100" lvl="1" indent="-342900">
              <a:buFont typeface="Wingdings" pitchFamily="2" charset="2"/>
              <a:buChar char="ü"/>
            </a:pPr>
            <a:r>
              <a:rPr lang="en-CN" dirty="0">
                <a:latin typeface="Arial" panose="020B0604020202020204" pitchFamily="34" charset="0"/>
                <a:ea typeface="STHeiti" panose="02010600040101010101" pitchFamily="2" charset="-122"/>
                <a:cs typeface="Arial" panose="020B0604020202020204" pitchFamily="34" charset="0"/>
              </a:rPr>
              <a:t>本身</a:t>
            </a:r>
            <a:r>
              <a:rPr lang="en-US" altLang="zh-CN" dirty="0">
                <a:latin typeface="Arial" panose="020B0604020202020204" pitchFamily="34" charset="0"/>
                <a:ea typeface="STHeiti" panose="02010600040101010101" pitchFamily="2" charset="-122"/>
                <a:cs typeface="Arial" panose="020B0604020202020204" pitchFamily="34" charset="0"/>
              </a:rPr>
              <a:t>4</a:t>
            </a:r>
            <a:r>
              <a:rPr lang="zh-CN" altLang="en-US" dirty="0">
                <a:latin typeface="Arial" panose="020B0604020202020204" pitchFamily="34" charset="0"/>
                <a:ea typeface="STHeiti" panose="02010600040101010101" pitchFamily="2" charset="-122"/>
                <a:cs typeface="Arial" panose="020B0604020202020204" pitchFamily="34" charset="0"/>
              </a:rPr>
              <a:t>位数相加得到</a:t>
            </a:r>
            <a:r>
              <a:rPr lang="en-CN" dirty="0">
                <a:latin typeface="Arial" panose="020B0604020202020204" pitchFamily="34" charset="0"/>
                <a:ea typeface="STHeiti" panose="02010600040101010101" pitchFamily="2" charset="-122"/>
                <a:cs typeface="Arial" panose="020B0604020202020204" pitchFamily="34" charset="0"/>
              </a:rPr>
              <a:t>C</a:t>
            </a:r>
            <a:r>
              <a:rPr lang="en-CN" baseline="-25000" dirty="0">
                <a:latin typeface="Arial" panose="020B0604020202020204" pitchFamily="34" charset="0"/>
                <a:ea typeface="STHeiti" panose="02010600040101010101" pitchFamily="2" charset="-122"/>
                <a:cs typeface="Arial" panose="020B0604020202020204" pitchFamily="34" charset="0"/>
              </a:rPr>
              <a:t>out</a:t>
            </a:r>
            <a:r>
              <a:rPr lang="en-CN" dirty="0">
                <a:latin typeface="Arial" panose="020B0604020202020204" pitchFamily="34" charset="0"/>
                <a:ea typeface="STHeiti" panose="02010600040101010101" pitchFamily="2" charset="-122"/>
                <a:cs typeface="Arial" panose="020B0604020202020204" pitchFamily="34" charset="0"/>
              </a:rPr>
              <a:t>=1</a:t>
            </a:r>
            <a:r>
              <a:rPr lang="zh-CN" altLang="en-US" dirty="0">
                <a:latin typeface="Arial" panose="020B0604020202020204" pitchFamily="34" charset="0"/>
                <a:ea typeface="STHeiti" panose="02010600040101010101" pitchFamily="2" charset="-122"/>
                <a:cs typeface="Arial" panose="020B0604020202020204" pitchFamily="34" charset="0"/>
              </a:rPr>
              <a:t>（</a:t>
            </a:r>
            <a:r>
              <a:rPr lang="zh-CN" altLang="en-CN" dirty="0">
                <a:latin typeface="Arial" panose="020B0604020202020204" pitchFamily="34" charset="0"/>
                <a:ea typeface="STHeiti" panose="02010600040101010101" pitchFamily="2" charset="-122"/>
                <a:cs typeface="Arial" panose="020B0604020202020204" pitchFamily="34" charset="0"/>
              </a:rPr>
              <a:t>对应于</a:t>
            </a:r>
            <a:r>
              <a:rPr lang="en-US" altLang="zh-CN" dirty="0">
                <a:latin typeface="Arial" panose="020B0604020202020204" pitchFamily="34" charset="0"/>
                <a:ea typeface="STHeiti" panose="02010600040101010101" pitchFamily="2" charset="-122"/>
                <a:cs typeface="Arial" panose="020B0604020202020204" pitchFamily="34" charset="0"/>
              </a:rPr>
              <a:t>G=1</a:t>
            </a:r>
            <a:r>
              <a:rPr lang="zh-CN" altLang="en-US" dirty="0">
                <a:latin typeface="Arial" panose="020B0604020202020204" pitchFamily="34" charset="0"/>
                <a:ea typeface="STHeiti" panose="02010600040101010101" pitchFamily="2" charset="-122"/>
                <a:cs typeface="Arial" panose="020B0604020202020204" pitchFamily="34" charset="0"/>
              </a:rPr>
              <a:t>）</a:t>
            </a:r>
            <a:endParaRPr lang="en-US" altLang="zh-CN" dirty="0">
              <a:latin typeface="Arial" panose="020B0604020202020204" pitchFamily="34" charset="0"/>
              <a:ea typeface="STHeiti" panose="02010600040101010101" pitchFamily="2" charset="-122"/>
              <a:cs typeface="Arial" panose="020B0604020202020204" pitchFamily="34" charset="0"/>
            </a:endParaRPr>
          </a:p>
          <a:p>
            <a:pPr marL="800100" lvl="1" indent="-342900">
              <a:buFont typeface="Wingdings" pitchFamily="2" charset="2"/>
              <a:buChar char="ü"/>
            </a:pPr>
            <a:r>
              <a:rPr lang="en-CN" dirty="0">
                <a:latin typeface="Arial" panose="020B0604020202020204" pitchFamily="34" charset="0"/>
                <a:ea typeface="STHeiti" panose="02010600040101010101" pitchFamily="2" charset="-122"/>
                <a:cs typeface="Arial" panose="020B0604020202020204" pitchFamily="34" charset="0"/>
              </a:rPr>
              <a:t>或传递来自一个低</a:t>
            </a:r>
            <a:r>
              <a:rPr lang="en-US" altLang="zh-CN" dirty="0">
                <a:latin typeface="Arial" panose="020B0604020202020204" pitchFamily="34" charset="0"/>
                <a:ea typeface="STHeiti" panose="02010600040101010101" pitchFamily="2" charset="-122"/>
                <a:cs typeface="Arial" panose="020B0604020202020204" pitchFamily="34" charset="0"/>
              </a:rPr>
              <a:t>4</a:t>
            </a:r>
            <a:r>
              <a:rPr lang="zh-CN" altLang="en-US" dirty="0">
                <a:latin typeface="Arial" panose="020B0604020202020204" pitchFamily="34" charset="0"/>
                <a:ea typeface="STHeiti" panose="02010600040101010101" pitchFamily="2" charset="-122"/>
                <a:cs typeface="Arial" panose="020B0604020202020204" pitchFamily="34" charset="0"/>
              </a:rPr>
              <a:t>位加法器的进位</a:t>
            </a:r>
            <a:r>
              <a:rPr lang="en-CN" dirty="0">
                <a:latin typeface="Arial" panose="020B0604020202020204" pitchFamily="34" charset="0"/>
                <a:ea typeface="STHeiti" panose="02010600040101010101" pitchFamily="2" charset="-122"/>
                <a:cs typeface="Arial" panose="020B0604020202020204" pitchFamily="34" charset="0"/>
              </a:rPr>
              <a:t>C</a:t>
            </a:r>
            <a:r>
              <a:rPr lang="en-CN" baseline="-25000" dirty="0">
                <a:latin typeface="Arial" panose="020B0604020202020204" pitchFamily="34" charset="0"/>
                <a:ea typeface="STHeiti" panose="02010600040101010101" pitchFamily="2" charset="-122"/>
                <a:cs typeface="Arial" panose="020B0604020202020204" pitchFamily="34" charset="0"/>
              </a:rPr>
              <a:t>in</a:t>
            </a:r>
            <a:r>
              <a:rPr lang="zh-CN" altLang="en-US" dirty="0">
                <a:latin typeface="Arial" panose="020B0604020202020204" pitchFamily="34" charset="0"/>
                <a:ea typeface="STHeiti" panose="02010600040101010101" pitchFamily="2" charset="-122"/>
                <a:cs typeface="Arial" panose="020B0604020202020204" pitchFamily="34" charset="0"/>
              </a:rPr>
              <a:t> （</a:t>
            </a:r>
            <a:r>
              <a:rPr lang="zh-CN" altLang="en-CN" dirty="0">
                <a:latin typeface="Arial" panose="020B0604020202020204" pitchFamily="34" charset="0"/>
                <a:ea typeface="STHeiti" panose="02010600040101010101" pitchFamily="2" charset="-122"/>
                <a:cs typeface="Arial" panose="020B0604020202020204" pitchFamily="34" charset="0"/>
              </a:rPr>
              <a:t>对应于</a:t>
            </a:r>
            <a:r>
              <a:rPr lang="en-US" altLang="zh-CN" dirty="0">
                <a:latin typeface="Arial" panose="020B0604020202020204" pitchFamily="34" charset="0"/>
                <a:ea typeface="STHeiti" panose="02010600040101010101" pitchFamily="2" charset="-122"/>
                <a:cs typeface="Arial" panose="020B0604020202020204" pitchFamily="34" charset="0"/>
              </a:rPr>
              <a:t>P=1</a:t>
            </a:r>
            <a:r>
              <a:rPr lang="zh-CN" altLang="en-US" dirty="0">
                <a:latin typeface="Arial" panose="020B0604020202020204" pitchFamily="34" charset="0"/>
                <a:ea typeface="STHeiti" panose="02010600040101010101" pitchFamily="2" charset="-122"/>
                <a:cs typeface="Arial" panose="020B0604020202020204" pitchFamily="34" charset="0"/>
              </a:rPr>
              <a:t>）</a:t>
            </a:r>
            <a:endParaRPr lang="en-CN" dirty="0">
              <a:latin typeface="Arial" panose="020B0604020202020204" pitchFamily="34" charset="0"/>
              <a:ea typeface="STHeiti" panose="02010600040101010101" pitchFamily="2" charset="-122"/>
              <a:cs typeface="Arial" panose="020B0604020202020204" pitchFamily="34" charset="0"/>
            </a:endParaRPr>
          </a:p>
        </p:txBody>
      </p:sp>
      <p:sp>
        <p:nvSpPr>
          <p:cNvPr id="9" name="Rectangle 8">
            <a:extLst>
              <a:ext uri="{FF2B5EF4-FFF2-40B4-BE49-F238E27FC236}">
                <a16:creationId xmlns:a16="http://schemas.microsoft.com/office/drawing/2014/main" id="{E5A64220-4385-6146-A15F-26AB0DE2FE71}"/>
              </a:ext>
            </a:extLst>
          </p:cNvPr>
          <p:cNvSpPr/>
          <p:nvPr/>
        </p:nvSpPr>
        <p:spPr bwMode="auto">
          <a:xfrm>
            <a:off x="827584" y="1752600"/>
            <a:ext cx="936104" cy="1008112"/>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CN" sz="1800" b="1" i="0" u="none" strike="noStrike" cap="none" normalizeH="0" baseline="0" dirty="0">
                <a:ln>
                  <a:noFill/>
                </a:ln>
                <a:solidFill>
                  <a:schemeClr val="tx1"/>
                </a:solidFill>
                <a:effectLst/>
                <a:latin typeface="Arial" charset="0"/>
              </a:rPr>
              <a:t>4-bit Adder</a:t>
            </a:r>
          </a:p>
        </p:txBody>
      </p:sp>
      <p:sp>
        <p:nvSpPr>
          <p:cNvPr id="14" name="TextBox 13">
            <a:extLst>
              <a:ext uri="{FF2B5EF4-FFF2-40B4-BE49-F238E27FC236}">
                <a16:creationId xmlns:a16="http://schemas.microsoft.com/office/drawing/2014/main" id="{CFF182A7-1954-FA4B-9F80-A0EB9E765581}"/>
              </a:ext>
            </a:extLst>
          </p:cNvPr>
          <p:cNvSpPr txBox="1"/>
          <p:nvPr/>
        </p:nvSpPr>
        <p:spPr>
          <a:xfrm>
            <a:off x="3766357" y="4314227"/>
            <a:ext cx="5184576" cy="646331"/>
          </a:xfrm>
          <a:prstGeom prst="rect">
            <a:avLst/>
          </a:prstGeom>
          <a:solidFill>
            <a:schemeClr val="accent1">
              <a:lumMod val="20000"/>
              <a:lumOff val="80000"/>
            </a:schemeClr>
          </a:solidFill>
        </p:spPr>
        <p:txBody>
          <a:bodyPr wrap="square" rtlCol="0">
            <a:spAutoFit/>
          </a:bodyPr>
          <a:lstStyle/>
          <a:p>
            <a:r>
              <a:rPr lang="en-CN" b="1" dirty="0">
                <a:solidFill>
                  <a:srgbClr val="3333FF"/>
                </a:solidFill>
              </a:rPr>
              <a:t>G</a:t>
            </a:r>
            <a:r>
              <a:rPr lang="en-CN" b="1" baseline="-25000" dirty="0">
                <a:solidFill>
                  <a:srgbClr val="3333FF"/>
                </a:solidFill>
              </a:rPr>
              <a:t>0</a:t>
            </a:r>
            <a:r>
              <a:rPr lang="en-CN" b="1" dirty="0">
                <a:solidFill>
                  <a:srgbClr val="3333FF"/>
                </a:solidFill>
              </a:rPr>
              <a:t>=1: the 1</a:t>
            </a:r>
            <a:r>
              <a:rPr lang="en-CN" b="1" baseline="30000" dirty="0">
                <a:solidFill>
                  <a:srgbClr val="3333FF"/>
                </a:solidFill>
              </a:rPr>
              <a:t>st</a:t>
            </a:r>
            <a:r>
              <a:rPr lang="en-CN" b="1" dirty="0">
                <a:solidFill>
                  <a:srgbClr val="3333FF"/>
                </a:solidFill>
              </a:rPr>
              <a:t> 4-bit adder gets C</a:t>
            </a:r>
            <a:r>
              <a:rPr lang="en-CN" b="1" baseline="-25000" dirty="0">
                <a:solidFill>
                  <a:srgbClr val="3333FF"/>
                </a:solidFill>
              </a:rPr>
              <a:t>out,1</a:t>
            </a:r>
            <a:r>
              <a:rPr lang="en-CN" b="1" dirty="0">
                <a:solidFill>
                  <a:srgbClr val="3333FF"/>
                </a:solidFill>
              </a:rPr>
              <a:t>=1, i.e. C</a:t>
            </a:r>
            <a:r>
              <a:rPr lang="en-CN" b="1" baseline="-25000" dirty="0">
                <a:solidFill>
                  <a:srgbClr val="3333FF"/>
                </a:solidFill>
              </a:rPr>
              <a:t>1</a:t>
            </a:r>
            <a:r>
              <a:rPr lang="en-CN" b="1" dirty="0">
                <a:solidFill>
                  <a:srgbClr val="3333FF"/>
                </a:solidFill>
              </a:rPr>
              <a:t>=1</a:t>
            </a:r>
          </a:p>
          <a:p>
            <a:r>
              <a:rPr lang="en-CN" b="1" dirty="0">
                <a:solidFill>
                  <a:srgbClr val="3333FF"/>
                </a:solidFill>
              </a:rPr>
              <a:t>P</a:t>
            </a:r>
            <a:r>
              <a:rPr lang="en-CN" b="1" baseline="-25000" dirty="0">
                <a:solidFill>
                  <a:srgbClr val="3333FF"/>
                </a:solidFill>
              </a:rPr>
              <a:t>0</a:t>
            </a:r>
            <a:r>
              <a:rPr lang="en-CN" b="1" dirty="0">
                <a:solidFill>
                  <a:srgbClr val="3333FF"/>
                </a:solidFill>
              </a:rPr>
              <a:t>=1: the 1</a:t>
            </a:r>
            <a:r>
              <a:rPr lang="en-CN" b="1" baseline="30000" dirty="0">
                <a:solidFill>
                  <a:srgbClr val="3333FF"/>
                </a:solidFill>
              </a:rPr>
              <a:t>st</a:t>
            </a:r>
            <a:r>
              <a:rPr lang="en-CN" b="1" dirty="0">
                <a:solidFill>
                  <a:srgbClr val="3333FF"/>
                </a:solidFill>
              </a:rPr>
              <a:t> 4-bit adder propagates C</a:t>
            </a:r>
            <a:r>
              <a:rPr lang="en-CN" b="1" baseline="-25000" dirty="0">
                <a:solidFill>
                  <a:srgbClr val="3333FF"/>
                </a:solidFill>
              </a:rPr>
              <a:t>in</a:t>
            </a:r>
            <a:r>
              <a:rPr lang="en-CN" b="1" dirty="0">
                <a:solidFill>
                  <a:srgbClr val="3333FF"/>
                </a:solidFill>
              </a:rPr>
              <a:t> to C</a:t>
            </a:r>
            <a:r>
              <a:rPr lang="en-CN" b="1" baseline="-25000" dirty="0">
                <a:solidFill>
                  <a:srgbClr val="3333FF"/>
                </a:solidFill>
              </a:rPr>
              <a:t>out</a:t>
            </a:r>
          </a:p>
        </p:txBody>
      </p:sp>
    </p:spTree>
    <p:extLst>
      <p:ext uri="{BB962C8B-B14F-4D97-AF65-F5344CB8AC3E}">
        <p14:creationId xmlns:p14="http://schemas.microsoft.com/office/powerpoint/2010/main" val="1855753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22" name="Picture 2"/>
          <p:cNvPicPr>
            <a:picLocks noChangeAspect="1" noChangeArrowheads="1"/>
          </p:cNvPicPr>
          <p:nvPr/>
        </p:nvPicPr>
        <p:blipFill rotWithShape="1">
          <a:blip r:embed="rId3">
            <a:extLst>
              <a:ext uri="{28A0092B-C50C-407E-A947-70E740481C1C}">
                <a14:useLocalDpi xmlns:a14="http://schemas.microsoft.com/office/drawing/2010/main"/>
              </a:ext>
            </a:extLst>
          </a:blip>
          <a:srcRect t="14728"/>
          <a:stretch/>
        </p:blipFill>
        <p:spPr bwMode="auto">
          <a:xfrm>
            <a:off x="503548" y="1433601"/>
            <a:ext cx="8136904" cy="5214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itle 6">
            <a:extLst>
              <a:ext uri="{FF2B5EF4-FFF2-40B4-BE49-F238E27FC236}">
                <a16:creationId xmlns:a16="http://schemas.microsoft.com/office/drawing/2014/main" id="{EE81B010-4B96-984B-8CA4-60C936555F58}"/>
              </a:ext>
            </a:extLst>
          </p:cNvPr>
          <p:cNvSpPr>
            <a:spLocks noGrp="1"/>
          </p:cNvSpPr>
          <p:nvPr>
            <p:ph type="title"/>
          </p:nvPr>
        </p:nvSpPr>
        <p:spPr>
          <a:xfrm>
            <a:off x="684684" y="260127"/>
            <a:ext cx="7774632" cy="936625"/>
          </a:xfrm>
        </p:spPr>
        <p:txBody>
          <a:bodyPr/>
          <a:lstStyle/>
          <a:p>
            <a:r>
              <a:rPr lang="zh-CN" altLang="en-US" dirty="0"/>
              <a:t>组内并行、组间并行进位加法器</a:t>
            </a:r>
            <a:endParaRPr lang="en-CN" dirty="0"/>
          </a:p>
        </p:txBody>
      </p:sp>
      <p:sp>
        <p:nvSpPr>
          <p:cNvPr id="2" name="Rectangle 1">
            <a:extLst>
              <a:ext uri="{FF2B5EF4-FFF2-40B4-BE49-F238E27FC236}">
                <a16:creationId xmlns:a16="http://schemas.microsoft.com/office/drawing/2014/main" id="{18F92298-A28B-3643-B667-98C0FEB365F4}"/>
              </a:ext>
            </a:extLst>
          </p:cNvPr>
          <p:cNvSpPr/>
          <p:nvPr/>
        </p:nvSpPr>
        <p:spPr>
          <a:xfrm>
            <a:off x="3419945" y="1556792"/>
            <a:ext cx="5073617" cy="461665"/>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3333FF"/>
                </a:solidFill>
                <a:effectLst/>
                <a:uLnTx/>
                <a:uFillTx/>
                <a:latin typeface="Arial" panose="020B0604020202020204" pitchFamily="34" charset="0"/>
                <a:ea typeface="STHeiti" panose="02010600040101010101" pitchFamily="2" charset="-122"/>
                <a:cs typeface="Arial" panose="020B0604020202020204" pitchFamily="34" charset="0"/>
              </a:rPr>
              <a:t>1</a:t>
            </a:r>
            <a:r>
              <a:rPr kumimoji="0" lang="zh-CN" altLang="en-US" sz="2400" b="1" i="0" u="none" strike="noStrike" kern="1200" cap="none" spc="0" normalizeH="0" baseline="0" noProof="0" dirty="0">
                <a:ln>
                  <a:noFill/>
                </a:ln>
                <a:solidFill>
                  <a:srgbClr val="3333FF"/>
                </a:solidFill>
                <a:effectLst/>
                <a:uLnTx/>
                <a:uFillTx/>
                <a:latin typeface="Arial" panose="020B0604020202020204" pitchFamily="34" charset="0"/>
                <a:ea typeface="STHeiti" panose="02010600040101010101" pitchFamily="2" charset="-122"/>
                <a:cs typeface="Arial" panose="020B0604020202020204" pitchFamily="34" charset="0"/>
              </a:rPr>
              <a:t>个</a:t>
            </a:r>
            <a:r>
              <a:rPr kumimoji="0" lang="en-US" altLang="zh-CN" sz="2400" b="1" i="0" u="none" strike="noStrike" kern="1200" cap="none" spc="0" normalizeH="0" baseline="0" noProof="0" dirty="0">
                <a:ln>
                  <a:noFill/>
                </a:ln>
                <a:solidFill>
                  <a:srgbClr val="3333FF"/>
                </a:solidFill>
                <a:effectLst/>
                <a:uLnTx/>
                <a:uFillTx/>
                <a:latin typeface="Arial" panose="020B0604020202020204" pitchFamily="34" charset="0"/>
                <a:ea typeface="STHeiti" panose="02010600040101010101" pitchFamily="2" charset="-122"/>
                <a:cs typeface="Arial" panose="020B0604020202020204" pitchFamily="34" charset="0"/>
              </a:rPr>
              <a:t>4</a:t>
            </a:r>
            <a:r>
              <a:rPr kumimoji="0" lang="zh-CN" altLang="en-US" sz="2400" b="1" i="0" u="none" strike="noStrike" kern="1200" cap="none" spc="0" normalizeH="0" baseline="0" noProof="0" dirty="0">
                <a:ln>
                  <a:noFill/>
                </a:ln>
                <a:solidFill>
                  <a:srgbClr val="3333FF"/>
                </a:solidFill>
                <a:effectLst/>
                <a:uLnTx/>
                <a:uFillTx/>
                <a:latin typeface="Arial" panose="020B0604020202020204" pitchFamily="34" charset="0"/>
                <a:ea typeface="STHeiti" panose="02010600040101010101" pitchFamily="2" charset="-122"/>
                <a:cs typeface="Arial" panose="020B0604020202020204" pitchFamily="34" charset="0"/>
              </a:rPr>
              <a:t>比特加法器组的</a:t>
            </a:r>
            <a:r>
              <a:rPr kumimoji="0" lang="en-CN" sz="2400" b="1" i="0" u="none" strike="noStrike" kern="1200" cap="none" spc="0" normalizeH="0" baseline="0" noProof="0" dirty="0">
                <a:ln>
                  <a:noFill/>
                </a:ln>
                <a:solidFill>
                  <a:srgbClr val="3333FF"/>
                </a:solidFill>
                <a:effectLst/>
                <a:uLnTx/>
                <a:uFillTx/>
                <a:latin typeface="Arial" panose="020B0604020202020204" pitchFamily="34" charset="0"/>
                <a:ea typeface="STHeiti" panose="02010600040101010101" pitchFamily="2" charset="-122"/>
                <a:cs typeface="Arial" panose="020B0604020202020204" pitchFamily="34" charset="0"/>
              </a:rPr>
              <a:t>Pi</a:t>
            </a:r>
            <a:r>
              <a:rPr kumimoji="0" lang="zh-CN" altLang="en-US" sz="2400" b="1" i="0" u="none" strike="noStrike" kern="1200" cap="none" spc="0" normalizeH="0" baseline="0" noProof="0" dirty="0">
                <a:ln>
                  <a:noFill/>
                </a:ln>
                <a:solidFill>
                  <a:srgbClr val="3333FF"/>
                </a:solidFill>
                <a:effectLst/>
                <a:uLnTx/>
                <a:uFillTx/>
                <a:latin typeface="Arial" panose="020B0604020202020204" pitchFamily="34" charset="0"/>
                <a:ea typeface="STHeiti" panose="02010600040101010101" pitchFamily="2" charset="-122"/>
                <a:cs typeface="Arial" panose="020B0604020202020204" pitchFamily="34" charset="0"/>
              </a:rPr>
              <a:t>和</a:t>
            </a:r>
            <a:r>
              <a:rPr kumimoji="0" lang="en-CN" sz="2400" b="1" i="0" u="none" strike="noStrike" kern="1200" cap="none" spc="0" normalizeH="0" baseline="0" noProof="0" dirty="0">
                <a:ln>
                  <a:noFill/>
                </a:ln>
                <a:solidFill>
                  <a:srgbClr val="3333FF"/>
                </a:solidFill>
                <a:effectLst/>
                <a:uLnTx/>
                <a:uFillTx/>
                <a:latin typeface="Arial" panose="020B0604020202020204" pitchFamily="34" charset="0"/>
                <a:ea typeface="STHeiti" panose="02010600040101010101" pitchFamily="2" charset="-122"/>
                <a:cs typeface="Arial" panose="020B0604020202020204" pitchFamily="34" charset="0"/>
              </a:rPr>
              <a:t>Gi:</a:t>
            </a:r>
          </a:p>
        </p:txBody>
      </p:sp>
      <p:sp>
        <p:nvSpPr>
          <p:cNvPr id="6" name="灯片编号占位符 6">
            <a:extLst>
              <a:ext uri="{FF2B5EF4-FFF2-40B4-BE49-F238E27FC236}">
                <a16:creationId xmlns:a16="http://schemas.microsoft.com/office/drawing/2014/main" id="{62F72628-EB10-0A43-9EC8-FF6FD2738716}"/>
              </a:ext>
            </a:extLst>
          </p:cNvPr>
          <p:cNvSpPr txBox="1">
            <a:spLocks/>
          </p:cNvSpPr>
          <p:nvPr/>
        </p:nvSpPr>
        <p:spPr bwMode="auto">
          <a:xfrm>
            <a:off x="6553200" y="6265860"/>
            <a:ext cx="213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4600" b="1" kern="1200">
                <a:solidFill>
                  <a:srgbClr val="FF3300"/>
                </a:solidFill>
                <a:latin typeface="Garamond" pitchFamily="18" charset="0"/>
                <a:ea typeface="宋体" charset="-122"/>
                <a:cs typeface="+mn-cs"/>
              </a:defRPr>
            </a:lvl1pPr>
            <a:lvl2pPr marL="742950" indent="-28575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2pPr>
            <a:lvl3pPr marL="11430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3pPr>
            <a:lvl4pPr marL="16002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4pPr>
            <a:lvl5pPr marL="20574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5pPr>
            <a:lvl6pPr marL="25146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6pPr>
            <a:lvl7pPr marL="29718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7pPr>
            <a:lvl8pPr marL="34290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8pPr>
            <a:lvl9pPr marL="38862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9pPr>
          </a:lstStyle>
          <a:p>
            <a:pPr eaLnBrk="1" hangingPunct="1"/>
            <a:fld id="{CCE6D788-BCB5-407E-9DED-68D155892338}" type="slidenum">
              <a:rPr lang="en-US" altLang="zh-CN" sz="1400" smtClean="0">
                <a:solidFill>
                  <a:schemeClr val="tx1"/>
                </a:solidFill>
                <a:latin typeface="+mn-lt"/>
              </a:rPr>
              <a:pPr eaLnBrk="1" hangingPunct="1"/>
              <a:t>95</a:t>
            </a:fld>
            <a:endParaRPr lang="en-US" altLang="zh-CN" sz="1400" dirty="0">
              <a:solidFill>
                <a:schemeClr val="tx1"/>
              </a:solidFill>
              <a:latin typeface="+mn-lt"/>
            </a:endParaRPr>
          </a:p>
        </p:txBody>
      </p:sp>
    </p:spTree>
    <p:extLst>
      <p:ext uri="{BB962C8B-B14F-4D97-AF65-F5344CB8AC3E}">
        <p14:creationId xmlns:p14="http://schemas.microsoft.com/office/powerpoint/2010/main" val="16720495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23728" y="270726"/>
            <a:ext cx="4896544" cy="936625"/>
          </a:xfrm>
        </p:spPr>
        <p:txBody>
          <a:bodyPr/>
          <a:lstStyle/>
          <a:p>
            <a:r>
              <a:rPr lang="zh-CN" altLang="en-US" b="1" dirty="0"/>
              <a:t>组合逻辑总结</a:t>
            </a:r>
          </a:p>
        </p:txBody>
      </p:sp>
      <p:sp>
        <p:nvSpPr>
          <p:cNvPr id="51" name="圆角矩形 50">
            <a:extLst>
              <a:ext uri="{FF2B5EF4-FFF2-40B4-BE49-F238E27FC236}">
                <a16:creationId xmlns:a16="http://schemas.microsoft.com/office/drawing/2014/main" id="{EB413186-ED73-FB44-BD45-3CAC385790F3}"/>
              </a:ext>
            </a:extLst>
          </p:cNvPr>
          <p:cNvSpPr/>
          <p:nvPr/>
        </p:nvSpPr>
        <p:spPr bwMode="auto">
          <a:xfrm>
            <a:off x="465043" y="3803969"/>
            <a:ext cx="1260140" cy="589396"/>
          </a:xfrm>
          <a:prstGeom prst="roundRect">
            <a:avLst/>
          </a:prstGeom>
          <a:ln w="19050">
            <a:solidFill>
              <a:schemeClr val="accent5">
                <a:lumMod val="2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组合逻辑</a:t>
            </a:r>
          </a:p>
        </p:txBody>
      </p:sp>
      <p:sp>
        <p:nvSpPr>
          <p:cNvPr id="52" name="圆角矩形 51">
            <a:extLst>
              <a:ext uri="{FF2B5EF4-FFF2-40B4-BE49-F238E27FC236}">
                <a16:creationId xmlns:a16="http://schemas.microsoft.com/office/drawing/2014/main" id="{7D1C1195-8F5F-5F42-81A6-4E208BBFEE41}"/>
              </a:ext>
            </a:extLst>
          </p:cNvPr>
          <p:cNvSpPr/>
          <p:nvPr/>
        </p:nvSpPr>
        <p:spPr bwMode="auto">
          <a:xfrm>
            <a:off x="2293949" y="2405585"/>
            <a:ext cx="1845853" cy="265907"/>
          </a:xfrm>
          <a:prstGeom prst="roundRect">
            <a:avLst/>
          </a:prstGeom>
          <a:ln w="19050">
            <a:solidFill>
              <a:schemeClr val="accent5">
                <a:lumMod val="2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定义</a:t>
            </a:r>
          </a:p>
        </p:txBody>
      </p:sp>
      <p:sp>
        <p:nvSpPr>
          <p:cNvPr id="53" name="圆角矩形 52">
            <a:extLst>
              <a:ext uri="{FF2B5EF4-FFF2-40B4-BE49-F238E27FC236}">
                <a16:creationId xmlns:a16="http://schemas.microsoft.com/office/drawing/2014/main" id="{BCD5C7DE-245E-1641-8639-CD950B0C02A8}"/>
              </a:ext>
            </a:extLst>
          </p:cNvPr>
          <p:cNvSpPr/>
          <p:nvPr/>
        </p:nvSpPr>
        <p:spPr bwMode="auto">
          <a:xfrm>
            <a:off x="2284513" y="3410293"/>
            <a:ext cx="1841209" cy="302454"/>
          </a:xfrm>
          <a:prstGeom prst="roundRect">
            <a:avLst/>
          </a:prstGeom>
          <a:ln w="19050">
            <a:solidFill>
              <a:schemeClr val="accent5">
                <a:lumMod val="2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基本分析方法</a:t>
            </a:r>
          </a:p>
        </p:txBody>
      </p:sp>
      <p:sp>
        <p:nvSpPr>
          <p:cNvPr id="54" name="圆角矩形 53">
            <a:extLst>
              <a:ext uri="{FF2B5EF4-FFF2-40B4-BE49-F238E27FC236}">
                <a16:creationId xmlns:a16="http://schemas.microsoft.com/office/drawing/2014/main" id="{04C3BD68-4C52-9C4A-BE68-573CC5D48754}"/>
              </a:ext>
            </a:extLst>
          </p:cNvPr>
          <p:cNvSpPr/>
          <p:nvPr/>
        </p:nvSpPr>
        <p:spPr bwMode="auto">
          <a:xfrm>
            <a:off x="2287284" y="4927303"/>
            <a:ext cx="1852518" cy="309444"/>
          </a:xfrm>
          <a:prstGeom prst="roundRect">
            <a:avLst/>
          </a:prstGeom>
          <a:ln w="19050">
            <a:solidFill>
              <a:schemeClr val="accent5">
                <a:lumMod val="2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zh-CN" altLang="en-US" sz="1800" dirty="0">
                <a:solidFill>
                  <a:schemeClr val="tx1"/>
                </a:solidFill>
                <a:latin typeface="黑体" panose="02010609060101010101" pitchFamily="49" charset="-122"/>
                <a:ea typeface="黑体" panose="02010609060101010101" pitchFamily="49" charset="-122"/>
              </a:rPr>
              <a:t> </a:t>
            </a:r>
            <a:r>
              <a:rPr lang="zh-CN" altLang="en-US" sz="1800" b="0" dirty="0">
                <a:solidFill>
                  <a:schemeClr val="tx1"/>
                </a:solidFill>
                <a:latin typeface="黑体" panose="02010609060101010101" pitchFamily="49" charset="-122"/>
                <a:ea typeface="黑体" panose="02010609060101010101" pitchFamily="49" charset="-122"/>
              </a:rPr>
              <a:t>竞争与冒险</a:t>
            </a:r>
            <a:endParaRPr kumimoji="0" lang="zh-CN" altLang="en-US"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p:txBody>
      </p:sp>
      <p:sp>
        <p:nvSpPr>
          <p:cNvPr id="55" name="圆角矩形 54">
            <a:extLst>
              <a:ext uri="{FF2B5EF4-FFF2-40B4-BE49-F238E27FC236}">
                <a16:creationId xmlns:a16="http://schemas.microsoft.com/office/drawing/2014/main" id="{01D8FC52-AA7D-6F4E-9741-819E103077E4}"/>
              </a:ext>
            </a:extLst>
          </p:cNvPr>
          <p:cNvSpPr/>
          <p:nvPr/>
        </p:nvSpPr>
        <p:spPr bwMode="auto">
          <a:xfrm>
            <a:off x="2295205" y="2764261"/>
            <a:ext cx="1855289" cy="302454"/>
          </a:xfrm>
          <a:prstGeom prst="roundRect">
            <a:avLst/>
          </a:prstGeom>
          <a:ln w="19050">
            <a:solidFill>
              <a:schemeClr val="accent5">
                <a:lumMod val="2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zh-CN" altLang="en-US" sz="1800" b="0" dirty="0">
                <a:solidFill>
                  <a:schemeClr val="tx1"/>
                </a:solidFill>
                <a:latin typeface="黑体" panose="02010609060101010101" pitchFamily="49" charset="-122"/>
                <a:ea typeface="黑体" panose="02010609060101010101" pitchFamily="49" charset="-122"/>
              </a:rPr>
              <a:t>指标因素</a:t>
            </a:r>
            <a:endParaRPr kumimoji="0" lang="zh-CN" altLang="en-US"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p:txBody>
      </p:sp>
      <p:sp>
        <p:nvSpPr>
          <p:cNvPr id="61" name="圆角矩形 60">
            <a:extLst>
              <a:ext uri="{FF2B5EF4-FFF2-40B4-BE49-F238E27FC236}">
                <a16:creationId xmlns:a16="http://schemas.microsoft.com/office/drawing/2014/main" id="{58FB4BAF-C253-A241-A6D7-3C33A5D85609}"/>
              </a:ext>
            </a:extLst>
          </p:cNvPr>
          <p:cNvSpPr/>
          <p:nvPr/>
        </p:nvSpPr>
        <p:spPr bwMode="auto">
          <a:xfrm>
            <a:off x="4669321" y="2611861"/>
            <a:ext cx="1870278" cy="302454"/>
          </a:xfrm>
          <a:prstGeom prst="roundRect">
            <a:avLst/>
          </a:prstGeom>
          <a:ln w="19050">
            <a:solidFill>
              <a:schemeClr val="accent5">
                <a:lumMod val="2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定义及理解</a:t>
            </a:r>
          </a:p>
        </p:txBody>
      </p:sp>
      <p:sp>
        <p:nvSpPr>
          <p:cNvPr id="37" name="圆角矩形 36">
            <a:extLst>
              <a:ext uri="{FF2B5EF4-FFF2-40B4-BE49-F238E27FC236}">
                <a16:creationId xmlns:a16="http://schemas.microsoft.com/office/drawing/2014/main" id="{6FDCD4E8-56AA-CB46-8846-A97ED3A9AE53}"/>
              </a:ext>
            </a:extLst>
          </p:cNvPr>
          <p:cNvSpPr/>
          <p:nvPr/>
        </p:nvSpPr>
        <p:spPr bwMode="auto">
          <a:xfrm>
            <a:off x="465043" y="1603737"/>
            <a:ext cx="1386154" cy="589396"/>
          </a:xfrm>
          <a:prstGeom prst="roundRect">
            <a:avLst/>
          </a:prstGeom>
          <a:ln w="19050">
            <a:solidFill>
              <a:srgbClr val="7030A0"/>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布尔表达式的电路实现</a:t>
            </a:r>
          </a:p>
        </p:txBody>
      </p:sp>
      <p:sp>
        <p:nvSpPr>
          <p:cNvPr id="38" name="圆角矩形 37">
            <a:extLst>
              <a:ext uri="{FF2B5EF4-FFF2-40B4-BE49-F238E27FC236}">
                <a16:creationId xmlns:a16="http://schemas.microsoft.com/office/drawing/2014/main" id="{A59BAAFB-A2FF-5F42-952A-D2F791B639B1}"/>
              </a:ext>
            </a:extLst>
          </p:cNvPr>
          <p:cNvSpPr/>
          <p:nvPr/>
        </p:nvSpPr>
        <p:spPr bwMode="auto">
          <a:xfrm>
            <a:off x="2286256" y="1522137"/>
            <a:ext cx="1839467" cy="302454"/>
          </a:xfrm>
          <a:prstGeom prst="roundRect">
            <a:avLst/>
          </a:prstGeom>
          <a:ln w="19050">
            <a:solidFill>
              <a:srgbClr val="7030A0"/>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CMOS</a:t>
            </a:r>
            <a:r>
              <a:rPr kumimoji="0" lang="zh-CN" altLang="en-US"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门电路</a:t>
            </a:r>
          </a:p>
        </p:txBody>
      </p:sp>
      <p:sp>
        <p:nvSpPr>
          <p:cNvPr id="39" name="圆角矩形 38">
            <a:extLst>
              <a:ext uri="{FF2B5EF4-FFF2-40B4-BE49-F238E27FC236}">
                <a16:creationId xmlns:a16="http://schemas.microsoft.com/office/drawing/2014/main" id="{F877C2AA-45C1-FB42-9816-E6D531AABD71}"/>
              </a:ext>
            </a:extLst>
          </p:cNvPr>
          <p:cNvSpPr/>
          <p:nvPr/>
        </p:nvSpPr>
        <p:spPr bwMode="auto">
          <a:xfrm>
            <a:off x="2296969" y="2006833"/>
            <a:ext cx="1828754" cy="274958"/>
          </a:xfrm>
          <a:prstGeom prst="roundRect">
            <a:avLst/>
          </a:prstGeom>
          <a:ln w="19050">
            <a:solidFill>
              <a:srgbClr val="7030A0"/>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传输门电路</a:t>
            </a:r>
          </a:p>
        </p:txBody>
      </p:sp>
      <p:cxnSp>
        <p:nvCxnSpPr>
          <p:cNvPr id="67" name="肘形连接符 66">
            <a:extLst>
              <a:ext uri="{FF2B5EF4-FFF2-40B4-BE49-F238E27FC236}">
                <a16:creationId xmlns:a16="http://schemas.microsoft.com/office/drawing/2014/main" id="{7F2E419E-B050-3745-9BBA-BEA7555A7E7C}"/>
              </a:ext>
            </a:extLst>
          </p:cNvPr>
          <p:cNvCxnSpPr>
            <a:cxnSpLocks/>
            <a:stCxn id="37" idx="3"/>
            <a:endCxn id="38" idx="1"/>
          </p:cNvCxnSpPr>
          <p:nvPr/>
        </p:nvCxnSpPr>
        <p:spPr bwMode="auto">
          <a:xfrm flipV="1">
            <a:off x="1851197" y="1673364"/>
            <a:ext cx="435059" cy="225071"/>
          </a:xfrm>
          <a:prstGeom prst="bentConnector3">
            <a:avLst/>
          </a:prstGeom>
          <a:solidFill>
            <a:schemeClr val="accent1"/>
          </a:solidFill>
          <a:ln w="38100" cap="flat" cmpd="sng" algn="ctr">
            <a:solidFill>
              <a:srgbClr val="7030A0"/>
            </a:solidFill>
            <a:prstDash val="solid"/>
            <a:round/>
            <a:headEnd type="none" w="med" len="med"/>
            <a:tailEnd type="triangle"/>
          </a:ln>
          <a:effectLst/>
        </p:spPr>
      </p:cxnSp>
      <p:cxnSp>
        <p:nvCxnSpPr>
          <p:cNvPr id="68" name="肘形连接符 67">
            <a:extLst>
              <a:ext uri="{FF2B5EF4-FFF2-40B4-BE49-F238E27FC236}">
                <a16:creationId xmlns:a16="http://schemas.microsoft.com/office/drawing/2014/main" id="{5C5F588E-F4E7-F946-A7CD-52FDBF2FA56A}"/>
              </a:ext>
            </a:extLst>
          </p:cNvPr>
          <p:cNvCxnSpPr>
            <a:cxnSpLocks/>
            <a:stCxn id="37" idx="3"/>
            <a:endCxn id="39" idx="1"/>
          </p:cNvCxnSpPr>
          <p:nvPr/>
        </p:nvCxnSpPr>
        <p:spPr bwMode="auto">
          <a:xfrm>
            <a:off x="1851197" y="1898435"/>
            <a:ext cx="445772" cy="245877"/>
          </a:xfrm>
          <a:prstGeom prst="bentConnector3">
            <a:avLst/>
          </a:prstGeom>
          <a:solidFill>
            <a:schemeClr val="accent1"/>
          </a:solidFill>
          <a:ln w="38100" cap="flat" cmpd="sng" algn="ctr">
            <a:solidFill>
              <a:srgbClr val="7030A0"/>
            </a:solidFill>
            <a:prstDash val="solid"/>
            <a:round/>
            <a:headEnd type="none" w="med" len="med"/>
            <a:tailEnd type="triangle"/>
          </a:ln>
          <a:effectLst/>
        </p:spPr>
      </p:cxnSp>
      <p:cxnSp>
        <p:nvCxnSpPr>
          <p:cNvPr id="77" name="肘形连接符 76">
            <a:extLst>
              <a:ext uri="{FF2B5EF4-FFF2-40B4-BE49-F238E27FC236}">
                <a16:creationId xmlns:a16="http://schemas.microsoft.com/office/drawing/2014/main" id="{1719C66F-6325-7B43-8C65-975C822FFB57}"/>
              </a:ext>
            </a:extLst>
          </p:cNvPr>
          <p:cNvCxnSpPr>
            <a:cxnSpLocks/>
            <a:stCxn id="39" idx="3"/>
            <a:endCxn id="69" idx="1"/>
          </p:cNvCxnSpPr>
          <p:nvPr/>
        </p:nvCxnSpPr>
        <p:spPr bwMode="auto">
          <a:xfrm flipV="1">
            <a:off x="4125723" y="1697358"/>
            <a:ext cx="677235" cy="446954"/>
          </a:xfrm>
          <a:prstGeom prst="bentConnector3">
            <a:avLst>
              <a:gd name="adj1" fmla="val 50000"/>
            </a:avLst>
          </a:prstGeom>
          <a:solidFill>
            <a:schemeClr val="accent1"/>
          </a:solidFill>
          <a:ln w="38100" cap="flat" cmpd="sng" algn="ctr">
            <a:solidFill>
              <a:srgbClr val="7030A0"/>
            </a:solidFill>
            <a:prstDash val="solid"/>
            <a:round/>
            <a:headEnd type="none" w="med" len="med"/>
            <a:tailEnd type="triangle"/>
          </a:ln>
          <a:effectLst/>
        </p:spPr>
      </p:cxnSp>
      <p:cxnSp>
        <p:nvCxnSpPr>
          <p:cNvPr id="92" name="肘形连接符 91">
            <a:extLst>
              <a:ext uri="{FF2B5EF4-FFF2-40B4-BE49-F238E27FC236}">
                <a16:creationId xmlns:a16="http://schemas.microsoft.com/office/drawing/2014/main" id="{366F5E0C-78B6-764E-BDAF-2DAE140FD0D8}"/>
              </a:ext>
            </a:extLst>
          </p:cNvPr>
          <p:cNvCxnSpPr>
            <a:cxnSpLocks/>
            <a:stCxn id="51" idx="3"/>
            <a:endCxn id="52" idx="1"/>
          </p:cNvCxnSpPr>
          <p:nvPr/>
        </p:nvCxnSpPr>
        <p:spPr bwMode="auto">
          <a:xfrm flipV="1">
            <a:off x="1725183" y="2538539"/>
            <a:ext cx="568766" cy="1560128"/>
          </a:xfrm>
          <a:prstGeom prst="bentConnector3">
            <a:avLst>
              <a:gd name="adj1" fmla="val 50000"/>
            </a:avLst>
          </a:prstGeom>
          <a:solidFill>
            <a:schemeClr val="accent1"/>
          </a:solidFill>
          <a:ln w="38100" cap="flat" cmpd="sng" algn="ctr">
            <a:solidFill>
              <a:schemeClr val="accent5">
                <a:lumMod val="25000"/>
              </a:schemeClr>
            </a:solidFill>
            <a:prstDash val="solid"/>
            <a:round/>
            <a:headEnd type="none" w="med" len="med"/>
            <a:tailEnd type="triangle"/>
          </a:ln>
          <a:effectLst/>
        </p:spPr>
      </p:cxnSp>
      <p:cxnSp>
        <p:nvCxnSpPr>
          <p:cNvPr id="96" name="肘形连接符 95">
            <a:extLst>
              <a:ext uri="{FF2B5EF4-FFF2-40B4-BE49-F238E27FC236}">
                <a16:creationId xmlns:a16="http://schemas.microsoft.com/office/drawing/2014/main" id="{B7C87EDF-4162-604D-B9BD-0231D350795B}"/>
              </a:ext>
            </a:extLst>
          </p:cNvPr>
          <p:cNvCxnSpPr>
            <a:cxnSpLocks/>
            <a:stCxn id="51" idx="3"/>
            <a:endCxn id="53" idx="1"/>
          </p:cNvCxnSpPr>
          <p:nvPr/>
        </p:nvCxnSpPr>
        <p:spPr bwMode="auto">
          <a:xfrm flipV="1">
            <a:off x="1725183" y="3561520"/>
            <a:ext cx="559330" cy="537147"/>
          </a:xfrm>
          <a:prstGeom prst="bentConnector3">
            <a:avLst>
              <a:gd name="adj1" fmla="val 50000"/>
            </a:avLst>
          </a:prstGeom>
          <a:solidFill>
            <a:schemeClr val="accent1"/>
          </a:solidFill>
          <a:ln w="38100" cap="flat" cmpd="sng" algn="ctr">
            <a:solidFill>
              <a:schemeClr val="accent5">
                <a:lumMod val="25000"/>
              </a:schemeClr>
            </a:solidFill>
            <a:prstDash val="solid"/>
            <a:round/>
            <a:headEnd type="none" w="med" len="med"/>
            <a:tailEnd type="triangle"/>
          </a:ln>
          <a:effectLst/>
        </p:spPr>
      </p:cxnSp>
      <p:cxnSp>
        <p:nvCxnSpPr>
          <p:cNvPr id="100" name="肘形连接符 99">
            <a:extLst>
              <a:ext uri="{FF2B5EF4-FFF2-40B4-BE49-F238E27FC236}">
                <a16:creationId xmlns:a16="http://schemas.microsoft.com/office/drawing/2014/main" id="{AAF7A1F1-7887-EE45-9020-AE2515880C9F}"/>
              </a:ext>
            </a:extLst>
          </p:cNvPr>
          <p:cNvCxnSpPr>
            <a:cxnSpLocks/>
            <a:stCxn id="51" idx="3"/>
            <a:endCxn id="55" idx="1"/>
          </p:cNvCxnSpPr>
          <p:nvPr/>
        </p:nvCxnSpPr>
        <p:spPr bwMode="auto">
          <a:xfrm flipV="1">
            <a:off x="1725183" y="2915488"/>
            <a:ext cx="570022" cy="1183179"/>
          </a:xfrm>
          <a:prstGeom prst="bentConnector3">
            <a:avLst>
              <a:gd name="adj1" fmla="val 50000"/>
            </a:avLst>
          </a:prstGeom>
          <a:solidFill>
            <a:schemeClr val="accent1"/>
          </a:solidFill>
          <a:ln w="38100" cap="flat" cmpd="sng" algn="ctr">
            <a:solidFill>
              <a:schemeClr val="accent5">
                <a:lumMod val="25000"/>
              </a:schemeClr>
            </a:solidFill>
            <a:prstDash val="solid"/>
            <a:round/>
            <a:headEnd type="none" w="med" len="med"/>
            <a:tailEnd type="triangle"/>
          </a:ln>
          <a:effectLst/>
        </p:spPr>
      </p:cxnSp>
      <p:cxnSp>
        <p:nvCxnSpPr>
          <p:cNvPr id="101" name="肘形连接符 100">
            <a:extLst>
              <a:ext uri="{FF2B5EF4-FFF2-40B4-BE49-F238E27FC236}">
                <a16:creationId xmlns:a16="http://schemas.microsoft.com/office/drawing/2014/main" id="{09384EEE-1550-9C44-B7D2-81FA3230F83C}"/>
              </a:ext>
            </a:extLst>
          </p:cNvPr>
          <p:cNvCxnSpPr>
            <a:cxnSpLocks/>
            <a:stCxn id="51" idx="3"/>
            <a:endCxn id="54" idx="1"/>
          </p:cNvCxnSpPr>
          <p:nvPr/>
        </p:nvCxnSpPr>
        <p:spPr bwMode="auto">
          <a:xfrm>
            <a:off x="1725183" y="4098667"/>
            <a:ext cx="562101" cy="983358"/>
          </a:xfrm>
          <a:prstGeom prst="bentConnector3">
            <a:avLst>
              <a:gd name="adj1" fmla="val 50000"/>
            </a:avLst>
          </a:prstGeom>
          <a:solidFill>
            <a:schemeClr val="accent1"/>
          </a:solidFill>
          <a:ln w="38100" cap="flat" cmpd="sng" algn="ctr">
            <a:solidFill>
              <a:schemeClr val="accent5">
                <a:lumMod val="25000"/>
              </a:schemeClr>
            </a:solidFill>
            <a:prstDash val="solid"/>
            <a:round/>
            <a:headEnd type="none" w="med" len="med"/>
            <a:tailEnd type="triangle"/>
          </a:ln>
          <a:effectLst/>
        </p:spPr>
      </p:cxnSp>
      <p:cxnSp>
        <p:nvCxnSpPr>
          <p:cNvPr id="111" name="肘形连接符 110">
            <a:extLst>
              <a:ext uri="{FF2B5EF4-FFF2-40B4-BE49-F238E27FC236}">
                <a16:creationId xmlns:a16="http://schemas.microsoft.com/office/drawing/2014/main" id="{B34673AA-AFF5-9643-9A90-207132514C99}"/>
              </a:ext>
            </a:extLst>
          </p:cNvPr>
          <p:cNvCxnSpPr>
            <a:cxnSpLocks/>
            <a:stCxn id="121" idx="3"/>
            <a:endCxn id="124" idx="1"/>
          </p:cNvCxnSpPr>
          <p:nvPr/>
        </p:nvCxnSpPr>
        <p:spPr bwMode="auto">
          <a:xfrm flipV="1">
            <a:off x="4127239" y="3209932"/>
            <a:ext cx="517056" cy="804192"/>
          </a:xfrm>
          <a:prstGeom prst="bentConnector3">
            <a:avLst>
              <a:gd name="adj1" fmla="val 50000"/>
            </a:avLst>
          </a:prstGeom>
          <a:solidFill>
            <a:schemeClr val="accent1"/>
          </a:solidFill>
          <a:ln w="38100" cap="flat" cmpd="sng" algn="ctr">
            <a:solidFill>
              <a:schemeClr val="accent5">
                <a:lumMod val="25000"/>
              </a:schemeClr>
            </a:solidFill>
            <a:prstDash val="solid"/>
            <a:round/>
            <a:headEnd type="none" w="med" len="med"/>
            <a:tailEnd type="triangle"/>
          </a:ln>
          <a:effectLst/>
        </p:spPr>
      </p:cxnSp>
      <p:cxnSp>
        <p:nvCxnSpPr>
          <p:cNvPr id="117" name="肘形连接符 116">
            <a:extLst>
              <a:ext uri="{FF2B5EF4-FFF2-40B4-BE49-F238E27FC236}">
                <a16:creationId xmlns:a16="http://schemas.microsoft.com/office/drawing/2014/main" id="{E4E42904-4585-9643-AD9D-AEF8C21F5554}"/>
              </a:ext>
            </a:extLst>
          </p:cNvPr>
          <p:cNvCxnSpPr>
            <a:cxnSpLocks/>
            <a:stCxn id="55" idx="3"/>
            <a:endCxn id="61" idx="1"/>
          </p:cNvCxnSpPr>
          <p:nvPr/>
        </p:nvCxnSpPr>
        <p:spPr bwMode="auto">
          <a:xfrm flipV="1">
            <a:off x="4150494" y="2763088"/>
            <a:ext cx="518827" cy="152400"/>
          </a:xfrm>
          <a:prstGeom prst="bentConnector3">
            <a:avLst>
              <a:gd name="adj1" fmla="val 50000"/>
            </a:avLst>
          </a:prstGeom>
          <a:solidFill>
            <a:schemeClr val="accent1"/>
          </a:solidFill>
          <a:ln w="38100" cap="flat" cmpd="sng" algn="ctr">
            <a:solidFill>
              <a:schemeClr val="accent5">
                <a:lumMod val="25000"/>
              </a:schemeClr>
            </a:solidFill>
            <a:prstDash val="solid"/>
            <a:round/>
            <a:headEnd type="none" w="med" len="med"/>
            <a:tailEnd type="triangle"/>
          </a:ln>
          <a:effectLst/>
        </p:spPr>
      </p:cxnSp>
      <p:cxnSp>
        <p:nvCxnSpPr>
          <p:cNvPr id="155" name="肘形连接符 154">
            <a:extLst>
              <a:ext uri="{FF2B5EF4-FFF2-40B4-BE49-F238E27FC236}">
                <a16:creationId xmlns:a16="http://schemas.microsoft.com/office/drawing/2014/main" id="{CC03F484-D8BD-444F-B6E8-11BDCF27C74C}"/>
              </a:ext>
            </a:extLst>
          </p:cNvPr>
          <p:cNvCxnSpPr>
            <a:cxnSpLocks/>
          </p:cNvCxnSpPr>
          <p:nvPr/>
        </p:nvCxnSpPr>
        <p:spPr bwMode="auto">
          <a:xfrm>
            <a:off x="6514547" y="4124332"/>
            <a:ext cx="1051650" cy="384625"/>
          </a:xfrm>
          <a:prstGeom prst="bentConnector3">
            <a:avLst>
              <a:gd name="adj1" fmla="val 50000"/>
            </a:avLst>
          </a:prstGeom>
          <a:solidFill>
            <a:schemeClr val="accent1"/>
          </a:solidFill>
          <a:ln w="38100" cap="flat" cmpd="sng" algn="ctr">
            <a:solidFill>
              <a:srgbClr val="2990E5"/>
            </a:solidFill>
            <a:prstDash val="sysDash"/>
            <a:round/>
            <a:headEnd type="none" w="med" len="med"/>
            <a:tailEnd type="triangle"/>
          </a:ln>
          <a:effectLst/>
        </p:spPr>
      </p:cxnSp>
      <p:sp>
        <p:nvSpPr>
          <p:cNvPr id="69" name="圆角矩形 68">
            <a:extLst>
              <a:ext uri="{FF2B5EF4-FFF2-40B4-BE49-F238E27FC236}">
                <a16:creationId xmlns:a16="http://schemas.microsoft.com/office/drawing/2014/main" id="{57C0C804-DC51-FC41-864A-8198231AB4FE}"/>
              </a:ext>
            </a:extLst>
          </p:cNvPr>
          <p:cNvSpPr/>
          <p:nvPr/>
        </p:nvSpPr>
        <p:spPr bwMode="auto">
          <a:xfrm>
            <a:off x="4802958" y="1546131"/>
            <a:ext cx="953852" cy="302454"/>
          </a:xfrm>
          <a:prstGeom prst="roundRect">
            <a:avLst/>
          </a:prstGeom>
          <a:ln w="19050">
            <a:solidFill>
              <a:srgbClr val="7030A0"/>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zh-CN" altLang="en-US" sz="1800" b="0" dirty="0">
                <a:solidFill>
                  <a:schemeClr val="tx1"/>
                </a:solidFill>
                <a:latin typeface="黑体" panose="02010609060101010101" pitchFamily="49" charset="-122"/>
                <a:ea typeface="黑体" panose="02010609060101010101" pitchFamily="49" charset="-122"/>
              </a:rPr>
              <a:t>三态门</a:t>
            </a:r>
            <a:endParaRPr kumimoji="0" lang="zh-CN" altLang="en-US"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p:txBody>
      </p:sp>
      <p:sp>
        <p:nvSpPr>
          <p:cNvPr id="70" name="圆角矩形 69">
            <a:extLst>
              <a:ext uri="{FF2B5EF4-FFF2-40B4-BE49-F238E27FC236}">
                <a16:creationId xmlns:a16="http://schemas.microsoft.com/office/drawing/2014/main" id="{1E3C9ECA-76D1-6642-9F26-1D983484A53C}"/>
              </a:ext>
            </a:extLst>
          </p:cNvPr>
          <p:cNvSpPr/>
          <p:nvPr/>
        </p:nvSpPr>
        <p:spPr bwMode="auto">
          <a:xfrm>
            <a:off x="4805878" y="2070025"/>
            <a:ext cx="953852" cy="302454"/>
          </a:xfrm>
          <a:prstGeom prst="roundRect">
            <a:avLst/>
          </a:prstGeom>
          <a:ln w="19050">
            <a:solidFill>
              <a:srgbClr val="7030A0"/>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高阻态</a:t>
            </a:r>
          </a:p>
        </p:txBody>
      </p:sp>
      <p:cxnSp>
        <p:nvCxnSpPr>
          <p:cNvPr id="73" name="肘形连接符 72">
            <a:extLst>
              <a:ext uri="{FF2B5EF4-FFF2-40B4-BE49-F238E27FC236}">
                <a16:creationId xmlns:a16="http://schemas.microsoft.com/office/drawing/2014/main" id="{49ADE3BC-FF5F-E04E-8035-74A2EB4D4F27}"/>
              </a:ext>
            </a:extLst>
          </p:cNvPr>
          <p:cNvCxnSpPr>
            <a:cxnSpLocks/>
            <a:stCxn id="39" idx="3"/>
            <a:endCxn id="70" idx="1"/>
          </p:cNvCxnSpPr>
          <p:nvPr/>
        </p:nvCxnSpPr>
        <p:spPr bwMode="auto">
          <a:xfrm>
            <a:off x="4125723" y="2144312"/>
            <a:ext cx="680155" cy="76940"/>
          </a:xfrm>
          <a:prstGeom prst="bentConnector3">
            <a:avLst>
              <a:gd name="adj1" fmla="val 50000"/>
            </a:avLst>
          </a:prstGeom>
          <a:solidFill>
            <a:schemeClr val="accent1"/>
          </a:solidFill>
          <a:ln w="38100" cap="flat" cmpd="sng" algn="ctr">
            <a:solidFill>
              <a:srgbClr val="7030A0"/>
            </a:solidFill>
            <a:prstDash val="solid"/>
            <a:round/>
            <a:headEnd type="none" w="med" len="med"/>
            <a:tailEnd type="triangle"/>
          </a:ln>
          <a:effectLst/>
        </p:spPr>
      </p:cxnSp>
      <p:sp>
        <p:nvSpPr>
          <p:cNvPr id="121" name="圆角矩形 120">
            <a:extLst>
              <a:ext uri="{FF2B5EF4-FFF2-40B4-BE49-F238E27FC236}">
                <a16:creationId xmlns:a16="http://schemas.microsoft.com/office/drawing/2014/main" id="{1FCE2BDC-19CC-964D-AC7B-00E856424A50}"/>
              </a:ext>
            </a:extLst>
          </p:cNvPr>
          <p:cNvSpPr/>
          <p:nvPr/>
        </p:nvSpPr>
        <p:spPr bwMode="auto">
          <a:xfrm>
            <a:off x="2286030" y="3862897"/>
            <a:ext cx="1841209" cy="302454"/>
          </a:xfrm>
          <a:prstGeom prst="roundRect">
            <a:avLst/>
          </a:prstGeom>
          <a:ln w="19050">
            <a:solidFill>
              <a:schemeClr val="accent5">
                <a:lumMod val="2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设计</a:t>
            </a:r>
            <a:r>
              <a:rPr kumimoji="0"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a:t>
            </a:r>
            <a:r>
              <a:rPr kumimoji="0" lang="zh-CN" altLang="en-US"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综合方法</a:t>
            </a:r>
          </a:p>
        </p:txBody>
      </p:sp>
      <p:sp>
        <p:nvSpPr>
          <p:cNvPr id="124" name="圆角矩形 123">
            <a:extLst>
              <a:ext uri="{FF2B5EF4-FFF2-40B4-BE49-F238E27FC236}">
                <a16:creationId xmlns:a16="http://schemas.microsoft.com/office/drawing/2014/main" id="{AA71A854-EC54-7443-808C-5E324D4061FD}"/>
              </a:ext>
            </a:extLst>
          </p:cNvPr>
          <p:cNvSpPr/>
          <p:nvPr/>
        </p:nvSpPr>
        <p:spPr bwMode="auto">
          <a:xfrm>
            <a:off x="4644295" y="3026947"/>
            <a:ext cx="1884612" cy="365969"/>
          </a:xfrm>
          <a:prstGeom prst="roundRect">
            <a:avLst/>
          </a:prstGeom>
          <a:ln w="19050">
            <a:solidFill>
              <a:schemeClr val="accent5">
                <a:lumMod val="2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逻辑抽象</a:t>
            </a:r>
          </a:p>
        </p:txBody>
      </p:sp>
      <p:sp>
        <p:nvSpPr>
          <p:cNvPr id="127" name="圆角矩形 126">
            <a:extLst>
              <a:ext uri="{FF2B5EF4-FFF2-40B4-BE49-F238E27FC236}">
                <a16:creationId xmlns:a16="http://schemas.microsoft.com/office/drawing/2014/main" id="{0593B112-4A72-5E40-830E-E5ECDC512147}"/>
              </a:ext>
            </a:extLst>
          </p:cNvPr>
          <p:cNvSpPr/>
          <p:nvPr/>
        </p:nvSpPr>
        <p:spPr bwMode="auto">
          <a:xfrm>
            <a:off x="4640870" y="3484147"/>
            <a:ext cx="1888037" cy="365969"/>
          </a:xfrm>
          <a:prstGeom prst="roundRect">
            <a:avLst/>
          </a:prstGeom>
          <a:ln w="19050">
            <a:solidFill>
              <a:schemeClr val="accent5">
                <a:lumMod val="2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zh-CN" altLang="en-US" sz="1800" b="0" dirty="0">
                <a:solidFill>
                  <a:schemeClr val="tx1"/>
                </a:solidFill>
                <a:latin typeface="黑体" panose="02010609060101010101" pitchFamily="49" charset="-122"/>
                <a:ea typeface="黑体" panose="02010609060101010101" pitchFamily="49" charset="-122"/>
              </a:rPr>
              <a:t>列真值表</a:t>
            </a:r>
            <a:endParaRPr kumimoji="0" lang="zh-CN" altLang="en-US"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p:txBody>
      </p:sp>
      <p:sp>
        <p:nvSpPr>
          <p:cNvPr id="128" name="圆角矩形 127">
            <a:extLst>
              <a:ext uri="{FF2B5EF4-FFF2-40B4-BE49-F238E27FC236}">
                <a16:creationId xmlns:a16="http://schemas.microsoft.com/office/drawing/2014/main" id="{CF86698A-6FED-CD47-92BE-DE9AB9DA6E5A}"/>
              </a:ext>
            </a:extLst>
          </p:cNvPr>
          <p:cNvSpPr/>
          <p:nvPr/>
        </p:nvSpPr>
        <p:spPr bwMode="auto">
          <a:xfrm>
            <a:off x="4636388" y="4398547"/>
            <a:ext cx="1892519" cy="365969"/>
          </a:xfrm>
          <a:prstGeom prst="roundRect">
            <a:avLst/>
          </a:prstGeom>
          <a:ln w="19050">
            <a:solidFill>
              <a:schemeClr val="accent5">
                <a:lumMod val="2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电路结构与映射</a:t>
            </a:r>
          </a:p>
        </p:txBody>
      </p:sp>
      <p:sp>
        <p:nvSpPr>
          <p:cNvPr id="130" name="圆角矩形 129">
            <a:extLst>
              <a:ext uri="{FF2B5EF4-FFF2-40B4-BE49-F238E27FC236}">
                <a16:creationId xmlns:a16="http://schemas.microsoft.com/office/drawing/2014/main" id="{41C66447-6969-524A-A36D-B1E3DF15238C}"/>
              </a:ext>
            </a:extLst>
          </p:cNvPr>
          <p:cNvSpPr/>
          <p:nvPr/>
        </p:nvSpPr>
        <p:spPr bwMode="auto">
          <a:xfrm>
            <a:off x="4640871" y="3904915"/>
            <a:ext cx="1873676" cy="365969"/>
          </a:xfrm>
          <a:prstGeom prst="roundRect">
            <a:avLst/>
          </a:prstGeom>
          <a:ln w="19050">
            <a:solidFill>
              <a:schemeClr val="accent5">
                <a:lumMod val="2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逻辑化简</a:t>
            </a:r>
          </a:p>
        </p:txBody>
      </p:sp>
      <p:cxnSp>
        <p:nvCxnSpPr>
          <p:cNvPr id="131" name="肘形连接符 130">
            <a:extLst>
              <a:ext uri="{FF2B5EF4-FFF2-40B4-BE49-F238E27FC236}">
                <a16:creationId xmlns:a16="http://schemas.microsoft.com/office/drawing/2014/main" id="{2D58BD62-E60A-5845-A778-A219B329BFCD}"/>
              </a:ext>
            </a:extLst>
          </p:cNvPr>
          <p:cNvCxnSpPr>
            <a:cxnSpLocks/>
            <a:stCxn id="121" idx="3"/>
            <a:endCxn id="127" idx="1"/>
          </p:cNvCxnSpPr>
          <p:nvPr/>
        </p:nvCxnSpPr>
        <p:spPr bwMode="auto">
          <a:xfrm flipV="1">
            <a:off x="4127239" y="3667132"/>
            <a:ext cx="513631" cy="346992"/>
          </a:xfrm>
          <a:prstGeom prst="bentConnector3">
            <a:avLst>
              <a:gd name="adj1" fmla="val 50000"/>
            </a:avLst>
          </a:prstGeom>
          <a:solidFill>
            <a:schemeClr val="accent1"/>
          </a:solidFill>
          <a:ln w="38100" cap="flat" cmpd="sng" algn="ctr">
            <a:solidFill>
              <a:schemeClr val="accent5">
                <a:lumMod val="25000"/>
              </a:schemeClr>
            </a:solidFill>
            <a:prstDash val="solid"/>
            <a:round/>
            <a:headEnd type="none" w="med" len="med"/>
            <a:tailEnd type="triangle"/>
          </a:ln>
          <a:effectLst/>
        </p:spPr>
      </p:cxnSp>
      <p:cxnSp>
        <p:nvCxnSpPr>
          <p:cNvPr id="133" name="肘形连接符 132">
            <a:extLst>
              <a:ext uri="{FF2B5EF4-FFF2-40B4-BE49-F238E27FC236}">
                <a16:creationId xmlns:a16="http://schemas.microsoft.com/office/drawing/2014/main" id="{3109DBC5-A83C-5043-B6F0-3A5EB66AA8FD}"/>
              </a:ext>
            </a:extLst>
          </p:cNvPr>
          <p:cNvCxnSpPr>
            <a:cxnSpLocks/>
            <a:stCxn id="121" idx="3"/>
            <a:endCxn id="130" idx="1"/>
          </p:cNvCxnSpPr>
          <p:nvPr/>
        </p:nvCxnSpPr>
        <p:spPr bwMode="auto">
          <a:xfrm>
            <a:off x="4127239" y="4014124"/>
            <a:ext cx="513632" cy="73776"/>
          </a:xfrm>
          <a:prstGeom prst="bentConnector3">
            <a:avLst>
              <a:gd name="adj1" fmla="val 50000"/>
            </a:avLst>
          </a:prstGeom>
          <a:solidFill>
            <a:schemeClr val="accent1"/>
          </a:solidFill>
          <a:ln w="38100" cap="flat" cmpd="sng" algn="ctr">
            <a:solidFill>
              <a:schemeClr val="accent5">
                <a:lumMod val="25000"/>
              </a:schemeClr>
            </a:solidFill>
            <a:prstDash val="solid"/>
            <a:round/>
            <a:headEnd type="none" w="med" len="med"/>
            <a:tailEnd type="triangle"/>
          </a:ln>
          <a:effectLst/>
        </p:spPr>
      </p:cxnSp>
      <p:cxnSp>
        <p:nvCxnSpPr>
          <p:cNvPr id="137" name="肘形连接符 136">
            <a:extLst>
              <a:ext uri="{FF2B5EF4-FFF2-40B4-BE49-F238E27FC236}">
                <a16:creationId xmlns:a16="http://schemas.microsoft.com/office/drawing/2014/main" id="{B369325C-DB36-D74A-8B2F-56EBAA041124}"/>
              </a:ext>
            </a:extLst>
          </p:cNvPr>
          <p:cNvCxnSpPr>
            <a:cxnSpLocks/>
            <a:stCxn id="121" idx="3"/>
            <a:endCxn id="128" idx="1"/>
          </p:cNvCxnSpPr>
          <p:nvPr/>
        </p:nvCxnSpPr>
        <p:spPr bwMode="auto">
          <a:xfrm>
            <a:off x="4127239" y="4014124"/>
            <a:ext cx="509149" cy="567408"/>
          </a:xfrm>
          <a:prstGeom prst="bentConnector3">
            <a:avLst>
              <a:gd name="adj1" fmla="val 50000"/>
            </a:avLst>
          </a:prstGeom>
          <a:solidFill>
            <a:schemeClr val="accent1"/>
          </a:solidFill>
          <a:ln w="38100" cap="flat" cmpd="sng" algn="ctr">
            <a:solidFill>
              <a:schemeClr val="accent5">
                <a:lumMod val="25000"/>
              </a:schemeClr>
            </a:solidFill>
            <a:prstDash val="solid"/>
            <a:round/>
            <a:headEnd type="none" w="med" len="med"/>
            <a:tailEnd type="triangle"/>
          </a:ln>
          <a:effectLst/>
        </p:spPr>
      </p:cxnSp>
      <p:cxnSp>
        <p:nvCxnSpPr>
          <p:cNvPr id="139" name="肘形连接符 138">
            <a:extLst>
              <a:ext uri="{FF2B5EF4-FFF2-40B4-BE49-F238E27FC236}">
                <a16:creationId xmlns:a16="http://schemas.microsoft.com/office/drawing/2014/main" id="{A3F0FAE0-71B3-D644-8B05-3FC2E01420BA}"/>
              </a:ext>
            </a:extLst>
          </p:cNvPr>
          <p:cNvCxnSpPr>
            <a:cxnSpLocks/>
            <a:stCxn id="51" idx="3"/>
            <a:endCxn id="121" idx="1"/>
          </p:cNvCxnSpPr>
          <p:nvPr/>
        </p:nvCxnSpPr>
        <p:spPr bwMode="auto">
          <a:xfrm flipV="1">
            <a:off x="1725183" y="4014124"/>
            <a:ext cx="560847" cy="84543"/>
          </a:xfrm>
          <a:prstGeom prst="bentConnector3">
            <a:avLst>
              <a:gd name="adj1" fmla="val 50000"/>
            </a:avLst>
          </a:prstGeom>
          <a:solidFill>
            <a:schemeClr val="accent1"/>
          </a:solidFill>
          <a:ln w="38100" cap="flat" cmpd="sng" algn="ctr">
            <a:solidFill>
              <a:schemeClr val="accent5">
                <a:lumMod val="25000"/>
              </a:schemeClr>
            </a:solidFill>
            <a:prstDash val="solid"/>
            <a:round/>
            <a:headEnd type="none" w="med" len="med"/>
            <a:tailEnd type="triangle"/>
          </a:ln>
          <a:effectLst/>
        </p:spPr>
      </p:cxnSp>
      <p:cxnSp>
        <p:nvCxnSpPr>
          <p:cNvPr id="150" name="肘形连接符 149">
            <a:extLst>
              <a:ext uri="{FF2B5EF4-FFF2-40B4-BE49-F238E27FC236}">
                <a16:creationId xmlns:a16="http://schemas.microsoft.com/office/drawing/2014/main" id="{F675CECE-F814-9949-B665-09831839498B}"/>
              </a:ext>
            </a:extLst>
          </p:cNvPr>
          <p:cNvCxnSpPr>
            <a:cxnSpLocks/>
            <a:stCxn id="54" idx="3"/>
          </p:cNvCxnSpPr>
          <p:nvPr/>
        </p:nvCxnSpPr>
        <p:spPr bwMode="auto">
          <a:xfrm flipV="1">
            <a:off x="4139802" y="5077723"/>
            <a:ext cx="518827" cy="4302"/>
          </a:xfrm>
          <a:prstGeom prst="bentConnector3">
            <a:avLst>
              <a:gd name="adj1" fmla="val 50000"/>
            </a:avLst>
          </a:prstGeom>
          <a:solidFill>
            <a:schemeClr val="accent1"/>
          </a:solidFill>
          <a:ln w="38100" cap="flat" cmpd="sng" algn="ctr">
            <a:solidFill>
              <a:schemeClr val="accent5">
                <a:lumMod val="25000"/>
              </a:schemeClr>
            </a:solidFill>
            <a:prstDash val="solid"/>
            <a:round/>
            <a:headEnd type="none" w="med" len="med"/>
            <a:tailEnd type="triangle"/>
          </a:ln>
          <a:effectLst/>
        </p:spPr>
      </p:cxnSp>
      <p:sp>
        <p:nvSpPr>
          <p:cNvPr id="151" name="圆角矩形 150">
            <a:extLst>
              <a:ext uri="{FF2B5EF4-FFF2-40B4-BE49-F238E27FC236}">
                <a16:creationId xmlns:a16="http://schemas.microsoft.com/office/drawing/2014/main" id="{2FA46B9D-1F0E-A349-891D-F6D328A39E81}"/>
              </a:ext>
            </a:extLst>
          </p:cNvPr>
          <p:cNvSpPr/>
          <p:nvPr/>
        </p:nvSpPr>
        <p:spPr bwMode="auto">
          <a:xfrm>
            <a:off x="7566197" y="4357522"/>
            <a:ext cx="1052968" cy="589398"/>
          </a:xfrm>
          <a:prstGeom prst="roundRect">
            <a:avLst/>
          </a:prstGeom>
          <a:ln w="19050">
            <a:solidFill>
              <a:schemeClr val="accent5">
                <a:lumMod val="2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180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卡诺图化简</a:t>
            </a:r>
          </a:p>
        </p:txBody>
      </p:sp>
      <p:cxnSp>
        <p:nvCxnSpPr>
          <p:cNvPr id="156" name="肘形连接符 155">
            <a:extLst>
              <a:ext uri="{FF2B5EF4-FFF2-40B4-BE49-F238E27FC236}">
                <a16:creationId xmlns:a16="http://schemas.microsoft.com/office/drawing/2014/main" id="{8E47FCE2-D0E8-B247-8291-820203039AA3}"/>
              </a:ext>
            </a:extLst>
          </p:cNvPr>
          <p:cNvCxnSpPr>
            <a:cxnSpLocks/>
          </p:cNvCxnSpPr>
          <p:nvPr/>
        </p:nvCxnSpPr>
        <p:spPr bwMode="auto">
          <a:xfrm flipV="1">
            <a:off x="6551147" y="4821595"/>
            <a:ext cx="1011650" cy="256128"/>
          </a:xfrm>
          <a:prstGeom prst="bentConnector3">
            <a:avLst>
              <a:gd name="adj1" fmla="val 50000"/>
            </a:avLst>
          </a:prstGeom>
          <a:solidFill>
            <a:schemeClr val="accent1"/>
          </a:solidFill>
          <a:ln w="38100" cap="flat" cmpd="sng" algn="ctr">
            <a:solidFill>
              <a:srgbClr val="2990E5"/>
            </a:solidFill>
            <a:prstDash val="sysDash"/>
            <a:round/>
            <a:headEnd type="none" w="med" len="med"/>
            <a:tailEnd type="triangle"/>
          </a:ln>
          <a:effectLst/>
        </p:spPr>
      </p:cxnSp>
      <p:sp>
        <p:nvSpPr>
          <p:cNvPr id="170" name="圆角矩形 169">
            <a:extLst>
              <a:ext uri="{FF2B5EF4-FFF2-40B4-BE49-F238E27FC236}">
                <a16:creationId xmlns:a16="http://schemas.microsoft.com/office/drawing/2014/main" id="{D2CBADBE-CA3C-8140-B483-770F8F2D8651}"/>
              </a:ext>
            </a:extLst>
          </p:cNvPr>
          <p:cNvSpPr/>
          <p:nvPr/>
        </p:nvSpPr>
        <p:spPr bwMode="auto">
          <a:xfrm>
            <a:off x="2293949" y="5708375"/>
            <a:ext cx="1855289" cy="535816"/>
          </a:xfrm>
          <a:prstGeom prst="roundRect">
            <a:avLst/>
          </a:prstGeom>
          <a:ln w="19050">
            <a:solidFill>
              <a:schemeClr val="accent5">
                <a:lumMod val="2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zh-CN" altLang="en-US" sz="1800" b="0" dirty="0">
                <a:solidFill>
                  <a:schemeClr val="tx1"/>
                </a:solidFill>
                <a:latin typeface="黑体" panose="02010609060101010101" pitchFamily="49" charset="-122"/>
                <a:ea typeface="黑体" panose="02010609060101010101" pitchFamily="49" charset="-122"/>
              </a:rPr>
              <a:t>常用组合</a:t>
            </a:r>
            <a:endParaRPr lang="en-US" altLang="zh-CN" sz="1800" b="0" dirty="0">
              <a:solidFill>
                <a:schemeClr val="tx1"/>
              </a:solidFill>
              <a:latin typeface="黑体" panose="02010609060101010101" pitchFamily="49" charset="-122"/>
              <a:ea typeface="黑体" panose="02010609060101010101" pitchFamily="49" charset="-122"/>
            </a:endParaRPr>
          </a:p>
          <a:p>
            <a:pPr marL="0" marR="0" indent="0" algn="ctr" defTabSz="914400" rtl="0" eaLnBrk="1" fontAlgn="base" latinLnBrk="0" hangingPunct="1">
              <a:lnSpc>
                <a:spcPct val="100000"/>
              </a:lnSpc>
              <a:spcBef>
                <a:spcPct val="0"/>
              </a:spcBef>
              <a:spcAft>
                <a:spcPct val="0"/>
              </a:spcAft>
              <a:buClrTx/>
              <a:buSzTx/>
              <a:buFontTx/>
              <a:buNone/>
              <a:tabLst/>
            </a:pPr>
            <a:r>
              <a:rPr lang="zh-CN" altLang="en-US" sz="1800" b="0" dirty="0">
                <a:solidFill>
                  <a:schemeClr val="tx1"/>
                </a:solidFill>
                <a:latin typeface="黑体" panose="02010609060101010101" pitchFamily="49" charset="-122"/>
                <a:ea typeface="黑体" panose="02010609060101010101" pitchFamily="49" charset="-122"/>
              </a:rPr>
              <a:t>逻辑电路</a:t>
            </a:r>
            <a:endParaRPr kumimoji="0" lang="zh-CN" altLang="en-US"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p:txBody>
      </p:sp>
      <p:cxnSp>
        <p:nvCxnSpPr>
          <p:cNvPr id="171" name="肘形连接符 170">
            <a:extLst>
              <a:ext uri="{FF2B5EF4-FFF2-40B4-BE49-F238E27FC236}">
                <a16:creationId xmlns:a16="http://schemas.microsoft.com/office/drawing/2014/main" id="{7CF7B057-F34D-574B-8EE2-AA1FC671C620}"/>
              </a:ext>
            </a:extLst>
          </p:cNvPr>
          <p:cNvCxnSpPr>
            <a:cxnSpLocks/>
            <a:stCxn id="51" idx="3"/>
            <a:endCxn id="170" idx="1"/>
          </p:cNvCxnSpPr>
          <p:nvPr/>
        </p:nvCxnSpPr>
        <p:spPr bwMode="auto">
          <a:xfrm>
            <a:off x="1725183" y="4098667"/>
            <a:ext cx="568766" cy="1877616"/>
          </a:xfrm>
          <a:prstGeom prst="bentConnector3">
            <a:avLst>
              <a:gd name="adj1" fmla="val 50000"/>
            </a:avLst>
          </a:prstGeom>
          <a:solidFill>
            <a:schemeClr val="accent1"/>
          </a:solidFill>
          <a:ln w="38100" cap="flat" cmpd="sng" algn="ctr">
            <a:solidFill>
              <a:schemeClr val="accent5">
                <a:lumMod val="25000"/>
              </a:schemeClr>
            </a:solidFill>
            <a:prstDash val="solid"/>
            <a:round/>
            <a:headEnd type="none" w="med" len="med"/>
            <a:tailEnd type="triangle"/>
          </a:ln>
          <a:effectLst/>
        </p:spPr>
      </p:cxnSp>
      <p:sp>
        <p:nvSpPr>
          <p:cNvPr id="174" name="圆角矩形 173">
            <a:extLst>
              <a:ext uri="{FF2B5EF4-FFF2-40B4-BE49-F238E27FC236}">
                <a16:creationId xmlns:a16="http://schemas.microsoft.com/office/drawing/2014/main" id="{B6FFD322-F89B-6B44-A6EA-A19D5DA01A3E}"/>
              </a:ext>
            </a:extLst>
          </p:cNvPr>
          <p:cNvSpPr/>
          <p:nvPr/>
        </p:nvSpPr>
        <p:spPr bwMode="auto">
          <a:xfrm>
            <a:off x="4658629" y="5431261"/>
            <a:ext cx="1870278" cy="302454"/>
          </a:xfrm>
          <a:prstGeom prst="roundRect">
            <a:avLst/>
          </a:prstGeom>
          <a:ln w="19050">
            <a:solidFill>
              <a:schemeClr val="accent5">
                <a:lumMod val="2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编码器与译码器</a:t>
            </a:r>
          </a:p>
        </p:txBody>
      </p:sp>
      <p:sp>
        <p:nvSpPr>
          <p:cNvPr id="175" name="圆角矩形 174">
            <a:extLst>
              <a:ext uri="{FF2B5EF4-FFF2-40B4-BE49-F238E27FC236}">
                <a16:creationId xmlns:a16="http://schemas.microsoft.com/office/drawing/2014/main" id="{80D48AC2-7CEB-FD4E-A662-47746C6E5489}"/>
              </a:ext>
            </a:extLst>
          </p:cNvPr>
          <p:cNvSpPr/>
          <p:nvPr/>
        </p:nvSpPr>
        <p:spPr bwMode="auto">
          <a:xfrm>
            <a:off x="4636388" y="5888461"/>
            <a:ext cx="1870278" cy="302454"/>
          </a:xfrm>
          <a:prstGeom prst="roundRect">
            <a:avLst/>
          </a:prstGeom>
          <a:ln w="19050">
            <a:solidFill>
              <a:schemeClr val="accent5">
                <a:lumMod val="2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多路选择器</a:t>
            </a:r>
          </a:p>
        </p:txBody>
      </p:sp>
      <p:sp>
        <p:nvSpPr>
          <p:cNvPr id="176" name="圆角矩形 175">
            <a:extLst>
              <a:ext uri="{FF2B5EF4-FFF2-40B4-BE49-F238E27FC236}">
                <a16:creationId xmlns:a16="http://schemas.microsoft.com/office/drawing/2014/main" id="{B9C6BF1F-2365-0B46-ADD1-CEC14D856831}"/>
              </a:ext>
            </a:extLst>
          </p:cNvPr>
          <p:cNvSpPr/>
          <p:nvPr/>
        </p:nvSpPr>
        <p:spPr bwMode="auto">
          <a:xfrm>
            <a:off x="4636388" y="6345661"/>
            <a:ext cx="1870278" cy="302454"/>
          </a:xfrm>
          <a:prstGeom prst="roundRect">
            <a:avLst/>
          </a:prstGeom>
          <a:ln w="19050">
            <a:solidFill>
              <a:schemeClr val="accent5">
                <a:lumMod val="2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加法器</a:t>
            </a:r>
          </a:p>
        </p:txBody>
      </p:sp>
      <p:cxnSp>
        <p:nvCxnSpPr>
          <p:cNvPr id="177" name="肘形连接符 176">
            <a:extLst>
              <a:ext uri="{FF2B5EF4-FFF2-40B4-BE49-F238E27FC236}">
                <a16:creationId xmlns:a16="http://schemas.microsoft.com/office/drawing/2014/main" id="{A05DCC6E-DAD8-6B42-8855-6FCBA16CF9DE}"/>
              </a:ext>
            </a:extLst>
          </p:cNvPr>
          <p:cNvCxnSpPr>
            <a:cxnSpLocks/>
            <a:stCxn id="170" idx="3"/>
            <a:endCxn id="174" idx="1"/>
          </p:cNvCxnSpPr>
          <p:nvPr/>
        </p:nvCxnSpPr>
        <p:spPr bwMode="auto">
          <a:xfrm flipV="1">
            <a:off x="4149238" y="5582488"/>
            <a:ext cx="509391" cy="393795"/>
          </a:xfrm>
          <a:prstGeom prst="bentConnector3">
            <a:avLst>
              <a:gd name="adj1" fmla="val 50000"/>
            </a:avLst>
          </a:prstGeom>
          <a:solidFill>
            <a:schemeClr val="accent1"/>
          </a:solidFill>
          <a:ln w="38100" cap="flat" cmpd="sng" algn="ctr">
            <a:solidFill>
              <a:schemeClr val="accent5">
                <a:lumMod val="25000"/>
              </a:schemeClr>
            </a:solidFill>
            <a:prstDash val="solid"/>
            <a:round/>
            <a:headEnd type="none" w="med" len="med"/>
            <a:tailEnd type="triangle"/>
          </a:ln>
          <a:effectLst/>
        </p:spPr>
      </p:cxnSp>
      <p:cxnSp>
        <p:nvCxnSpPr>
          <p:cNvPr id="180" name="肘形连接符 179">
            <a:extLst>
              <a:ext uri="{FF2B5EF4-FFF2-40B4-BE49-F238E27FC236}">
                <a16:creationId xmlns:a16="http://schemas.microsoft.com/office/drawing/2014/main" id="{776CCC63-D2CE-484D-9244-231BBDDCF6DC}"/>
              </a:ext>
            </a:extLst>
          </p:cNvPr>
          <p:cNvCxnSpPr>
            <a:cxnSpLocks/>
            <a:stCxn id="170" idx="3"/>
            <a:endCxn id="175" idx="1"/>
          </p:cNvCxnSpPr>
          <p:nvPr/>
        </p:nvCxnSpPr>
        <p:spPr bwMode="auto">
          <a:xfrm>
            <a:off x="4149238" y="5976283"/>
            <a:ext cx="487150" cy="63405"/>
          </a:xfrm>
          <a:prstGeom prst="bentConnector3">
            <a:avLst>
              <a:gd name="adj1" fmla="val 50000"/>
            </a:avLst>
          </a:prstGeom>
          <a:solidFill>
            <a:schemeClr val="accent1"/>
          </a:solidFill>
          <a:ln w="38100" cap="flat" cmpd="sng" algn="ctr">
            <a:solidFill>
              <a:schemeClr val="accent5">
                <a:lumMod val="25000"/>
              </a:schemeClr>
            </a:solidFill>
            <a:prstDash val="solid"/>
            <a:round/>
            <a:headEnd type="none" w="med" len="med"/>
            <a:tailEnd type="triangle"/>
          </a:ln>
          <a:effectLst/>
        </p:spPr>
      </p:cxnSp>
      <p:cxnSp>
        <p:nvCxnSpPr>
          <p:cNvPr id="183" name="肘形连接符 182">
            <a:extLst>
              <a:ext uri="{FF2B5EF4-FFF2-40B4-BE49-F238E27FC236}">
                <a16:creationId xmlns:a16="http://schemas.microsoft.com/office/drawing/2014/main" id="{74BCFE56-5C4A-1441-BD8D-BCF2C5D9C40C}"/>
              </a:ext>
            </a:extLst>
          </p:cNvPr>
          <p:cNvCxnSpPr>
            <a:cxnSpLocks/>
            <a:stCxn id="170" idx="3"/>
            <a:endCxn id="176" idx="1"/>
          </p:cNvCxnSpPr>
          <p:nvPr/>
        </p:nvCxnSpPr>
        <p:spPr bwMode="auto">
          <a:xfrm>
            <a:off x="4149238" y="5976283"/>
            <a:ext cx="487150" cy="520605"/>
          </a:xfrm>
          <a:prstGeom prst="bentConnector3">
            <a:avLst>
              <a:gd name="adj1" fmla="val 50000"/>
            </a:avLst>
          </a:prstGeom>
          <a:solidFill>
            <a:schemeClr val="accent1"/>
          </a:solidFill>
          <a:ln w="38100" cap="flat" cmpd="sng" algn="ctr">
            <a:solidFill>
              <a:schemeClr val="accent5">
                <a:lumMod val="25000"/>
              </a:schemeClr>
            </a:solidFill>
            <a:prstDash val="solid"/>
            <a:round/>
            <a:headEnd type="none" w="med" len="med"/>
            <a:tailEnd type="triangle"/>
          </a:ln>
          <a:effectLst/>
        </p:spPr>
      </p:cxnSp>
      <p:sp>
        <p:nvSpPr>
          <p:cNvPr id="186" name="圆角矩形 185">
            <a:extLst>
              <a:ext uri="{FF2B5EF4-FFF2-40B4-BE49-F238E27FC236}">
                <a16:creationId xmlns:a16="http://schemas.microsoft.com/office/drawing/2014/main" id="{9C2A3D25-F407-EB4C-9910-AF95C8A31BC2}"/>
              </a:ext>
            </a:extLst>
          </p:cNvPr>
          <p:cNvSpPr/>
          <p:nvPr/>
        </p:nvSpPr>
        <p:spPr bwMode="auto">
          <a:xfrm>
            <a:off x="6967065" y="5431155"/>
            <a:ext cx="1405168" cy="302454"/>
          </a:xfrm>
          <a:prstGeom prst="roundRect">
            <a:avLst/>
          </a:prstGeom>
          <a:ln w="19050">
            <a:solidFill>
              <a:schemeClr val="accent5">
                <a:lumMod val="2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优先编码器</a:t>
            </a:r>
          </a:p>
        </p:txBody>
      </p:sp>
      <p:cxnSp>
        <p:nvCxnSpPr>
          <p:cNvPr id="187" name="肘形连接符 186">
            <a:extLst>
              <a:ext uri="{FF2B5EF4-FFF2-40B4-BE49-F238E27FC236}">
                <a16:creationId xmlns:a16="http://schemas.microsoft.com/office/drawing/2014/main" id="{0FE01B1A-F8D6-7A41-9BD6-6D4C74389A69}"/>
              </a:ext>
            </a:extLst>
          </p:cNvPr>
          <p:cNvCxnSpPr>
            <a:cxnSpLocks/>
            <a:stCxn id="174" idx="3"/>
            <a:endCxn id="186" idx="1"/>
          </p:cNvCxnSpPr>
          <p:nvPr/>
        </p:nvCxnSpPr>
        <p:spPr bwMode="auto">
          <a:xfrm flipV="1">
            <a:off x="6528907" y="5582382"/>
            <a:ext cx="438158" cy="106"/>
          </a:xfrm>
          <a:prstGeom prst="bentConnector3">
            <a:avLst>
              <a:gd name="adj1" fmla="val 50000"/>
            </a:avLst>
          </a:prstGeom>
          <a:solidFill>
            <a:schemeClr val="accent1"/>
          </a:solidFill>
          <a:ln w="38100" cap="flat" cmpd="sng" algn="ctr">
            <a:solidFill>
              <a:schemeClr val="accent5">
                <a:lumMod val="25000"/>
              </a:schemeClr>
            </a:solidFill>
            <a:prstDash val="solid"/>
            <a:round/>
            <a:headEnd type="none" w="med" len="med"/>
            <a:tailEnd type="triangle"/>
          </a:ln>
          <a:effectLst/>
        </p:spPr>
      </p:cxnSp>
      <p:sp>
        <p:nvSpPr>
          <p:cNvPr id="191" name="圆角矩形 190">
            <a:extLst>
              <a:ext uri="{FF2B5EF4-FFF2-40B4-BE49-F238E27FC236}">
                <a16:creationId xmlns:a16="http://schemas.microsoft.com/office/drawing/2014/main" id="{AAAB09BD-3F82-8C4A-B697-11B685A1E6A1}"/>
              </a:ext>
            </a:extLst>
          </p:cNvPr>
          <p:cNvSpPr/>
          <p:nvPr/>
        </p:nvSpPr>
        <p:spPr bwMode="auto">
          <a:xfrm>
            <a:off x="6967065" y="5879745"/>
            <a:ext cx="1405168" cy="302454"/>
          </a:xfrm>
          <a:prstGeom prst="roundRect">
            <a:avLst/>
          </a:prstGeom>
          <a:ln w="19050">
            <a:solidFill>
              <a:schemeClr val="accent5">
                <a:lumMod val="2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串行加法器</a:t>
            </a:r>
          </a:p>
        </p:txBody>
      </p:sp>
      <p:sp>
        <p:nvSpPr>
          <p:cNvPr id="192" name="圆角矩形 191">
            <a:extLst>
              <a:ext uri="{FF2B5EF4-FFF2-40B4-BE49-F238E27FC236}">
                <a16:creationId xmlns:a16="http://schemas.microsoft.com/office/drawing/2014/main" id="{9B25AE78-AA29-FC49-A65E-BBE24DAD52C8}"/>
              </a:ext>
            </a:extLst>
          </p:cNvPr>
          <p:cNvSpPr/>
          <p:nvPr/>
        </p:nvSpPr>
        <p:spPr bwMode="auto">
          <a:xfrm>
            <a:off x="6967065" y="6342994"/>
            <a:ext cx="1405168" cy="302454"/>
          </a:xfrm>
          <a:prstGeom prst="roundRect">
            <a:avLst/>
          </a:prstGeom>
          <a:ln w="19050">
            <a:solidFill>
              <a:schemeClr val="accent5">
                <a:lumMod val="2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超前进位</a:t>
            </a:r>
          </a:p>
        </p:txBody>
      </p:sp>
      <p:cxnSp>
        <p:nvCxnSpPr>
          <p:cNvPr id="193" name="肘形连接符 192">
            <a:extLst>
              <a:ext uri="{FF2B5EF4-FFF2-40B4-BE49-F238E27FC236}">
                <a16:creationId xmlns:a16="http://schemas.microsoft.com/office/drawing/2014/main" id="{A6B980E9-5E01-8345-B114-7492C680D6BF}"/>
              </a:ext>
            </a:extLst>
          </p:cNvPr>
          <p:cNvCxnSpPr>
            <a:cxnSpLocks/>
            <a:stCxn id="176" idx="3"/>
            <a:endCxn id="191" idx="1"/>
          </p:cNvCxnSpPr>
          <p:nvPr/>
        </p:nvCxnSpPr>
        <p:spPr bwMode="auto">
          <a:xfrm flipV="1">
            <a:off x="6506666" y="6030972"/>
            <a:ext cx="460399" cy="465916"/>
          </a:xfrm>
          <a:prstGeom prst="bentConnector3">
            <a:avLst>
              <a:gd name="adj1" fmla="val 50000"/>
            </a:avLst>
          </a:prstGeom>
          <a:solidFill>
            <a:schemeClr val="accent1"/>
          </a:solidFill>
          <a:ln w="38100" cap="flat" cmpd="sng" algn="ctr">
            <a:solidFill>
              <a:schemeClr val="accent5">
                <a:lumMod val="25000"/>
              </a:schemeClr>
            </a:solidFill>
            <a:prstDash val="solid"/>
            <a:round/>
            <a:headEnd type="none" w="med" len="med"/>
            <a:tailEnd type="triangle"/>
          </a:ln>
          <a:effectLst/>
        </p:spPr>
      </p:cxnSp>
      <p:cxnSp>
        <p:nvCxnSpPr>
          <p:cNvPr id="196" name="肘形连接符 195">
            <a:extLst>
              <a:ext uri="{FF2B5EF4-FFF2-40B4-BE49-F238E27FC236}">
                <a16:creationId xmlns:a16="http://schemas.microsoft.com/office/drawing/2014/main" id="{CA6DB8CF-7EBC-694D-B8B5-13CC33A045AB}"/>
              </a:ext>
            </a:extLst>
          </p:cNvPr>
          <p:cNvCxnSpPr>
            <a:cxnSpLocks/>
            <a:stCxn id="176" idx="3"/>
            <a:endCxn id="192" idx="1"/>
          </p:cNvCxnSpPr>
          <p:nvPr/>
        </p:nvCxnSpPr>
        <p:spPr bwMode="auto">
          <a:xfrm flipV="1">
            <a:off x="6506666" y="6494221"/>
            <a:ext cx="460399" cy="2667"/>
          </a:xfrm>
          <a:prstGeom prst="bentConnector3">
            <a:avLst>
              <a:gd name="adj1" fmla="val 50000"/>
            </a:avLst>
          </a:prstGeom>
          <a:solidFill>
            <a:schemeClr val="accent1"/>
          </a:solidFill>
          <a:ln w="38100" cap="flat" cmpd="sng" algn="ctr">
            <a:solidFill>
              <a:schemeClr val="accent5">
                <a:lumMod val="25000"/>
              </a:schemeClr>
            </a:solidFill>
            <a:prstDash val="solid"/>
            <a:round/>
            <a:headEnd type="none" w="med" len="med"/>
            <a:tailEnd type="triangle"/>
          </a:ln>
          <a:effectLst/>
        </p:spPr>
      </p:cxnSp>
      <p:sp>
        <p:nvSpPr>
          <p:cNvPr id="56" name="圆角矩形 127">
            <a:extLst>
              <a:ext uri="{FF2B5EF4-FFF2-40B4-BE49-F238E27FC236}">
                <a16:creationId xmlns:a16="http://schemas.microsoft.com/office/drawing/2014/main" id="{C1FF58BE-CF3E-504D-A4BA-DE4EADCCE769}"/>
              </a:ext>
            </a:extLst>
          </p:cNvPr>
          <p:cNvSpPr/>
          <p:nvPr/>
        </p:nvSpPr>
        <p:spPr bwMode="auto">
          <a:xfrm>
            <a:off x="4649192" y="4910546"/>
            <a:ext cx="1892519" cy="365969"/>
          </a:xfrm>
          <a:prstGeom prst="roundRect">
            <a:avLst/>
          </a:prstGeom>
          <a:ln w="19050">
            <a:solidFill>
              <a:schemeClr val="accent5">
                <a:lumMod val="2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zh-CN" altLang="en-US" sz="1800" b="0" dirty="0">
                <a:solidFill>
                  <a:schemeClr val="tx1"/>
                </a:solidFill>
                <a:latin typeface="黑体" panose="02010609060101010101" pitchFamily="49" charset="-122"/>
                <a:ea typeface="黑体" panose="02010609060101010101" pitchFamily="49" charset="-122"/>
              </a:rPr>
              <a:t>原因及消除方法</a:t>
            </a:r>
            <a:endParaRPr kumimoji="0" lang="zh-CN" altLang="en-US"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p:txBody>
      </p:sp>
      <p:sp>
        <p:nvSpPr>
          <p:cNvPr id="57" name="灯片编号占位符 6">
            <a:extLst>
              <a:ext uri="{FF2B5EF4-FFF2-40B4-BE49-F238E27FC236}">
                <a16:creationId xmlns:a16="http://schemas.microsoft.com/office/drawing/2014/main" id="{F440DCF6-8D6D-CF4B-AFCA-0D6546BEA7D0}"/>
              </a:ext>
            </a:extLst>
          </p:cNvPr>
          <p:cNvSpPr txBox="1">
            <a:spLocks/>
          </p:cNvSpPr>
          <p:nvPr/>
        </p:nvSpPr>
        <p:spPr bwMode="auto">
          <a:xfrm>
            <a:off x="6553200" y="6265860"/>
            <a:ext cx="213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4600" b="1" kern="1200">
                <a:solidFill>
                  <a:srgbClr val="FF3300"/>
                </a:solidFill>
                <a:latin typeface="Garamond" pitchFamily="18" charset="0"/>
                <a:ea typeface="宋体" charset="-122"/>
                <a:cs typeface="+mn-cs"/>
              </a:defRPr>
            </a:lvl1pPr>
            <a:lvl2pPr marL="742950" indent="-28575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2pPr>
            <a:lvl3pPr marL="11430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3pPr>
            <a:lvl4pPr marL="16002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4pPr>
            <a:lvl5pPr marL="20574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5pPr>
            <a:lvl6pPr marL="25146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6pPr>
            <a:lvl7pPr marL="29718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7pPr>
            <a:lvl8pPr marL="34290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8pPr>
            <a:lvl9pPr marL="38862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9pPr>
          </a:lstStyle>
          <a:p>
            <a:pPr eaLnBrk="1" hangingPunct="1"/>
            <a:fld id="{CCE6D788-BCB5-407E-9DED-68D155892338}" type="slidenum">
              <a:rPr lang="en-US" altLang="zh-CN" sz="1400" smtClean="0">
                <a:solidFill>
                  <a:schemeClr val="tx1"/>
                </a:solidFill>
                <a:latin typeface="+mn-lt"/>
              </a:rPr>
              <a:pPr eaLnBrk="1" hangingPunct="1"/>
              <a:t>96</a:t>
            </a:fld>
            <a:endParaRPr lang="en-US" altLang="zh-CN" sz="1400" dirty="0">
              <a:solidFill>
                <a:schemeClr val="tx1"/>
              </a:solidFill>
              <a:latin typeface="+mn-lt"/>
            </a:endParaRPr>
          </a:p>
        </p:txBody>
      </p:sp>
    </p:spTree>
    <p:extLst>
      <p:ext uri="{BB962C8B-B14F-4D97-AF65-F5344CB8AC3E}">
        <p14:creationId xmlns:p14="http://schemas.microsoft.com/office/powerpoint/2010/main" val="421044944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82E98-7107-CC4C-8D19-F4F4958631EB}"/>
              </a:ext>
            </a:extLst>
          </p:cNvPr>
          <p:cNvSpPr>
            <a:spLocks noGrp="1"/>
          </p:cNvSpPr>
          <p:nvPr>
            <p:ph type="title"/>
          </p:nvPr>
        </p:nvSpPr>
        <p:spPr/>
        <p:txBody>
          <a:bodyPr/>
          <a:lstStyle/>
          <a:p>
            <a:r>
              <a:rPr lang="zh-CN" altLang="en-US" b="1" dirty="0"/>
              <a:t>作业</a:t>
            </a:r>
            <a:endParaRPr lang="en-CN" b="1" dirty="0"/>
          </a:p>
        </p:txBody>
      </p:sp>
      <p:sp>
        <p:nvSpPr>
          <p:cNvPr id="3" name="Content Placeholder 2">
            <a:extLst>
              <a:ext uri="{FF2B5EF4-FFF2-40B4-BE49-F238E27FC236}">
                <a16:creationId xmlns:a16="http://schemas.microsoft.com/office/drawing/2014/main" id="{D2ADB455-5112-9F4A-8D4E-504BFBBCF4B2}"/>
              </a:ext>
            </a:extLst>
          </p:cNvPr>
          <p:cNvSpPr>
            <a:spLocks noGrp="1"/>
          </p:cNvSpPr>
          <p:nvPr>
            <p:ph idx="1"/>
          </p:nvPr>
        </p:nvSpPr>
        <p:spPr>
          <a:xfrm>
            <a:off x="461527" y="1500473"/>
            <a:ext cx="8229600" cy="5221002"/>
          </a:xfrm>
        </p:spPr>
        <p:txBody>
          <a:bodyPr/>
          <a:lstStyle/>
          <a:p>
            <a:r>
              <a:rPr lang="zh-CN" altLang="en-US" sz="2800" dirty="0"/>
              <a:t>要求</a:t>
            </a:r>
            <a:endParaRPr lang="en-CN" sz="2800" dirty="0"/>
          </a:p>
          <a:p>
            <a:pPr lvl="1"/>
            <a:r>
              <a:rPr lang="zh-CN" altLang="en-US" sz="2400" dirty="0"/>
              <a:t>线上交</a:t>
            </a:r>
            <a:r>
              <a:rPr lang="zh-CN" altLang="en-US" sz="2400" b="1" dirty="0">
                <a:solidFill>
                  <a:srgbClr val="3333FF"/>
                </a:solidFill>
              </a:rPr>
              <a:t>电子版</a:t>
            </a:r>
            <a:endParaRPr lang="en-US" altLang="zh-CN" sz="2400" dirty="0"/>
          </a:p>
          <a:p>
            <a:pPr lvl="1"/>
            <a:r>
              <a:rPr lang="zh-CN" altLang="en-US" sz="2400" dirty="0"/>
              <a:t>不要抄袭，迟交一周内扣</a:t>
            </a:r>
            <a:r>
              <a:rPr lang="en-US" altLang="zh-CN" sz="2400" dirty="0"/>
              <a:t>50%</a:t>
            </a:r>
            <a:r>
              <a:rPr lang="zh-CN" altLang="en-US" sz="2400" dirty="0"/>
              <a:t>，答案公布后再交不给分</a:t>
            </a:r>
            <a:endParaRPr lang="en-US" sz="2400" dirty="0"/>
          </a:p>
          <a:p>
            <a:r>
              <a:rPr lang="zh-CN" altLang="en-US" sz="2800" dirty="0"/>
              <a:t>本次作业</a:t>
            </a:r>
            <a:endParaRPr lang="en-CN" sz="2800" dirty="0"/>
          </a:p>
          <a:p>
            <a:pPr lvl="1"/>
            <a:r>
              <a:rPr lang="zh-CN" altLang="en-US" sz="2400" dirty="0"/>
              <a:t>网络学堂作业区</a:t>
            </a:r>
            <a:endParaRPr lang="en-US" altLang="zh-CN" sz="2400" dirty="0"/>
          </a:p>
        </p:txBody>
      </p:sp>
      <p:sp>
        <p:nvSpPr>
          <p:cNvPr id="5" name="Slide Number Placeholder 4">
            <a:extLst>
              <a:ext uri="{FF2B5EF4-FFF2-40B4-BE49-F238E27FC236}">
                <a16:creationId xmlns:a16="http://schemas.microsoft.com/office/drawing/2014/main" id="{ADB4F480-629E-2145-96F8-694326423B70}"/>
              </a:ext>
            </a:extLst>
          </p:cNvPr>
          <p:cNvSpPr>
            <a:spLocks noGrp="1"/>
          </p:cNvSpPr>
          <p:nvPr>
            <p:ph type="sldNum" sz="quarter" idx="12"/>
          </p:nvPr>
        </p:nvSpPr>
        <p:spPr/>
        <p:txBody>
          <a:bodyPr/>
          <a:lstStyle/>
          <a:p>
            <a:pPr>
              <a:defRPr/>
            </a:pPr>
            <a:fld id="{A88D0608-5506-4AD0-BB9E-DF761E8BFA1F}" type="slidenum">
              <a:rPr lang="zh-CN" altLang="en-US" smtClean="0"/>
              <a:pPr>
                <a:defRPr/>
              </a:pPr>
              <a:t>97</a:t>
            </a:fld>
            <a:endParaRPr lang="en-US" altLang="zh-CN" dirty="0"/>
          </a:p>
        </p:txBody>
      </p:sp>
    </p:spTree>
    <p:extLst>
      <p:ext uri="{BB962C8B-B14F-4D97-AF65-F5344CB8AC3E}">
        <p14:creationId xmlns:p14="http://schemas.microsoft.com/office/powerpoint/2010/main" val="30386261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960DF0-511D-A8AE-CCF8-71373903F25C}"/>
              </a:ext>
            </a:extLst>
          </p:cNvPr>
          <p:cNvSpPr>
            <a:spLocks noGrp="1"/>
          </p:cNvSpPr>
          <p:nvPr>
            <p:ph type="title"/>
          </p:nvPr>
        </p:nvSpPr>
        <p:spPr/>
        <p:txBody>
          <a:bodyPr/>
          <a:lstStyle/>
          <a:p>
            <a:r>
              <a:rPr kumimoji="1" lang="zh-CN" altLang="en-US" b="1" dirty="0"/>
              <a:t>补充阅读内容</a:t>
            </a:r>
          </a:p>
        </p:txBody>
      </p:sp>
      <p:sp>
        <p:nvSpPr>
          <p:cNvPr id="3" name="内容占位符 2">
            <a:extLst>
              <a:ext uri="{FF2B5EF4-FFF2-40B4-BE49-F238E27FC236}">
                <a16:creationId xmlns:a16="http://schemas.microsoft.com/office/drawing/2014/main" id="{8142F937-2CFB-CF25-29FC-2BAE2F7F8832}"/>
              </a:ext>
            </a:extLst>
          </p:cNvPr>
          <p:cNvSpPr>
            <a:spLocks noGrp="1"/>
          </p:cNvSpPr>
          <p:nvPr>
            <p:ph idx="1"/>
          </p:nvPr>
        </p:nvSpPr>
        <p:spPr/>
        <p:txBody>
          <a:bodyPr/>
          <a:lstStyle/>
          <a:p>
            <a:r>
              <a:rPr kumimoji="1" lang="en-US" altLang="zh-CN" sz="3200" b="1" dirty="0"/>
              <a:t>CMOS</a:t>
            </a:r>
            <a:r>
              <a:rPr kumimoji="1" lang="zh-CN" altLang="en-US" sz="3200" b="1" dirty="0"/>
              <a:t>逻辑门电路结构</a:t>
            </a:r>
          </a:p>
        </p:txBody>
      </p:sp>
      <p:sp>
        <p:nvSpPr>
          <p:cNvPr id="4" name="灯片编号占位符 3">
            <a:extLst>
              <a:ext uri="{FF2B5EF4-FFF2-40B4-BE49-F238E27FC236}">
                <a16:creationId xmlns:a16="http://schemas.microsoft.com/office/drawing/2014/main" id="{020F3F14-CFBD-49C4-FF95-AEB3C50A5DDA}"/>
              </a:ext>
            </a:extLst>
          </p:cNvPr>
          <p:cNvSpPr>
            <a:spLocks noGrp="1"/>
          </p:cNvSpPr>
          <p:nvPr>
            <p:ph type="sldNum" sz="quarter" idx="12"/>
          </p:nvPr>
        </p:nvSpPr>
        <p:spPr/>
        <p:txBody>
          <a:bodyPr/>
          <a:lstStyle/>
          <a:p>
            <a:pPr>
              <a:defRPr/>
            </a:pPr>
            <a:fld id="{A88D0608-5506-4AD0-BB9E-DF761E8BFA1F}" type="slidenum">
              <a:rPr lang="zh-CN" altLang="en-US" smtClean="0"/>
              <a:pPr>
                <a:defRPr/>
              </a:pPr>
              <a:t>98</a:t>
            </a:fld>
            <a:endParaRPr lang="en-US" altLang="zh-CN"/>
          </a:p>
        </p:txBody>
      </p:sp>
    </p:spTree>
    <p:extLst>
      <p:ext uri="{BB962C8B-B14F-4D97-AF65-F5344CB8AC3E}">
        <p14:creationId xmlns:p14="http://schemas.microsoft.com/office/powerpoint/2010/main" val="36864256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1D589A4-478D-E047-A8E0-CA9F7CC8B1B5}"/>
              </a:ext>
            </a:extLst>
          </p:cNvPr>
          <p:cNvSpPr>
            <a:spLocks noGrp="1"/>
          </p:cNvSpPr>
          <p:nvPr>
            <p:ph type="title"/>
          </p:nvPr>
        </p:nvSpPr>
        <p:spPr/>
        <p:txBody>
          <a:bodyPr/>
          <a:lstStyle/>
          <a:p>
            <a:r>
              <a:rPr lang="en-US" altLang="zh-CN" sz="4000" dirty="0"/>
              <a:t>CMOS </a:t>
            </a:r>
            <a:r>
              <a:rPr lang="zh-CN" altLang="en-US" sz="4000" dirty="0"/>
              <a:t>非门</a:t>
            </a:r>
            <a:endParaRPr lang="en-US" sz="4000" dirty="0"/>
          </a:p>
        </p:txBody>
      </p:sp>
      <p:cxnSp>
        <p:nvCxnSpPr>
          <p:cNvPr id="4" name="直线连接符 3">
            <a:extLst>
              <a:ext uri="{FF2B5EF4-FFF2-40B4-BE49-F238E27FC236}">
                <a16:creationId xmlns:a16="http://schemas.microsoft.com/office/drawing/2014/main" id="{6C238A0B-6C5F-F547-A1B6-C364FD71892A}"/>
              </a:ext>
            </a:extLst>
          </p:cNvPr>
          <p:cNvCxnSpPr>
            <a:cxnSpLocks/>
          </p:cNvCxnSpPr>
          <p:nvPr/>
        </p:nvCxnSpPr>
        <p:spPr bwMode="auto">
          <a:xfrm>
            <a:off x="2807748" y="2276872"/>
            <a:ext cx="0" cy="720080"/>
          </a:xfrm>
          <a:prstGeom prst="line">
            <a:avLst/>
          </a:prstGeom>
          <a:solidFill>
            <a:schemeClr val="accent1"/>
          </a:solidFill>
          <a:ln w="28575" cap="rnd" cmpd="sng" algn="ctr">
            <a:solidFill>
              <a:schemeClr val="accent1">
                <a:lumMod val="75000"/>
              </a:schemeClr>
            </a:solidFill>
            <a:prstDash val="solid"/>
            <a:round/>
            <a:headEnd type="none" w="med" len="med"/>
            <a:tailEnd type="none" w="med" len="med"/>
          </a:ln>
          <a:effectLst/>
        </p:spPr>
      </p:cxnSp>
      <p:cxnSp>
        <p:nvCxnSpPr>
          <p:cNvPr id="9" name="直线连接符 8">
            <a:extLst>
              <a:ext uri="{FF2B5EF4-FFF2-40B4-BE49-F238E27FC236}">
                <a16:creationId xmlns:a16="http://schemas.microsoft.com/office/drawing/2014/main" id="{802818F9-4C75-5445-B198-BD669DE02B85}"/>
              </a:ext>
            </a:extLst>
          </p:cNvPr>
          <p:cNvCxnSpPr/>
          <p:nvPr/>
        </p:nvCxnSpPr>
        <p:spPr bwMode="auto">
          <a:xfrm flipH="1">
            <a:off x="2627728" y="2996952"/>
            <a:ext cx="180020" cy="0"/>
          </a:xfrm>
          <a:prstGeom prst="line">
            <a:avLst/>
          </a:prstGeom>
          <a:solidFill>
            <a:schemeClr val="accent1"/>
          </a:solidFill>
          <a:ln w="28575" cap="rnd" cmpd="sng" algn="ctr">
            <a:solidFill>
              <a:schemeClr val="accent1">
                <a:lumMod val="75000"/>
              </a:schemeClr>
            </a:solidFill>
            <a:prstDash val="solid"/>
            <a:round/>
            <a:headEnd type="none" w="med" len="med"/>
            <a:tailEnd type="triangle" w="med" len="med"/>
          </a:ln>
          <a:effectLst/>
        </p:spPr>
      </p:cxnSp>
      <p:cxnSp>
        <p:nvCxnSpPr>
          <p:cNvPr id="17" name="直线连接符 16">
            <a:extLst>
              <a:ext uri="{FF2B5EF4-FFF2-40B4-BE49-F238E27FC236}">
                <a16:creationId xmlns:a16="http://schemas.microsoft.com/office/drawing/2014/main" id="{A2DC7A89-0B58-7946-81B4-203052A8EFC5}"/>
              </a:ext>
            </a:extLst>
          </p:cNvPr>
          <p:cNvCxnSpPr>
            <a:cxnSpLocks/>
          </p:cNvCxnSpPr>
          <p:nvPr/>
        </p:nvCxnSpPr>
        <p:spPr bwMode="auto">
          <a:xfrm>
            <a:off x="2627728" y="2996952"/>
            <a:ext cx="0" cy="504056"/>
          </a:xfrm>
          <a:prstGeom prst="line">
            <a:avLst/>
          </a:prstGeom>
          <a:solidFill>
            <a:schemeClr val="accent1"/>
          </a:solidFill>
          <a:ln w="28575" cap="sq" cmpd="sng" algn="ctr">
            <a:solidFill>
              <a:schemeClr val="accent1">
                <a:lumMod val="75000"/>
              </a:schemeClr>
            </a:solidFill>
            <a:prstDash val="solid"/>
            <a:round/>
            <a:headEnd type="none" w="med" len="med"/>
            <a:tailEnd type="none" w="med" len="med"/>
          </a:ln>
          <a:effectLst/>
        </p:spPr>
      </p:cxnSp>
      <p:cxnSp>
        <p:nvCxnSpPr>
          <p:cNvPr id="19" name="直线连接符 18">
            <a:extLst>
              <a:ext uri="{FF2B5EF4-FFF2-40B4-BE49-F238E27FC236}">
                <a16:creationId xmlns:a16="http://schemas.microsoft.com/office/drawing/2014/main" id="{2746DE97-E279-5A47-981E-F466A0EDE7D3}"/>
              </a:ext>
            </a:extLst>
          </p:cNvPr>
          <p:cNvCxnSpPr>
            <a:cxnSpLocks/>
          </p:cNvCxnSpPr>
          <p:nvPr/>
        </p:nvCxnSpPr>
        <p:spPr bwMode="auto">
          <a:xfrm>
            <a:off x="2627728" y="3501008"/>
            <a:ext cx="208244" cy="0"/>
          </a:xfrm>
          <a:prstGeom prst="line">
            <a:avLst/>
          </a:prstGeom>
          <a:solidFill>
            <a:schemeClr val="accent1"/>
          </a:solidFill>
          <a:ln w="28575" cap="rnd" cmpd="sng" algn="ctr">
            <a:solidFill>
              <a:schemeClr val="accent1">
                <a:lumMod val="75000"/>
              </a:schemeClr>
            </a:solidFill>
            <a:prstDash val="solid"/>
            <a:round/>
            <a:headEnd type="none" w="med" len="med"/>
            <a:tailEnd type="none" w="med" len="med"/>
          </a:ln>
          <a:effectLst/>
        </p:spPr>
      </p:cxnSp>
      <p:cxnSp>
        <p:nvCxnSpPr>
          <p:cNvPr id="21" name="直线连接符 20">
            <a:extLst>
              <a:ext uri="{FF2B5EF4-FFF2-40B4-BE49-F238E27FC236}">
                <a16:creationId xmlns:a16="http://schemas.microsoft.com/office/drawing/2014/main" id="{6138407A-B6BC-2D47-865F-99CA16EDD1C3}"/>
              </a:ext>
            </a:extLst>
          </p:cNvPr>
          <p:cNvCxnSpPr>
            <a:cxnSpLocks/>
          </p:cNvCxnSpPr>
          <p:nvPr/>
        </p:nvCxnSpPr>
        <p:spPr bwMode="auto">
          <a:xfrm>
            <a:off x="2483712" y="2996952"/>
            <a:ext cx="0" cy="504056"/>
          </a:xfrm>
          <a:prstGeom prst="line">
            <a:avLst/>
          </a:prstGeom>
          <a:solidFill>
            <a:schemeClr val="accent1"/>
          </a:solidFill>
          <a:ln w="28575" cap="sq" cmpd="sng" algn="ctr">
            <a:solidFill>
              <a:schemeClr val="accent1">
                <a:lumMod val="75000"/>
              </a:schemeClr>
            </a:solidFill>
            <a:prstDash val="solid"/>
            <a:round/>
            <a:headEnd type="none" w="med" len="med"/>
            <a:tailEnd type="none" w="med" len="med"/>
          </a:ln>
          <a:effectLst/>
        </p:spPr>
      </p:cxnSp>
      <p:cxnSp>
        <p:nvCxnSpPr>
          <p:cNvPr id="22" name="直线连接符 21">
            <a:extLst>
              <a:ext uri="{FF2B5EF4-FFF2-40B4-BE49-F238E27FC236}">
                <a16:creationId xmlns:a16="http://schemas.microsoft.com/office/drawing/2014/main" id="{004FD531-5682-B14E-AE39-565080436974}"/>
              </a:ext>
            </a:extLst>
          </p:cNvPr>
          <p:cNvCxnSpPr>
            <a:cxnSpLocks/>
          </p:cNvCxnSpPr>
          <p:nvPr/>
        </p:nvCxnSpPr>
        <p:spPr bwMode="auto">
          <a:xfrm>
            <a:off x="1979712" y="3248980"/>
            <a:ext cx="504000" cy="0"/>
          </a:xfrm>
          <a:prstGeom prst="line">
            <a:avLst/>
          </a:prstGeom>
          <a:solidFill>
            <a:schemeClr val="accent1"/>
          </a:solidFill>
          <a:ln w="28575" cap="sq" cmpd="sng" algn="ctr">
            <a:solidFill>
              <a:schemeClr val="accent1">
                <a:lumMod val="75000"/>
              </a:schemeClr>
            </a:solidFill>
            <a:prstDash val="solid"/>
            <a:round/>
            <a:headEnd type="none" w="med" len="med"/>
            <a:tailEnd type="none" w="med" len="med"/>
          </a:ln>
          <a:effectLst/>
        </p:spPr>
      </p:cxnSp>
      <p:cxnSp>
        <p:nvCxnSpPr>
          <p:cNvPr id="24" name="直线连接符 23">
            <a:extLst>
              <a:ext uri="{FF2B5EF4-FFF2-40B4-BE49-F238E27FC236}">
                <a16:creationId xmlns:a16="http://schemas.microsoft.com/office/drawing/2014/main" id="{C96657DA-C0D4-294C-89DE-C9E614F8D2CD}"/>
              </a:ext>
            </a:extLst>
          </p:cNvPr>
          <p:cNvCxnSpPr>
            <a:cxnSpLocks/>
          </p:cNvCxnSpPr>
          <p:nvPr/>
        </p:nvCxnSpPr>
        <p:spPr bwMode="auto">
          <a:xfrm>
            <a:off x="2699736" y="2276872"/>
            <a:ext cx="208244" cy="0"/>
          </a:xfrm>
          <a:prstGeom prst="line">
            <a:avLst/>
          </a:prstGeom>
          <a:solidFill>
            <a:schemeClr val="accent1"/>
          </a:solidFill>
          <a:ln w="28575" cap="rnd" cmpd="sng" algn="ctr">
            <a:solidFill>
              <a:schemeClr val="accent1">
                <a:lumMod val="75000"/>
              </a:schemeClr>
            </a:solidFill>
            <a:prstDash val="solid"/>
            <a:round/>
            <a:headEnd type="none" w="med" len="med"/>
            <a:tailEnd type="none" w="med" len="med"/>
          </a:ln>
          <a:effectLst/>
        </p:spPr>
      </p:cxnSp>
      <p:cxnSp>
        <p:nvCxnSpPr>
          <p:cNvPr id="25" name="直线连接符 24">
            <a:extLst>
              <a:ext uri="{FF2B5EF4-FFF2-40B4-BE49-F238E27FC236}">
                <a16:creationId xmlns:a16="http://schemas.microsoft.com/office/drawing/2014/main" id="{733AC8AF-1EFB-B848-A564-3B119F57924E}"/>
              </a:ext>
            </a:extLst>
          </p:cNvPr>
          <p:cNvCxnSpPr>
            <a:cxnSpLocks/>
          </p:cNvCxnSpPr>
          <p:nvPr/>
        </p:nvCxnSpPr>
        <p:spPr bwMode="auto">
          <a:xfrm>
            <a:off x="2843752" y="3501008"/>
            <a:ext cx="0" cy="432000"/>
          </a:xfrm>
          <a:prstGeom prst="line">
            <a:avLst/>
          </a:prstGeom>
          <a:solidFill>
            <a:schemeClr val="accent1"/>
          </a:solidFill>
          <a:ln w="28575" cap="sq" cmpd="sng" algn="ctr">
            <a:solidFill>
              <a:schemeClr val="accent1">
                <a:lumMod val="75000"/>
              </a:schemeClr>
            </a:solidFill>
            <a:prstDash val="solid"/>
            <a:round/>
            <a:headEnd type="none" w="med" len="med"/>
            <a:tailEnd type="none" w="med" len="med"/>
          </a:ln>
          <a:effectLst/>
        </p:spPr>
      </p:cxnSp>
      <p:cxnSp>
        <p:nvCxnSpPr>
          <p:cNvPr id="27" name="直线连接符 26">
            <a:extLst>
              <a:ext uri="{FF2B5EF4-FFF2-40B4-BE49-F238E27FC236}">
                <a16:creationId xmlns:a16="http://schemas.microsoft.com/office/drawing/2014/main" id="{32828870-1F08-E940-84BC-16A358149F7E}"/>
              </a:ext>
            </a:extLst>
          </p:cNvPr>
          <p:cNvCxnSpPr>
            <a:cxnSpLocks/>
          </p:cNvCxnSpPr>
          <p:nvPr/>
        </p:nvCxnSpPr>
        <p:spPr bwMode="auto">
          <a:xfrm>
            <a:off x="2843752" y="3897052"/>
            <a:ext cx="0" cy="432000"/>
          </a:xfrm>
          <a:prstGeom prst="line">
            <a:avLst/>
          </a:prstGeom>
          <a:solidFill>
            <a:schemeClr val="accent1"/>
          </a:solidFill>
          <a:ln w="28575" cap="rnd" cmpd="sng" algn="ctr">
            <a:solidFill>
              <a:srgbClr val="FF0000"/>
            </a:solidFill>
            <a:prstDash val="solid"/>
            <a:round/>
            <a:headEnd type="none" w="med" len="med"/>
            <a:tailEnd type="none" w="med" len="med"/>
          </a:ln>
          <a:effectLst/>
        </p:spPr>
      </p:cxnSp>
      <p:cxnSp>
        <p:nvCxnSpPr>
          <p:cNvPr id="28" name="直线连接符 27">
            <a:extLst>
              <a:ext uri="{FF2B5EF4-FFF2-40B4-BE49-F238E27FC236}">
                <a16:creationId xmlns:a16="http://schemas.microsoft.com/office/drawing/2014/main" id="{72E0D650-46D4-8E42-8268-F07D57245D72}"/>
              </a:ext>
            </a:extLst>
          </p:cNvPr>
          <p:cNvCxnSpPr>
            <a:cxnSpLocks/>
          </p:cNvCxnSpPr>
          <p:nvPr/>
        </p:nvCxnSpPr>
        <p:spPr bwMode="auto">
          <a:xfrm>
            <a:off x="2627728" y="4329100"/>
            <a:ext cx="0" cy="504056"/>
          </a:xfrm>
          <a:prstGeom prst="line">
            <a:avLst/>
          </a:prstGeom>
          <a:solidFill>
            <a:schemeClr val="accent1"/>
          </a:solidFill>
          <a:ln w="28575" cap="sq" cmpd="sng" algn="ctr">
            <a:solidFill>
              <a:srgbClr val="FF0000"/>
            </a:solidFill>
            <a:prstDash val="solid"/>
            <a:round/>
            <a:headEnd type="none" w="med" len="med"/>
            <a:tailEnd type="none" w="med" len="med"/>
          </a:ln>
          <a:effectLst/>
        </p:spPr>
      </p:cxnSp>
      <p:cxnSp>
        <p:nvCxnSpPr>
          <p:cNvPr id="29" name="直线连接符 28">
            <a:extLst>
              <a:ext uri="{FF2B5EF4-FFF2-40B4-BE49-F238E27FC236}">
                <a16:creationId xmlns:a16="http://schemas.microsoft.com/office/drawing/2014/main" id="{0E162E5B-82CE-EC40-9527-16A45BD65FBC}"/>
              </a:ext>
            </a:extLst>
          </p:cNvPr>
          <p:cNvCxnSpPr>
            <a:cxnSpLocks/>
          </p:cNvCxnSpPr>
          <p:nvPr/>
        </p:nvCxnSpPr>
        <p:spPr bwMode="auto">
          <a:xfrm>
            <a:off x="2483712" y="4329100"/>
            <a:ext cx="0" cy="504056"/>
          </a:xfrm>
          <a:prstGeom prst="line">
            <a:avLst/>
          </a:prstGeom>
          <a:solidFill>
            <a:schemeClr val="accent1"/>
          </a:solidFill>
          <a:ln w="28575" cap="sq" cmpd="sng" algn="ctr">
            <a:solidFill>
              <a:srgbClr val="FF0000"/>
            </a:solidFill>
            <a:prstDash val="solid"/>
            <a:round/>
            <a:headEnd type="none" w="med" len="med"/>
            <a:tailEnd type="none" w="med" len="med"/>
          </a:ln>
          <a:effectLst/>
        </p:spPr>
      </p:cxnSp>
      <p:cxnSp>
        <p:nvCxnSpPr>
          <p:cNvPr id="30" name="直线连接符 29">
            <a:extLst>
              <a:ext uri="{FF2B5EF4-FFF2-40B4-BE49-F238E27FC236}">
                <a16:creationId xmlns:a16="http://schemas.microsoft.com/office/drawing/2014/main" id="{E35A5B24-CD26-724D-87F4-9574AB9ABB84}"/>
              </a:ext>
            </a:extLst>
          </p:cNvPr>
          <p:cNvCxnSpPr>
            <a:cxnSpLocks/>
          </p:cNvCxnSpPr>
          <p:nvPr/>
        </p:nvCxnSpPr>
        <p:spPr bwMode="auto">
          <a:xfrm>
            <a:off x="1979656" y="4604054"/>
            <a:ext cx="504000" cy="0"/>
          </a:xfrm>
          <a:prstGeom prst="line">
            <a:avLst/>
          </a:prstGeom>
          <a:solidFill>
            <a:schemeClr val="accent1"/>
          </a:solidFill>
          <a:ln w="28575" cap="sq" cmpd="sng" algn="ctr">
            <a:solidFill>
              <a:srgbClr val="FF0000"/>
            </a:solidFill>
            <a:prstDash val="solid"/>
            <a:round/>
            <a:headEnd type="none" w="med" len="med"/>
            <a:tailEnd type="none" w="med" len="med"/>
          </a:ln>
          <a:effectLst/>
        </p:spPr>
      </p:cxnSp>
      <p:cxnSp>
        <p:nvCxnSpPr>
          <p:cNvPr id="31" name="直线连接符 30">
            <a:extLst>
              <a:ext uri="{FF2B5EF4-FFF2-40B4-BE49-F238E27FC236}">
                <a16:creationId xmlns:a16="http://schemas.microsoft.com/office/drawing/2014/main" id="{E13258A2-92A2-BF49-83A3-F088705228C6}"/>
              </a:ext>
            </a:extLst>
          </p:cNvPr>
          <p:cNvCxnSpPr>
            <a:cxnSpLocks/>
          </p:cNvCxnSpPr>
          <p:nvPr/>
        </p:nvCxnSpPr>
        <p:spPr bwMode="auto">
          <a:xfrm rot="5400000">
            <a:off x="2739352" y="4224700"/>
            <a:ext cx="0" cy="208800"/>
          </a:xfrm>
          <a:prstGeom prst="line">
            <a:avLst/>
          </a:prstGeom>
          <a:solidFill>
            <a:schemeClr val="accent1"/>
          </a:solidFill>
          <a:ln w="28575" cap="rnd" cmpd="sng" algn="ctr">
            <a:solidFill>
              <a:srgbClr val="FF0000"/>
            </a:solidFill>
            <a:prstDash val="solid"/>
            <a:round/>
            <a:headEnd type="none" w="med" len="med"/>
            <a:tailEnd type="none" w="med" len="med"/>
          </a:ln>
          <a:effectLst/>
        </p:spPr>
      </p:cxnSp>
      <p:cxnSp>
        <p:nvCxnSpPr>
          <p:cNvPr id="32" name="直线连接符 31">
            <a:extLst>
              <a:ext uri="{FF2B5EF4-FFF2-40B4-BE49-F238E27FC236}">
                <a16:creationId xmlns:a16="http://schemas.microsoft.com/office/drawing/2014/main" id="{20728F2A-B84A-6E44-903F-1C9D21B7F79A}"/>
              </a:ext>
            </a:extLst>
          </p:cNvPr>
          <p:cNvCxnSpPr>
            <a:cxnSpLocks/>
          </p:cNvCxnSpPr>
          <p:nvPr/>
        </p:nvCxnSpPr>
        <p:spPr bwMode="auto">
          <a:xfrm rot="10800000" flipH="1">
            <a:off x="2627728" y="4833156"/>
            <a:ext cx="180020" cy="0"/>
          </a:xfrm>
          <a:prstGeom prst="line">
            <a:avLst/>
          </a:prstGeom>
          <a:solidFill>
            <a:schemeClr val="accent1"/>
          </a:solidFill>
          <a:ln w="28575" cap="rnd" cmpd="sng" algn="ctr">
            <a:solidFill>
              <a:srgbClr val="FF0000"/>
            </a:solidFill>
            <a:prstDash val="solid"/>
            <a:round/>
            <a:headEnd type="none" w="med" len="med"/>
            <a:tailEnd type="triangle" w="med" len="med"/>
          </a:ln>
          <a:effectLst/>
        </p:spPr>
      </p:cxnSp>
      <p:cxnSp>
        <p:nvCxnSpPr>
          <p:cNvPr id="33" name="直线连接符 32">
            <a:extLst>
              <a:ext uri="{FF2B5EF4-FFF2-40B4-BE49-F238E27FC236}">
                <a16:creationId xmlns:a16="http://schemas.microsoft.com/office/drawing/2014/main" id="{2E660031-515D-274B-B9D7-FAA2AD4BDD17}"/>
              </a:ext>
            </a:extLst>
          </p:cNvPr>
          <p:cNvCxnSpPr>
            <a:cxnSpLocks/>
          </p:cNvCxnSpPr>
          <p:nvPr/>
        </p:nvCxnSpPr>
        <p:spPr bwMode="auto">
          <a:xfrm>
            <a:off x="2807748" y="4833156"/>
            <a:ext cx="0" cy="720080"/>
          </a:xfrm>
          <a:prstGeom prst="line">
            <a:avLst/>
          </a:prstGeom>
          <a:solidFill>
            <a:schemeClr val="accent1"/>
          </a:solidFill>
          <a:ln w="28575" cap="flat" cmpd="sng" algn="ctr">
            <a:solidFill>
              <a:srgbClr val="FF0000"/>
            </a:solidFill>
            <a:prstDash val="solid"/>
            <a:round/>
            <a:headEnd type="none" w="med" len="med"/>
            <a:tailEnd type="none" w="med" len="med"/>
          </a:ln>
          <a:effectLst/>
        </p:spPr>
      </p:cxnSp>
      <p:cxnSp>
        <p:nvCxnSpPr>
          <p:cNvPr id="34" name="直线连接符 33">
            <a:extLst>
              <a:ext uri="{FF2B5EF4-FFF2-40B4-BE49-F238E27FC236}">
                <a16:creationId xmlns:a16="http://schemas.microsoft.com/office/drawing/2014/main" id="{10ECFF1A-71D6-2F4E-9A2A-F9D6B95F5891}"/>
              </a:ext>
            </a:extLst>
          </p:cNvPr>
          <p:cNvCxnSpPr>
            <a:cxnSpLocks/>
          </p:cNvCxnSpPr>
          <p:nvPr/>
        </p:nvCxnSpPr>
        <p:spPr bwMode="auto">
          <a:xfrm>
            <a:off x="1972244" y="3248980"/>
            <a:ext cx="0" cy="1368200"/>
          </a:xfrm>
          <a:prstGeom prst="line">
            <a:avLst/>
          </a:prstGeom>
          <a:solidFill>
            <a:schemeClr val="accent1"/>
          </a:solidFill>
          <a:ln w="28575" cap="sq" cmpd="sng" algn="ctr">
            <a:solidFill>
              <a:schemeClr val="accent1">
                <a:lumMod val="75000"/>
              </a:schemeClr>
            </a:solidFill>
            <a:prstDash val="solid"/>
            <a:round/>
            <a:headEnd type="none" w="med" len="med"/>
            <a:tailEnd type="none" w="med" len="med"/>
          </a:ln>
          <a:effectLst/>
        </p:spPr>
      </p:cxnSp>
      <p:cxnSp>
        <p:nvCxnSpPr>
          <p:cNvPr id="38" name="直线连接符 37">
            <a:extLst>
              <a:ext uri="{FF2B5EF4-FFF2-40B4-BE49-F238E27FC236}">
                <a16:creationId xmlns:a16="http://schemas.microsoft.com/office/drawing/2014/main" id="{EF5BD398-485B-A747-A374-2E68017CEF4B}"/>
              </a:ext>
            </a:extLst>
          </p:cNvPr>
          <p:cNvCxnSpPr>
            <a:cxnSpLocks/>
          </p:cNvCxnSpPr>
          <p:nvPr/>
        </p:nvCxnSpPr>
        <p:spPr bwMode="auto">
          <a:xfrm>
            <a:off x="2627772" y="5553236"/>
            <a:ext cx="396000" cy="0"/>
          </a:xfrm>
          <a:prstGeom prst="line">
            <a:avLst/>
          </a:prstGeom>
          <a:solidFill>
            <a:schemeClr val="accent1"/>
          </a:solidFill>
          <a:ln w="28575" cap="rnd" cmpd="sng" algn="ctr">
            <a:solidFill>
              <a:schemeClr val="accent1">
                <a:lumMod val="75000"/>
              </a:schemeClr>
            </a:solidFill>
            <a:prstDash val="solid"/>
            <a:round/>
            <a:headEnd type="none" w="med" len="med"/>
            <a:tailEnd type="none" w="med" len="med"/>
          </a:ln>
          <a:effectLst/>
        </p:spPr>
      </p:cxnSp>
      <p:cxnSp>
        <p:nvCxnSpPr>
          <p:cNvPr id="39" name="直线连接符 38">
            <a:extLst>
              <a:ext uri="{FF2B5EF4-FFF2-40B4-BE49-F238E27FC236}">
                <a16:creationId xmlns:a16="http://schemas.microsoft.com/office/drawing/2014/main" id="{B2E44DA0-5D00-EF40-A125-E61578EC282D}"/>
              </a:ext>
            </a:extLst>
          </p:cNvPr>
          <p:cNvCxnSpPr>
            <a:cxnSpLocks/>
          </p:cNvCxnSpPr>
          <p:nvPr/>
        </p:nvCxnSpPr>
        <p:spPr bwMode="auto">
          <a:xfrm>
            <a:off x="2699764" y="5625244"/>
            <a:ext cx="252000" cy="0"/>
          </a:xfrm>
          <a:prstGeom prst="line">
            <a:avLst/>
          </a:prstGeom>
          <a:solidFill>
            <a:schemeClr val="accent1"/>
          </a:solidFill>
          <a:ln w="28575" cap="rnd" cmpd="sng" algn="ctr">
            <a:solidFill>
              <a:schemeClr val="accent1">
                <a:lumMod val="75000"/>
              </a:schemeClr>
            </a:solidFill>
            <a:prstDash val="solid"/>
            <a:round/>
            <a:headEnd type="none" w="med" len="med"/>
            <a:tailEnd type="none" w="med" len="med"/>
          </a:ln>
          <a:effectLst/>
        </p:spPr>
      </p:cxnSp>
      <p:cxnSp>
        <p:nvCxnSpPr>
          <p:cNvPr id="41" name="直线连接符 40">
            <a:extLst>
              <a:ext uri="{FF2B5EF4-FFF2-40B4-BE49-F238E27FC236}">
                <a16:creationId xmlns:a16="http://schemas.microsoft.com/office/drawing/2014/main" id="{1CC9BA0D-8EC5-AA46-A0E7-7C77E85752E0}"/>
              </a:ext>
            </a:extLst>
          </p:cNvPr>
          <p:cNvCxnSpPr>
            <a:cxnSpLocks/>
          </p:cNvCxnSpPr>
          <p:nvPr/>
        </p:nvCxnSpPr>
        <p:spPr bwMode="auto">
          <a:xfrm>
            <a:off x="2771756" y="5697252"/>
            <a:ext cx="108000" cy="0"/>
          </a:xfrm>
          <a:prstGeom prst="line">
            <a:avLst/>
          </a:prstGeom>
          <a:solidFill>
            <a:schemeClr val="accent1"/>
          </a:solidFill>
          <a:ln w="28575" cap="rnd" cmpd="sng" algn="ctr">
            <a:solidFill>
              <a:schemeClr val="accent1">
                <a:lumMod val="75000"/>
              </a:schemeClr>
            </a:solidFill>
            <a:prstDash val="solid"/>
            <a:round/>
            <a:headEnd type="none" w="med" len="med"/>
            <a:tailEnd type="none" w="med" len="med"/>
          </a:ln>
          <a:effectLst/>
        </p:spPr>
      </p:cxnSp>
      <p:cxnSp>
        <p:nvCxnSpPr>
          <p:cNvPr id="42" name="直线连接符 41">
            <a:extLst>
              <a:ext uri="{FF2B5EF4-FFF2-40B4-BE49-F238E27FC236}">
                <a16:creationId xmlns:a16="http://schemas.microsoft.com/office/drawing/2014/main" id="{0BF3581A-00BE-7D4D-9DEB-2F1F51362E1F}"/>
              </a:ext>
            </a:extLst>
          </p:cNvPr>
          <p:cNvCxnSpPr>
            <a:cxnSpLocks/>
          </p:cNvCxnSpPr>
          <p:nvPr/>
        </p:nvCxnSpPr>
        <p:spPr bwMode="auto">
          <a:xfrm>
            <a:off x="2851532" y="3897052"/>
            <a:ext cx="396000" cy="0"/>
          </a:xfrm>
          <a:prstGeom prst="line">
            <a:avLst/>
          </a:prstGeom>
          <a:solidFill>
            <a:schemeClr val="accent1"/>
          </a:solidFill>
          <a:ln w="28575" cap="rnd" cmpd="sng" algn="ctr">
            <a:solidFill>
              <a:schemeClr val="accent1">
                <a:lumMod val="75000"/>
              </a:schemeClr>
            </a:solidFill>
            <a:prstDash val="solid"/>
            <a:round/>
            <a:headEnd type="none" w="med" len="med"/>
            <a:tailEnd type="none" w="med" len="med"/>
          </a:ln>
          <a:effectLst/>
        </p:spPr>
      </p:cxnSp>
      <p:cxnSp>
        <p:nvCxnSpPr>
          <p:cNvPr id="43" name="直线连接符 42">
            <a:extLst>
              <a:ext uri="{FF2B5EF4-FFF2-40B4-BE49-F238E27FC236}">
                <a16:creationId xmlns:a16="http://schemas.microsoft.com/office/drawing/2014/main" id="{D0ED05BF-4991-574E-91B4-3FDA159B3CEE}"/>
              </a:ext>
            </a:extLst>
          </p:cNvPr>
          <p:cNvCxnSpPr>
            <a:cxnSpLocks/>
          </p:cNvCxnSpPr>
          <p:nvPr/>
        </p:nvCxnSpPr>
        <p:spPr bwMode="auto">
          <a:xfrm>
            <a:off x="1583612" y="3861048"/>
            <a:ext cx="396000" cy="0"/>
          </a:xfrm>
          <a:prstGeom prst="line">
            <a:avLst/>
          </a:prstGeom>
          <a:solidFill>
            <a:schemeClr val="accent1"/>
          </a:solidFill>
          <a:ln w="28575" cap="rnd" cmpd="sng" algn="ctr">
            <a:solidFill>
              <a:schemeClr val="accent1">
                <a:lumMod val="75000"/>
              </a:schemeClr>
            </a:solidFill>
            <a:prstDash val="solid"/>
            <a:round/>
            <a:headEnd type="none" w="med" len="med"/>
            <a:tailEnd type="none" w="med" len="med"/>
          </a:ln>
          <a:effectLst/>
        </p:spPr>
      </p:cxnSp>
      <p:sp>
        <p:nvSpPr>
          <p:cNvPr id="45" name="文本框 44">
            <a:extLst>
              <a:ext uri="{FF2B5EF4-FFF2-40B4-BE49-F238E27FC236}">
                <a16:creationId xmlns:a16="http://schemas.microsoft.com/office/drawing/2014/main" id="{67B34768-675C-4841-87D3-51759D2644AA}"/>
              </a:ext>
            </a:extLst>
          </p:cNvPr>
          <p:cNvSpPr txBox="1"/>
          <p:nvPr/>
        </p:nvSpPr>
        <p:spPr>
          <a:xfrm>
            <a:off x="2532077" y="1927672"/>
            <a:ext cx="712345" cy="307777"/>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dirty="0">
                <a:ln>
                  <a:noFill/>
                </a:ln>
                <a:solidFill>
                  <a:srgbClr val="000000"/>
                </a:solidFill>
                <a:effectLst/>
                <a:uLnTx/>
                <a:uFillTx/>
                <a:latin typeface="Arial" charset="0"/>
                <a:ea typeface="宋体" pitchFamily="2" charset="-122"/>
                <a:cs typeface="+mn-cs"/>
              </a:rPr>
              <a:t>VDD</a:t>
            </a:r>
            <a:endParaRPr kumimoji="1" lang="zh-CN" altLang="en-US" sz="1400" b="0" i="0" u="none" strike="noStrike" kern="1200" cap="none" spc="0" normalizeH="0" baseline="0" noProof="0" dirty="0">
              <a:ln>
                <a:noFill/>
              </a:ln>
              <a:solidFill>
                <a:srgbClr val="000000"/>
              </a:solidFill>
              <a:effectLst/>
              <a:uLnTx/>
              <a:uFillTx/>
              <a:latin typeface="Arial" charset="0"/>
              <a:ea typeface="宋体" pitchFamily="2" charset="-122"/>
              <a:cs typeface="+mn-cs"/>
            </a:endParaRPr>
          </a:p>
        </p:txBody>
      </p:sp>
      <p:sp>
        <p:nvSpPr>
          <p:cNvPr id="47" name="文本框 46">
            <a:extLst>
              <a:ext uri="{FF2B5EF4-FFF2-40B4-BE49-F238E27FC236}">
                <a16:creationId xmlns:a16="http://schemas.microsoft.com/office/drawing/2014/main" id="{0845D3C4-7083-4C47-8101-3C19402FF9C7}"/>
              </a:ext>
            </a:extLst>
          </p:cNvPr>
          <p:cNvSpPr txBox="1"/>
          <p:nvPr/>
        </p:nvSpPr>
        <p:spPr>
          <a:xfrm>
            <a:off x="1920607" y="2636912"/>
            <a:ext cx="712345" cy="307777"/>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dirty="0">
                <a:ln>
                  <a:noFill/>
                </a:ln>
                <a:solidFill>
                  <a:srgbClr val="000000"/>
                </a:solidFill>
                <a:effectLst/>
                <a:uLnTx/>
                <a:uFillTx/>
                <a:latin typeface="Arial" charset="0"/>
                <a:ea typeface="宋体" pitchFamily="2" charset="-122"/>
                <a:cs typeface="+mn-cs"/>
              </a:rPr>
              <a:t>PMOS</a:t>
            </a:r>
            <a:endParaRPr kumimoji="1" lang="zh-CN" altLang="en-US" sz="1400" b="0" i="0" u="none" strike="noStrike" kern="1200" cap="none" spc="0" normalizeH="0" baseline="0" noProof="0" dirty="0">
              <a:ln>
                <a:noFill/>
              </a:ln>
              <a:solidFill>
                <a:srgbClr val="000000"/>
              </a:solidFill>
              <a:effectLst/>
              <a:uLnTx/>
              <a:uFillTx/>
              <a:latin typeface="Arial" charset="0"/>
              <a:ea typeface="宋体" pitchFamily="2" charset="-122"/>
              <a:cs typeface="+mn-cs"/>
            </a:endParaRPr>
          </a:p>
        </p:txBody>
      </p:sp>
      <p:sp>
        <p:nvSpPr>
          <p:cNvPr id="48" name="文本框 47">
            <a:extLst>
              <a:ext uri="{FF2B5EF4-FFF2-40B4-BE49-F238E27FC236}">
                <a16:creationId xmlns:a16="http://schemas.microsoft.com/office/drawing/2014/main" id="{09A1234B-4C5E-8645-BA60-BED52CB960E9}"/>
              </a:ext>
            </a:extLst>
          </p:cNvPr>
          <p:cNvSpPr txBox="1"/>
          <p:nvPr/>
        </p:nvSpPr>
        <p:spPr>
          <a:xfrm>
            <a:off x="1873680" y="5039307"/>
            <a:ext cx="890708" cy="307777"/>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dirty="0">
                <a:ln>
                  <a:noFill/>
                </a:ln>
                <a:solidFill>
                  <a:srgbClr val="000000"/>
                </a:solidFill>
                <a:effectLst/>
                <a:uLnTx/>
                <a:uFillTx/>
                <a:latin typeface="Arial" charset="0"/>
                <a:ea typeface="宋体" pitchFamily="2" charset="-122"/>
                <a:cs typeface="+mn-cs"/>
              </a:rPr>
              <a:t>NMOS</a:t>
            </a:r>
            <a:endParaRPr kumimoji="1" lang="zh-CN" altLang="en-US" sz="1400" b="0" i="0" u="none" strike="noStrike" kern="1200" cap="none" spc="0" normalizeH="0" baseline="0" noProof="0" dirty="0">
              <a:ln>
                <a:noFill/>
              </a:ln>
              <a:solidFill>
                <a:srgbClr val="000000"/>
              </a:solidFill>
              <a:effectLst/>
              <a:uLnTx/>
              <a:uFillTx/>
              <a:latin typeface="Arial" charset="0"/>
              <a:ea typeface="宋体" pitchFamily="2" charset="-122"/>
              <a:cs typeface="+mn-cs"/>
            </a:endParaRPr>
          </a:p>
        </p:txBody>
      </p:sp>
      <p:sp>
        <p:nvSpPr>
          <p:cNvPr id="49" name="文本框 48">
            <a:extLst>
              <a:ext uri="{FF2B5EF4-FFF2-40B4-BE49-F238E27FC236}">
                <a16:creationId xmlns:a16="http://schemas.microsoft.com/office/drawing/2014/main" id="{00A74545-7A55-3349-BD05-1A4FED52BCED}"/>
              </a:ext>
            </a:extLst>
          </p:cNvPr>
          <p:cNvSpPr txBox="1"/>
          <p:nvPr/>
        </p:nvSpPr>
        <p:spPr>
          <a:xfrm>
            <a:off x="2893532" y="3589275"/>
            <a:ext cx="712345" cy="307777"/>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dirty="0">
                <a:ln>
                  <a:noFill/>
                </a:ln>
                <a:solidFill>
                  <a:srgbClr val="000000"/>
                </a:solidFill>
                <a:effectLst/>
                <a:uLnTx/>
                <a:uFillTx/>
                <a:latin typeface="Arial" charset="0"/>
                <a:ea typeface="宋体" pitchFamily="2" charset="-122"/>
                <a:cs typeface="+mn-cs"/>
              </a:rPr>
              <a:t>V</a:t>
            </a:r>
            <a:r>
              <a:rPr kumimoji="1" lang="en-US" altLang="zh-CN" sz="1400" b="0" i="0" u="none" strike="noStrike" kern="1200" cap="none" spc="0" normalizeH="0" baseline="-25000" noProof="0" dirty="0">
                <a:ln>
                  <a:noFill/>
                </a:ln>
                <a:solidFill>
                  <a:srgbClr val="000000"/>
                </a:solidFill>
                <a:effectLst/>
                <a:uLnTx/>
                <a:uFillTx/>
                <a:latin typeface="Arial" charset="0"/>
                <a:ea typeface="宋体" pitchFamily="2" charset="-122"/>
                <a:cs typeface="+mn-cs"/>
              </a:rPr>
              <a:t>out</a:t>
            </a:r>
            <a:endParaRPr kumimoji="1" lang="zh-CN" altLang="en-US" sz="1400" b="0" i="0" u="none" strike="noStrike" kern="1200" cap="none" spc="0" normalizeH="0" baseline="-25000" noProof="0" dirty="0">
              <a:ln>
                <a:noFill/>
              </a:ln>
              <a:solidFill>
                <a:srgbClr val="000000"/>
              </a:solidFill>
              <a:effectLst/>
              <a:uLnTx/>
              <a:uFillTx/>
              <a:latin typeface="Arial" charset="0"/>
              <a:ea typeface="宋体" pitchFamily="2" charset="-122"/>
              <a:cs typeface="+mn-cs"/>
            </a:endParaRPr>
          </a:p>
        </p:txBody>
      </p:sp>
      <p:sp>
        <p:nvSpPr>
          <p:cNvPr id="50" name="文本框 49">
            <a:extLst>
              <a:ext uri="{FF2B5EF4-FFF2-40B4-BE49-F238E27FC236}">
                <a16:creationId xmlns:a16="http://schemas.microsoft.com/office/drawing/2014/main" id="{FE3F990A-5219-4446-90A9-C9D38152C547}"/>
              </a:ext>
            </a:extLst>
          </p:cNvPr>
          <p:cNvSpPr txBox="1"/>
          <p:nvPr/>
        </p:nvSpPr>
        <p:spPr>
          <a:xfrm>
            <a:off x="1362732" y="3573016"/>
            <a:ext cx="712345" cy="307777"/>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dirty="0">
                <a:ln>
                  <a:noFill/>
                </a:ln>
                <a:solidFill>
                  <a:srgbClr val="000000"/>
                </a:solidFill>
                <a:effectLst/>
                <a:uLnTx/>
                <a:uFillTx/>
                <a:latin typeface="Arial" charset="0"/>
                <a:ea typeface="宋体" pitchFamily="2" charset="-122"/>
                <a:cs typeface="+mn-cs"/>
              </a:rPr>
              <a:t>V</a:t>
            </a:r>
            <a:r>
              <a:rPr kumimoji="1" lang="en-US" altLang="zh-CN" sz="1400" b="0" i="0" u="none" strike="noStrike" kern="1200" cap="none" spc="0" normalizeH="0" baseline="-25000" noProof="0" dirty="0">
                <a:ln>
                  <a:noFill/>
                </a:ln>
                <a:solidFill>
                  <a:srgbClr val="000000"/>
                </a:solidFill>
                <a:effectLst/>
                <a:uLnTx/>
                <a:uFillTx/>
                <a:latin typeface="Arial" charset="0"/>
                <a:ea typeface="宋体" pitchFamily="2" charset="-122"/>
                <a:cs typeface="+mn-cs"/>
              </a:rPr>
              <a:t>in</a:t>
            </a:r>
            <a:endParaRPr kumimoji="1" lang="zh-CN" altLang="en-US" sz="1400" b="0" i="0" u="none" strike="noStrike" kern="1200" cap="none" spc="0" normalizeH="0" baseline="-25000" noProof="0" dirty="0">
              <a:ln>
                <a:noFill/>
              </a:ln>
              <a:solidFill>
                <a:srgbClr val="000000"/>
              </a:solidFill>
              <a:effectLst/>
              <a:uLnTx/>
              <a:uFillTx/>
              <a:latin typeface="Arial" charset="0"/>
              <a:ea typeface="宋体" pitchFamily="2" charset="-122"/>
              <a:cs typeface="+mn-cs"/>
            </a:endParaRPr>
          </a:p>
        </p:txBody>
      </p:sp>
      <p:cxnSp>
        <p:nvCxnSpPr>
          <p:cNvPr id="76" name="直线连接符 75">
            <a:extLst>
              <a:ext uri="{FF2B5EF4-FFF2-40B4-BE49-F238E27FC236}">
                <a16:creationId xmlns:a16="http://schemas.microsoft.com/office/drawing/2014/main" id="{5362B490-CB0C-1145-8C42-8AA334C5BD38}"/>
              </a:ext>
            </a:extLst>
          </p:cNvPr>
          <p:cNvCxnSpPr>
            <a:cxnSpLocks/>
          </p:cNvCxnSpPr>
          <p:nvPr/>
        </p:nvCxnSpPr>
        <p:spPr bwMode="auto">
          <a:xfrm>
            <a:off x="4895980" y="2312876"/>
            <a:ext cx="0" cy="720080"/>
          </a:xfrm>
          <a:prstGeom prst="line">
            <a:avLst/>
          </a:prstGeom>
          <a:solidFill>
            <a:schemeClr val="accent1"/>
          </a:solidFill>
          <a:ln w="28575" cap="rnd" cmpd="sng" algn="ctr">
            <a:solidFill>
              <a:schemeClr val="accent1">
                <a:lumMod val="75000"/>
              </a:schemeClr>
            </a:solidFill>
            <a:prstDash val="solid"/>
            <a:round/>
            <a:headEnd type="none" w="med" len="med"/>
            <a:tailEnd type="none" w="med" len="med"/>
          </a:ln>
          <a:effectLst/>
        </p:spPr>
      </p:cxnSp>
      <p:cxnSp>
        <p:nvCxnSpPr>
          <p:cNvPr id="77" name="直线连接符 76">
            <a:extLst>
              <a:ext uri="{FF2B5EF4-FFF2-40B4-BE49-F238E27FC236}">
                <a16:creationId xmlns:a16="http://schemas.microsoft.com/office/drawing/2014/main" id="{AE104D36-0F89-C349-9674-701DE75AC6AB}"/>
              </a:ext>
            </a:extLst>
          </p:cNvPr>
          <p:cNvCxnSpPr/>
          <p:nvPr/>
        </p:nvCxnSpPr>
        <p:spPr bwMode="auto">
          <a:xfrm flipH="1">
            <a:off x="4715960" y="3032956"/>
            <a:ext cx="180020" cy="0"/>
          </a:xfrm>
          <a:prstGeom prst="line">
            <a:avLst/>
          </a:prstGeom>
          <a:solidFill>
            <a:schemeClr val="accent1"/>
          </a:solidFill>
          <a:ln w="28575" cap="rnd" cmpd="sng" algn="ctr">
            <a:solidFill>
              <a:schemeClr val="accent1">
                <a:lumMod val="75000"/>
              </a:schemeClr>
            </a:solidFill>
            <a:prstDash val="solid"/>
            <a:round/>
            <a:headEnd type="none" w="med" len="med"/>
            <a:tailEnd type="triangle" w="med" len="med"/>
          </a:ln>
          <a:effectLst/>
        </p:spPr>
      </p:cxnSp>
      <p:cxnSp>
        <p:nvCxnSpPr>
          <p:cNvPr id="78" name="直线连接符 77">
            <a:extLst>
              <a:ext uri="{FF2B5EF4-FFF2-40B4-BE49-F238E27FC236}">
                <a16:creationId xmlns:a16="http://schemas.microsoft.com/office/drawing/2014/main" id="{FADE6150-BE42-7444-BBC8-15F5ACA72A76}"/>
              </a:ext>
            </a:extLst>
          </p:cNvPr>
          <p:cNvCxnSpPr>
            <a:cxnSpLocks/>
          </p:cNvCxnSpPr>
          <p:nvPr/>
        </p:nvCxnSpPr>
        <p:spPr bwMode="auto">
          <a:xfrm>
            <a:off x="4715960" y="3032956"/>
            <a:ext cx="0" cy="504056"/>
          </a:xfrm>
          <a:prstGeom prst="line">
            <a:avLst/>
          </a:prstGeom>
          <a:solidFill>
            <a:schemeClr val="accent1"/>
          </a:solidFill>
          <a:ln w="28575" cap="sq" cmpd="sng" algn="ctr">
            <a:solidFill>
              <a:schemeClr val="accent1">
                <a:lumMod val="75000"/>
              </a:schemeClr>
            </a:solidFill>
            <a:prstDash val="solid"/>
            <a:round/>
            <a:headEnd type="none" w="med" len="med"/>
            <a:tailEnd type="none" w="med" len="med"/>
          </a:ln>
          <a:effectLst/>
        </p:spPr>
      </p:cxnSp>
      <p:cxnSp>
        <p:nvCxnSpPr>
          <p:cNvPr id="79" name="直线连接符 78">
            <a:extLst>
              <a:ext uri="{FF2B5EF4-FFF2-40B4-BE49-F238E27FC236}">
                <a16:creationId xmlns:a16="http://schemas.microsoft.com/office/drawing/2014/main" id="{4EA9F27F-1A10-374B-8DC6-E8B42550A265}"/>
              </a:ext>
            </a:extLst>
          </p:cNvPr>
          <p:cNvCxnSpPr>
            <a:cxnSpLocks/>
          </p:cNvCxnSpPr>
          <p:nvPr/>
        </p:nvCxnSpPr>
        <p:spPr bwMode="auto">
          <a:xfrm>
            <a:off x="4715960" y="3537012"/>
            <a:ext cx="208244" cy="0"/>
          </a:xfrm>
          <a:prstGeom prst="line">
            <a:avLst/>
          </a:prstGeom>
          <a:solidFill>
            <a:schemeClr val="accent1"/>
          </a:solidFill>
          <a:ln w="28575" cap="rnd" cmpd="sng" algn="ctr">
            <a:solidFill>
              <a:schemeClr val="accent1">
                <a:lumMod val="75000"/>
              </a:schemeClr>
            </a:solidFill>
            <a:prstDash val="solid"/>
            <a:round/>
            <a:headEnd type="none" w="med" len="med"/>
            <a:tailEnd type="none" w="med" len="med"/>
          </a:ln>
          <a:effectLst/>
        </p:spPr>
      </p:cxnSp>
      <p:cxnSp>
        <p:nvCxnSpPr>
          <p:cNvPr id="80" name="直线连接符 79">
            <a:extLst>
              <a:ext uri="{FF2B5EF4-FFF2-40B4-BE49-F238E27FC236}">
                <a16:creationId xmlns:a16="http://schemas.microsoft.com/office/drawing/2014/main" id="{952F6EA9-E92D-344C-B68B-7F2FBA51AF77}"/>
              </a:ext>
            </a:extLst>
          </p:cNvPr>
          <p:cNvCxnSpPr>
            <a:cxnSpLocks/>
          </p:cNvCxnSpPr>
          <p:nvPr/>
        </p:nvCxnSpPr>
        <p:spPr bwMode="auto">
          <a:xfrm>
            <a:off x="4571944" y="3032956"/>
            <a:ext cx="0" cy="504056"/>
          </a:xfrm>
          <a:prstGeom prst="line">
            <a:avLst/>
          </a:prstGeom>
          <a:solidFill>
            <a:schemeClr val="accent1"/>
          </a:solidFill>
          <a:ln w="28575" cap="sq" cmpd="sng" algn="ctr">
            <a:solidFill>
              <a:schemeClr val="accent1">
                <a:lumMod val="75000"/>
              </a:schemeClr>
            </a:solidFill>
            <a:prstDash val="solid"/>
            <a:round/>
            <a:headEnd type="none" w="med" len="med"/>
            <a:tailEnd type="none" w="med" len="med"/>
          </a:ln>
          <a:effectLst/>
        </p:spPr>
      </p:cxnSp>
      <p:cxnSp>
        <p:nvCxnSpPr>
          <p:cNvPr id="81" name="直线连接符 80">
            <a:extLst>
              <a:ext uri="{FF2B5EF4-FFF2-40B4-BE49-F238E27FC236}">
                <a16:creationId xmlns:a16="http://schemas.microsoft.com/office/drawing/2014/main" id="{1A83B7E6-D4A2-4145-A5F1-78712984EFD2}"/>
              </a:ext>
            </a:extLst>
          </p:cNvPr>
          <p:cNvCxnSpPr>
            <a:cxnSpLocks/>
          </p:cNvCxnSpPr>
          <p:nvPr/>
        </p:nvCxnSpPr>
        <p:spPr bwMode="auto">
          <a:xfrm>
            <a:off x="4067944" y="3284984"/>
            <a:ext cx="396000" cy="0"/>
          </a:xfrm>
          <a:prstGeom prst="line">
            <a:avLst/>
          </a:prstGeom>
          <a:solidFill>
            <a:schemeClr val="accent1"/>
          </a:solidFill>
          <a:ln w="28575" cap="sq" cmpd="sng" algn="ctr">
            <a:solidFill>
              <a:schemeClr val="accent1">
                <a:lumMod val="75000"/>
              </a:schemeClr>
            </a:solidFill>
            <a:prstDash val="solid"/>
            <a:round/>
            <a:headEnd type="none" w="med" len="med"/>
            <a:tailEnd type="none" w="med" len="med"/>
          </a:ln>
          <a:effectLst/>
        </p:spPr>
      </p:cxnSp>
      <p:cxnSp>
        <p:nvCxnSpPr>
          <p:cNvPr id="82" name="直线连接符 81">
            <a:extLst>
              <a:ext uri="{FF2B5EF4-FFF2-40B4-BE49-F238E27FC236}">
                <a16:creationId xmlns:a16="http://schemas.microsoft.com/office/drawing/2014/main" id="{563D1797-BE33-DD4F-A4EF-9D1985F4FF2B}"/>
              </a:ext>
            </a:extLst>
          </p:cNvPr>
          <p:cNvCxnSpPr>
            <a:cxnSpLocks/>
          </p:cNvCxnSpPr>
          <p:nvPr/>
        </p:nvCxnSpPr>
        <p:spPr bwMode="auto">
          <a:xfrm>
            <a:off x="4787968" y="2312876"/>
            <a:ext cx="208244" cy="0"/>
          </a:xfrm>
          <a:prstGeom prst="line">
            <a:avLst/>
          </a:prstGeom>
          <a:solidFill>
            <a:schemeClr val="accent1"/>
          </a:solidFill>
          <a:ln w="28575" cap="rnd" cmpd="sng" algn="ctr">
            <a:solidFill>
              <a:schemeClr val="accent1">
                <a:lumMod val="75000"/>
              </a:schemeClr>
            </a:solidFill>
            <a:prstDash val="solid"/>
            <a:round/>
            <a:headEnd type="none" w="med" len="med"/>
            <a:tailEnd type="none" w="med" len="med"/>
          </a:ln>
          <a:effectLst/>
        </p:spPr>
      </p:cxnSp>
      <p:cxnSp>
        <p:nvCxnSpPr>
          <p:cNvPr id="83" name="直线连接符 82">
            <a:extLst>
              <a:ext uri="{FF2B5EF4-FFF2-40B4-BE49-F238E27FC236}">
                <a16:creationId xmlns:a16="http://schemas.microsoft.com/office/drawing/2014/main" id="{2D8D19BF-981A-7148-AED4-3B27FC86261C}"/>
              </a:ext>
            </a:extLst>
          </p:cNvPr>
          <p:cNvCxnSpPr>
            <a:cxnSpLocks/>
          </p:cNvCxnSpPr>
          <p:nvPr/>
        </p:nvCxnSpPr>
        <p:spPr bwMode="auto">
          <a:xfrm>
            <a:off x="4931984" y="3537012"/>
            <a:ext cx="0" cy="432000"/>
          </a:xfrm>
          <a:prstGeom prst="line">
            <a:avLst/>
          </a:prstGeom>
          <a:solidFill>
            <a:schemeClr val="accent1"/>
          </a:solidFill>
          <a:ln w="28575" cap="sq" cmpd="sng" algn="ctr">
            <a:solidFill>
              <a:schemeClr val="accent1">
                <a:lumMod val="75000"/>
              </a:schemeClr>
            </a:solidFill>
            <a:prstDash val="solid"/>
            <a:round/>
            <a:headEnd type="none" w="med" len="med"/>
            <a:tailEnd type="none" w="med" len="med"/>
          </a:ln>
          <a:effectLst/>
        </p:spPr>
      </p:cxnSp>
      <p:cxnSp>
        <p:nvCxnSpPr>
          <p:cNvPr id="84" name="直线连接符 83">
            <a:extLst>
              <a:ext uri="{FF2B5EF4-FFF2-40B4-BE49-F238E27FC236}">
                <a16:creationId xmlns:a16="http://schemas.microsoft.com/office/drawing/2014/main" id="{F435B02A-5ACE-4945-BFC1-A5E183A261EF}"/>
              </a:ext>
            </a:extLst>
          </p:cNvPr>
          <p:cNvCxnSpPr>
            <a:cxnSpLocks/>
          </p:cNvCxnSpPr>
          <p:nvPr/>
        </p:nvCxnSpPr>
        <p:spPr bwMode="auto">
          <a:xfrm>
            <a:off x="4931984" y="3933056"/>
            <a:ext cx="0" cy="432000"/>
          </a:xfrm>
          <a:prstGeom prst="line">
            <a:avLst/>
          </a:prstGeom>
          <a:solidFill>
            <a:schemeClr val="accent1"/>
          </a:solidFill>
          <a:ln w="28575" cap="rnd" cmpd="sng" algn="ctr">
            <a:solidFill>
              <a:srgbClr val="FF0000"/>
            </a:solidFill>
            <a:prstDash val="solid"/>
            <a:round/>
            <a:headEnd type="none" w="med" len="med"/>
            <a:tailEnd type="none" w="med" len="med"/>
          </a:ln>
          <a:effectLst/>
        </p:spPr>
      </p:cxnSp>
      <p:cxnSp>
        <p:nvCxnSpPr>
          <p:cNvPr id="85" name="直线连接符 84">
            <a:extLst>
              <a:ext uri="{FF2B5EF4-FFF2-40B4-BE49-F238E27FC236}">
                <a16:creationId xmlns:a16="http://schemas.microsoft.com/office/drawing/2014/main" id="{45BC63F4-B494-C74B-A2AC-653408A57F5E}"/>
              </a:ext>
            </a:extLst>
          </p:cNvPr>
          <p:cNvCxnSpPr>
            <a:cxnSpLocks/>
          </p:cNvCxnSpPr>
          <p:nvPr/>
        </p:nvCxnSpPr>
        <p:spPr bwMode="auto">
          <a:xfrm>
            <a:off x="4715960" y="4365104"/>
            <a:ext cx="0" cy="504056"/>
          </a:xfrm>
          <a:prstGeom prst="line">
            <a:avLst/>
          </a:prstGeom>
          <a:solidFill>
            <a:schemeClr val="accent1"/>
          </a:solidFill>
          <a:ln w="28575" cap="sq" cmpd="sng" algn="ctr">
            <a:solidFill>
              <a:srgbClr val="FF0000"/>
            </a:solidFill>
            <a:prstDash val="solid"/>
            <a:round/>
            <a:headEnd type="none" w="med" len="med"/>
            <a:tailEnd type="none" w="med" len="med"/>
          </a:ln>
          <a:effectLst/>
        </p:spPr>
      </p:cxnSp>
      <p:cxnSp>
        <p:nvCxnSpPr>
          <p:cNvPr id="86" name="直线连接符 85">
            <a:extLst>
              <a:ext uri="{FF2B5EF4-FFF2-40B4-BE49-F238E27FC236}">
                <a16:creationId xmlns:a16="http://schemas.microsoft.com/office/drawing/2014/main" id="{85098A7F-4E1A-E344-BD25-C7889A8580D8}"/>
              </a:ext>
            </a:extLst>
          </p:cNvPr>
          <p:cNvCxnSpPr>
            <a:cxnSpLocks/>
          </p:cNvCxnSpPr>
          <p:nvPr/>
        </p:nvCxnSpPr>
        <p:spPr bwMode="auto">
          <a:xfrm>
            <a:off x="4571944" y="4365104"/>
            <a:ext cx="0" cy="504056"/>
          </a:xfrm>
          <a:prstGeom prst="line">
            <a:avLst/>
          </a:prstGeom>
          <a:solidFill>
            <a:schemeClr val="accent1"/>
          </a:solidFill>
          <a:ln w="28575" cap="sq" cmpd="sng" algn="ctr">
            <a:solidFill>
              <a:srgbClr val="FF0000"/>
            </a:solidFill>
            <a:prstDash val="solid"/>
            <a:round/>
            <a:headEnd type="none" w="med" len="med"/>
            <a:tailEnd type="none" w="med" len="med"/>
          </a:ln>
          <a:effectLst/>
        </p:spPr>
      </p:cxnSp>
      <p:cxnSp>
        <p:nvCxnSpPr>
          <p:cNvPr id="87" name="直线连接符 86">
            <a:extLst>
              <a:ext uri="{FF2B5EF4-FFF2-40B4-BE49-F238E27FC236}">
                <a16:creationId xmlns:a16="http://schemas.microsoft.com/office/drawing/2014/main" id="{C77E6E5E-8B44-FB41-B0F7-FA0F6B2CF58C}"/>
              </a:ext>
            </a:extLst>
          </p:cNvPr>
          <p:cNvCxnSpPr>
            <a:cxnSpLocks/>
          </p:cNvCxnSpPr>
          <p:nvPr/>
        </p:nvCxnSpPr>
        <p:spPr bwMode="auto">
          <a:xfrm>
            <a:off x="4067888" y="4640058"/>
            <a:ext cx="504000" cy="0"/>
          </a:xfrm>
          <a:prstGeom prst="line">
            <a:avLst/>
          </a:prstGeom>
          <a:solidFill>
            <a:schemeClr val="accent1"/>
          </a:solidFill>
          <a:ln w="28575" cap="sq" cmpd="sng" algn="ctr">
            <a:solidFill>
              <a:srgbClr val="FF0000"/>
            </a:solidFill>
            <a:prstDash val="solid"/>
            <a:round/>
            <a:headEnd type="none" w="med" len="med"/>
            <a:tailEnd type="none" w="med" len="med"/>
          </a:ln>
          <a:effectLst/>
        </p:spPr>
      </p:cxnSp>
      <p:cxnSp>
        <p:nvCxnSpPr>
          <p:cNvPr id="88" name="直线连接符 87">
            <a:extLst>
              <a:ext uri="{FF2B5EF4-FFF2-40B4-BE49-F238E27FC236}">
                <a16:creationId xmlns:a16="http://schemas.microsoft.com/office/drawing/2014/main" id="{F2DCD8BE-1FC3-F342-895F-84B98EB10B40}"/>
              </a:ext>
            </a:extLst>
          </p:cNvPr>
          <p:cNvCxnSpPr>
            <a:cxnSpLocks/>
          </p:cNvCxnSpPr>
          <p:nvPr/>
        </p:nvCxnSpPr>
        <p:spPr bwMode="auto">
          <a:xfrm rot="5400000">
            <a:off x="4827584" y="4260704"/>
            <a:ext cx="0" cy="208800"/>
          </a:xfrm>
          <a:prstGeom prst="line">
            <a:avLst/>
          </a:prstGeom>
          <a:solidFill>
            <a:schemeClr val="accent1"/>
          </a:solidFill>
          <a:ln w="28575" cap="rnd" cmpd="sng" algn="ctr">
            <a:solidFill>
              <a:srgbClr val="FF0000"/>
            </a:solidFill>
            <a:prstDash val="solid"/>
            <a:round/>
            <a:headEnd type="none" w="med" len="med"/>
            <a:tailEnd type="none" w="med" len="med"/>
          </a:ln>
          <a:effectLst/>
        </p:spPr>
      </p:cxnSp>
      <p:cxnSp>
        <p:nvCxnSpPr>
          <p:cNvPr id="89" name="直线连接符 88">
            <a:extLst>
              <a:ext uri="{FF2B5EF4-FFF2-40B4-BE49-F238E27FC236}">
                <a16:creationId xmlns:a16="http://schemas.microsoft.com/office/drawing/2014/main" id="{4A83BFE1-DD46-E049-93FA-CFE96E1AF6D8}"/>
              </a:ext>
            </a:extLst>
          </p:cNvPr>
          <p:cNvCxnSpPr>
            <a:cxnSpLocks/>
          </p:cNvCxnSpPr>
          <p:nvPr/>
        </p:nvCxnSpPr>
        <p:spPr bwMode="auto">
          <a:xfrm rot="10800000" flipH="1">
            <a:off x="4715960" y="4869160"/>
            <a:ext cx="180020" cy="0"/>
          </a:xfrm>
          <a:prstGeom prst="line">
            <a:avLst/>
          </a:prstGeom>
          <a:solidFill>
            <a:schemeClr val="accent1"/>
          </a:solidFill>
          <a:ln w="28575" cap="rnd" cmpd="sng" algn="ctr">
            <a:solidFill>
              <a:srgbClr val="FF0000"/>
            </a:solidFill>
            <a:prstDash val="solid"/>
            <a:round/>
            <a:headEnd type="none" w="med" len="med"/>
            <a:tailEnd type="triangle" w="med" len="med"/>
          </a:ln>
          <a:effectLst/>
        </p:spPr>
      </p:cxnSp>
      <p:cxnSp>
        <p:nvCxnSpPr>
          <p:cNvPr id="90" name="直线连接符 89">
            <a:extLst>
              <a:ext uri="{FF2B5EF4-FFF2-40B4-BE49-F238E27FC236}">
                <a16:creationId xmlns:a16="http://schemas.microsoft.com/office/drawing/2014/main" id="{16DE36BC-D041-DA4B-A276-B58F38AD5F92}"/>
              </a:ext>
            </a:extLst>
          </p:cNvPr>
          <p:cNvCxnSpPr>
            <a:cxnSpLocks/>
          </p:cNvCxnSpPr>
          <p:nvPr/>
        </p:nvCxnSpPr>
        <p:spPr bwMode="auto">
          <a:xfrm>
            <a:off x="4895980" y="4869160"/>
            <a:ext cx="0" cy="720080"/>
          </a:xfrm>
          <a:prstGeom prst="line">
            <a:avLst/>
          </a:prstGeom>
          <a:solidFill>
            <a:schemeClr val="accent1"/>
          </a:solidFill>
          <a:ln w="28575" cap="flat" cmpd="sng" algn="ctr">
            <a:solidFill>
              <a:srgbClr val="FF0000"/>
            </a:solidFill>
            <a:prstDash val="solid"/>
            <a:round/>
            <a:headEnd type="none" w="med" len="med"/>
            <a:tailEnd type="none" w="med" len="med"/>
          </a:ln>
          <a:effectLst/>
        </p:spPr>
      </p:cxnSp>
      <p:cxnSp>
        <p:nvCxnSpPr>
          <p:cNvPr id="91" name="直线连接符 90">
            <a:extLst>
              <a:ext uri="{FF2B5EF4-FFF2-40B4-BE49-F238E27FC236}">
                <a16:creationId xmlns:a16="http://schemas.microsoft.com/office/drawing/2014/main" id="{9A3F8771-93EE-DC4E-8820-41955B6AA19B}"/>
              </a:ext>
            </a:extLst>
          </p:cNvPr>
          <p:cNvCxnSpPr>
            <a:cxnSpLocks/>
          </p:cNvCxnSpPr>
          <p:nvPr/>
        </p:nvCxnSpPr>
        <p:spPr bwMode="auto">
          <a:xfrm>
            <a:off x="4060476" y="3284984"/>
            <a:ext cx="0" cy="1355074"/>
          </a:xfrm>
          <a:prstGeom prst="line">
            <a:avLst/>
          </a:prstGeom>
          <a:solidFill>
            <a:schemeClr val="accent1"/>
          </a:solidFill>
          <a:ln w="28575" cap="sq" cmpd="sng" algn="ctr">
            <a:solidFill>
              <a:schemeClr val="accent1">
                <a:lumMod val="75000"/>
              </a:schemeClr>
            </a:solidFill>
            <a:prstDash val="solid"/>
            <a:round/>
            <a:headEnd type="none" w="med" len="med"/>
            <a:tailEnd type="none" w="med" len="med"/>
          </a:ln>
          <a:effectLst/>
        </p:spPr>
      </p:cxnSp>
      <p:cxnSp>
        <p:nvCxnSpPr>
          <p:cNvPr id="92" name="直线连接符 91">
            <a:extLst>
              <a:ext uri="{FF2B5EF4-FFF2-40B4-BE49-F238E27FC236}">
                <a16:creationId xmlns:a16="http://schemas.microsoft.com/office/drawing/2014/main" id="{1EDFCB4F-FEC9-E245-BCC6-7C207816F8FF}"/>
              </a:ext>
            </a:extLst>
          </p:cNvPr>
          <p:cNvCxnSpPr>
            <a:cxnSpLocks/>
          </p:cNvCxnSpPr>
          <p:nvPr/>
        </p:nvCxnSpPr>
        <p:spPr bwMode="auto">
          <a:xfrm>
            <a:off x="4716004" y="5589240"/>
            <a:ext cx="396000" cy="0"/>
          </a:xfrm>
          <a:prstGeom prst="line">
            <a:avLst/>
          </a:prstGeom>
          <a:solidFill>
            <a:schemeClr val="accent1"/>
          </a:solidFill>
          <a:ln w="28575" cap="rnd" cmpd="sng" algn="ctr">
            <a:solidFill>
              <a:schemeClr val="accent1">
                <a:lumMod val="75000"/>
              </a:schemeClr>
            </a:solidFill>
            <a:prstDash val="solid"/>
            <a:round/>
            <a:headEnd type="none" w="med" len="med"/>
            <a:tailEnd type="none" w="med" len="med"/>
          </a:ln>
          <a:effectLst/>
        </p:spPr>
      </p:cxnSp>
      <p:cxnSp>
        <p:nvCxnSpPr>
          <p:cNvPr id="93" name="直线连接符 92">
            <a:extLst>
              <a:ext uri="{FF2B5EF4-FFF2-40B4-BE49-F238E27FC236}">
                <a16:creationId xmlns:a16="http://schemas.microsoft.com/office/drawing/2014/main" id="{377A5E2E-3275-674B-9873-0ABB64791652}"/>
              </a:ext>
            </a:extLst>
          </p:cNvPr>
          <p:cNvCxnSpPr>
            <a:cxnSpLocks/>
          </p:cNvCxnSpPr>
          <p:nvPr/>
        </p:nvCxnSpPr>
        <p:spPr bwMode="auto">
          <a:xfrm>
            <a:off x="4787996" y="5661248"/>
            <a:ext cx="252000" cy="0"/>
          </a:xfrm>
          <a:prstGeom prst="line">
            <a:avLst/>
          </a:prstGeom>
          <a:solidFill>
            <a:schemeClr val="accent1"/>
          </a:solidFill>
          <a:ln w="28575" cap="rnd" cmpd="sng" algn="ctr">
            <a:solidFill>
              <a:schemeClr val="accent1">
                <a:lumMod val="75000"/>
              </a:schemeClr>
            </a:solidFill>
            <a:prstDash val="solid"/>
            <a:round/>
            <a:headEnd type="none" w="med" len="med"/>
            <a:tailEnd type="none" w="med" len="med"/>
          </a:ln>
          <a:effectLst/>
        </p:spPr>
      </p:cxnSp>
      <p:cxnSp>
        <p:nvCxnSpPr>
          <p:cNvPr id="94" name="直线连接符 93">
            <a:extLst>
              <a:ext uri="{FF2B5EF4-FFF2-40B4-BE49-F238E27FC236}">
                <a16:creationId xmlns:a16="http://schemas.microsoft.com/office/drawing/2014/main" id="{95786012-C194-C647-84CB-97A326A9C490}"/>
              </a:ext>
            </a:extLst>
          </p:cNvPr>
          <p:cNvCxnSpPr>
            <a:cxnSpLocks/>
          </p:cNvCxnSpPr>
          <p:nvPr/>
        </p:nvCxnSpPr>
        <p:spPr bwMode="auto">
          <a:xfrm>
            <a:off x="4859988" y="5733256"/>
            <a:ext cx="108000" cy="0"/>
          </a:xfrm>
          <a:prstGeom prst="line">
            <a:avLst/>
          </a:prstGeom>
          <a:solidFill>
            <a:schemeClr val="accent1"/>
          </a:solidFill>
          <a:ln w="28575" cap="rnd" cmpd="sng" algn="ctr">
            <a:solidFill>
              <a:schemeClr val="accent1">
                <a:lumMod val="75000"/>
              </a:schemeClr>
            </a:solidFill>
            <a:prstDash val="solid"/>
            <a:round/>
            <a:headEnd type="none" w="med" len="med"/>
            <a:tailEnd type="none" w="med" len="med"/>
          </a:ln>
          <a:effectLst/>
        </p:spPr>
      </p:cxnSp>
      <p:cxnSp>
        <p:nvCxnSpPr>
          <p:cNvPr id="95" name="直线连接符 94">
            <a:extLst>
              <a:ext uri="{FF2B5EF4-FFF2-40B4-BE49-F238E27FC236}">
                <a16:creationId xmlns:a16="http://schemas.microsoft.com/office/drawing/2014/main" id="{93E4DC5B-9446-9144-B02C-DC44C04BB2D7}"/>
              </a:ext>
            </a:extLst>
          </p:cNvPr>
          <p:cNvCxnSpPr>
            <a:cxnSpLocks/>
          </p:cNvCxnSpPr>
          <p:nvPr/>
        </p:nvCxnSpPr>
        <p:spPr bwMode="auto">
          <a:xfrm>
            <a:off x="4939764" y="3933056"/>
            <a:ext cx="396000" cy="0"/>
          </a:xfrm>
          <a:prstGeom prst="line">
            <a:avLst/>
          </a:prstGeom>
          <a:solidFill>
            <a:schemeClr val="accent1"/>
          </a:solidFill>
          <a:ln w="28575" cap="rnd" cmpd="sng" algn="ctr">
            <a:solidFill>
              <a:schemeClr val="accent1">
                <a:lumMod val="75000"/>
              </a:schemeClr>
            </a:solidFill>
            <a:prstDash val="solid"/>
            <a:round/>
            <a:headEnd type="none" w="med" len="med"/>
            <a:tailEnd type="none" w="med" len="med"/>
          </a:ln>
          <a:effectLst/>
        </p:spPr>
      </p:cxnSp>
      <p:cxnSp>
        <p:nvCxnSpPr>
          <p:cNvPr id="96" name="直线连接符 95">
            <a:extLst>
              <a:ext uri="{FF2B5EF4-FFF2-40B4-BE49-F238E27FC236}">
                <a16:creationId xmlns:a16="http://schemas.microsoft.com/office/drawing/2014/main" id="{58ED2109-9D28-9641-8BD1-B7F1F9817B10}"/>
              </a:ext>
            </a:extLst>
          </p:cNvPr>
          <p:cNvCxnSpPr>
            <a:cxnSpLocks/>
          </p:cNvCxnSpPr>
          <p:nvPr/>
        </p:nvCxnSpPr>
        <p:spPr bwMode="auto">
          <a:xfrm>
            <a:off x="3671844" y="3897052"/>
            <a:ext cx="396000" cy="0"/>
          </a:xfrm>
          <a:prstGeom prst="line">
            <a:avLst/>
          </a:prstGeom>
          <a:solidFill>
            <a:schemeClr val="accent1"/>
          </a:solidFill>
          <a:ln w="28575" cap="rnd" cmpd="sng" algn="ctr">
            <a:solidFill>
              <a:schemeClr val="accent1">
                <a:lumMod val="75000"/>
              </a:schemeClr>
            </a:solidFill>
            <a:prstDash val="solid"/>
            <a:round/>
            <a:headEnd type="none" w="med" len="med"/>
            <a:tailEnd type="none" w="med" len="med"/>
          </a:ln>
          <a:effectLst/>
        </p:spPr>
      </p:cxnSp>
      <p:sp>
        <p:nvSpPr>
          <p:cNvPr id="97" name="文本框 96">
            <a:extLst>
              <a:ext uri="{FF2B5EF4-FFF2-40B4-BE49-F238E27FC236}">
                <a16:creationId xmlns:a16="http://schemas.microsoft.com/office/drawing/2014/main" id="{A6F18689-8086-6F4C-B2B3-A2ED0273E701}"/>
              </a:ext>
            </a:extLst>
          </p:cNvPr>
          <p:cNvSpPr txBox="1"/>
          <p:nvPr/>
        </p:nvSpPr>
        <p:spPr>
          <a:xfrm>
            <a:off x="4620309" y="1963676"/>
            <a:ext cx="712345" cy="307777"/>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dirty="0">
                <a:ln>
                  <a:noFill/>
                </a:ln>
                <a:solidFill>
                  <a:srgbClr val="000000"/>
                </a:solidFill>
                <a:effectLst/>
                <a:uLnTx/>
                <a:uFillTx/>
                <a:latin typeface="Arial" charset="0"/>
                <a:ea typeface="宋体" pitchFamily="2" charset="-122"/>
                <a:cs typeface="+mn-cs"/>
              </a:rPr>
              <a:t>VDD</a:t>
            </a:r>
            <a:endParaRPr kumimoji="1" lang="zh-CN" altLang="en-US" sz="1400" b="0" i="0" u="none" strike="noStrike" kern="1200" cap="none" spc="0" normalizeH="0" baseline="0" noProof="0" dirty="0">
              <a:ln>
                <a:noFill/>
              </a:ln>
              <a:solidFill>
                <a:srgbClr val="000000"/>
              </a:solidFill>
              <a:effectLst/>
              <a:uLnTx/>
              <a:uFillTx/>
              <a:latin typeface="Arial" charset="0"/>
              <a:ea typeface="宋体" pitchFamily="2" charset="-122"/>
              <a:cs typeface="+mn-cs"/>
            </a:endParaRPr>
          </a:p>
        </p:txBody>
      </p:sp>
      <p:sp>
        <p:nvSpPr>
          <p:cNvPr id="98" name="文本框 97">
            <a:extLst>
              <a:ext uri="{FF2B5EF4-FFF2-40B4-BE49-F238E27FC236}">
                <a16:creationId xmlns:a16="http://schemas.microsoft.com/office/drawing/2014/main" id="{997D037E-6D92-5546-8D88-53110E620C72}"/>
              </a:ext>
            </a:extLst>
          </p:cNvPr>
          <p:cNvSpPr txBox="1"/>
          <p:nvPr/>
        </p:nvSpPr>
        <p:spPr>
          <a:xfrm>
            <a:off x="4008839" y="2672916"/>
            <a:ext cx="712345" cy="307777"/>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dirty="0">
                <a:ln>
                  <a:noFill/>
                </a:ln>
                <a:solidFill>
                  <a:srgbClr val="000000"/>
                </a:solidFill>
                <a:effectLst/>
                <a:uLnTx/>
                <a:uFillTx/>
                <a:latin typeface="Arial" charset="0"/>
                <a:ea typeface="宋体" pitchFamily="2" charset="-122"/>
                <a:cs typeface="+mn-cs"/>
              </a:rPr>
              <a:t>PMOS</a:t>
            </a:r>
            <a:endParaRPr kumimoji="1" lang="zh-CN" altLang="en-US" sz="1400" b="0" i="0" u="none" strike="noStrike" kern="1200" cap="none" spc="0" normalizeH="0" baseline="0" noProof="0" dirty="0">
              <a:ln>
                <a:noFill/>
              </a:ln>
              <a:solidFill>
                <a:srgbClr val="000000"/>
              </a:solidFill>
              <a:effectLst/>
              <a:uLnTx/>
              <a:uFillTx/>
              <a:latin typeface="Arial" charset="0"/>
              <a:ea typeface="宋体" pitchFamily="2" charset="-122"/>
              <a:cs typeface="+mn-cs"/>
            </a:endParaRPr>
          </a:p>
        </p:txBody>
      </p:sp>
      <p:sp>
        <p:nvSpPr>
          <p:cNvPr id="99" name="文本框 98">
            <a:extLst>
              <a:ext uri="{FF2B5EF4-FFF2-40B4-BE49-F238E27FC236}">
                <a16:creationId xmlns:a16="http://schemas.microsoft.com/office/drawing/2014/main" id="{B5BFE7FF-F9D4-424A-A8E7-40EE99A006E2}"/>
              </a:ext>
            </a:extLst>
          </p:cNvPr>
          <p:cNvSpPr txBox="1"/>
          <p:nvPr/>
        </p:nvSpPr>
        <p:spPr>
          <a:xfrm>
            <a:off x="3961912" y="5075311"/>
            <a:ext cx="890708" cy="307777"/>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dirty="0">
                <a:ln>
                  <a:noFill/>
                </a:ln>
                <a:solidFill>
                  <a:srgbClr val="000000"/>
                </a:solidFill>
                <a:effectLst/>
                <a:uLnTx/>
                <a:uFillTx/>
                <a:latin typeface="Arial" charset="0"/>
                <a:ea typeface="宋体" pitchFamily="2" charset="-122"/>
                <a:cs typeface="+mn-cs"/>
              </a:rPr>
              <a:t>NMOS</a:t>
            </a:r>
            <a:endParaRPr kumimoji="1" lang="zh-CN" altLang="en-US" sz="1400" b="0" i="0" u="none" strike="noStrike" kern="1200" cap="none" spc="0" normalizeH="0" baseline="0" noProof="0" dirty="0">
              <a:ln>
                <a:noFill/>
              </a:ln>
              <a:solidFill>
                <a:srgbClr val="000000"/>
              </a:solidFill>
              <a:effectLst/>
              <a:uLnTx/>
              <a:uFillTx/>
              <a:latin typeface="Arial" charset="0"/>
              <a:ea typeface="宋体" pitchFamily="2" charset="-122"/>
              <a:cs typeface="+mn-cs"/>
            </a:endParaRPr>
          </a:p>
        </p:txBody>
      </p:sp>
      <p:sp>
        <p:nvSpPr>
          <p:cNvPr id="100" name="文本框 99">
            <a:extLst>
              <a:ext uri="{FF2B5EF4-FFF2-40B4-BE49-F238E27FC236}">
                <a16:creationId xmlns:a16="http://schemas.microsoft.com/office/drawing/2014/main" id="{66160175-DF46-E34C-9B6B-492140EB054E}"/>
              </a:ext>
            </a:extLst>
          </p:cNvPr>
          <p:cNvSpPr txBox="1"/>
          <p:nvPr/>
        </p:nvSpPr>
        <p:spPr>
          <a:xfrm>
            <a:off x="5063409" y="3645024"/>
            <a:ext cx="712345" cy="307777"/>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dirty="0">
                <a:ln>
                  <a:noFill/>
                </a:ln>
                <a:solidFill>
                  <a:srgbClr val="000000"/>
                </a:solidFill>
                <a:effectLst/>
                <a:uLnTx/>
                <a:uFillTx/>
                <a:latin typeface="Arial" charset="0"/>
                <a:ea typeface="宋体" pitchFamily="2" charset="-122"/>
                <a:cs typeface="+mn-cs"/>
              </a:rPr>
              <a:t>V</a:t>
            </a:r>
            <a:r>
              <a:rPr kumimoji="1" lang="en-US" altLang="zh-CN" sz="1400" b="0" i="0" u="none" strike="noStrike" kern="1200" cap="none" spc="0" normalizeH="0" baseline="-25000" noProof="0" dirty="0">
                <a:ln>
                  <a:noFill/>
                </a:ln>
                <a:solidFill>
                  <a:srgbClr val="000000"/>
                </a:solidFill>
                <a:effectLst/>
                <a:uLnTx/>
                <a:uFillTx/>
                <a:latin typeface="Arial" charset="0"/>
                <a:ea typeface="宋体" pitchFamily="2" charset="-122"/>
                <a:cs typeface="+mn-cs"/>
              </a:rPr>
              <a:t>out</a:t>
            </a:r>
            <a:endParaRPr kumimoji="1" lang="zh-CN" altLang="en-US" sz="1400" b="0" i="0" u="none" strike="noStrike" kern="1200" cap="none" spc="0" normalizeH="0" baseline="-25000" noProof="0" dirty="0">
              <a:ln>
                <a:noFill/>
              </a:ln>
              <a:solidFill>
                <a:srgbClr val="000000"/>
              </a:solidFill>
              <a:effectLst/>
              <a:uLnTx/>
              <a:uFillTx/>
              <a:latin typeface="Arial" charset="0"/>
              <a:ea typeface="宋体" pitchFamily="2" charset="-122"/>
              <a:cs typeface="+mn-cs"/>
            </a:endParaRPr>
          </a:p>
        </p:txBody>
      </p:sp>
      <p:sp>
        <p:nvSpPr>
          <p:cNvPr id="46" name="椭圆 45">
            <a:extLst>
              <a:ext uri="{FF2B5EF4-FFF2-40B4-BE49-F238E27FC236}">
                <a16:creationId xmlns:a16="http://schemas.microsoft.com/office/drawing/2014/main" id="{1E974BF4-197E-1F45-B268-2E97BE11FE65}"/>
              </a:ext>
            </a:extLst>
          </p:cNvPr>
          <p:cNvSpPr/>
          <p:nvPr/>
        </p:nvSpPr>
        <p:spPr bwMode="auto">
          <a:xfrm>
            <a:off x="4463944" y="3248980"/>
            <a:ext cx="107944" cy="108012"/>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cxnSp>
        <p:nvCxnSpPr>
          <p:cNvPr id="102" name="直线连接符 101">
            <a:extLst>
              <a:ext uri="{FF2B5EF4-FFF2-40B4-BE49-F238E27FC236}">
                <a16:creationId xmlns:a16="http://schemas.microsoft.com/office/drawing/2014/main" id="{3F164918-A12F-BF4A-BEEA-BC3B45BAAAC9}"/>
              </a:ext>
            </a:extLst>
          </p:cNvPr>
          <p:cNvCxnSpPr>
            <a:cxnSpLocks/>
          </p:cNvCxnSpPr>
          <p:nvPr/>
        </p:nvCxnSpPr>
        <p:spPr bwMode="auto">
          <a:xfrm>
            <a:off x="6912204" y="2348880"/>
            <a:ext cx="0" cy="720080"/>
          </a:xfrm>
          <a:prstGeom prst="line">
            <a:avLst/>
          </a:prstGeom>
          <a:solidFill>
            <a:schemeClr val="accent1"/>
          </a:solidFill>
          <a:ln w="28575" cap="rnd" cmpd="sng" algn="ctr">
            <a:solidFill>
              <a:schemeClr val="accent1">
                <a:lumMod val="75000"/>
              </a:schemeClr>
            </a:solidFill>
            <a:prstDash val="solid"/>
            <a:round/>
            <a:headEnd type="none" w="med" len="med"/>
            <a:tailEnd type="none" w="med" len="med"/>
          </a:ln>
          <a:effectLst/>
        </p:spPr>
      </p:cxnSp>
      <p:cxnSp>
        <p:nvCxnSpPr>
          <p:cNvPr id="107" name="直线连接符 106">
            <a:extLst>
              <a:ext uri="{FF2B5EF4-FFF2-40B4-BE49-F238E27FC236}">
                <a16:creationId xmlns:a16="http://schemas.microsoft.com/office/drawing/2014/main" id="{E616C0A2-E60E-7048-A75D-0236F0A570A4}"/>
              </a:ext>
            </a:extLst>
          </p:cNvPr>
          <p:cNvCxnSpPr>
            <a:cxnSpLocks/>
          </p:cNvCxnSpPr>
          <p:nvPr/>
        </p:nvCxnSpPr>
        <p:spPr bwMode="auto">
          <a:xfrm>
            <a:off x="6084168" y="3320988"/>
            <a:ext cx="684000" cy="0"/>
          </a:xfrm>
          <a:prstGeom prst="line">
            <a:avLst/>
          </a:prstGeom>
          <a:solidFill>
            <a:schemeClr val="accent1"/>
          </a:solidFill>
          <a:ln w="28575" cap="sq" cmpd="sng" algn="ctr">
            <a:solidFill>
              <a:schemeClr val="accent1">
                <a:lumMod val="75000"/>
              </a:schemeClr>
            </a:solidFill>
            <a:prstDash val="dash"/>
            <a:round/>
            <a:headEnd type="none" w="med" len="med"/>
            <a:tailEnd type="none" w="med" len="med"/>
          </a:ln>
          <a:effectLst/>
        </p:spPr>
      </p:cxnSp>
      <p:cxnSp>
        <p:nvCxnSpPr>
          <p:cNvPr id="108" name="直线连接符 107">
            <a:extLst>
              <a:ext uri="{FF2B5EF4-FFF2-40B4-BE49-F238E27FC236}">
                <a16:creationId xmlns:a16="http://schemas.microsoft.com/office/drawing/2014/main" id="{225624D4-BE50-FA4D-B55A-3C3D65B06983}"/>
              </a:ext>
            </a:extLst>
          </p:cNvPr>
          <p:cNvCxnSpPr>
            <a:cxnSpLocks/>
          </p:cNvCxnSpPr>
          <p:nvPr/>
        </p:nvCxnSpPr>
        <p:spPr bwMode="auto">
          <a:xfrm>
            <a:off x="6804192" y="2348880"/>
            <a:ext cx="208244" cy="0"/>
          </a:xfrm>
          <a:prstGeom prst="line">
            <a:avLst/>
          </a:prstGeom>
          <a:solidFill>
            <a:schemeClr val="accent1"/>
          </a:solidFill>
          <a:ln w="28575" cap="rnd" cmpd="sng" algn="ctr">
            <a:solidFill>
              <a:schemeClr val="accent1">
                <a:lumMod val="75000"/>
              </a:schemeClr>
            </a:solidFill>
            <a:prstDash val="solid"/>
            <a:round/>
            <a:headEnd type="none" w="med" len="med"/>
            <a:tailEnd type="none" w="med" len="med"/>
          </a:ln>
          <a:effectLst/>
        </p:spPr>
      </p:cxnSp>
      <p:cxnSp>
        <p:nvCxnSpPr>
          <p:cNvPr id="109" name="直线连接符 108">
            <a:extLst>
              <a:ext uri="{FF2B5EF4-FFF2-40B4-BE49-F238E27FC236}">
                <a16:creationId xmlns:a16="http://schemas.microsoft.com/office/drawing/2014/main" id="{29E5AAEC-D697-8C40-99B9-FBD3D3127D20}"/>
              </a:ext>
            </a:extLst>
          </p:cNvPr>
          <p:cNvCxnSpPr>
            <a:cxnSpLocks/>
          </p:cNvCxnSpPr>
          <p:nvPr/>
        </p:nvCxnSpPr>
        <p:spPr bwMode="auto">
          <a:xfrm>
            <a:off x="6948208" y="3573016"/>
            <a:ext cx="0" cy="792000"/>
          </a:xfrm>
          <a:prstGeom prst="line">
            <a:avLst/>
          </a:prstGeom>
          <a:solidFill>
            <a:schemeClr val="accent1"/>
          </a:solidFill>
          <a:ln w="28575" cap="sq" cmpd="sng" algn="ctr">
            <a:solidFill>
              <a:schemeClr val="accent1">
                <a:lumMod val="75000"/>
              </a:schemeClr>
            </a:solidFill>
            <a:prstDash val="solid"/>
            <a:round/>
            <a:headEnd type="none" w="med" len="med"/>
            <a:tailEnd type="none" w="med" len="med"/>
          </a:ln>
          <a:effectLst/>
        </p:spPr>
      </p:cxnSp>
      <p:cxnSp>
        <p:nvCxnSpPr>
          <p:cNvPr id="113" name="直线连接符 112">
            <a:extLst>
              <a:ext uri="{FF2B5EF4-FFF2-40B4-BE49-F238E27FC236}">
                <a16:creationId xmlns:a16="http://schemas.microsoft.com/office/drawing/2014/main" id="{FD9D9640-95C6-D742-9AD4-080974BD65D8}"/>
              </a:ext>
            </a:extLst>
          </p:cNvPr>
          <p:cNvCxnSpPr>
            <a:cxnSpLocks/>
          </p:cNvCxnSpPr>
          <p:nvPr/>
        </p:nvCxnSpPr>
        <p:spPr bwMode="auto">
          <a:xfrm>
            <a:off x="6084112" y="4401108"/>
            <a:ext cx="504000" cy="0"/>
          </a:xfrm>
          <a:prstGeom prst="line">
            <a:avLst/>
          </a:prstGeom>
          <a:solidFill>
            <a:schemeClr val="accent1"/>
          </a:solidFill>
          <a:ln w="28575" cap="sq" cmpd="sng" algn="ctr">
            <a:solidFill>
              <a:srgbClr val="FF0000"/>
            </a:solidFill>
            <a:prstDash val="dash"/>
            <a:round/>
            <a:headEnd type="none" w="med" len="med"/>
            <a:tailEnd type="none" w="med" len="med"/>
          </a:ln>
          <a:effectLst/>
        </p:spPr>
      </p:cxnSp>
      <p:cxnSp>
        <p:nvCxnSpPr>
          <p:cNvPr id="114" name="直线连接符 113">
            <a:extLst>
              <a:ext uri="{FF2B5EF4-FFF2-40B4-BE49-F238E27FC236}">
                <a16:creationId xmlns:a16="http://schemas.microsoft.com/office/drawing/2014/main" id="{23EB6CBB-B755-EB45-8380-1F4B4B98DEF8}"/>
              </a:ext>
            </a:extLst>
          </p:cNvPr>
          <p:cNvCxnSpPr>
            <a:cxnSpLocks/>
          </p:cNvCxnSpPr>
          <p:nvPr/>
        </p:nvCxnSpPr>
        <p:spPr bwMode="auto">
          <a:xfrm flipH="1" flipV="1">
            <a:off x="6588112" y="4293096"/>
            <a:ext cx="316724" cy="684076"/>
          </a:xfrm>
          <a:prstGeom prst="line">
            <a:avLst/>
          </a:prstGeom>
          <a:solidFill>
            <a:schemeClr val="accent1"/>
          </a:solidFill>
          <a:ln w="28575" cap="rnd" cmpd="sng" algn="ctr">
            <a:solidFill>
              <a:srgbClr val="FF0000"/>
            </a:solidFill>
            <a:prstDash val="solid"/>
            <a:round/>
            <a:headEnd type="none" w="med" len="med"/>
            <a:tailEnd type="none" w="med" len="med"/>
          </a:ln>
          <a:effectLst/>
        </p:spPr>
      </p:cxnSp>
      <p:cxnSp>
        <p:nvCxnSpPr>
          <p:cNvPr id="116" name="直线连接符 115">
            <a:extLst>
              <a:ext uri="{FF2B5EF4-FFF2-40B4-BE49-F238E27FC236}">
                <a16:creationId xmlns:a16="http://schemas.microsoft.com/office/drawing/2014/main" id="{469ED12D-197D-8148-B09E-41C65F9668A6}"/>
              </a:ext>
            </a:extLst>
          </p:cNvPr>
          <p:cNvCxnSpPr>
            <a:cxnSpLocks/>
          </p:cNvCxnSpPr>
          <p:nvPr/>
        </p:nvCxnSpPr>
        <p:spPr bwMode="auto">
          <a:xfrm>
            <a:off x="6912204" y="4905164"/>
            <a:ext cx="0" cy="720080"/>
          </a:xfrm>
          <a:prstGeom prst="line">
            <a:avLst/>
          </a:prstGeom>
          <a:solidFill>
            <a:schemeClr val="accent1"/>
          </a:solidFill>
          <a:ln w="28575" cap="flat" cmpd="sng" algn="ctr">
            <a:solidFill>
              <a:srgbClr val="FF0000"/>
            </a:solidFill>
            <a:prstDash val="solid"/>
            <a:round/>
            <a:headEnd type="none" w="med" len="med"/>
            <a:tailEnd type="none" w="med" len="med"/>
          </a:ln>
          <a:effectLst/>
        </p:spPr>
      </p:cxnSp>
      <p:cxnSp>
        <p:nvCxnSpPr>
          <p:cNvPr id="117" name="直线连接符 116">
            <a:extLst>
              <a:ext uri="{FF2B5EF4-FFF2-40B4-BE49-F238E27FC236}">
                <a16:creationId xmlns:a16="http://schemas.microsoft.com/office/drawing/2014/main" id="{B4F0D161-FBB8-A440-89ED-A78030B0745C}"/>
              </a:ext>
            </a:extLst>
          </p:cNvPr>
          <p:cNvCxnSpPr>
            <a:cxnSpLocks/>
          </p:cNvCxnSpPr>
          <p:nvPr/>
        </p:nvCxnSpPr>
        <p:spPr bwMode="auto">
          <a:xfrm>
            <a:off x="6076700" y="3320988"/>
            <a:ext cx="7368" cy="1080000"/>
          </a:xfrm>
          <a:prstGeom prst="line">
            <a:avLst/>
          </a:prstGeom>
          <a:solidFill>
            <a:schemeClr val="accent1"/>
          </a:solidFill>
          <a:ln w="28575" cap="sq" cmpd="sng" algn="ctr">
            <a:solidFill>
              <a:schemeClr val="accent1">
                <a:lumMod val="75000"/>
              </a:schemeClr>
            </a:solidFill>
            <a:prstDash val="solid"/>
            <a:round/>
            <a:headEnd type="none" w="med" len="med"/>
            <a:tailEnd type="none" w="med" len="med"/>
          </a:ln>
          <a:effectLst/>
        </p:spPr>
      </p:cxnSp>
      <p:cxnSp>
        <p:nvCxnSpPr>
          <p:cNvPr id="118" name="直线连接符 117">
            <a:extLst>
              <a:ext uri="{FF2B5EF4-FFF2-40B4-BE49-F238E27FC236}">
                <a16:creationId xmlns:a16="http://schemas.microsoft.com/office/drawing/2014/main" id="{5F48407B-BB9A-434C-96F7-9F707923660A}"/>
              </a:ext>
            </a:extLst>
          </p:cNvPr>
          <p:cNvCxnSpPr>
            <a:cxnSpLocks/>
          </p:cNvCxnSpPr>
          <p:nvPr/>
        </p:nvCxnSpPr>
        <p:spPr bwMode="auto">
          <a:xfrm>
            <a:off x="6732228" y="5625244"/>
            <a:ext cx="396000" cy="0"/>
          </a:xfrm>
          <a:prstGeom prst="line">
            <a:avLst/>
          </a:prstGeom>
          <a:solidFill>
            <a:schemeClr val="accent1"/>
          </a:solidFill>
          <a:ln w="28575" cap="rnd" cmpd="sng" algn="ctr">
            <a:solidFill>
              <a:schemeClr val="accent1">
                <a:lumMod val="75000"/>
              </a:schemeClr>
            </a:solidFill>
            <a:prstDash val="solid"/>
            <a:round/>
            <a:headEnd type="none" w="med" len="med"/>
            <a:tailEnd type="none" w="med" len="med"/>
          </a:ln>
          <a:effectLst/>
        </p:spPr>
      </p:cxnSp>
      <p:cxnSp>
        <p:nvCxnSpPr>
          <p:cNvPr id="119" name="直线连接符 118">
            <a:extLst>
              <a:ext uri="{FF2B5EF4-FFF2-40B4-BE49-F238E27FC236}">
                <a16:creationId xmlns:a16="http://schemas.microsoft.com/office/drawing/2014/main" id="{BD6E5293-A0FE-B94E-B9CA-863048C61CCE}"/>
              </a:ext>
            </a:extLst>
          </p:cNvPr>
          <p:cNvCxnSpPr>
            <a:cxnSpLocks/>
          </p:cNvCxnSpPr>
          <p:nvPr/>
        </p:nvCxnSpPr>
        <p:spPr bwMode="auto">
          <a:xfrm>
            <a:off x="6804220" y="5697252"/>
            <a:ext cx="252000" cy="0"/>
          </a:xfrm>
          <a:prstGeom prst="line">
            <a:avLst/>
          </a:prstGeom>
          <a:solidFill>
            <a:schemeClr val="accent1"/>
          </a:solidFill>
          <a:ln w="28575" cap="rnd" cmpd="sng" algn="ctr">
            <a:solidFill>
              <a:schemeClr val="accent1">
                <a:lumMod val="75000"/>
              </a:schemeClr>
            </a:solidFill>
            <a:prstDash val="solid"/>
            <a:round/>
            <a:headEnd type="none" w="med" len="med"/>
            <a:tailEnd type="none" w="med" len="med"/>
          </a:ln>
          <a:effectLst/>
        </p:spPr>
      </p:cxnSp>
      <p:cxnSp>
        <p:nvCxnSpPr>
          <p:cNvPr id="120" name="直线连接符 119">
            <a:extLst>
              <a:ext uri="{FF2B5EF4-FFF2-40B4-BE49-F238E27FC236}">
                <a16:creationId xmlns:a16="http://schemas.microsoft.com/office/drawing/2014/main" id="{6A84B248-127C-8947-8C89-2908B38B541C}"/>
              </a:ext>
            </a:extLst>
          </p:cNvPr>
          <p:cNvCxnSpPr>
            <a:cxnSpLocks/>
          </p:cNvCxnSpPr>
          <p:nvPr/>
        </p:nvCxnSpPr>
        <p:spPr bwMode="auto">
          <a:xfrm>
            <a:off x="6876212" y="5769260"/>
            <a:ext cx="108000" cy="0"/>
          </a:xfrm>
          <a:prstGeom prst="line">
            <a:avLst/>
          </a:prstGeom>
          <a:solidFill>
            <a:schemeClr val="accent1"/>
          </a:solidFill>
          <a:ln w="28575" cap="rnd" cmpd="sng" algn="ctr">
            <a:solidFill>
              <a:schemeClr val="accent1">
                <a:lumMod val="75000"/>
              </a:schemeClr>
            </a:solidFill>
            <a:prstDash val="solid"/>
            <a:round/>
            <a:headEnd type="none" w="med" len="med"/>
            <a:tailEnd type="none" w="med" len="med"/>
          </a:ln>
          <a:effectLst/>
        </p:spPr>
      </p:cxnSp>
      <p:cxnSp>
        <p:nvCxnSpPr>
          <p:cNvPr id="121" name="直线连接符 120">
            <a:extLst>
              <a:ext uri="{FF2B5EF4-FFF2-40B4-BE49-F238E27FC236}">
                <a16:creationId xmlns:a16="http://schemas.microsoft.com/office/drawing/2014/main" id="{ACB5684A-0F70-7F48-A5BA-D0AF42B192B1}"/>
              </a:ext>
            </a:extLst>
          </p:cNvPr>
          <p:cNvCxnSpPr>
            <a:cxnSpLocks/>
          </p:cNvCxnSpPr>
          <p:nvPr/>
        </p:nvCxnSpPr>
        <p:spPr bwMode="auto">
          <a:xfrm>
            <a:off x="6955988" y="3969060"/>
            <a:ext cx="396000" cy="0"/>
          </a:xfrm>
          <a:prstGeom prst="line">
            <a:avLst/>
          </a:prstGeom>
          <a:solidFill>
            <a:schemeClr val="accent1"/>
          </a:solidFill>
          <a:ln w="28575" cap="rnd" cmpd="sng" algn="ctr">
            <a:solidFill>
              <a:schemeClr val="accent1">
                <a:lumMod val="75000"/>
              </a:schemeClr>
            </a:solidFill>
            <a:prstDash val="solid"/>
            <a:round/>
            <a:headEnd type="none" w="med" len="med"/>
            <a:tailEnd type="none" w="med" len="med"/>
          </a:ln>
          <a:effectLst/>
        </p:spPr>
      </p:cxnSp>
      <p:cxnSp>
        <p:nvCxnSpPr>
          <p:cNvPr id="122" name="直线连接符 121">
            <a:extLst>
              <a:ext uri="{FF2B5EF4-FFF2-40B4-BE49-F238E27FC236}">
                <a16:creationId xmlns:a16="http://schemas.microsoft.com/office/drawing/2014/main" id="{3A874C94-62B7-5244-97AB-870E1A41E721}"/>
              </a:ext>
            </a:extLst>
          </p:cNvPr>
          <p:cNvCxnSpPr>
            <a:cxnSpLocks/>
          </p:cNvCxnSpPr>
          <p:nvPr/>
        </p:nvCxnSpPr>
        <p:spPr bwMode="auto">
          <a:xfrm>
            <a:off x="5688068" y="3933056"/>
            <a:ext cx="396000" cy="0"/>
          </a:xfrm>
          <a:prstGeom prst="line">
            <a:avLst/>
          </a:prstGeom>
          <a:solidFill>
            <a:schemeClr val="accent1"/>
          </a:solidFill>
          <a:ln w="28575" cap="rnd" cmpd="sng" algn="ctr">
            <a:solidFill>
              <a:schemeClr val="accent1">
                <a:lumMod val="75000"/>
              </a:schemeClr>
            </a:solidFill>
            <a:prstDash val="solid"/>
            <a:round/>
            <a:headEnd type="none" w="med" len="med"/>
            <a:tailEnd type="none" w="med" len="med"/>
          </a:ln>
          <a:effectLst/>
        </p:spPr>
      </p:cxnSp>
      <p:sp>
        <p:nvSpPr>
          <p:cNvPr id="123" name="文本框 122">
            <a:extLst>
              <a:ext uri="{FF2B5EF4-FFF2-40B4-BE49-F238E27FC236}">
                <a16:creationId xmlns:a16="http://schemas.microsoft.com/office/drawing/2014/main" id="{D06D7647-F29E-0A41-91EA-F1D6D9FEA3A6}"/>
              </a:ext>
            </a:extLst>
          </p:cNvPr>
          <p:cNvSpPr txBox="1"/>
          <p:nvPr/>
        </p:nvSpPr>
        <p:spPr>
          <a:xfrm>
            <a:off x="6636533" y="1999680"/>
            <a:ext cx="712345" cy="307777"/>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dirty="0">
                <a:ln>
                  <a:noFill/>
                </a:ln>
                <a:solidFill>
                  <a:srgbClr val="000000"/>
                </a:solidFill>
                <a:effectLst/>
                <a:uLnTx/>
                <a:uFillTx/>
                <a:latin typeface="Arial" charset="0"/>
                <a:ea typeface="宋体" pitchFamily="2" charset="-122"/>
                <a:cs typeface="+mn-cs"/>
              </a:rPr>
              <a:t>VDD</a:t>
            </a:r>
            <a:endParaRPr kumimoji="1" lang="zh-CN" altLang="en-US" sz="1400" b="0" i="0" u="none" strike="noStrike" kern="1200" cap="none" spc="0" normalizeH="0" baseline="0" noProof="0" dirty="0">
              <a:ln>
                <a:noFill/>
              </a:ln>
              <a:solidFill>
                <a:srgbClr val="000000"/>
              </a:solidFill>
              <a:effectLst/>
              <a:uLnTx/>
              <a:uFillTx/>
              <a:latin typeface="Arial" charset="0"/>
              <a:ea typeface="宋体" pitchFamily="2" charset="-122"/>
              <a:cs typeface="+mn-cs"/>
            </a:endParaRPr>
          </a:p>
        </p:txBody>
      </p:sp>
      <p:sp>
        <p:nvSpPr>
          <p:cNvPr id="124" name="文本框 123">
            <a:extLst>
              <a:ext uri="{FF2B5EF4-FFF2-40B4-BE49-F238E27FC236}">
                <a16:creationId xmlns:a16="http://schemas.microsoft.com/office/drawing/2014/main" id="{5EB5EE0D-1E91-9440-9D65-26DBE35648BB}"/>
              </a:ext>
            </a:extLst>
          </p:cNvPr>
          <p:cNvSpPr txBox="1"/>
          <p:nvPr/>
        </p:nvSpPr>
        <p:spPr>
          <a:xfrm>
            <a:off x="6025063" y="2708920"/>
            <a:ext cx="712345" cy="307777"/>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dirty="0">
                <a:ln>
                  <a:noFill/>
                </a:ln>
                <a:solidFill>
                  <a:srgbClr val="000000"/>
                </a:solidFill>
                <a:effectLst/>
                <a:uLnTx/>
                <a:uFillTx/>
                <a:latin typeface="Arial" charset="0"/>
                <a:ea typeface="宋体" pitchFamily="2" charset="-122"/>
                <a:cs typeface="+mn-cs"/>
              </a:rPr>
              <a:t>PMOS</a:t>
            </a:r>
            <a:endParaRPr kumimoji="1" lang="zh-CN" altLang="en-US" sz="1400" b="0" i="0" u="none" strike="noStrike" kern="1200" cap="none" spc="0" normalizeH="0" baseline="0" noProof="0" dirty="0">
              <a:ln>
                <a:noFill/>
              </a:ln>
              <a:solidFill>
                <a:srgbClr val="000000"/>
              </a:solidFill>
              <a:effectLst/>
              <a:uLnTx/>
              <a:uFillTx/>
              <a:latin typeface="Arial" charset="0"/>
              <a:ea typeface="宋体" pitchFamily="2" charset="-122"/>
              <a:cs typeface="+mn-cs"/>
            </a:endParaRPr>
          </a:p>
        </p:txBody>
      </p:sp>
      <p:sp>
        <p:nvSpPr>
          <p:cNvPr id="125" name="文本框 124">
            <a:extLst>
              <a:ext uri="{FF2B5EF4-FFF2-40B4-BE49-F238E27FC236}">
                <a16:creationId xmlns:a16="http://schemas.microsoft.com/office/drawing/2014/main" id="{5C5F7B6F-42FB-CB4B-8193-8923A7D75116}"/>
              </a:ext>
            </a:extLst>
          </p:cNvPr>
          <p:cNvSpPr txBox="1"/>
          <p:nvPr/>
        </p:nvSpPr>
        <p:spPr>
          <a:xfrm>
            <a:off x="5978136" y="5111315"/>
            <a:ext cx="890708" cy="307777"/>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dirty="0">
                <a:ln>
                  <a:noFill/>
                </a:ln>
                <a:solidFill>
                  <a:srgbClr val="000000"/>
                </a:solidFill>
                <a:effectLst/>
                <a:uLnTx/>
                <a:uFillTx/>
                <a:latin typeface="Arial" charset="0"/>
                <a:ea typeface="宋体" pitchFamily="2" charset="-122"/>
                <a:cs typeface="+mn-cs"/>
              </a:rPr>
              <a:t>NMOS</a:t>
            </a:r>
            <a:endParaRPr kumimoji="1" lang="zh-CN" altLang="en-US" sz="1400" b="0" i="0" u="none" strike="noStrike" kern="1200" cap="none" spc="0" normalizeH="0" baseline="0" noProof="0" dirty="0">
              <a:ln>
                <a:noFill/>
              </a:ln>
              <a:solidFill>
                <a:srgbClr val="000000"/>
              </a:solidFill>
              <a:effectLst/>
              <a:uLnTx/>
              <a:uFillTx/>
              <a:latin typeface="Arial" charset="0"/>
              <a:ea typeface="宋体" pitchFamily="2" charset="-122"/>
              <a:cs typeface="+mn-cs"/>
            </a:endParaRPr>
          </a:p>
        </p:txBody>
      </p:sp>
      <p:sp>
        <p:nvSpPr>
          <p:cNvPr id="126" name="文本框 125">
            <a:extLst>
              <a:ext uri="{FF2B5EF4-FFF2-40B4-BE49-F238E27FC236}">
                <a16:creationId xmlns:a16="http://schemas.microsoft.com/office/drawing/2014/main" id="{1F48B29D-A105-F147-8135-DCEACE9D5993}"/>
              </a:ext>
            </a:extLst>
          </p:cNvPr>
          <p:cNvSpPr txBox="1"/>
          <p:nvPr/>
        </p:nvSpPr>
        <p:spPr>
          <a:xfrm>
            <a:off x="7187645" y="3681028"/>
            <a:ext cx="712345" cy="307777"/>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dirty="0">
                <a:ln>
                  <a:noFill/>
                </a:ln>
                <a:solidFill>
                  <a:srgbClr val="000000"/>
                </a:solidFill>
                <a:effectLst/>
                <a:uLnTx/>
                <a:uFillTx/>
                <a:latin typeface="Arial" charset="0"/>
                <a:ea typeface="宋体" pitchFamily="2" charset="-122"/>
                <a:cs typeface="+mn-cs"/>
              </a:rPr>
              <a:t>V</a:t>
            </a:r>
            <a:r>
              <a:rPr kumimoji="1" lang="en-US" altLang="zh-CN" sz="1400" b="0" i="0" u="none" strike="noStrike" kern="1200" cap="none" spc="0" normalizeH="0" baseline="-25000" noProof="0" dirty="0">
                <a:ln>
                  <a:noFill/>
                </a:ln>
                <a:solidFill>
                  <a:srgbClr val="000000"/>
                </a:solidFill>
                <a:effectLst/>
                <a:uLnTx/>
                <a:uFillTx/>
                <a:latin typeface="Arial" charset="0"/>
                <a:ea typeface="宋体" pitchFamily="2" charset="-122"/>
                <a:cs typeface="+mn-cs"/>
              </a:rPr>
              <a:t>out</a:t>
            </a:r>
            <a:endParaRPr kumimoji="1" lang="zh-CN" altLang="en-US" sz="1400" b="0" i="0" u="none" strike="noStrike" kern="1200" cap="none" spc="0" normalizeH="0" baseline="-25000" noProof="0" dirty="0">
              <a:ln>
                <a:noFill/>
              </a:ln>
              <a:solidFill>
                <a:srgbClr val="000000"/>
              </a:solidFill>
              <a:effectLst/>
              <a:uLnTx/>
              <a:uFillTx/>
              <a:latin typeface="Arial" charset="0"/>
              <a:ea typeface="宋体" pitchFamily="2" charset="-122"/>
              <a:cs typeface="+mn-cs"/>
            </a:endParaRPr>
          </a:p>
        </p:txBody>
      </p:sp>
      <p:cxnSp>
        <p:nvCxnSpPr>
          <p:cNvPr id="129" name="直线连接符 128">
            <a:extLst>
              <a:ext uri="{FF2B5EF4-FFF2-40B4-BE49-F238E27FC236}">
                <a16:creationId xmlns:a16="http://schemas.microsoft.com/office/drawing/2014/main" id="{FE3378A3-27DF-0D43-ABC6-C8B96EBC4660}"/>
              </a:ext>
            </a:extLst>
          </p:cNvPr>
          <p:cNvCxnSpPr>
            <a:cxnSpLocks/>
          </p:cNvCxnSpPr>
          <p:nvPr/>
        </p:nvCxnSpPr>
        <p:spPr bwMode="auto">
          <a:xfrm flipH="1" flipV="1">
            <a:off x="6908314" y="3063541"/>
            <a:ext cx="147906" cy="653444"/>
          </a:xfrm>
          <a:prstGeom prst="line">
            <a:avLst/>
          </a:prstGeom>
          <a:solidFill>
            <a:schemeClr val="accent1"/>
          </a:solidFill>
          <a:ln w="28575" cap="rnd" cmpd="sng" algn="ctr">
            <a:solidFill>
              <a:srgbClr val="FF0000"/>
            </a:solidFill>
            <a:prstDash val="solid"/>
            <a:round/>
            <a:headEnd type="none" w="med" len="med"/>
            <a:tailEnd type="none" w="med" len="med"/>
          </a:ln>
          <a:effectLst/>
        </p:spPr>
      </p:cxnSp>
      <p:sp>
        <p:nvSpPr>
          <p:cNvPr id="130" name="椭圆 129">
            <a:extLst>
              <a:ext uri="{FF2B5EF4-FFF2-40B4-BE49-F238E27FC236}">
                <a16:creationId xmlns:a16="http://schemas.microsoft.com/office/drawing/2014/main" id="{F6AFBEE7-B8A2-E64C-9630-59C67D3B42F3}"/>
              </a:ext>
            </a:extLst>
          </p:cNvPr>
          <p:cNvSpPr/>
          <p:nvPr/>
        </p:nvSpPr>
        <p:spPr bwMode="auto">
          <a:xfrm>
            <a:off x="6827673" y="3284984"/>
            <a:ext cx="107944" cy="108012"/>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04" name="文本框 103">
            <a:extLst>
              <a:ext uri="{FF2B5EF4-FFF2-40B4-BE49-F238E27FC236}">
                <a16:creationId xmlns:a16="http://schemas.microsoft.com/office/drawing/2014/main" id="{86471FD3-6E4F-1248-BCD1-893BED1F46B9}"/>
              </a:ext>
            </a:extLst>
          </p:cNvPr>
          <p:cNvSpPr txBox="1"/>
          <p:nvPr/>
        </p:nvSpPr>
        <p:spPr>
          <a:xfrm>
            <a:off x="3479233" y="3609020"/>
            <a:ext cx="712345" cy="307777"/>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dirty="0">
                <a:ln>
                  <a:noFill/>
                </a:ln>
                <a:solidFill>
                  <a:srgbClr val="000000"/>
                </a:solidFill>
                <a:effectLst/>
                <a:uLnTx/>
                <a:uFillTx/>
                <a:latin typeface="Arial" charset="0"/>
                <a:ea typeface="宋体" pitchFamily="2" charset="-122"/>
                <a:cs typeface="+mn-cs"/>
              </a:rPr>
              <a:t>V</a:t>
            </a:r>
            <a:r>
              <a:rPr kumimoji="1" lang="en-US" altLang="zh-CN" sz="1400" b="0" i="0" u="none" strike="noStrike" kern="1200" cap="none" spc="0" normalizeH="0" baseline="-25000" noProof="0" dirty="0">
                <a:ln>
                  <a:noFill/>
                </a:ln>
                <a:solidFill>
                  <a:srgbClr val="000000"/>
                </a:solidFill>
                <a:effectLst/>
                <a:uLnTx/>
                <a:uFillTx/>
                <a:latin typeface="Arial" charset="0"/>
                <a:ea typeface="宋体" pitchFamily="2" charset="-122"/>
                <a:cs typeface="+mn-cs"/>
              </a:rPr>
              <a:t>in</a:t>
            </a:r>
            <a:endParaRPr kumimoji="1" lang="zh-CN" altLang="en-US" sz="1400" b="0" i="0" u="none" strike="noStrike" kern="1200" cap="none" spc="0" normalizeH="0" baseline="-25000" noProof="0" dirty="0">
              <a:ln>
                <a:noFill/>
              </a:ln>
              <a:solidFill>
                <a:srgbClr val="000000"/>
              </a:solidFill>
              <a:effectLst/>
              <a:uLnTx/>
              <a:uFillTx/>
              <a:latin typeface="Arial" charset="0"/>
              <a:ea typeface="宋体" pitchFamily="2" charset="-122"/>
              <a:cs typeface="+mn-cs"/>
            </a:endParaRPr>
          </a:p>
        </p:txBody>
      </p:sp>
      <p:sp>
        <p:nvSpPr>
          <p:cNvPr id="105" name="文本框 104">
            <a:extLst>
              <a:ext uri="{FF2B5EF4-FFF2-40B4-BE49-F238E27FC236}">
                <a16:creationId xmlns:a16="http://schemas.microsoft.com/office/drawing/2014/main" id="{F2AF3103-4966-A145-A9B5-7FA25E22BC65}"/>
              </a:ext>
            </a:extLst>
          </p:cNvPr>
          <p:cNvSpPr txBox="1"/>
          <p:nvPr/>
        </p:nvSpPr>
        <p:spPr>
          <a:xfrm>
            <a:off x="5531461" y="3625279"/>
            <a:ext cx="712345" cy="307777"/>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dirty="0">
                <a:ln>
                  <a:noFill/>
                </a:ln>
                <a:solidFill>
                  <a:srgbClr val="000000"/>
                </a:solidFill>
                <a:effectLst/>
                <a:uLnTx/>
                <a:uFillTx/>
                <a:latin typeface="Arial" charset="0"/>
                <a:ea typeface="宋体" pitchFamily="2" charset="-122"/>
                <a:cs typeface="+mn-cs"/>
              </a:rPr>
              <a:t>V</a:t>
            </a:r>
            <a:r>
              <a:rPr kumimoji="1" lang="en-US" altLang="zh-CN" sz="1400" b="0" i="0" u="none" strike="noStrike" kern="1200" cap="none" spc="0" normalizeH="0" baseline="-25000" noProof="0" dirty="0">
                <a:ln>
                  <a:noFill/>
                </a:ln>
                <a:solidFill>
                  <a:srgbClr val="000000"/>
                </a:solidFill>
                <a:effectLst/>
                <a:uLnTx/>
                <a:uFillTx/>
                <a:latin typeface="Arial" charset="0"/>
                <a:ea typeface="宋体" pitchFamily="2" charset="-122"/>
                <a:cs typeface="+mn-cs"/>
              </a:rPr>
              <a:t>in</a:t>
            </a:r>
            <a:endParaRPr kumimoji="1" lang="zh-CN" altLang="en-US" sz="1400" b="0" i="0" u="none" strike="noStrike" kern="1200" cap="none" spc="0" normalizeH="0" baseline="-25000" noProof="0" dirty="0">
              <a:ln>
                <a:noFill/>
              </a:ln>
              <a:solidFill>
                <a:srgbClr val="000000"/>
              </a:solidFill>
              <a:effectLst/>
              <a:uLnTx/>
              <a:uFillTx/>
              <a:latin typeface="Arial" charset="0"/>
              <a:ea typeface="宋体" pitchFamily="2" charset="-122"/>
              <a:cs typeface="+mn-cs"/>
            </a:endParaRPr>
          </a:p>
        </p:txBody>
      </p:sp>
      <p:sp>
        <p:nvSpPr>
          <p:cNvPr id="101" name="灯片编号占位符 6">
            <a:extLst>
              <a:ext uri="{FF2B5EF4-FFF2-40B4-BE49-F238E27FC236}">
                <a16:creationId xmlns:a16="http://schemas.microsoft.com/office/drawing/2014/main" id="{BA7D17E9-A25F-7F4F-B2B0-6B2860BA8383}"/>
              </a:ext>
            </a:extLst>
          </p:cNvPr>
          <p:cNvSpPr txBox="1">
            <a:spLocks/>
          </p:cNvSpPr>
          <p:nvPr/>
        </p:nvSpPr>
        <p:spPr bwMode="auto">
          <a:xfrm>
            <a:off x="6553200" y="6265860"/>
            <a:ext cx="213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4600" b="1" kern="1200">
                <a:solidFill>
                  <a:srgbClr val="FF3300"/>
                </a:solidFill>
                <a:latin typeface="Garamond" pitchFamily="18" charset="0"/>
                <a:ea typeface="宋体" charset="-122"/>
                <a:cs typeface="+mn-cs"/>
              </a:defRPr>
            </a:lvl1pPr>
            <a:lvl2pPr marL="742950" indent="-28575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2pPr>
            <a:lvl3pPr marL="11430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3pPr>
            <a:lvl4pPr marL="16002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4pPr>
            <a:lvl5pPr marL="20574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5pPr>
            <a:lvl6pPr marL="25146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6pPr>
            <a:lvl7pPr marL="29718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7pPr>
            <a:lvl8pPr marL="34290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8pPr>
            <a:lvl9pPr marL="38862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9pPr>
          </a:lstStyle>
          <a:p>
            <a:pPr eaLnBrk="1" hangingPunct="1"/>
            <a:fld id="{CCE6D788-BCB5-407E-9DED-68D155892338}" type="slidenum">
              <a:rPr lang="en-US" altLang="zh-CN" sz="1400" smtClean="0">
                <a:solidFill>
                  <a:schemeClr val="tx1"/>
                </a:solidFill>
                <a:latin typeface="+mn-lt"/>
              </a:rPr>
              <a:pPr eaLnBrk="1" hangingPunct="1"/>
              <a:t>99</a:t>
            </a:fld>
            <a:endParaRPr lang="en-US" altLang="zh-CN" sz="1400" dirty="0">
              <a:solidFill>
                <a:schemeClr val="tx1"/>
              </a:solidFill>
              <a:latin typeface="+mn-lt"/>
            </a:endParaRPr>
          </a:p>
        </p:txBody>
      </p:sp>
    </p:spTree>
    <p:extLst>
      <p:ext uri="{BB962C8B-B14F-4D97-AF65-F5344CB8AC3E}">
        <p14:creationId xmlns:p14="http://schemas.microsoft.com/office/powerpoint/2010/main" val="30197530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2074418" y="272481"/>
            <a:ext cx="4734779" cy="936625"/>
          </a:xfrm>
        </p:spPr>
        <p:txBody>
          <a:bodyPr/>
          <a:lstStyle/>
          <a:p>
            <a:pPr eaLnBrk="1" hangingPunct="1"/>
            <a:r>
              <a:rPr lang="en-US" altLang="zh-CN" b="1" dirty="0"/>
              <a:t>CMOS</a:t>
            </a:r>
            <a:r>
              <a:rPr lang="zh-CN" altLang="en-US" b="1" dirty="0"/>
              <a:t>与非门</a:t>
            </a:r>
            <a:r>
              <a:rPr lang="en-US" altLang="zh-CN" b="1" dirty="0"/>
              <a:t>NAND</a:t>
            </a:r>
          </a:p>
        </p:txBody>
      </p:sp>
      <p:graphicFrame>
        <p:nvGraphicFramePr>
          <p:cNvPr id="436288" name="Group 64"/>
          <p:cNvGraphicFramePr>
            <a:graphicFrameLocks noGrp="1"/>
          </p:cNvGraphicFramePr>
          <p:nvPr>
            <p:ph type="tbl" idx="1"/>
            <p:extLst>
              <p:ext uri="{D42A27DB-BD31-4B8C-83A1-F6EECF244321}">
                <p14:modId xmlns:p14="http://schemas.microsoft.com/office/powerpoint/2010/main" val="316646155"/>
              </p:ext>
            </p:extLst>
          </p:nvPr>
        </p:nvGraphicFramePr>
        <p:xfrm>
          <a:off x="4895793" y="2867023"/>
          <a:ext cx="3641725" cy="3095625"/>
        </p:xfrm>
        <a:graphic>
          <a:graphicData uri="http://schemas.openxmlformats.org/drawingml/2006/table">
            <a:tbl>
              <a:tblPr/>
              <a:tblGrid>
                <a:gridCol w="503733">
                  <a:extLst>
                    <a:ext uri="{9D8B030D-6E8A-4147-A177-3AD203B41FA5}">
                      <a16:colId xmlns:a16="http://schemas.microsoft.com/office/drawing/2014/main" val="20000"/>
                    </a:ext>
                  </a:extLst>
                </a:gridCol>
                <a:gridCol w="534492">
                  <a:extLst>
                    <a:ext uri="{9D8B030D-6E8A-4147-A177-3AD203B41FA5}">
                      <a16:colId xmlns:a16="http://schemas.microsoft.com/office/drawing/2014/main" val="20001"/>
                    </a:ext>
                  </a:extLst>
                </a:gridCol>
                <a:gridCol w="517525">
                  <a:extLst>
                    <a:ext uri="{9D8B030D-6E8A-4147-A177-3AD203B41FA5}">
                      <a16:colId xmlns:a16="http://schemas.microsoft.com/office/drawing/2014/main" val="20002"/>
                    </a:ext>
                  </a:extLst>
                </a:gridCol>
                <a:gridCol w="520700">
                  <a:extLst>
                    <a:ext uri="{9D8B030D-6E8A-4147-A177-3AD203B41FA5}">
                      <a16:colId xmlns:a16="http://schemas.microsoft.com/office/drawing/2014/main" val="20003"/>
                    </a:ext>
                  </a:extLst>
                </a:gridCol>
                <a:gridCol w="522287">
                  <a:extLst>
                    <a:ext uri="{9D8B030D-6E8A-4147-A177-3AD203B41FA5}">
                      <a16:colId xmlns:a16="http://schemas.microsoft.com/office/drawing/2014/main" val="20004"/>
                    </a:ext>
                  </a:extLst>
                </a:gridCol>
                <a:gridCol w="520700">
                  <a:extLst>
                    <a:ext uri="{9D8B030D-6E8A-4147-A177-3AD203B41FA5}">
                      <a16:colId xmlns:a16="http://schemas.microsoft.com/office/drawing/2014/main" val="20005"/>
                    </a:ext>
                  </a:extLst>
                </a:gridCol>
                <a:gridCol w="522288">
                  <a:extLst>
                    <a:ext uri="{9D8B030D-6E8A-4147-A177-3AD203B41FA5}">
                      <a16:colId xmlns:a16="http://schemas.microsoft.com/office/drawing/2014/main" val="20006"/>
                    </a:ext>
                  </a:extLst>
                </a:gridCol>
              </a:tblGrid>
              <a:tr h="61912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1" u="none" strike="noStrike" cap="none" normalizeH="0" baseline="0" dirty="0">
                          <a:ln>
                            <a:noFill/>
                          </a:ln>
                          <a:solidFill>
                            <a:schemeClr val="tx1"/>
                          </a:solidFill>
                          <a:effectLst/>
                          <a:latin typeface="Arial" charset="0"/>
                          <a:ea typeface="宋体" charset="-122"/>
                        </a:rPr>
                        <a:t>A</a:t>
                      </a:r>
                    </a:p>
                  </a:txBody>
                  <a:tcPr marL="18000" marR="18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1" u="none" strike="noStrike" cap="none" normalizeH="0" baseline="0">
                          <a:ln>
                            <a:noFill/>
                          </a:ln>
                          <a:solidFill>
                            <a:schemeClr val="tx1"/>
                          </a:solidFill>
                          <a:effectLst/>
                          <a:latin typeface="Arial" charset="0"/>
                          <a:ea typeface="宋体" charset="-122"/>
                        </a:rPr>
                        <a:t>B</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M</a:t>
                      </a:r>
                      <a:r>
                        <a:rPr kumimoji="0" lang="en-US" altLang="zh-CN" sz="2800" b="0" i="0" u="none" strike="noStrike" cap="none" normalizeH="0" baseline="-25000">
                          <a:ln>
                            <a:noFill/>
                          </a:ln>
                          <a:solidFill>
                            <a:schemeClr val="tx1"/>
                          </a:solidFill>
                          <a:effectLst/>
                          <a:latin typeface="Arial" charset="0"/>
                          <a:ea typeface="宋体" charset="-122"/>
                        </a:rPr>
                        <a:t>1</a:t>
                      </a:r>
                      <a:endParaRPr kumimoji="0" lang="en-US" altLang="zh-CN" sz="2800" b="0" i="0" u="none" strike="noStrike" cap="none" normalizeH="0" baseline="0">
                        <a:ln>
                          <a:noFill/>
                        </a:ln>
                        <a:solidFill>
                          <a:schemeClr val="tx1"/>
                        </a:solidFill>
                        <a:effectLst/>
                        <a:latin typeface="Arial" charset="0"/>
                        <a:ea typeface="宋体" charset="-122"/>
                      </a:endParaRP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M</a:t>
                      </a:r>
                      <a:r>
                        <a:rPr kumimoji="0" lang="en-US" altLang="zh-CN" sz="2800" b="0" i="0" u="none" strike="noStrike" cap="none" normalizeH="0" baseline="-25000">
                          <a:ln>
                            <a:noFill/>
                          </a:ln>
                          <a:solidFill>
                            <a:schemeClr val="tx1"/>
                          </a:solidFill>
                          <a:effectLst/>
                          <a:latin typeface="Arial" charset="0"/>
                          <a:ea typeface="宋体" charset="-122"/>
                        </a:rPr>
                        <a:t>2</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M</a:t>
                      </a:r>
                      <a:r>
                        <a:rPr kumimoji="0" lang="en-US" altLang="zh-CN" sz="2800" b="0" i="0" u="none" strike="noStrike" cap="none" normalizeH="0" baseline="-25000">
                          <a:ln>
                            <a:noFill/>
                          </a:ln>
                          <a:solidFill>
                            <a:schemeClr val="tx1"/>
                          </a:solidFill>
                          <a:effectLst/>
                          <a:latin typeface="Arial" charset="0"/>
                          <a:ea typeface="宋体" charset="-122"/>
                        </a:rPr>
                        <a:t>3</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M</a:t>
                      </a:r>
                      <a:r>
                        <a:rPr kumimoji="0" lang="en-US" altLang="zh-CN" sz="2800" b="0" i="0" u="none" strike="noStrike" cap="none" normalizeH="0" baseline="-25000">
                          <a:ln>
                            <a:noFill/>
                          </a:ln>
                          <a:solidFill>
                            <a:schemeClr val="tx1"/>
                          </a:solidFill>
                          <a:effectLst/>
                          <a:latin typeface="Arial" charset="0"/>
                          <a:ea typeface="宋体" charset="-122"/>
                        </a:rPr>
                        <a:t>4</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1" u="none" strike="noStrike" cap="none" normalizeH="0" baseline="0">
                          <a:ln>
                            <a:noFill/>
                          </a:ln>
                          <a:solidFill>
                            <a:schemeClr val="tx1"/>
                          </a:solidFill>
                          <a:effectLst/>
                          <a:latin typeface="Arial" charset="0"/>
                          <a:ea typeface="宋体" charset="-122"/>
                        </a:rPr>
                        <a:t>Y</a:t>
                      </a:r>
                    </a:p>
                  </a:txBody>
                  <a:tcPr marL="18000" marR="18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1912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L</a:t>
                      </a:r>
                    </a:p>
                  </a:txBody>
                  <a:tcPr marL="18000" marR="18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L</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Off</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Off</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On</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On</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H</a:t>
                      </a:r>
                    </a:p>
                  </a:txBody>
                  <a:tcPr marL="18000" marR="18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1912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altLang="zh-CN" sz="2800" b="0" i="0" u="none" strike="noStrike" cap="none" normalizeH="0" baseline="0" dirty="0">
                        <a:ln>
                          <a:noFill/>
                        </a:ln>
                        <a:solidFill>
                          <a:schemeClr val="tx1"/>
                        </a:solidFill>
                        <a:effectLst/>
                        <a:latin typeface="Arial" charset="0"/>
                        <a:ea typeface="宋体" charset="-122"/>
                      </a:endParaRPr>
                    </a:p>
                  </a:txBody>
                  <a:tcPr marL="18000" marR="18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altLang="zh-CN" sz="2800" b="0" i="0" u="none" strike="noStrike" cap="none" normalizeH="0" baseline="0" dirty="0">
                        <a:ln>
                          <a:noFill/>
                        </a:ln>
                        <a:solidFill>
                          <a:schemeClr val="tx1"/>
                        </a:solidFill>
                        <a:effectLst/>
                        <a:latin typeface="Arial" charset="0"/>
                        <a:ea typeface="宋体" charset="-122"/>
                      </a:endParaRP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altLang="zh-CN" sz="2800" b="0" i="0" u="none" strike="noStrike" cap="none" normalizeH="0" baseline="0" dirty="0">
                        <a:ln>
                          <a:noFill/>
                        </a:ln>
                        <a:solidFill>
                          <a:schemeClr val="tx1"/>
                        </a:solidFill>
                        <a:effectLst/>
                        <a:latin typeface="Arial" charset="0"/>
                        <a:ea typeface="宋体" charset="-122"/>
                      </a:endParaRP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altLang="zh-CN" sz="2800" b="0" i="0" u="none" strike="noStrike" cap="none" normalizeH="0" baseline="0" dirty="0">
                        <a:ln>
                          <a:noFill/>
                        </a:ln>
                        <a:solidFill>
                          <a:schemeClr val="tx1"/>
                        </a:solidFill>
                        <a:effectLst/>
                        <a:latin typeface="Arial" charset="0"/>
                        <a:ea typeface="宋体" charset="-122"/>
                      </a:endParaRP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altLang="zh-CN" sz="2800" b="0" i="0" u="none" strike="noStrike" cap="none" normalizeH="0" baseline="0" dirty="0">
                        <a:ln>
                          <a:noFill/>
                        </a:ln>
                        <a:solidFill>
                          <a:schemeClr val="tx1"/>
                        </a:solidFill>
                        <a:effectLst/>
                        <a:latin typeface="Arial" charset="0"/>
                        <a:ea typeface="宋体" charset="-122"/>
                      </a:endParaRP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altLang="zh-CN" sz="2800" b="0" i="0" u="none" strike="noStrike" cap="none" normalizeH="0" baseline="0" dirty="0">
                        <a:ln>
                          <a:noFill/>
                        </a:ln>
                        <a:solidFill>
                          <a:schemeClr val="tx1"/>
                        </a:solidFill>
                        <a:effectLst/>
                        <a:latin typeface="Arial" charset="0"/>
                        <a:ea typeface="宋体" charset="-122"/>
                      </a:endParaRP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altLang="zh-CN" sz="2800" b="0" i="0" u="none" strike="noStrike" cap="none" normalizeH="0" baseline="0" dirty="0">
                        <a:ln>
                          <a:noFill/>
                        </a:ln>
                        <a:solidFill>
                          <a:schemeClr val="tx1"/>
                        </a:solidFill>
                        <a:effectLst/>
                        <a:latin typeface="Arial" charset="0"/>
                        <a:ea typeface="宋体" charset="-122"/>
                      </a:endParaRPr>
                    </a:p>
                  </a:txBody>
                  <a:tcPr marL="18000" marR="18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1912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altLang="zh-CN" sz="2800" b="0" i="0" u="none" strike="noStrike" cap="none" normalizeH="0" baseline="0" dirty="0">
                        <a:ln>
                          <a:noFill/>
                        </a:ln>
                        <a:solidFill>
                          <a:schemeClr val="tx1"/>
                        </a:solidFill>
                        <a:effectLst/>
                        <a:latin typeface="Arial" charset="0"/>
                        <a:ea typeface="宋体" charset="-122"/>
                      </a:endParaRPr>
                    </a:p>
                  </a:txBody>
                  <a:tcPr marL="18000" marR="18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altLang="zh-CN" sz="2800" b="0" i="0" u="none" strike="noStrike" cap="none" normalizeH="0" baseline="0" dirty="0">
                        <a:ln>
                          <a:noFill/>
                        </a:ln>
                        <a:solidFill>
                          <a:schemeClr val="tx1"/>
                        </a:solidFill>
                        <a:effectLst/>
                        <a:latin typeface="Arial" charset="0"/>
                        <a:ea typeface="宋体" charset="-122"/>
                      </a:endParaRP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altLang="zh-CN" sz="2800" b="0" i="0" u="none" strike="noStrike" cap="none" normalizeH="0" baseline="0" dirty="0">
                        <a:ln>
                          <a:noFill/>
                        </a:ln>
                        <a:solidFill>
                          <a:schemeClr val="tx1"/>
                        </a:solidFill>
                        <a:effectLst/>
                        <a:latin typeface="Arial" charset="0"/>
                        <a:ea typeface="宋体" charset="-122"/>
                      </a:endParaRP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altLang="zh-CN" sz="2800" b="0" i="0" u="none" strike="noStrike" cap="none" normalizeH="0" baseline="0">
                        <a:ln>
                          <a:noFill/>
                        </a:ln>
                        <a:solidFill>
                          <a:schemeClr val="tx1"/>
                        </a:solidFill>
                        <a:effectLst/>
                        <a:latin typeface="Arial" charset="0"/>
                        <a:ea typeface="宋体" charset="-122"/>
                      </a:endParaRP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altLang="zh-CN" sz="2800" b="0" i="0" u="none" strike="noStrike" cap="none" normalizeH="0" baseline="0">
                        <a:ln>
                          <a:noFill/>
                        </a:ln>
                        <a:solidFill>
                          <a:schemeClr val="tx1"/>
                        </a:solidFill>
                        <a:effectLst/>
                        <a:latin typeface="Arial" charset="0"/>
                        <a:ea typeface="宋体" charset="-122"/>
                      </a:endParaRP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altLang="zh-CN" sz="2800" b="0" i="0" u="none" strike="noStrike" cap="none" normalizeH="0" baseline="0">
                        <a:ln>
                          <a:noFill/>
                        </a:ln>
                        <a:solidFill>
                          <a:schemeClr val="tx1"/>
                        </a:solidFill>
                        <a:effectLst/>
                        <a:latin typeface="Arial" charset="0"/>
                        <a:ea typeface="宋体" charset="-122"/>
                      </a:endParaRP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altLang="zh-CN" sz="2800" b="0" i="0" u="none" strike="noStrike" cap="none" normalizeH="0" baseline="0">
                        <a:ln>
                          <a:noFill/>
                        </a:ln>
                        <a:solidFill>
                          <a:schemeClr val="tx1"/>
                        </a:solidFill>
                        <a:effectLst/>
                        <a:latin typeface="Arial" charset="0"/>
                        <a:ea typeface="宋体" charset="-122"/>
                      </a:endParaRPr>
                    </a:p>
                  </a:txBody>
                  <a:tcPr marL="18000" marR="18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1912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altLang="zh-CN" sz="2800" b="0" i="0" u="none" strike="noStrike" cap="none" normalizeH="0" baseline="0" dirty="0">
                        <a:ln>
                          <a:noFill/>
                        </a:ln>
                        <a:solidFill>
                          <a:schemeClr val="tx1"/>
                        </a:solidFill>
                        <a:effectLst/>
                        <a:latin typeface="Arial" charset="0"/>
                        <a:ea typeface="宋体" charset="-122"/>
                      </a:endParaRPr>
                    </a:p>
                  </a:txBody>
                  <a:tcPr marL="18000" marR="18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altLang="zh-CN" sz="2800" b="0" i="0" u="none" strike="noStrike" cap="none" normalizeH="0" baseline="0">
                        <a:ln>
                          <a:noFill/>
                        </a:ln>
                        <a:solidFill>
                          <a:schemeClr val="tx1"/>
                        </a:solidFill>
                        <a:effectLst/>
                        <a:latin typeface="Arial" charset="0"/>
                        <a:ea typeface="宋体" charset="-122"/>
                      </a:endParaRP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altLang="zh-CN" sz="2800" b="0" i="0" u="none" strike="noStrike" cap="none" normalizeH="0" baseline="0">
                        <a:ln>
                          <a:noFill/>
                        </a:ln>
                        <a:solidFill>
                          <a:schemeClr val="tx1"/>
                        </a:solidFill>
                        <a:effectLst/>
                        <a:latin typeface="Arial" charset="0"/>
                        <a:ea typeface="宋体" charset="-122"/>
                      </a:endParaRP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altLang="zh-CN" sz="2800" b="0" i="0" u="none" strike="noStrike" cap="none" normalizeH="0" baseline="0" dirty="0">
                        <a:ln>
                          <a:noFill/>
                        </a:ln>
                        <a:solidFill>
                          <a:schemeClr val="tx1"/>
                        </a:solidFill>
                        <a:effectLst/>
                        <a:latin typeface="Arial" charset="0"/>
                        <a:ea typeface="宋体" charset="-122"/>
                      </a:endParaRP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altLang="zh-CN" sz="2800" b="0" i="0" u="none" strike="noStrike" cap="none" normalizeH="0" baseline="0" dirty="0">
                        <a:ln>
                          <a:noFill/>
                        </a:ln>
                        <a:solidFill>
                          <a:schemeClr val="tx1"/>
                        </a:solidFill>
                        <a:effectLst/>
                        <a:latin typeface="Arial" charset="0"/>
                        <a:ea typeface="宋体" charset="-122"/>
                      </a:endParaRP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altLang="zh-CN" sz="2800" b="0" i="0" u="none" strike="noStrike" cap="none" normalizeH="0" baseline="0">
                        <a:ln>
                          <a:noFill/>
                        </a:ln>
                        <a:solidFill>
                          <a:schemeClr val="tx1"/>
                        </a:solidFill>
                        <a:effectLst/>
                        <a:latin typeface="Arial" charset="0"/>
                        <a:ea typeface="宋体" charset="-122"/>
                      </a:endParaRP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altLang="zh-CN" sz="2800" b="0" i="0" u="none" strike="noStrike" cap="none" normalizeH="0" baseline="0" dirty="0">
                        <a:ln>
                          <a:noFill/>
                        </a:ln>
                        <a:solidFill>
                          <a:schemeClr val="tx1"/>
                        </a:solidFill>
                        <a:effectLst/>
                        <a:latin typeface="Arial" charset="0"/>
                        <a:ea typeface="宋体" charset="-122"/>
                      </a:endParaRPr>
                    </a:p>
                  </a:txBody>
                  <a:tcPr marL="18000" marR="18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pSp>
        <p:nvGrpSpPr>
          <p:cNvPr id="2" name="Group 1">
            <a:extLst>
              <a:ext uri="{FF2B5EF4-FFF2-40B4-BE49-F238E27FC236}">
                <a16:creationId xmlns:a16="http://schemas.microsoft.com/office/drawing/2014/main" id="{F91A0813-776F-BE47-95AE-FB00BA80C099}"/>
              </a:ext>
            </a:extLst>
          </p:cNvPr>
          <p:cNvGrpSpPr/>
          <p:nvPr/>
        </p:nvGrpSpPr>
        <p:grpSpPr>
          <a:xfrm>
            <a:off x="984054" y="1921289"/>
            <a:ext cx="3538577" cy="4166394"/>
            <a:chOff x="1004848" y="1630363"/>
            <a:chExt cx="3538577" cy="4166394"/>
          </a:xfrm>
        </p:grpSpPr>
        <p:pic>
          <p:nvPicPr>
            <p:cNvPr id="4" name="图片 3">
              <a:extLst>
                <a:ext uri="{FF2B5EF4-FFF2-40B4-BE49-F238E27FC236}">
                  <a16:creationId xmlns:a16="http://schemas.microsoft.com/office/drawing/2014/main" id="{1576FC82-F142-8947-80CD-227978B2D0A1}"/>
                </a:ext>
              </a:extLst>
            </p:cNvPr>
            <p:cNvPicPr>
              <a:picLocks noChangeAspect="1"/>
            </p:cNvPicPr>
            <p:nvPr/>
          </p:nvPicPr>
          <p:blipFill>
            <a:blip r:embed="rId3"/>
            <a:stretch>
              <a:fillRect/>
            </a:stretch>
          </p:blipFill>
          <p:spPr>
            <a:xfrm>
              <a:off x="1381346" y="1818873"/>
              <a:ext cx="2526494" cy="3977884"/>
            </a:xfrm>
            <a:prstGeom prst="rect">
              <a:avLst/>
            </a:prstGeom>
          </p:spPr>
        </p:pic>
        <p:sp>
          <p:nvSpPr>
            <p:cNvPr id="48223" name="Oval 14"/>
            <p:cNvSpPr>
              <a:spLocks noChangeArrowheads="1"/>
            </p:cNvSpPr>
            <p:nvPr/>
          </p:nvSpPr>
          <p:spPr bwMode="auto">
            <a:xfrm>
              <a:off x="1342985" y="3684903"/>
              <a:ext cx="76200" cy="76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8225" name="Text Box 16"/>
            <p:cNvSpPr txBox="1">
              <a:spLocks noChangeArrowheads="1"/>
            </p:cNvSpPr>
            <p:nvPr/>
          </p:nvSpPr>
          <p:spPr bwMode="auto">
            <a:xfrm>
              <a:off x="1038185" y="3491228"/>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a:solidFill>
                    <a:schemeClr val="tx1"/>
                  </a:solidFill>
                  <a:latin typeface="Times New Roman" pitchFamily="18" charset="0"/>
                </a:rPr>
                <a:t>A</a:t>
              </a:r>
            </a:p>
          </p:txBody>
        </p:sp>
        <p:sp>
          <p:nvSpPr>
            <p:cNvPr id="48227" name="Oval 18"/>
            <p:cNvSpPr>
              <a:spLocks noChangeArrowheads="1"/>
            </p:cNvSpPr>
            <p:nvPr/>
          </p:nvSpPr>
          <p:spPr bwMode="auto">
            <a:xfrm>
              <a:off x="3741738" y="1822451"/>
              <a:ext cx="76200" cy="76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8228" name="Text Box 19"/>
            <p:cNvSpPr txBox="1">
              <a:spLocks noChangeArrowheads="1"/>
            </p:cNvSpPr>
            <p:nvPr/>
          </p:nvSpPr>
          <p:spPr bwMode="auto">
            <a:xfrm>
              <a:off x="3853002" y="2887663"/>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a:solidFill>
                    <a:schemeClr val="tx1"/>
                  </a:solidFill>
                  <a:latin typeface="Times New Roman" pitchFamily="18" charset="0"/>
                </a:rPr>
                <a:t>Y</a:t>
              </a:r>
            </a:p>
          </p:txBody>
        </p:sp>
        <p:sp>
          <p:nvSpPr>
            <p:cNvPr id="48230" name="Text Box 21"/>
            <p:cNvSpPr txBox="1">
              <a:spLocks noChangeArrowheads="1"/>
            </p:cNvSpPr>
            <p:nvPr/>
          </p:nvSpPr>
          <p:spPr bwMode="auto">
            <a:xfrm>
              <a:off x="3705225" y="1630363"/>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baseline="-25000" dirty="0">
                  <a:solidFill>
                    <a:schemeClr val="tx1"/>
                  </a:solidFill>
                  <a:latin typeface="Times New Roman" pitchFamily="18" charset="0"/>
                </a:rPr>
                <a:t> </a:t>
              </a:r>
              <a:r>
                <a:rPr kumimoji="1" lang="en-US" altLang="zh-CN" sz="2400" dirty="0">
                  <a:solidFill>
                    <a:schemeClr val="tx1"/>
                  </a:solidFill>
                  <a:latin typeface="Times New Roman" pitchFamily="18" charset="0"/>
                </a:rPr>
                <a:t>V</a:t>
              </a:r>
              <a:r>
                <a:rPr kumimoji="1" lang="en-US" altLang="zh-CN" sz="2400" baseline="-25000" dirty="0">
                  <a:solidFill>
                    <a:schemeClr val="tx1"/>
                  </a:solidFill>
                  <a:latin typeface="Times New Roman" pitchFamily="18" charset="0"/>
                </a:rPr>
                <a:t>DD</a:t>
              </a:r>
              <a:r>
                <a:rPr kumimoji="1" lang="en-US" altLang="zh-CN" sz="2400" dirty="0">
                  <a:solidFill>
                    <a:schemeClr val="tx1"/>
                  </a:solidFill>
                  <a:latin typeface="Times New Roman" pitchFamily="18" charset="0"/>
                </a:rPr>
                <a:t> </a:t>
              </a:r>
            </a:p>
          </p:txBody>
        </p:sp>
        <p:sp>
          <p:nvSpPr>
            <p:cNvPr id="48241" name="Text Box 32"/>
            <p:cNvSpPr txBox="1">
              <a:spLocks noChangeArrowheads="1"/>
            </p:cNvSpPr>
            <p:nvPr/>
          </p:nvSpPr>
          <p:spPr bwMode="auto">
            <a:xfrm>
              <a:off x="2417542" y="3710592"/>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dirty="0">
                  <a:solidFill>
                    <a:schemeClr val="tx1"/>
                  </a:solidFill>
                  <a:latin typeface="Times New Roman" pitchFamily="18" charset="0"/>
                </a:rPr>
                <a:t>M</a:t>
              </a:r>
              <a:r>
                <a:rPr kumimoji="1" lang="en-US" altLang="zh-CN" sz="2400" baseline="-25000" dirty="0">
                  <a:solidFill>
                    <a:schemeClr val="tx1"/>
                  </a:solidFill>
                  <a:latin typeface="Times New Roman" pitchFamily="18" charset="0"/>
                </a:rPr>
                <a:t>1</a:t>
              </a:r>
              <a:endParaRPr kumimoji="1" lang="en-US" altLang="zh-CN" sz="2400" dirty="0">
                <a:solidFill>
                  <a:schemeClr val="tx1"/>
                </a:solidFill>
                <a:latin typeface="Times New Roman" pitchFamily="18" charset="0"/>
              </a:endParaRPr>
            </a:p>
          </p:txBody>
        </p:sp>
        <p:sp>
          <p:nvSpPr>
            <p:cNvPr id="48242" name="Text Box 33"/>
            <p:cNvSpPr txBox="1">
              <a:spLocks noChangeArrowheads="1"/>
            </p:cNvSpPr>
            <p:nvPr/>
          </p:nvSpPr>
          <p:spPr bwMode="auto">
            <a:xfrm>
              <a:off x="2433052" y="4706345"/>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dirty="0">
                  <a:solidFill>
                    <a:schemeClr val="tx1"/>
                  </a:solidFill>
                  <a:latin typeface="Times New Roman" pitchFamily="18" charset="0"/>
                </a:rPr>
                <a:t>M</a:t>
              </a:r>
              <a:r>
                <a:rPr kumimoji="1" lang="en-US" altLang="zh-CN" sz="2400" baseline="-25000" dirty="0">
                  <a:solidFill>
                    <a:schemeClr val="tx1"/>
                  </a:solidFill>
                  <a:latin typeface="Times New Roman" pitchFamily="18" charset="0"/>
                </a:rPr>
                <a:t>2</a:t>
              </a:r>
              <a:endParaRPr kumimoji="1" lang="en-US" altLang="zh-CN" sz="2400" dirty="0">
                <a:solidFill>
                  <a:schemeClr val="tx1"/>
                </a:solidFill>
                <a:latin typeface="Times New Roman" pitchFamily="18" charset="0"/>
              </a:endParaRPr>
            </a:p>
          </p:txBody>
        </p:sp>
        <p:sp>
          <p:nvSpPr>
            <p:cNvPr id="48251" name="Text Box 42"/>
            <p:cNvSpPr txBox="1">
              <a:spLocks noChangeArrowheads="1"/>
            </p:cNvSpPr>
            <p:nvPr/>
          </p:nvSpPr>
          <p:spPr bwMode="auto">
            <a:xfrm>
              <a:off x="2500203" y="1858963"/>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dirty="0">
                  <a:solidFill>
                    <a:schemeClr val="tx1"/>
                  </a:solidFill>
                  <a:latin typeface="Times New Roman" pitchFamily="18" charset="0"/>
                </a:rPr>
                <a:t>M</a:t>
              </a:r>
              <a:r>
                <a:rPr kumimoji="1" lang="en-US" altLang="zh-CN" sz="2400" baseline="-25000" dirty="0">
                  <a:solidFill>
                    <a:schemeClr val="tx1"/>
                  </a:solidFill>
                  <a:latin typeface="Times New Roman" pitchFamily="18" charset="0"/>
                </a:rPr>
                <a:t>3</a:t>
              </a:r>
              <a:endParaRPr kumimoji="1" lang="en-US" altLang="zh-CN" sz="2400" dirty="0">
                <a:solidFill>
                  <a:schemeClr val="tx1"/>
                </a:solidFill>
                <a:latin typeface="Times New Roman" pitchFamily="18" charset="0"/>
              </a:endParaRPr>
            </a:p>
          </p:txBody>
        </p:sp>
        <p:sp>
          <p:nvSpPr>
            <p:cNvPr id="48254" name="Oval 45"/>
            <p:cNvSpPr>
              <a:spLocks noChangeArrowheads="1"/>
            </p:cNvSpPr>
            <p:nvPr/>
          </p:nvSpPr>
          <p:spPr bwMode="auto">
            <a:xfrm>
              <a:off x="1342985" y="4725144"/>
              <a:ext cx="76200" cy="76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8255" name="Text Box 46"/>
            <p:cNvSpPr txBox="1">
              <a:spLocks noChangeArrowheads="1"/>
            </p:cNvSpPr>
            <p:nvPr/>
          </p:nvSpPr>
          <p:spPr bwMode="auto">
            <a:xfrm>
              <a:off x="1038185" y="4483968"/>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dirty="0">
                  <a:solidFill>
                    <a:schemeClr val="tx1"/>
                  </a:solidFill>
                  <a:latin typeface="Times New Roman" pitchFamily="18" charset="0"/>
                </a:rPr>
                <a:t>B</a:t>
              </a:r>
            </a:p>
          </p:txBody>
        </p:sp>
        <p:sp>
          <p:nvSpPr>
            <p:cNvPr id="48267" name="Text Box 58"/>
            <p:cNvSpPr txBox="1">
              <a:spLocks noChangeArrowheads="1"/>
            </p:cNvSpPr>
            <p:nvPr/>
          </p:nvSpPr>
          <p:spPr bwMode="auto">
            <a:xfrm>
              <a:off x="1869937" y="2688374"/>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dirty="0">
                  <a:solidFill>
                    <a:schemeClr val="tx1"/>
                  </a:solidFill>
                  <a:latin typeface="Times New Roman" pitchFamily="18" charset="0"/>
                </a:rPr>
                <a:t>M</a:t>
              </a:r>
              <a:r>
                <a:rPr kumimoji="1" lang="en-US" altLang="zh-CN" sz="2400" baseline="-25000" dirty="0">
                  <a:solidFill>
                    <a:schemeClr val="tx1"/>
                  </a:solidFill>
                  <a:latin typeface="Times New Roman" pitchFamily="18" charset="0"/>
                </a:rPr>
                <a:t>4</a:t>
              </a:r>
              <a:endParaRPr kumimoji="1" lang="en-US" altLang="zh-CN" sz="2400" dirty="0">
                <a:solidFill>
                  <a:schemeClr val="tx1"/>
                </a:solidFill>
                <a:latin typeface="Times New Roman" pitchFamily="18" charset="0"/>
              </a:endParaRPr>
            </a:p>
          </p:txBody>
        </p:sp>
        <p:sp>
          <p:nvSpPr>
            <p:cNvPr id="436338" name="Text Box 114"/>
            <p:cNvSpPr txBox="1">
              <a:spLocks noChangeArrowheads="1"/>
            </p:cNvSpPr>
            <p:nvPr/>
          </p:nvSpPr>
          <p:spPr bwMode="auto">
            <a:xfrm>
              <a:off x="1403350" y="2133600"/>
              <a:ext cx="549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lang="en-US" altLang="zh-CN" sz="2400" b="0" dirty="0">
                  <a:solidFill>
                    <a:srgbClr val="0033CC"/>
                  </a:solidFill>
                  <a:latin typeface="Arial" charset="0"/>
                  <a:sym typeface="Symbol" pitchFamily="18" charset="2"/>
                </a:rPr>
                <a:t></a:t>
              </a:r>
            </a:p>
          </p:txBody>
        </p:sp>
        <p:sp>
          <p:nvSpPr>
            <p:cNvPr id="436339" name="Text Box 115"/>
            <p:cNvSpPr txBox="1">
              <a:spLocks noChangeArrowheads="1"/>
            </p:cNvSpPr>
            <p:nvPr/>
          </p:nvSpPr>
          <p:spPr bwMode="auto">
            <a:xfrm>
              <a:off x="3192853" y="3466969"/>
              <a:ext cx="549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lang="en-US" altLang="zh-CN" sz="2400" b="0">
                  <a:solidFill>
                    <a:srgbClr val="0033CC"/>
                  </a:solidFill>
                  <a:latin typeface="Arial" charset="0"/>
                  <a:sym typeface="Symbol" pitchFamily="18" charset="2"/>
                </a:rPr>
                <a:t></a:t>
              </a:r>
            </a:p>
          </p:txBody>
        </p:sp>
        <p:sp>
          <p:nvSpPr>
            <p:cNvPr id="436340" name="Text Box 116"/>
            <p:cNvSpPr txBox="1">
              <a:spLocks noChangeArrowheads="1"/>
            </p:cNvSpPr>
            <p:nvPr/>
          </p:nvSpPr>
          <p:spPr bwMode="auto">
            <a:xfrm>
              <a:off x="3132138" y="2133600"/>
              <a:ext cx="549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lang="en-US" altLang="zh-CN" sz="2400" b="0">
                  <a:solidFill>
                    <a:srgbClr val="0033CC"/>
                  </a:solidFill>
                  <a:latin typeface="Arial" charset="0"/>
                  <a:sym typeface="Symbol" pitchFamily="18" charset="2"/>
                </a:rPr>
                <a:t></a:t>
              </a:r>
            </a:p>
          </p:txBody>
        </p:sp>
        <p:sp>
          <p:nvSpPr>
            <p:cNvPr id="436341" name="Text Box 117"/>
            <p:cNvSpPr txBox="1">
              <a:spLocks noChangeArrowheads="1"/>
            </p:cNvSpPr>
            <p:nvPr/>
          </p:nvSpPr>
          <p:spPr bwMode="auto">
            <a:xfrm>
              <a:off x="3311232" y="4307745"/>
              <a:ext cx="549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lang="en-US" altLang="zh-CN" sz="2400" b="0">
                  <a:solidFill>
                    <a:srgbClr val="0033CC"/>
                  </a:solidFill>
                  <a:latin typeface="Arial" charset="0"/>
                  <a:sym typeface="Symbol" pitchFamily="18" charset="2"/>
                </a:rPr>
                <a:t></a:t>
              </a:r>
            </a:p>
          </p:txBody>
        </p:sp>
        <p:sp>
          <p:nvSpPr>
            <p:cNvPr id="436342" name="Text Box 118"/>
            <p:cNvSpPr txBox="1">
              <a:spLocks noChangeArrowheads="1"/>
            </p:cNvSpPr>
            <p:nvPr/>
          </p:nvSpPr>
          <p:spPr bwMode="auto">
            <a:xfrm>
              <a:off x="1004848" y="3156265"/>
              <a:ext cx="549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lang="en-US" altLang="zh-CN" sz="2400" b="0">
                  <a:solidFill>
                    <a:srgbClr val="0033CC"/>
                  </a:solidFill>
                  <a:latin typeface="Arial" charset="0"/>
                  <a:sym typeface="Symbol" pitchFamily="18" charset="2"/>
                </a:rPr>
                <a:t>0</a:t>
              </a:r>
            </a:p>
          </p:txBody>
        </p:sp>
        <p:sp>
          <p:nvSpPr>
            <p:cNvPr id="436343" name="Text Box 119"/>
            <p:cNvSpPr txBox="1">
              <a:spLocks noChangeArrowheads="1"/>
            </p:cNvSpPr>
            <p:nvPr/>
          </p:nvSpPr>
          <p:spPr bwMode="auto">
            <a:xfrm>
              <a:off x="1004848" y="4067490"/>
              <a:ext cx="549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lang="en-US" altLang="zh-CN" sz="2400" b="0">
                  <a:solidFill>
                    <a:srgbClr val="0033CC"/>
                  </a:solidFill>
                  <a:latin typeface="Arial" charset="0"/>
                  <a:sym typeface="Symbol" pitchFamily="18" charset="2"/>
                </a:rPr>
                <a:t>0</a:t>
              </a:r>
            </a:p>
          </p:txBody>
        </p:sp>
        <p:sp>
          <p:nvSpPr>
            <p:cNvPr id="436350" name="Text Box 126"/>
            <p:cNvSpPr txBox="1">
              <a:spLocks noChangeArrowheads="1"/>
            </p:cNvSpPr>
            <p:nvPr/>
          </p:nvSpPr>
          <p:spPr bwMode="auto">
            <a:xfrm>
              <a:off x="3633202" y="3104194"/>
              <a:ext cx="549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lang="en-US" altLang="zh-CN" sz="2400" b="0">
                  <a:solidFill>
                    <a:srgbClr val="0033CC"/>
                  </a:solidFill>
                  <a:latin typeface="Arial" charset="0"/>
                  <a:sym typeface="Symbol" pitchFamily="18" charset="2"/>
                </a:rPr>
                <a:t>1</a:t>
              </a:r>
            </a:p>
          </p:txBody>
        </p:sp>
      </p:grpSp>
      <p:grpSp>
        <p:nvGrpSpPr>
          <p:cNvPr id="31" name="组合 96">
            <a:extLst>
              <a:ext uri="{FF2B5EF4-FFF2-40B4-BE49-F238E27FC236}">
                <a16:creationId xmlns:a16="http://schemas.microsoft.com/office/drawing/2014/main" id="{654DA6D2-34B3-1849-ABE7-8FEFA38AEAA2}"/>
              </a:ext>
            </a:extLst>
          </p:cNvPr>
          <p:cNvGrpSpPr>
            <a:grpSpLocks/>
          </p:cNvGrpSpPr>
          <p:nvPr/>
        </p:nvGrpSpPr>
        <p:grpSpPr bwMode="auto">
          <a:xfrm>
            <a:off x="5740972" y="1697831"/>
            <a:ext cx="2252663" cy="871538"/>
            <a:chOff x="1336675" y="5638800"/>
            <a:chExt cx="2252663" cy="871538"/>
          </a:xfrm>
        </p:grpSpPr>
        <p:sp>
          <p:nvSpPr>
            <p:cNvPr id="32" name="Line 3">
              <a:extLst>
                <a:ext uri="{FF2B5EF4-FFF2-40B4-BE49-F238E27FC236}">
                  <a16:creationId xmlns:a16="http://schemas.microsoft.com/office/drawing/2014/main" id="{CCC9EC3E-69F4-B145-A10F-B25CFC813862}"/>
                </a:ext>
              </a:extLst>
            </p:cNvPr>
            <p:cNvSpPr>
              <a:spLocks noChangeShapeType="1"/>
            </p:cNvSpPr>
            <p:nvPr/>
          </p:nvSpPr>
          <p:spPr bwMode="auto">
            <a:xfrm>
              <a:off x="2852738" y="6000750"/>
              <a:ext cx="4889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 name="Line 4">
              <a:extLst>
                <a:ext uri="{FF2B5EF4-FFF2-40B4-BE49-F238E27FC236}">
                  <a16:creationId xmlns:a16="http://schemas.microsoft.com/office/drawing/2014/main" id="{7BB5B572-2656-1540-984B-9D388415DDBE}"/>
                </a:ext>
              </a:extLst>
            </p:cNvPr>
            <p:cNvSpPr>
              <a:spLocks noChangeShapeType="1"/>
            </p:cNvSpPr>
            <p:nvPr/>
          </p:nvSpPr>
          <p:spPr bwMode="auto">
            <a:xfrm>
              <a:off x="1608138" y="5846763"/>
              <a:ext cx="4889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 name="Line 5">
              <a:extLst>
                <a:ext uri="{FF2B5EF4-FFF2-40B4-BE49-F238E27FC236}">
                  <a16:creationId xmlns:a16="http://schemas.microsoft.com/office/drawing/2014/main" id="{A31F8F39-83A9-984C-A1F4-C61CDE0AD9E7}"/>
                </a:ext>
              </a:extLst>
            </p:cNvPr>
            <p:cNvSpPr>
              <a:spLocks noChangeShapeType="1"/>
            </p:cNvSpPr>
            <p:nvPr/>
          </p:nvSpPr>
          <p:spPr bwMode="auto">
            <a:xfrm>
              <a:off x="1608138" y="6156325"/>
              <a:ext cx="4889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 name="Text Box 6">
              <a:extLst>
                <a:ext uri="{FF2B5EF4-FFF2-40B4-BE49-F238E27FC236}">
                  <a16:creationId xmlns:a16="http://schemas.microsoft.com/office/drawing/2014/main" id="{718DFA65-74BD-E842-836C-40609E1DE44B}"/>
                </a:ext>
              </a:extLst>
            </p:cNvPr>
            <p:cNvSpPr txBox="1">
              <a:spLocks noChangeArrowheads="1"/>
            </p:cNvSpPr>
            <p:nvPr/>
          </p:nvSpPr>
          <p:spPr bwMode="auto">
            <a:xfrm>
              <a:off x="1336675" y="5638800"/>
              <a:ext cx="460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b="0">
                  <a:solidFill>
                    <a:schemeClr val="tx1"/>
                  </a:solidFill>
                  <a:latin typeface="Times New Roman" pitchFamily="18" charset="0"/>
                </a:rPr>
                <a:t>A</a:t>
              </a:r>
            </a:p>
          </p:txBody>
        </p:sp>
        <p:sp>
          <p:nvSpPr>
            <p:cNvPr id="36" name="Text Box 7">
              <a:extLst>
                <a:ext uri="{FF2B5EF4-FFF2-40B4-BE49-F238E27FC236}">
                  <a16:creationId xmlns:a16="http://schemas.microsoft.com/office/drawing/2014/main" id="{97AE2AB5-432A-8542-85BA-C939130831BE}"/>
                </a:ext>
              </a:extLst>
            </p:cNvPr>
            <p:cNvSpPr txBox="1">
              <a:spLocks noChangeArrowheads="1"/>
            </p:cNvSpPr>
            <p:nvPr/>
          </p:nvSpPr>
          <p:spPr bwMode="auto">
            <a:xfrm>
              <a:off x="1336675" y="6053138"/>
              <a:ext cx="460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b="0">
                  <a:solidFill>
                    <a:schemeClr val="tx1"/>
                  </a:solidFill>
                  <a:latin typeface="Times New Roman" pitchFamily="18" charset="0"/>
                </a:rPr>
                <a:t>B</a:t>
              </a:r>
            </a:p>
          </p:txBody>
        </p:sp>
        <p:sp>
          <p:nvSpPr>
            <p:cNvPr id="37" name="Text Box 8">
              <a:extLst>
                <a:ext uri="{FF2B5EF4-FFF2-40B4-BE49-F238E27FC236}">
                  <a16:creationId xmlns:a16="http://schemas.microsoft.com/office/drawing/2014/main" id="{346E9942-5F81-B641-A173-739691B7E0C6}"/>
                </a:ext>
              </a:extLst>
            </p:cNvPr>
            <p:cNvSpPr txBox="1">
              <a:spLocks noChangeArrowheads="1"/>
            </p:cNvSpPr>
            <p:nvPr/>
          </p:nvSpPr>
          <p:spPr bwMode="auto">
            <a:xfrm>
              <a:off x="3182938" y="5846763"/>
              <a:ext cx="40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b="0">
                  <a:solidFill>
                    <a:schemeClr val="tx1"/>
                  </a:solidFill>
                  <a:latin typeface="Times New Roman" pitchFamily="18" charset="0"/>
                </a:rPr>
                <a:t>Y</a:t>
              </a:r>
            </a:p>
          </p:txBody>
        </p:sp>
        <p:sp>
          <p:nvSpPr>
            <p:cNvPr id="38" name="AutoShape 9">
              <a:extLst>
                <a:ext uri="{FF2B5EF4-FFF2-40B4-BE49-F238E27FC236}">
                  <a16:creationId xmlns:a16="http://schemas.microsoft.com/office/drawing/2014/main" id="{83575E3A-4A19-5748-B018-AB91CF753F60}"/>
                </a:ext>
              </a:extLst>
            </p:cNvPr>
            <p:cNvSpPr>
              <a:spLocks noChangeArrowheads="1"/>
            </p:cNvSpPr>
            <p:nvPr/>
          </p:nvSpPr>
          <p:spPr bwMode="auto">
            <a:xfrm>
              <a:off x="2097088" y="5638800"/>
              <a:ext cx="596900" cy="665163"/>
            </a:xfrm>
            <a:prstGeom prst="flowChartDelay">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9" name="Oval 10">
              <a:extLst>
                <a:ext uri="{FF2B5EF4-FFF2-40B4-BE49-F238E27FC236}">
                  <a16:creationId xmlns:a16="http://schemas.microsoft.com/office/drawing/2014/main" id="{181F200D-FBCB-C644-950B-9A850B5AF19D}"/>
                </a:ext>
              </a:extLst>
            </p:cNvPr>
            <p:cNvSpPr>
              <a:spLocks noChangeArrowheads="1"/>
            </p:cNvSpPr>
            <p:nvPr/>
          </p:nvSpPr>
          <p:spPr bwMode="auto">
            <a:xfrm>
              <a:off x="2689225" y="5946775"/>
              <a:ext cx="133350" cy="123825"/>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40" name="灯片编号占位符 6">
            <a:extLst>
              <a:ext uri="{FF2B5EF4-FFF2-40B4-BE49-F238E27FC236}">
                <a16:creationId xmlns:a16="http://schemas.microsoft.com/office/drawing/2014/main" id="{84F60087-51F3-9D44-85A0-1A723F45623A}"/>
              </a:ext>
            </a:extLst>
          </p:cNvPr>
          <p:cNvSpPr txBox="1">
            <a:spLocks/>
          </p:cNvSpPr>
          <p:nvPr/>
        </p:nvSpPr>
        <p:spPr bwMode="auto">
          <a:xfrm>
            <a:off x="6553200" y="6265860"/>
            <a:ext cx="213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4600" b="1" kern="1200">
                <a:solidFill>
                  <a:srgbClr val="FF3300"/>
                </a:solidFill>
                <a:latin typeface="Garamond" pitchFamily="18" charset="0"/>
                <a:ea typeface="宋体" charset="-122"/>
                <a:cs typeface="+mn-cs"/>
              </a:defRPr>
            </a:lvl1pPr>
            <a:lvl2pPr marL="742950" indent="-28575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2pPr>
            <a:lvl3pPr marL="11430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3pPr>
            <a:lvl4pPr marL="16002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4pPr>
            <a:lvl5pPr marL="20574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5pPr>
            <a:lvl6pPr marL="25146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6pPr>
            <a:lvl7pPr marL="29718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7pPr>
            <a:lvl8pPr marL="34290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8pPr>
            <a:lvl9pPr marL="38862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9pPr>
          </a:lstStyle>
          <a:p>
            <a:pPr eaLnBrk="1" hangingPunct="1"/>
            <a:fld id="{CCE6D788-BCB5-407E-9DED-68D155892338}" type="slidenum">
              <a:rPr lang="en-US" altLang="zh-CN" sz="1400" smtClean="0">
                <a:solidFill>
                  <a:schemeClr val="tx1"/>
                </a:solidFill>
                <a:latin typeface="+mn-lt"/>
              </a:rPr>
              <a:pPr eaLnBrk="1" hangingPunct="1"/>
              <a:t>100</a:t>
            </a:fld>
            <a:endParaRPr lang="en-US" altLang="zh-CN" sz="1400" dirty="0">
              <a:solidFill>
                <a:schemeClr val="tx1"/>
              </a:solidFill>
              <a:latin typeface="+mn-lt"/>
            </a:endParaRPr>
          </a:p>
        </p:txBody>
      </p:sp>
    </p:spTree>
    <p:extLst>
      <p:ext uri="{BB962C8B-B14F-4D97-AF65-F5344CB8AC3E}">
        <p14:creationId xmlns:p14="http://schemas.microsoft.com/office/powerpoint/2010/main" val="11186332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2">
            <a:extLst>
              <a:ext uri="{FF2B5EF4-FFF2-40B4-BE49-F238E27FC236}">
                <a16:creationId xmlns:a16="http://schemas.microsoft.com/office/drawing/2014/main" id="{E36CBE71-B5C8-7844-958A-6C6DB7B134C0}"/>
              </a:ext>
            </a:extLst>
          </p:cNvPr>
          <p:cNvSpPr>
            <a:spLocks noGrp="1" noChangeArrowheads="1"/>
          </p:cNvSpPr>
          <p:nvPr>
            <p:ph type="title"/>
          </p:nvPr>
        </p:nvSpPr>
        <p:spPr>
          <a:xfrm>
            <a:off x="2204610" y="268182"/>
            <a:ext cx="4734779" cy="936625"/>
          </a:xfrm>
        </p:spPr>
        <p:txBody>
          <a:bodyPr/>
          <a:lstStyle/>
          <a:p>
            <a:pPr eaLnBrk="1" hangingPunct="1"/>
            <a:r>
              <a:rPr lang="en-US" altLang="zh-CN" b="1" dirty="0"/>
              <a:t>CMOS</a:t>
            </a:r>
            <a:r>
              <a:rPr lang="zh-CN" altLang="en-US" b="1" dirty="0"/>
              <a:t>与非门</a:t>
            </a:r>
            <a:r>
              <a:rPr lang="en-US" altLang="zh-CN" b="1" dirty="0"/>
              <a:t>NAND</a:t>
            </a:r>
          </a:p>
        </p:txBody>
      </p:sp>
      <p:graphicFrame>
        <p:nvGraphicFramePr>
          <p:cNvPr id="436288" name="Group 64"/>
          <p:cNvGraphicFramePr>
            <a:graphicFrameLocks noGrp="1"/>
          </p:cNvGraphicFramePr>
          <p:nvPr>
            <p:ph type="tbl" idx="1"/>
            <p:extLst>
              <p:ext uri="{D42A27DB-BD31-4B8C-83A1-F6EECF244321}">
                <p14:modId xmlns:p14="http://schemas.microsoft.com/office/powerpoint/2010/main" val="1382919670"/>
              </p:ext>
            </p:extLst>
          </p:nvPr>
        </p:nvGraphicFramePr>
        <p:xfrm>
          <a:off x="4944036" y="2786358"/>
          <a:ext cx="3641725" cy="3095625"/>
        </p:xfrm>
        <a:graphic>
          <a:graphicData uri="http://schemas.openxmlformats.org/drawingml/2006/table">
            <a:tbl>
              <a:tblPr/>
              <a:tblGrid>
                <a:gridCol w="503733">
                  <a:extLst>
                    <a:ext uri="{9D8B030D-6E8A-4147-A177-3AD203B41FA5}">
                      <a16:colId xmlns:a16="http://schemas.microsoft.com/office/drawing/2014/main" val="20000"/>
                    </a:ext>
                  </a:extLst>
                </a:gridCol>
                <a:gridCol w="534492">
                  <a:extLst>
                    <a:ext uri="{9D8B030D-6E8A-4147-A177-3AD203B41FA5}">
                      <a16:colId xmlns:a16="http://schemas.microsoft.com/office/drawing/2014/main" val="20001"/>
                    </a:ext>
                  </a:extLst>
                </a:gridCol>
                <a:gridCol w="517525">
                  <a:extLst>
                    <a:ext uri="{9D8B030D-6E8A-4147-A177-3AD203B41FA5}">
                      <a16:colId xmlns:a16="http://schemas.microsoft.com/office/drawing/2014/main" val="20002"/>
                    </a:ext>
                  </a:extLst>
                </a:gridCol>
                <a:gridCol w="520700">
                  <a:extLst>
                    <a:ext uri="{9D8B030D-6E8A-4147-A177-3AD203B41FA5}">
                      <a16:colId xmlns:a16="http://schemas.microsoft.com/office/drawing/2014/main" val="20003"/>
                    </a:ext>
                  </a:extLst>
                </a:gridCol>
                <a:gridCol w="522287">
                  <a:extLst>
                    <a:ext uri="{9D8B030D-6E8A-4147-A177-3AD203B41FA5}">
                      <a16:colId xmlns:a16="http://schemas.microsoft.com/office/drawing/2014/main" val="20004"/>
                    </a:ext>
                  </a:extLst>
                </a:gridCol>
                <a:gridCol w="520700">
                  <a:extLst>
                    <a:ext uri="{9D8B030D-6E8A-4147-A177-3AD203B41FA5}">
                      <a16:colId xmlns:a16="http://schemas.microsoft.com/office/drawing/2014/main" val="20005"/>
                    </a:ext>
                  </a:extLst>
                </a:gridCol>
                <a:gridCol w="522288">
                  <a:extLst>
                    <a:ext uri="{9D8B030D-6E8A-4147-A177-3AD203B41FA5}">
                      <a16:colId xmlns:a16="http://schemas.microsoft.com/office/drawing/2014/main" val="20006"/>
                    </a:ext>
                  </a:extLst>
                </a:gridCol>
              </a:tblGrid>
              <a:tr h="61912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1" u="none" strike="noStrike" cap="none" normalizeH="0" baseline="0" dirty="0">
                          <a:ln>
                            <a:noFill/>
                          </a:ln>
                          <a:solidFill>
                            <a:schemeClr val="tx1"/>
                          </a:solidFill>
                          <a:effectLst/>
                          <a:latin typeface="Arial" charset="0"/>
                          <a:ea typeface="宋体" charset="-122"/>
                        </a:rPr>
                        <a:t>A</a:t>
                      </a:r>
                    </a:p>
                  </a:txBody>
                  <a:tcPr marL="18000" marR="18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1" u="none" strike="noStrike" cap="none" normalizeH="0" baseline="0">
                          <a:ln>
                            <a:noFill/>
                          </a:ln>
                          <a:solidFill>
                            <a:schemeClr val="tx1"/>
                          </a:solidFill>
                          <a:effectLst/>
                          <a:latin typeface="Arial" charset="0"/>
                          <a:ea typeface="宋体" charset="-122"/>
                        </a:rPr>
                        <a:t>B</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M</a:t>
                      </a:r>
                      <a:r>
                        <a:rPr kumimoji="0" lang="en-US" altLang="zh-CN" sz="2800" b="0" i="0" u="none" strike="noStrike" cap="none" normalizeH="0" baseline="-25000">
                          <a:ln>
                            <a:noFill/>
                          </a:ln>
                          <a:solidFill>
                            <a:schemeClr val="tx1"/>
                          </a:solidFill>
                          <a:effectLst/>
                          <a:latin typeface="Arial" charset="0"/>
                          <a:ea typeface="宋体" charset="-122"/>
                        </a:rPr>
                        <a:t>1</a:t>
                      </a:r>
                      <a:endParaRPr kumimoji="0" lang="en-US" altLang="zh-CN" sz="2800" b="0" i="0" u="none" strike="noStrike" cap="none" normalizeH="0" baseline="0">
                        <a:ln>
                          <a:noFill/>
                        </a:ln>
                        <a:solidFill>
                          <a:schemeClr val="tx1"/>
                        </a:solidFill>
                        <a:effectLst/>
                        <a:latin typeface="Arial" charset="0"/>
                        <a:ea typeface="宋体" charset="-122"/>
                      </a:endParaRP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M</a:t>
                      </a:r>
                      <a:r>
                        <a:rPr kumimoji="0" lang="en-US" altLang="zh-CN" sz="2800" b="0" i="0" u="none" strike="noStrike" cap="none" normalizeH="0" baseline="-25000">
                          <a:ln>
                            <a:noFill/>
                          </a:ln>
                          <a:solidFill>
                            <a:schemeClr val="tx1"/>
                          </a:solidFill>
                          <a:effectLst/>
                          <a:latin typeface="Arial" charset="0"/>
                          <a:ea typeface="宋体" charset="-122"/>
                        </a:rPr>
                        <a:t>2</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M</a:t>
                      </a:r>
                      <a:r>
                        <a:rPr kumimoji="0" lang="en-US" altLang="zh-CN" sz="2800" b="0" i="0" u="none" strike="noStrike" cap="none" normalizeH="0" baseline="-25000">
                          <a:ln>
                            <a:noFill/>
                          </a:ln>
                          <a:solidFill>
                            <a:schemeClr val="tx1"/>
                          </a:solidFill>
                          <a:effectLst/>
                          <a:latin typeface="Arial" charset="0"/>
                          <a:ea typeface="宋体" charset="-122"/>
                        </a:rPr>
                        <a:t>3</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M</a:t>
                      </a:r>
                      <a:r>
                        <a:rPr kumimoji="0" lang="en-US" altLang="zh-CN" sz="2800" b="0" i="0" u="none" strike="noStrike" cap="none" normalizeH="0" baseline="-25000">
                          <a:ln>
                            <a:noFill/>
                          </a:ln>
                          <a:solidFill>
                            <a:schemeClr val="tx1"/>
                          </a:solidFill>
                          <a:effectLst/>
                          <a:latin typeface="Arial" charset="0"/>
                          <a:ea typeface="宋体" charset="-122"/>
                        </a:rPr>
                        <a:t>4</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1" u="none" strike="noStrike" cap="none" normalizeH="0" baseline="0">
                          <a:ln>
                            <a:noFill/>
                          </a:ln>
                          <a:solidFill>
                            <a:schemeClr val="tx1"/>
                          </a:solidFill>
                          <a:effectLst/>
                          <a:latin typeface="Arial" charset="0"/>
                          <a:ea typeface="宋体" charset="-122"/>
                        </a:rPr>
                        <a:t>Y</a:t>
                      </a:r>
                    </a:p>
                  </a:txBody>
                  <a:tcPr marL="18000" marR="18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1912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L</a:t>
                      </a:r>
                    </a:p>
                  </a:txBody>
                  <a:tcPr marL="18000" marR="18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L</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Off</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Off</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On</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On</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H</a:t>
                      </a:r>
                    </a:p>
                  </a:txBody>
                  <a:tcPr marL="18000" marR="18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1912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L</a:t>
                      </a:r>
                    </a:p>
                  </a:txBody>
                  <a:tcPr marL="18000" marR="18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H</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Off</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On</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On</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Off</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H</a:t>
                      </a:r>
                    </a:p>
                  </a:txBody>
                  <a:tcPr marL="18000" marR="18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1912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H</a:t>
                      </a:r>
                    </a:p>
                  </a:txBody>
                  <a:tcPr marL="18000" marR="18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L</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On</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Off</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Off</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On</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H</a:t>
                      </a:r>
                    </a:p>
                  </a:txBody>
                  <a:tcPr marL="18000" marR="18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1912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H</a:t>
                      </a:r>
                    </a:p>
                  </a:txBody>
                  <a:tcPr marL="18000" marR="18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H</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On</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On</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Off</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Off</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L</a:t>
                      </a:r>
                    </a:p>
                  </a:txBody>
                  <a:tcPr marL="18000" marR="18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pSp>
        <p:nvGrpSpPr>
          <p:cNvPr id="3" name="Group 2">
            <a:extLst>
              <a:ext uri="{FF2B5EF4-FFF2-40B4-BE49-F238E27FC236}">
                <a16:creationId xmlns:a16="http://schemas.microsoft.com/office/drawing/2014/main" id="{D9C63104-C691-C244-96D1-2706B7014CCF}"/>
              </a:ext>
            </a:extLst>
          </p:cNvPr>
          <p:cNvGrpSpPr/>
          <p:nvPr/>
        </p:nvGrpSpPr>
        <p:grpSpPr>
          <a:xfrm>
            <a:off x="916509" y="1718592"/>
            <a:ext cx="3538577" cy="4166394"/>
            <a:chOff x="1004848" y="1630363"/>
            <a:chExt cx="3538577" cy="4166394"/>
          </a:xfrm>
        </p:grpSpPr>
        <p:sp>
          <p:nvSpPr>
            <p:cNvPr id="48230" name="Text Box 21"/>
            <p:cNvSpPr txBox="1">
              <a:spLocks noChangeArrowheads="1"/>
            </p:cNvSpPr>
            <p:nvPr/>
          </p:nvSpPr>
          <p:spPr bwMode="auto">
            <a:xfrm>
              <a:off x="3705225" y="1630363"/>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baseline="-25000" dirty="0">
                  <a:solidFill>
                    <a:schemeClr val="tx1"/>
                  </a:solidFill>
                  <a:latin typeface="Times New Roman" pitchFamily="18" charset="0"/>
                </a:rPr>
                <a:t> </a:t>
              </a:r>
              <a:r>
                <a:rPr kumimoji="1" lang="en-US" altLang="zh-CN" sz="2400" dirty="0">
                  <a:solidFill>
                    <a:schemeClr val="tx1"/>
                  </a:solidFill>
                  <a:latin typeface="Times New Roman" pitchFamily="18" charset="0"/>
                </a:rPr>
                <a:t>V</a:t>
              </a:r>
              <a:r>
                <a:rPr kumimoji="1" lang="en-US" altLang="zh-CN" sz="2400" baseline="-25000" dirty="0">
                  <a:solidFill>
                    <a:schemeClr val="tx1"/>
                  </a:solidFill>
                  <a:latin typeface="Times New Roman" pitchFamily="18" charset="0"/>
                </a:rPr>
                <a:t>DD</a:t>
              </a:r>
              <a:r>
                <a:rPr kumimoji="1" lang="en-US" altLang="zh-CN" sz="2400" dirty="0">
                  <a:solidFill>
                    <a:schemeClr val="tx1"/>
                  </a:solidFill>
                  <a:latin typeface="Times New Roman" pitchFamily="18" charset="0"/>
                </a:rPr>
                <a:t> </a:t>
              </a:r>
            </a:p>
          </p:txBody>
        </p:sp>
        <p:grpSp>
          <p:nvGrpSpPr>
            <p:cNvPr id="2" name="Group 1">
              <a:extLst>
                <a:ext uri="{FF2B5EF4-FFF2-40B4-BE49-F238E27FC236}">
                  <a16:creationId xmlns:a16="http://schemas.microsoft.com/office/drawing/2014/main" id="{277F2706-FBD0-394B-8429-7B41E2C33DCB}"/>
                </a:ext>
              </a:extLst>
            </p:cNvPr>
            <p:cNvGrpSpPr/>
            <p:nvPr/>
          </p:nvGrpSpPr>
          <p:grpSpPr>
            <a:xfrm>
              <a:off x="1004848" y="1818873"/>
              <a:ext cx="3457754" cy="3977884"/>
              <a:chOff x="1004848" y="1818873"/>
              <a:chExt cx="3457754" cy="3977884"/>
            </a:xfrm>
          </p:grpSpPr>
          <p:pic>
            <p:nvPicPr>
              <p:cNvPr id="4" name="图片 3">
                <a:extLst>
                  <a:ext uri="{FF2B5EF4-FFF2-40B4-BE49-F238E27FC236}">
                    <a16:creationId xmlns:a16="http://schemas.microsoft.com/office/drawing/2014/main" id="{1576FC82-F142-8947-80CD-227978B2D0A1}"/>
                  </a:ext>
                </a:extLst>
              </p:cNvPr>
              <p:cNvPicPr>
                <a:picLocks noChangeAspect="1"/>
              </p:cNvPicPr>
              <p:nvPr/>
            </p:nvPicPr>
            <p:blipFill>
              <a:blip r:embed="rId3"/>
              <a:stretch>
                <a:fillRect/>
              </a:stretch>
            </p:blipFill>
            <p:spPr>
              <a:xfrm>
                <a:off x="1381346" y="1818873"/>
                <a:ext cx="2526494" cy="3977884"/>
              </a:xfrm>
              <a:prstGeom prst="rect">
                <a:avLst/>
              </a:prstGeom>
            </p:spPr>
          </p:pic>
          <p:sp>
            <p:nvSpPr>
              <p:cNvPr id="48223" name="Oval 14"/>
              <p:cNvSpPr>
                <a:spLocks noChangeArrowheads="1"/>
              </p:cNvSpPr>
              <p:nvPr/>
            </p:nvSpPr>
            <p:spPr bwMode="auto">
              <a:xfrm>
                <a:off x="1342985" y="3684903"/>
                <a:ext cx="76200" cy="76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8225" name="Text Box 16"/>
              <p:cNvSpPr txBox="1">
                <a:spLocks noChangeArrowheads="1"/>
              </p:cNvSpPr>
              <p:nvPr/>
            </p:nvSpPr>
            <p:spPr bwMode="auto">
              <a:xfrm>
                <a:off x="1038185" y="3491228"/>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a:solidFill>
                      <a:schemeClr val="tx1"/>
                    </a:solidFill>
                    <a:latin typeface="Times New Roman" pitchFamily="18" charset="0"/>
                  </a:rPr>
                  <a:t>A</a:t>
                </a:r>
              </a:p>
            </p:txBody>
          </p:sp>
          <p:sp>
            <p:nvSpPr>
              <p:cNvPr id="48227" name="Oval 18"/>
              <p:cNvSpPr>
                <a:spLocks noChangeArrowheads="1"/>
              </p:cNvSpPr>
              <p:nvPr/>
            </p:nvSpPr>
            <p:spPr bwMode="auto">
              <a:xfrm>
                <a:off x="3741738" y="1822451"/>
                <a:ext cx="76200" cy="76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8228" name="Text Box 19"/>
              <p:cNvSpPr txBox="1">
                <a:spLocks noChangeArrowheads="1"/>
              </p:cNvSpPr>
              <p:nvPr/>
            </p:nvSpPr>
            <p:spPr bwMode="auto">
              <a:xfrm>
                <a:off x="3853002" y="2887663"/>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a:solidFill>
                      <a:schemeClr val="tx1"/>
                    </a:solidFill>
                    <a:latin typeface="Times New Roman" pitchFamily="18" charset="0"/>
                  </a:rPr>
                  <a:t>Y</a:t>
                </a:r>
              </a:p>
            </p:txBody>
          </p:sp>
          <p:sp>
            <p:nvSpPr>
              <p:cNvPr id="48241" name="Text Box 32"/>
              <p:cNvSpPr txBox="1">
                <a:spLocks noChangeArrowheads="1"/>
              </p:cNvSpPr>
              <p:nvPr/>
            </p:nvSpPr>
            <p:spPr bwMode="auto">
              <a:xfrm>
                <a:off x="2417542" y="3710592"/>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dirty="0">
                    <a:solidFill>
                      <a:schemeClr val="tx1"/>
                    </a:solidFill>
                    <a:latin typeface="Times New Roman" pitchFamily="18" charset="0"/>
                  </a:rPr>
                  <a:t>M</a:t>
                </a:r>
                <a:r>
                  <a:rPr kumimoji="1" lang="en-US" altLang="zh-CN" sz="2400" baseline="-25000" dirty="0">
                    <a:solidFill>
                      <a:schemeClr val="tx1"/>
                    </a:solidFill>
                    <a:latin typeface="Times New Roman" pitchFamily="18" charset="0"/>
                  </a:rPr>
                  <a:t>1</a:t>
                </a:r>
                <a:endParaRPr kumimoji="1" lang="en-US" altLang="zh-CN" sz="2400" dirty="0">
                  <a:solidFill>
                    <a:schemeClr val="tx1"/>
                  </a:solidFill>
                  <a:latin typeface="Times New Roman" pitchFamily="18" charset="0"/>
                </a:endParaRPr>
              </a:p>
            </p:txBody>
          </p:sp>
          <p:sp>
            <p:nvSpPr>
              <p:cNvPr id="48242" name="Text Box 33"/>
              <p:cNvSpPr txBox="1">
                <a:spLocks noChangeArrowheads="1"/>
              </p:cNvSpPr>
              <p:nvPr/>
            </p:nvSpPr>
            <p:spPr bwMode="auto">
              <a:xfrm>
                <a:off x="2433052" y="4706345"/>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dirty="0">
                    <a:solidFill>
                      <a:schemeClr val="tx1"/>
                    </a:solidFill>
                    <a:latin typeface="Times New Roman" pitchFamily="18" charset="0"/>
                  </a:rPr>
                  <a:t>M</a:t>
                </a:r>
                <a:r>
                  <a:rPr kumimoji="1" lang="en-US" altLang="zh-CN" sz="2400" baseline="-25000" dirty="0">
                    <a:solidFill>
                      <a:schemeClr val="tx1"/>
                    </a:solidFill>
                    <a:latin typeface="Times New Roman" pitchFamily="18" charset="0"/>
                  </a:rPr>
                  <a:t>2</a:t>
                </a:r>
                <a:endParaRPr kumimoji="1" lang="en-US" altLang="zh-CN" sz="2400" dirty="0">
                  <a:solidFill>
                    <a:schemeClr val="tx1"/>
                  </a:solidFill>
                  <a:latin typeface="Times New Roman" pitchFamily="18" charset="0"/>
                </a:endParaRPr>
              </a:p>
            </p:txBody>
          </p:sp>
          <p:sp>
            <p:nvSpPr>
              <p:cNvPr id="48251" name="Text Box 42"/>
              <p:cNvSpPr txBox="1">
                <a:spLocks noChangeArrowheads="1"/>
              </p:cNvSpPr>
              <p:nvPr/>
            </p:nvSpPr>
            <p:spPr bwMode="auto">
              <a:xfrm>
                <a:off x="2500203" y="1858963"/>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dirty="0">
                    <a:solidFill>
                      <a:schemeClr val="tx1"/>
                    </a:solidFill>
                    <a:latin typeface="Times New Roman" pitchFamily="18" charset="0"/>
                  </a:rPr>
                  <a:t>M</a:t>
                </a:r>
                <a:r>
                  <a:rPr kumimoji="1" lang="en-US" altLang="zh-CN" sz="2400" baseline="-25000" dirty="0">
                    <a:solidFill>
                      <a:schemeClr val="tx1"/>
                    </a:solidFill>
                    <a:latin typeface="Times New Roman" pitchFamily="18" charset="0"/>
                  </a:rPr>
                  <a:t>3</a:t>
                </a:r>
                <a:endParaRPr kumimoji="1" lang="en-US" altLang="zh-CN" sz="2400" dirty="0">
                  <a:solidFill>
                    <a:schemeClr val="tx1"/>
                  </a:solidFill>
                  <a:latin typeface="Times New Roman" pitchFamily="18" charset="0"/>
                </a:endParaRPr>
              </a:p>
            </p:txBody>
          </p:sp>
          <p:sp>
            <p:nvSpPr>
              <p:cNvPr id="48254" name="Oval 45"/>
              <p:cNvSpPr>
                <a:spLocks noChangeArrowheads="1"/>
              </p:cNvSpPr>
              <p:nvPr/>
            </p:nvSpPr>
            <p:spPr bwMode="auto">
              <a:xfrm>
                <a:off x="1342985" y="4725144"/>
                <a:ext cx="76200" cy="76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8255" name="Text Box 46"/>
              <p:cNvSpPr txBox="1">
                <a:spLocks noChangeArrowheads="1"/>
              </p:cNvSpPr>
              <p:nvPr/>
            </p:nvSpPr>
            <p:spPr bwMode="auto">
              <a:xfrm>
                <a:off x="1038185" y="4483968"/>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dirty="0">
                    <a:solidFill>
                      <a:schemeClr val="tx1"/>
                    </a:solidFill>
                    <a:latin typeface="Times New Roman" pitchFamily="18" charset="0"/>
                  </a:rPr>
                  <a:t>B</a:t>
                </a:r>
              </a:p>
            </p:txBody>
          </p:sp>
          <p:sp>
            <p:nvSpPr>
              <p:cNvPr id="48267" name="Text Box 58"/>
              <p:cNvSpPr txBox="1">
                <a:spLocks noChangeArrowheads="1"/>
              </p:cNvSpPr>
              <p:nvPr/>
            </p:nvSpPr>
            <p:spPr bwMode="auto">
              <a:xfrm>
                <a:off x="1869937" y="2688374"/>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dirty="0">
                    <a:solidFill>
                      <a:schemeClr val="tx1"/>
                    </a:solidFill>
                    <a:latin typeface="Times New Roman" pitchFamily="18" charset="0"/>
                  </a:rPr>
                  <a:t>M</a:t>
                </a:r>
                <a:r>
                  <a:rPr kumimoji="1" lang="en-US" altLang="zh-CN" sz="2400" baseline="-25000" dirty="0">
                    <a:solidFill>
                      <a:schemeClr val="tx1"/>
                    </a:solidFill>
                    <a:latin typeface="Times New Roman" pitchFamily="18" charset="0"/>
                  </a:rPr>
                  <a:t>4</a:t>
                </a:r>
                <a:endParaRPr kumimoji="1" lang="en-US" altLang="zh-CN" sz="2400" dirty="0">
                  <a:solidFill>
                    <a:schemeClr val="tx1"/>
                  </a:solidFill>
                  <a:latin typeface="Times New Roman" pitchFamily="18" charset="0"/>
                </a:endParaRPr>
              </a:p>
            </p:txBody>
          </p:sp>
          <p:sp>
            <p:nvSpPr>
              <p:cNvPr id="436339" name="Text Box 115"/>
              <p:cNvSpPr txBox="1">
                <a:spLocks noChangeArrowheads="1"/>
              </p:cNvSpPr>
              <p:nvPr/>
            </p:nvSpPr>
            <p:spPr bwMode="auto">
              <a:xfrm>
                <a:off x="3255988" y="2174033"/>
                <a:ext cx="549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lang="en-US" altLang="zh-CN" sz="2400" b="0">
                    <a:solidFill>
                      <a:srgbClr val="C00000"/>
                    </a:solidFill>
                    <a:latin typeface="Arial" charset="0"/>
                    <a:sym typeface="Symbol" pitchFamily="18" charset="2"/>
                  </a:rPr>
                  <a:t></a:t>
                </a:r>
              </a:p>
            </p:txBody>
          </p:sp>
          <p:sp>
            <p:nvSpPr>
              <p:cNvPr id="436340" name="Text Box 116"/>
              <p:cNvSpPr txBox="1">
                <a:spLocks noChangeArrowheads="1"/>
              </p:cNvSpPr>
              <p:nvPr/>
            </p:nvSpPr>
            <p:spPr bwMode="auto">
              <a:xfrm>
                <a:off x="3268663" y="3507161"/>
                <a:ext cx="549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lang="en-US" altLang="zh-CN" sz="2400" b="0">
                    <a:solidFill>
                      <a:srgbClr val="C00000"/>
                    </a:solidFill>
                    <a:latin typeface="Arial" charset="0"/>
                    <a:sym typeface="Symbol" pitchFamily="18" charset="2"/>
                  </a:rPr>
                  <a:t></a:t>
                </a:r>
              </a:p>
            </p:txBody>
          </p:sp>
          <p:sp>
            <p:nvSpPr>
              <p:cNvPr id="436342" name="Text Box 118"/>
              <p:cNvSpPr txBox="1">
                <a:spLocks noChangeArrowheads="1"/>
              </p:cNvSpPr>
              <p:nvPr/>
            </p:nvSpPr>
            <p:spPr bwMode="auto">
              <a:xfrm>
                <a:off x="1004848" y="3156265"/>
                <a:ext cx="549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lang="en-US" altLang="zh-CN" sz="2400" b="0" dirty="0">
                    <a:solidFill>
                      <a:srgbClr val="C00000"/>
                    </a:solidFill>
                    <a:latin typeface="Arial" charset="0"/>
                    <a:sym typeface="Symbol" pitchFamily="18" charset="2"/>
                  </a:rPr>
                  <a:t>1</a:t>
                </a:r>
              </a:p>
            </p:txBody>
          </p:sp>
          <p:sp>
            <p:nvSpPr>
              <p:cNvPr id="436343" name="Text Box 119"/>
              <p:cNvSpPr txBox="1">
                <a:spLocks noChangeArrowheads="1"/>
              </p:cNvSpPr>
              <p:nvPr/>
            </p:nvSpPr>
            <p:spPr bwMode="auto">
              <a:xfrm>
                <a:off x="1004848" y="4067490"/>
                <a:ext cx="549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lang="en-US" altLang="zh-CN" sz="2400" b="0" dirty="0">
                    <a:solidFill>
                      <a:srgbClr val="C00000"/>
                    </a:solidFill>
                    <a:latin typeface="Arial" charset="0"/>
                    <a:sym typeface="Symbol" pitchFamily="18" charset="2"/>
                  </a:rPr>
                  <a:t>1</a:t>
                </a:r>
              </a:p>
            </p:txBody>
          </p:sp>
          <p:sp>
            <p:nvSpPr>
              <p:cNvPr id="436350" name="Text Box 126"/>
              <p:cNvSpPr txBox="1">
                <a:spLocks noChangeArrowheads="1"/>
              </p:cNvSpPr>
              <p:nvPr/>
            </p:nvSpPr>
            <p:spPr bwMode="auto">
              <a:xfrm>
                <a:off x="3633202" y="3104194"/>
                <a:ext cx="549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lang="en-US" altLang="zh-CN" sz="2400" b="0" dirty="0">
                    <a:solidFill>
                      <a:srgbClr val="C00000"/>
                    </a:solidFill>
                    <a:latin typeface="Arial" charset="0"/>
                    <a:sym typeface="Symbol" pitchFamily="18" charset="2"/>
                  </a:rPr>
                  <a:t>0</a:t>
                </a:r>
              </a:p>
            </p:txBody>
          </p:sp>
          <p:sp>
            <p:nvSpPr>
              <p:cNvPr id="40" name="Text Box 116">
                <a:extLst>
                  <a:ext uri="{FF2B5EF4-FFF2-40B4-BE49-F238E27FC236}">
                    <a16:creationId xmlns:a16="http://schemas.microsoft.com/office/drawing/2014/main" id="{C3E1FBE3-1A8E-9744-8643-79233DA40FB8}"/>
                  </a:ext>
                </a:extLst>
              </p:cNvPr>
              <p:cNvSpPr txBox="1">
                <a:spLocks noChangeArrowheads="1"/>
              </p:cNvSpPr>
              <p:nvPr/>
            </p:nvSpPr>
            <p:spPr bwMode="auto">
              <a:xfrm>
                <a:off x="3314700" y="4455367"/>
                <a:ext cx="549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lang="en-US" altLang="zh-CN" sz="2400" b="0" dirty="0">
                    <a:solidFill>
                      <a:srgbClr val="C00000"/>
                    </a:solidFill>
                    <a:latin typeface="Arial" charset="0"/>
                    <a:sym typeface="Symbol" pitchFamily="18" charset="2"/>
                  </a:rPr>
                  <a:t></a:t>
                </a:r>
              </a:p>
            </p:txBody>
          </p:sp>
          <p:sp>
            <p:nvSpPr>
              <p:cNvPr id="41" name="Text Box 115">
                <a:extLst>
                  <a:ext uri="{FF2B5EF4-FFF2-40B4-BE49-F238E27FC236}">
                    <a16:creationId xmlns:a16="http://schemas.microsoft.com/office/drawing/2014/main" id="{4CC338DB-C691-1A48-99C0-5909645B08A6}"/>
                  </a:ext>
                </a:extLst>
              </p:cNvPr>
              <p:cNvSpPr txBox="1">
                <a:spLocks noChangeArrowheads="1"/>
              </p:cNvSpPr>
              <p:nvPr/>
            </p:nvSpPr>
            <p:spPr bwMode="auto">
              <a:xfrm>
                <a:off x="1486793" y="1988234"/>
                <a:ext cx="549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lang="en-US" altLang="zh-CN" sz="2400" b="0">
                    <a:solidFill>
                      <a:srgbClr val="C00000"/>
                    </a:solidFill>
                    <a:latin typeface="Arial" charset="0"/>
                    <a:sym typeface="Symbol" pitchFamily="18" charset="2"/>
                  </a:rPr>
                  <a:t></a:t>
                </a:r>
              </a:p>
            </p:txBody>
          </p:sp>
        </p:grpSp>
      </p:grpSp>
      <p:grpSp>
        <p:nvGrpSpPr>
          <p:cNvPr id="44" name="组合 96">
            <a:extLst>
              <a:ext uri="{FF2B5EF4-FFF2-40B4-BE49-F238E27FC236}">
                <a16:creationId xmlns:a16="http://schemas.microsoft.com/office/drawing/2014/main" id="{9450C554-B478-0A4C-BD57-F18D79B868C0}"/>
              </a:ext>
            </a:extLst>
          </p:cNvPr>
          <p:cNvGrpSpPr>
            <a:grpSpLocks/>
          </p:cNvGrpSpPr>
          <p:nvPr/>
        </p:nvGrpSpPr>
        <p:grpSpPr bwMode="auto">
          <a:xfrm>
            <a:off x="5802023" y="1651794"/>
            <a:ext cx="2252663" cy="871538"/>
            <a:chOff x="1336675" y="5638800"/>
            <a:chExt cx="2252663" cy="871538"/>
          </a:xfrm>
        </p:grpSpPr>
        <p:sp>
          <p:nvSpPr>
            <p:cNvPr id="45" name="Line 3">
              <a:extLst>
                <a:ext uri="{FF2B5EF4-FFF2-40B4-BE49-F238E27FC236}">
                  <a16:creationId xmlns:a16="http://schemas.microsoft.com/office/drawing/2014/main" id="{086CD2CA-3A9E-3E41-BFB5-815B79ABEE62}"/>
                </a:ext>
              </a:extLst>
            </p:cNvPr>
            <p:cNvSpPr>
              <a:spLocks noChangeShapeType="1"/>
            </p:cNvSpPr>
            <p:nvPr/>
          </p:nvSpPr>
          <p:spPr bwMode="auto">
            <a:xfrm>
              <a:off x="2852738" y="6000750"/>
              <a:ext cx="4889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 name="Line 4">
              <a:extLst>
                <a:ext uri="{FF2B5EF4-FFF2-40B4-BE49-F238E27FC236}">
                  <a16:creationId xmlns:a16="http://schemas.microsoft.com/office/drawing/2014/main" id="{C6F217DC-03FE-B54A-A81C-4731D31C4D6C}"/>
                </a:ext>
              </a:extLst>
            </p:cNvPr>
            <p:cNvSpPr>
              <a:spLocks noChangeShapeType="1"/>
            </p:cNvSpPr>
            <p:nvPr/>
          </p:nvSpPr>
          <p:spPr bwMode="auto">
            <a:xfrm>
              <a:off x="1608138" y="5846763"/>
              <a:ext cx="4889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 name="Line 5">
              <a:extLst>
                <a:ext uri="{FF2B5EF4-FFF2-40B4-BE49-F238E27FC236}">
                  <a16:creationId xmlns:a16="http://schemas.microsoft.com/office/drawing/2014/main" id="{E11B1C81-B1C1-FA4D-BBCC-2E877E46B818}"/>
                </a:ext>
              </a:extLst>
            </p:cNvPr>
            <p:cNvSpPr>
              <a:spLocks noChangeShapeType="1"/>
            </p:cNvSpPr>
            <p:nvPr/>
          </p:nvSpPr>
          <p:spPr bwMode="auto">
            <a:xfrm>
              <a:off x="1608138" y="6156325"/>
              <a:ext cx="4889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 name="Text Box 6">
              <a:extLst>
                <a:ext uri="{FF2B5EF4-FFF2-40B4-BE49-F238E27FC236}">
                  <a16:creationId xmlns:a16="http://schemas.microsoft.com/office/drawing/2014/main" id="{FC9D9455-DD30-A14E-99C7-D182DB25E64B}"/>
                </a:ext>
              </a:extLst>
            </p:cNvPr>
            <p:cNvSpPr txBox="1">
              <a:spLocks noChangeArrowheads="1"/>
            </p:cNvSpPr>
            <p:nvPr/>
          </p:nvSpPr>
          <p:spPr bwMode="auto">
            <a:xfrm>
              <a:off x="1336675" y="5638800"/>
              <a:ext cx="460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b="0">
                  <a:solidFill>
                    <a:schemeClr val="tx1"/>
                  </a:solidFill>
                  <a:latin typeface="Times New Roman" pitchFamily="18" charset="0"/>
                </a:rPr>
                <a:t>A</a:t>
              </a:r>
            </a:p>
          </p:txBody>
        </p:sp>
        <p:sp>
          <p:nvSpPr>
            <p:cNvPr id="49" name="Text Box 7">
              <a:extLst>
                <a:ext uri="{FF2B5EF4-FFF2-40B4-BE49-F238E27FC236}">
                  <a16:creationId xmlns:a16="http://schemas.microsoft.com/office/drawing/2014/main" id="{BAC4B538-9C32-FD43-8682-6F4F5AB4AF9D}"/>
                </a:ext>
              </a:extLst>
            </p:cNvPr>
            <p:cNvSpPr txBox="1">
              <a:spLocks noChangeArrowheads="1"/>
            </p:cNvSpPr>
            <p:nvPr/>
          </p:nvSpPr>
          <p:spPr bwMode="auto">
            <a:xfrm>
              <a:off x="1336675" y="6053138"/>
              <a:ext cx="460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b="0">
                  <a:solidFill>
                    <a:schemeClr val="tx1"/>
                  </a:solidFill>
                  <a:latin typeface="Times New Roman" pitchFamily="18" charset="0"/>
                </a:rPr>
                <a:t>B</a:t>
              </a:r>
            </a:p>
          </p:txBody>
        </p:sp>
        <p:sp>
          <p:nvSpPr>
            <p:cNvPr id="50" name="Text Box 8">
              <a:extLst>
                <a:ext uri="{FF2B5EF4-FFF2-40B4-BE49-F238E27FC236}">
                  <a16:creationId xmlns:a16="http://schemas.microsoft.com/office/drawing/2014/main" id="{F6F8565A-3B9D-C847-8D95-8E133B8B5F12}"/>
                </a:ext>
              </a:extLst>
            </p:cNvPr>
            <p:cNvSpPr txBox="1">
              <a:spLocks noChangeArrowheads="1"/>
            </p:cNvSpPr>
            <p:nvPr/>
          </p:nvSpPr>
          <p:spPr bwMode="auto">
            <a:xfrm>
              <a:off x="3182938" y="5846763"/>
              <a:ext cx="40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b="0">
                  <a:solidFill>
                    <a:schemeClr val="tx1"/>
                  </a:solidFill>
                  <a:latin typeface="Times New Roman" pitchFamily="18" charset="0"/>
                </a:rPr>
                <a:t>Y</a:t>
              </a:r>
            </a:p>
          </p:txBody>
        </p:sp>
        <p:sp>
          <p:nvSpPr>
            <p:cNvPr id="51" name="AutoShape 9">
              <a:extLst>
                <a:ext uri="{FF2B5EF4-FFF2-40B4-BE49-F238E27FC236}">
                  <a16:creationId xmlns:a16="http://schemas.microsoft.com/office/drawing/2014/main" id="{F9718BB6-A837-5F4C-BE91-01C2BE18217B}"/>
                </a:ext>
              </a:extLst>
            </p:cNvPr>
            <p:cNvSpPr>
              <a:spLocks noChangeArrowheads="1"/>
            </p:cNvSpPr>
            <p:nvPr/>
          </p:nvSpPr>
          <p:spPr bwMode="auto">
            <a:xfrm>
              <a:off x="2097088" y="5638800"/>
              <a:ext cx="596900" cy="665163"/>
            </a:xfrm>
            <a:prstGeom prst="flowChartDelay">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2" name="Oval 10">
              <a:extLst>
                <a:ext uri="{FF2B5EF4-FFF2-40B4-BE49-F238E27FC236}">
                  <a16:creationId xmlns:a16="http://schemas.microsoft.com/office/drawing/2014/main" id="{97ED00A5-3717-D649-997E-21B847EECA56}"/>
                </a:ext>
              </a:extLst>
            </p:cNvPr>
            <p:cNvSpPr>
              <a:spLocks noChangeArrowheads="1"/>
            </p:cNvSpPr>
            <p:nvPr/>
          </p:nvSpPr>
          <p:spPr bwMode="auto">
            <a:xfrm>
              <a:off x="2689225" y="5946775"/>
              <a:ext cx="133350" cy="123825"/>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33" name="灯片编号占位符 6">
            <a:extLst>
              <a:ext uri="{FF2B5EF4-FFF2-40B4-BE49-F238E27FC236}">
                <a16:creationId xmlns:a16="http://schemas.microsoft.com/office/drawing/2014/main" id="{B75FC43D-3803-4F4B-8BCF-018907BD3BC9}"/>
              </a:ext>
            </a:extLst>
          </p:cNvPr>
          <p:cNvSpPr txBox="1">
            <a:spLocks/>
          </p:cNvSpPr>
          <p:nvPr/>
        </p:nvSpPr>
        <p:spPr bwMode="auto">
          <a:xfrm>
            <a:off x="6553200" y="6265860"/>
            <a:ext cx="213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4600" b="1" kern="1200">
                <a:solidFill>
                  <a:srgbClr val="FF3300"/>
                </a:solidFill>
                <a:latin typeface="Garamond" pitchFamily="18" charset="0"/>
                <a:ea typeface="宋体" charset="-122"/>
                <a:cs typeface="+mn-cs"/>
              </a:defRPr>
            </a:lvl1pPr>
            <a:lvl2pPr marL="742950" indent="-28575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2pPr>
            <a:lvl3pPr marL="11430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3pPr>
            <a:lvl4pPr marL="16002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4pPr>
            <a:lvl5pPr marL="20574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5pPr>
            <a:lvl6pPr marL="25146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6pPr>
            <a:lvl7pPr marL="29718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7pPr>
            <a:lvl8pPr marL="34290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8pPr>
            <a:lvl9pPr marL="38862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9pPr>
          </a:lstStyle>
          <a:p>
            <a:pPr eaLnBrk="1" hangingPunct="1"/>
            <a:fld id="{CCE6D788-BCB5-407E-9DED-68D155892338}" type="slidenum">
              <a:rPr lang="en-US" altLang="zh-CN" sz="1400" smtClean="0">
                <a:solidFill>
                  <a:schemeClr val="tx1"/>
                </a:solidFill>
                <a:latin typeface="+mn-lt"/>
              </a:rPr>
              <a:pPr eaLnBrk="1" hangingPunct="1"/>
              <a:t>101</a:t>
            </a:fld>
            <a:endParaRPr lang="en-US" altLang="zh-CN" sz="1400" dirty="0">
              <a:solidFill>
                <a:schemeClr val="tx1"/>
              </a:solidFill>
              <a:latin typeface="+mn-lt"/>
            </a:endParaRPr>
          </a:p>
        </p:txBody>
      </p:sp>
    </p:spTree>
    <p:extLst>
      <p:ext uri="{BB962C8B-B14F-4D97-AF65-F5344CB8AC3E}">
        <p14:creationId xmlns:p14="http://schemas.microsoft.com/office/powerpoint/2010/main" val="32988706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2192682" y="247234"/>
            <a:ext cx="5112568" cy="936625"/>
          </a:xfrm>
        </p:spPr>
        <p:txBody>
          <a:bodyPr/>
          <a:lstStyle/>
          <a:p>
            <a:pPr eaLnBrk="1" hangingPunct="1"/>
            <a:r>
              <a:rPr lang="en-US" altLang="zh-CN" b="1" dirty="0"/>
              <a:t>CMOS</a:t>
            </a:r>
            <a:r>
              <a:rPr lang="zh-CN" altLang="en-US" b="1" dirty="0"/>
              <a:t>或非门</a:t>
            </a:r>
            <a:r>
              <a:rPr lang="en-US" altLang="zh-CN" b="1" dirty="0"/>
              <a:t>NOR</a:t>
            </a:r>
          </a:p>
        </p:txBody>
      </p:sp>
      <p:graphicFrame>
        <p:nvGraphicFramePr>
          <p:cNvPr id="437251" name="Group 3"/>
          <p:cNvGraphicFramePr>
            <a:graphicFrameLocks noGrp="1"/>
          </p:cNvGraphicFramePr>
          <p:nvPr>
            <p:ph type="tbl" idx="1"/>
            <p:extLst>
              <p:ext uri="{D42A27DB-BD31-4B8C-83A1-F6EECF244321}">
                <p14:modId xmlns:p14="http://schemas.microsoft.com/office/powerpoint/2010/main" val="3818098575"/>
              </p:ext>
            </p:extLst>
          </p:nvPr>
        </p:nvGraphicFramePr>
        <p:xfrm>
          <a:off x="4924018" y="2631827"/>
          <a:ext cx="3671887" cy="3425144"/>
        </p:xfrm>
        <a:graphic>
          <a:graphicData uri="http://schemas.openxmlformats.org/drawingml/2006/table">
            <a:tbl>
              <a:tblPr/>
              <a:tblGrid>
                <a:gridCol w="527050">
                  <a:extLst>
                    <a:ext uri="{9D8B030D-6E8A-4147-A177-3AD203B41FA5}">
                      <a16:colId xmlns:a16="http://schemas.microsoft.com/office/drawing/2014/main" val="20000"/>
                    </a:ext>
                  </a:extLst>
                </a:gridCol>
                <a:gridCol w="519112">
                  <a:extLst>
                    <a:ext uri="{9D8B030D-6E8A-4147-A177-3AD203B41FA5}">
                      <a16:colId xmlns:a16="http://schemas.microsoft.com/office/drawing/2014/main" val="20001"/>
                    </a:ext>
                  </a:extLst>
                </a:gridCol>
                <a:gridCol w="522288">
                  <a:extLst>
                    <a:ext uri="{9D8B030D-6E8A-4147-A177-3AD203B41FA5}">
                      <a16:colId xmlns:a16="http://schemas.microsoft.com/office/drawing/2014/main" val="20002"/>
                    </a:ext>
                  </a:extLst>
                </a:gridCol>
                <a:gridCol w="525462">
                  <a:extLst>
                    <a:ext uri="{9D8B030D-6E8A-4147-A177-3AD203B41FA5}">
                      <a16:colId xmlns:a16="http://schemas.microsoft.com/office/drawing/2014/main" val="20003"/>
                    </a:ext>
                  </a:extLst>
                </a:gridCol>
                <a:gridCol w="527050">
                  <a:extLst>
                    <a:ext uri="{9D8B030D-6E8A-4147-A177-3AD203B41FA5}">
                      <a16:colId xmlns:a16="http://schemas.microsoft.com/office/drawing/2014/main" val="20004"/>
                    </a:ext>
                  </a:extLst>
                </a:gridCol>
                <a:gridCol w="523875">
                  <a:extLst>
                    <a:ext uri="{9D8B030D-6E8A-4147-A177-3AD203B41FA5}">
                      <a16:colId xmlns:a16="http://schemas.microsoft.com/office/drawing/2014/main" val="20005"/>
                    </a:ext>
                  </a:extLst>
                </a:gridCol>
                <a:gridCol w="527050">
                  <a:extLst>
                    <a:ext uri="{9D8B030D-6E8A-4147-A177-3AD203B41FA5}">
                      <a16:colId xmlns:a16="http://schemas.microsoft.com/office/drawing/2014/main" val="20006"/>
                    </a:ext>
                  </a:extLst>
                </a:gridCol>
              </a:tblGrid>
              <a:tr h="6852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1" u="none" strike="noStrike" cap="none" normalizeH="0" baseline="0">
                          <a:ln>
                            <a:noFill/>
                          </a:ln>
                          <a:solidFill>
                            <a:schemeClr val="tx1"/>
                          </a:solidFill>
                          <a:effectLst/>
                          <a:latin typeface="Arial" charset="0"/>
                          <a:ea typeface="宋体" charset="-122"/>
                        </a:rPr>
                        <a:t>A</a:t>
                      </a:r>
                    </a:p>
                  </a:txBody>
                  <a:tcPr marL="18000" marR="18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1" u="none" strike="noStrike" cap="none" normalizeH="0" baseline="0">
                          <a:ln>
                            <a:noFill/>
                          </a:ln>
                          <a:solidFill>
                            <a:schemeClr val="tx1"/>
                          </a:solidFill>
                          <a:effectLst/>
                          <a:latin typeface="Arial" charset="0"/>
                          <a:ea typeface="宋体" charset="-122"/>
                        </a:rPr>
                        <a:t>B</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M</a:t>
                      </a:r>
                      <a:r>
                        <a:rPr kumimoji="0" lang="en-US" altLang="zh-CN" sz="2800" b="0" i="0" u="none" strike="noStrike" cap="none" normalizeH="0" baseline="-25000">
                          <a:ln>
                            <a:noFill/>
                          </a:ln>
                          <a:solidFill>
                            <a:schemeClr val="tx1"/>
                          </a:solidFill>
                          <a:effectLst/>
                          <a:latin typeface="Arial" charset="0"/>
                          <a:ea typeface="宋体" charset="-122"/>
                        </a:rPr>
                        <a:t>1</a:t>
                      </a:r>
                      <a:endParaRPr kumimoji="0" lang="en-US" altLang="zh-CN" sz="2800" b="0" i="0" u="none" strike="noStrike" cap="none" normalizeH="0" baseline="0">
                        <a:ln>
                          <a:noFill/>
                        </a:ln>
                        <a:solidFill>
                          <a:schemeClr val="tx1"/>
                        </a:solidFill>
                        <a:effectLst/>
                        <a:latin typeface="Arial" charset="0"/>
                        <a:ea typeface="宋体" charset="-122"/>
                      </a:endParaRP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M</a:t>
                      </a:r>
                      <a:r>
                        <a:rPr kumimoji="0" lang="en-US" altLang="zh-CN" sz="2800" b="0" i="0" u="none" strike="noStrike" cap="none" normalizeH="0" baseline="-25000">
                          <a:ln>
                            <a:noFill/>
                          </a:ln>
                          <a:solidFill>
                            <a:schemeClr val="tx1"/>
                          </a:solidFill>
                          <a:effectLst/>
                          <a:latin typeface="Arial" charset="0"/>
                          <a:ea typeface="宋体" charset="-122"/>
                        </a:rPr>
                        <a:t>2</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M</a:t>
                      </a:r>
                      <a:r>
                        <a:rPr kumimoji="0" lang="en-US" altLang="zh-CN" sz="2800" b="0" i="0" u="none" strike="noStrike" cap="none" normalizeH="0" baseline="-25000">
                          <a:ln>
                            <a:noFill/>
                          </a:ln>
                          <a:solidFill>
                            <a:schemeClr val="tx1"/>
                          </a:solidFill>
                          <a:effectLst/>
                          <a:latin typeface="Arial" charset="0"/>
                          <a:ea typeface="宋体" charset="-122"/>
                        </a:rPr>
                        <a:t>3</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M</a:t>
                      </a:r>
                      <a:r>
                        <a:rPr kumimoji="0" lang="en-US" altLang="zh-CN" sz="2800" b="0" i="0" u="none" strike="noStrike" cap="none" normalizeH="0" baseline="-25000">
                          <a:ln>
                            <a:noFill/>
                          </a:ln>
                          <a:solidFill>
                            <a:schemeClr val="tx1"/>
                          </a:solidFill>
                          <a:effectLst/>
                          <a:latin typeface="Arial" charset="0"/>
                          <a:ea typeface="宋体" charset="-122"/>
                        </a:rPr>
                        <a:t>4</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1" u="none" strike="noStrike" cap="none" normalizeH="0" baseline="0">
                          <a:ln>
                            <a:noFill/>
                          </a:ln>
                          <a:solidFill>
                            <a:schemeClr val="tx1"/>
                          </a:solidFill>
                          <a:effectLst/>
                          <a:latin typeface="Arial" charset="0"/>
                          <a:ea typeface="宋体" charset="-122"/>
                        </a:rPr>
                        <a:t>Y</a:t>
                      </a:r>
                    </a:p>
                  </a:txBody>
                  <a:tcPr marL="18000" marR="18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852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L</a:t>
                      </a:r>
                    </a:p>
                  </a:txBody>
                  <a:tcPr marL="18000" marR="18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L</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Off</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Off</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On</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On</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H</a:t>
                      </a:r>
                    </a:p>
                  </a:txBody>
                  <a:tcPr marL="18000" marR="18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84044">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altLang="zh-CN" sz="2800" b="0" i="0" u="none" strike="noStrike" cap="none" normalizeH="0" baseline="0" dirty="0">
                        <a:ln>
                          <a:noFill/>
                        </a:ln>
                        <a:solidFill>
                          <a:schemeClr val="tx1"/>
                        </a:solidFill>
                        <a:effectLst/>
                        <a:latin typeface="Arial" charset="0"/>
                        <a:ea typeface="宋体" charset="-122"/>
                      </a:endParaRPr>
                    </a:p>
                  </a:txBody>
                  <a:tcPr marL="18000" marR="18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altLang="zh-CN" sz="2800" b="0" i="0" u="none" strike="noStrike" cap="none" normalizeH="0" baseline="0">
                        <a:ln>
                          <a:noFill/>
                        </a:ln>
                        <a:solidFill>
                          <a:schemeClr val="tx1"/>
                        </a:solidFill>
                        <a:effectLst/>
                        <a:latin typeface="Arial" charset="0"/>
                        <a:ea typeface="宋体" charset="-122"/>
                      </a:endParaRP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altLang="zh-CN" sz="2800" b="0" i="0" u="none" strike="noStrike" cap="none" normalizeH="0" baseline="0" dirty="0">
                        <a:ln>
                          <a:noFill/>
                        </a:ln>
                        <a:solidFill>
                          <a:schemeClr val="tx1"/>
                        </a:solidFill>
                        <a:effectLst/>
                        <a:latin typeface="Arial" charset="0"/>
                        <a:ea typeface="宋体" charset="-122"/>
                      </a:endParaRP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altLang="zh-CN" sz="2800" b="0" i="0" u="none" strike="noStrike" cap="none" normalizeH="0" baseline="0">
                        <a:ln>
                          <a:noFill/>
                        </a:ln>
                        <a:solidFill>
                          <a:schemeClr val="tx1"/>
                        </a:solidFill>
                        <a:effectLst/>
                        <a:latin typeface="Arial" charset="0"/>
                        <a:ea typeface="宋体" charset="-122"/>
                      </a:endParaRP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altLang="zh-CN" sz="2800" b="0" i="0" u="none" strike="noStrike" cap="none" normalizeH="0" baseline="0">
                        <a:ln>
                          <a:noFill/>
                        </a:ln>
                        <a:solidFill>
                          <a:schemeClr val="tx1"/>
                        </a:solidFill>
                        <a:effectLst/>
                        <a:latin typeface="Arial" charset="0"/>
                        <a:ea typeface="宋体" charset="-122"/>
                      </a:endParaRP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altLang="zh-CN" sz="2800" b="0" i="0" u="none" strike="noStrike" cap="none" normalizeH="0" baseline="0">
                        <a:ln>
                          <a:noFill/>
                        </a:ln>
                        <a:solidFill>
                          <a:schemeClr val="tx1"/>
                        </a:solidFill>
                        <a:effectLst/>
                        <a:latin typeface="Arial" charset="0"/>
                        <a:ea typeface="宋体" charset="-122"/>
                      </a:endParaRP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altLang="zh-CN" sz="2800" b="0" i="0" u="none" strike="noStrike" cap="none" normalizeH="0" baseline="0">
                        <a:ln>
                          <a:noFill/>
                        </a:ln>
                        <a:solidFill>
                          <a:schemeClr val="tx1"/>
                        </a:solidFill>
                        <a:effectLst/>
                        <a:latin typeface="Arial" charset="0"/>
                        <a:ea typeface="宋体" charset="-122"/>
                      </a:endParaRPr>
                    </a:p>
                  </a:txBody>
                  <a:tcPr marL="18000" marR="18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852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altLang="zh-CN" sz="2800" b="0" i="0" u="none" strike="noStrike" cap="none" normalizeH="0" baseline="0">
                        <a:ln>
                          <a:noFill/>
                        </a:ln>
                        <a:solidFill>
                          <a:schemeClr val="tx1"/>
                        </a:solidFill>
                        <a:effectLst/>
                        <a:latin typeface="Arial" charset="0"/>
                        <a:ea typeface="宋体" charset="-122"/>
                      </a:endParaRPr>
                    </a:p>
                  </a:txBody>
                  <a:tcPr marL="18000" marR="18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altLang="zh-CN" sz="2800" b="0" i="0" u="none" strike="noStrike" cap="none" normalizeH="0" baseline="0">
                        <a:ln>
                          <a:noFill/>
                        </a:ln>
                        <a:solidFill>
                          <a:schemeClr val="tx1"/>
                        </a:solidFill>
                        <a:effectLst/>
                        <a:latin typeface="Arial" charset="0"/>
                        <a:ea typeface="宋体" charset="-122"/>
                      </a:endParaRP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altLang="zh-CN" sz="2800" b="0" i="0" u="none" strike="noStrike" cap="none" normalizeH="0" baseline="0">
                        <a:ln>
                          <a:noFill/>
                        </a:ln>
                        <a:solidFill>
                          <a:schemeClr val="tx1"/>
                        </a:solidFill>
                        <a:effectLst/>
                        <a:latin typeface="Arial" charset="0"/>
                        <a:ea typeface="宋体" charset="-122"/>
                      </a:endParaRP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altLang="zh-CN" sz="2800" b="0" i="0" u="none" strike="noStrike" cap="none" normalizeH="0" baseline="0">
                        <a:ln>
                          <a:noFill/>
                        </a:ln>
                        <a:solidFill>
                          <a:schemeClr val="tx1"/>
                        </a:solidFill>
                        <a:effectLst/>
                        <a:latin typeface="Arial" charset="0"/>
                        <a:ea typeface="宋体" charset="-122"/>
                      </a:endParaRP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altLang="zh-CN" sz="2800" b="0" i="0" u="none" strike="noStrike" cap="none" normalizeH="0" baseline="0" dirty="0">
                        <a:ln>
                          <a:noFill/>
                        </a:ln>
                        <a:solidFill>
                          <a:schemeClr val="tx1"/>
                        </a:solidFill>
                        <a:effectLst/>
                        <a:latin typeface="Arial" charset="0"/>
                        <a:ea typeface="宋体" charset="-122"/>
                      </a:endParaRP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altLang="zh-CN" sz="2800" b="0" i="0" u="none" strike="noStrike" cap="none" normalizeH="0" baseline="0" dirty="0">
                        <a:ln>
                          <a:noFill/>
                        </a:ln>
                        <a:solidFill>
                          <a:schemeClr val="tx1"/>
                        </a:solidFill>
                        <a:effectLst/>
                        <a:latin typeface="Arial" charset="0"/>
                        <a:ea typeface="宋体" charset="-122"/>
                      </a:endParaRP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altLang="zh-CN" sz="2800" b="0" i="0" u="none" strike="noStrike" cap="none" normalizeH="0" baseline="0">
                        <a:ln>
                          <a:noFill/>
                        </a:ln>
                        <a:solidFill>
                          <a:schemeClr val="tx1"/>
                        </a:solidFill>
                        <a:effectLst/>
                        <a:latin typeface="Arial" charset="0"/>
                        <a:ea typeface="宋体" charset="-122"/>
                      </a:endParaRPr>
                    </a:p>
                  </a:txBody>
                  <a:tcPr marL="18000" marR="18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852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altLang="zh-CN" sz="2800" b="0" i="0" u="none" strike="noStrike" cap="none" normalizeH="0" baseline="0">
                        <a:ln>
                          <a:noFill/>
                        </a:ln>
                        <a:solidFill>
                          <a:schemeClr val="tx1"/>
                        </a:solidFill>
                        <a:effectLst/>
                        <a:latin typeface="Arial" charset="0"/>
                        <a:ea typeface="宋体" charset="-122"/>
                      </a:endParaRPr>
                    </a:p>
                  </a:txBody>
                  <a:tcPr marL="18000" marR="18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altLang="zh-CN" sz="2800" b="0" i="0" u="none" strike="noStrike" cap="none" normalizeH="0" baseline="0">
                        <a:ln>
                          <a:noFill/>
                        </a:ln>
                        <a:solidFill>
                          <a:schemeClr val="tx1"/>
                        </a:solidFill>
                        <a:effectLst/>
                        <a:latin typeface="Arial" charset="0"/>
                        <a:ea typeface="宋体" charset="-122"/>
                      </a:endParaRP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altLang="zh-CN" sz="2800" b="0" i="0" u="none" strike="noStrike" cap="none" normalizeH="0" baseline="0">
                        <a:ln>
                          <a:noFill/>
                        </a:ln>
                        <a:solidFill>
                          <a:schemeClr val="tx1"/>
                        </a:solidFill>
                        <a:effectLst/>
                        <a:latin typeface="Arial" charset="0"/>
                        <a:ea typeface="宋体" charset="-122"/>
                      </a:endParaRP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altLang="zh-CN" sz="2800" b="0" i="0" u="none" strike="noStrike" cap="none" normalizeH="0" baseline="0">
                        <a:ln>
                          <a:noFill/>
                        </a:ln>
                        <a:solidFill>
                          <a:schemeClr val="tx1"/>
                        </a:solidFill>
                        <a:effectLst/>
                        <a:latin typeface="Arial" charset="0"/>
                        <a:ea typeface="宋体" charset="-122"/>
                      </a:endParaRP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altLang="zh-CN" sz="2800" b="0" i="0" u="none" strike="noStrike" cap="none" normalizeH="0" baseline="0">
                        <a:ln>
                          <a:noFill/>
                        </a:ln>
                        <a:solidFill>
                          <a:schemeClr val="tx1"/>
                        </a:solidFill>
                        <a:effectLst/>
                        <a:latin typeface="Arial" charset="0"/>
                        <a:ea typeface="宋体" charset="-122"/>
                      </a:endParaRP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altLang="zh-CN" sz="2800" b="0" i="0" u="none" strike="noStrike" cap="none" normalizeH="0" baseline="0" dirty="0">
                        <a:ln>
                          <a:noFill/>
                        </a:ln>
                        <a:solidFill>
                          <a:schemeClr val="tx1"/>
                        </a:solidFill>
                        <a:effectLst/>
                        <a:latin typeface="Arial" charset="0"/>
                        <a:ea typeface="宋体" charset="-122"/>
                      </a:endParaRP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altLang="zh-CN" sz="2800" b="0" i="0" u="none" strike="noStrike" cap="none" normalizeH="0" baseline="0" dirty="0">
                        <a:ln>
                          <a:noFill/>
                        </a:ln>
                        <a:solidFill>
                          <a:schemeClr val="tx1"/>
                        </a:solidFill>
                        <a:effectLst/>
                        <a:latin typeface="Arial" charset="0"/>
                        <a:ea typeface="宋体" charset="-122"/>
                      </a:endParaRPr>
                    </a:p>
                  </a:txBody>
                  <a:tcPr marL="18000" marR="18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pSp>
        <p:nvGrpSpPr>
          <p:cNvPr id="2" name="Group 1">
            <a:extLst>
              <a:ext uri="{FF2B5EF4-FFF2-40B4-BE49-F238E27FC236}">
                <a16:creationId xmlns:a16="http://schemas.microsoft.com/office/drawing/2014/main" id="{24821880-560B-9C49-B49E-67498907F735}"/>
              </a:ext>
            </a:extLst>
          </p:cNvPr>
          <p:cNvGrpSpPr/>
          <p:nvPr/>
        </p:nvGrpSpPr>
        <p:grpSpPr>
          <a:xfrm>
            <a:off x="665381" y="1552989"/>
            <a:ext cx="4083585" cy="4598776"/>
            <a:chOff x="276225" y="1150938"/>
            <a:chExt cx="4083585" cy="4598776"/>
          </a:xfrm>
        </p:grpSpPr>
        <p:pic>
          <p:nvPicPr>
            <p:cNvPr id="6" name="图片 5">
              <a:extLst>
                <a:ext uri="{FF2B5EF4-FFF2-40B4-BE49-F238E27FC236}">
                  <a16:creationId xmlns:a16="http://schemas.microsoft.com/office/drawing/2014/main" id="{BD0DD44C-AD35-FD46-AB31-555D37C56665}"/>
                </a:ext>
              </a:extLst>
            </p:cNvPr>
            <p:cNvPicPr>
              <a:picLocks noChangeAspect="1"/>
            </p:cNvPicPr>
            <p:nvPr/>
          </p:nvPicPr>
          <p:blipFill>
            <a:blip r:embed="rId3"/>
            <a:stretch>
              <a:fillRect/>
            </a:stretch>
          </p:blipFill>
          <p:spPr>
            <a:xfrm>
              <a:off x="718913" y="1351432"/>
              <a:ext cx="2941526" cy="4398282"/>
            </a:xfrm>
            <a:prstGeom prst="rect">
              <a:avLst/>
            </a:prstGeom>
          </p:spPr>
        </p:pic>
        <p:sp>
          <p:nvSpPr>
            <p:cNvPr id="437369" name="Text Box 121"/>
            <p:cNvSpPr txBox="1">
              <a:spLocks noChangeArrowheads="1"/>
            </p:cNvSpPr>
            <p:nvPr/>
          </p:nvSpPr>
          <p:spPr bwMode="auto">
            <a:xfrm>
              <a:off x="2493219" y="2863788"/>
              <a:ext cx="549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lang="en-US" altLang="zh-CN" sz="2400" b="0">
                  <a:solidFill>
                    <a:srgbClr val="0033CC"/>
                  </a:solidFill>
                  <a:latin typeface="Arial" charset="0"/>
                  <a:sym typeface="Symbol" pitchFamily="18" charset="2"/>
                </a:rPr>
                <a:t></a:t>
              </a:r>
            </a:p>
          </p:txBody>
        </p:sp>
        <p:sp>
          <p:nvSpPr>
            <p:cNvPr id="437371" name="Text Box 123"/>
            <p:cNvSpPr txBox="1">
              <a:spLocks noChangeArrowheads="1"/>
            </p:cNvSpPr>
            <p:nvPr/>
          </p:nvSpPr>
          <p:spPr bwMode="auto">
            <a:xfrm>
              <a:off x="1461470" y="4221164"/>
              <a:ext cx="549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lang="en-US" altLang="zh-CN" sz="2400" b="0">
                  <a:solidFill>
                    <a:srgbClr val="0033CC"/>
                  </a:solidFill>
                  <a:latin typeface="Arial" charset="0"/>
                  <a:sym typeface="Symbol" pitchFamily="18" charset="2"/>
                </a:rPr>
                <a:t></a:t>
              </a:r>
            </a:p>
          </p:txBody>
        </p:sp>
        <p:sp>
          <p:nvSpPr>
            <p:cNvPr id="437372" name="Text Box 124"/>
            <p:cNvSpPr txBox="1">
              <a:spLocks noChangeArrowheads="1"/>
            </p:cNvSpPr>
            <p:nvPr/>
          </p:nvSpPr>
          <p:spPr bwMode="auto">
            <a:xfrm>
              <a:off x="2892158" y="4118875"/>
              <a:ext cx="549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lang="en-US" altLang="zh-CN" sz="2400" b="0">
                  <a:solidFill>
                    <a:srgbClr val="0033CC"/>
                  </a:solidFill>
                  <a:latin typeface="Arial" charset="0"/>
                  <a:sym typeface="Symbol" pitchFamily="18" charset="2"/>
                </a:rPr>
                <a:t></a:t>
              </a:r>
            </a:p>
          </p:txBody>
        </p:sp>
        <p:sp>
          <p:nvSpPr>
            <p:cNvPr id="437373" name="Text Box 125"/>
            <p:cNvSpPr txBox="1">
              <a:spLocks noChangeArrowheads="1"/>
            </p:cNvSpPr>
            <p:nvPr/>
          </p:nvSpPr>
          <p:spPr bwMode="auto">
            <a:xfrm>
              <a:off x="602980" y="1973449"/>
              <a:ext cx="549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lang="en-US" altLang="zh-CN" sz="2400" b="0" dirty="0">
                  <a:solidFill>
                    <a:srgbClr val="0033CC"/>
                  </a:solidFill>
                  <a:latin typeface="Arial" charset="0"/>
                  <a:sym typeface="Symbol" pitchFamily="18" charset="2"/>
                </a:rPr>
                <a:t>0</a:t>
              </a:r>
            </a:p>
          </p:txBody>
        </p:sp>
        <p:sp>
          <p:nvSpPr>
            <p:cNvPr id="437374" name="Text Box 126"/>
            <p:cNvSpPr txBox="1">
              <a:spLocks noChangeArrowheads="1"/>
            </p:cNvSpPr>
            <p:nvPr/>
          </p:nvSpPr>
          <p:spPr bwMode="auto">
            <a:xfrm>
              <a:off x="611188" y="3079812"/>
              <a:ext cx="549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lang="en-US" altLang="zh-CN" sz="2400" b="0">
                  <a:solidFill>
                    <a:srgbClr val="0033CC"/>
                  </a:solidFill>
                  <a:latin typeface="Arial" charset="0"/>
                  <a:sym typeface="Symbol" pitchFamily="18" charset="2"/>
                </a:rPr>
                <a:t>0</a:t>
              </a:r>
            </a:p>
          </p:txBody>
        </p:sp>
        <p:sp>
          <p:nvSpPr>
            <p:cNvPr id="437375" name="Text Box 127"/>
            <p:cNvSpPr txBox="1">
              <a:spLocks noChangeArrowheads="1"/>
            </p:cNvSpPr>
            <p:nvPr/>
          </p:nvSpPr>
          <p:spPr bwMode="auto">
            <a:xfrm>
              <a:off x="2503078" y="1783668"/>
              <a:ext cx="549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lang="en-US" altLang="zh-CN" sz="2400" b="0">
                  <a:solidFill>
                    <a:srgbClr val="0033CC"/>
                  </a:solidFill>
                  <a:latin typeface="Arial" charset="0"/>
                  <a:sym typeface="Symbol" pitchFamily="18" charset="2"/>
                </a:rPr>
                <a:t></a:t>
              </a:r>
            </a:p>
          </p:txBody>
        </p:sp>
        <p:sp>
          <p:nvSpPr>
            <p:cNvPr id="437381" name="Text Box 133"/>
            <p:cNvSpPr txBox="1">
              <a:spLocks noChangeArrowheads="1"/>
            </p:cNvSpPr>
            <p:nvPr/>
          </p:nvSpPr>
          <p:spPr bwMode="auto">
            <a:xfrm>
              <a:off x="3810535" y="3475856"/>
              <a:ext cx="549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lang="en-US" altLang="zh-CN" sz="2400" b="0" dirty="0">
                  <a:solidFill>
                    <a:srgbClr val="0033CC"/>
                  </a:solidFill>
                  <a:latin typeface="Arial" charset="0"/>
                  <a:sym typeface="Symbol" pitchFamily="18" charset="2"/>
                </a:rPr>
                <a:t>1</a:t>
              </a:r>
            </a:p>
          </p:txBody>
        </p:sp>
        <p:sp>
          <p:nvSpPr>
            <p:cNvPr id="49241" name="Oval 71"/>
            <p:cNvSpPr>
              <a:spLocks noChangeArrowheads="1"/>
            </p:cNvSpPr>
            <p:nvPr/>
          </p:nvSpPr>
          <p:spPr bwMode="auto">
            <a:xfrm>
              <a:off x="649179" y="1974056"/>
              <a:ext cx="76200" cy="76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9243" name="Text Box 73"/>
            <p:cNvSpPr txBox="1">
              <a:spLocks noChangeArrowheads="1"/>
            </p:cNvSpPr>
            <p:nvPr/>
          </p:nvSpPr>
          <p:spPr bwMode="auto">
            <a:xfrm>
              <a:off x="276225" y="1783556"/>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a:solidFill>
                    <a:schemeClr val="tx1"/>
                  </a:solidFill>
                  <a:latin typeface="Times New Roman" pitchFamily="18" charset="0"/>
                </a:rPr>
                <a:t>A</a:t>
              </a:r>
            </a:p>
          </p:txBody>
        </p:sp>
        <p:sp>
          <p:nvSpPr>
            <p:cNvPr id="49246" name="Text Box 76"/>
            <p:cNvSpPr txBox="1">
              <a:spLocks noChangeArrowheads="1"/>
            </p:cNvSpPr>
            <p:nvPr/>
          </p:nvSpPr>
          <p:spPr bwMode="auto">
            <a:xfrm>
              <a:off x="3543312" y="3487738"/>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dirty="0">
                  <a:solidFill>
                    <a:schemeClr val="tx1"/>
                  </a:solidFill>
                  <a:latin typeface="Times New Roman" pitchFamily="18" charset="0"/>
                </a:rPr>
                <a:t>Y</a:t>
              </a:r>
            </a:p>
          </p:txBody>
        </p:sp>
        <p:sp>
          <p:nvSpPr>
            <p:cNvPr id="49248" name="Text Box 78"/>
            <p:cNvSpPr txBox="1">
              <a:spLocks noChangeArrowheads="1"/>
            </p:cNvSpPr>
            <p:nvPr/>
          </p:nvSpPr>
          <p:spPr bwMode="auto">
            <a:xfrm>
              <a:off x="2972335" y="1150938"/>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baseline="-25000" dirty="0">
                  <a:solidFill>
                    <a:schemeClr val="tx1"/>
                  </a:solidFill>
                  <a:latin typeface="Times New Roman" pitchFamily="18" charset="0"/>
                </a:rPr>
                <a:t> </a:t>
              </a:r>
              <a:r>
                <a:rPr kumimoji="1" lang="en-US" altLang="zh-CN" sz="2400" dirty="0">
                  <a:solidFill>
                    <a:schemeClr val="tx1"/>
                  </a:solidFill>
                  <a:latin typeface="Times New Roman" pitchFamily="18" charset="0"/>
                </a:rPr>
                <a:t>V</a:t>
              </a:r>
              <a:r>
                <a:rPr kumimoji="1" lang="en-US" altLang="zh-CN" sz="2400" baseline="-25000" dirty="0">
                  <a:solidFill>
                    <a:schemeClr val="tx1"/>
                  </a:solidFill>
                  <a:latin typeface="Times New Roman" pitchFamily="18" charset="0"/>
                </a:rPr>
                <a:t>DD</a:t>
              </a:r>
              <a:r>
                <a:rPr kumimoji="1" lang="en-US" altLang="zh-CN" sz="2400" dirty="0">
                  <a:solidFill>
                    <a:schemeClr val="tx1"/>
                  </a:solidFill>
                  <a:latin typeface="Times New Roman" pitchFamily="18" charset="0"/>
                </a:rPr>
                <a:t> </a:t>
              </a:r>
            </a:p>
          </p:txBody>
        </p:sp>
        <p:sp>
          <p:nvSpPr>
            <p:cNvPr id="49259" name="Text Box 89"/>
            <p:cNvSpPr txBox="1">
              <a:spLocks noChangeArrowheads="1"/>
            </p:cNvSpPr>
            <p:nvPr/>
          </p:nvSpPr>
          <p:spPr bwMode="auto">
            <a:xfrm>
              <a:off x="774083" y="4297339"/>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dirty="0">
                  <a:solidFill>
                    <a:schemeClr val="tx1"/>
                  </a:solidFill>
                  <a:latin typeface="Times New Roman" pitchFamily="18" charset="0"/>
                </a:rPr>
                <a:t>M</a:t>
              </a:r>
              <a:r>
                <a:rPr kumimoji="1" lang="en-US" altLang="zh-CN" sz="2400" baseline="-25000" dirty="0">
                  <a:solidFill>
                    <a:schemeClr val="tx1"/>
                  </a:solidFill>
                  <a:latin typeface="Times New Roman" pitchFamily="18" charset="0"/>
                </a:rPr>
                <a:t>1</a:t>
              </a:r>
              <a:endParaRPr kumimoji="1" lang="en-US" altLang="zh-CN" sz="2400" dirty="0">
                <a:solidFill>
                  <a:schemeClr val="tx1"/>
                </a:solidFill>
                <a:latin typeface="Times New Roman" pitchFamily="18" charset="0"/>
              </a:endParaRPr>
            </a:p>
          </p:txBody>
        </p:sp>
        <p:sp>
          <p:nvSpPr>
            <p:cNvPr id="49260" name="Text Box 90"/>
            <p:cNvSpPr txBox="1">
              <a:spLocks noChangeArrowheads="1"/>
            </p:cNvSpPr>
            <p:nvPr/>
          </p:nvSpPr>
          <p:spPr bwMode="auto">
            <a:xfrm>
              <a:off x="2242661" y="4319808"/>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a:solidFill>
                    <a:schemeClr val="tx1"/>
                  </a:solidFill>
                  <a:latin typeface="Times New Roman" pitchFamily="18" charset="0"/>
                </a:rPr>
                <a:t>M</a:t>
              </a:r>
              <a:r>
                <a:rPr kumimoji="1" lang="en-US" altLang="zh-CN" sz="2400" baseline="-25000">
                  <a:solidFill>
                    <a:schemeClr val="tx1"/>
                  </a:solidFill>
                  <a:latin typeface="Times New Roman" pitchFamily="18" charset="0"/>
                </a:rPr>
                <a:t>2</a:t>
              </a:r>
              <a:endParaRPr kumimoji="1" lang="en-US" altLang="zh-CN" sz="2400">
                <a:solidFill>
                  <a:schemeClr val="tx1"/>
                </a:solidFill>
                <a:latin typeface="Times New Roman" pitchFamily="18" charset="0"/>
              </a:endParaRPr>
            </a:p>
          </p:txBody>
        </p:sp>
        <p:sp>
          <p:nvSpPr>
            <p:cNvPr id="49269" name="Text Box 99"/>
            <p:cNvSpPr txBox="1">
              <a:spLocks noChangeArrowheads="1"/>
            </p:cNvSpPr>
            <p:nvPr/>
          </p:nvSpPr>
          <p:spPr bwMode="auto">
            <a:xfrm>
              <a:off x="1738823" y="1983242"/>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dirty="0">
                  <a:solidFill>
                    <a:schemeClr val="tx1"/>
                  </a:solidFill>
                  <a:latin typeface="Times New Roman" pitchFamily="18" charset="0"/>
                </a:rPr>
                <a:t>M</a:t>
              </a:r>
              <a:r>
                <a:rPr kumimoji="1" lang="en-US" altLang="zh-CN" sz="2400" baseline="-25000" dirty="0">
                  <a:solidFill>
                    <a:schemeClr val="tx1"/>
                  </a:solidFill>
                  <a:latin typeface="Times New Roman" pitchFamily="18" charset="0"/>
                </a:rPr>
                <a:t>3</a:t>
              </a:r>
              <a:endParaRPr kumimoji="1" lang="en-US" altLang="zh-CN" sz="2400" dirty="0">
                <a:solidFill>
                  <a:schemeClr val="tx1"/>
                </a:solidFill>
                <a:latin typeface="Times New Roman" pitchFamily="18" charset="0"/>
              </a:endParaRPr>
            </a:p>
          </p:txBody>
        </p:sp>
        <p:sp>
          <p:nvSpPr>
            <p:cNvPr id="49272" name="Oval 102"/>
            <p:cNvSpPr>
              <a:spLocks noChangeArrowheads="1"/>
            </p:cNvSpPr>
            <p:nvPr/>
          </p:nvSpPr>
          <p:spPr bwMode="auto">
            <a:xfrm>
              <a:off x="648476" y="3056247"/>
              <a:ext cx="76200" cy="76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9273" name="Text Box 103"/>
            <p:cNvSpPr txBox="1">
              <a:spLocks noChangeArrowheads="1"/>
            </p:cNvSpPr>
            <p:nvPr/>
          </p:nvSpPr>
          <p:spPr bwMode="auto">
            <a:xfrm>
              <a:off x="338925" y="2856591"/>
              <a:ext cx="356989"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dirty="0">
                  <a:solidFill>
                    <a:schemeClr val="tx1"/>
                  </a:solidFill>
                  <a:latin typeface="Times New Roman" pitchFamily="18" charset="0"/>
                </a:rPr>
                <a:t>B</a:t>
              </a:r>
            </a:p>
          </p:txBody>
        </p:sp>
        <p:sp>
          <p:nvSpPr>
            <p:cNvPr id="49285" name="Text Box 115"/>
            <p:cNvSpPr txBox="1">
              <a:spLocks noChangeArrowheads="1"/>
            </p:cNvSpPr>
            <p:nvPr/>
          </p:nvSpPr>
          <p:spPr bwMode="auto">
            <a:xfrm>
              <a:off x="1738823" y="2588462"/>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dirty="0">
                  <a:solidFill>
                    <a:schemeClr val="tx1"/>
                  </a:solidFill>
                  <a:latin typeface="Times New Roman" pitchFamily="18" charset="0"/>
                </a:rPr>
                <a:t>M</a:t>
              </a:r>
              <a:r>
                <a:rPr kumimoji="1" lang="en-US" altLang="zh-CN" sz="2400" baseline="-25000" dirty="0">
                  <a:solidFill>
                    <a:schemeClr val="tx1"/>
                  </a:solidFill>
                  <a:latin typeface="Times New Roman" pitchFamily="18" charset="0"/>
                </a:rPr>
                <a:t>4</a:t>
              </a:r>
              <a:endParaRPr kumimoji="1" lang="en-US" altLang="zh-CN" sz="2400" dirty="0">
                <a:solidFill>
                  <a:schemeClr val="tx1"/>
                </a:solidFill>
                <a:latin typeface="Times New Roman" pitchFamily="18" charset="0"/>
              </a:endParaRPr>
            </a:p>
          </p:txBody>
        </p:sp>
        <p:sp>
          <p:nvSpPr>
            <p:cNvPr id="141" name="Text Box 21">
              <a:extLst>
                <a:ext uri="{FF2B5EF4-FFF2-40B4-BE49-F238E27FC236}">
                  <a16:creationId xmlns:a16="http://schemas.microsoft.com/office/drawing/2014/main" id="{45C4CDA5-8FAE-A344-8721-A72EE3004BED}"/>
                </a:ext>
              </a:extLst>
            </p:cNvPr>
            <p:cNvSpPr txBox="1">
              <a:spLocks noChangeArrowheads="1"/>
            </p:cNvSpPr>
            <p:nvPr/>
          </p:nvSpPr>
          <p:spPr bwMode="auto">
            <a:xfrm>
              <a:off x="2670824" y="5222664"/>
              <a:ext cx="98169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baseline="-25000" dirty="0">
                  <a:solidFill>
                    <a:schemeClr val="tx1"/>
                  </a:solidFill>
                  <a:latin typeface="Times New Roman" pitchFamily="18" charset="0"/>
                </a:rPr>
                <a:t> </a:t>
              </a:r>
              <a:r>
                <a:rPr kumimoji="1" lang="en-US" altLang="zh-CN" sz="2400" dirty="0">
                  <a:solidFill>
                    <a:schemeClr val="tx1"/>
                  </a:solidFill>
                  <a:latin typeface="Times New Roman" pitchFamily="18" charset="0"/>
                </a:rPr>
                <a:t>GND </a:t>
              </a:r>
            </a:p>
          </p:txBody>
        </p:sp>
      </p:grpSp>
      <p:grpSp>
        <p:nvGrpSpPr>
          <p:cNvPr id="31" name="组合 90">
            <a:extLst>
              <a:ext uri="{FF2B5EF4-FFF2-40B4-BE49-F238E27FC236}">
                <a16:creationId xmlns:a16="http://schemas.microsoft.com/office/drawing/2014/main" id="{6042AF65-88CD-CB4B-B78F-B1B878B0E7C0}"/>
              </a:ext>
            </a:extLst>
          </p:cNvPr>
          <p:cNvGrpSpPr>
            <a:grpSpLocks/>
          </p:cNvGrpSpPr>
          <p:nvPr/>
        </p:nvGrpSpPr>
        <p:grpSpPr bwMode="auto">
          <a:xfrm>
            <a:off x="5724128" y="1503776"/>
            <a:ext cx="2417762" cy="919162"/>
            <a:chOff x="927100" y="5319712"/>
            <a:chExt cx="2417763" cy="919163"/>
          </a:xfrm>
        </p:grpSpPr>
        <p:sp>
          <p:nvSpPr>
            <p:cNvPr id="32" name="Line 11">
              <a:extLst>
                <a:ext uri="{FF2B5EF4-FFF2-40B4-BE49-F238E27FC236}">
                  <a16:creationId xmlns:a16="http://schemas.microsoft.com/office/drawing/2014/main" id="{6FC5E46D-FB3B-3F4E-9382-5657230A72F2}"/>
                </a:ext>
              </a:extLst>
            </p:cNvPr>
            <p:cNvSpPr>
              <a:spLocks noChangeShapeType="1"/>
            </p:cNvSpPr>
            <p:nvPr/>
          </p:nvSpPr>
          <p:spPr bwMode="auto">
            <a:xfrm>
              <a:off x="2431443" y="5747158"/>
              <a:ext cx="4889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 name="Line 12">
              <a:extLst>
                <a:ext uri="{FF2B5EF4-FFF2-40B4-BE49-F238E27FC236}">
                  <a16:creationId xmlns:a16="http://schemas.microsoft.com/office/drawing/2014/main" id="{1E4DE2C1-EAFE-744F-A6C2-4FA2D340CDBF}"/>
                </a:ext>
              </a:extLst>
            </p:cNvPr>
            <p:cNvSpPr>
              <a:spLocks noChangeShapeType="1"/>
            </p:cNvSpPr>
            <p:nvPr/>
          </p:nvSpPr>
          <p:spPr bwMode="auto">
            <a:xfrm>
              <a:off x="1158875" y="5576887"/>
              <a:ext cx="49053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 name="Line 13">
              <a:extLst>
                <a:ext uri="{FF2B5EF4-FFF2-40B4-BE49-F238E27FC236}">
                  <a16:creationId xmlns:a16="http://schemas.microsoft.com/office/drawing/2014/main" id="{E36FC2CD-39F2-994A-8DF9-11A472D5D5B7}"/>
                </a:ext>
              </a:extLst>
            </p:cNvPr>
            <p:cNvSpPr>
              <a:spLocks noChangeShapeType="1"/>
            </p:cNvSpPr>
            <p:nvPr/>
          </p:nvSpPr>
          <p:spPr bwMode="auto">
            <a:xfrm>
              <a:off x="1158875" y="5886450"/>
              <a:ext cx="49053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 name="Text Box 14">
              <a:extLst>
                <a:ext uri="{FF2B5EF4-FFF2-40B4-BE49-F238E27FC236}">
                  <a16:creationId xmlns:a16="http://schemas.microsoft.com/office/drawing/2014/main" id="{1FA5C1D7-B0DA-D048-B60F-E86651A382EF}"/>
                </a:ext>
              </a:extLst>
            </p:cNvPr>
            <p:cNvSpPr txBox="1">
              <a:spLocks noChangeArrowheads="1"/>
            </p:cNvSpPr>
            <p:nvPr/>
          </p:nvSpPr>
          <p:spPr bwMode="auto">
            <a:xfrm>
              <a:off x="927100" y="5368925"/>
              <a:ext cx="4587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b="0">
                  <a:solidFill>
                    <a:schemeClr val="tx1"/>
                  </a:solidFill>
                  <a:latin typeface="Times New Roman" pitchFamily="18" charset="0"/>
                </a:rPr>
                <a:t>A</a:t>
              </a:r>
            </a:p>
          </p:txBody>
        </p:sp>
        <p:sp>
          <p:nvSpPr>
            <p:cNvPr id="36" name="Text Box 15">
              <a:extLst>
                <a:ext uri="{FF2B5EF4-FFF2-40B4-BE49-F238E27FC236}">
                  <a16:creationId xmlns:a16="http://schemas.microsoft.com/office/drawing/2014/main" id="{ACE7D78F-15D5-0543-88C5-4D7114CE21B1}"/>
                </a:ext>
              </a:extLst>
            </p:cNvPr>
            <p:cNvSpPr txBox="1">
              <a:spLocks noChangeArrowheads="1"/>
            </p:cNvSpPr>
            <p:nvPr/>
          </p:nvSpPr>
          <p:spPr bwMode="auto">
            <a:xfrm>
              <a:off x="927100" y="5781675"/>
              <a:ext cx="4587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b="0">
                  <a:solidFill>
                    <a:schemeClr val="tx1"/>
                  </a:solidFill>
                  <a:latin typeface="Times New Roman" pitchFamily="18" charset="0"/>
                </a:rPr>
                <a:t>B</a:t>
              </a:r>
            </a:p>
          </p:txBody>
        </p:sp>
        <p:sp>
          <p:nvSpPr>
            <p:cNvPr id="37" name="Text Box 16">
              <a:extLst>
                <a:ext uri="{FF2B5EF4-FFF2-40B4-BE49-F238E27FC236}">
                  <a16:creationId xmlns:a16="http://schemas.microsoft.com/office/drawing/2014/main" id="{B3227706-96FB-5A41-A553-85C4061703BF}"/>
                </a:ext>
              </a:extLst>
            </p:cNvPr>
            <p:cNvSpPr txBox="1">
              <a:spLocks noChangeArrowheads="1"/>
            </p:cNvSpPr>
            <p:nvPr/>
          </p:nvSpPr>
          <p:spPr bwMode="auto">
            <a:xfrm>
              <a:off x="2938463" y="5472112"/>
              <a:ext cx="40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b="0">
                  <a:solidFill>
                    <a:schemeClr val="tx1"/>
                  </a:solidFill>
                  <a:latin typeface="Times New Roman" pitchFamily="18" charset="0"/>
                </a:rPr>
                <a:t>Y</a:t>
              </a:r>
            </a:p>
          </p:txBody>
        </p:sp>
        <p:sp>
          <p:nvSpPr>
            <p:cNvPr id="38" name="AutoShape 17">
              <a:extLst>
                <a:ext uri="{FF2B5EF4-FFF2-40B4-BE49-F238E27FC236}">
                  <a16:creationId xmlns:a16="http://schemas.microsoft.com/office/drawing/2014/main" id="{37B81016-DA46-C446-9463-1DDEC38A7931}"/>
                </a:ext>
              </a:extLst>
            </p:cNvPr>
            <p:cNvSpPr>
              <a:spLocks noChangeArrowheads="1"/>
            </p:cNvSpPr>
            <p:nvPr/>
          </p:nvSpPr>
          <p:spPr bwMode="auto">
            <a:xfrm rot="10800000">
              <a:off x="1385888" y="5319712"/>
              <a:ext cx="896937" cy="857250"/>
            </a:xfrm>
            <a:prstGeom prst="moon">
              <a:avLst>
                <a:gd name="adj" fmla="val 6675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p>
          </p:txBody>
        </p:sp>
        <p:sp>
          <p:nvSpPr>
            <p:cNvPr id="39" name="Oval 18">
              <a:extLst>
                <a:ext uri="{FF2B5EF4-FFF2-40B4-BE49-F238E27FC236}">
                  <a16:creationId xmlns:a16="http://schemas.microsoft.com/office/drawing/2014/main" id="{3DC0F46A-03DE-6E4C-AF73-1D7BD3DE40A9}"/>
                </a:ext>
              </a:extLst>
            </p:cNvPr>
            <p:cNvSpPr>
              <a:spLocks noChangeArrowheads="1"/>
            </p:cNvSpPr>
            <p:nvPr/>
          </p:nvSpPr>
          <p:spPr bwMode="auto">
            <a:xfrm>
              <a:off x="2301268" y="5695341"/>
              <a:ext cx="130175" cy="123825"/>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p>
          </p:txBody>
        </p:sp>
      </p:grpSp>
      <p:sp>
        <p:nvSpPr>
          <p:cNvPr id="40" name="灯片编号占位符 6">
            <a:extLst>
              <a:ext uri="{FF2B5EF4-FFF2-40B4-BE49-F238E27FC236}">
                <a16:creationId xmlns:a16="http://schemas.microsoft.com/office/drawing/2014/main" id="{E1202AE3-E2AD-6B4C-A6B7-7F66B50600B9}"/>
              </a:ext>
            </a:extLst>
          </p:cNvPr>
          <p:cNvSpPr txBox="1">
            <a:spLocks/>
          </p:cNvSpPr>
          <p:nvPr/>
        </p:nvSpPr>
        <p:spPr bwMode="auto">
          <a:xfrm>
            <a:off x="6553200" y="6265860"/>
            <a:ext cx="213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4600" b="1" kern="1200">
                <a:solidFill>
                  <a:srgbClr val="FF3300"/>
                </a:solidFill>
                <a:latin typeface="Garamond" pitchFamily="18" charset="0"/>
                <a:ea typeface="宋体" charset="-122"/>
                <a:cs typeface="+mn-cs"/>
              </a:defRPr>
            </a:lvl1pPr>
            <a:lvl2pPr marL="742950" indent="-28575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2pPr>
            <a:lvl3pPr marL="11430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3pPr>
            <a:lvl4pPr marL="16002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4pPr>
            <a:lvl5pPr marL="20574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5pPr>
            <a:lvl6pPr marL="25146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6pPr>
            <a:lvl7pPr marL="29718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7pPr>
            <a:lvl8pPr marL="34290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8pPr>
            <a:lvl9pPr marL="38862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9pPr>
          </a:lstStyle>
          <a:p>
            <a:pPr eaLnBrk="1" hangingPunct="1"/>
            <a:fld id="{CCE6D788-BCB5-407E-9DED-68D155892338}" type="slidenum">
              <a:rPr lang="en-US" altLang="zh-CN" sz="1400" smtClean="0">
                <a:solidFill>
                  <a:schemeClr val="tx1"/>
                </a:solidFill>
                <a:latin typeface="+mn-lt"/>
              </a:rPr>
              <a:pPr eaLnBrk="1" hangingPunct="1"/>
              <a:t>102</a:t>
            </a:fld>
            <a:endParaRPr lang="en-US" altLang="zh-CN" sz="1400" dirty="0">
              <a:solidFill>
                <a:schemeClr val="tx1"/>
              </a:solidFill>
              <a:latin typeface="+mn-lt"/>
            </a:endParaRPr>
          </a:p>
        </p:txBody>
      </p:sp>
    </p:spTree>
    <p:extLst>
      <p:ext uri="{BB962C8B-B14F-4D97-AF65-F5344CB8AC3E}">
        <p14:creationId xmlns:p14="http://schemas.microsoft.com/office/powerpoint/2010/main" val="30284918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2">
            <a:extLst>
              <a:ext uri="{FF2B5EF4-FFF2-40B4-BE49-F238E27FC236}">
                <a16:creationId xmlns:a16="http://schemas.microsoft.com/office/drawing/2014/main" id="{7D8AFA13-5040-BC45-B9FA-2362E887DBFB}"/>
              </a:ext>
            </a:extLst>
          </p:cNvPr>
          <p:cNvSpPr txBox="1">
            <a:spLocks noGrp="1" noChangeArrowheads="1"/>
          </p:cNvSpPr>
          <p:nvPr>
            <p:ph type="title"/>
          </p:nvPr>
        </p:nvSpPr>
        <p:spPr bwMode="gray">
          <a:xfrm>
            <a:off x="1836737" y="369167"/>
            <a:ext cx="5470525" cy="729219"/>
          </a:xfrm>
          <a:prstGeom prst="rect">
            <a:avLst/>
          </a:prstGeom>
          <a:solidFill>
            <a:schemeClr val="bg1"/>
          </a:solid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baseline="0">
                <a:solidFill>
                  <a:srgbClr val="000000"/>
                </a:solidFill>
                <a:latin typeface="+mj-lt"/>
                <a:ea typeface="黑体" pitchFamily="49" charset="-122"/>
                <a:cs typeface="+mj-cs"/>
              </a:defRPr>
            </a:lvl1pPr>
            <a:lvl2pPr algn="ctr" rtl="0" eaLnBrk="0" fontAlgn="base" hangingPunct="0">
              <a:spcBef>
                <a:spcPct val="0"/>
              </a:spcBef>
              <a:spcAft>
                <a:spcPct val="0"/>
              </a:spcAft>
              <a:defRPr sz="4400">
                <a:solidFill>
                  <a:srgbClr val="000000"/>
                </a:solidFill>
                <a:latin typeface="Verdana" pitchFamily="34" charset="0"/>
                <a:ea typeface="黑体" pitchFamily="2" charset="-122"/>
              </a:defRPr>
            </a:lvl2pPr>
            <a:lvl3pPr algn="ctr" rtl="0" eaLnBrk="0" fontAlgn="base" hangingPunct="0">
              <a:spcBef>
                <a:spcPct val="0"/>
              </a:spcBef>
              <a:spcAft>
                <a:spcPct val="0"/>
              </a:spcAft>
              <a:defRPr sz="4400">
                <a:solidFill>
                  <a:srgbClr val="000000"/>
                </a:solidFill>
                <a:latin typeface="Verdana" pitchFamily="34" charset="0"/>
                <a:ea typeface="黑体" pitchFamily="2" charset="-122"/>
              </a:defRPr>
            </a:lvl3pPr>
            <a:lvl4pPr algn="ctr" rtl="0" eaLnBrk="0" fontAlgn="base" hangingPunct="0">
              <a:spcBef>
                <a:spcPct val="0"/>
              </a:spcBef>
              <a:spcAft>
                <a:spcPct val="0"/>
              </a:spcAft>
              <a:defRPr sz="4400">
                <a:solidFill>
                  <a:srgbClr val="000000"/>
                </a:solidFill>
                <a:latin typeface="Verdana" pitchFamily="34" charset="0"/>
                <a:ea typeface="黑体" pitchFamily="2" charset="-122"/>
              </a:defRPr>
            </a:lvl4pPr>
            <a:lvl5pPr algn="ctr" rtl="0" eaLnBrk="0" fontAlgn="base" hangingPunct="0">
              <a:spcBef>
                <a:spcPct val="0"/>
              </a:spcBef>
              <a:spcAft>
                <a:spcPct val="0"/>
              </a:spcAft>
              <a:defRPr sz="4400">
                <a:solidFill>
                  <a:srgbClr val="000000"/>
                </a:solidFill>
                <a:latin typeface="Verdana" pitchFamily="34" charset="0"/>
                <a:ea typeface="黑体" pitchFamily="2" charset="-122"/>
              </a:defRPr>
            </a:lvl5pPr>
            <a:lvl6pPr marL="457200" algn="ctr" rtl="0" fontAlgn="base">
              <a:spcBef>
                <a:spcPct val="0"/>
              </a:spcBef>
              <a:spcAft>
                <a:spcPct val="0"/>
              </a:spcAft>
              <a:defRPr sz="4400">
                <a:solidFill>
                  <a:srgbClr val="000000"/>
                </a:solidFill>
                <a:latin typeface="Verdana" pitchFamily="34" charset="0"/>
                <a:ea typeface="黑体" pitchFamily="2" charset="-122"/>
              </a:defRPr>
            </a:lvl6pPr>
            <a:lvl7pPr marL="914400" algn="ctr" rtl="0" fontAlgn="base">
              <a:spcBef>
                <a:spcPct val="0"/>
              </a:spcBef>
              <a:spcAft>
                <a:spcPct val="0"/>
              </a:spcAft>
              <a:defRPr sz="4400">
                <a:solidFill>
                  <a:srgbClr val="000000"/>
                </a:solidFill>
                <a:latin typeface="Verdana" pitchFamily="34" charset="0"/>
                <a:ea typeface="黑体" pitchFamily="2" charset="-122"/>
              </a:defRPr>
            </a:lvl7pPr>
            <a:lvl8pPr marL="1371600" algn="ctr" rtl="0" fontAlgn="base">
              <a:spcBef>
                <a:spcPct val="0"/>
              </a:spcBef>
              <a:spcAft>
                <a:spcPct val="0"/>
              </a:spcAft>
              <a:defRPr sz="4400">
                <a:solidFill>
                  <a:srgbClr val="000000"/>
                </a:solidFill>
                <a:latin typeface="Verdana" pitchFamily="34" charset="0"/>
                <a:ea typeface="黑体" pitchFamily="2" charset="-122"/>
              </a:defRPr>
            </a:lvl8pPr>
            <a:lvl9pPr marL="1828800" algn="ctr" rtl="0" fontAlgn="base">
              <a:spcBef>
                <a:spcPct val="0"/>
              </a:spcBef>
              <a:spcAft>
                <a:spcPct val="0"/>
              </a:spcAft>
              <a:defRPr sz="4400">
                <a:solidFill>
                  <a:srgbClr val="000000"/>
                </a:solidFill>
                <a:latin typeface="Verdana" pitchFamily="34" charset="0"/>
                <a:ea typeface="黑体" pitchFamily="2" charset="-122"/>
              </a:defRPr>
            </a:lvl9pPr>
          </a:lstStyle>
          <a:p>
            <a:pPr eaLnBrk="1" hangingPunct="1"/>
            <a:r>
              <a:rPr lang="en-US" altLang="zh-CN" sz="4000" b="1" kern="0" dirty="0"/>
              <a:t>CMOS</a:t>
            </a:r>
            <a:r>
              <a:rPr lang="zh-CN" altLang="en-US" sz="4000" b="1" kern="0" dirty="0"/>
              <a:t>或非门</a:t>
            </a:r>
            <a:r>
              <a:rPr lang="en-US" altLang="zh-CN" sz="4000" b="1" kern="0" dirty="0"/>
              <a:t>NOR</a:t>
            </a:r>
          </a:p>
        </p:txBody>
      </p:sp>
      <p:graphicFrame>
        <p:nvGraphicFramePr>
          <p:cNvPr id="437251" name="Group 3"/>
          <p:cNvGraphicFramePr>
            <a:graphicFrameLocks noGrp="1"/>
          </p:cNvGraphicFramePr>
          <p:nvPr>
            <p:ph type="tbl" idx="1"/>
            <p:extLst>
              <p:ext uri="{D42A27DB-BD31-4B8C-83A1-F6EECF244321}">
                <p14:modId xmlns:p14="http://schemas.microsoft.com/office/powerpoint/2010/main" val="2637997687"/>
              </p:ext>
            </p:extLst>
          </p:nvPr>
        </p:nvGraphicFramePr>
        <p:xfrm>
          <a:off x="4860925" y="2681285"/>
          <a:ext cx="3671887" cy="3425144"/>
        </p:xfrm>
        <a:graphic>
          <a:graphicData uri="http://schemas.openxmlformats.org/drawingml/2006/table">
            <a:tbl>
              <a:tblPr/>
              <a:tblGrid>
                <a:gridCol w="527050">
                  <a:extLst>
                    <a:ext uri="{9D8B030D-6E8A-4147-A177-3AD203B41FA5}">
                      <a16:colId xmlns:a16="http://schemas.microsoft.com/office/drawing/2014/main" val="20000"/>
                    </a:ext>
                  </a:extLst>
                </a:gridCol>
                <a:gridCol w="519112">
                  <a:extLst>
                    <a:ext uri="{9D8B030D-6E8A-4147-A177-3AD203B41FA5}">
                      <a16:colId xmlns:a16="http://schemas.microsoft.com/office/drawing/2014/main" val="20001"/>
                    </a:ext>
                  </a:extLst>
                </a:gridCol>
                <a:gridCol w="522288">
                  <a:extLst>
                    <a:ext uri="{9D8B030D-6E8A-4147-A177-3AD203B41FA5}">
                      <a16:colId xmlns:a16="http://schemas.microsoft.com/office/drawing/2014/main" val="20002"/>
                    </a:ext>
                  </a:extLst>
                </a:gridCol>
                <a:gridCol w="525462">
                  <a:extLst>
                    <a:ext uri="{9D8B030D-6E8A-4147-A177-3AD203B41FA5}">
                      <a16:colId xmlns:a16="http://schemas.microsoft.com/office/drawing/2014/main" val="20003"/>
                    </a:ext>
                  </a:extLst>
                </a:gridCol>
                <a:gridCol w="527050">
                  <a:extLst>
                    <a:ext uri="{9D8B030D-6E8A-4147-A177-3AD203B41FA5}">
                      <a16:colId xmlns:a16="http://schemas.microsoft.com/office/drawing/2014/main" val="20004"/>
                    </a:ext>
                  </a:extLst>
                </a:gridCol>
                <a:gridCol w="523875">
                  <a:extLst>
                    <a:ext uri="{9D8B030D-6E8A-4147-A177-3AD203B41FA5}">
                      <a16:colId xmlns:a16="http://schemas.microsoft.com/office/drawing/2014/main" val="20005"/>
                    </a:ext>
                  </a:extLst>
                </a:gridCol>
                <a:gridCol w="527050">
                  <a:extLst>
                    <a:ext uri="{9D8B030D-6E8A-4147-A177-3AD203B41FA5}">
                      <a16:colId xmlns:a16="http://schemas.microsoft.com/office/drawing/2014/main" val="20006"/>
                    </a:ext>
                  </a:extLst>
                </a:gridCol>
              </a:tblGrid>
              <a:tr h="6852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1" u="none" strike="noStrike" cap="none" normalizeH="0" baseline="0">
                          <a:ln>
                            <a:noFill/>
                          </a:ln>
                          <a:solidFill>
                            <a:schemeClr val="tx1"/>
                          </a:solidFill>
                          <a:effectLst/>
                          <a:latin typeface="Arial" charset="0"/>
                          <a:ea typeface="宋体" charset="-122"/>
                        </a:rPr>
                        <a:t>A</a:t>
                      </a:r>
                    </a:p>
                  </a:txBody>
                  <a:tcPr marL="18000" marR="18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1" u="none" strike="noStrike" cap="none" normalizeH="0" baseline="0">
                          <a:ln>
                            <a:noFill/>
                          </a:ln>
                          <a:solidFill>
                            <a:schemeClr val="tx1"/>
                          </a:solidFill>
                          <a:effectLst/>
                          <a:latin typeface="Arial" charset="0"/>
                          <a:ea typeface="宋体" charset="-122"/>
                        </a:rPr>
                        <a:t>B</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M</a:t>
                      </a:r>
                      <a:r>
                        <a:rPr kumimoji="0" lang="en-US" altLang="zh-CN" sz="2800" b="0" i="0" u="none" strike="noStrike" cap="none" normalizeH="0" baseline="-25000">
                          <a:ln>
                            <a:noFill/>
                          </a:ln>
                          <a:solidFill>
                            <a:schemeClr val="tx1"/>
                          </a:solidFill>
                          <a:effectLst/>
                          <a:latin typeface="Arial" charset="0"/>
                          <a:ea typeface="宋体" charset="-122"/>
                        </a:rPr>
                        <a:t>1</a:t>
                      </a:r>
                      <a:endParaRPr kumimoji="0" lang="en-US" altLang="zh-CN" sz="2800" b="0" i="0" u="none" strike="noStrike" cap="none" normalizeH="0" baseline="0">
                        <a:ln>
                          <a:noFill/>
                        </a:ln>
                        <a:solidFill>
                          <a:schemeClr val="tx1"/>
                        </a:solidFill>
                        <a:effectLst/>
                        <a:latin typeface="Arial" charset="0"/>
                        <a:ea typeface="宋体" charset="-122"/>
                      </a:endParaRP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M</a:t>
                      </a:r>
                      <a:r>
                        <a:rPr kumimoji="0" lang="en-US" altLang="zh-CN" sz="2800" b="0" i="0" u="none" strike="noStrike" cap="none" normalizeH="0" baseline="-25000">
                          <a:ln>
                            <a:noFill/>
                          </a:ln>
                          <a:solidFill>
                            <a:schemeClr val="tx1"/>
                          </a:solidFill>
                          <a:effectLst/>
                          <a:latin typeface="Arial" charset="0"/>
                          <a:ea typeface="宋体" charset="-122"/>
                        </a:rPr>
                        <a:t>2</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M</a:t>
                      </a:r>
                      <a:r>
                        <a:rPr kumimoji="0" lang="en-US" altLang="zh-CN" sz="2800" b="0" i="0" u="none" strike="noStrike" cap="none" normalizeH="0" baseline="-25000">
                          <a:ln>
                            <a:noFill/>
                          </a:ln>
                          <a:solidFill>
                            <a:schemeClr val="tx1"/>
                          </a:solidFill>
                          <a:effectLst/>
                          <a:latin typeface="Arial" charset="0"/>
                          <a:ea typeface="宋体" charset="-122"/>
                        </a:rPr>
                        <a:t>3</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M</a:t>
                      </a:r>
                      <a:r>
                        <a:rPr kumimoji="0" lang="en-US" altLang="zh-CN" sz="2800" b="0" i="0" u="none" strike="noStrike" cap="none" normalizeH="0" baseline="-25000">
                          <a:ln>
                            <a:noFill/>
                          </a:ln>
                          <a:solidFill>
                            <a:schemeClr val="tx1"/>
                          </a:solidFill>
                          <a:effectLst/>
                          <a:latin typeface="Arial" charset="0"/>
                          <a:ea typeface="宋体" charset="-122"/>
                        </a:rPr>
                        <a:t>4</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1" u="none" strike="noStrike" cap="none" normalizeH="0" baseline="0">
                          <a:ln>
                            <a:noFill/>
                          </a:ln>
                          <a:solidFill>
                            <a:schemeClr val="tx1"/>
                          </a:solidFill>
                          <a:effectLst/>
                          <a:latin typeface="Arial" charset="0"/>
                          <a:ea typeface="宋体" charset="-122"/>
                        </a:rPr>
                        <a:t>Y</a:t>
                      </a:r>
                    </a:p>
                  </a:txBody>
                  <a:tcPr marL="18000" marR="18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852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L</a:t>
                      </a:r>
                    </a:p>
                  </a:txBody>
                  <a:tcPr marL="18000" marR="18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L</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Off</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Off</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On</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On</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H</a:t>
                      </a:r>
                    </a:p>
                  </a:txBody>
                  <a:tcPr marL="18000" marR="18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84044">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L</a:t>
                      </a:r>
                    </a:p>
                  </a:txBody>
                  <a:tcPr marL="18000" marR="18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H</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Off</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On</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On</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Off</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L</a:t>
                      </a:r>
                    </a:p>
                  </a:txBody>
                  <a:tcPr marL="18000" marR="18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852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H</a:t>
                      </a:r>
                    </a:p>
                  </a:txBody>
                  <a:tcPr marL="18000" marR="18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L</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On</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Off</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Off</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On</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L</a:t>
                      </a:r>
                    </a:p>
                  </a:txBody>
                  <a:tcPr marL="18000" marR="18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852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H</a:t>
                      </a:r>
                    </a:p>
                  </a:txBody>
                  <a:tcPr marL="18000" marR="18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H</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On</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On</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Off</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Off</a:t>
                      </a:r>
                    </a:p>
                  </a:txBody>
                  <a:tcPr marL="18000" marR="18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L</a:t>
                      </a:r>
                    </a:p>
                  </a:txBody>
                  <a:tcPr marL="18000" marR="18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437381" name="Text Box 133"/>
          <p:cNvSpPr txBox="1">
            <a:spLocks noChangeArrowheads="1"/>
          </p:cNvSpPr>
          <p:nvPr/>
        </p:nvSpPr>
        <p:spPr bwMode="auto">
          <a:xfrm>
            <a:off x="3810535" y="3475856"/>
            <a:ext cx="101349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lang="en-US" altLang="zh-CN" sz="2400" b="0" dirty="0">
                <a:solidFill>
                  <a:srgbClr val="C00000"/>
                </a:solidFill>
                <a:latin typeface="Arial" charset="0"/>
                <a:sym typeface="Symbol" pitchFamily="18" charset="2"/>
              </a:rPr>
              <a:t>0</a:t>
            </a:r>
          </a:p>
        </p:txBody>
      </p:sp>
      <p:grpSp>
        <p:nvGrpSpPr>
          <p:cNvPr id="2" name="Group 1">
            <a:extLst>
              <a:ext uri="{FF2B5EF4-FFF2-40B4-BE49-F238E27FC236}">
                <a16:creationId xmlns:a16="http://schemas.microsoft.com/office/drawing/2014/main" id="{FBC59AB1-11D6-8141-943C-6E23B202D074}"/>
              </a:ext>
            </a:extLst>
          </p:cNvPr>
          <p:cNvGrpSpPr/>
          <p:nvPr/>
        </p:nvGrpSpPr>
        <p:grpSpPr>
          <a:xfrm>
            <a:off x="573694" y="1563688"/>
            <a:ext cx="3876687" cy="4633281"/>
            <a:chOff x="276225" y="1150938"/>
            <a:chExt cx="3876687" cy="4633281"/>
          </a:xfrm>
        </p:grpSpPr>
        <p:pic>
          <p:nvPicPr>
            <p:cNvPr id="6" name="图片 5">
              <a:extLst>
                <a:ext uri="{FF2B5EF4-FFF2-40B4-BE49-F238E27FC236}">
                  <a16:creationId xmlns:a16="http://schemas.microsoft.com/office/drawing/2014/main" id="{BD0DD44C-AD35-FD46-AB31-555D37C56665}"/>
                </a:ext>
              </a:extLst>
            </p:cNvPr>
            <p:cNvPicPr>
              <a:picLocks noChangeAspect="1"/>
            </p:cNvPicPr>
            <p:nvPr/>
          </p:nvPicPr>
          <p:blipFill>
            <a:blip r:embed="rId3"/>
            <a:stretch>
              <a:fillRect/>
            </a:stretch>
          </p:blipFill>
          <p:spPr>
            <a:xfrm>
              <a:off x="718913" y="1385937"/>
              <a:ext cx="2941526" cy="4398282"/>
            </a:xfrm>
            <a:prstGeom prst="rect">
              <a:avLst/>
            </a:prstGeom>
          </p:spPr>
        </p:pic>
        <p:sp>
          <p:nvSpPr>
            <p:cNvPr id="437369" name="Text Box 121"/>
            <p:cNvSpPr txBox="1">
              <a:spLocks noChangeArrowheads="1"/>
            </p:cNvSpPr>
            <p:nvPr/>
          </p:nvSpPr>
          <p:spPr bwMode="auto">
            <a:xfrm>
              <a:off x="1513134" y="4118875"/>
              <a:ext cx="549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lang="en-US" altLang="zh-CN" sz="2400" b="0">
                  <a:solidFill>
                    <a:srgbClr val="C00000"/>
                  </a:solidFill>
                  <a:latin typeface="Arial" charset="0"/>
                  <a:sym typeface="Symbol" pitchFamily="18" charset="2"/>
                </a:rPr>
                <a:t></a:t>
              </a:r>
            </a:p>
          </p:txBody>
        </p:sp>
        <p:sp>
          <p:nvSpPr>
            <p:cNvPr id="437371" name="Text Box 123"/>
            <p:cNvSpPr txBox="1">
              <a:spLocks noChangeArrowheads="1"/>
            </p:cNvSpPr>
            <p:nvPr/>
          </p:nvSpPr>
          <p:spPr bwMode="auto">
            <a:xfrm>
              <a:off x="2547461" y="2850805"/>
              <a:ext cx="549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lang="en-US" altLang="zh-CN" sz="2400" b="0" dirty="0">
                  <a:solidFill>
                    <a:srgbClr val="C00000"/>
                  </a:solidFill>
                  <a:latin typeface="Arial" charset="0"/>
                  <a:sym typeface="Symbol" pitchFamily="18" charset="2"/>
                </a:rPr>
                <a:t></a:t>
              </a:r>
            </a:p>
          </p:txBody>
        </p:sp>
        <p:sp>
          <p:nvSpPr>
            <p:cNvPr id="437374" name="Text Box 126"/>
            <p:cNvSpPr txBox="1">
              <a:spLocks noChangeArrowheads="1"/>
            </p:cNvSpPr>
            <p:nvPr/>
          </p:nvSpPr>
          <p:spPr bwMode="auto">
            <a:xfrm>
              <a:off x="611188" y="3079812"/>
              <a:ext cx="549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lang="en-US" altLang="zh-CN" sz="2400" b="0" dirty="0">
                  <a:solidFill>
                    <a:srgbClr val="C00000"/>
                  </a:solidFill>
                  <a:latin typeface="Arial" charset="0"/>
                  <a:sym typeface="Symbol" pitchFamily="18" charset="2"/>
                </a:rPr>
                <a:t>1</a:t>
              </a:r>
            </a:p>
          </p:txBody>
        </p:sp>
        <p:sp>
          <p:nvSpPr>
            <p:cNvPr id="49241" name="Oval 71"/>
            <p:cNvSpPr>
              <a:spLocks noChangeArrowheads="1"/>
            </p:cNvSpPr>
            <p:nvPr/>
          </p:nvSpPr>
          <p:spPr bwMode="auto">
            <a:xfrm>
              <a:off x="649179" y="1974056"/>
              <a:ext cx="76200" cy="76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9243" name="Text Box 73"/>
            <p:cNvSpPr txBox="1">
              <a:spLocks noChangeArrowheads="1"/>
            </p:cNvSpPr>
            <p:nvPr/>
          </p:nvSpPr>
          <p:spPr bwMode="auto">
            <a:xfrm>
              <a:off x="276225" y="1783556"/>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a:solidFill>
                    <a:schemeClr val="tx1"/>
                  </a:solidFill>
                  <a:latin typeface="Times New Roman" pitchFamily="18" charset="0"/>
                </a:rPr>
                <a:t>A</a:t>
              </a:r>
            </a:p>
          </p:txBody>
        </p:sp>
        <p:sp>
          <p:nvSpPr>
            <p:cNvPr id="49246" name="Text Box 76"/>
            <p:cNvSpPr txBox="1">
              <a:spLocks noChangeArrowheads="1"/>
            </p:cNvSpPr>
            <p:nvPr/>
          </p:nvSpPr>
          <p:spPr bwMode="auto">
            <a:xfrm>
              <a:off x="3543312" y="3487738"/>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dirty="0">
                  <a:solidFill>
                    <a:schemeClr val="tx1"/>
                  </a:solidFill>
                  <a:latin typeface="Times New Roman" pitchFamily="18" charset="0"/>
                </a:rPr>
                <a:t>Y</a:t>
              </a:r>
            </a:p>
          </p:txBody>
        </p:sp>
        <p:sp>
          <p:nvSpPr>
            <p:cNvPr id="49248" name="Text Box 78"/>
            <p:cNvSpPr txBox="1">
              <a:spLocks noChangeArrowheads="1"/>
            </p:cNvSpPr>
            <p:nvPr/>
          </p:nvSpPr>
          <p:spPr bwMode="auto">
            <a:xfrm>
              <a:off x="2972335" y="1150938"/>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baseline="-25000" dirty="0">
                  <a:solidFill>
                    <a:schemeClr val="tx1"/>
                  </a:solidFill>
                  <a:latin typeface="Times New Roman" pitchFamily="18" charset="0"/>
                </a:rPr>
                <a:t> </a:t>
              </a:r>
              <a:r>
                <a:rPr kumimoji="1" lang="en-US" altLang="zh-CN" sz="2400" dirty="0">
                  <a:solidFill>
                    <a:schemeClr val="tx1"/>
                  </a:solidFill>
                  <a:latin typeface="Times New Roman" pitchFamily="18" charset="0"/>
                </a:rPr>
                <a:t>V</a:t>
              </a:r>
              <a:r>
                <a:rPr kumimoji="1" lang="en-US" altLang="zh-CN" sz="2400" baseline="-25000" dirty="0">
                  <a:solidFill>
                    <a:schemeClr val="tx1"/>
                  </a:solidFill>
                  <a:latin typeface="Times New Roman" pitchFamily="18" charset="0"/>
                </a:rPr>
                <a:t>DD</a:t>
              </a:r>
              <a:r>
                <a:rPr kumimoji="1" lang="en-US" altLang="zh-CN" sz="2400" dirty="0">
                  <a:solidFill>
                    <a:schemeClr val="tx1"/>
                  </a:solidFill>
                  <a:latin typeface="Times New Roman" pitchFamily="18" charset="0"/>
                </a:rPr>
                <a:t> </a:t>
              </a:r>
            </a:p>
          </p:txBody>
        </p:sp>
        <p:sp>
          <p:nvSpPr>
            <p:cNvPr id="49259" name="Text Box 89"/>
            <p:cNvSpPr txBox="1">
              <a:spLocks noChangeArrowheads="1"/>
            </p:cNvSpPr>
            <p:nvPr/>
          </p:nvSpPr>
          <p:spPr bwMode="auto">
            <a:xfrm>
              <a:off x="774083" y="4297339"/>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dirty="0">
                  <a:solidFill>
                    <a:schemeClr val="tx1"/>
                  </a:solidFill>
                  <a:latin typeface="Times New Roman" pitchFamily="18" charset="0"/>
                </a:rPr>
                <a:t>M</a:t>
              </a:r>
              <a:r>
                <a:rPr kumimoji="1" lang="en-US" altLang="zh-CN" sz="2400" baseline="-25000" dirty="0">
                  <a:solidFill>
                    <a:schemeClr val="tx1"/>
                  </a:solidFill>
                  <a:latin typeface="Times New Roman" pitchFamily="18" charset="0"/>
                </a:rPr>
                <a:t>1</a:t>
              </a:r>
              <a:endParaRPr kumimoji="1" lang="en-US" altLang="zh-CN" sz="2400" dirty="0">
                <a:solidFill>
                  <a:schemeClr val="tx1"/>
                </a:solidFill>
                <a:latin typeface="Times New Roman" pitchFamily="18" charset="0"/>
              </a:endParaRPr>
            </a:p>
          </p:txBody>
        </p:sp>
        <p:sp>
          <p:nvSpPr>
            <p:cNvPr id="49260" name="Text Box 90"/>
            <p:cNvSpPr txBox="1">
              <a:spLocks noChangeArrowheads="1"/>
            </p:cNvSpPr>
            <p:nvPr/>
          </p:nvSpPr>
          <p:spPr bwMode="auto">
            <a:xfrm>
              <a:off x="2242661" y="4319808"/>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a:solidFill>
                    <a:schemeClr val="tx1"/>
                  </a:solidFill>
                  <a:latin typeface="Times New Roman" pitchFamily="18" charset="0"/>
                </a:rPr>
                <a:t>M</a:t>
              </a:r>
              <a:r>
                <a:rPr kumimoji="1" lang="en-US" altLang="zh-CN" sz="2400" baseline="-25000">
                  <a:solidFill>
                    <a:schemeClr val="tx1"/>
                  </a:solidFill>
                  <a:latin typeface="Times New Roman" pitchFamily="18" charset="0"/>
                </a:rPr>
                <a:t>2</a:t>
              </a:r>
              <a:endParaRPr kumimoji="1" lang="en-US" altLang="zh-CN" sz="2400">
                <a:solidFill>
                  <a:schemeClr val="tx1"/>
                </a:solidFill>
                <a:latin typeface="Times New Roman" pitchFamily="18" charset="0"/>
              </a:endParaRPr>
            </a:p>
          </p:txBody>
        </p:sp>
        <p:sp>
          <p:nvSpPr>
            <p:cNvPr id="49269" name="Text Box 99"/>
            <p:cNvSpPr txBox="1">
              <a:spLocks noChangeArrowheads="1"/>
            </p:cNvSpPr>
            <p:nvPr/>
          </p:nvSpPr>
          <p:spPr bwMode="auto">
            <a:xfrm>
              <a:off x="1738823" y="1983242"/>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dirty="0">
                  <a:solidFill>
                    <a:schemeClr val="tx1"/>
                  </a:solidFill>
                  <a:latin typeface="Times New Roman" pitchFamily="18" charset="0"/>
                </a:rPr>
                <a:t>M</a:t>
              </a:r>
              <a:r>
                <a:rPr kumimoji="1" lang="en-US" altLang="zh-CN" sz="2400" baseline="-25000" dirty="0">
                  <a:solidFill>
                    <a:schemeClr val="tx1"/>
                  </a:solidFill>
                  <a:latin typeface="Times New Roman" pitchFamily="18" charset="0"/>
                </a:rPr>
                <a:t>3</a:t>
              </a:r>
              <a:endParaRPr kumimoji="1" lang="en-US" altLang="zh-CN" sz="2400" dirty="0">
                <a:solidFill>
                  <a:schemeClr val="tx1"/>
                </a:solidFill>
                <a:latin typeface="Times New Roman" pitchFamily="18" charset="0"/>
              </a:endParaRPr>
            </a:p>
          </p:txBody>
        </p:sp>
        <p:sp>
          <p:nvSpPr>
            <p:cNvPr id="49272" name="Oval 102"/>
            <p:cNvSpPr>
              <a:spLocks noChangeArrowheads="1"/>
            </p:cNvSpPr>
            <p:nvPr/>
          </p:nvSpPr>
          <p:spPr bwMode="auto">
            <a:xfrm>
              <a:off x="648476" y="3056247"/>
              <a:ext cx="76200" cy="76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9273" name="Text Box 103"/>
            <p:cNvSpPr txBox="1">
              <a:spLocks noChangeArrowheads="1"/>
            </p:cNvSpPr>
            <p:nvPr/>
          </p:nvSpPr>
          <p:spPr bwMode="auto">
            <a:xfrm>
              <a:off x="338925" y="2856591"/>
              <a:ext cx="356989"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dirty="0">
                  <a:solidFill>
                    <a:schemeClr val="tx1"/>
                  </a:solidFill>
                  <a:latin typeface="Times New Roman" pitchFamily="18" charset="0"/>
                </a:rPr>
                <a:t>B</a:t>
              </a:r>
            </a:p>
          </p:txBody>
        </p:sp>
        <p:sp>
          <p:nvSpPr>
            <p:cNvPr id="49285" name="Text Box 115"/>
            <p:cNvSpPr txBox="1">
              <a:spLocks noChangeArrowheads="1"/>
            </p:cNvSpPr>
            <p:nvPr/>
          </p:nvSpPr>
          <p:spPr bwMode="auto">
            <a:xfrm>
              <a:off x="1738823" y="2588462"/>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dirty="0">
                  <a:solidFill>
                    <a:schemeClr val="tx1"/>
                  </a:solidFill>
                  <a:latin typeface="Times New Roman" pitchFamily="18" charset="0"/>
                </a:rPr>
                <a:t>M</a:t>
              </a:r>
              <a:r>
                <a:rPr kumimoji="1" lang="en-US" altLang="zh-CN" sz="2400" baseline="-25000" dirty="0">
                  <a:solidFill>
                    <a:schemeClr val="tx1"/>
                  </a:solidFill>
                  <a:latin typeface="Times New Roman" pitchFamily="18" charset="0"/>
                </a:rPr>
                <a:t>4</a:t>
              </a:r>
              <a:endParaRPr kumimoji="1" lang="en-US" altLang="zh-CN" sz="2400" dirty="0">
                <a:solidFill>
                  <a:schemeClr val="tx1"/>
                </a:solidFill>
                <a:latin typeface="Times New Roman" pitchFamily="18" charset="0"/>
              </a:endParaRPr>
            </a:p>
          </p:txBody>
        </p:sp>
        <p:sp>
          <p:nvSpPr>
            <p:cNvPr id="141" name="Text Box 21">
              <a:extLst>
                <a:ext uri="{FF2B5EF4-FFF2-40B4-BE49-F238E27FC236}">
                  <a16:creationId xmlns:a16="http://schemas.microsoft.com/office/drawing/2014/main" id="{45C4CDA5-8FAE-A344-8721-A72EE3004BED}"/>
                </a:ext>
              </a:extLst>
            </p:cNvPr>
            <p:cNvSpPr txBox="1">
              <a:spLocks noChangeArrowheads="1"/>
            </p:cNvSpPr>
            <p:nvPr/>
          </p:nvSpPr>
          <p:spPr bwMode="auto">
            <a:xfrm>
              <a:off x="2670824" y="5222664"/>
              <a:ext cx="98169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baseline="-25000" dirty="0">
                  <a:solidFill>
                    <a:schemeClr val="tx1"/>
                  </a:solidFill>
                  <a:latin typeface="Times New Roman" pitchFamily="18" charset="0"/>
                </a:rPr>
                <a:t> </a:t>
              </a:r>
              <a:r>
                <a:rPr kumimoji="1" lang="en-US" altLang="zh-CN" sz="2400" dirty="0">
                  <a:solidFill>
                    <a:schemeClr val="tx1"/>
                  </a:solidFill>
                  <a:latin typeface="Times New Roman" pitchFamily="18" charset="0"/>
                </a:rPr>
                <a:t>GND </a:t>
              </a:r>
            </a:p>
          </p:txBody>
        </p:sp>
        <p:sp>
          <p:nvSpPr>
            <p:cNvPr id="31" name="Text Box 126">
              <a:extLst>
                <a:ext uri="{FF2B5EF4-FFF2-40B4-BE49-F238E27FC236}">
                  <a16:creationId xmlns:a16="http://schemas.microsoft.com/office/drawing/2014/main" id="{017FC6EE-4BF5-D945-B852-FE198CF0DE70}"/>
                </a:ext>
              </a:extLst>
            </p:cNvPr>
            <p:cNvSpPr txBox="1">
              <a:spLocks noChangeArrowheads="1"/>
            </p:cNvSpPr>
            <p:nvPr/>
          </p:nvSpPr>
          <p:spPr bwMode="auto">
            <a:xfrm>
              <a:off x="593982" y="2103087"/>
              <a:ext cx="549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lang="en-US" altLang="zh-CN" sz="2400" b="0" dirty="0">
                  <a:solidFill>
                    <a:srgbClr val="C00000"/>
                  </a:solidFill>
                  <a:latin typeface="Arial" charset="0"/>
                  <a:sym typeface="Symbol" pitchFamily="18" charset="2"/>
                </a:rPr>
                <a:t>1</a:t>
              </a:r>
            </a:p>
          </p:txBody>
        </p:sp>
        <p:sp>
          <p:nvSpPr>
            <p:cNvPr id="32" name="Text Box 123">
              <a:extLst>
                <a:ext uri="{FF2B5EF4-FFF2-40B4-BE49-F238E27FC236}">
                  <a16:creationId xmlns:a16="http://schemas.microsoft.com/office/drawing/2014/main" id="{278DF464-A0C1-2841-8C9E-A318AD7B0A93}"/>
                </a:ext>
              </a:extLst>
            </p:cNvPr>
            <p:cNvSpPr txBox="1">
              <a:spLocks noChangeArrowheads="1"/>
            </p:cNvSpPr>
            <p:nvPr/>
          </p:nvSpPr>
          <p:spPr bwMode="auto">
            <a:xfrm>
              <a:off x="2539490" y="1747016"/>
              <a:ext cx="549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lang="en-US" altLang="zh-CN" sz="2400" b="0" dirty="0">
                  <a:solidFill>
                    <a:srgbClr val="C00000"/>
                  </a:solidFill>
                  <a:latin typeface="Arial" charset="0"/>
                  <a:sym typeface="Symbol" pitchFamily="18" charset="2"/>
                </a:rPr>
                <a:t></a:t>
              </a:r>
            </a:p>
          </p:txBody>
        </p:sp>
        <p:sp>
          <p:nvSpPr>
            <p:cNvPr id="33" name="Text Box 121">
              <a:extLst>
                <a:ext uri="{FF2B5EF4-FFF2-40B4-BE49-F238E27FC236}">
                  <a16:creationId xmlns:a16="http://schemas.microsoft.com/office/drawing/2014/main" id="{68BAB6A7-627B-6645-9571-69910781D0DD}"/>
                </a:ext>
              </a:extLst>
            </p:cNvPr>
            <p:cNvSpPr txBox="1">
              <a:spLocks noChangeArrowheads="1"/>
            </p:cNvSpPr>
            <p:nvPr/>
          </p:nvSpPr>
          <p:spPr bwMode="auto">
            <a:xfrm>
              <a:off x="3020311" y="4159199"/>
              <a:ext cx="549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lang="en-US" altLang="zh-CN" sz="2400" b="0" dirty="0">
                  <a:solidFill>
                    <a:srgbClr val="C00000"/>
                  </a:solidFill>
                  <a:latin typeface="Arial" charset="0"/>
                  <a:sym typeface="Symbol" pitchFamily="18" charset="2"/>
                </a:rPr>
                <a:t></a:t>
              </a:r>
            </a:p>
          </p:txBody>
        </p:sp>
      </p:grpSp>
      <p:grpSp>
        <p:nvGrpSpPr>
          <p:cNvPr id="48" name="组合 90">
            <a:extLst>
              <a:ext uri="{FF2B5EF4-FFF2-40B4-BE49-F238E27FC236}">
                <a16:creationId xmlns:a16="http://schemas.microsoft.com/office/drawing/2014/main" id="{746DBD49-57ED-AC41-B615-97E1CEB58271}"/>
              </a:ext>
            </a:extLst>
          </p:cNvPr>
          <p:cNvGrpSpPr>
            <a:grpSpLocks/>
          </p:cNvGrpSpPr>
          <p:nvPr/>
        </p:nvGrpSpPr>
        <p:grpSpPr bwMode="auto">
          <a:xfrm>
            <a:off x="5688124" y="1514475"/>
            <a:ext cx="2417762" cy="919162"/>
            <a:chOff x="927100" y="5319712"/>
            <a:chExt cx="2417763" cy="919163"/>
          </a:xfrm>
        </p:grpSpPr>
        <p:sp>
          <p:nvSpPr>
            <p:cNvPr id="49" name="Line 11">
              <a:extLst>
                <a:ext uri="{FF2B5EF4-FFF2-40B4-BE49-F238E27FC236}">
                  <a16:creationId xmlns:a16="http://schemas.microsoft.com/office/drawing/2014/main" id="{3CBE8BE2-3824-FE48-A139-792FE80BCF69}"/>
                </a:ext>
              </a:extLst>
            </p:cNvPr>
            <p:cNvSpPr>
              <a:spLocks noChangeShapeType="1"/>
            </p:cNvSpPr>
            <p:nvPr/>
          </p:nvSpPr>
          <p:spPr bwMode="auto">
            <a:xfrm>
              <a:off x="2431443" y="5747158"/>
              <a:ext cx="4889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 name="Line 12">
              <a:extLst>
                <a:ext uri="{FF2B5EF4-FFF2-40B4-BE49-F238E27FC236}">
                  <a16:creationId xmlns:a16="http://schemas.microsoft.com/office/drawing/2014/main" id="{D22B2973-C102-3348-90FA-A14E4A44CBE1}"/>
                </a:ext>
              </a:extLst>
            </p:cNvPr>
            <p:cNvSpPr>
              <a:spLocks noChangeShapeType="1"/>
            </p:cNvSpPr>
            <p:nvPr/>
          </p:nvSpPr>
          <p:spPr bwMode="auto">
            <a:xfrm>
              <a:off x="1158875" y="5576887"/>
              <a:ext cx="49053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 name="Line 13">
              <a:extLst>
                <a:ext uri="{FF2B5EF4-FFF2-40B4-BE49-F238E27FC236}">
                  <a16:creationId xmlns:a16="http://schemas.microsoft.com/office/drawing/2014/main" id="{449617E1-F263-6341-8A84-B0A03B947EB4}"/>
                </a:ext>
              </a:extLst>
            </p:cNvPr>
            <p:cNvSpPr>
              <a:spLocks noChangeShapeType="1"/>
            </p:cNvSpPr>
            <p:nvPr/>
          </p:nvSpPr>
          <p:spPr bwMode="auto">
            <a:xfrm>
              <a:off x="1158875" y="5886450"/>
              <a:ext cx="49053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 name="Text Box 14">
              <a:extLst>
                <a:ext uri="{FF2B5EF4-FFF2-40B4-BE49-F238E27FC236}">
                  <a16:creationId xmlns:a16="http://schemas.microsoft.com/office/drawing/2014/main" id="{36CEED86-B2C8-1C47-B1E5-0D0519E82C64}"/>
                </a:ext>
              </a:extLst>
            </p:cNvPr>
            <p:cNvSpPr txBox="1">
              <a:spLocks noChangeArrowheads="1"/>
            </p:cNvSpPr>
            <p:nvPr/>
          </p:nvSpPr>
          <p:spPr bwMode="auto">
            <a:xfrm>
              <a:off x="927100" y="5368925"/>
              <a:ext cx="4587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b="0">
                  <a:solidFill>
                    <a:schemeClr val="tx1"/>
                  </a:solidFill>
                  <a:latin typeface="Times New Roman" pitchFamily="18" charset="0"/>
                </a:rPr>
                <a:t>A</a:t>
              </a:r>
            </a:p>
          </p:txBody>
        </p:sp>
        <p:sp>
          <p:nvSpPr>
            <p:cNvPr id="53" name="Text Box 15">
              <a:extLst>
                <a:ext uri="{FF2B5EF4-FFF2-40B4-BE49-F238E27FC236}">
                  <a16:creationId xmlns:a16="http://schemas.microsoft.com/office/drawing/2014/main" id="{DC6FAAF7-9300-A142-B6FE-1CF7CE8E7677}"/>
                </a:ext>
              </a:extLst>
            </p:cNvPr>
            <p:cNvSpPr txBox="1">
              <a:spLocks noChangeArrowheads="1"/>
            </p:cNvSpPr>
            <p:nvPr/>
          </p:nvSpPr>
          <p:spPr bwMode="auto">
            <a:xfrm>
              <a:off x="927100" y="5781675"/>
              <a:ext cx="4587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b="0">
                  <a:solidFill>
                    <a:schemeClr val="tx1"/>
                  </a:solidFill>
                  <a:latin typeface="Times New Roman" pitchFamily="18" charset="0"/>
                </a:rPr>
                <a:t>B</a:t>
              </a:r>
            </a:p>
          </p:txBody>
        </p:sp>
        <p:sp>
          <p:nvSpPr>
            <p:cNvPr id="54" name="Text Box 16">
              <a:extLst>
                <a:ext uri="{FF2B5EF4-FFF2-40B4-BE49-F238E27FC236}">
                  <a16:creationId xmlns:a16="http://schemas.microsoft.com/office/drawing/2014/main" id="{BB087B65-524C-EB44-B365-12D4E20799CD}"/>
                </a:ext>
              </a:extLst>
            </p:cNvPr>
            <p:cNvSpPr txBox="1">
              <a:spLocks noChangeArrowheads="1"/>
            </p:cNvSpPr>
            <p:nvPr/>
          </p:nvSpPr>
          <p:spPr bwMode="auto">
            <a:xfrm>
              <a:off x="2938463" y="5472112"/>
              <a:ext cx="40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l" eaLnBrk="1" hangingPunct="1">
                <a:spcBef>
                  <a:spcPct val="50000"/>
                </a:spcBef>
              </a:pPr>
              <a:r>
                <a:rPr kumimoji="1" lang="en-US" altLang="zh-CN" sz="2400" b="0">
                  <a:solidFill>
                    <a:schemeClr val="tx1"/>
                  </a:solidFill>
                  <a:latin typeface="Times New Roman" pitchFamily="18" charset="0"/>
                </a:rPr>
                <a:t>Y</a:t>
              </a:r>
            </a:p>
          </p:txBody>
        </p:sp>
        <p:sp>
          <p:nvSpPr>
            <p:cNvPr id="55" name="AutoShape 17">
              <a:extLst>
                <a:ext uri="{FF2B5EF4-FFF2-40B4-BE49-F238E27FC236}">
                  <a16:creationId xmlns:a16="http://schemas.microsoft.com/office/drawing/2014/main" id="{4C0E3DA4-3A03-3F49-B9F6-9FF9C65AB3EF}"/>
                </a:ext>
              </a:extLst>
            </p:cNvPr>
            <p:cNvSpPr>
              <a:spLocks noChangeArrowheads="1"/>
            </p:cNvSpPr>
            <p:nvPr/>
          </p:nvSpPr>
          <p:spPr bwMode="auto">
            <a:xfrm rot="10800000">
              <a:off x="1385888" y="5319712"/>
              <a:ext cx="896937" cy="857250"/>
            </a:xfrm>
            <a:prstGeom prst="moon">
              <a:avLst>
                <a:gd name="adj" fmla="val 6675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p>
          </p:txBody>
        </p:sp>
        <p:sp>
          <p:nvSpPr>
            <p:cNvPr id="56" name="Oval 18">
              <a:extLst>
                <a:ext uri="{FF2B5EF4-FFF2-40B4-BE49-F238E27FC236}">
                  <a16:creationId xmlns:a16="http://schemas.microsoft.com/office/drawing/2014/main" id="{DC00CBFD-B685-2F4B-8490-372DE35F07B7}"/>
                </a:ext>
              </a:extLst>
            </p:cNvPr>
            <p:cNvSpPr>
              <a:spLocks noChangeArrowheads="1"/>
            </p:cNvSpPr>
            <p:nvPr/>
          </p:nvSpPr>
          <p:spPr bwMode="auto">
            <a:xfrm>
              <a:off x="2301268" y="5695341"/>
              <a:ext cx="130175" cy="123825"/>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p>
          </p:txBody>
        </p:sp>
      </p:grpSp>
      <p:sp>
        <p:nvSpPr>
          <p:cNvPr id="34" name="灯片编号占位符 6">
            <a:extLst>
              <a:ext uri="{FF2B5EF4-FFF2-40B4-BE49-F238E27FC236}">
                <a16:creationId xmlns:a16="http://schemas.microsoft.com/office/drawing/2014/main" id="{81F15D29-90F8-2E4A-AAF1-31AD9C89A9C4}"/>
              </a:ext>
            </a:extLst>
          </p:cNvPr>
          <p:cNvSpPr txBox="1">
            <a:spLocks/>
          </p:cNvSpPr>
          <p:nvPr/>
        </p:nvSpPr>
        <p:spPr bwMode="auto">
          <a:xfrm>
            <a:off x="6553200" y="6265860"/>
            <a:ext cx="213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4600" b="1" kern="1200">
                <a:solidFill>
                  <a:srgbClr val="FF3300"/>
                </a:solidFill>
                <a:latin typeface="Garamond" pitchFamily="18" charset="0"/>
                <a:ea typeface="宋体" charset="-122"/>
                <a:cs typeface="+mn-cs"/>
              </a:defRPr>
            </a:lvl1pPr>
            <a:lvl2pPr marL="742950" indent="-28575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2pPr>
            <a:lvl3pPr marL="11430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3pPr>
            <a:lvl4pPr marL="16002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4pPr>
            <a:lvl5pPr marL="20574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5pPr>
            <a:lvl6pPr marL="25146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6pPr>
            <a:lvl7pPr marL="29718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7pPr>
            <a:lvl8pPr marL="34290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8pPr>
            <a:lvl9pPr marL="38862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9pPr>
          </a:lstStyle>
          <a:p>
            <a:pPr eaLnBrk="1" hangingPunct="1"/>
            <a:fld id="{CCE6D788-BCB5-407E-9DED-68D155892338}" type="slidenum">
              <a:rPr lang="en-US" altLang="zh-CN" sz="1400" smtClean="0">
                <a:solidFill>
                  <a:schemeClr val="tx1"/>
                </a:solidFill>
                <a:latin typeface="+mn-lt"/>
              </a:rPr>
              <a:pPr eaLnBrk="1" hangingPunct="1"/>
              <a:t>103</a:t>
            </a:fld>
            <a:endParaRPr lang="en-US" altLang="zh-CN" sz="1400" dirty="0">
              <a:solidFill>
                <a:schemeClr val="tx1"/>
              </a:solidFill>
              <a:latin typeface="+mn-lt"/>
            </a:endParaRPr>
          </a:p>
        </p:txBody>
      </p:sp>
    </p:spTree>
    <p:extLst>
      <p:ext uri="{BB962C8B-B14F-4D97-AF65-F5344CB8AC3E}">
        <p14:creationId xmlns:p14="http://schemas.microsoft.com/office/powerpoint/2010/main" val="6988040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pPr eaLnBrk="1" hangingPunct="1"/>
            <a:r>
              <a:rPr lang="en-US" altLang="zh-CN" dirty="0"/>
              <a:t>CMOS</a:t>
            </a:r>
            <a:r>
              <a:rPr lang="zh-CN" altLang="en-US" dirty="0"/>
              <a:t>与门</a:t>
            </a:r>
            <a:r>
              <a:rPr lang="en-US" altLang="zh-CN" dirty="0"/>
              <a:t>/</a:t>
            </a:r>
            <a:r>
              <a:rPr lang="zh-CN" altLang="en-US" dirty="0"/>
              <a:t>或门</a:t>
            </a:r>
            <a:endParaRPr lang="en-US" altLang="zh-CN" dirty="0"/>
          </a:p>
        </p:txBody>
      </p:sp>
      <p:sp>
        <p:nvSpPr>
          <p:cNvPr id="50179" name="Rectangle 3"/>
          <p:cNvSpPr>
            <a:spLocks noGrp="1" noChangeArrowheads="1"/>
          </p:cNvSpPr>
          <p:nvPr>
            <p:ph idx="1"/>
          </p:nvPr>
        </p:nvSpPr>
        <p:spPr>
          <a:xfrm>
            <a:off x="565335" y="1540162"/>
            <a:ext cx="8229600" cy="4525963"/>
          </a:xfrm>
        </p:spPr>
        <p:txBody>
          <a:bodyPr/>
          <a:lstStyle/>
          <a:p>
            <a:pPr hangingPunct="1"/>
            <a:r>
              <a:rPr lang="en-US" altLang="zh-CN" sz="2800" dirty="0"/>
              <a:t>NAND/NOR + </a:t>
            </a:r>
            <a:r>
              <a:rPr lang="zh-CN" altLang="en-US" sz="2800" dirty="0"/>
              <a:t>非门</a:t>
            </a:r>
            <a:endParaRPr lang="en-US" altLang="zh-CN" sz="2800" dirty="0"/>
          </a:p>
          <a:p>
            <a:pPr eaLnBrk="1" hangingPunct="1"/>
            <a:r>
              <a:rPr lang="zh-CN" altLang="en-US" sz="2800" dirty="0"/>
              <a:t>注意输出处的反相器</a:t>
            </a:r>
            <a:endParaRPr lang="en-US" altLang="zh-CN" sz="2800" dirty="0"/>
          </a:p>
        </p:txBody>
      </p:sp>
      <p:grpSp>
        <p:nvGrpSpPr>
          <p:cNvPr id="7" name="组合 6">
            <a:extLst>
              <a:ext uri="{FF2B5EF4-FFF2-40B4-BE49-F238E27FC236}">
                <a16:creationId xmlns:a16="http://schemas.microsoft.com/office/drawing/2014/main" id="{841E17D1-2504-8A48-BF19-FAE9C9AB97AE}"/>
              </a:ext>
            </a:extLst>
          </p:cNvPr>
          <p:cNvGrpSpPr/>
          <p:nvPr/>
        </p:nvGrpSpPr>
        <p:grpSpPr>
          <a:xfrm>
            <a:off x="4780656" y="2972533"/>
            <a:ext cx="3482883" cy="2304256"/>
            <a:chOff x="1069101" y="3140968"/>
            <a:chExt cx="3482883" cy="2304256"/>
          </a:xfrm>
        </p:grpSpPr>
        <p:grpSp>
          <p:nvGrpSpPr>
            <p:cNvPr id="5" name="组合 4">
              <a:extLst>
                <a:ext uri="{FF2B5EF4-FFF2-40B4-BE49-F238E27FC236}">
                  <a16:creationId xmlns:a16="http://schemas.microsoft.com/office/drawing/2014/main" id="{0B36C540-ADC2-FD47-9149-95A873A7E8F3}"/>
                </a:ext>
              </a:extLst>
            </p:cNvPr>
            <p:cNvGrpSpPr/>
            <p:nvPr/>
          </p:nvGrpSpPr>
          <p:grpSpPr>
            <a:xfrm>
              <a:off x="1331640" y="3140968"/>
              <a:ext cx="2664296" cy="2304256"/>
              <a:chOff x="2231740" y="3470325"/>
              <a:chExt cx="2381300" cy="2056085"/>
            </a:xfrm>
          </p:grpSpPr>
          <p:pic>
            <p:nvPicPr>
              <p:cNvPr id="2" name="图片 1">
                <a:extLst>
                  <a:ext uri="{FF2B5EF4-FFF2-40B4-BE49-F238E27FC236}">
                    <a16:creationId xmlns:a16="http://schemas.microsoft.com/office/drawing/2014/main" id="{F342AF77-7C30-1148-B1EF-41414F98AC67}"/>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2231740" y="3470325"/>
                <a:ext cx="1596281" cy="1916832"/>
              </a:xfrm>
              <a:prstGeom prst="rect">
                <a:avLst/>
              </a:prstGeom>
            </p:spPr>
          </p:pic>
          <p:pic>
            <p:nvPicPr>
              <p:cNvPr id="3" name="图片 2">
                <a:extLst>
                  <a:ext uri="{FF2B5EF4-FFF2-40B4-BE49-F238E27FC236}">
                    <a16:creationId xmlns:a16="http://schemas.microsoft.com/office/drawing/2014/main" id="{2774D4D5-67F9-0C40-A10D-85F760FB962A}"/>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671900" y="3789040"/>
                <a:ext cx="870930" cy="1737370"/>
              </a:xfrm>
              <a:prstGeom prst="rect">
                <a:avLst/>
              </a:prstGeom>
            </p:spPr>
          </p:pic>
          <p:sp>
            <p:nvSpPr>
              <p:cNvPr id="4" name="矩形 3">
                <a:extLst>
                  <a:ext uri="{FF2B5EF4-FFF2-40B4-BE49-F238E27FC236}">
                    <a16:creationId xmlns:a16="http://schemas.microsoft.com/office/drawing/2014/main" id="{3BF6BA9F-5831-5C48-92B1-D6D735161C1E}"/>
                  </a:ext>
                </a:extLst>
              </p:cNvPr>
              <p:cNvSpPr/>
              <p:nvPr/>
            </p:nvSpPr>
            <p:spPr bwMode="auto">
              <a:xfrm>
                <a:off x="4283968" y="4041068"/>
                <a:ext cx="288032" cy="252028"/>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8" name="矩形 7">
                <a:extLst>
                  <a:ext uri="{FF2B5EF4-FFF2-40B4-BE49-F238E27FC236}">
                    <a16:creationId xmlns:a16="http://schemas.microsoft.com/office/drawing/2014/main" id="{969E32EC-0BE2-644B-AE70-8430DD0EDEC7}"/>
                  </a:ext>
                </a:extLst>
              </p:cNvPr>
              <p:cNvSpPr/>
              <p:nvPr/>
            </p:nvSpPr>
            <p:spPr bwMode="auto">
              <a:xfrm>
                <a:off x="4325008" y="4890252"/>
                <a:ext cx="288032" cy="302944"/>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grpSp>
        <p:sp>
          <p:nvSpPr>
            <p:cNvPr id="6" name="文本框 5">
              <a:extLst>
                <a:ext uri="{FF2B5EF4-FFF2-40B4-BE49-F238E27FC236}">
                  <a16:creationId xmlns:a16="http://schemas.microsoft.com/office/drawing/2014/main" id="{B0C7B1BB-456E-DB4D-8C95-49E5BDE1A399}"/>
                </a:ext>
              </a:extLst>
            </p:cNvPr>
            <p:cNvSpPr txBox="1"/>
            <p:nvPr/>
          </p:nvSpPr>
          <p:spPr>
            <a:xfrm>
              <a:off x="1069101" y="3381430"/>
              <a:ext cx="324036"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charset="0"/>
                  <a:ea typeface="宋体" pitchFamily="2" charset="-122"/>
                  <a:cs typeface="+mn-cs"/>
                </a:rPr>
                <a:t>A</a:t>
              </a:r>
              <a:endParaRPr kumimoji="1" lang="zh-CN" altLang="en-US" sz="1800" b="0" i="0" u="none" strike="noStrike" kern="1200" cap="none" spc="0" normalizeH="0" baseline="0" noProof="0" dirty="0">
                <a:ln>
                  <a:noFill/>
                </a:ln>
                <a:solidFill>
                  <a:srgbClr val="000000"/>
                </a:solidFill>
                <a:effectLst/>
                <a:uLnTx/>
                <a:uFillTx/>
                <a:latin typeface="Arial" charset="0"/>
                <a:ea typeface="宋体" pitchFamily="2" charset="-122"/>
                <a:cs typeface="+mn-cs"/>
              </a:endParaRPr>
            </a:p>
          </p:txBody>
        </p:sp>
        <p:sp>
          <p:nvSpPr>
            <p:cNvPr id="11" name="文本框 10">
              <a:extLst>
                <a:ext uri="{FF2B5EF4-FFF2-40B4-BE49-F238E27FC236}">
                  <a16:creationId xmlns:a16="http://schemas.microsoft.com/office/drawing/2014/main" id="{5D384AB8-0407-024E-98D3-06C49F5088E5}"/>
                </a:ext>
              </a:extLst>
            </p:cNvPr>
            <p:cNvSpPr txBox="1"/>
            <p:nvPr/>
          </p:nvSpPr>
          <p:spPr>
            <a:xfrm>
              <a:off x="1069101" y="3845733"/>
              <a:ext cx="324036"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charset="0"/>
                  <a:ea typeface="宋体" pitchFamily="2" charset="-122"/>
                  <a:cs typeface="+mn-cs"/>
                </a:rPr>
                <a:t>B</a:t>
              </a:r>
              <a:endParaRPr kumimoji="1" lang="zh-CN" altLang="en-US" sz="1800" b="0" i="0" u="none" strike="noStrike" kern="1200" cap="none" spc="0" normalizeH="0" baseline="0" noProof="0" dirty="0">
                <a:ln>
                  <a:noFill/>
                </a:ln>
                <a:solidFill>
                  <a:srgbClr val="000000"/>
                </a:solidFill>
                <a:effectLst/>
                <a:uLnTx/>
                <a:uFillTx/>
                <a:latin typeface="Arial" charset="0"/>
                <a:ea typeface="宋体" pitchFamily="2" charset="-122"/>
                <a:cs typeface="+mn-cs"/>
              </a:endParaRPr>
            </a:p>
          </p:txBody>
        </p:sp>
        <p:sp>
          <p:nvSpPr>
            <p:cNvPr id="12" name="文本框 11">
              <a:extLst>
                <a:ext uri="{FF2B5EF4-FFF2-40B4-BE49-F238E27FC236}">
                  <a16:creationId xmlns:a16="http://schemas.microsoft.com/office/drawing/2014/main" id="{1ACF194B-972E-8449-9C23-EE938359E78E}"/>
                </a:ext>
              </a:extLst>
            </p:cNvPr>
            <p:cNvSpPr txBox="1"/>
            <p:nvPr/>
          </p:nvSpPr>
          <p:spPr>
            <a:xfrm>
              <a:off x="3816349" y="4175286"/>
              <a:ext cx="735635"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charset="0"/>
                  <a:ea typeface="宋体" pitchFamily="2" charset="-122"/>
                  <a:cs typeface="+mn-cs"/>
                </a:rPr>
                <a:t>OUT</a:t>
              </a:r>
              <a:endParaRPr kumimoji="1" lang="zh-CN" altLang="en-US" sz="1800" b="0" i="0" u="none" strike="noStrike" kern="1200" cap="none" spc="0" normalizeH="0" baseline="0" noProof="0" dirty="0">
                <a:ln>
                  <a:noFill/>
                </a:ln>
                <a:solidFill>
                  <a:srgbClr val="000000"/>
                </a:solidFill>
                <a:effectLst/>
                <a:uLnTx/>
                <a:uFillTx/>
                <a:latin typeface="Arial" charset="0"/>
                <a:ea typeface="宋体" pitchFamily="2" charset="-122"/>
                <a:cs typeface="+mn-cs"/>
              </a:endParaRPr>
            </a:p>
          </p:txBody>
        </p:sp>
      </p:grpSp>
      <p:grpSp>
        <p:nvGrpSpPr>
          <p:cNvPr id="9" name="组合 8">
            <a:extLst>
              <a:ext uri="{FF2B5EF4-FFF2-40B4-BE49-F238E27FC236}">
                <a16:creationId xmlns:a16="http://schemas.microsoft.com/office/drawing/2014/main" id="{38F3BB0F-803F-4148-8BDE-98F93F6BC501}"/>
              </a:ext>
            </a:extLst>
          </p:cNvPr>
          <p:cNvGrpSpPr/>
          <p:nvPr/>
        </p:nvGrpSpPr>
        <p:grpSpPr>
          <a:xfrm>
            <a:off x="1223826" y="3124204"/>
            <a:ext cx="2784159" cy="2148195"/>
            <a:chOff x="1095969" y="3369037"/>
            <a:chExt cx="2784159" cy="2148195"/>
          </a:xfrm>
        </p:grpSpPr>
        <p:pic>
          <p:nvPicPr>
            <p:cNvPr id="14" name="图片 13">
              <a:extLst>
                <a:ext uri="{FF2B5EF4-FFF2-40B4-BE49-F238E27FC236}">
                  <a16:creationId xmlns:a16="http://schemas.microsoft.com/office/drawing/2014/main" id="{FE66A657-49DB-D240-8D3D-9DAE9B115DE6}"/>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358508" y="3369037"/>
              <a:ext cx="1785985" cy="2148195"/>
            </a:xfrm>
            <a:prstGeom prst="rect">
              <a:avLst/>
            </a:prstGeom>
          </p:spPr>
        </p:pic>
        <p:sp>
          <p:nvSpPr>
            <p:cNvPr id="15" name="文本框 14">
              <a:extLst>
                <a:ext uri="{FF2B5EF4-FFF2-40B4-BE49-F238E27FC236}">
                  <a16:creationId xmlns:a16="http://schemas.microsoft.com/office/drawing/2014/main" id="{C9C8C5D3-6679-224B-9DE6-E6468006F5DA}"/>
                </a:ext>
              </a:extLst>
            </p:cNvPr>
            <p:cNvSpPr txBox="1"/>
            <p:nvPr/>
          </p:nvSpPr>
          <p:spPr>
            <a:xfrm>
              <a:off x="1095969" y="3609499"/>
              <a:ext cx="324036"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charset="0"/>
                  <a:ea typeface="宋体" pitchFamily="2" charset="-122"/>
                  <a:cs typeface="+mn-cs"/>
                </a:rPr>
                <a:t>A</a:t>
              </a:r>
              <a:endParaRPr kumimoji="1" lang="zh-CN" altLang="en-US" sz="1800" b="0" i="0" u="none" strike="noStrike" kern="1200" cap="none" spc="0" normalizeH="0" baseline="0" noProof="0" dirty="0">
                <a:ln>
                  <a:noFill/>
                </a:ln>
                <a:solidFill>
                  <a:srgbClr val="000000"/>
                </a:solidFill>
                <a:effectLst/>
                <a:uLnTx/>
                <a:uFillTx/>
                <a:latin typeface="Arial" charset="0"/>
                <a:ea typeface="宋体" pitchFamily="2" charset="-122"/>
                <a:cs typeface="+mn-cs"/>
              </a:endParaRPr>
            </a:p>
          </p:txBody>
        </p:sp>
        <p:sp>
          <p:nvSpPr>
            <p:cNvPr id="16" name="文本框 15">
              <a:extLst>
                <a:ext uri="{FF2B5EF4-FFF2-40B4-BE49-F238E27FC236}">
                  <a16:creationId xmlns:a16="http://schemas.microsoft.com/office/drawing/2014/main" id="{999047AD-17EE-0943-AE40-A82690ABCFB8}"/>
                </a:ext>
              </a:extLst>
            </p:cNvPr>
            <p:cNvSpPr txBox="1"/>
            <p:nvPr/>
          </p:nvSpPr>
          <p:spPr>
            <a:xfrm>
              <a:off x="1095969" y="4073802"/>
              <a:ext cx="324036"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charset="0"/>
                  <a:ea typeface="宋体" pitchFamily="2" charset="-122"/>
                  <a:cs typeface="+mn-cs"/>
                </a:rPr>
                <a:t>B</a:t>
              </a:r>
              <a:endParaRPr kumimoji="1" lang="zh-CN" altLang="en-US" sz="1800" b="0" i="0" u="none" strike="noStrike" kern="1200" cap="none" spc="0" normalizeH="0" baseline="0" noProof="0" dirty="0">
                <a:ln>
                  <a:noFill/>
                </a:ln>
                <a:solidFill>
                  <a:srgbClr val="000000"/>
                </a:solidFill>
                <a:effectLst/>
                <a:uLnTx/>
                <a:uFillTx/>
                <a:latin typeface="Arial" charset="0"/>
                <a:ea typeface="宋体" pitchFamily="2" charset="-122"/>
                <a:cs typeface="+mn-cs"/>
              </a:endParaRPr>
            </a:p>
          </p:txBody>
        </p:sp>
        <p:sp>
          <p:nvSpPr>
            <p:cNvPr id="17" name="文本框 16">
              <a:extLst>
                <a:ext uri="{FF2B5EF4-FFF2-40B4-BE49-F238E27FC236}">
                  <a16:creationId xmlns:a16="http://schemas.microsoft.com/office/drawing/2014/main" id="{1A1021A9-ED1C-3941-862D-4285E52CC515}"/>
                </a:ext>
              </a:extLst>
            </p:cNvPr>
            <p:cNvSpPr txBox="1"/>
            <p:nvPr/>
          </p:nvSpPr>
          <p:spPr>
            <a:xfrm>
              <a:off x="3144493" y="4431960"/>
              <a:ext cx="735635"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charset="0"/>
                  <a:ea typeface="宋体" pitchFamily="2" charset="-122"/>
                  <a:cs typeface="+mn-cs"/>
                </a:rPr>
                <a:t>OUT</a:t>
              </a:r>
              <a:endParaRPr kumimoji="1" lang="zh-CN" altLang="en-US" sz="1800" b="0" i="0" u="none" strike="noStrike" kern="1200" cap="none" spc="0" normalizeH="0" baseline="0" noProof="0" dirty="0">
                <a:ln>
                  <a:noFill/>
                </a:ln>
                <a:solidFill>
                  <a:srgbClr val="000000"/>
                </a:solidFill>
                <a:effectLst/>
                <a:uLnTx/>
                <a:uFillTx/>
                <a:latin typeface="Arial" charset="0"/>
                <a:ea typeface="宋体" pitchFamily="2" charset="-122"/>
                <a:cs typeface="+mn-cs"/>
              </a:endParaRPr>
            </a:p>
          </p:txBody>
        </p:sp>
      </p:grpSp>
      <p:sp>
        <p:nvSpPr>
          <p:cNvPr id="19" name="文本框 18">
            <a:extLst>
              <a:ext uri="{FF2B5EF4-FFF2-40B4-BE49-F238E27FC236}">
                <a16:creationId xmlns:a16="http://schemas.microsoft.com/office/drawing/2014/main" id="{1902806F-BDA3-5A47-A9D8-AF4A9AE6D2B0}"/>
              </a:ext>
            </a:extLst>
          </p:cNvPr>
          <p:cNvSpPr txBox="1"/>
          <p:nvPr/>
        </p:nvSpPr>
        <p:spPr>
          <a:xfrm>
            <a:off x="1096226" y="5554847"/>
            <a:ext cx="2828447" cy="461665"/>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Arial" charset="0"/>
                <a:ea typeface="宋体" pitchFamily="2" charset="-122"/>
                <a:cs typeface="+mn-cs"/>
              </a:rPr>
              <a:t>OUT=</a:t>
            </a:r>
            <a:r>
              <a:rPr kumimoji="1" lang="zh-CN" altLang="en-US" sz="2400" b="0" i="0" u="none" strike="noStrike" kern="1200" cap="none" spc="0" normalizeH="0" baseline="0" noProof="0" dirty="0">
                <a:ln>
                  <a:noFill/>
                </a:ln>
                <a:solidFill>
                  <a:srgbClr val="000000"/>
                </a:solidFill>
                <a:effectLst/>
                <a:uLnTx/>
                <a:uFillTx/>
                <a:latin typeface="Arial" charset="0"/>
                <a:ea typeface="宋体" pitchFamily="2" charset="-122"/>
                <a:cs typeface="+mn-cs"/>
              </a:rPr>
              <a:t> </a:t>
            </a:r>
            <a:r>
              <a:rPr kumimoji="1" lang="en-US" altLang="zh-CN" sz="2400" b="0" i="0" u="none" strike="noStrike" kern="1200" cap="none" spc="0" normalizeH="0" baseline="0" noProof="0" dirty="0">
                <a:ln>
                  <a:noFill/>
                </a:ln>
                <a:solidFill>
                  <a:srgbClr val="000000"/>
                </a:solidFill>
                <a:effectLst/>
                <a:uLnTx/>
                <a:uFillTx/>
                <a:latin typeface="Arial" charset="0"/>
                <a:ea typeface="宋体" pitchFamily="2" charset="-122"/>
                <a:cs typeface="+mn-cs"/>
              </a:rPr>
              <a:t>A</a:t>
            </a:r>
            <a:r>
              <a:rPr kumimoji="1" lang="zh-CN" altLang="en-US" sz="2400" b="0" i="0" u="none" strike="noStrike" kern="1200" cap="none" spc="0" normalizeH="0" baseline="0" noProof="0" dirty="0">
                <a:ln>
                  <a:noFill/>
                </a:ln>
                <a:solidFill>
                  <a:srgbClr val="000000"/>
                </a:solidFill>
                <a:effectLst/>
                <a:uLnTx/>
                <a:uFillTx/>
                <a:latin typeface="Arial" charset="0"/>
                <a:ea typeface="宋体" pitchFamily="2" charset="-122"/>
                <a:cs typeface="+mn-cs"/>
              </a:rPr>
              <a:t> </a:t>
            </a:r>
            <a:r>
              <a:rPr kumimoji="1" lang="en-US" altLang="zh-CN" sz="2400" b="0" i="0" u="none" strike="noStrike" kern="1200" cap="none" spc="0" normalizeH="0" baseline="0" noProof="0" dirty="0">
                <a:ln>
                  <a:noFill/>
                </a:ln>
                <a:solidFill>
                  <a:srgbClr val="000000"/>
                </a:solidFill>
                <a:effectLst/>
                <a:uLnTx/>
                <a:uFillTx/>
                <a:latin typeface="Arial" charset="0"/>
                <a:ea typeface="宋体" pitchFamily="2" charset="-122"/>
                <a:cs typeface="+mn-cs"/>
              </a:rPr>
              <a:t>NOR</a:t>
            </a:r>
            <a:r>
              <a:rPr kumimoji="1" lang="zh-CN" altLang="en-US" sz="2400" b="0" i="0" u="none" strike="noStrike" kern="1200" cap="none" spc="0" normalizeH="0" baseline="0" noProof="0" dirty="0">
                <a:ln>
                  <a:noFill/>
                </a:ln>
                <a:solidFill>
                  <a:srgbClr val="000000"/>
                </a:solidFill>
                <a:effectLst/>
                <a:uLnTx/>
                <a:uFillTx/>
                <a:latin typeface="Arial" charset="0"/>
                <a:ea typeface="宋体" pitchFamily="2" charset="-122"/>
                <a:cs typeface="+mn-cs"/>
              </a:rPr>
              <a:t> </a:t>
            </a:r>
            <a:r>
              <a:rPr kumimoji="1" lang="en-US" altLang="zh-CN" sz="2400" b="0" i="0" u="none" strike="noStrike" kern="1200" cap="none" spc="0" normalizeH="0" baseline="0" noProof="0" dirty="0">
                <a:ln>
                  <a:noFill/>
                </a:ln>
                <a:solidFill>
                  <a:srgbClr val="000000"/>
                </a:solidFill>
                <a:effectLst/>
                <a:uLnTx/>
                <a:uFillTx/>
                <a:latin typeface="Arial" charset="0"/>
                <a:ea typeface="宋体" pitchFamily="2" charset="-122"/>
                <a:cs typeface="+mn-cs"/>
              </a:rPr>
              <a:t>B</a:t>
            </a:r>
            <a:endParaRPr kumimoji="1" lang="zh-CN" altLang="en-US" sz="2400" b="0" i="0" u="none" strike="noStrike" kern="1200" cap="none" spc="0" normalizeH="0" baseline="0" noProof="0" dirty="0">
              <a:ln>
                <a:noFill/>
              </a:ln>
              <a:solidFill>
                <a:srgbClr val="000000"/>
              </a:solidFill>
              <a:effectLst/>
              <a:uLnTx/>
              <a:uFillTx/>
              <a:latin typeface="Arial" charset="0"/>
              <a:ea typeface="宋体" pitchFamily="2" charset="-122"/>
              <a:cs typeface="+mn-cs"/>
            </a:endParaRPr>
          </a:p>
        </p:txBody>
      </p:sp>
      <p:sp>
        <p:nvSpPr>
          <p:cNvPr id="20" name="文本框 19">
            <a:extLst>
              <a:ext uri="{FF2B5EF4-FFF2-40B4-BE49-F238E27FC236}">
                <a16:creationId xmlns:a16="http://schemas.microsoft.com/office/drawing/2014/main" id="{B1F40B8E-13C6-2C46-A4BB-AC0BA73385FC}"/>
              </a:ext>
            </a:extLst>
          </p:cNvPr>
          <p:cNvSpPr txBox="1"/>
          <p:nvPr/>
        </p:nvSpPr>
        <p:spPr>
          <a:xfrm>
            <a:off x="4879044" y="5554847"/>
            <a:ext cx="2828447" cy="461665"/>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Arial" charset="0"/>
                <a:ea typeface="宋体" pitchFamily="2" charset="-122"/>
                <a:cs typeface="+mn-cs"/>
              </a:rPr>
              <a:t>OUT=</a:t>
            </a:r>
            <a:r>
              <a:rPr kumimoji="1" lang="zh-CN" altLang="en-US" sz="2400" b="0" i="0" u="none" strike="noStrike" kern="1200" cap="none" spc="0" normalizeH="0" baseline="0" noProof="0" dirty="0">
                <a:ln>
                  <a:noFill/>
                </a:ln>
                <a:solidFill>
                  <a:srgbClr val="000000"/>
                </a:solidFill>
                <a:effectLst/>
                <a:uLnTx/>
                <a:uFillTx/>
                <a:latin typeface="Arial" charset="0"/>
                <a:ea typeface="宋体" pitchFamily="2" charset="-122"/>
                <a:cs typeface="+mn-cs"/>
              </a:rPr>
              <a:t> </a:t>
            </a:r>
            <a:r>
              <a:rPr kumimoji="1" lang="en-US" altLang="zh-CN" sz="2400" b="0" i="0" u="none" strike="noStrike" kern="1200" cap="none" spc="0" normalizeH="0" baseline="0" noProof="0" dirty="0">
                <a:ln>
                  <a:noFill/>
                </a:ln>
                <a:solidFill>
                  <a:srgbClr val="000000"/>
                </a:solidFill>
                <a:effectLst/>
                <a:uLnTx/>
                <a:uFillTx/>
                <a:latin typeface="Arial" charset="0"/>
                <a:ea typeface="宋体" pitchFamily="2" charset="-122"/>
                <a:cs typeface="+mn-cs"/>
              </a:rPr>
              <a:t>A</a:t>
            </a:r>
            <a:r>
              <a:rPr kumimoji="1" lang="zh-CN" altLang="en-US" sz="2400" b="0" i="0" u="none" strike="noStrike" kern="1200" cap="none" spc="0" normalizeH="0" baseline="0" noProof="0" dirty="0">
                <a:ln>
                  <a:noFill/>
                </a:ln>
                <a:solidFill>
                  <a:srgbClr val="000000"/>
                </a:solidFill>
                <a:effectLst/>
                <a:uLnTx/>
                <a:uFillTx/>
                <a:latin typeface="Arial" charset="0"/>
                <a:ea typeface="宋体" pitchFamily="2" charset="-122"/>
                <a:cs typeface="+mn-cs"/>
              </a:rPr>
              <a:t> </a:t>
            </a:r>
            <a:r>
              <a:rPr kumimoji="1" lang="en-US" altLang="zh-CN" sz="2400" b="0" i="0" u="none" strike="noStrike" kern="1200" cap="none" spc="0" normalizeH="0" baseline="0" noProof="0" dirty="0">
                <a:ln>
                  <a:noFill/>
                </a:ln>
                <a:solidFill>
                  <a:srgbClr val="000000"/>
                </a:solidFill>
                <a:effectLst/>
                <a:uLnTx/>
                <a:uFillTx/>
                <a:latin typeface="Arial" charset="0"/>
                <a:ea typeface="宋体" pitchFamily="2" charset="-122"/>
                <a:cs typeface="+mn-cs"/>
              </a:rPr>
              <a:t>OR</a:t>
            </a:r>
            <a:r>
              <a:rPr kumimoji="1" lang="zh-CN" altLang="en-US" sz="2400" b="0" i="0" u="none" strike="noStrike" kern="1200" cap="none" spc="0" normalizeH="0" baseline="0" noProof="0" dirty="0">
                <a:ln>
                  <a:noFill/>
                </a:ln>
                <a:solidFill>
                  <a:srgbClr val="000000"/>
                </a:solidFill>
                <a:effectLst/>
                <a:uLnTx/>
                <a:uFillTx/>
                <a:latin typeface="Arial" charset="0"/>
                <a:ea typeface="宋体" pitchFamily="2" charset="-122"/>
                <a:cs typeface="+mn-cs"/>
              </a:rPr>
              <a:t> </a:t>
            </a:r>
            <a:r>
              <a:rPr kumimoji="1" lang="en-US" altLang="zh-CN" sz="2400" b="0" i="0" u="none" strike="noStrike" kern="1200" cap="none" spc="0" normalizeH="0" baseline="0" noProof="0" dirty="0">
                <a:ln>
                  <a:noFill/>
                </a:ln>
                <a:solidFill>
                  <a:srgbClr val="000000"/>
                </a:solidFill>
                <a:effectLst/>
                <a:uLnTx/>
                <a:uFillTx/>
                <a:latin typeface="Arial" charset="0"/>
                <a:ea typeface="宋体" pitchFamily="2" charset="-122"/>
                <a:cs typeface="+mn-cs"/>
              </a:rPr>
              <a:t>B</a:t>
            </a:r>
            <a:endParaRPr kumimoji="1" lang="zh-CN" altLang="en-US" sz="2400" b="0" i="0" u="none" strike="noStrike" kern="1200" cap="none" spc="0" normalizeH="0" baseline="0" noProof="0" dirty="0">
              <a:ln>
                <a:noFill/>
              </a:ln>
              <a:solidFill>
                <a:srgbClr val="000000"/>
              </a:solidFill>
              <a:effectLst/>
              <a:uLnTx/>
              <a:uFillTx/>
              <a:latin typeface="Arial" charset="0"/>
              <a:ea typeface="宋体" pitchFamily="2" charset="-122"/>
              <a:cs typeface="+mn-cs"/>
            </a:endParaRPr>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D948AAD7-AE30-9E3B-5017-2B0DAAE68E2E}"/>
                  </a:ext>
                </a:extLst>
              </p:cNvPr>
              <p:cNvSpPr txBox="1"/>
              <p:nvPr/>
            </p:nvSpPr>
            <p:spPr>
              <a:xfrm>
                <a:off x="2114104" y="5960102"/>
                <a:ext cx="5050940" cy="472052"/>
              </a:xfrm>
              <a:prstGeom prst="rect">
                <a:avLst/>
              </a:prstGeom>
              <a:noFill/>
            </p:spPr>
            <p:txBody>
              <a:bodyPr wrap="square">
                <a:spAutoFit/>
              </a:bodyPr>
              <a:lstStyle/>
              <a:p>
                <a:r>
                  <a:rPr lang="zh-CN" altLang="en-US" sz="2400" dirty="0">
                    <a:latin typeface="+mn-lt"/>
                    <a:ea typeface="+mn-ea"/>
                    <a:cs typeface="Arial" panose="020B0604020202020204" pitchFamily="34" charset="0"/>
                  </a:rPr>
                  <a:t>逻辑功能</a:t>
                </a:r>
                <a:r>
                  <a:rPr lang="en-US" altLang="zh-CN" sz="2400" dirty="0">
                    <a:latin typeface="+mn-lt"/>
                    <a:ea typeface="+mn-ea"/>
                    <a:cs typeface="Arial" panose="020B0604020202020204" pitchFamily="34" charset="0"/>
                  </a:rPr>
                  <a:t>: f(x</a:t>
                </a:r>
                <a:r>
                  <a:rPr lang="en-US" altLang="zh-CN" sz="2400" baseline="-25000" dirty="0">
                    <a:latin typeface="+mn-lt"/>
                    <a:ea typeface="+mn-ea"/>
                    <a:cs typeface="Arial" panose="020B0604020202020204" pitchFamily="34" charset="0"/>
                  </a:rPr>
                  <a:t>1</a:t>
                </a:r>
                <a:r>
                  <a:rPr lang="en-US" altLang="zh-CN" sz="2400" dirty="0">
                    <a:latin typeface="+mn-lt"/>
                    <a:ea typeface="+mn-ea"/>
                    <a:cs typeface="Arial" panose="020B0604020202020204" pitchFamily="34" charset="0"/>
                  </a:rPr>
                  <a:t>, x</a:t>
                </a:r>
                <a:r>
                  <a:rPr lang="en-US" altLang="zh-CN" sz="2400" baseline="-25000" dirty="0">
                    <a:latin typeface="+mn-lt"/>
                    <a:ea typeface="+mn-ea"/>
                    <a:cs typeface="Arial" panose="020B0604020202020204" pitchFamily="34" charset="0"/>
                  </a:rPr>
                  <a:t>2</a:t>
                </a:r>
                <a:r>
                  <a:rPr lang="en-US" altLang="zh-CN" sz="2400" dirty="0">
                    <a:latin typeface="+mn-lt"/>
                    <a:ea typeface="+mn-ea"/>
                    <a:cs typeface="Arial" panose="020B0604020202020204" pitchFamily="34" charset="0"/>
                  </a:rPr>
                  <a:t>, ...)=</a:t>
                </a:r>
                <a14:m>
                  <m:oMath xmlns:m="http://schemas.openxmlformats.org/officeDocument/2006/math">
                    <m:acc>
                      <m:accPr>
                        <m:chr m:val="̅"/>
                        <m:ctrlPr>
                          <a:rPr lang="en-US" altLang="zh-CN" sz="2400" i="1" dirty="0">
                            <a:latin typeface="Cambria Math" panose="02040503050406030204" pitchFamily="18" charset="0"/>
                            <a:ea typeface="+mn-ea"/>
                          </a:rPr>
                        </m:ctrlPr>
                      </m:accPr>
                      <m:e>
                        <m:r>
                          <a:rPr lang="en-US" altLang="zh-CN" sz="2400" b="0" i="1" dirty="0" smtClean="0">
                            <a:latin typeface="Cambria Math" panose="02040503050406030204" pitchFamily="18" charset="0"/>
                            <a:ea typeface="+mn-ea"/>
                          </a:rPr>
                          <m:t>𝑔</m:t>
                        </m:r>
                        <m:r>
                          <a:rPr lang="en-US" altLang="zh-CN" sz="2400" i="1" dirty="0">
                            <a:latin typeface="Cambria Math" panose="02040503050406030204" pitchFamily="18" charset="0"/>
                            <a:ea typeface="+mn-ea"/>
                          </a:rPr>
                          <m:t>(</m:t>
                        </m:r>
                        <m:sSub>
                          <m:sSubPr>
                            <m:ctrlPr>
                              <a:rPr lang="en-US" altLang="zh-CN" sz="2400" i="1" dirty="0" smtClean="0">
                                <a:latin typeface="Cambria Math" panose="02040503050406030204" pitchFamily="18" charset="0"/>
                                <a:ea typeface="+mn-ea"/>
                              </a:rPr>
                            </m:ctrlPr>
                          </m:sSubPr>
                          <m:e>
                            <m:r>
                              <a:rPr lang="en-US" altLang="zh-CN" sz="2400" b="0" i="1" dirty="0" smtClean="0">
                                <a:latin typeface="Cambria Math" panose="02040503050406030204" pitchFamily="18" charset="0"/>
                                <a:ea typeface="+mn-ea"/>
                              </a:rPr>
                              <m:t>𝑥</m:t>
                            </m:r>
                          </m:e>
                          <m:sub>
                            <m:r>
                              <a:rPr lang="en-US" altLang="zh-CN" sz="2400" b="0" i="1" dirty="0" smtClean="0">
                                <a:latin typeface="Cambria Math" panose="02040503050406030204" pitchFamily="18" charset="0"/>
                                <a:ea typeface="+mn-ea"/>
                              </a:rPr>
                              <m:t>1</m:t>
                            </m:r>
                          </m:sub>
                        </m:sSub>
                        <m:r>
                          <a:rPr lang="en-US" altLang="zh-CN" sz="2400" b="0" i="1" dirty="0" smtClean="0">
                            <a:latin typeface="Cambria Math" panose="02040503050406030204" pitchFamily="18" charset="0"/>
                            <a:ea typeface="+mn-ea"/>
                          </a:rPr>
                          <m:t>,</m:t>
                        </m:r>
                        <m:sSub>
                          <m:sSubPr>
                            <m:ctrlPr>
                              <a:rPr lang="en-US" altLang="zh-CN" sz="2400" i="1" dirty="0">
                                <a:latin typeface="Cambria Math" panose="02040503050406030204" pitchFamily="18" charset="0"/>
                                <a:ea typeface="+mn-ea"/>
                              </a:rPr>
                            </m:ctrlPr>
                          </m:sSubPr>
                          <m:e>
                            <m:r>
                              <a:rPr lang="en-US" altLang="zh-CN" sz="2400" i="1" dirty="0">
                                <a:latin typeface="Cambria Math" panose="02040503050406030204" pitchFamily="18" charset="0"/>
                                <a:ea typeface="+mn-ea"/>
                              </a:rPr>
                              <m:t>𝑥</m:t>
                            </m:r>
                          </m:e>
                          <m:sub>
                            <m:r>
                              <a:rPr lang="en-US" altLang="zh-CN" sz="2400" b="0" i="1" dirty="0" smtClean="0">
                                <a:latin typeface="Cambria Math" panose="02040503050406030204" pitchFamily="18" charset="0"/>
                                <a:ea typeface="+mn-ea"/>
                              </a:rPr>
                              <m:t>2</m:t>
                            </m:r>
                          </m:sub>
                        </m:sSub>
                        <m:r>
                          <a:rPr lang="en-US" altLang="zh-CN" sz="2400" b="0" i="1" dirty="0" smtClean="0">
                            <a:latin typeface="Cambria Math" panose="02040503050406030204" pitchFamily="18" charset="0"/>
                            <a:ea typeface="+mn-ea"/>
                          </a:rPr>
                          <m:t>,…</m:t>
                        </m:r>
                        <m:r>
                          <a:rPr lang="en-US" altLang="zh-CN" sz="2400" i="1" dirty="0">
                            <a:latin typeface="Cambria Math" panose="02040503050406030204" pitchFamily="18" charset="0"/>
                            <a:ea typeface="+mn-ea"/>
                          </a:rPr>
                          <m:t>)</m:t>
                        </m:r>
                      </m:e>
                    </m:acc>
                  </m:oMath>
                </a14:m>
                <a:endParaRPr lang="en-US" altLang="zh-CN" sz="2400" dirty="0">
                  <a:latin typeface="+mn-lt"/>
                  <a:ea typeface="+mn-ea"/>
                  <a:cs typeface="Arial" panose="020B0604020202020204" pitchFamily="34" charset="0"/>
                </a:endParaRPr>
              </a:p>
            </p:txBody>
          </p:sp>
        </mc:Choice>
        <mc:Fallback xmlns="">
          <p:sp>
            <p:nvSpPr>
              <p:cNvPr id="13" name="文本框 12">
                <a:extLst>
                  <a:ext uri="{FF2B5EF4-FFF2-40B4-BE49-F238E27FC236}">
                    <a16:creationId xmlns:a16="http://schemas.microsoft.com/office/drawing/2014/main" id="{D948AAD7-AE30-9E3B-5017-2B0DAAE68E2E}"/>
                  </a:ext>
                </a:extLst>
              </p:cNvPr>
              <p:cNvSpPr txBox="1">
                <a:spLocks noRot="1" noChangeAspect="1" noMove="1" noResize="1" noEditPoints="1" noAdjustHandles="1" noChangeArrowheads="1" noChangeShapeType="1" noTextEdit="1"/>
              </p:cNvSpPr>
              <p:nvPr/>
            </p:nvSpPr>
            <p:spPr>
              <a:xfrm>
                <a:off x="2114104" y="5960102"/>
                <a:ext cx="5050940" cy="472052"/>
              </a:xfrm>
              <a:prstGeom prst="rect">
                <a:avLst/>
              </a:prstGeom>
              <a:blipFill>
                <a:blip r:embed="rId5"/>
                <a:stretch>
                  <a:fillRect l="-2010" t="-13158" b="-26316"/>
                </a:stretch>
              </a:blipFill>
            </p:spPr>
            <p:txBody>
              <a:bodyPr/>
              <a:lstStyle/>
              <a:p>
                <a:r>
                  <a:rPr lang="zh-CN" altLang="en-US">
                    <a:noFill/>
                  </a:rPr>
                  <a:t> </a:t>
                </a:r>
              </a:p>
            </p:txBody>
          </p:sp>
        </mc:Fallback>
      </mc:AlternateContent>
      <p:sp>
        <p:nvSpPr>
          <p:cNvPr id="22" name="灯片编号占位符 6">
            <a:extLst>
              <a:ext uri="{FF2B5EF4-FFF2-40B4-BE49-F238E27FC236}">
                <a16:creationId xmlns:a16="http://schemas.microsoft.com/office/drawing/2014/main" id="{9B39C023-5D5F-F747-85BB-CED6B2E62353}"/>
              </a:ext>
            </a:extLst>
          </p:cNvPr>
          <p:cNvSpPr txBox="1">
            <a:spLocks/>
          </p:cNvSpPr>
          <p:nvPr/>
        </p:nvSpPr>
        <p:spPr bwMode="auto">
          <a:xfrm>
            <a:off x="6553200" y="6265860"/>
            <a:ext cx="213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4600" b="1" kern="1200">
                <a:solidFill>
                  <a:srgbClr val="FF3300"/>
                </a:solidFill>
                <a:latin typeface="Garamond" pitchFamily="18" charset="0"/>
                <a:ea typeface="宋体" charset="-122"/>
                <a:cs typeface="+mn-cs"/>
              </a:defRPr>
            </a:lvl1pPr>
            <a:lvl2pPr marL="742950" indent="-28575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2pPr>
            <a:lvl3pPr marL="11430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3pPr>
            <a:lvl4pPr marL="16002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4pPr>
            <a:lvl5pPr marL="20574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5pPr>
            <a:lvl6pPr marL="25146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6pPr>
            <a:lvl7pPr marL="29718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7pPr>
            <a:lvl8pPr marL="34290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8pPr>
            <a:lvl9pPr marL="38862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9pPr>
          </a:lstStyle>
          <a:p>
            <a:pPr eaLnBrk="1" hangingPunct="1"/>
            <a:fld id="{CCE6D788-BCB5-407E-9DED-68D155892338}" type="slidenum">
              <a:rPr lang="en-US" altLang="zh-CN" sz="1400" smtClean="0">
                <a:solidFill>
                  <a:schemeClr val="tx1"/>
                </a:solidFill>
                <a:latin typeface="+mn-lt"/>
              </a:rPr>
              <a:pPr eaLnBrk="1" hangingPunct="1"/>
              <a:t>104</a:t>
            </a:fld>
            <a:endParaRPr lang="en-US" altLang="zh-CN" sz="1400" dirty="0">
              <a:solidFill>
                <a:schemeClr val="tx1"/>
              </a:solidFill>
              <a:latin typeface="+mn-lt"/>
            </a:endParaRPr>
          </a:p>
        </p:txBody>
      </p:sp>
    </p:spTree>
    <p:extLst>
      <p:ext uri="{BB962C8B-B14F-4D97-AF65-F5344CB8AC3E}">
        <p14:creationId xmlns:p14="http://schemas.microsoft.com/office/powerpoint/2010/main" val="8575032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61764"/>
            <a:ext cx="8229600" cy="1143000"/>
          </a:xfrm>
        </p:spPr>
        <p:txBody>
          <a:bodyPr/>
          <a:lstStyle/>
          <a:p>
            <a:r>
              <a:rPr lang="zh-CN" altLang="en-US" b="1" dirty="0"/>
              <a:t>定制你的</a:t>
            </a:r>
            <a:r>
              <a:rPr lang="en-US" altLang="zh-CN" b="1" dirty="0"/>
              <a:t>CMOS</a:t>
            </a:r>
            <a:r>
              <a:rPr lang="zh-CN" altLang="en-US" b="1" dirty="0"/>
              <a:t>逻辑门</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457200" y="1474504"/>
                <a:ext cx="8229600" cy="2405448"/>
              </a:xfrm>
            </p:spPr>
            <p:txBody>
              <a:bodyPr/>
              <a:lstStyle/>
              <a:p>
                <a:r>
                  <a:rPr lang="zh-CN" altLang="en-US" sz="2800" dirty="0">
                    <a:latin typeface="Arial" panose="020B0604020202020204" pitchFamily="34" charset="0"/>
                    <a:cs typeface="Arial" panose="020B0604020202020204" pitchFamily="34" charset="0"/>
                  </a:rPr>
                  <a:t>功能：</a:t>
                </a:r>
                <a:r>
                  <a:rPr lang="en-US" altLang="zh-CN" sz="2800" dirty="0">
                    <a:latin typeface="Arial" panose="020B0604020202020204" pitchFamily="34" charset="0"/>
                    <a:cs typeface="Arial" panose="020B0604020202020204" pitchFamily="34" charset="0"/>
                  </a:rPr>
                  <a:t>f(x</a:t>
                </a:r>
                <a:r>
                  <a:rPr lang="en-US" altLang="zh-CN" sz="2800" baseline="-25000" dirty="0">
                    <a:latin typeface="Arial" panose="020B0604020202020204" pitchFamily="34" charset="0"/>
                    <a:cs typeface="Arial" panose="020B0604020202020204" pitchFamily="34" charset="0"/>
                  </a:rPr>
                  <a:t>1</a:t>
                </a:r>
                <a:r>
                  <a:rPr lang="en-US" altLang="zh-CN" sz="2800" dirty="0">
                    <a:latin typeface="Arial" panose="020B0604020202020204" pitchFamily="34" charset="0"/>
                    <a:cs typeface="Arial" panose="020B0604020202020204" pitchFamily="34" charset="0"/>
                  </a:rPr>
                  <a:t>, x</a:t>
                </a:r>
                <a:r>
                  <a:rPr lang="en-US" altLang="zh-CN" sz="2800" baseline="-25000" dirty="0">
                    <a:latin typeface="Arial" panose="020B0604020202020204" pitchFamily="34" charset="0"/>
                    <a:cs typeface="Arial" panose="020B0604020202020204" pitchFamily="34" charset="0"/>
                  </a:rPr>
                  <a:t>2</a:t>
                </a:r>
                <a:r>
                  <a:rPr lang="en-US" altLang="zh-CN" sz="2800" dirty="0">
                    <a:latin typeface="Arial" panose="020B0604020202020204" pitchFamily="34" charset="0"/>
                    <a:cs typeface="Arial" panose="020B0604020202020204" pitchFamily="34" charset="0"/>
                  </a:rPr>
                  <a:t>, ...)=</a:t>
                </a:r>
                <a14:m>
                  <m:oMath xmlns:m="http://schemas.openxmlformats.org/officeDocument/2006/math">
                    <m:acc>
                      <m:accPr>
                        <m:chr m:val="̅"/>
                        <m:ctrlPr>
                          <a:rPr lang="en-US" altLang="zh-CN" sz="2800" i="1" dirty="0">
                            <a:latin typeface="Cambria Math" panose="02040503050406030204" pitchFamily="18" charset="0"/>
                          </a:rPr>
                        </m:ctrlPr>
                      </m:accPr>
                      <m:e>
                        <m:r>
                          <a:rPr lang="en-US" altLang="zh-CN" sz="2800" b="0" i="1" dirty="0" smtClean="0">
                            <a:latin typeface="Cambria Math" panose="02040503050406030204" pitchFamily="18" charset="0"/>
                          </a:rPr>
                          <m:t>𝑔</m:t>
                        </m:r>
                        <m:r>
                          <a:rPr lang="en-US" altLang="zh-CN" sz="2800" i="1" dirty="0">
                            <a:latin typeface="Cambria Math" panose="02040503050406030204" pitchFamily="18" charset="0"/>
                          </a:rPr>
                          <m:t>(</m:t>
                        </m:r>
                        <m:sSub>
                          <m:sSubPr>
                            <m:ctrlPr>
                              <a:rPr lang="en-US" altLang="zh-CN" sz="2800" i="1" dirty="0" smtClean="0">
                                <a:latin typeface="Cambria Math" panose="02040503050406030204" pitchFamily="18" charset="0"/>
                              </a:rPr>
                            </m:ctrlPr>
                          </m:sSubPr>
                          <m:e>
                            <m:r>
                              <a:rPr lang="en-US" altLang="zh-CN" sz="2800" b="0" i="1" dirty="0" smtClean="0">
                                <a:latin typeface="Cambria Math" panose="02040503050406030204" pitchFamily="18" charset="0"/>
                              </a:rPr>
                              <m:t>𝑥</m:t>
                            </m:r>
                          </m:e>
                          <m:sub>
                            <m:r>
                              <a:rPr lang="en-US" altLang="zh-CN" sz="2800" b="0" i="1" dirty="0" smtClean="0">
                                <a:latin typeface="Cambria Math" panose="02040503050406030204" pitchFamily="18" charset="0"/>
                              </a:rPr>
                              <m:t>1</m:t>
                            </m:r>
                          </m:sub>
                        </m:sSub>
                        <m:r>
                          <a:rPr lang="en-US" altLang="zh-CN" sz="2800" b="0" i="1" dirty="0" smtClean="0">
                            <a:latin typeface="Cambria Math" panose="02040503050406030204" pitchFamily="18" charset="0"/>
                          </a:rPr>
                          <m:t>,</m:t>
                        </m:r>
                        <m:sSub>
                          <m:sSubPr>
                            <m:ctrlPr>
                              <a:rPr lang="en-US" altLang="zh-CN" sz="2800" i="1" dirty="0">
                                <a:latin typeface="Cambria Math" panose="02040503050406030204" pitchFamily="18" charset="0"/>
                              </a:rPr>
                            </m:ctrlPr>
                          </m:sSubPr>
                          <m:e>
                            <m:r>
                              <a:rPr lang="en-US" altLang="zh-CN" sz="2800" i="1" dirty="0">
                                <a:latin typeface="Cambria Math" panose="02040503050406030204" pitchFamily="18" charset="0"/>
                              </a:rPr>
                              <m:t>𝑥</m:t>
                            </m:r>
                          </m:e>
                          <m:sub>
                            <m:r>
                              <a:rPr lang="en-US" altLang="zh-CN" sz="2800" b="0" i="1" dirty="0" smtClean="0">
                                <a:latin typeface="Cambria Math" panose="02040503050406030204" pitchFamily="18" charset="0"/>
                              </a:rPr>
                              <m:t>2</m:t>
                            </m:r>
                          </m:sub>
                        </m:sSub>
                        <m:r>
                          <a:rPr lang="en-US" altLang="zh-CN" sz="2800" b="0" i="1" dirty="0" smtClean="0">
                            <a:latin typeface="Cambria Math" panose="02040503050406030204" pitchFamily="18" charset="0"/>
                          </a:rPr>
                          <m:t>,…</m:t>
                        </m:r>
                        <m:r>
                          <a:rPr lang="en-US" altLang="zh-CN" sz="2800" i="1" dirty="0">
                            <a:latin typeface="Cambria Math" panose="02040503050406030204" pitchFamily="18" charset="0"/>
                          </a:rPr>
                          <m:t>)</m:t>
                        </m:r>
                      </m:e>
                    </m:acc>
                  </m:oMath>
                </a14:m>
                <a:endParaRPr lang="en-US" altLang="zh-CN" sz="2800" dirty="0">
                  <a:latin typeface="Arial" panose="020B0604020202020204" pitchFamily="34" charset="0"/>
                  <a:cs typeface="Arial" panose="020B0604020202020204" pitchFamily="34" charset="0"/>
                </a:endParaRPr>
              </a:p>
              <a:p>
                <a:r>
                  <a:rPr lang="en-US" altLang="zh-CN" sz="2800" dirty="0">
                    <a:latin typeface="Arial" panose="020B0604020202020204" pitchFamily="34" charset="0"/>
                    <a:cs typeface="Arial" panose="020B0604020202020204" pitchFamily="34" charset="0"/>
                  </a:rPr>
                  <a:t>f(x</a:t>
                </a:r>
                <a:r>
                  <a:rPr lang="en-US" altLang="zh-CN" sz="2800" baseline="-25000" dirty="0">
                    <a:latin typeface="Arial" panose="020B0604020202020204" pitchFamily="34" charset="0"/>
                    <a:cs typeface="Arial" panose="020B0604020202020204" pitchFamily="34" charset="0"/>
                  </a:rPr>
                  <a:t>1</a:t>
                </a:r>
                <a:r>
                  <a:rPr lang="en-US" altLang="zh-CN" sz="2800" dirty="0">
                    <a:latin typeface="Arial" panose="020B0604020202020204" pitchFamily="34" charset="0"/>
                    <a:cs typeface="Arial" panose="020B0604020202020204" pitchFamily="34" charset="0"/>
                  </a:rPr>
                  <a:t>,x</a:t>
                </a:r>
                <a:r>
                  <a:rPr lang="en-US" altLang="zh-CN" sz="2800" baseline="-25000" dirty="0">
                    <a:latin typeface="Arial" panose="020B0604020202020204" pitchFamily="34" charset="0"/>
                    <a:cs typeface="Arial" panose="020B0604020202020204" pitchFamily="34" charset="0"/>
                  </a:rPr>
                  <a:t>2</a:t>
                </a:r>
                <a:r>
                  <a:rPr lang="en-US" altLang="zh-CN" sz="2800" dirty="0">
                    <a:latin typeface="Arial" panose="020B0604020202020204" pitchFamily="34" charset="0"/>
                    <a:cs typeface="Arial" panose="020B0604020202020204" pitchFamily="34" charset="0"/>
                  </a:rPr>
                  <a:t>,…)=1, PMOS on, NMOS off</a:t>
                </a:r>
              </a:p>
              <a:p>
                <a:r>
                  <a:rPr lang="en-US" altLang="zh-CN" sz="2800" dirty="0">
                    <a:latin typeface="Arial" panose="020B0604020202020204" pitchFamily="34" charset="0"/>
                    <a:cs typeface="Arial" panose="020B0604020202020204" pitchFamily="34" charset="0"/>
                  </a:rPr>
                  <a:t>f(x</a:t>
                </a:r>
                <a:r>
                  <a:rPr lang="en-US" altLang="zh-CN" sz="2800" baseline="-25000" dirty="0">
                    <a:latin typeface="Arial" panose="020B0604020202020204" pitchFamily="34" charset="0"/>
                    <a:cs typeface="Arial" panose="020B0604020202020204" pitchFamily="34" charset="0"/>
                  </a:rPr>
                  <a:t>1</a:t>
                </a:r>
                <a:r>
                  <a:rPr lang="en-US" altLang="zh-CN" sz="2800" dirty="0">
                    <a:latin typeface="Arial" panose="020B0604020202020204" pitchFamily="34" charset="0"/>
                    <a:cs typeface="Arial" panose="020B0604020202020204" pitchFamily="34" charset="0"/>
                  </a:rPr>
                  <a:t>,x</a:t>
                </a:r>
                <a:r>
                  <a:rPr lang="en-US" altLang="zh-CN" sz="2800" baseline="-25000" dirty="0">
                    <a:latin typeface="Arial" panose="020B0604020202020204" pitchFamily="34" charset="0"/>
                    <a:cs typeface="Arial" panose="020B0604020202020204" pitchFamily="34" charset="0"/>
                  </a:rPr>
                  <a:t>2</a:t>
                </a:r>
                <a:r>
                  <a:rPr lang="en-US" altLang="zh-CN" sz="2800" dirty="0">
                    <a:latin typeface="Arial" panose="020B0604020202020204" pitchFamily="34" charset="0"/>
                    <a:cs typeface="Arial" panose="020B0604020202020204" pitchFamily="34" charset="0"/>
                  </a:rPr>
                  <a:t>,…)=0, NMOS on, PMOS off</a:t>
                </a:r>
              </a:p>
              <a:p>
                <a:r>
                  <a:rPr lang="zh-CN" altLang="en-US" sz="2800" dirty="0">
                    <a:latin typeface="Arial" panose="020B0604020202020204" pitchFamily="34" charset="0"/>
                    <a:cs typeface="Arial" panose="020B0604020202020204" pitchFamily="34" charset="0"/>
                  </a:rPr>
                  <a:t>例子：</a:t>
                </a:r>
                <a:r>
                  <a:rPr lang="en-US" altLang="zh-CN" sz="2800" dirty="0">
                    <a:latin typeface="Arial" panose="020B0604020202020204" pitchFamily="34" charset="0"/>
                    <a:cs typeface="Arial" panose="020B0604020202020204" pitchFamily="34" charset="0"/>
                  </a:rPr>
                  <a:t> f(A,B,C)=</a:t>
                </a:r>
                <a:r>
                  <a:rPr lang="zh-CN" altLang="en-US" sz="2800" dirty="0">
                    <a:latin typeface="Arial" panose="020B0604020202020204" pitchFamily="34" charset="0"/>
                    <a:cs typeface="Arial" panose="020B0604020202020204" pitchFamily="34" charset="0"/>
                  </a:rPr>
                  <a:t> </a:t>
                </a:r>
                <a:r>
                  <a:rPr lang="en-US" altLang="zh-CN" sz="2800" dirty="0">
                    <a:latin typeface="Arial" panose="020B0604020202020204" pitchFamily="34" charset="0"/>
                    <a:cs typeface="Arial" panose="020B0604020202020204" pitchFamily="34" charset="0"/>
                  </a:rPr>
                  <a:t>A + BC</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457200" y="1474504"/>
                <a:ext cx="8229600" cy="2405448"/>
              </a:xfrm>
              <a:blipFill>
                <a:blip r:embed="rId3"/>
                <a:stretch>
                  <a:fillRect l="-1389" t="-3684"/>
                </a:stretch>
              </a:blipFill>
            </p:spPr>
            <p:txBody>
              <a:bodyPr/>
              <a:lstStyle/>
              <a:p>
                <a:r>
                  <a:rPr lang="en-US">
                    <a:noFill/>
                  </a:rPr>
                  <a:t> </a:t>
                </a:r>
              </a:p>
            </p:txBody>
          </p:sp>
        </mc:Fallback>
      </mc:AlternateContent>
      <p:grpSp>
        <p:nvGrpSpPr>
          <p:cNvPr id="38" name="组合 37">
            <a:extLst>
              <a:ext uri="{FF2B5EF4-FFF2-40B4-BE49-F238E27FC236}">
                <a16:creationId xmlns:a16="http://schemas.microsoft.com/office/drawing/2014/main" id="{3C7EF569-E560-51F6-B019-F9C2C4259A5D}"/>
              </a:ext>
            </a:extLst>
          </p:cNvPr>
          <p:cNvGrpSpPr/>
          <p:nvPr/>
        </p:nvGrpSpPr>
        <p:grpSpPr>
          <a:xfrm>
            <a:off x="1064373" y="4099159"/>
            <a:ext cx="3180253" cy="1509054"/>
            <a:chOff x="251243" y="3775102"/>
            <a:chExt cx="2601268" cy="1203223"/>
          </a:xfrm>
        </p:grpSpPr>
        <p:cxnSp>
          <p:nvCxnSpPr>
            <p:cNvPr id="9" name="直线连接符 8">
              <a:extLst>
                <a:ext uri="{FF2B5EF4-FFF2-40B4-BE49-F238E27FC236}">
                  <a16:creationId xmlns:a16="http://schemas.microsoft.com/office/drawing/2014/main" id="{BFE2FC6C-FBDE-8908-A540-F658EBC9C587}"/>
                </a:ext>
              </a:extLst>
            </p:cNvPr>
            <p:cNvCxnSpPr>
              <a:cxnSpLocks/>
            </p:cNvCxnSpPr>
            <p:nvPr/>
          </p:nvCxnSpPr>
          <p:spPr bwMode="auto">
            <a:xfrm>
              <a:off x="575556" y="4221088"/>
              <a:ext cx="540060"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11" name="直线连接符 10">
              <a:extLst>
                <a:ext uri="{FF2B5EF4-FFF2-40B4-BE49-F238E27FC236}">
                  <a16:creationId xmlns:a16="http://schemas.microsoft.com/office/drawing/2014/main" id="{36A24053-70ED-5EC6-4499-A065E3258E20}"/>
                </a:ext>
              </a:extLst>
            </p:cNvPr>
            <p:cNvCxnSpPr>
              <a:cxnSpLocks/>
            </p:cNvCxnSpPr>
            <p:nvPr/>
          </p:nvCxnSpPr>
          <p:spPr bwMode="auto">
            <a:xfrm>
              <a:off x="575556" y="4437112"/>
              <a:ext cx="540060"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12" name="直线连接符 11">
              <a:extLst>
                <a:ext uri="{FF2B5EF4-FFF2-40B4-BE49-F238E27FC236}">
                  <a16:creationId xmlns:a16="http://schemas.microsoft.com/office/drawing/2014/main" id="{9614BD17-2588-2D8D-087F-9E066591446A}"/>
                </a:ext>
              </a:extLst>
            </p:cNvPr>
            <p:cNvCxnSpPr>
              <a:cxnSpLocks/>
            </p:cNvCxnSpPr>
            <p:nvPr/>
          </p:nvCxnSpPr>
          <p:spPr bwMode="auto">
            <a:xfrm flipV="1">
              <a:off x="1115616" y="4149080"/>
              <a:ext cx="0" cy="360040"/>
            </a:xfrm>
            <a:prstGeom prst="line">
              <a:avLst/>
            </a:prstGeom>
            <a:solidFill>
              <a:schemeClr val="accent1"/>
            </a:solidFill>
            <a:ln w="28575" cap="rnd" cmpd="sng" algn="ctr">
              <a:solidFill>
                <a:schemeClr val="tx1"/>
              </a:solidFill>
              <a:prstDash val="solid"/>
              <a:round/>
              <a:headEnd type="none" w="med" len="med"/>
              <a:tailEnd type="none" w="med" len="med"/>
            </a:ln>
            <a:effectLst/>
          </p:spPr>
        </p:cxnSp>
        <p:grpSp>
          <p:nvGrpSpPr>
            <p:cNvPr id="16" name="组合 15">
              <a:extLst>
                <a:ext uri="{FF2B5EF4-FFF2-40B4-BE49-F238E27FC236}">
                  <a16:creationId xmlns:a16="http://schemas.microsoft.com/office/drawing/2014/main" id="{4C8C0E20-C958-89E0-3D97-D6DA440D5D3F}"/>
                </a:ext>
              </a:extLst>
            </p:cNvPr>
            <p:cNvGrpSpPr/>
            <p:nvPr/>
          </p:nvGrpSpPr>
          <p:grpSpPr>
            <a:xfrm>
              <a:off x="1115617" y="4149080"/>
              <a:ext cx="216024" cy="360040"/>
              <a:chOff x="727956" y="4373488"/>
              <a:chExt cx="540060" cy="216024"/>
            </a:xfrm>
          </p:grpSpPr>
          <p:cxnSp>
            <p:nvCxnSpPr>
              <p:cNvPr id="14" name="直线连接符 13">
                <a:extLst>
                  <a:ext uri="{FF2B5EF4-FFF2-40B4-BE49-F238E27FC236}">
                    <a16:creationId xmlns:a16="http://schemas.microsoft.com/office/drawing/2014/main" id="{0576D145-8301-5408-10F4-DB6F09DD84A0}"/>
                  </a:ext>
                </a:extLst>
              </p:cNvPr>
              <p:cNvCxnSpPr>
                <a:cxnSpLocks/>
              </p:cNvCxnSpPr>
              <p:nvPr/>
            </p:nvCxnSpPr>
            <p:spPr bwMode="auto">
              <a:xfrm>
                <a:off x="727956" y="4373488"/>
                <a:ext cx="540060"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15" name="直线连接符 14">
                <a:extLst>
                  <a:ext uri="{FF2B5EF4-FFF2-40B4-BE49-F238E27FC236}">
                    <a16:creationId xmlns:a16="http://schemas.microsoft.com/office/drawing/2014/main" id="{9F6DE855-0B2B-CD45-829E-D66A53EBF79E}"/>
                  </a:ext>
                </a:extLst>
              </p:cNvPr>
              <p:cNvCxnSpPr>
                <a:cxnSpLocks/>
              </p:cNvCxnSpPr>
              <p:nvPr/>
            </p:nvCxnSpPr>
            <p:spPr bwMode="auto">
              <a:xfrm>
                <a:off x="727956" y="4589512"/>
                <a:ext cx="540060"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grpSp>
        <p:sp>
          <p:nvSpPr>
            <p:cNvPr id="17" name="弧 16">
              <a:extLst>
                <a:ext uri="{FF2B5EF4-FFF2-40B4-BE49-F238E27FC236}">
                  <a16:creationId xmlns:a16="http://schemas.microsoft.com/office/drawing/2014/main" id="{83052F28-22E3-A594-E4D0-02930D987B33}"/>
                </a:ext>
              </a:extLst>
            </p:cNvPr>
            <p:cNvSpPr/>
            <p:nvPr/>
          </p:nvSpPr>
          <p:spPr bwMode="auto">
            <a:xfrm rot="5400000">
              <a:off x="1153850" y="4149079"/>
              <a:ext cx="360041" cy="360041"/>
            </a:xfrm>
            <a:prstGeom prst="arc">
              <a:avLst>
                <a:gd name="adj1" fmla="val 10713018"/>
                <a:gd name="adj2" fmla="val 0"/>
              </a:avLst>
            </a:prstGeom>
            <a:noFill/>
            <a:ln w="28575" cap="rnd"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cxnSp>
          <p:nvCxnSpPr>
            <p:cNvPr id="18" name="直线连接符 17">
              <a:extLst>
                <a:ext uri="{FF2B5EF4-FFF2-40B4-BE49-F238E27FC236}">
                  <a16:creationId xmlns:a16="http://schemas.microsoft.com/office/drawing/2014/main" id="{B24ECE47-4D83-154A-8877-5E32BC0E51FF}"/>
                </a:ext>
              </a:extLst>
            </p:cNvPr>
            <p:cNvCxnSpPr>
              <a:cxnSpLocks/>
            </p:cNvCxnSpPr>
            <p:nvPr/>
          </p:nvCxnSpPr>
          <p:spPr bwMode="auto">
            <a:xfrm>
              <a:off x="1513891" y="4329099"/>
              <a:ext cx="465821"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22" name="肘形连接符 21">
              <a:extLst>
                <a:ext uri="{FF2B5EF4-FFF2-40B4-BE49-F238E27FC236}">
                  <a16:creationId xmlns:a16="http://schemas.microsoft.com/office/drawing/2014/main" id="{1B8CE05F-9AAF-96AC-613D-DBA05D152794}"/>
                </a:ext>
              </a:extLst>
            </p:cNvPr>
            <p:cNvCxnSpPr>
              <a:cxnSpLocks/>
            </p:cNvCxnSpPr>
            <p:nvPr/>
          </p:nvCxnSpPr>
          <p:spPr bwMode="auto">
            <a:xfrm flipV="1">
              <a:off x="577788" y="4581127"/>
              <a:ext cx="1401924" cy="217035"/>
            </a:xfrm>
            <a:prstGeom prst="bentConnector3">
              <a:avLst>
                <a:gd name="adj1" fmla="val 84984"/>
              </a:avLst>
            </a:prstGeom>
            <a:solidFill>
              <a:schemeClr val="accent1"/>
            </a:solidFill>
            <a:ln w="28575" cap="rnd" cmpd="sng" algn="ctr">
              <a:solidFill>
                <a:schemeClr val="tx1"/>
              </a:solidFill>
              <a:prstDash val="solid"/>
              <a:round/>
              <a:headEnd type="none" w="med" len="med"/>
              <a:tailEnd type="none" w="med" len="med"/>
            </a:ln>
            <a:effectLst/>
          </p:spPr>
        </p:cxnSp>
        <p:sp>
          <p:nvSpPr>
            <p:cNvPr id="28" name="弧 27">
              <a:extLst>
                <a:ext uri="{FF2B5EF4-FFF2-40B4-BE49-F238E27FC236}">
                  <a16:creationId xmlns:a16="http://schemas.microsoft.com/office/drawing/2014/main" id="{DA6595A6-72AC-8C7E-04A3-59866B14A051}"/>
                </a:ext>
              </a:extLst>
            </p:cNvPr>
            <p:cNvSpPr/>
            <p:nvPr/>
          </p:nvSpPr>
          <p:spPr bwMode="auto">
            <a:xfrm rot="6642614">
              <a:off x="1707707" y="4273118"/>
              <a:ext cx="360041" cy="360041"/>
            </a:xfrm>
            <a:prstGeom prst="arc">
              <a:avLst>
                <a:gd name="adj1" fmla="val 10713018"/>
                <a:gd name="adj2" fmla="val 19091781"/>
              </a:avLst>
            </a:prstGeom>
            <a:noFill/>
            <a:ln w="28575" cap="rnd"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29" name="弧 28">
              <a:extLst>
                <a:ext uri="{FF2B5EF4-FFF2-40B4-BE49-F238E27FC236}">
                  <a16:creationId xmlns:a16="http://schemas.microsoft.com/office/drawing/2014/main" id="{6CB21EDD-87B4-2BC8-4B83-71C8D3621076}"/>
                </a:ext>
              </a:extLst>
            </p:cNvPr>
            <p:cNvSpPr/>
            <p:nvPr/>
          </p:nvSpPr>
          <p:spPr bwMode="auto">
            <a:xfrm rot="5400000">
              <a:off x="1770298" y="4122492"/>
              <a:ext cx="360041" cy="661292"/>
            </a:xfrm>
            <a:prstGeom prst="arc">
              <a:avLst>
                <a:gd name="adj1" fmla="val 10713018"/>
                <a:gd name="adj2" fmla="val 138067"/>
              </a:avLst>
            </a:prstGeom>
            <a:noFill/>
            <a:ln w="28575" cap="rnd"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cxnSp>
          <p:nvCxnSpPr>
            <p:cNvPr id="30" name="直线连接符 29">
              <a:extLst>
                <a:ext uri="{FF2B5EF4-FFF2-40B4-BE49-F238E27FC236}">
                  <a16:creationId xmlns:a16="http://schemas.microsoft.com/office/drawing/2014/main" id="{CF635261-FA79-ADBA-4211-0DED7962ECAA}"/>
                </a:ext>
              </a:extLst>
            </p:cNvPr>
            <p:cNvCxnSpPr>
              <a:cxnSpLocks/>
            </p:cNvCxnSpPr>
            <p:nvPr/>
          </p:nvCxnSpPr>
          <p:spPr bwMode="auto">
            <a:xfrm>
              <a:off x="2280965" y="4445764"/>
              <a:ext cx="274811"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sp>
          <p:nvSpPr>
            <p:cNvPr id="32" name="文本框 31">
              <a:extLst>
                <a:ext uri="{FF2B5EF4-FFF2-40B4-BE49-F238E27FC236}">
                  <a16:creationId xmlns:a16="http://schemas.microsoft.com/office/drawing/2014/main" id="{C86A04D3-982F-9E97-CEED-0F0ADF8269D4}"/>
                </a:ext>
              </a:extLst>
            </p:cNvPr>
            <p:cNvSpPr txBox="1"/>
            <p:nvPr/>
          </p:nvSpPr>
          <p:spPr>
            <a:xfrm>
              <a:off x="1052583" y="3775102"/>
              <a:ext cx="453970" cy="369332"/>
            </a:xfrm>
            <a:prstGeom prst="rect">
              <a:avLst/>
            </a:prstGeom>
            <a:noFill/>
          </p:spPr>
          <p:txBody>
            <a:bodyPr wrap="none" rtlCol="0">
              <a:spAutoFit/>
            </a:bodyPr>
            <a:lstStyle/>
            <a:p>
              <a:r>
                <a:rPr kumimoji="1" lang="en-US" altLang="zh-CN" b="1" dirty="0"/>
                <a:t>6T</a:t>
              </a:r>
              <a:endParaRPr kumimoji="1" lang="zh-CN" altLang="en-US" b="1" dirty="0"/>
            </a:p>
          </p:txBody>
        </p:sp>
        <p:sp>
          <p:nvSpPr>
            <p:cNvPr id="33" name="文本框 32">
              <a:extLst>
                <a:ext uri="{FF2B5EF4-FFF2-40B4-BE49-F238E27FC236}">
                  <a16:creationId xmlns:a16="http://schemas.microsoft.com/office/drawing/2014/main" id="{60D28BA4-F133-136E-012E-6B1D1DB4FE97}"/>
                </a:ext>
              </a:extLst>
            </p:cNvPr>
            <p:cNvSpPr txBox="1"/>
            <p:nvPr/>
          </p:nvSpPr>
          <p:spPr>
            <a:xfrm>
              <a:off x="1860660" y="3923448"/>
              <a:ext cx="453970" cy="369332"/>
            </a:xfrm>
            <a:prstGeom prst="rect">
              <a:avLst/>
            </a:prstGeom>
            <a:noFill/>
          </p:spPr>
          <p:txBody>
            <a:bodyPr wrap="none" rtlCol="0">
              <a:spAutoFit/>
            </a:bodyPr>
            <a:lstStyle/>
            <a:p>
              <a:r>
                <a:rPr kumimoji="1" lang="en-US" altLang="zh-CN" b="1" dirty="0"/>
                <a:t>6T</a:t>
              </a:r>
              <a:endParaRPr kumimoji="1" lang="zh-CN" altLang="en-US" b="1" dirty="0"/>
            </a:p>
          </p:txBody>
        </p:sp>
        <p:sp>
          <p:nvSpPr>
            <p:cNvPr id="34" name="文本框 33">
              <a:extLst>
                <a:ext uri="{FF2B5EF4-FFF2-40B4-BE49-F238E27FC236}">
                  <a16:creationId xmlns:a16="http://schemas.microsoft.com/office/drawing/2014/main" id="{E07D1B2D-1991-AE0B-1FAD-6B14168707EA}"/>
                </a:ext>
              </a:extLst>
            </p:cNvPr>
            <p:cNvSpPr txBox="1"/>
            <p:nvPr/>
          </p:nvSpPr>
          <p:spPr>
            <a:xfrm>
              <a:off x="2526781" y="4263827"/>
              <a:ext cx="325730" cy="369332"/>
            </a:xfrm>
            <a:prstGeom prst="rect">
              <a:avLst/>
            </a:prstGeom>
            <a:noFill/>
          </p:spPr>
          <p:txBody>
            <a:bodyPr wrap="none" rtlCol="0">
              <a:spAutoFit/>
            </a:bodyPr>
            <a:lstStyle/>
            <a:p>
              <a:r>
                <a:rPr kumimoji="1" lang="en-US" altLang="zh-CN" b="1" dirty="0"/>
                <a:t>F</a:t>
              </a:r>
              <a:endParaRPr kumimoji="1" lang="zh-CN" altLang="en-US" b="1" dirty="0"/>
            </a:p>
          </p:txBody>
        </p:sp>
        <p:sp>
          <p:nvSpPr>
            <p:cNvPr id="35" name="文本框 34">
              <a:extLst>
                <a:ext uri="{FF2B5EF4-FFF2-40B4-BE49-F238E27FC236}">
                  <a16:creationId xmlns:a16="http://schemas.microsoft.com/office/drawing/2014/main" id="{C50CB490-55BF-53E6-D67C-795E33F3EE32}"/>
                </a:ext>
              </a:extLst>
            </p:cNvPr>
            <p:cNvSpPr txBox="1"/>
            <p:nvPr/>
          </p:nvSpPr>
          <p:spPr>
            <a:xfrm>
              <a:off x="255851" y="4608993"/>
              <a:ext cx="351378" cy="369332"/>
            </a:xfrm>
            <a:prstGeom prst="rect">
              <a:avLst/>
            </a:prstGeom>
            <a:noFill/>
          </p:spPr>
          <p:txBody>
            <a:bodyPr wrap="none" rtlCol="0">
              <a:spAutoFit/>
            </a:bodyPr>
            <a:lstStyle/>
            <a:p>
              <a:r>
                <a:rPr kumimoji="1" lang="en-US" altLang="zh-CN" b="1" dirty="0"/>
                <a:t>A</a:t>
              </a:r>
              <a:endParaRPr kumimoji="1" lang="zh-CN" altLang="en-US" b="1" dirty="0"/>
            </a:p>
          </p:txBody>
        </p:sp>
        <p:sp>
          <p:nvSpPr>
            <p:cNvPr id="36" name="文本框 35">
              <a:extLst>
                <a:ext uri="{FF2B5EF4-FFF2-40B4-BE49-F238E27FC236}">
                  <a16:creationId xmlns:a16="http://schemas.microsoft.com/office/drawing/2014/main" id="{0611B43E-0AFD-BA93-A6CD-CB9203FED5EC}"/>
                </a:ext>
              </a:extLst>
            </p:cNvPr>
            <p:cNvSpPr txBox="1"/>
            <p:nvPr/>
          </p:nvSpPr>
          <p:spPr>
            <a:xfrm>
              <a:off x="253547" y="4270448"/>
              <a:ext cx="351378" cy="369332"/>
            </a:xfrm>
            <a:prstGeom prst="rect">
              <a:avLst/>
            </a:prstGeom>
            <a:noFill/>
          </p:spPr>
          <p:txBody>
            <a:bodyPr wrap="none" rtlCol="0">
              <a:spAutoFit/>
            </a:bodyPr>
            <a:lstStyle/>
            <a:p>
              <a:r>
                <a:rPr kumimoji="1" lang="en-US" altLang="zh-CN" b="1" dirty="0"/>
                <a:t>B</a:t>
              </a:r>
              <a:endParaRPr kumimoji="1" lang="zh-CN" altLang="en-US" b="1" dirty="0"/>
            </a:p>
          </p:txBody>
        </p:sp>
        <p:sp>
          <p:nvSpPr>
            <p:cNvPr id="37" name="文本框 36">
              <a:extLst>
                <a:ext uri="{FF2B5EF4-FFF2-40B4-BE49-F238E27FC236}">
                  <a16:creationId xmlns:a16="http://schemas.microsoft.com/office/drawing/2014/main" id="{68B2BFE1-8184-7466-C741-E9883BA0E01B}"/>
                </a:ext>
              </a:extLst>
            </p:cNvPr>
            <p:cNvSpPr txBox="1"/>
            <p:nvPr/>
          </p:nvSpPr>
          <p:spPr>
            <a:xfrm>
              <a:off x="251243" y="4031776"/>
              <a:ext cx="351378" cy="369332"/>
            </a:xfrm>
            <a:prstGeom prst="rect">
              <a:avLst/>
            </a:prstGeom>
            <a:noFill/>
          </p:spPr>
          <p:txBody>
            <a:bodyPr wrap="none" rtlCol="0">
              <a:spAutoFit/>
            </a:bodyPr>
            <a:lstStyle/>
            <a:p>
              <a:r>
                <a:rPr kumimoji="1" lang="en-US" altLang="zh-CN" b="1" dirty="0"/>
                <a:t>C</a:t>
              </a:r>
              <a:endParaRPr kumimoji="1" lang="zh-CN" altLang="en-US" b="1" dirty="0"/>
            </a:p>
          </p:txBody>
        </p:sp>
      </p:grpSp>
      <p:grpSp>
        <p:nvGrpSpPr>
          <p:cNvPr id="200" name="组合 199">
            <a:extLst>
              <a:ext uri="{FF2B5EF4-FFF2-40B4-BE49-F238E27FC236}">
                <a16:creationId xmlns:a16="http://schemas.microsoft.com/office/drawing/2014/main" id="{D3586F6E-165A-4ABE-CA70-EB86564BF75F}"/>
              </a:ext>
            </a:extLst>
          </p:cNvPr>
          <p:cNvGrpSpPr/>
          <p:nvPr/>
        </p:nvGrpSpPr>
        <p:grpSpPr>
          <a:xfrm>
            <a:off x="4825663" y="3598395"/>
            <a:ext cx="3371402" cy="2949023"/>
            <a:chOff x="3767051" y="3588798"/>
            <a:chExt cx="3371402" cy="2949023"/>
          </a:xfrm>
        </p:grpSpPr>
        <p:grpSp>
          <p:nvGrpSpPr>
            <p:cNvPr id="52" name="组合 51">
              <a:extLst>
                <a:ext uri="{FF2B5EF4-FFF2-40B4-BE49-F238E27FC236}">
                  <a16:creationId xmlns:a16="http://schemas.microsoft.com/office/drawing/2014/main" id="{027CA282-C058-7CFD-5E08-A148B214E6CE}"/>
                </a:ext>
              </a:extLst>
            </p:cNvPr>
            <p:cNvGrpSpPr/>
            <p:nvPr/>
          </p:nvGrpSpPr>
          <p:grpSpPr>
            <a:xfrm>
              <a:off x="4131073" y="5031567"/>
              <a:ext cx="332915" cy="1057768"/>
              <a:chOff x="5328084" y="4039233"/>
              <a:chExt cx="332915" cy="1057768"/>
            </a:xfrm>
          </p:grpSpPr>
          <p:cxnSp>
            <p:nvCxnSpPr>
              <p:cNvPr id="40" name="直线连接符 39">
                <a:extLst>
                  <a:ext uri="{FF2B5EF4-FFF2-40B4-BE49-F238E27FC236}">
                    <a16:creationId xmlns:a16="http://schemas.microsoft.com/office/drawing/2014/main" id="{01679943-6480-B58A-3778-E71EF24465DC}"/>
                  </a:ext>
                </a:extLst>
              </p:cNvPr>
              <p:cNvCxnSpPr>
                <a:cxnSpLocks/>
              </p:cNvCxnSpPr>
              <p:nvPr/>
            </p:nvCxnSpPr>
            <p:spPr bwMode="auto">
              <a:xfrm>
                <a:off x="5436096" y="4488894"/>
                <a:ext cx="0" cy="159451"/>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41" name="直线连接符 40">
                <a:extLst>
                  <a:ext uri="{FF2B5EF4-FFF2-40B4-BE49-F238E27FC236}">
                    <a16:creationId xmlns:a16="http://schemas.microsoft.com/office/drawing/2014/main" id="{4DD8A92B-0492-C8CC-F779-A4A8BC8E4AC7}"/>
                  </a:ext>
                </a:extLst>
              </p:cNvPr>
              <p:cNvCxnSpPr>
                <a:cxnSpLocks/>
              </p:cNvCxnSpPr>
              <p:nvPr/>
            </p:nvCxnSpPr>
            <p:spPr bwMode="auto">
              <a:xfrm>
                <a:off x="5508104" y="4438700"/>
                <a:ext cx="0" cy="239473"/>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47" name="直线连接符 46">
                <a:extLst>
                  <a:ext uri="{FF2B5EF4-FFF2-40B4-BE49-F238E27FC236}">
                    <a16:creationId xmlns:a16="http://schemas.microsoft.com/office/drawing/2014/main" id="{7FCFB20D-A951-D0F3-B228-F846C60A57A4}"/>
                  </a:ext>
                </a:extLst>
              </p:cNvPr>
              <p:cNvCxnSpPr>
                <a:cxnSpLocks/>
              </p:cNvCxnSpPr>
              <p:nvPr/>
            </p:nvCxnSpPr>
            <p:spPr bwMode="auto">
              <a:xfrm>
                <a:off x="5508104" y="4438700"/>
                <a:ext cx="148990"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49" name="直线连接符 48">
                <a:extLst>
                  <a:ext uri="{FF2B5EF4-FFF2-40B4-BE49-F238E27FC236}">
                    <a16:creationId xmlns:a16="http://schemas.microsoft.com/office/drawing/2014/main" id="{D9E954F3-8BA9-4A35-EB3C-CAF9C89EE174}"/>
                  </a:ext>
                </a:extLst>
              </p:cNvPr>
              <p:cNvCxnSpPr>
                <a:cxnSpLocks/>
              </p:cNvCxnSpPr>
              <p:nvPr/>
            </p:nvCxnSpPr>
            <p:spPr bwMode="auto">
              <a:xfrm>
                <a:off x="5508104" y="4689140"/>
                <a:ext cx="148990"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50" name="直线连接符 49">
                <a:extLst>
                  <a:ext uri="{FF2B5EF4-FFF2-40B4-BE49-F238E27FC236}">
                    <a16:creationId xmlns:a16="http://schemas.microsoft.com/office/drawing/2014/main" id="{89FA316B-2C30-4F21-98A3-F80BE62005FA}"/>
                  </a:ext>
                </a:extLst>
              </p:cNvPr>
              <p:cNvCxnSpPr>
                <a:cxnSpLocks/>
              </p:cNvCxnSpPr>
              <p:nvPr/>
            </p:nvCxnSpPr>
            <p:spPr bwMode="auto">
              <a:xfrm>
                <a:off x="5660999" y="4039233"/>
                <a:ext cx="0" cy="399467"/>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51" name="直线连接符 50">
                <a:extLst>
                  <a:ext uri="{FF2B5EF4-FFF2-40B4-BE49-F238E27FC236}">
                    <a16:creationId xmlns:a16="http://schemas.microsoft.com/office/drawing/2014/main" id="{B78F953A-135C-0FF8-04B8-BBFA3C929600}"/>
                  </a:ext>
                </a:extLst>
              </p:cNvPr>
              <p:cNvCxnSpPr>
                <a:cxnSpLocks/>
              </p:cNvCxnSpPr>
              <p:nvPr/>
            </p:nvCxnSpPr>
            <p:spPr bwMode="auto">
              <a:xfrm>
                <a:off x="5657094" y="4689140"/>
                <a:ext cx="0" cy="407861"/>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86" name="直线连接符 85">
                <a:extLst>
                  <a:ext uri="{FF2B5EF4-FFF2-40B4-BE49-F238E27FC236}">
                    <a16:creationId xmlns:a16="http://schemas.microsoft.com/office/drawing/2014/main" id="{5E8ADF79-00AA-326D-E795-8F15E0F23A49}"/>
                  </a:ext>
                </a:extLst>
              </p:cNvPr>
              <p:cNvCxnSpPr>
                <a:cxnSpLocks/>
              </p:cNvCxnSpPr>
              <p:nvPr/>
            </p:nvCxnSpPr>
            <p:spPr bwMode="auto">
              <a:xfrm flipH="1">
                <a:off x="5328084" y="4560902"/>
                <a:ext cx="108012"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grpSp>
        <p:cxnSp>
          <p:nvCxnSpPr>
            <p:cNvPr id="76" name="直线连接符 75">
              <a:extLst>
                <a:ext uri="{FF2B5EF4-FFF2-40B4-BE49-F238E27FC236}">
                  <a16:creationId xmlns:a16="http://schemas.microsoft.com/office/drawing/2014/main" id="{49CCC995-0379-C9A5-86A5-B540D0EB4600}"/>
                </a:ext>
              </a:extLst>
            </p:cNvPr>
            <p:cNvCxnSpPr>
              <a:cxnSpLocks/>
            </p:cNvCxnSpPr>
            <p:nvPr/>
          </p:nvCxnSpPr>
          <p:spPr bwMode="auto">
            <a:xfrm flipV="1">
              <a:off x="4468780" y="5013936"/>
              <a:ext cx="1507758"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79" name="直线连接符 78">
              <a:extLst>
                <a:ext uri="{FF2B5EF4-FFF2-40B4-BE49-F238E27FC236}">
                  <a16:creationId xmlns:a16="http://schemas.microsoft.com/office/drawing/2014/main" id="{D32634C3-4EEA-8848-E2FA-6972392B303E}"/>
                </a:ext>
              </a:extLst>
            </p:cNvPr>
            <p:cNvCxnSpPr>
              <a:cxnSpLocks/>
            </p:cNvCxnSpPr>
            <p:nvPr/>
          </p:nvCxnSpPr>
          <p:spPr bwMode="auto">
            <a:xfrm>
              <a:off x="4453258" y="6089335"/>
              <a:ext cx="771788"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82" name="直线连接符 81">
              <a:extLst>
                <a:ext uri="{FF2B5EF4-FFF2-40B4-BE49-F238E27FC236}">
                  <a16:creationId xmlns:a16="http://schemas.microsoft.com/office/drawing/2014/main" id="{EAB812E5-F10B-8640-9477-C1E7C4ACB4F3}"/>
                </a:ext>
              </a:extLst>
            </p:cNvPr>
            <p:cNvCxnSpPr>
              <a:cxnSpLocks/>
            </p:cNvCxnSpPr>
            <p:nvPr/>
          </p:nvCxnSpPr>
          <p:spPr bwMode="auto">
            <a:xfrm>
              <a:off x="4820795" y="6089335"/>
              <a:ext cx="0" cy="112379"/>
            </a:xfrm>
            <a:prstGeom prst="line">
              <a:avLst/>
            </a:prstGeom>
            <a:solidFill>
              <a:schemeClr val="accent1"/>
            </a:solidFill>
            <a:ln w="28575" cap="rnd" cmpd="sng" algn="ctr">
              <a:solidFill>
                <a:schemeClr val="tx1"/>
              </a:solidFill>
              <a:prstDash val="solid"/>
              <a:round/>
              <a:headEnd type="none" w="med" len="med"/>
              <a:tailEnd type="none" w="med" len="med"/>
            </a:ln>
            <a:effectLst/>
          </p:spPr>
        </p:cxnSp>
        <p:sp>
          <p:nvSpPr>
            <p:cNvPr id="85" name="文本框 84">
              <a:extLst>
                <a:ext uri="{FF2B5EF4-FFF2-40B4-BE49-F238E27FC236}">
                  <a16:creationId xmlns:a16="http://schemas.microsoft.com/office/drawing/2014/main" id="{B6278173-905D-27B2-294D-4B9394C3B7D4}"/>
                </a:ext>
              </a:extLst>
            </p:cNvPr>
            <p:cNvSpPr txBox="1"/>
            <p:nvPr/>
          </p:nvSpPr>
          <p:spPr>
            <a:xfrm>
              <a:off x="4490338" y="6168489"/>
              <a:ext cx="697627" cy="369332"/>
            </a:xfrm>
            <a:prstGeom prst="rect">
              <a:avLst/>
            </a:prstGeom>
            <a:noFill/>
          </p:spPr>
          <p:txBody>
            <a:bodyPr wrap="none" rtlCol="0">
              <a:spAutoFit/>
            </a:bodyPr>
            <a:lstStyle/>
            <a:p>
              <a:r>
                <a:rPr kumimoji="1" lang="en-US" altLang="zh-CN" b="1" dirty="0"/>
                <a:t>GND</a:t>
              </a:r>
              <a:endParaRPr kumimoji="1" lang="zh-CN" altLang="en-US" b="1" dirty="0"/>
            </a:p>
          </p:txBody>
        </p:sp>
        <p:grpSp>
          <p:nvGrpSpPr>
            <p:cNvPr id="94" name="组合 93">
              <a:extLst>
                <a:ext uri="{FF2B5EF4-FFF2-40B4-BE49-F238E27FC236}">
                  <a16:creationId xmlns:a16="http://schemas.microsoft.com/office/drawing/2014/main" id="{1BCF089E-9FEE-9967-70D1-C4638FA137DF}"/>
                </a:ext>
              </a:extLst>
            </p:cNvPr>
            <p:cNvGrpSpPr/>
            <p:nvPr/>
          </p:nvGrpSpPr>
          <p:grpSpPr>
            <a:xfrm>
              <a:off x="4892131" y="5049180"/>
              <a:ext cx="332915" cy="402840"/>
              <a:chOff x="5328084" y="4286300"/>
              <a:chExt cx="332915" cy="402840"/>
            </a:xfrm>
          </p:grpSpPr>
          <p:cxnSp>
            <p:nvCxnSpPr>
              <p:cNvPr id="95" name="直线连接符 94">
                <a:extLst>
                  <a:ext uri="{FF2B5EF4-FFF2-40B4-BE49-F238E27FC236}">
                    <a16:creationId xmlns:a16="http://schemas.microsoft.com/office/drawing/2014/main" id="{090824B8-686D-62EA-1F95-973E900B7CC7}"/>
                  </a:ext>
                </a:extLst>
              </p:cNvPr>
              <p:cNvCxnSpPr>
                <a:cxnSpLocks/>
              </p:cNvCxnSpPr>
              <p:nvPr/>
            </p:nvCxnSpPr>
            <p:spPr bwMode="auto">
              <a:xfrm>
                <a:off x="5436096" y="4488894"/>
                <a:ext cx="0" cy="159451"/>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96" name="直线连接符 95">
                <a:extLst>
                  <a:ext uri="{FF2B5EF4-FFF2-40B4-BE49-F238E27FC236}">
                    <a16:creationId xmlns:a16="http://schemas.microsoft.com/office/drawing/2014/main" id="{1C033390-8B19-4D13-7316-3A1E2C83FF3F}"/>
                  </a:ext>
                </a:extLst>
              </p:cNvPr>
              <p:cNvCxnSpPr>
                <a:cxnSpLocks/>
              </p:cNvCxnSpPr>
              <p:nvPr/>
            </p:nvCxnSpPr>
            <p:spPr bwMode="auto">
              <a:xfrm>
                <a:off x="5508104" y="4438700"/>
                <a:ext cx="0" cy="239473"/>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97" name="直线连接符 96">
                <a:extLst>
                  <a:ext uri="{FF2B5EF4-FFF2-40B4-BE49-F238E27FC236}">
                    <a16:creationId xmlns:a16="http://schemas.microsoft.com/office/drawing/2014/main" id="{1EC6D3D1-1391-54E9-2CFB-C218E5210A3A}"/>
                  </a:ext>
                </a:extLst>
              </p:cNvPr>
              <p:cNvCxnSpPr>
                <a:cxnSpLocks/>
              </p:cNvCxnSpPr>
              <p:nvPr/>
            </p:nvCxnSpPr>
            <p:spPr bwMode="auto">
              <a:xfrm>
                <a:off x="5508104" y="4438700"/>
                <a:ext cx="148990"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98" name="直线连接符 97">
                <a:extLst>
                  <a:ext uri="{FF2B5EF4-FFF2-40B4-BE49-F238E27FC236}">
                    <a16:creationId xmlns:a16="http://schemas.microsoft.com/office/drawing/2014/main" id="{E1AD9EF8-FE4E-3ED1-58F8-8885AB81256F}"/>
                  </a:ext>
                </a:extLst>
              </p:cNvPr>
              <p:cNvCxnSpPr>
                <a:cxnSpLocks/>
              </p:cNvCxnSpPr>
              <p:nvPr/>
            </p:nvCxnSpPr>
            <p:spPr bwMode="auto">
              <a:xfrm>
                <a:off x="5508104" y="4689140"/>
                <a:ext cx="148990"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99" name="直线连接符 98">
                <a:extLst>
                  <a:ext uri="{FF2B5EF4-FFF2-40B4-BE49-F238E27FC236}">
                    <a16:creationId xmlns:a16="http://schemas.microsoft.com/office/drawing/2014/main" id="{28D592F5-40F1-57C1-8814-C09D7F9930C6}"/>
                  </a:ext>
                </a:extLst>
              </p:cNvPr>
              <p:cNvCxnSpPr>
                <a:cxnSpLocks/>
              </p:cNvCxnSpPr>
              <p:nvPr/>
            </p:nvCxnSpPr>
            <p:spPr bwMode="auto">
              <a:xfrm>
                <a:off x="5660999" y="4286300"/>
                <a:ext cx="0" cy="15240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101" name="直线连接符 100">
                <a:extLst>
                  <a:ext uri="{FF2B5EF4-FFF2-40B4-BE49-F238E27FC236}">
                    <a16:creationId xmlns:a16="http://schemas.microsoft.com/office/drawing/2014/main" id="{D49784AC-D39D-E49B-AC1B-1F84B685EEF0}"/>
                  </a:ext>
                </a:extLst>
              </p:cNvPr>
              <p:cNvCxnSpPr>
                <a:cxnSpLocks/>
              </p:cNvCxnSpPr>
              <p:nvPr/>
            </p:nvCxnSpPr>
            <p:spPr bwMode="auto">
              <a:xfrm flipH="1">
                <a:off x="5328084" y="4560902"/>
                <a:ext cx="108012"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grpSp>
        <p:grpSp>
          <p:nvGrpSpPr>
            <p:cNvPr id="103" name="组合 102">
              <a:extLst>
                <a:ext uri="{FF2B5EF4-FFF2-40B4-BE49-F238E27FC236}">
                  <a16:creationId xmlns:a16="http://schemas.microsoft.com/office/drawing/2014/main" id="{C50FFDBA-261F-817F-2A1E-348D2809761A}"/>
                </a:ext>
              </a:extLst>
            </p:cNvPr>
            <p:cNvGrpSpPr/>
            <p:nvPr/>
          </p:nvGrpSpPr>
          <p:grpSpPr>
            <a:xfrm>
              <a:off x="4896036" y="5457040"/>
              <a:ext cx="332915" cy="632295"/>
              <a:chOff x="5328084" y="4286300"/>
              <a:chExt cx="332915" cy="632295"/>
            </a:xfrm>
          </p:grpSpPr>
          <p:cxnSp>
            <p:nvCxnSpPr>
              <p:cNvPr id="104" name="直线连接符 103">
                <a:extLst>
                  <a:ext uri="{FF2B5EF4-FFF2-40B4-BE49-F238E27FC236}">
                    <a16:creationId xmlns:a16="http://schemas.microsoft.com/office/drawing/2014/main" id="{1F8CE7CE-C8B6-33EB-48F8-468E8A0A562F}"/>
                  </a:ext>
                </a:extLst>
              </p:cNvPr>
              <p:cNvCxnSpPr>
                <a:cxnSpLocks/>
              </p:cNvCxnSpPr>
              <p:nvPr/>
            </p:nvCxnSpPr>
            <p:spPr bwMode="auto">
              <a:xfrm>
                <a:off x="5436096" y="4488894"/>
                <a:ext cx="0" cy="159451"/>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105" name="直线连接符 104">
                <a:extLst>
                  <a:ext uri="{FF2B5EF4-FFF2-40B4-BE49-F238E27FC236}">
                    <a16:creationId xmlns:a16="http://schemas.microsoft.com/office/drawing/2014/main" id="{B3483DDD-82E9-69C4-CA27-FA7E8A21D8E7}"/>
                  </a:ext>
                </a:extLst>
              </p:cNvPr>
              <p:cNvCxnSpPr>
                <a:cxnSpLocks/>
              </p:cNvCxnSpPr>
              <p:nvPr/>
            </p:nvCxnSpPr>
            <p:spPr bwMode="auto">
              <a:xfrm>
                <a:off x="5508104" y="4438700"/>
                <a:ext cx="0" cy="239473"/>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106" name="直线连接符 105">
                <a:extLst>
                  <a:ext uri="{FF2B5EF4-FFF2-40B4-BE49-F238E27FC236}">
                    <a16:creationId xmlns:a16="http://schemas.microsoft.com/office/drawing/2014/main" id="{ADF062DB-69E8-236E-4FD1-C496F192C4A3}"/>
                  </a:ext>
                </a:extLst>
              </p:cNvPr>
              <p:cNvCxnSpPr>
                <a:cxnSpLocks/>
              </p:cNvCxnSpPr>
              <p:nvPr/>
            </p:nvCxnSpPr>
            <p:spPr bwMode="auto">
              <a:xfrm>
                <a:off x="5508104" y="4438700"/>
                <a:ext cx="148990"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107" name="直线连接符 106">
                <a:extLst>
                  <a:ext uri="{FF2B5EF4-FFF2-40B4-BE49-F238E27FC236}">
                    <a16:creationId xmlns:a16="http://schemas.microsoft.com/office/drawing/2014/main" id="{50FF389D-9A1E-E17A-F7AC-9504568046CA}"/>
                  </a:ext>
                </a:extLst>
              </p:cNvPr>
              <p:cNvCxnSpPr>
                <a:cxnSpLocks/>
              </p:cNvCxnSpPr>
              <p:nvPr/>
            </p:nvCxnSpPr>
            <p:spPr bwMode="auto">
              <a:xfrm>
                <a:off x="5508104" y="4689140"/>
                <a:ext cx="148990"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108" name="直线连接符 107">
                <a:extLst>
                  <a:ext uri="{FF2B5EF4-FFF2-40B4-BE49-F238E27FC236}">
                    <a16:creationId xmlns:a16="http://schemas.microsoft.com/office/drawing/2014/main" id="{C65C65F8-CCE4-9FA6-9C58-C7091B56FF63}"/>
                  </a:ext>
                </a:extLst>
              </p:cNvPr>
              <p:cNvCxnSpPr>
                <a:cxnSpLocks/>
              </p:cNvCxnSpPr>
              <p:nvPr/>
            </p:nvCxnSpPr>
            <p:spPr bwMode="auto">
              <a:xfrm>
                <a:off x="5660999" y="4286300"/>
                <a:ext cx="0" cy="15240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109" name="直线连接符 108">
                <a:extLst>
                  <a:ext uri="{FF2B5EF4-FFF2-40B4-BE49-F238E27FC236}">
                    <a16:creationId xmlns:a16="http://schemas.microsoft.com/office/drawing/2014/main" id="{61394FA3-7013-BADD-8A21-E05B394C2831}"/>
                  </a:ext>
                </a:extLst>
              </p:cNvPr>
              <p:cNvCxnSpPr>
                <a:cxnSpLocks/>
              </p:cNvCxnSpPr>
              <p:nvPr/>
            </p:nvCxnSpPr>
            <p:spPr bwMode="auto">
              <a:xfrm flipH="1">
                <a:off x="5328084" y="4560902"/>
                <a:ext cx="108012"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110" name="直线连接符 109">
                <a:extLst>
                  <a:ext uri="{FF2B5EF4-FFF2-40B4-BE49-F238E27FC236}">
                    <a16:creationId xmlns:a16="http://schemas.microsoft.com/office/drawing/2014/main" id="{55E4DADE-F7C0-E7FA-3893-EECEB4373005}"/>
                  </a:ext>
                </a:extLst>
              </p:cNvPr>
              <p:cNvCxnSpPr>
                <a:cxnSpLocks/>
              </p:cNvCxnSpPr>
              <p:nvPr/>
            </p:nvCxnSpPr>
            <p:spPr bwMode="auto">
              <a:xfrm>
                <a:off x="5657094" y="4689140"/>
                <a:ext cx="0" cy="229455"/>
              </a:xfrm>
              <a:prstGeom prst="line">
                <a:avLst/>
              </a:prstGeom>
              <a:solidFill>
                <a:schemeClr val="accent1"/>
              </a:solidFill>
              <a:ln w="28575" cap="rnd" cmpd="sng" algn="ctr">
                <a:solidFill>
                  <a:schemeClr val="tx1"/>
                </a:solidFill>
                <a:prstDash val="solid"/>
                <a:round/>
                <a:headEnd type="none" w="med" len="med"/>
                <a:tailEnd type="none" w="med" len="med"/>
              </a:ln>
              <a:effectLst/>
            </p:spPr>
          </p:cxnSp>
        </p:grpSp>
        <p:grpSp>
          <p:nvGrpSpPr>
            <p:cNvPr id="129" name="组合 128">
              <a:extLst>
                <a:ext uri="{FF2B5EF4-FFF2-40B4-BE49-F238E27FC236}">
                  <a16:creationId xmlns:a16="http://schemas.microsoft.com/office/drawing/2014/main" id="{CAA3EA76-38BA-F01A-8743-61C25FDA6664}"/>
                </a:ext>
              </a:extLst>
            </p:cNvPr>
            <p:cNvGrpSpPr/>
            <p:nvPr/>
          </p:nvGrpSpPr>
          <p:grpSpPr>
            <a:xfrm>
              <a:off x="4042670" y="4496390"/>
              <a:ext cx="421318" cy="555240"/>
              <a:chOff x="4042670" y="4496390"/>
              <a:chExt cx="421318" cy="555240"/>
            </a:xfrm>
          </p:grpSpPr>
          <p:grpSp>
            <p:nvGrpSpPr>
              <p:cNvPr id="112" name="组合 111">
                <a:extLst>
                  <a:ext uri="{FF2B5EF4-FFF2-40B4-BE49-F238E27FC236}">
                    <a16:creationId xmlns:a16="http://schemas.microsoft.com/office/drawing/2014/main" id="{CF8951FE-FD23-AEA0-D982-1B76A9902815}"/>
                  </a:ext>
                </a:extLst>
              </p:cNvPr>
              <p:cNvGrpSpPr/>
              <p:nvPr/>
            </p:nvGrpSpPr>
            <p:grpSpPr>
              <a:xfrm>
                <a:off x="4042670" y="4496390"/>
                <a:ext cx="421318" cy="555240"/>
                <a:chOff x="5246506" y="4286300"/>
                <a:chExt cx="421318" cy="555240"/>
              </a:xfrm>
            </p:grpSpPr>
            <p:cxnSp>
              <p:nvCxnSpPr>
                <p:cNvPr id="113" name="直线连接符 112">
                  <a:extLst>
                    <a:ext uri="{FF2B5EF4-FFF2-40B4-BE49-F238E27FC236}">
                      <a16:creationId xmlns:a16="http://schemas.microsoft.com/office/drawing/2014/main" id="{C3AE684A-5658-2C75-1E05-02C6B3A73C8D}"/>
                    </a:ext>
                  </a:extLst>
                </p:cNvPr>
                <p:cNvCxnSpPr>
                  <a:cxnSpLocks/>
                </p:cNvCxnSpPr>
                <p:nvPr/>
              </p:nvCxnSpPr>
              <p:spPr bwMode="auto">
                <a:xfrm>
                  <a:off x="5436096" y="4488894"/>
                  <a:ext cx="0" cy="159451"/>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114" name="直线连接符 113">
                  <a:extLst>
                    <a:ext uri="{FF2B5EF4-FFF2-40B4-BE49-F238E27FC236}">
                      <a16:creationId xmlns:a16="http://schemas.microsoft.com/office/drawing/2014/main" id="{1F783790-66BE-6CEC-F43E-CB42E85F17E5}"/>
                    </a:ext>
                  </a:extLst>
                </p:cNvPr>
                <p:cNvCxnSpPr>
                  <a:cxnSpLocks/>
                </p:cNvCxnSpPr>
                <p:nvPr/>
              </p:nvCxnSpPr>
              <p:spPr bwMode="auto">
                <a:xfrm>
                  <a:off x="5508104" y="4438700"/>
                  <a:ext cx="0" cy="239473"/>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115" name="直线连接符 114">
                  <a:extLst>
                    <a:ext uri="{FF2B5EF4-FFF2-40B4-BE49-F238E27FC236}">
                      <a16:creationId xmlns:a16="http://schemas.microsoft.com/office/drawing/2014/main" id="{B600EC1F-34A2-EA5A-69E4-DDF7A755FEE9}"/>
                    </a:ext>
                  </a:extLst>
                </p:cNvPr>
                <p:cNvCxnSpPr>
                  <a:cxnSpLocks/>
                </p:cNvCxnSpPr>
                <p:nvPr/>
              </p:nvCxnSpPr>
              <p:spPr bwMode="auto">
                <a:xfrm>
                  <a:off x="5508104" y="4438700"/>
                  <a:ext cx="148990"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116" name="直线连接符 115">
                  <a:extLst>
                    <a:ext uri="{FF2B5EF4-FFF2-40B4-BE49-F238E27FC236}">
                      <a16:creationId xmlns:a16="http://schemas.microsoft.com/office/drawing/2014/main" id="{642B26C3-15FF-748E-7791-EBB28617E91A}"/>
                    </a:ext>
                  </a:extLst>
                </p:cNvPr>
                <p:cNvCxnSpPr>
                  <a:cxnSpLocks/>
                </p:cNvCxnSpPr>
                <p:nvPr/>
              </p:nvCxnSpPr>
              <p:spPr bwMode="auto">
                <a:xfrm>
                  <a:off x="5508104" y="4689140"/>
                  <a:ext cx="148990"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117" name="直线连接符 116">
                  <a:extLst>
                    <a:ext uri="{FF2B5EF4-FFF2-40B4-BE49-F238E27FC236}">
                      <a16:creationId xmlns:a16="http://schemas.microsoft.com/office/drawing/2014/main" id="{A909988A-4E70-3BB7-3935-CB12D5C29F2E}"/>
                    </a:ext>
                  </a:extLst>
                </p:cNvPr>
                <p:cNvCxnSpPr>
                  <a:cxnSpLocks/>
                </p:cNvCxnSpPr>
                <p:nvPr/>
              </p:nvCxnSpPr>
              <p:spPr bwMode="auto">
                <a:xfrm>
                  <a:off x="5660999" y="4286300"/>
                  <a:ext cx="0" cy="15240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118" name="直线连接符 117">
                  <a:extLst>
                    <a:ext uri="{FF2B5EF4-FFF2-40B4-BE49-F238E27FC236}">
                      <a16:creationId xmlns:a16="http://schemas.microsoft.com/office/drawing/2014/main" id="{34104350-D8C8-4301-596E-7571B988301B}"/>
                    </a:ext>
                  </a:extLst>
                </p:cNvPr>
                <p:cNvCxnSpPr>
                  <a:cxnSpLocks/>
                </p:cNvCxnSpPr>
                <p:nvPr/>
              </p:nvCxnSpPr>
              <p:spPr bwMode="auto">
                <a:xfrm flipH="1">
                  <a:off x="5246506" y="4560902"/>
                  <a:ext cx="108012"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119" name="直线连接符 118">
                  <a:extLst>
                    <a:ext uri="{FF2B5EF4-FFF2-40B4-BE49-F238E27FC236}">
                      <a16:creationId xmlns:a16="http://schemas.microsoft.com/office/drawing/2014/main" id="{445C4199-B059-A532-ADF8-0DD7D58518F1}"/>
                    </a:ext>
                  </a:extLst>
                </p:cNvPr>
                <p:cNvCxnSpPr>
                  <a:cxnSpLocks/>
                </p:cNvCxnSpPr>
                <p:nvPr/>
              </p:nvCxnSpPr>
              <p:spPr bwMode="auto">
                <a:xfrm>
                  <a:off x="5667824" y="4689140"/>
                  <a:ext cx="0" cy="152400"/>
                </a:xfrm>
                <a:prstGeom prst="line">
                  <a:avLst/>
                </a:prstGeom>
                <a:solidFill>
                  <a:schemeClr val="accent1"/>
                </a:solidFill>
                <a:ln w="28575" cap="rnd" cmpd="sng" algn="ctr">
                  <a:solidFill>
                    <a:schemeClr val="tx1"/>
                  </a:solidFill>
                  <a:prstDash val="solid"/>
                  <a:round/>
                  <a:headEnd type="none" w="med" len="med"/>
                  <a:tailEnd type="none" w="med" len="med"/>
                </a:ln>
                <a:effectLst/>
              </p:spPr>
            </p:cxnSp>
          </p:grpSp>
          <p:sp>
            <p:nvSpPr>
              <p:cNvPr id="120" name="椭圆 119">
                <a:extLst>
                  <a:ext uri="{FF2B5EF4-FFF2-40B4-BE49-F238E27FC236}">
                    <a16:creationId xmlns:a16="http://schemas.microsoft.com/office/drawing/2014/main" id="{1B3DB1C8-8870-FD4E-53F5-0BD5F305825A}"/>
                  </a:ext>
                </a:extLst>
              </p:cNvPr>
              <p:cNvSpPr/>
              <p:nvPr/>
            </p:nvSpPr>
            <p:spPr bwMode="auto">
              <a:xfrm>
                <a:off x="4139951" y="4736380"/>
                <a:ext cx="72008" cy="72008"/>
              </a:xfrm>
              <a:prstGeom prst="ellipse">
                <a:avLst/>
              </a:prstGeom>
              <a:solidFill>
                <a:schemeClr val="bg1"/>
              </a:solidFill>
              <a:ln w="28575" cap="rnd"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grpSp>
        <p:grpSp>
          <p:nvGrpSpPr>
            <p:cNvPr id="130" name="组合 129">
              <a:extLst>
                <a:ext uri="{FF2B5EF4-FFF2-40B4-BE49-F238E27FC236}">
                  <a16:creationId xmlns:a16="http://schemas.microsoft.com/office/drawing/2014/main" id="{AAB593E5-89C4-B1A0-E5C3-49DF70413D80}"/>
                </a:ext>
              </a:extLst>
            </p:cNvPr>
            <p:cNvGrpSpPr/>
            <p:nvPr/>
          </p:nvGrpSpPr>
          <p:grpSpPr>
            <a:xfrm>
              <a:off x="4813363" y="4490924"/>
              <a:ext cx="414493" cy="555240"/>
              <a:chOff x="4042670" y="4496390"/>
              <a:chExt cx="414493" cy="555240"/>
            </a:xfrm>
          </p:grpSpPr>
          <p:grpSp>
            <p:nvGrpSpPr>
              <p:cNvPr id="131" name="组合 130">
                <a:extLst>
                  <a:ext uri="{FF2B5EF4-FFF2-40B4-BE49-F238E27FC236}">
                    <a16:creationId xmlns:a16="http://schemas.microsoft.com/office/drawing/2014/main" id="{C9536B05-5F68-3D60-5CC4-5B852EECD626}"/>
                  </a:ext>
                </a:extLst>
              </p:cNvPr>
              <p:cNvGrpSpPr/>
              <p:nvPr/>
            </p:nvGrpSpPr>
            <p:grpSpPr>
              <a:xfrm>
                <a:off x="4042670" y="4496390"/>
                <a:ext cx="414493" cy="555240"/>
                <a:chOff x="5246506" y="4286300"/>
                <a:chExt cx="414493" cy="555240"/>
              </a:xfrm>
            </p:grpSpPr>
            <p:cxnSp>
              <p:nvCxnSpPr>
                <p:cNvPr id="133" name="直线连接符 132">
                  <a:extLst>
                    <a:ext uri="{FF2B5EF4-FFF2-40B4-BE49-F238E27FC236}">
                      <a16:creationId xmlns:a16="http://schemas.microsoft.com/office/drawing/2014/main" id="{BAF90DB7-4BE5-AF0C-98DD-24CB7DF44303}"/>
                    </a:ext>
                  </a:extLst>
                </p:cNvPr>
                <p:cNvCxnSpPr>
                  <a:cxnSpLocks/>
                </p:cNvCxnSpPr>
                <p:nvPr/>
              </p:nvCxnSpPr>
              <p:spPr bwMode="auto">
                <a:xfrm>
                  <a:off x="5436096" y="4488894"/>
                  <a:ext cx="0" cy="159451"/>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134" name="直线连接符 133">
                  <a:extLst>
                    <a:ext uri="{FF2B5EF4-FFF2-40B4-BE49-F238E27FC236}">
                      <a16:creationId xmlns:a16="http://schemas.microsoft.com/office/drawing/2014/main" id="{98D1E215-6B13-4BC9-5891-6A201C97363B}"/>
                    </a:ext>
                  </a:extLst>
                </p:cNvPr>
                <p:cNvCxnSpPr>
                  <a:cxnSpLocks/>
                </p:cNvCxnSpPr>
                <p:nvPr/>
              </p:nvCxnSpPr>
              <p:spPr bwMode="auto">
                <a:xfrm>
                  <a:off x="5508104" y="4438700"/>
                  <a:ext cx="0" cy="239473"/>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135" name="直线连接符 134">
                  <a:extLst>
                    <a:ext uri="{FF2B5EF4-FFF2-40B4-BE49-F238E27FC236}">
                      <a16:creationId xmlns:a16="http://schemas.microsoft.com/office/drawing/2014/main" id="{1025AB6E-8635-F273-C76B-C9C9C43058B0}"/>
                    </a:ext>
                  </a:extLst>
                </p:cNvPr>
                <p:cNvCxnSpPr>
                  <a:cxnSpLocks/>
                </p:cNvCxnSpPr>
                <p:nvPr/>
              </p:nvCxnSpPr>
              <p:spPr bwMode="auto">
                <a:xfrm>
                  <a:off x="5508104" y="4438700"/>
                  <a:ext cx="148990"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136" name="直线连接符 135">
                  <a:extLst>
                    <a:ext uri="{FF2B5EF4-FFF2-40B4-BE49-F238E27FC236}">
                      <a16:creationId xmlns:a16="http://schemas.microsoft.com/office/drawing/2014/main" id="{8DA2519F-F103-9442-14F9-1EF1444E6058}"/>
                    </a:ext>
                  </a:extLst>
                </p:cNvPr>
                <p:cNvCxnSpPr>
                  <a:cxnSpLocks/>
                </p:cNvCxnSpPr>
                <p:nvPr/>
              </p:nvCxnSpPr>
              <p:spPr bwMode="auto">
                <a:xfrm>
                  <a:off x="5508104" y="4689140"/>
                  <a:ext cx="148990"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137" name="直线连接符 136">
                  <a:extLst>
                    <a:ext uri="{FF2B5EF4-FFF2-40B4-BE49-F238E27FC236}">
                      <a16:creationId xmlns:a16="http://schemas.microsoft.com/office/drawing/2014/main" id="{B16A415D-C01C-7A1F-886F-EE9AA636AAE4}"/>
                    </a:ext>
                  </a:extLst>
                </p:cNvPr>
                <p:cNvCxnSpPr>
                  <a:cxnSpLocks/>
                </p:cNvCxnSpPr>
                <p:nvPr/>
              </p:nvCxnSpPr>
              <p:spPr bwMode="auto">
                <a:xfrm>
                  <a:off x="5660999" y="4286300"/>
                  <a:ext cx="0" cy="15240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138" name="直线连接符 137">
                  <a:extLst>
                    <a:ext uri="{FF2B5EF4-FFF2-40B4-BE49-F238E27FC236}">
                      <a16:creationId xmlns:a16="http://schemas.microsoft.com/office/drawing/2014/main" id="{2C675970-E41A-334B-02C2-779BFD72BC01}"/>
                    </a:ext>
                  </a:extLst>
                </p:cNvPr>
                <p:cNvCxnSpPr>
                  <a:cxnSpLocks/>
                </p:cNvCxnSpPr>
                <p:nvPr/>
              </p:nvCxnSpPr>
              <p:spPr bwMode="auto">
                <a:xfrm flipH="1">
                  <a:off x="5246506" y="4560902"/>
                  <a:ext cx="108012"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139" name="直线连接符 138">
                  <a:extLst>
                    <a:ext uri="{FF2B5EF4-FFF2-40B4-BE49-F238E27FC236}">
                      <a16:creationId xmlns:a16="http://schemas.microsoft.com/office/drawing/2014/main" id="{69F49104-3320-CAC0-F1A8-E4718043D1A2}"/>
                    </a:ext>
                  </a:extLst>
                </p:cNvPr>
                <p:cNvCxnSpPr>
                  <a:cxnSpLocks/>
                </p:cNvCxnSpPr>
                <p:nvPr/>
              </p:nvCxnSpPr>
              <p:spPr bwMode="auto">
                <a:xfrm>
                  <a:off x="5658945" y="4689140"/>
                  <a:ext cx="0" cy="152400"/>
                </a:xfrm>
                <a:prstGeom prst="line">
                  <a:avLst/>
                </a:prstGeom>
                <a:solidFill>
                  <a:schemeClr val="accent1"/>
                </a:solidFill>
                <a:ln w="28575" cap="rnd" cmpd="sng" algn="ctr">
                  <a:solidFill>
                    <a:schemeClr val="tx1"/>
                  </a:solidFill>
                  <a:prstDash val="solid"/>
                  <a:round/>
                  <a:headEnd type="none" w="med" len="med"/>
                  <a:tailEnd type="none" w="med" len="med"/>
                </a:ln>
                <a:effectLst/>
              </p:spPr>
            </p:cxnSp>
          </p:grpSp>
          <p:sp>
            <p:nvSpPr>
              <p:cNvPr id="132" name="椭圆 131">
                <a:extLst>
                  <a:ext uri="{FF2B5EF4-FFF2-40B4-BE49-F238E27FC236}">
                    <a16:creationId xmlns:a16="http://schemas.microsoft.com/office/drawing/2014/main" id="{B16B4566-07A7-4AE0-F504-8DEBC60B7D07}"/>
                  </a:ext>
                </a:extLst>
              </p:cNvPr>
              <p:cNvSpPr/>
              <p:nvPr/>
            </p:nvSpPr>
            <p:spPr bwMode="auto">
              <a:xfrm>
                <a:off x="4139951" y="4736380"/>
                <a:ext cx="72008" cy="72008"/>
              </a:xfrm>
              <a:prstGeom prst="ellipse">
                <a:avLst/>
              </a:prstGeom>
              <a:solidFill>
                <a:schemeClr val="bg1"/>
              </a:solidFill>
              <a:ln w="28575" cap="rnd"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grpSp>
        <p:cxnSp>
          <p:nvCxnSpPr>
            <p:cNvPr id="140" name="直线连接符 139">
              <a:extLst>
                <a:ext uri="{FF2B5EF4-FFF2-40B4-BE49-F238E27FC236}">
                  <a16:creationId xmlns:a16="http://schemas.microsoft.com/office/drawing/2014/main" id="{0AF19B84-E192-00D3-7CD5-335703BDA721}"/>
                </a:ext>
              </a:extLst>
            </p:cNvPr>
            <p:cNvCxnSpPr>
              <a:cxnSpLocks/>
            </p:cNvCxnSpPr>
            <p:nvPr/>
          </p:nvCxnSpPr>
          <p:spPr bwMode="auto">
            <a:xfrm>
              <a:off x="4456068" y="4490924"/>
              <a:ext cx="771788"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grpSp>
          <p:nvGrpSpPr>
            <p:cNvPr id="141" name="组合 140">
              <a:extLst>
                <a:ext uri="{FF2B5EF4-FFF2-40B4-BE49-F238E27FC236}">
                  <a16:creationId xmlns:a16="http://schemas.microsoft.com/office/drawing/2014/main" id="{B7DC1A72-4CB5-6486-4678-D7053CA11B6F}"/>
                </a:ext>
              </a:extLst>
            </p:cNvPr>
            <p:cNvGrpSpPr/>
            <p:nvPr/>
          </p:nvGrpSpPr>
          <p:grpSpPr>
            <a:xfrm>
              <a:off x="4445013" y="3920441"/>
              <a:ext cx="421318" cy="555240"/>
              <a:chOff x="4042670" y="4496390"/>
              <a:chExt cx="421318" cy="555240"/>
            </a:xfrm>
          </p:grpSpPr>
          <p:grpSp>
            <p:nvGrpSpPr>
              <p:cNvPr id="142" name="组合 141">
                <a:extLst>
                  <a:ext uri="{FF2B5EF4-FFF2-40B4-BE49-F238E27FC236}">
                    <a16:creationId xmlns:a16="http://schemas.microsoft.com/office/drawing/2014/main" id="{E4655912-46AB-C708-DC4F-B3B916BB6581}"/>
                  </a:ext>
                </a:extLst>
              </p:cNvPr>
              <p:cNvGrpSpPr/>
              <p:nvPr/>
            </p:nvGrpSpPr>
            <p:grpSpPr>
              <a:xfrm>
                <a:off x="4042670" y="4496390"/>
                <a:ext cx="421318" cy="555240"/>
                <a:chOff x="5246506" y="4286300"/>
                <a:chExt cx="421318" cy="555240"/>
              </a:xfrm>
            </p:grpSpPr>
            <p:cxnSp>
              <p:nvCxnSpPr>
                <p:cNvPr id="144" name="直线连接符 143">
                  <a:extLst>
                    <a:ext uri="{FF2B5EF4-FFF2-40B4-BE49-F238E27FC236}">
                      <a16:creationId xmlns:a16="http://schemas.microsoft.com/office/drawing/2014/main" id="{455FC7AE-48B3-DE89-B274-1479781F84AF}"/>
                    </a:ext>
                  </a:extLst>
                </p:cNvPr>
                <p:cNvCxnSpPr>
                  <a:cxnSpLocks/>
                </p:cNvCxnSpPr>
                <p:nvPr/>
              </p:nvCxnSpPr>
              <p:spPr bwMode="auto">
                <a:xfrm>
                  <a:off x="5436096" y="4488894"/>
                  <a:ext cx="0" cy="159451"/>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145" name="直线连接符 144">
                  <a:extLst>
                    <a:ext uri="{FF2B5EF4-FFF2-40B4-BE49-F238E27FC236}">
                      <a16:creationId xmlns:a16="http://schemas.microsoft.com/office/drawing/2014/main" id="{194FA0A3-2FB6-5BA9-1EFE-48334A005A97}"/>
                    </a:ext>
                  </a:extLst>
                </p:cNvPr>
                <p:cNvCxnSpPr>
                  <a:cxnSpLocks/>
                </p:cNvCxnSpPr>
                <p:nvPr/>
              </p:nvCxnSpPr>
              <p:spPr bwMode="auto">
                <a:xfrm>
                  <a:off x="5508104" y="4438700"/>
                  <a:ext cx="0" cy="239473"/>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146" name="直线连接符 145">
                  <a:extLst>
                    <a:ext uri="{FF2B5EF4-FFF2-40B4-BE49-F238E27FC236}">
                      <a16:creationId xmlns:a16="http://schemas.microsoft.com/office/drawing/2014/main" id="{933DAEDD-1F78-8AE0-25BE-EB5F14B77325}"/>
                    </a:ext>
                  </a:extLst>
                </p:cNvPr>
                <p:cNvCxnSpPr>
                  <a:cxnSpLocks/>
                </p:cNvCxnSpPr>
                <p:nvPr/>
              </p:nvCxnSpPr>
              <p:spPr bwMode="auto">
                <a:xfrm>
                  <a:off x="5508104" y="4438700"/>
                  <a:ext cx="148990"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147" name="直线连接符 146">
                  <a:extLst>
                    <a:ext uri="{FF2B5EF4-FFF2-40B4-BE49-F238E27FC236}">
                      <a16:creationId xmlns:a16="http://schemas.microsoft.com/office/drawing/2014/main" id="{6ADC27BE-F224-31D2-240F-611713F1914C}"/>
                    </a:ext>
                  </a:extLst>
                </p:cNvPr>
                <p:cNvCxnSpPr>
                  <a:cxnSpLocks/>
                </p:cNvCxnSpPr>
                <p:nvPr/>
              </p:nvCxnSpPr>
              <p:spPr bwMode="auto">
                <a:xfrm>
                  <a:off x="5508104" y="4689140"/>
                  <a:ext cx="148990"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148" name="直线连接符 147">
                  <a:extLst>
                    <a:ext uri="{FF2B5EF4-FFF2-40B4-BE49-F238E27FC236}">
                      <a16:creationId xmlns:a16="http://schemas.microsoft.com/office/drawing/2014/main" id="{779C2B7F-80E0-3364-6167-78ACFCE72EAA}"/>
                    </a:ext>
                  </a:extLst>
                </p:cNvPr>
                <p:cNvCxnSpPr>
                  <a:cxnSpLocks/>
                </p:cNvCxnSpPr>
                <p:nvPr/>
              </p:nvCxnSpPr>
              <p:spPr bwMode="auto">
                <a:xfrm>
                  <a:off x="5660999" y="4286300"/>
                  <a:ext cx="0" cy="15240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149" name="直线连接符 148">
                  <a:extLst>
                    <a:ext uri="{FF2B5EF4-FFF2-40B4-BE49-F238E27FC236}">
                      <a16:creationId xmlns:a16="http://schemas.microsoft.com/office/drawing/2014/main" id="{CA978F75-B77B-74B4-87E7-46CB2533C79A}"/>
                    </a:ext>
                  </a:extLst>
                </p:cNvPr>
                <p:cNvCxnSpPr>
                  <a:cxnSpLocks/>
                </p:cNvCxnSpPr>
                <p:nvPr/>
              </p:nvCxnSpPr>
              <p:spPr bwMode="auto">
                <a:xfrm flipH="1">
                  <a:off x="5246506" y="4560902"/>
                  <a:ext cx="108012"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150" name="直线连接符 149">
                  <a:extLst>
                    <a:ext uri="{FF2B5EF4-FFF2-40B4-BE49-F238E27FC236}">
                      <a16:creationId xmlns:a16="http://schemas.microsoft.com/office/drawing/2014/main" id="{2276B641-E1DF-E9B7-EE2E-F30B626DECD6}"/>
                    </a:ext>
                  </a:extLst>
                </p:cNvPr>
                <p:cNvCxnSpPr>
                  <a:cxnSpLocks/>
                </p:cNvCxnSpPr>
                <p:nvPr/>
              </p:nvCxnSpPr>
              <p:spPr bwMode="auto">
                <a:xfrm>
                  <a:off x="5667824" y="4689140"/>
                  <a:ext cx="0" cy="152400"/>
                </a:xfrm>
                <a:prstGeom prst="line">
                  <a:avLst/>
                </a:prstGeom>
                <a:solidFill>
                  <a:schemeClr val="accent1"/>
                </a:solidFill>
                <a:ln w="28575" cap="rnd" cmpd="sng" algn="ctr">
                  <a:solidFill>
                    <a:schemeClr val="tx1"/>
                  </a:solidFill>
                  <a:prstDash val="solid"/>
                  <a:round/>
                  <a:headEnd type="none" w="med" len="med"/>
                  <a:tailEnd type="none" w="med" len="med"/>
                </a:ln>
                <a:effectLst/>
              </p:spPr>
            </p:cxnSp>
          </p:grpSp>
          <p:sp>
            <p:nvSpPr>
              <p:cNvPr id="143" name="椭圆 142">
                <a:extLst>
                  <a:ext uri="{FF2B5EF4-FFF2-40B4-BE49-F238E27FC236}">
                    <a16:creationId xmlns:a16="http://schemas.microsoft.com/office/drawing/2014/main" id="{24E3BB6E-A858-FFCC-E764-9404355FF0AB}"/>
                  </a:ext>
                </a:extLst>
              </p:cNvPr>
              <p:cNvSpPr/>
              <p:nvPr/>
            </p:nvSpPr>
            <p:spPr bwMode="auto">
              <a:xfrm>
                <a:off x="4139951" y="4736380"/>
                <a:ext cx="72008" cy="72008"/>
              </a:xfrm>
              <a:prstGeom prst="ellipse">
                <a:avLst/>
              </a:prstGeom>
              <a:solidFill>
                <a:schemeClr val="bg1"/>
              </a:solidFill>
              <a:ln w="28575" cap="rnd"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grpSp>
        <p:sp>
          <p:nvSpPr>
            <p:cNvPr id="151" name="文本框 150">
              <a:extLst>
                <a:ext uri="{FF2B5EF4-FFF2-40B4-BE49-F238E27FC236}">
                  <a16:creationId xmlns:a16="http://schemas.microsoft.com/office/drawing/2014/main" id="{FFD4915B-8D67-B16C-2682-0472519798B0}"/>
                </a:ext>
              </a:extLst>
            </p:cNvPr>
            <p:cNvSpPr txBox="1"/>
            <p:nvPr/>
          </p:nvSpPr>
          <p:spPr>
            <a:xfrm>
              <a:off x="4477373" y="3588798"/>
              <a:ext cx="671979" cy="369332"/>
            </a:xfrm>
            <a:prstGeom prst="rect">
              <a:avLst/>
            </a:prstGeom>
            <a:noFill/>
          </p:spPr>
          <p:txBody>
            <a:bodyPr wrap="none" rtlCol="0">
              <a:spAutoFit/>
            </a:bodyPr>
            <a:lstStyle/>
            <a:p>
              <a:r>
                <a:rPr kumimoji="1" lang="en-US" altLang="zh-CN" b="1" dirty="0"/>
                <a:t>VDD</a:t>
              </a:r>
              <a:endParaRPr kumimoji="1" lang="zh-CN" altLang="en-US" b="1" dirty="0"/>
            </a:p>
          </p:txBody>
        </p:sp>
        <p:cxnSp>
          <p:nvCxnSpPr>
            <p:cNvPr id="152" name="直线连接符 151">
              <a:extLst>
                <a:ext uri="{FF2B5EF4-FFF2-40B4-BE49-F238E27FC236}">
                  <a16:creationId xmlns:a16="http://schemas.microsoft.com/office/drawing/2014/main" id="{05706D8E-3A3C-5565-2603-36B62C62D4F1}"/>
                </a:ext>
              </a:extLst>
            </p:cNvPr>
            <p:cNvCxnSpPr>
              <a:cxnSpLocks/>
            </p:cNvCxnSpPr>
            <p:nvPr/>
          </p:nvCxnSpPr>
          <p:spPr bwMode="auto">
            <a:xfrm>
              <a:off x="4456068" y="3920441"/>
              <a:ext cx="771788"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sp>
          <p:nvSpPr>
            <p:cNvPr id="153" name="文本框 152">
              <a:extLst>
                <a:ext uri="{FF2B5EF4-FFF2-40B4-BE49-F238E27FC236}">
                  <a16:creationId xmlns:a16="http://schemas.microsoft.com/office/drawing/2014/main" id="{F32E2510-44AD-4965-D452-5F40E77FECDD}"/>
                </a:ext>
              </a:extLst>
            </p:cNvPr>
            <p:cNvSpPr txBox="1"/>
            <p:nvPr/>
          </p:nvSpPr>
          <p:spPr>
            <a:xfrm>
              <a:off x="5449011" y="4715707"/>
              <a:ext cx="389850" cy="369332"/>
            </a:xfrm>
            <a:prstGeom prst="rect">
              <a:avLst/>
            </a:prstGeom>
            <a:noFill/>
          </p:spPr>
          <p:txBody>
            <a:bodyPr wrap="none" rtlCol="0">
              <a:spAutoFit/>
            </a:bodyPr>
            <a:lstStyle/>
            <a:p>
              <a:r>
                <a:rPr kumimoji="1" lang="en-US" altLang="zh-CN" b="1" dirty="0"/>
                <a:t>F’</a:t>
              </a:r>
              <a:endParaRPr kumimoji="1" lang="zh-CN" altLang="en-US" b="1" dirty="0"/>
            </a:p>
          </p:txBody>
        </p:sp>
        <p:sp>
          <p:nvSpPr>
            <p:cNvPr id="156" name="文本框 155">
              <a:extLst>
                <a:ext uri="{FF2B5EF4-FFF2-40B4-BE49-F238E27FC236}">
                  <a16:creationId xmlns:a16="http://schemas.microsoft.com/office/drawing/2014/main" id="{D4007A50-9E90-608F-497A-CF22A1CE9051}"/>
                </a:ext>
              </a:extLst>
            </p:cNvPr>
            <p:cNvSpPr txBox="1"/>
            <p:nvPr/>
          </p:nvSpPr>
          <p:spPr>
            <a:xfrm>
              <a:off x="3813904" y="5366104"/>
              <a:ext cx="351378" cy="369332"/>
            </a:xfrm>
            <a:prstGeom prst="rect">
              <a:avLst/>
            </a:prstGeom>
            <a:noFill/>
          </p:spPr>
          <p:txBody>
            <a:bodyPr wrap="none" rtlCol="0">
              <a:spAutoFit/>
            </a:bodyPr>
            <a:lstStyle/>
            <a:p>
              <a:r>
                <a:rPr kumimoji="1" lang="en-US" altLang="zh-CN" b="1" dirty="0"/>
                <a:t>A</a:t>
              </a:r>
              <a:endParaRPr kumimoji="1" lang="zh-CN" altLang="en-US" b="1" dirty="0"/>
            </a:p>
          </p:txBody>
        </p:sp>
        <p:sp>
          <p:nvSpPr>
            <p:cNvPr id="157" name="文本框 156">
              <a:extLst>
                <a:ext uri="{FF2B5EF4-FFF2-40B4-BE49-F238E27FC236}">
                  <a16:creationId xmlns:a16="http://schemas.microsoft.com/office/drawing/2014/main" id="{6C3FF4B0-F2B9-61E8-EFF2-9D125223D1B8}"/>
                </a:ext>
              </a:extLst>
            </p:cNvPr>
            <p:cNvSpPr txBox="1"/>
            <p:nvPr/>
          </p:nvSpPr>
          <p:spPr>
            <a:xfrm>
              <a:off x="4601661" y="5133323"/>
              <a:ext cx="351378" cy="369332"/>
            </a:xfrm>
            <a:prstGeom prst="rect">
              <a:avLst/>
            </a:prstGeom>
            <a:noFill/>
          </p:spPr>
          <p:txBody>
            <a:bodyPr wrap="none" rtlCol="0">
              <a:spAutoFit/>
            </a:bodyPr>
            <a:lstStyle/>
            <a:p>
              <a:r>
                <a:rPr kumimoji="1" lang="en-US" altLang="zh-CN" b="1" dirty="0"/>
                <a:t>B</a:t>
              </a:r>
              <a:endParaRPr kumimoji="1" lang="zh-CN" altLang="en-US" b="1" dirty="0"/>
            </a:p>
          </p:txBody>
        </p:sp>
        <p:sp>
          <p:nvSpPr>
            <p:cNvPr id="158" name="文本框 157">
              <a:extLst>
                <a:ext uri="{FF2B5EF4-FFF2-40B4-BE49-F238E27FC236}">
                  <a16:creationId xmlns:a16="http://schemas.microsoft.com/office/drawing/2014/main" id="{93CBAC4B-C406-018D-B24A-B2148B6CD08B}"/>
                </a:ext>
              </a:extLst>
            </p:cNvPr>
            <p:cNvSpPr txBox="1"/>
            <p:nvPr/>
          </p:nvSpPr>
          <p:spPr>
            <a:xfrm>
              <a:off x="4601234" y="5550770"/>
              <a:ext cx="351378" cy="369332"/>
            </a:xfrm>
            <a:prstGeom prst="rect">
              <a:avLst/>
            </a:prstGeom>
            <a:noFill/>
          </p:spPr>
          <p:txBody>
            <a:bodyPr wrap="none" rtlCol="0">
              <a:spAutoFit/>
            </a:bodyPr>
            <a:lstStyle/>
            <a:p>
              <a:r>
                <a:rPr kumimoji="1" lang="en-US" altLang="zh-CN" b="1" dirty="0"/>
                <a:t>C</a:t>
              </a:r>
              <a:endParaRPr kumimoji="1" lang="zh-CN" altLang="en-US" b="1" dirty="0"/>
            </a:p>
          </p:txBody>
        </p:sp>
        <p:sp>
          <p:nvSpPr>
            <p:cNvPr id="159" name="文本框 158">
              <a:extLst>
                <a:ext uri="{FF2B5EF4-FFF2-40B4-BE49-F238E27FC236}">
                  <a16:creationId xmlns:a16="http://schemas.microsoft.com/office/drawing/2014/main" id="{D3DC47E8-AB9B-B959-AC97-1B489241EDA0}"/>
                </a:ext>
              </a:extLst>
            </p:cNvPr>
            <p:cNvSpPr txBox="1"/>
            <p:nvPr/>
          </p:nvSpPr>
          <p:spPr>
            <a:xfrm>
              <a:off x="4170615" y="3999019"/>
              <a:ext cx="351378" cy="369332"/>
            </a:xfrm>
            <a:prstGeom prst="rect">
              <a:avLst/>
            </a:prstGeom>
            <a:noFill/>
          </p:spPr>
          <p:txBody>
            <a:bodyPr wrap="none" rtlCol="0">
              <a:spAutoFit/>
            </a:bodyPr>
            <a:lstStyle/>
            <a:p>
              <a:r>
                <a:rPr kumimoji="1" lang="en-US" altLang="zh-CN" b="1" dirty="0"/>
                <a:t>A</a:t>
              </a:r>
              <a:endParaRPr kumimoji="1" lang="zh-CN" altLang="en-US" b="1" dirty="0"/>
            </a:p>
          </p:txBody>
        </p:sp>
        <p:sp>
          <p:nvSpPr>
            <p:cNvPr id="160" name="文本框 159">
              <a:extLst>
                <a:ext uri="{FF2B5EF4-FFF2-40B4-BE49-F238E27FC236}">
                  <a16:creationId xmlns:a16="http://schemas.microsoft.com/office/drawing/2014/main" id="{8EBD0D10-FAC5-4B73-9E65-C4B3E3BE8C28}"/>
                </a:ext>
              </a:extLst>
            </p:cNvPr>
            <p:cNvSpPr txBox="1"/>
            <p:nvPr/>
          </p:nvSpPr>
          <p:spPr>
            <a:xfrm>
              <a:off x="3767051" y="4571692"/>
              <a:ext cx="351378" cy="369332"/>
            </a:xfrm>
            <a:prstGeom prst="rect">
              <a:avLst/>
            </a:prstGeom>
            <a:noFill/>
          </p:spPr>
          <p:txBody>
            <a:bodyPr wrap="none" rtlCol="0">
              <a:spAutoFit/>
            </a:bodyPr>
            <a:lstStyle/>
            <a:p>
              <a:r>
                <a:rPr kumimoji="1" lang="en-US" altLang="zh-CN" b="1" dirty="0"/>
                <a:t>B</a:t>
              </a:r>
              <a:endParaRPr kumimoji="1" lang="zh-CN" altLang="en-US" b="1" dirty="0"/>
            </a:p>
          </p:txBody>
        </p:sp>
        <p:sp>
          <p:nvSpPr>
            <p:cNvPr id="161" name="文本框 160">
              <a:extLst>
                <a:ext uri="{FF2B5EF4-FFF2-40B4-BE49-F238E27FC236}">
                  <a16:creationId xmlns:a16="http://schemas.microsoft.com/office/drawing/2014/main" id="{14824BE0-9CD5-5FCD-3213-B2528E5A384D}"/>
                </a:ext>
              </a:extLst>
            </p:cNvPr>
            <p:cNvSpPr txBox="1"/>
            <p:nvPr/>
          </p:nvSpPr>
          <p:spPr>
            <a:xfrm>
              <a:off x="4560537" y="4573433"/>
              <a:ext cx="351378" cy="369332"/>
            </a:xfrm>
            <a:prstGeom prst="rect">
              <a:avLst/>
            </a:prstGeom>
            <a:noFill/>
          </p:spPr>
          <p:txBody>
            <a:bodyPr wrap="none" rtlCol="0">
              <a:spAutoFit/>
            </a:bodyPr>
            <a:lstStyle/>
            <a:p>
              <a:r>
                <a:rPr kumimoji="1" lang="en-US" altLang="zh-CN" b="1" dirty="0"/>
                <a:t>C</a:t>
              </a:r>
              <a:endParaRPr kumimoji="1" lang="zh-CN" altLang="en-US" b="1" dirty="0"/>
            </a:p>
          </p:txBody>
        </p:sp>
        <p:grpSp>
          <p:nvGrpSpPr>
            <p:cNvPr id="169" name="组合 168">
              <a:extLst>
                <a:ext uri="{FF2B5EF4-FFF2-40B4-BE49-F238E27FC236}">
                  <a16:creationId xmlns:a16="http://schemas.microsoft.com/office/drawing/2014/main" id="{40F69F40-9146-2C7E-2362-2EC36CF0E5FD}"/>
                </a:ext>
              </a:extLst>
            </p:cNvPr>
            <p:cNvGrpSpPr/>
            <p:nvPr/>
          </p:nvGrpSpPr>
          <p:grpSpPr>
            <a:xfrm>
              <a:off x="6001726" y="4462733"/>
              <a:ext cx="414493" cy="555240"/>
              <a:chOff x="4042670" y="4496390"/>
              <a:chExt cx="414493" cy="555240"/>
            </a:xfrm>
          </p:grpSpPr>
          <p:grpSp>
            <p:nvGrpSpPr>
              <p:cNvPr id="170" name="组合 169">
                <a:extLst>
                  <a:ext uri="{FF2B5EF4-FFF2-40B4-BE49-F238E27FC236}">
                    <a16:creationId xmlns:a16="http://schemas.microsoft.com/office/drawing/2014/main" id="{679D007E-E8F7-E093-D604-747267F13C10}"/>
                  </a:ext>
                </a:extLst>
              </p:cNvPr>
              <p:cNvGrpSpPr/>
              <p:nvPr/>
            </p:nvGrpSpPr>
            <p:grpSpPr>
              <a:xfrm>
                <a:off x="4042670" y="4496390"/>
                <a:ext cx="414493" cy="555240"/>
                <a:chOff x="5246506" y="4286300"/>
                <a:chExt cx="414493" cy="555240"/>
              </a:xfrm>
            </p:grpSpPr>
            <p:cxnSp>
              <p:nvCxnSpPr>
                <p:cNvPr id="172" name="直线连接符 171">
                  <a:extLst>
                    <a:ext uri="{FF2B5EF4-FFF2-40B4-BE49-F238E27FC236}">
                      <a16:creationId xmlns:a16="http://schemas.microsoft.com/office/drawing/2014/main" id="{A0325B22-A2E6-0443-B24A-3247495B940C}"/>
                    </a:ext>
                  </a:extLst>
                </p:cNvPr>
                <p:cNvCxnSpPr>
                  <a:cxnSpLocks/>
                </p:cNvCxnSpPr>
                <p:nvPr/>
              </p:nvCxnSpPr>
              <p:spPr bwMode="auto">
                <a:xfrm>
                  <a:off x="5436096" y="4488894"/>
                  <a:ext cx="0" cy="159451"/>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173" name="直线连接符 172">
                  <a:extLst>
                    <a:ext uri="{FF2B5EF4-FFF2-40B4-BE49-F238E27FC236}">
                      <a16:creationId xmlns:a16="http://schemas.microsoft.com/office/drawing/2014/main" id="{20F2562F-BB3E-3721-668E-A20A83AD0D43}"/>
                    </a:ext>
                  </a:extLst>
                </p:cNvPr>
                <p:cNvCxnSpPr>
                  <a:cxnSpLocks/>
                </p:cNvCxnSpPr>
                <p:nvPr/>
              </p:nvCxnSpPr>
              <p:spPr bwMode="auto">
                <a:xfrm>
                  <a:off x="5508104" y="4438700"/>
                  <a:ext cx="0" cy="239473"/>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174" name="直线连接符 173">
                  <a:extLst>
                    <a:ext uri="{FF2B5EF4-FFF2-40B4-BE49-F238E27FC236}">
                      <a16:creationId xmlns:a16="http://schemas.microsoft.com/office/drawing/2014/main" id="{0126198B-780D-C1E7-5B72-954A6B85FCD5}"/>
                    </a:ext>
                  </a:extLst>
                </p:cNvPr>
                <p:cNvCxnSpPr>
                  <a:cxnSpLocks/>
                </p:cNvCxnSpPr>
                <p:nvPr/>
              </p:nvCxnSpPr>
              <p:spPr bwMode="auto">
                <a:xfrm>
                  <a:off x="5508104" y="4438700"/>
                  <a:ext cx="148990"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175" name="直线连接符 174">
                  <a:extLst>
                    <a:ext uri="{FF2B5EF4-FFF2-40B4-BE49-F238E27FC236}">
                      <a16:creationId xmlns:a16="http://schemas.microsoft.com/office/drawing/2014/main" id="{738D2B5B-453A-CDA6-EC97-1D29E316B060}"/>
                    </a:ext>
                  </a:extLst>
                </p:cNvPr>
                <p:cNvCxnSpPr>
                  <a:cxnSpLocks/>
                </p:cNvCxnSpPr>
                <p:nvPr/>
              </p:nvCxnSpPr>
              <p:spPr bwMode="auto">
                <a:xfrm>
                  <a:off x="5508104" y="4689140"/>
                  <a:ext cx="148990"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176" name="直线连接符 175">
                  <a:extLst>
                    <a:ext uri="{FF2B5EF4-FFF2-40B4-BE49-F238E27FC236}">
                      <a16:creationId xmlns:a16="http://schemas.microsoft.com/office/drawing/2014/main" id="{BD5975DD-8B01-E9D3-6E1F-0111301995D7}"/>
                    </a:ext>
                  </a:extLst>
                </p:cNvPr>
                <p:cNvCxnSpPr>
                  <a:cxnSpLocks/>
                </p:cNvCxnSpPr>
                <p:nvPr/>
              </p:nvCxnSpPr>
              <p:spPr bwMode="auto">
                <a:xfrm>
                  <a:off x="5660999" y="4286300"/>
                  <a:ext cx="0" cy="15240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177" name="直线连接符 176">
                  <a:extLst>
                    <a:ext uri="{FF2B5EF4-FFF2-40B4-BE49-F238E27FC236}">
                      <a16:creationId xmlns:a16="http://schemas.microsoft.com/office/drawing/2014/main" id="{4A8E0C9C-DE86-FCEE-31E4-A85657D5FBE0}"/>
                    </a:ext>
                  </a:extLst>
                </p:cNvPr>
                <p:cNvCxnSpPr>
                  <a:cxnSpLocks/>
                </p:cNvCxnSpPr>
                <p:nvPr/>
              </p:nvCxnSpPr>
              <p:spPr bwMode="auto">
                <a:xfrm flipH="1">
                  <a:off x="5246506" y="4560902"/>
                  <a:ext cx="108012"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178" name="直线连接符 177">
                  <a:extLst>
                    <a:ext uri="{FF2B5EF4-FFF2-40B4-BE49-F238E27FC236}">
                      <a16:creationId xmlns:a16="http://schemas.microsoft.com/office/drawing/2014/main" id="{B21B4892-79BD-D00D-CFF9-340F83DFF11A}"/>
                    </a:ext>
                  </a:extLst>
                </p:cNvPr>
                <p:cNvCxnSpPr>
                  <a:cxnSpLocks/>
                </p:cNvCxnSpPr>
                <p:nvPr/>
              </p:nvCxnSpPr>
              <p:spPr bwMode="auto">
                <a:xfrm>
                  <a:off x="5658945" y="4689140"/>
                  <a:ext cx="0" cy="152400"/>
                </a:xfrm>
                <a:prstGeom prst="line">
                  <a:avLst/>
                </a:prstGeom>
                <a:solidFill>
                  <a:schemeClr val="accent1"/>
                </a:solidFill>
                <a:ln w="28575" cap="rnd" cmpd="sng" algn="ctr">
                  <a:solidFill>
                    <a:schemeClr val="tx1"/>
                  </a:solidFill>
                  <a:prstDash val="solid"/>
                  <a:round/>
                  <a:headEnd type="none" w="med" len="med"/>
                  <a:tailEnd type="none" w="med" len="med"/>
                </a:ln>
                <a:effectLst/>
              </p:spPr>
            </p:cxnSp>
          </p:grpSp>
          <p:sp>
            <p:nvSpPr>
              <p:cNvPr id="171" name="椭圆 170">
                <a:extLst>
                  <a:ext uri="{FF2B5EF4-FFF2-40B4-BE49-F238E27FC236}">
                    <a16:creationId xmlns:a16="http://schemas.microsoft.com/office/drawing/2014/main" id="{F55414BA-590A-47EC-E2C3-0C5DCE13A1EC}"/>
                  </a:ext>
                </a:extLst>
              </p:cNvPr>
              <p:cNvSpPr/>
              <p:nvPr/>
            </p:nvSpPr>
            <p:spPr bwMode="auto">
              <a:xfrm>
                <a:off x="4139951" y="4736380"/>
                <a:ext cx="72008" cy="72008"/>
              </a:xfrm>
              <a:prstGeom prst="ellipse">
                <a:avLst/>
              </a:prstGeom>
              <a:solidFill>
                <a:schemeClr val="bg1"/>
              </a:solidFill>
              <a:ln w="28575" cap="rnd"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grpSp>
        <p:grpSp>
          <p:nvGrpSpPr>
            <p:cNvPr id="179" name="组合 178">
              <a:extLst>
                <a:ext uri="{FF2B5EF4-FFF2-40B4-BE49-F238E27FC236}">
                  <a16:creationId xmlns:a16="http://schemas.microsoft.com/office/drawing/2014/main" id="{8531C4D1-67AD-5ACC-5E43-DE8715D16CED}"/>
                </a:ext>
              </a:extLst>
            </p:cNvPr>
            <p:cNvGrpSpPr/>
            <p:nvPr/>
          </p:nvGrpSpPr>
          <p:grpSpPr>
            <a:xfrm>
              <a:off x="6001726" y="5025170"/>
              <a:ext cx="410854" cy="632295"/>
              <a:chOff x="5250145" y="4286300"/>
              <a:chExt cx="410854" cy="632295"/>
            </a:xfrm>
          </p:grpSpPr>
          <p:cxnSp>
            <p:nvCxnSpPr>
              <p:cNvPr id="180" name="直线连接符 179">
                <a:extLst>
                  <a:ext uri="{FF2B5EF4-FFF2-40B4-BE49-F238E27FC236}">
                    <a16:creationId xmlns:a16="http://schemas.microsoft.com/office/drawing/2014/main" id="{65EEEC0F-DE87-D511-0973-0C510D93C1E2}"/>
                  </a:ext>
                </a:extLst>
              </p:cNvPr>
              <p:cNvCxnSpPr>
                <a:cxnSpLocks/>
              </p:cNvCxnSpPr>
              <p:nvPr/>
            </p:nvCxnSpPr>
            <p:spPr bwMode="auto">
              <a:xfrm>
                <a:off x="5436096" y="4488894"/>
                <a:ext cx="0" cy="159451"/>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181" name="直线连接符 180">
                <a:extLst>
                  <a:ext uri="{FF2B5EF4-FFF2-40B4-BE49-F238E27FC236}">
                    <a16:creationId xmlns:a16="http://schemas.microsoft.com/office/drawing/2014/main" id="{1F2C3F7F-C7F1-28B6-CFA1-C606E1B7E027}"/>
                  </a:ext>
                </a:extLst>
              </p:cNvPr>
              <p:cNvCxnSpPr>
                <a:cxnSpLocks/>
              </p:cNvCxnSpPr>
              <p:nvPr/>
            </p:nvCxnSpPr>
            <p:spPr bwMode="auto">
              <a:xfrm>
                <a:off x="5508104" y="4438700"/>
                <a:ext cx="0" cy="239473"/>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182" name="直线连接符 181">
                <a:extLst>
                  <a:ext uri="{FF2B5EF4-FFF2-40B4-BE49-F238E27FC236}">
                    <a16:creationId xmlns:a16="http://schemas.microsoft.com/office/drawing/2014/main" id="{250DF673-B068-429C-C8BD-7DF1ED4AA069}"/>
                  </a:ext>
                </a:extLst>
              </p:cNvPr>
              <p:cNvCxnSpPr>
                <a:cxnSpLocks/>
              </p:cNvCxnSpPr>
              <p:nvPr/>
            </p:nvCxnSpPr>
            <p:spPr bwMode="auto">
              <a:xfrm>
                <a:off x="5508104" y="4438700"/>
                <a:ext cx="148990"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183" name="直线连接符 182">
                <a:extLst>
                  <a:ext uri="{FF2B5EF4-FFF2-40B4-BE49-F238E27FC236}">
                    <a16:creationId xmlns:a16="http://schemas.microsoft.com/office/drawing/2014/main" id="{EFC2BE5C-771A-116D-0121-78E955990ED0}"/>
                  </a:ext>
                </a:extLst>
              </p:cNvPr>
              <p:cNvCxnSpPr>
                <a:cxnSpLocks/>
              </p:cNvCxnSpPr>
              <p:nvPr/>
            </p:nvCxnSpPr>
            <p:spPr bwMode="auto">
              <a:xfrm>
                <a:off x="5508104" y="4689140"/>
                <a:ext cx="148990"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184" name="直线连接符 183">
                <a:extLst>
                  <a:ext uri="{FF2B5EF4-FFF2-40B4-BE49-F238E27FC236}">
                    <a16:creationId xmlns:a16="http://schemas.microsoft.com/office/drawing/2014/main" id="{57167D2A-34D8-6001-1C08-80175E234856}"/>
                  </a:ext>
                </a:extLst>
              </p:cNvPr>
              <p:cNvCxnSpPr>
                <a:cxnSpLocks/>
              </p:cNvCxnSpPr>
              <p:nvPr/>
            </p:nvCxnSpPr>
            <p:spPr bwMode="auto">
              <a:xfrm>
                <a:off x="5660999" y="4286300"/>
                <a:ext cx="0" cy="15240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185" name="直线连接符 184">
                <a:extLst>
                  <a:ext uri="{FF2B5EF4-FFF2-40B4-BE49-F238E27FC236}">
                    <a16:creationId xmlns:a16="http://schemas.microsoft.com/office/drawing/2014/main" id="{89D1DE2D-BED9-ACCD-DAFE-46C3BE43CB4F}"/>
                  </a:ext>
                </a:extLst>
              </p:cNvPr>
              <p:cNvCxnSpPr>
                <a:cxnSpLocks/>
              </p:cNvCxnSpPr>
              <p:nvPr/>
            </p:nvCxnSpPr>
            <p:spPr bwMode="auto">
              <a:xfrm flipH="1">
                <a:off x="5250145" y="4560902"/>
                <a:ext cx="185951"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186" name="直线连接符 185">
                <a:extLst>
                  <a:ext uri="{FF2B5EF4-FFF2-40B4-BE49-F238E27FC236}">
                    <a16:creationId xmlns:a16="http://schemas.microsoft.com/office/drawing/2014/main" id="{29DFB4CF-23C2-70F4-5376-5B4E4077CFA3}"/>
                  </a:ext>
                </a:extLst>
              </p:cNvPr>
              <p:cNvCxnSpPr>
                <a:cxnSpLocks/>
              </p:cNvCxnSpPr>
              <p:nvPr/>
            </p:nvCxnSpPr>
            <p:spPr bwMode="auto">
              <a:xfrm>
                <a:off x="5657094" y="4689140"/>
                <a:ext cx="0" cy="229455"/>
              </a:xfrm>
              <a:prstGeom prst="line">
                <a:avLst/>
              </a:prstGeom>
              <a:solidFill>
                <a:schemeClr val="accent1"/>
              </a:solidFill>
              <a:ln w="28575" cap="rnd" cmpd="sng" algn="ctr">
                <a:solidFill>
                  <a:schemeClr val="tx1"/>
                </a:solidFill>
                <a:prstDash val="solid"/>
                <a:round/>
                <a:headEnd type="none" w="med" len="med"/>
                <a:tailEnd type="none" w="med" len="med"/>
              </a:ln>
              <a:effectLst/>
            </p:spPr>
          </p:cxnSp>
        </p:grpSp>
        <p:cxnSp>
          <p:nvCxnSpPr>
            <p:cNvPr id="187" name="直线连接符 186">
              <a:extLst>
                <a:ext uri="{FF2B5EF4-FFF2-40B4-BE49-F238E27FC236}">
                  <a16:creationId xmlns:a16="http://schemas.microsoft.com/office/drawing/2014/main" id="{AC5FD918-1510-273C-6C83-A4F1B1950399}"/>
                </a:ext>
              </a:extLst>
            </p:cNvPr>
            <p:cNvCxnSpPr>
              <a:cxnSpLocks/>
            </p:cNvCxnSpPr>
            <p:nvPr/>
          </p:nvCxnSpPr>
          <p:spPr bwMode="auto">
            <a:xfrm flipV="1">
              <a:off x="6001726" y="4745052"/>
              <a:ext cx="0" cy="548863"/>
            </a:xfrm>
            <a:prstGeom prst="line">
              <a:avLst/>
            </a:prstGeom>
            <a:solidFill>
              <a:schemeClr val="accent1"/>
            </a:solidFill>
            <a:ln w="28575" cap="rnd" cmpd="sng" algn="ctr">
              <a:solidFill>
                <a:schemeClr val="tx1"/>
              </a:solidFill>
              <a:prstDash val="solid"/>
              <a:round/>
              <a:headEnd type="none" w="med" len="med"/>
              <a:tailEnd type="none" w="med" len="med"/>
            </a:ln>
            <a:effectLst/>
          </p:spPr>
        </p:cxnSp>
        <p:sp>
          <p:nvSpPr>
            <p:cNvPr id="191" name="文本框 190">
              <a:extLst>
                <a:ext uri="{FF2B5EF4-FFF2-40B4-BE49-F238E27FC236}">
                  <a16:creationId xmlns:a16="http://schemas.microsoft.com/office/drawing/2014/main" id="{466CEAE7-053A-DB86-A9B9-E1E87E6FA0A5}"/>
                </a:ext>
              </a:extLst>
            </p:cNvPr>
            <p:cNvSpPr txBox="1"/>
            <p:nvPr/>
          </p:nvSpPr>
          <p:spPr>
            <a:xfrm>
              <a:off x="5993002" y="4111619"/>
              <a:ext cx="671979" cy="369332"/>
            </a:xfrm>
            <a:prstGeom prst="rect">
              <a:avLst/>
            </a:prstGeom>
            <a:noFill/>
          </p:spPr>
          <p:txBody>
            <a:bodyPr wrap="none" rtlCol="0">
              <a:spAutoFit/>
            </a:bodyPr>
            <a:lstStyle/>
            <a:p>
              <a:r>
                <a:rPr kumimoji="1" lang="en-US" altLang="zh-CN" b="1" dirty="0"/>
                <a:t>VDD</a:t>
              </a:r>
              <a:endParaRPr kumimoji="1" lang="zh-CN" altLang="en-US" b="1" dirty="0"/>
            </a:p>
          </p:txBody>
        </p:sp>
        <p:cxnSp>
          <p:nvCxnSpPr>
            <p:cNvPr id="192" name="直线连接符 191">
              <a:extLst>
                <a:ext uri="{FF2B5EF4-FFF2-40B4-BE49-F238E27FC236}">
                  <a16:creationId xmlns:a16="http://schemas.microsoft.com/office/drawing/2014/main" id="{4390DB04-7703-9535-7838-D6A2402276CD}"/>
                </a:ext>
              </a:extLst>
            </p:cNvPr>
            <p:cNvCxnSpPr>
              <a:cxnSpLocks/>
            </p:cNvCxnSpPr>
            <p:nvPr/>
          </p:nvCxnSpPr>
          <p:spPr bwMode="auto">
            <a:xfrm>
              <a:off x="5971697" y="4443262"/>
              <a:ext cx="652531"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194" name="直线连接符 193">
              <a:extLst>
                <a:ext uri="{FF2B5EF4-FFF2-40B4-BE49-F238E27FC236}">
                  <a16:creationId xmlns:a16="http://schemas.microsoft.com/office/drawing/2014/main" id="{486A9F3F-667C-FBBC-80DA-83081DFD859E}"/>
                </a:ext>
              </a:extLst>
            </p:cNvPr>
            <p:cNvCxnSpPr>
              <a:cxnSpLocks/>
            </p:cNvCxnSpPr>
            <p:nvPr/>
          </p:nvCxnSpPr>
          <p:spPr bwMode="auto">
            <a:xfrm>
              <a:off x="6237737" y="5666728"/>
              <a:ext cx="341875"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sp>
          <p:nvSpPr>
            <p:cNvPr id="196" name="文本框 195">
              <a:extLst>
                <a:ext uri="{FF2B5EF4-FFF2-40B4-BE49-F238E27FC236}">
                  <a16:creationId xmlns:a16="http://schemas.microsoft.com/office/drawing/2014/main" id="{E70E6A1E-B62E-3F37-1E9D-1964E1F81E77}"/>
                </a:ext>
              </a:extLst>
            </p:cNvPr>
            <p:cNvSpPr txBox="1"/>
            <p:nvPr/>
          </p:nvSpPr>
          <p:spPr>
            <a:xfrm>
              <a:off x="6041446" y="5689523"/>
              <a:ext cx="697627" cy="369332"/>
            </a:xfrm>
            <a:prstGeom prst="rect">
              <a:avLst/>
            </a:prstGeom>
            <a:noFill/>
          </p:spPr>
          <p:txBody>
            <a:bodyPr wrap="none" rtlCol="0">
              <a:spAutoFit/>
            </a:bodyPr>
            <a:lstStyle/>
            <a:p>
              <a:r>
                <a:rPr kumimoji="1" lang="en-US" altLang="zh-CN" b="1" dirty="0"/>
                <a:t>GND</a:t>
              </a:r>
              <a:endParaRPr kumimoji="1" lang="zh-CN" altLang="en-US" b="1" dirty="0"/>
            </a:p>
          </p:txBody>
        </p:sp>
        <p:cxnSp>
          <p:nvCxnSpPr>
            <p:cNvPr id="197" name="直线连接符 196">
              <a:extLst>
                <a:ext uri="{FF2B5EF4-FFF2-40B4-BE49-F238E27FC236}">
                  <a16:creationId xmlns:a16="http://schemas.microsoft.com/office/drawing/2014/main" id="{9B872ED0-F12A-64C2-1974-E0157ABDDA23}"/>
                </a:ext>
              </a:extLst>
            </p:cNvPr>
            <p:cNvCxnSpPr>
              <a:cxnSpLocks/>
            </p:cNvCxnSpPr>
            <p:nvPr/>
          </p:nvCxnSpPr>
          <p:spPr bwMode="auto">
            <a:xfrm>
              <a:off x="6416219" y="5012128"/>
              <a:ext cx="424033"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sp>
          <p:nvSpPr>
            <p:cNvPr id="199" name="文本框 198">
              <a:extLst>
                <a:ext uri="{FF2B5EF4-FFF2-40B4-BE49-F238E27FC236}">
                  <a16:creationId xmlns:a16="http://schemas.microsoft.com/office/drawing/2014/main" id="{2B875FD6-FE73-B47E-95F1-27AA78B6CFA4}"/>
                </a:ext>
              </a:extLst>
            </p:cNvPr>
            <p:cNvSpPr txBox="1"/>
            <p:nvPr/>
          </p:nvSpPr>
          <p:spPr>
            <a:xfrm>
              <a:off x="6812723" y="4799106"/>
              <a:ext cx="325730" cy="369332"/>
            </a:xfrm>
            <a:prstGeom prst="rect">
              <a:avLst/>
            </a:prstGeom>
            <a:noFill/>
          </p:spPr>
          <p:txBody>
            <a:bodyPr wrap="none" rtlCol="0">
              <a:spAutoFit/>
            </a:bodyPr>
            <a:lstStyle/>
            <a:p>
              <a:r>
                <a:rPr kumimoji="1" lang="en-US" altLang="zh-CN" b="1" dirty="0"/>
                <a:t>F</a:t>
              </a:r>
              <a:endParaRPr kumimoji="1" lang="zh-CN" altLang="en-US" b="1" dirty="0"/>
            </a:p>
          </p:txBody>
        </p:sp>
      </p:grpSp>
      <p:sp>
        <p:nvSpPr>
          <p:cNvPr id="121" name="灯片编号占位符 6">
            <a:extLst>
              <a:ext uri="{FF2B5EF4-FFF2-40B4-BE49-F238E27FC236}">
                <a16:creationId xmlns:a16="http://schemas.microsoft.com/office/drawing/2014/main" id="{EB22D75E-DA31-764B-8CC4-8D9B70B3F08F}"/>
              </a:ext>
            </a:extLst>
          </p:cNvPr>
          <p:cNvSpPr txBox="1">
            <a:spLocks/>
          </p:cNvSpPr>
          <p:nvPr/>
        </p:nvSpPr>
        <p:spPr bwMode="auto">
          <a:xfrm>
            <a:off x="6553200" y="6265860"/>
            <a:ext cx="213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4600" b="1" kern="1200">
                <a:solidFill>
                  <a:srgbClr val="FF3300"/>
                </a:solidFill>
                <a:latin typeface="Garamond" pitchFamily="18" charset="0"/>
                <a:ea typeface="宋体" charset="-122"/>
                <a:cs typeface="+mn-cs"/>
              </a:defRPr>
            </a:lvl1pPr>
            <a:lvl2pPr marL="742950" indent="-28575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2pPr>
            <a:lvl3pPr marL="11430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3pPr>
            <a:lvl4pPr marL="16002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4pPr>
            <a:lvl5pPr marL="2057400" indent="-228600" algn="l" rtl="0" eaLnBrk="0" fontAlgn="base" hangingPunct="0">
              <a:spcBef>
                <a:spcPct val="0"/>
              </a:spcBef>
              <a:spcAft>
                <a:spcPct val="0"/>
              </a:spcAft>
              <a:defRPr sz="4600" b="1" kern="1200">
                <a:solidFill>
                  <a:srgbClr val="FF3300"/>
                </a:solidFill>
                <a:latin typeface="Garamond" pitchFamily="18" charset="0"/>
                <a:ea typeface="宋体" charset="-122"/>
                <a:cs typeface="+mn-cs"/>
              </a:defRPr>
            </a:lvl5pPr>
            <a:lvl6pPr marL="25146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6pPr>
            <a:lvl7pPr marL="29718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7pPr>
            <a:lvl8pPr marL="34290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8pPr>
            <a:lvl9pPr marL="3886200" indent="-228600" algn="ctr" defTabSz="914400" rtl="0" eaLnBrk="0" fontAlgn="base" latinLnBrk="0" hangingPunct="0">
              <a:spcBef>
                <a:spcPct val="0"/>
              </a:spcBef>
              <a:spcAft>
                <a:spcPct val="0"/>
              </a:spcAft>
              <a:defRPr sz="4600" b="1" kern="1200">
                <a:solidFill>
                  <a:srgbClr val="FF3300"/>
                </a:solidFill>
                <a:latin typeface="Garamond" pitchFamily="18" charset="0"/>
                <a:ea typeface="宋体" charset="-122"/>
                <a:cs typeface="+mn-cs"/>
              </a:defRPr>
            </a:lvl9pPr>
          </a:lstStyle>
          <a:p>
            <a:pPr eaLnBrk="1" hangingPunct="1"/>
            <a:fld id="{CCE6D788-BCB5-407E-9DED-68D155892338}" type="slidenum">
              <a:rPr lang="en-US" altLang="zh-CN" sz="1400" smtClean="0">
                <a:solidFill>
                  <a:schemeClr val="tx1"/>
                </a:solidFill>
                <a:latin typeface="+mn-lt"/>
              </a:rPr>
              <a:pPr eaLnBrk="1" hangingPunct="1"/>
              <a:t>105</a:t>
            </a:fld>
            <a:endParaRPr lang="en-US" altLang="zh-CN" sz="1400" dirty="0">
              <a:solidFill>
                <a:schemeClr val="tx1"/>
              </a:solidFill>
              <a:latin typeface="+mn-lt"/>
            </a:endParaRPr>
          </a:p>
        </p:txBody>
      </p:sp>
    </p:spTree>
    <p:extLst>
      <p:ext uri="{BB962C8B-B14F-4D97-AF65-F5344CB8AC3E}">
        <p14:creationId xmlns:p14="http://schemas.microsoft.com/office/powerpoint/2010/main" val="428884647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3536C-15A0-5148-B06F-88CE3BD20720}"/>
              </a:ext>
            </a:extLst>
          </p:cNvPr>
          <p:cNvSpPr>
            <a:spLocks noGrp="1"/>
          </p:cNvSpPr>
          <p:nvPr>
            <p:ph type="title"/>
          </p:nvPr>
        </p:nvSpPr>
        <p:spPr>
          <a:xfrm>
            <a:off x="457200" y="163039"/>
            <a:ext cx="8229600" cy="1143000"/>
          </a:xfrm>
        </p:spPr>
        <p:txBody>
          <a:bodyPr/>
          <a:lstStyle/>
          <a:p>
            <a:r>
              <a:rPr lang="en-US" altLang="zh-CN" b="1" dirty="0"/>
              <a:t>CMOS</a:t>
            </a:r>
            <a:r>
              <a:rPr lang="zh-CN" altLang="en-US" b="1" dirty="0"/>
              <a:t>逻辑门</a:t>
            </a:r>
            <a:endParaRPr lang="en-CN" b="1" dirty="0"/>
          </a:p>
        </p:txBody>
      </p:sp>
      <p:sp>
        <p:nvSpPr>
          <p:cNvPr id="6" name="Content Placeholder 5">
            <a:extLst>
              <a:ext uri="{FF2B5EF4-FFF2-40B4-BE49-F238E27FC236}">
                <a16:creationId xmlns:a16="http://schemas.microsoft.com/office/drawing/2014/main" id="{170BA04D-2C3C-C546-B2FA-56DC2F0A82DB}"/>
              </a:ext>
            </a:extLst>
          </p:cNvPr>
          <p:cNvSpPr>
            <a:spLocks noGrp="1"/>
          </p:cNvSpPr>
          <p:nvPr>
            <p:ph idx="1"/>
          </p:nvPr>
        </p:nvSpPr>
        <p:spPr/>
        <p:txBody>
          <a:bodyPr/>
          <a:lstStyle/>
          <a:p>
            <a:r>
              <a:rPr lang="zh-CN" altLang="en-US" sz="3200" dirty="0"/>
              <a:t>开放式讨论</a:t>
            </a:r>
            <a:endParaRPr lang="en-CN" sz="3200" dirty="0"/>
          </a:p>
        </p:txBody>
      </p:sp>
      <p:sp>
        <p:nvSpPr>
          <p:cNvPr id="3" name="Slide Number Placeholder 2">
            <a:extLst>
              <a:ext uri="{FF2B5EF4-FFF2-40B4-BE49-F238E27FC236}">
                <a16:creationId xmlns:a16="http://schemas.microsoft.com/office/drawing/2014/main" id="{CD40CEFC-6C4A-3F44-A4A4-E4C0B89A4091}"/>
              </a:ext>
            </a:extLst>
          </p:cNvPr>
          <p:cNvSpPr>
            <a:spLocks noGrp="1"/>
          </p:cNvSpPr>
          <p:nvPr>
            <p:ph type="sldNum" sz="quarter" idx="12"/>
          </p:nvPr>
        </p:nvSpPr>
        <p:spPr/>
        <p:txBody>
          <a:bodyPr/>
          <a:lstStyle/>
          <a:p>
            <a:pPr>
              <a:defRPr/>
            </a:pPr>
            <a:fld id="{A88D0608-5506-4AD0-BB9E-DF761E8BFA1F}" type="slidenum">
              <a:rPr lang="zh-CN" altLang="en-US" smtClean="0"/>
              <a:pPr>
                <a:defRPr/>
              </a:pPr>
              <a:t>106</a:t>
            </a:fld>
            <a:endParaRPr lang="en-US" altLang="zh-CN" dirty="0"/>
          </a:p>
        </p:txBody>
      </p:sp>
      <p:sp>
        <p:nvSpPr>
          <p:cNvPr id="4" name="TextBox 4">
            <a:extLst>
              <a:ext uri="{FF2B5EF4-FFF2-40B4-BE49-F238E27FC236}">
                <a16:creationId xmlns:a16="http://schemas.microsoft.com/office/drawing/2014/main" id="{7E8ED4AF-8FB8-83DB-6B2F-EBB1B68BD431}"/>
              </a:ext>
            </a:extLst>
          </p:cNvPr>
          <p:cNvSpPr txBox="1"/>
          <p:nvPr/>
        </p:nvSpPr>
        <p:spPr>
          <a:xfrm>
            <a:off x="552128" y="4721011"/>
            <a:ext cx="8134672" cy="1569660"/>
          </a:xfrm>
          <a:prstGeom prst="rect">
            <a:avLst/>
          </a:prstGeom>
          <a:noFill/>
        </p:spPr>
        <p:txBody>
          <a:bodyPr wrap="square" rtlCol="0">
            <a:spAutoFit/>
          </a:bodyPr>
          <a:lstStyle/>
          <a:p>
            <a:pPr algn="just"/>
            <a:r>
              <a:rPr lang="zh-CN" altLang="en-US" sz="2400" b="1" dirty="0">
                <a:latin typeface="+mn-lt"/>
                <a:ea typeface="+mn-ea"/>
              </a:rPr>
              <a:t>输入信号控制栅极，没有静态输入电流。</a:t>
            </a:r>
            <a:endParaRPr lang="en-US" sz="2400" b="1" dirty="0">
              <a:latin typeface="+mn-lt"/>
              <a:ea typeface="+mn-ea"/>
            </a:endParaRPr>
          </a:p>
          <a:p>
            <a:pPr algn="just"/>
            <a:endParaRPr lang="en-CN" sz="2400" b="1" dirty="0">
              <a:solidFill>
                <a:srgbClr val="3333FF"/>
              </a:solidFill>
              <a:latin typeface="+mn-lt"/>
              <a:ea typeface="+mn-ea"/>
            </a:endParaRPr>
          </a:p>
          <a:p>
            <a:pPr algn="just"/>
            <a:r>
              <a:rPr lang="zh-CN" altLang="en-US" sz="2400" b="1" dirty="0">
                <a:solidFill>
                  <a:srgbClr val="3333FF"/>
                </a:solidFill>
                <a:latin typeface="+mn-lt"/>
                <a:ea typeface="+mn-ea"/>
              </a:rPr>
              <a:t>输出不会悬空！</a:t>
            </a:r>
            <a:endParaRPr lang="en-US" altLang="zh-CN" sz="2400" b="1" dirty="0">
              <a:solidFill>
                <a:srgbClr val="3333FF"/>
              </a:solidFill>
              <a:latin typeface="+mn-lt"/>
              <a:ea typeface="+mn-ea"/>
            </a:endParaRPr>
          </a:p>
          <a:p>
            <a:pPr algn="just"/>
            <a:r>
              <a:rPr lang="zh-CN" altLang="en-US" sz="2400" b="1" dirty="0">
                <a:latin typeface="+mn-lt"/>
                <a:ea typeface="+mn-ea"/>
              </a:rPr>
              <a:t>输出连接</a:t>
            </a:r>
            <a:r>
              <a:rPr lang="en-US" altLang="zh-CN" sz="2400" b="1" dirty="0">
                <a:latin typeface="+mn-lt"/>
                <a:ea typeface="+mn-ea"/>
              </a:rPr>
              <a:t>VDD</a:t>
            </a:r>
            <a:r>
              <a:rPr lang="zh-CN" altLang="en-US" sz="2400" b="1" dirty="0">
                <a:latin typeface="+mn-lt"/>
                <a:ea typeface="+mn-ea"/>
              </a:rPr>
              <a:t>（通过</a:t>
            </a:r>
            <a:r>
              <a:rPr lang="en-US" altLang="zh-CN" sz="2400" b="1" dirty="0" err="1">
                <a:latin typeface="+mn-lt"/>
                <a:ea typeface="+mn-ea"/>
              </a:rPr>
              <a:t>pmos</a:t>
            </a:r>
            <a:r>
              <a:rPr lang="zh-CN" altLang="en-US" sz="2400" b="1" dirty="0">
                <a:latin typeface="+mn-lt"/>
                <a:ea typeface="+mn-ea"/>
              </a:rPr>
              <a:t>）或者</a:t>
            </a:r>
            <a:r>
              <a:rPr lang="en-US" altLang="zh-CN" sz="2400" b="1" dirty="0">
                <a:latin typeface="+mn-lt"/>
                <a:ea typeface="+mn-ea"/>
              </a:rPr>
              <a:t>GND</a:t>
            </a:r>
            <a:r>
              <a:rPr lang="zh-CN" altLang="en-US" sz="2400" b="1" dirty="0">
                <a:latin typeface="+mn-lt"/>
                <a:ea typeface="+mn-ea"/>
              </a:rPr>
              <a:t>（通过</a:t>
            </a:r>
            <a:r>
              <a:rPr lang="en-US" altLang="zh-CN" sz="2400" b="1" dirty="0">
                <a:latin typeface="+mn-lt"/>
                <a:ea typeface="+mn-ea"/>
              </a:rPr>
              <a:t>NMOS</a:t>
            </a:r>
            <a:r>
              <a:rPr lang="zh-CN" altLang="en-US" sz="2400" b="1" dirty="0">
                <a:latin typeface="+mn-lt"/>
                <a:ea typeface="+mn-ea"/>
              </a:rPr>
              <a:t>）。</a:t>
            </a:r>
            <a:endParaRPr lang="en-CN" sz="2400" b="1" dirty="0">
              <a:latin typeface="+mn-lt"/>
              <a:ea typeface="+mn-ea"/>
            </a:endParaRPr>
          </a:p>
        </p:txBody>
      </p:sp>
      <p:grpSp>
        <p:nvGrpSpPr>
          <p:cNvPr id="51" name="组合 50">
            <a:extLst>
              <a:ext uri="{FF2B5EF4-FFF2-40B4-BE49-F238E27FC236}">
                <a16:creationId xmlns:a16="http://schemas.microsoft.com/office/drawing/2014/main" id="{5FCA1158-7A47-5008-926F-A11E5B8225AB}"/>
              </a:ext>
            </a:extLst>
          </p:cNvPr>
          <p:cNvGrpSpPr/>
          <p:nvPr/>
        </p:nvGrpSpPr>
        <p:grpSpPr>
          <a:xfrm>
            <a:off x="1328251" y="2240185"/>
            <a:ext cx="6582425" cy="2304335"/>
            <a:chOff x="1132323" y="2420019"/>
            <a:chExt cx="6582425" cy="2304335"/>
          </a:xfrm>
        </p:grpSpPr>
        <p:grpSp>
          <p:nvGrpSpPr>
            <p:cNvPr id="5" name="组合 4">
              <a:extLst>
                <a:ext uri="{FF2B5EF4-FFF2-40B4-BE49-F238E27FC236}">
                  <a16:creationId xmlns:a16="http://schemas.microsoft.com/office/drawing/2014/main" id="{B9BCE1D0-F50B-B092-AFEF-198D0609B53C}"/>
                </a:ext>
              </a:extLst>
            </p:cNvPr>
            <p:cNvGrpSpPr/>
            <p:nvPr/>
          </p:nvGrpSpPr>
          <p:grpSpPr>
            <a:xfrm>
              <a:off x="4572000" y="3248980"/>
              <a:ext cx="3142748" cy="648284"/>
              <a:chOff x="3571540" y="5049614"/>
              <a:chExt cx="3142748" cy="648284"/>
            </a:xfrm>
          </p:grpSpPr>
          <p:sp>
            <p:nvSpPr>
              <p:cNvPr id="10" name="矩形 9">
                <a:extLst>
                  <a:ext uri="{FF2B5EF4-FFF2-40B4-BE49-F238E27FC236}">
                    <a16:creationId xmlns:a16="http://schemas.microsoft.com/office/drawing/2014/main" id="{09800F04-FBC4-3B1F-177A-F3E9AA426941}"/>
                  </a:ext>
                </a:extLst>
              </p:cNvPr>
              <p:cNvSpPr/>
              <p:nvPr/>
            </p:nvSpPr>
            <p:spPr bwMode="auto">
              <a:xfrm>
                <a:off x="3571540" y="5049614"/>
                <a:ext cx="684052" cy="648284"/>
              </a:xfrm>
              <a:prstGeom prst="rect">
                <a:avLst/>
              </a:prstGeom>
              <a:noFill/>
              <a:ln w="28575" cap="rnd"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11" name="任意形状 10">
                <a:extLst>
                  <a:ext uri="{FF2B5EF4-FFF2-40B4-BE49-F238E27FC236}">
                    <a16:creationId xmlns:a16="http://schemas.microsoft.com/office/drawing/2014/main" id="{CAC42AD9-2A62-5107-7E1B-7E5BD3B839F5}"/>
                  </a:ext>
                </a:extLst>
              </p:cNvPr>
              <p:cNvSpPr/>
              <p:nvPr/>
            </p:nvSpPr>
            <p:spPr bwMode="auto">
              <a:xfrm>
                <a:off x="3940822" y="5065614"/>
                <a:ext cx="957476" cy="307498"/>
              </a:xfrm>
              <a:custGeom>
                <a:avLst/>
                <a:gdLst>
                  <a:gd name="connsiteX0" fmla="*/ 0 w 1497027"/>
                  <a:gd name="connsiteY0" fmla="*/ 0 h 307498"/>
                  <a:gd name="connsiteX1" fmla="*/ 32368 w 1497027"/>
                  <a:gd name="connsiteY1" fmla="*/ 145657 h 307498"/>
                  <a:gd name="connsiteX2" fmla="*/ 80921 w 1497027"/>
                  <a:gd name="connsiteY2" fmla="*/ 218485 h 307498"/>
                  <a:gd name="connsiteX3" fmla="*/ 178025 w 1497027"/>
                  <a:gd name="connsiteY3" fmla="*/ 258945 h 307498"/>
                  <a:gd name="connsiteX4" fmla="*/ 323682 w 1497027"/>
                  <a:gd name="connsiteY4" fmla="*/ 299405 h 307498"/>
                  <a:gd name="connsiteX5" fmla="*/ 550259 w 1497027"/>
                  <a:gd name="connsiteY5" fmla="*/ 307498 h 307498"/>
                  <a:gd name="connsiteX6" fmla="*/ 1497027 w 1497027"/>
                  <a:gd name="connsiteY6" fmla="*/ 299405 h 307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97027" h="307498">
                    <a:moveTo>
                      <a:pt x="0" y="0"/>
                    </a:moveTo>
                    <a:cubicBezTo>
                      <a:pt x="9440" y="54621"/>
                      <a:pt x="18881" y="109243"/>
                      <a:pt x="32368" y="145657"/>
                    </a:cubicBezTo>
                    <a:cubicBezTo>
                      <a:pt x="45855" y="182071"/>
                      <a:pt x="56645" y="199604"/>
                      <a:pt x="80921" y="218485"/>
                    </a:cubicBezTo>
                    <a:cubicBezTo>
                      <a:pt x="105197" y="237366"/>
                      <a:pt x="137565" y="245458"/>
                      <a:pt x="178025" y="258945"/>
                    </a:cubicBezTo>
                    <a:cubicBezTo>
                      <a:pt x="218485" y="272432"/>
                      <a:pt x="261643" y="291313"/>
                      <a:pt x="323682" y="299405"/>
                    </a:cubicBezTo>
                    <a:cubicBezTo>
                      <a:pt x="385721" y="307497"/>
                      <a:pt x="550259" y="307498"/>
                      <a:pt x="550259" y="307498"/>
                    </a:cubicBezTo>
                    <a:lnTo>
                      <a:pt x="1497027" y="299405"/>
                    </a:lnTo>
                  </a:path>
                </a:pathLst>
              </a:custGeom>
              <a:noFill/>
              <a:ln w="28575" cap="rnd"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zh-CN" altLang="en-US"/>
              </a:p>
            </p:txBody>
          </p:sp>
          <p:sp>
            <p:nvSpPr>
              <p:cNvPr id="19" name="矩形 18">
                <a:extLst>
                  <a:ext uri="{FF2B5EF4-FFF2-40B4-BE49-F238E27FC236}">
                    <a16:creationId xmlns:a16="http://schemas.microsoft.com/office/drawing/2014/main" id="{76A8B4F1-731B-6386-6677-8E46E26BDED4}"/>
                  </a:ext>
                </a:extLst>
              </p:cNvPr>
              <p:cNvSpPr/>
              <p:nvPr/>
            </p:nvSpPr>
            <p:spPr bwMode="auto">
              <a:xfrm>
                <a:off x="5464267" y="5049614"/>
                <a:ext cx="684052" cy="648284"/>
              </a:xfrm>
              <a:prstGeom prst="rect">
                <a:avLst/>
              </a:prstGeom>
              <a:noFill/>
              <a:ln w="28575" cap="rnd"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25" name="任意形状 24">
                <a:extLst>
                  <a:ext uri="{FF2B5EF4-FFF2-40B4-BE49-F238E27FC236}">
                    <a16:creationId xmlns:a16="http://schemas.microsoft.com/office/drawing/2014/main" id="{566ED1B2-01A4-6DF6-3916-B20B41A9F45B}"/>
                  </a:ext>
                </a:extLst>
              </p:cNvPr>
              <p:cNvSpPr/>
              <p:nvPr/>
            </p:nvSpPr>
            <p:spPr bwMode="auto">
              <a:xfrm flipV="1">
                <a:off x="5806293" y="5364816"/>
                <a:ext cx="907995" cy="307498"/>
              </a:xfrm>
              <a:custGeom>
                <a:avLst/>
                <a:gdLst>
                  <a:gd name="connsiteX0" fmla="*/ 0 w 1497027"/>
                  <a:gd name="connsiteY0" fmla="*/ 0 h 307498"/>
                  <a:gd name="connsiteX1" fmla="*/ 32368 w 1497027"/>
                  <a:gd name="connsiteY1" fmla="*/ 145657 h 307498"/>
                  <a:gd name="connsiteX2" fmla="*/ 80921 w 1497027"/>
                  <a:gd name="connsiteY2" fmla="*/ 218485 h 307498"/>
                  <a:gd name="connsiteX3" fmla="*/ 178025 w 1497027"/>
                  <a:gd name="connsiteY3" fmla="*/ 258945 h 307498"/>
                  <a:gd name="connsiteX4" fmla="*/ 323682 w 1497027"/>
                  <a:gd name="connsiteY4" fmla="*/ 299405 h 307498"/>
                  <a:gd name="connsiteX5" fmla="*/ 550259 w 1497027"/>
                  <a:gd name="connsiteY5" fmla="*/ 307498 h 307498"/>
                  <a:gd name="connsiteX6" fmla="*/ 1497027 w 1497027"/>
                  <a:gd name="connsiteY6" fmla="*/ 299405 h 307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97027" h="307498">
                    <a:moveTo>
                      <a:pt x="0" y="0"/>
                    </a:moveTo>
                    <a:cubicBezTo>
                      <a:pt x="9440" y="54621"/>
                      <a:pt x="18881" y="109243"/>
                      <a:pt x="32368" y="145657"/>
                    </a:cubicBezTo>
                    <a:cubicBezTo>
                      <a:pt x="45855" y="182071"/>
                      <a:pt x="56645" y="199604"/>
                      <a:pt x="80921" y="218485"/>
                    </a:cubicBezTo>
                    <a:cubicBezTo>
                      <a:pt x="105197" y="237366"/>
                      <a:pt x="137565" y="245458"/>
                      <a:pt x="178025" y="258945"/>
                    </a:cubicBezTo>
                    <a:cubicBezTo>
                      <a:pt x="218485" y="272432"/>
                      <a:pt x="261643" y="291313"/>
                      <a:pt x="323682" y="299405"/>
                    </a:cubicBezTo>
                    <a:cubicBezTo>
                      <a:pt x="385721" y="307497"/>
                      <a:pt x="550259" y="307498"/>
                      <a:pt x="550259" y="307498"/>
                    </a:cubicBezTo>
                    <a:lnTo>
                      <a:pt x="1497027" y="299405"/>
                    </a:lnTo>
                  </a:path>
                </a:pathLst>
              </a:custGeom>
              <a:noFill/>
              <a:ln w="28575" cap="rnd"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zh-CN" altLang="en-US"/>
              </a:p>
            </p:txBody>
          </p:sp>
        </p:grpSp>
        <p:grpSp>
          <p:nvGrpSpPr>
            <p:cNvPr id="29" name="组合 28">
              <a:extLst>
                <a:ext uri="{FF2B5EF4-FFF2-40B4-BE49-F238E27FC236}">
                  <a16:creationId xmlns:a16="http://schemas.microsoft.com/office/drawing/2014/main" id="{F2436CFE-0023-737F-D541-EE4C90B95EB3}"/>
                </a:ext>
              </a:extLst>
            </p:cNvPr>
            <p:cNvGrpSpPr/>
            <p:nvPr/>
          </p:nvGrpSpPr>
          <p:grpSpPr>
            <a:xfrm>
              <a:off x="1132323" y="2483467"/>
              <a:ext cx="3439677" cy="2169669"/>
              <a:chOff x="1132323" y="4069499"/>
              <a:chExt cx="3439677" cy="2169669"/>
            </a:xfrm>
          </p:grpSpPr>
          <p:sp>
            <p:nvSpPr>
              <p:cNvPr id="30" name="环形箭头 29">
                <a:extLst>
                  <a:ext uri="{FF2B5EF4-FFF2-40B4-BE49-F238E27FC236}">
                    <a16:creationId xmlns:a16="http://schemas.microsoft.com/office/drawing/2014/main" id="{33F9CAE3-E5AC-5CFF-C814-07BCB21BEFE7}"/>
                  </a:ext>
                </a:extLst>
              </p:cNvPr>
              <p:cNvSpPr/>
              <p:nvPr/>
            </p:nvSpPr>
            <p:spPr bwMode="auto">
              <a:xfrm rot="12139030" flipV="1">
                <a:off x="2398233" y="5260760"/>
                <a:ext cx="697897" cy="978408"/>
              </a:xfrm>
              <a:prstGeom prst="circularArrow">
                <a:avLst>
                  <a:gd name="adj1" fmla="val 12500"/>
                  <a:gd name="adj2" fmla="val 1142319"/>
                  <a:gd name="adj3" fmla="val 20457681"/>
                  <a:gd name="adj4" fmla="val 17316628"/>
                  <a:gd name="adj5" fmla="val 12500"/>
                </a:avLst>
              </a:prstGeom>
              <a:solidFill>
                <a:srgbClr val="FF0000"/>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grpSp>
            <p:nvGrpSpPr>
              <p:cNvPr id="31" name="组合 30">
                <a:extLst>
                  <a:ext uri="{FF2B5EF4-FFF2-40B4-BE49-F238E27FC236}">
                    <a16:creationId xmlns:a16="http://schemas.microsoft.com/office/drawing/2014/main" id="{0C0D7A2C-F7BA-AC7F-716E-5F56C6895E5C}"/>
                  </a:ext>
                </a:extLst>
              </p:cNvPr>
              <p:cNvGrpSpPr/>
              <p:nvPr/>
            </p:nvGrpSpPr>
            <p:grpSpPr>
              <a:xfrm>
                <a:off x="1132323" y="4069499"/>
                <a:ext cx="3439677" cy="1909760"/>
                <a:chOff x="935596" y="4282501"/>
                <a:chExt cx="3439677" cy="1909760"/>
              </a:xfrm>
            </p:grpSpPr>
            <p:cxnSp>
              <p:nvCxnSpPr>
                <p:cNvPr id="32" name="直线连接符 31">
                  <a:extLst>
                    <a:ext uri="{FF2B5EF4-FFF2-40B4-BE49-F238E27FC236}">
                      <a16:creationId xmlns:a16="http://schemas.microsoft.com/office/drawing/2014/main" id="{11917044-A52A-4883-D0CD-3FAA73F0BD6D}"/>
                    </a:ext>
                  </a:extLst>
                </p:cNvPr>
                <p:cNvCxnSpPr/>
                <p:nvPr/>
              </p:nvCxnSpPr>
              <p:spPr bwMode="auto">
                <a:xfrm>
                  <a:off x="1727684" y="4545124"/>
                  <a:ext cx="684076"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sp>
              <p:nvSpPr>
                <p:cNvPr id="33" name="矩形 32">
                  <a:extLst>
                    <a:ext uri="{FF2B5EF4-FFF2-40B4-BE49-F238E27FC236}">
                      <a16:creationId xmlns:a16="http://schemas.microsoft.com/office/drawing/2014/main" id="{A767198E-B688-280C-82FB-D5E1D3EFEA8D}"/>
                    </a:ext>
                  </a:extLst>
                </p:cNvPr>
                <p:cNvSpPr/>
                <p:nvPr/>
              </p:nvSpPr>
              <p:spPr bwMode="auto">
                <a:xfrm>
                  <a:off x="1727684" y="4796605"/>
                  <a:ext cx="684076" cy="446347"/>
                </a:xfrm>
                <a:prstGeom prst="rect">
                  <a:avLst/>
                </a:prstGeom>
                <a:noFill/>
                <a:ln w="28575" cap="rnd"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cxnSp>
              <p:nvCxnSpPr>
                <p:cNvPr id="34" name="直线连接符 33">
                  <a:extLst>
                    <a:ext uri="{FF2B5EF4-FFF2-40B4-BE49-F238E27FC236}">
                      <a16:creationId xmlns:a16="http://schemas.microsoft.com/office/drawing/2014/main" id="{498BA96B-2B22-2313-73DC-B4E9B9EDA150}"/>
                    </a:ext>
                  </a:extLst>
                </p:cNvPr>
                <p:cNvCxnSpPr>
                  <a:cxnSpLocks/>
                  <a:stCxn id="33" idx="0"/>
                </p:cNvCxnSpPr>
                <p:nvPr/>
              </p:nvCxnSpPr>
              <p:spPr bwMode="auto">
                <a:xfrm flipV="1">
                  <a:off x="2069722" y="4545124"/>
                  <a:ext cx="0" cy="251481"/>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35" name="直线连接符 34">
                  <a:extLst>
                    <a:ext uri="{FF2B5EF4-FFF2-40B4-BE49-F238E27FC236}">
                      <a16:creationId xmlns:a16="http://schemas.microsoft.com/office/drawing/2014/main" id="{A64E6D5F-AD47-7C6D-247F-F4DFA6327B04}"/>
                    </a:ext>
                  </a:extLst>
                </p:cNvPr>
                <p:cNvCxnSpPr>
                  <a:cxnSpLocks/>
                </p:cNvCxnSpPr>
                <p:nvPr/>
              </p:nvCxnSpPr>
              <p:spPr bwMode="auto">
                <a:xfrm flipV="1">
                  <a:off x="2069722" y="5242952"/>
                  <a:ext cx="0" cy="251481"/>
                </a:xfrm>
                <a:prstGeom prst="line">
                  <a:avLst/>
                </a:prstGeom>
                <a:solidFill>
                  <a:schemeClr val="accent1"/>
                </a:solidFill>
                <a:ln w="28575" cap="rnd" cmpd="sng" algn="ctr">
                  <a:solidFill>
                    <a:schemeClr val="tx1"/>
                  </a:solidFill>
                  <a:prstDash val="solid"/>
                  <a:round/>
                  <a:headEnd type="none" w="med" len="med"/>
                  <a:tailEnd type="none" w="med" len="med"/>
                </a:ln>
                <a:effectLst/>
              </p:spPr>
            </p:cxnSp>
            <p:sp>
              <p:nvSpPr>
                <p:cNvPr id="36" name="矩形 35">
                  <a:extLst>
                    <a:ext uri="{FF2B5EF4-FFF2-40B4-BE49-F238E27FC236}">
                      <a16:creationId xmlns:a16="http://schemas.microsoft.com/office/drawing/2014/main" id="{E5DFD712-8807-0226-3ECE-79FAE6B6D6D7}"/>
                    </a:ext>
                  </a:extLst>
                </p:cNvPr>
                <p:cNvSpPr/>
                <p:nvPr/>
              </p:nvSpPr>
              <p:spPr bwMode="auto">
                <a:xfrm>
                  <a:off x="1727684" y="5494433"/>
                  <a:ext cx="684076" cy="446347"/>
                </a:xfrm>
                <a:prstGeom prst="rect">
                  <a:avLst/>
                </a:prstGeom>
                <a:noFill/>
                <a:ln w="28575" cap="rnd"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cxnSp>
              <p:nvCxnSpPr>
                <p:cNvPr id="37" name="直线连接符 36">
                  <a:extLst>
                    <a:ext uri="{FF2B5EF4-FFF2-40B4-BE49-F238E27FC236}">
                      <a16:creationId xmlns:a16="http://schemas.microsoft.com/office/drawing/2014/main" id="{6F294AAE-E528-40A7-9048-F859892EA729}"/>
                    </a:ext>
                  </a:extLst>
                </p:cNvPr>
                <p:cNvCxnSpPr>
                  <a:cxnSpLocks/>
                </p:cNvCxnSpPr>
                <p:nvPr/>
              </p:nvCxnSpPr>
              <p:spPr bwMode="auto">
                <a:xfrm flipV="1">
                  <a:off x="2069722" y="5940780"/>
                  <a:ext cx="0" cy="251481"/>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38" name="直线连接符 37">
                  <a:extLst>
                    <a:ext uri="{FF2B5EF4-FFF2-40B4-BE49-F238E27FC236}">
                      <a16:creationId xmlns:a16="http://schemas.microsoft.com/office/drawing/2014/main" id="{CB18522A-D462-58A8-52EF-6F09CE7F0F64}"/>
                    </a:ext>
                  </a:extLst>
                </p:cNvPr>
                <p:cNvCxnSpPr>
                  <a:cxnSpLocks/>
                </p:cNvCxnSpPr>
                <p:nvPr/>
              </p:nvCxnSpPr>
              <p:spPr bwMode="auto">
                <a:xfrm>
                  <a:off x="1927001" y="6190141"/>
                  <a:ext cx="288032" cy="2120"/>
                </a:xfrm>
                <a:prstGeom prst="line">
                  <a:avLst/>
                </a:prstGeom>
                <a:solidFill>
                  <a:schemeClr val="accent1"/>
                </a:solidFill>
                <a:ln w="28575" cap="rnd" cmpd="sng" algn="ctr">
                  <a:solidFill>
                    <a:schemeClr val="tx1"/>
                  </a:solidFill>
                  <a:prstDash val="solid"/>
                  <a:round/>
                  <a:headEnd type="none" w="med" len="med"/>
                  <a:tailEnd type="none" w="med" len="med"/>
                </a:ln>
                <a:effectLst/>
              </p:spPr>
            </p:cxnSp>
            <p:sp>
              <p:nvSpPr>
                <p:cNvPr id="39" name="环形箭头 38">
                  <a:extLst>
                    <a:ext uri="{FF2B5EF4-FFF2-40B4-BE49-F238E27FC236}">
                      <a16:creationId xmlns:a16="http://schemas.microsoft.com/office/drawing/2014/main" id="{B1BA516C-1732-96DA-4245-A8CD22A19A27}"/>
                    </a:ext>
                  </a:extLst>
                </p:cNvPr>
                <p:cNvSpPr/>
                <p:nvPr/>
              </p:nvSpPr>
              <p:spPr bwMode="auto">
                <a:xfrm rot="9460970">
                  <a:off x="2190989" y="4282501"/>
                  <a:ext cx="697897" cy="978408"/>
                </a:xfrm>
                <a:prstGeom prst="circularArrow">
                  <a:avLst>
                    <a:gd name="adj1" fmla="val 12500"/>
                    <a:gd name="adj2" fmla="val 1142319"/>
                    <a:gd name="adj3" fmla="val 20457681"/>
                    <a:gd name="adj4" fmla="val 17316628"/>
                    <a:gd name="adj5" fmla="val 12500"/>
                  </a:avLst>
                </a:prstGeom>
                <a:solidFill>
                  <a:srgbClr val="FF0000"/>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cxnSp>
              <p:nvCxnSpPr>
                <p:cNvPr id="40" name="直线连接符 39">
                  <a:extLst>
                    <a:ext uri="{FF2B5EF4-FFF2-40B4-BE49-F238E27FC236}">
                      <a16:creationId xmlns:a16="http://schemas.microsoft.com/office/drawing/2014/main" id="{C69CFA18-FB7C-CF5B-C5D7-3AC6809E16C7}"/>
                    </a:ext>
                  </a:extLst>
                </p:cNvPr>
                <p:cNvCxnSpPr/>
                <p:nvPr/>
              </p:nvCxnSpPr>
              <p:spPr bwMode="auto">
                <a:xfrm>
                  <a:off x="935596" y="5355949"/>
                  <a:ext cx="684076" cy="0"/>
                </a:xfrm>
                <a:prstGeom prst="line">
                  <a:avLst/>
                </a:prstGeom>
                <a:solidFill>
                  <a:schemeClr val="accent1"/>
                </a:solidFill>
                <a:ln w="28575" cap="rnd" cmpd="sng" algn="ctr">
                  <a:solidFill>
                    <a:schemeClr val="tx1"/>
                  </a:solidFill>
                  <a:prstDash val="solid"/>
                  <a:round/>
                  <a:headEnd type="none" w="med" len="med"/>
                  <a:tailEnd type="triangle" w="med" len="med"/>
                </a:ln>
                <a:effectLst/>
              </p:spPr>
            </p:cxnSp>
            <p:cxnSp>
              <p:nvCxnSpPr>
                <p:cNvPr id="41" name="直线连接符 40">
                  <a:extLst>
                    <a:ext uri="{FF2B5EF4-FFF2-40B4-BE49-F238E27FC236}">
                      <a16:creationId xmlns:a16="http://schemas.microsoft.com/office/drawing/2014/main" id="{7C9566EF-097F-8A3B-08E3-8C412562CACA}"/>
                    </a:ext>
                  </a:extLst>
                </p:cNvPr>
                <p:cNvCxnSpPr>
                  <a:cxnSpLocks/>
                  <a:endCxn id="10" idx="1"/>
                </p:cNvCxnSpPr>
                <p:nvPr/>
              </p:nvCxnSpPr>
              <p:spPr bwMode="auto">
                <a:xfrm flipV="1">
                  <a:off x="2082354" y="5372156"/>
                  <a:ext cx="2292919" cy="5742"/>
                </a:xfrm>
                <a:prstGeom prst="line">
                  <a:avLst/>
                </a:prstGeom>
                <a:solidFill>
                  <a:schemeClr val="accent1"/>
                </a:solidFill>
                <a:ln w="28575" cap="rnd" cmpd="sng" algn="ctr">
                  <a:solidFill>
                    <a:schemeClr val="tx1"/>
                  </a:solidFill>
                  <a:prstDash val="solid"/>
                  <a:round/>
                  <a:headEnd type="none" w="med" len="med"/>
                  <a:tailEnd type="none" w="med" len="med"/>
                </a:ln>
                <a:effectLst/>
              </p:spPr>
            </p:cxnSp>
          </p:grpSp>
        </p:grpSp>
        <p:sp>
          <p:nvSpPr>
            <p:cNvPr id="42" name="文本框 41">
              <a:extLst>
                <a:ext uri="{FF2B5EF4-FFF2-40B4-BE49-F238E27FC236}">
                  <a16:creationId xmlns:a16="http://schemas.microsoft.com/office/drawing/2014/main" id="{957F65D3-5F6F-2760-C78B-AE0CD57F3F78}"/>
                </a:ext>
              </a:extLst>
            </p:cNvPr>
            <p:cNvSpPr txBox="1"/>
            <p:nvPr/>
          </p:nvSpPr>
          <p:spPr>
            <a:xfrm>
              <a:off x="5986817" y="3362698"/>
              <a:ext cx="389850" cy="369332"/>
            </a:xfrm>
            <a:prstGeom prst="rect">
              <a:avLst/>
            </a:prstGeom>
            <a:noFill/>
          </p:spPr>
          <p:txBody>
            <a:bodyPr wrap="none" rtlCol="0">
              <a:spAutoFit/>
            </a:bodyPr>
            <a:lstStyle/>
            <a:p>
              <a:r>
                <a:rPr kumimoji="1" lang="en-US" altLang="zh-CN" dirty="0"/>
                <a:t>or</a:t>
              </a:r>
              <a:endParaRPr kumimoji="1" lang="zh-CN" altLang="en-US" dirty="0"/>
            </a:p>
          </p:txBody>
        </p:sp>
        <p:sp>
          <p:nvSpPr>
            <p:cNvPr id="43" name="文本框 42">
              <a:extLst>
                <a:ext uri="{FF2B5EF4-FFF2-40B4-BE49-F238E27FC236}">
                  <a16:creationId xmlns:a16="http://schemas.microsoft.com/office/drawing/2014/main" id="{A2536A64-8303-C358-3A25-9E4EC9BC3825}"/>
                </a:ext>
              </a:extLst>
            </p:cNvPr>
            <p:cNvSpPr txBox="1"/>
            <p:nvPr/>
          </p:nvSpPr>
          <p:spPr>
            <a:xfrm>
              <a:off x="1922078" y="2420019"/>
              <a:ext cx="671979" cy="369332"/>
            </a:xfrm>
            <a:prstGeom prst="rect">
              <a:avLst/>
            </a:prstGeom>
            <a:noFill/>
          </p:spPr>
          <p:txBody>
            <a:bodyPr wrap="none" rtlCol="0">
              <a:spAutoFit/>
            </a:bodyPr>
            <a:lstStyle/>
            <a:p>
              <a:r>
                <a:rPr kumimoji="1" lang="en-US" altLang="zh-CN" dirty="0"/>
                <a:t>VDD</a:t>
              </a:r>
              <a:endParaRPr kumimoji="1" lang="zh-CN" altLang="en-US" dirty="0"/>
            </a:p>
          </p:txBody>
        </p:sp>
        <p:sp>
          <p:nvSpPr>
            <p:cNvPr id="44" name="文本框 43">
              <a:extLst>
                <a:ext uri="{FF2B5EF4-FFF2-40B4-BE49-F238E27FC236}">
                  <a16:creationId xmlns:a16="http://schemas.microsoft.com/office/drawing/2014/main" id="{C90B1C9F-E984-05AE-7669-9A2DF14D3A42}"/>
                </a:ext>
              </a:extLst>
            </p:cNvPr>
            <p:cNvSpPr txBox="1"/>
            <p:nvPr/>
          </p:nvSpPr>
          <p:spPr>
            <a:xfrm>
              <a:off x="1922078" y="4355022"/>
              <a:ext cx="697627" cy="369332"/>
            </a:xfrm>
            <a:prstGeom prst="rect">
              <a:avLst/>
            </a:prstGeom>
            <a:noFill/>
          </p:spPr>
          <p:txBody>
            <a:bodyPr wrap="none" rtlCol="0">
              <a:spAutoFit/>
            </a:bodyPr>
            <a:lstStyle/>
            <a:p>
              <a:r>
                <a:rPr kumimoji="1" lang="en-US" altLang="zh-CN" dirty="0"/>
                <a:t>GND</a:t>
              </a:r>
              <a:endParaRPr kumimoji="1" lang="zh-CN" altLang="en-US" dirty="0"/>
            </a:p>
          </p:txBody>
        </p:sp>
        <p:sp>
          <p:nvSpPr>
            <p:cNvPr id="45" name="文本框 44">
              <a:extLst>
                <a:ext uri="{FF2B5EF4-FFF2-40B4-BE49-F238E27FC236}">
                  <a16:creationId xmlns:a16="http://schemas.microsoft.com/office/drawing/2014/main" id="{477BF3A9-7631-7F07-6FE8-DC42D172932B}"/>
                </a:ext>
              </a:extLst>
            </p:cNvPr>
            <p:cNvSpPr txBox="1"/>
            <p:nvPr/>
          </p:nvSpPr>
          <p:spPr>
            <a:xfrm>
              <a:off x="4611239" y="2716573"/>
              <a:ext cx="671979" cy="369332"/>
            </a:xfrm>
            <a:prstGeom prst="rect">
              <a:avLst/>
            </a:prstGeom>
            <a:noFill/>
          </p:spPr>
          <p:txBody>
            <a:bodyPr wrap="none" rtlCol="0">
              <a:spAutoFit/>
            </a:bodyPr>
            <a:lstStyle/>
            <a:p>
              <a:r>
                <a:rPr kumimoji="1" lang="en-US" altLang="zh-CN" dirty="0"/>
                <a:t>VDD</a:t>
              </a:r>
              <a:endParaRPr kumimoji="1" lang="zh-CN" altLang="en-US" dirty="0"/>
            </a:p>
          </p:txBody>
        </p:sp>
        <p:sp>
          <p:nvSpPr>
            <p:cNvPr id="46" name="文本框 45">
              <a:extLst>
                <a:ext uri="{FF2B5EF4-FFF2-40B4-BE49-F238E27FC236}">
                  <a16:creationId xmlns:a16="http://schemas.microsoft.com/office/drawing/2014/main" id="{60AD5523-07C7-08EA-AC7C-830DE25793D6}"/>
                </a:ext>
              </a:extLst>
            </p:cNvPr>
            <p:cNvSpPr txBox="1"/>
            <p:nvPr/>
          </p:nvSpPr>
          <p:spPr>
            <a:xfrm>
              <a:off x="6467909" y="4103784"/>
              <a:ext cx="697627" cy="369332"/>
            </a:xfrm>
            <a:prstGeom prst="rect">
              <a:avLst/>
            </a:prstGeom>
            <a:noFill/>
          </p:spPr>
          <p:txBody>
            <a:bodyPr wrap="none" rtlCol="0">
              <a:spAutoFit/>
            </a:bodyPr>
            <a:lstStyle/>
            <a:p>
              <a:r>
                <a:rPr kumimoji="1" lang="en-US" altLang="zh-CN" dirty="0"/>
                <a:t>GND</a:t>
              </a:r>
              <a:endParaRPr kumimoji="1" lang="zh-CN" altLang="en-US" dirty="0"/>
            </a:p>
          </p:txBody>
        </p:sp>
        <p:cxnSp>
          <p:nvCxnSpPr>
            <p:cNvPr id="47" name="直线连接符 46">
              <a:extLst>
                <a:ext uri="{FF2B5EF4-FFF2-40B4-BE49-F238E27FC236}">
                  <a16:creationId xmlns:a16="http://schemas.microsoft.com/office/drawing/2014/main" id="{273867DB-9F63-BA05-BEB9-FB2C6A98B6FE}"/>
                </a:ext>
              </a:extLst>
            </p:cNvPr>
            <p:cNvCxnSpPr/>
            <p:nvPr/>
          </p:nvCxnSpPr>
          <p:spPr bwMode="auto">
            <a:xfrm>
              <a:off x="4608004" y="3085905"/>
              <a:ext cx="684076"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48" name="直线连接符 47">
              <a:extLst>
                <a:ext uri="{FF2B5EF4-FFF2-40B4-BE49-F238E27FC236}">
                  <a16:creationId xmlns:a16="http://schemas.microsoft.com/office/drawing/2014/main" id="{E83F548E-AD8A-4E1D-7D5F-A575F8A1D487}"/>
                </a:ext>
              </a:extLst>
            </p:cNvPr>
            <p:cNvCxnSpPr>
              <a:cxnSpLocks/>
            </p:cNvCxnSpPr>
            <p:nvPr/>
          </p:nvCxnSpPr>
          <p:spPr bwMode="auto">
            <a:xfrm flipV="1">
              <a:off x="4950042" y="3085905"/>
              <a:ext cx="0" cy="251481"/>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49" name="直线连接符 48">
              <a:extLst>
                <a:ext uri="{FF2B5EF4-FFF2-40B4-BE49-F238E27FC236}">
                  <a16:creationId xmlns:a16="http://schemas.microsoft.com/office/drawing/2014/main" id="{CDD955F1-C4BF-3499-1302-C485E721B532}"/>
                </a:ext>
              </a:extLst>
            </p:cNvPr>
            <p:cNvCxnSpPr>
              <a:cxnSpLocks/>
            </p:cNvCxnSpPr>
            <p:nvPr/>
          </p:nvCxnSpPr>
          <p:spPr bwMode="auto">
            <a:xfrm flipV="1">
              <a:off x="6806753" y="3825044"/>
              <a:ext cx="0" cy="251481"/>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50" name="直线连接符 49">
              <a:extLst>
                <a:ext uri="{FF2B5EF4-FFF2-40B4-BE49-F238E27FC236}">
                  <a16:creationId xmlns:a16="http://schemas.microsoft.com/office/drawing/2014/main" id="{523A3814-2455-28CB-D619-7A874A389BC4}"/>
                </a:ext>
              </a:extLst>
            </p:cNvPr>
            <p:cNvCxnSpPr>
              <a:cxnSpLocks/>
            </p:cNvCxnSpPr>
            <p:nvPr/>
          </p:nvCxnSpPr>
          <p:spPr bwMode="auto">
            <a:xfrm>
              <a:off x="6664032" y="4074405"/>
              <a:ext cx="288032" cy="2120"/>
            </a:xfrm>
            <a:prstGeom prst="line">
              <a:avLst/>
            </a:prstGeom>
            <a:solidFill>
              <a:schemeClr val="accent1"/>
            </a:solidFill>
            <a:ln w="28575" cap="rnd" cmpd="sng" algn="ctr">
              <a:solidFill>
                <a:schemeClr val="tx1"/>
              </a:solidFill>
              <a:prstDash val="solid"/>
              <a:round/>
              <a:headEnd type="none" w="med" len="med"/>
              <a:tailEnd type="none" w="med" len="med"/>
            </a:ln>
            <a:effectLst/>
          </p:spPr>
        </p:cxnSp>
      </p:grpSp>
    </p:spTree>
    <p:extLst>
      <p:ext uri="{BB962C8B-B14F-4D97-AF65-F5344CB8AC3E}">
        <p14:creationId xmlns:p14="http://schemas.microsoft.com/office/powerpoint/2010/main" val="274261936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
  <p:tag name="PROBLEMSCORE" val="1"/>
  <p:tag name="PROBLEMHASREMARK" val="False"/>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 val="MultipleChoice"/>
  <p:tag name="PROBLEMHASREMARK" val="False"/>
  <p:tag name="PROBLEMSCORE" val="5"/>
</p:tagLst>
</file>

<file path=ppt/tags/tag1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9.xml><?xml version="1.0" encoding="utf-8"?>
<p:tagLst xmlns:a="http://schemas.openxmlformats.org/drawingml/2006/main" xmlns:r="http://schemas.openxmlformats.org/officeDocument/2006/relationships" xmlns:p="http://schemas.openxmlformats.org/presentationml/2006/main">
  <p:tag name="RAINPROBLEM" val="MultipleChoice"/>
  <p:tag name="PROBLEMSCORE" val="5"/>
  <p:tag name="PROBLEMHASREMARK" val="False"/>
</p:tagLst>
</file>

<file path=ppt/tags/tag4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4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5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1_默认设计模板">
  <a:themeElements>
    <a:clrScheme name="默认设计模板 13">
      <a:dk1>
        <a:srgbClr val="000000"/>
      </a:dk1>
      <a:lt1>
        <a:srgbClr val="FFFFFF"/>
      </a:lt1>
      <a:dk2>
        <a:srgbClr val="000000"/>
      </a:dk2>
      <a:lt2>
        <a:srgbClr val="808080"/>
      </a:lt2>
      <a:accent1>
        <a:srgbClr val="E70303"/>
      </a:accent1>
      <a:accent2>
        <a:srgbClr val="333399"/>
      </a:accent2>
      <a:accent3>
        <a:srgbClr val="FFFFFF"/>
      </a:accent3>
      <a:accent4>
        <a:srgbClr val="000000"/>
      </a:accent4>
      <a:accent5>
        <a:srgbClr val="F1AAAA"/>
      </a:accent5>
      <a:accent6>
        <a:srgbClr val="2D2D8A"/>
      </a:accent6>
      <a:hlink>
        <a:srgbClr val="009999"/>
      </a:hlink>
      <a:folHlink>
        <a:srgbClr val="99CC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默认设计模板 13">
        <a:dk1>
          <a:srgbClr val="000000"/>
        </a:dk1>
        <a:lt1>
          <a:srgbClr val="FFFFFF"/>
        </a:lt1>
        <a:dk2>
          <a:srgbClr val="000000"/>
        </a:dk2>
        <a:lt2>
          <a:srgbClr val="808080"/>
        </a:lt2>
        <a:accent1>
          <a:srgbClr val="E70303"/>
        </a:accent1>
        <a:accent2>
          <a:srgbClr val="333399"/>
        </a:accent2>
        <a:accent3>
          <a:srgbClr val="FFFFFF"/>
        </a:accent3>
        <a:accent4>
          <a:srgbClr val="000000"/>
        </a:accent4>
        <a:accent5>
          <a:srgbClr val="F1AAAA"/>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240302] 02_数的表示与布尔代数_李老师班 [Read-only]" id="{365CAED1-FF77-674F-A33F-F8195B5FBC4B}" vid="{FAAF97D1-D811-774D-AFD3-52AAEF1876F8}"/>
    </a:ext>
  </a:extLst>
</a:theme>
</file>

<file path=ppt/theme/theme2.xml><?xml version="1.0" encoding="utf-8"?>
<a:theme xmlns:a="http://schemas.openxmlformats.org/drawingml/2006/main" name="2_默认设计模板">
  <a:themeElements>
    <a:clrScheme name="默认设计模板 13">
      <a:dk1>
        <a:srgbClr val="000000"/>
      </a:dk1>
      <a:lt1>
        <a:srgbClr val="FFFFFF"/>
      </a:lt1>
      <a:dk2>
        <a:srgbClr val="000000"/>
      </a:dk2>
      <a:lt2>
        <a:srgbClr val="808080"/>
      </a:lt2>
      <a:accent1>
        <a:srgbClr val="E70303"/>
      </a:accent1>
      <a:accent2>
        <a:srgbClr val="333399"/>
      </a:accent2>
      <a:accent3>
        <a:srgbClr val="FFFFFF"/>
      </a:accent3>
      <a:accent4>
        <a:srgbClr val="000000"/>
      </a:accent4>
      <a:accent5>
        <a:srgbClr val="F1AAAA"/>
      </a:accent5>
      <a:accent6>
        <a:srgbClr val="2D2D8A"/>
      </a:accent6>
      <a:hlink>
        <a:srgbClr val="009999"/>
      </a:hlink>
      <a:folHlink>
        <a:srgbClr val="99CC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默认设计模板 13">
        <a:dk1>
          <a:srgbClr val="000000"/>
        </a:dk1>
        <a:lt1>
          <a:srgbClr val="FFFFFF"/>
        </a:lt1>
        <a:dk2>
          <a:srgbClr val="000000"/>
        </a:dk2>
        <a:lt2>
          <a:srgbClr val="808080"/>
        </a:lt2>
        <a:accent1>
          <a:srgbClr val="E70303"/>
        </a:accent1>
        <a:accent2>
          <a:srgbClr val="333399"/>
        </a:accent2>
        <a:accent3>
          <a:srgbClr val="FFFFFF"/>
        </a:accent3>
        <a:accent4>
          <a:srgbClr val="000000"/>
        </a:accent4>
        <a:accent5>
          <a:srgbClr val="F1AAAA"/>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240302] 02_数的表示与布尔代数_李老师班 [Read-only]" id="{365CAED1-FF77-674F-A33F-F8195B5FBC4B}" vid="{FAAF97D1-D811-774D-AFD3-52AAEF1876F8}"/>
    </a:ext>
  </a:extLst>
</a:theme>
</file>

<file path=ppt/theme/theme3.xml><?xml version="1.0" encoding="utf-8"?>
<a:theme xmlns:a="http://schemas.openxmlformats.org/drawingml/2006/main" name="3_默认设计模板">
  <a:themeElements>
    <a:clrScheme name="默认设计模板 13">
      <a:dk1>
        <a:srgbClr val="000000"/>
      </a:dk1>
      <a:lt1>
        <a:srgbClr val="FFFFFF"/>
      </a:lt1>
      <a:dk2>
        <a:srgbClr val="000000"/>
      </a:dk2>
      <a:lt2>
        <a:srgbClr val="808080"/>
      </a:lt2>
      <a:accent1>
        <a:srgbClr val="E70303"/>
      </a:accent1>
      <a:accent2>
        <a:srgbClr val="333399"/>
      </a:accent2>
      <a:accent3>
        <a:srgbClr val="FFFFFF"/>
      </a:accent3>
      <a:accent4>
        <a:srgbClr val="000000"/>
      </a:accent4>
      <a:accent5>
        <a:srgbClr val="F1AAAA"/>
      </a:accent5>
      <a:accent6>
        <a:srgbClr val="2D2D8A"/>
      </a:accent6>
      <a:hlink>
        <a:srgbClr val="009999"/>
      </a:hlink>
      <a:folHlink>
        <a:srgbClr val="99CC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默认设计模板 13">
        <a:dk1>
          <a:srgbClr val="000000"/>
        </a:dk1>
        <a:lt1>
          <a:srgbClr val="FFFFFF"/>
        </a:lt1>
        <a:dk2>
          <a:srgbClr val="000000"/>
        </a:dk2>
        <a:lt2>
          <a:srgbClr val="808080"/>
        </a:lt2>
        <a:accent1>
          <a:srgbClr val="E70303"/>
        </a:accent1>
        <a:accent2>
          <a:srgbClr val="333399"/>
        </a:accent2>
        <a:accent3>
          <a:srgbClr val="FFFFFF"/>
        </a:accent3>
        <a:accent4>
          <a:srgbClr val="000000"/>
        </a:accent4>
        <a:accent5>
          <a:srgbClr val="F1AAAA"/>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240302] 02_数的表示与布尔代数_李老师班 [Read-only]" id="{365CAED1-FF77-674F-A33F-F8195B5FBC4B}" vid="{FAAF97D1-D811-774D-AFD3-52AAEF1876F8}"/>
    </a:ext>
  </a:extLst>
</a:theme>
</file>

<file path=ppt/theme/theme4.xml><?xml version="1.0" encoding="utf-8"?>
<a:theme xmlns:a="http://schemas.openxmlformats.org/drawingml/2006/main" name="4_默认设计模板">
  <a:themeElements>
    <a:clrScheme name="默认设计模板 13">
      <a:dk1>
        <a:srgbClr val="000000"/>
      </a:dk1>
      <a:lt1>
        <a:srgbClr val="FFFFFF"/>
      </a:lt1>
      <a:dk2>
        <a:srgbClr val="000000"/>
      </a:dk2>
      <a:lt2>
        <a:srgbClr val="808080"/>
      </a:lt2>
      <a:accent1>
        <a:srgbClr val="E70303"/>
      </a:accent1>
      <a:accent2>
        <a:srgbClr val="333399"/>
      </a:accent2>
      <a:accent3>
        <a:srgbClr val="FFFFFF"/>
      </a:accent3>
      <a:accent4>
        <a:srgbClr val="000000"/>
      </a:accent4>
      <a:accent5>
        <a:srgbClr val="F1AAAA"/>
      </a:accent5>
      <a:accent6>
        <a:srgbClr val="2D2D8A"/>
      </a:accent6>
      <a:hlink>
        <a:srgbClr val="009999"/>
      </a:hlink>
      <a:folHlink>
        <a:srgbClr val="99CC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默认设计模板 13">
        <a:dk1>
          <a:srgbClr val="000000"/>
        </a:dk1>
        <a:lt1>
          <a:srgbClr val="FFFFFF"/>
        </a:lt1>
        <a:dk2>
          <a:srgbClr val="000000"/>
        </a:dk2>
        <a:lt2>
          <a:srgbClr val="808080"/>
        </a:lt2>
        <a:accent1>
          <a:srgbClr val="E70303"/>
        </a:accent1>
        <a:accent2>
          <a:srgbClr val="333399"/>
        </a:accent2>
        <a:accent3>
          <a:srgbClr val="FFFFFF"/>
        </a:accent3>
        <a:accent4>
          <a:srgbClr val="000000"/>
        </a:accent4>
        <a:accent5>
          <a:srgbClr val="F1AAAA"/>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240302] 02_数的表示与布尔代数_李老师班 [Read-only]" id="{365CAED1-FF77-674F-A33F-F8195B5FBC4B}" vid="{FAAF97D1-D811-774D-AFD3-52AAEF1876F8}"/>
    </a:ext>
  </a:extLst>
</a:theme>
</file>

<file path=ppt/theme/theme5.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47070</TotalTime>
  <Words>8844</Words>
  <Application>Microsoft Macintosh PowerPoint</Application>
  <PresentationFormat>全屏显示(4:3)</PresentationFormat>
  <Paragraphs>2703</Paragraphs>
  <Slides>106</Slides>
  <Notes>92</Notes>
  <HiddenSlides>0</HiddenSlides>
  <MMClips>0</MMClips>
  <ScaleCrop>false</ScaleCrop>
  <HeadingPairs>
    <vt:vector size="8" baseType="variant">
      <vt:variant>
        <vt:lpstr>已用的字体</vt:lpstr>
      </vt:variant>
      <vt:variant>
        <vt:i4>16</vt:i4>
      </vt:variant>
      <vt:variant>
        <vt:lpstr>主题</vt:lpstr>
      </vt:variant>
      <vt:variant>
        <vt:i4>4</vt:i4>
      </vt:variant>
      <vt:variant>
        <vt:lpstr>嵌入 OLE 服务器</vt:lpstr>
      </vt:variant>
      <vt:variant>
        <vt:i4>6</vt:i4>
      </vt:variant>
      <vt:variant>
        <vt:lpstr>幻灯片标题</vt:lpstr>
      </vt:variant>
      <vt:variant>
        <vt:i4>106</vt:i4>
      </vt:variant>
    </vt:vector>
  </HeadingPairs>
  <TitlesOfParts>
    <vt:vector size="132" baseType="lpstr">
      <vt:lpstr>SimHei</vt:lpstr>
      <vt:lpstr>SimHei</vt:lpstr>
      <vt:lpstr>楷体_GB2312</vt:lpstr>
      <vt:lpstr>宋体</vt:lpstr>
      <vt:lpstr>Microsoft Yahei</vt:lpstr>
      <vt:lpstr>STHeiti</vt:lpstr>
      <vt:lpstr>System Font Regular</vt:lpstr>
      <vt:lpstr>Times</vt:lpstr>
      <vt:lpstr>Arial</vt:lpstr>
      <vt:lpstr>Calibri</vt:lpstr>
      <vt:lpstr>Cambria Math</vt:lpstr>
      <vt:lpstr>Garamond</vt:lpstr>
      <vt:lpstr>Symbol</vt:lpstr>
      <vt:lpstr>Times New Roman</vt:lpstr>
      <vt:lpstr>Verdana</vt:lpstr>
      <vt:lpstr>Wingdings</vt:lpstr>
      <vt:lpstr>1_默认设计模板</vt:lpstr>
      <vt:lpstr>2_默认设计模板</vt:lpstr>
      <vt:lpstr>3_默认设计模板</vt:lpstr>
      <vt:lpstr>4_默认设计模板</vt:lpstr>
      <vt:lpstr>公式</vt:lpstr>
      <vt:lpstr>Equation</vt:lpstr>
      <vt:lpstr>Visio</vt:lpstr>
      <vt:lpstr>文档</vt:lpstr>
      <vt:lpstr>Document</vt:lpstr>
      <vt:lpstr>Image</vt:lpstr>
      <vt:lpstr>PowerPoint 演示文稿</vt:lpstr>
      <vt:lpstr>通知</vt:lpstr>
      <vt:lpstr>课程回顾-布尔代数</vt:lpstr>
      <vt:lpstr>提出问题</vt:lpstr>
      <vt:lpstr>组合逻辑的作用</vt:lpstr>
      <vt:lpstr>本节课学习目标</vt:lpstr>
      <vt:lpstr>本节课目录</vt:lpstr>
      <vt:lpstr>布尔表达式与开关电路的实现</vt:lpstr>
      <vt:lpstr>逻辑门-门级基础器件</vt:lpstr>
      <vt:lpstr>举例：CMOS或非门</vt:lpstr>
      <vt:lpstr>传输门</vt:lpstr>
      <vt:lpstr>三态门</vt:lpstr>
      <vt:lpstr>三态门与高阻态</vt:lpstr>
      <vt:lpstr>带使能的逻辑门</vt:lpstr>
      <vt:lpstr>传输门</vt:lpstr>
      <vt:lpstr>Transmission gate</vt:lpstr>
      <vt:lpstr>PowerPoint 演示文稿</vt:lpstr>
      <vt:lpstr>答案解析</vt:lpstr>
      <vt:lpstr>CMOS 门之外的逻辑</vt:lpstr>
      <vt:lpstr>本节课目录</vt:lpstr>
      <vt:lpstr>组合逻辑的定义</vt:lpstr>
      <vt:lpstr>组合逻辑电路的分析方法</vt:lpstr>
      <vt:lpstr>例2</vt:lpstr>
      <vt:lpstr>例2</vt:lpstr>
      <vt:lpstr>例3</vt:lpstr>
      <vt:lpstr>例3</vt:lpstr>
      <vt:lpstr>组合逻辑电路的设计/综合过程</vt:lpstr>
      <vt:lpstr>逻辑抽象</vt:lpstr>
      <vt:lpstr>列出真值表</vt:lpstr>
      <vt:lpstr>用卡诺图化简</vt:lpstr>
      <vt:lpstr>布尔表达式</vt:lpstr>
      <vt:lpstr>逻辑门/电路</vt:lpstr>
      <vt:lpstr>看起来很容易?</vt:lpstr>
      <vt:lpstr>处理复杂逻辑</vt:lpstr>
      <vt:lpstr>设计优化</vt:lpstr>
      <vt:lpstr>设计优化</vt:lpstr>
      <vt:lpstr>组合逻辑和电路</vt:lpstr>
      <vt:lpstr>本节课目录</vt:lpstr>
      <vt:lpstr>评价逻辑电路的主要指标</vt:lpstr>
      <vt:lpstr>逻辑电平“家族”</vt:lpstr>
      <vt:lpstr>数字电路：噪声容限</vt:lpstr>
      <vt:lpstr>速度：转换时间</vt:lpstr>
      <vt:lpstr>速度：延时</vt:lpstr>
      <vt:lpstr>扇出系数</vt:lpstr>
      <vt:lpstr>功率和能量</vt:lpstr>
      <vt:lpstr>CMOS功耗模型</vt:lpstr>
      <vt:lpstr>CMOS功耗模型</vt:lpstr>
      <vt:lpstr>冒险：举例</vt:lpstr>
      <vt:lpstr>毛刺与冒险</vt:lpstr>
      <vt:lpstr>静态1的冒险:示例</vt:lpstr>
      <vt:lpstr>静态1冒险产生原因分析</vt:lpstr>
      <vt:lpstr>无冒险电路</vt:lpstr>
      <vt:lpstr>利用采样脉冲来消除冒险</vt:lpstr>
      <vt:lpstr>PowerPoint 演示文稿</vt:lpstr>
      <vt:lpstr>答案解析</vt:lpstr>
      <vt:lpstr>本节课目录</vt:lpstr>
      <vt:lpstr>常用组合逻辑化</vt:lpstr>
      <vt:lpstr>编码器Encoder</vt:lpstr>
      <vt:lpstr>4-2线编码器的实现 </vt:lpstr>
      <vt:lpstr>思考</vt:lpstr>
      <vt:lpstr>译码器（Decoder）</vt:lpstr>
      <vt:lpstr>n-2n线译码器</vt:lpstr>
      <vt:lpstr>设计一种3-8译码器</vt:lpstr>
      <vt:lpstr>写出布尔表达式</vt:lpstr>
      <vt:lpstr>处理器中利用译码器寻址</vt:lpstr>
      <vt:lpstr>多路选择器Multiplexer</vt:lpstr>
      <vt:lpstr>功能表</vt:lpstr>
      <vt:lpstr>两级与或逻辑电路</vt:lpstr>
      <vt:lpstr>多路选择器应用：移位器</vt:lpstr>
      <vt:lpstr>多路选择器应用：移位器</vt:lpstr>
      <vt:lpstr>CPU中选择器的应用</vt:lpstr>
      <vt:lpstr>选择器应用：逻辑函数</vt:lpstr>
      <vt:lpstr>用8选1 MUX实现一个3变量逻辑函数</vt:lpstr>
      <vt:lpstr>用8选1 MUX实现一个3变量逻辑函数</vt:lpstr>
      <vt:lpstr>PowerPoint 演示文稿</vt:lpstr>
      <vt:lpstr>用n比特的多路选择器表示m比特的函数</vt:lpstr>
      <vt:lpstr>用8选1 MUX实现一个4变量逻辑函数</vt:lpstr>
      <vt:lpstr>用8选1 MUX实现一个4变量逻辑函数</vt:lpstr>
      <vt:lpstr>用8选1 MUX实现5变量逻辑函数</vt:lpstr>
      <vt:lpstr>常用组合逻辑</vt:lpstr>
      <vt:lpstr>半加器</vt:lpstr>
      <vt:lpstr>设计1比特全加器</vt:lpstr>
      <vt:lpstr>多位加法器</vt:lpstr>
      <vt:lpstr>串行加法器</vt:lpstr>
      <vt:lpstr>串行加法器: 延时</vt:lpstr>
      <vt:lpstr>可以更快些吗?</vt:lpstr>
      <vt:lpstr>对于 C3, C4, …?</vt:lpstr>
      <vt:lpstr>如何理解Pi 和 Gi?</vt:lpstr>
      <vt:lpstr>Carry lookahead adder (CLA,超前进位)</vt:lpstr>
      <vt:lpstr>对更多比特数进行超前进位?</vt:lpstr>
      <vt:lpstr>两个4位超前进位加法器级联</vt:lpstr>
      <vt:lpstr>更多4比特CLA级联</vt:lpstr>
      <vt:lpstr>组内并行、组间并行进位加法器</vt:lpstr>
      <vt:lpstr>组内并行、组间并行进位加法器</vt:lpstr>
      <vt:lpstr>组内并行、组间并行进位加法器</vt:lpstr>
      <vt:lpstr>组合逻辑总结</vt:lpstr>
      <vt:lpstr>作业</vt:lpstr>
      <vt:lpstr>补充阅读内容</vt:lpstr>
      <vt:lpstr>CMOS 非门</vt:lpstr>
      <vt:lpstr>CMOS与非门NAND</vt:lpstr>
      <vt:lpstr>CMOS与非门NAND</vt:lpstr>
      <vt:lpstr>CMOS或非门NOR</vt:lpstr>
      <vt:lpstr>CMOS或非门NOR</vt:lpstr>
      <vt:lpstr>CMOS与门/或门</vt:lpstr>
      <vt:lpstr>定制你的CMOS逻辑门</vt:lpstr>
      <vt:lpstr>CMOS逻辑门</vt:lpstr>
    </vt:vector>
  </TitlesOfParts>
  <Company>清华大学</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超宽带重大专项</dc:title>
  <dc:creator>葛宁</dc:creator>
  <cp:lastModifiedBy>Xueqing Li</cp:lastModifiedBy>
  <cp:revision>4483</cp:revision>
  <dcterms:created xsi:type="dcterms:W3CDTF">2007-07-06T03:08:51Z</dcterms:created>
  <dcterms:modified xsi:type="dcterms:W3CDTF">2024-03-12T15:12:15Z</dcterms:modified>
</cp:coreProperties>
</file>