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601D1-8626-447B-A4B9-C309D9B30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F8E65E-7666-45C3-931E-334B4B064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25B73-E66A-4C58-9D64-3357EF88A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8A28-4296-4C34-8CA4-46184D18D82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1C6D0-B58E-4597-9C2C-FF7CAA247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17FA7-9BB1-4DD5-A21B-13B6C2F71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62CB-3773-4CFF-B2F4-A7BD2AD07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256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5F990-FEED-426A-8367-FFC58824B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C227F-371E-42D1-9D73-DCB7BCB92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8BF8A-A307-483F-AD7E-CBFA229C7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8A28-4296-4C34-8CA4-46184D18D82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FD5F3-92C5-4A9E-A1DB-9D255A1C8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A6039-443B-476A-9A30-C60448FFB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62CB-3773-4CFF-B2F4-A7BD2AD07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440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5A04D-A4CF-4DD0-AD50-CE28DEE1B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E8FC6-11E2-4573-B3A1-1B36A9BCF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E187C-3775-4140-A1B5-E62B61F77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8A28-4296-4C34-8CA4-46184D18D82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301BF-28A2-4317-8091-181477121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EDA51-9277-4FB2-994A-6913DF67B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62CB-3773-4CFF-B2F4-A7BD2AD07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92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527BE-5637-49C7-862B-E4B2DB383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11DCD-4760-4D31-854C-C6D5F77C9F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498F4-8D7F-47A4-A7A8-70EC84853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A1251-487A-456B-A047-7AD8DAFC4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8A28-4296-4C34-8CA4-46184D18D82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19864-5AE7-4CDB-87FD-4066A59F9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DF50D-6854-4936-BD01-CAE52F21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62CB-3773-4CFF-B2F4-A7BD2AD07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18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E4A3D-AC78-41B6-B8DD-17FFD2B91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16C51-9235-4A4E-9B02-B52CE792A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8BB77-6E6F-467D-AD07-2F3C4A030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CAFD31-3A96-439C-9784-DB2663D3F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27E38F-6408-4ECC-BD04-7F752CD1F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AE1E29-5BDC-49E5-A7F6-D3E4AD6C9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8A28-4296-4C34-8CA4-46184D18D82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002123-6D68-47E4-B614-CE7640E04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3ACDC6-6152-4259-8371-1AA91B458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62CB-3773-4CFF-B2F4-A7BD2AD07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1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BE4D6-2997-407F-ADDD-7F22AED28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96D1-E091-480D-8ED0-371466F6F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8A28-4296-4C34-8CA4-46184D18D82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9D4806-E4C6-4AF8-802B-4A35988F1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6B509-16A0-43AB-B9EA-738D1AC74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62CB-3773-4CFF-B2F4-A7BD2AD07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15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E80788-8803-4B5B-87CB-729313E1A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8A28-4296-4C34-8CA4-46184D18D82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1F6852-A25D-489A-9B6A-01544476D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01B33-13D4-4C03-B127-D73BDC715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62CB-3773-4CFF-B2F4-A7BD2AD07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79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6501C-82DE-4C03-9F07-8A173964C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C3C15-6613-4C0E-AFFB-BBAF44856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1FB6AA-81F7-44B1-9CAE-755EB66EC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194DF-ED6F-435A-AE87-A125796D0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8A28-4296-4C34-8CA4-46184D18D82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E3BA0-89D2-43FC-BD2F-2AF5D22E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1F532-31D4-4FA3-9C41-A7BDDD6ED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62CB-3773-4CFF-B2F4-A7BD2AD07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06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BBC39-D145-46A6-9738-2735A0B88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FC3AC2-2396-47CC-B6CA-55E90F728B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9A2BD-2AFA-42AD-8CF3-5B53B245C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4FB43-3609-4BDD-A64B-C8BE2C263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8A28-4296-4C34-8CA4-46184D18D82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887BA-4F7D-459C-A55F-FCEAAD9F6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8769E-864A-4E6A-B106-9D4E78D5B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62CB-3773-4CFF-B2F4-A7BD2AD07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212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2A790-F34D-4FBB-89C9-AF3F01570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80F7E-E1B8-4BC5-B654-D767B9062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BAA86-D940-4E8F-BFD3-F98D18FB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8A28-4296-4C34-8CA4-46184D18D82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8B094-1BBE-416A-8D22-FB1BA1147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730F7-EDA4-438E-870C-44D8731D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62CB-3773-4CFF-B2F4-A7BD2AD07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59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7DF321-8DCC-4FD0-B11F-50AD8A5BD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A98AE-ABB4-43F3-8FD4-5F7412B69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A4B31-DF25-4FB8-A2B8-5DFA8C44E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8A28-4296-4C34-8CA4-46184D18D82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DB214-73B0-4893-B9CE-ADBDD506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64051-7070-4979-9AF5-9D6F25605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662CB-3773-4CFF-B2F4-A7BD2AD07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5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132001-718A-4E1F-A4C0-0F34A2DB5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58F0A-02A7-4711-A40B-4C1C57C60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56A04-E22E-460A-BD9A-2674E8BA3D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C8A28-4296-4C34-8CA4-46184D18D820}" type="datetimeFigureOut">
              <a:rPr lang="en-US" smtClean="0"/>
              <a:t>8/16/2019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75507-F95E-4981-B5E1-BF37D4E9A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29236-18CA-4973-9626-412F0C858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662CB-3773-4CFF-B2F4-A7BD2AD07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443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6095A-9648-4B96-ABA0-B855CF9BC6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Personal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6A2C7-DCEE-41A9-8A8C-C271BC366D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88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4F242-CA04-4092-93BE-191E9C227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Personal 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456AF-33BB-4323-A04B-EB0B038B0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What is your name?</a:t>
            </a:r>
          </a:p>
          <a:p>
            <a:r>
              <a:rPr lang="en-US" dirty="0"/>
              <a:t>What do the characters in your name mean (please write them out on the board and describe them)?  </a:t>
            </a:r>
          </a:p>
          <a:p>
            <a:r>
              <a:rPr lang="en-US" dirty="0"/>
              <a:t>What is your major? </a:t>
            </a:r>
          </a:p>
          <a:p>
            <a:r>
              <a:rPr lang="en-US" dirty="0"/>
              <a:t>Where are you from (what part of China; which city)? </a:t>
            </a:r>
          </a:p>
          <a:p>
            <a:r>
              <a:rPr lang="en-US" dirty="0"/>
              <a:t>Where did you study previously (e.g. high school, university, etc.)? </a:t>
            </a:r>
          </a:p>
          <a:p>
            <a:r>
              <a:rPr lang="en-US" dirty="0"/>
              <a:t>Do you belong to any clubs? Or do you intend to join any clubs?</a:t>
            </a:r>
          </a:p>
          <a:p>
            <a:r>
              <a:rPr lang="en-US" b="1" dirty="0"/>
              <a:t>Tell us an interesting story. Some examples: a story about your family history, or a story about your hometown, or a story about how your parents met, or any interesting story that happened to you. </a:t>
            </a:r>
          </a:p>
        </p:txBody>
      </p:sp>
    </p:spTree>
    <p:extLst>
      <p:ext uri="{BB962C8B-B14F-4D97-AF65-F5344CB8AC3E}">
        <p14:creationId xmlns:p14="http://schemas.microsoft.com/office/powerpoint/2010/main" val="965667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E2480-6C32-49C4-A2C5-CF3B66BE0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Personal Introduction PPT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CF9F8-6370-45BF-94DC-6F2351E25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short ppt as a way to introduce yourself.</a:t>
            </a:r>
          </a:p>
          <a:p>
            <a:r>
              <a:rPr lang="en-US" dirty="0"/>
              <a:t>Provide some interesting pictures (e.g. pictures of your hometown, family, favorite foods, family pet, you playing sports, etc.) and describe the pictures for the class.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085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171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Personal Introduction</vt:lpstr>
      <vt:lpstr>Personal Introduction </vt:lpstr>
      <vt:lpstr>Personal Introduction PPT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Introduction</dc:title>
  <dc:creator>Thenational</dc:creator>
  <cp:lastModifiedBy>Thenational</cp:lastModifiedBy>
  <cp:revision>4</cp:revision>
  <dcterms:created xsi:type="dcterms:W3CDTF">2019-03-06T13:24:54Z</dcterms:created>
  <dcterms:modified xsi:type="dcterms:W3CDTF">2019-08-16T09:58:17Z</dcterms:modified>
</cp:coreProperties>
</file>