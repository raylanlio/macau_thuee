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74" r:id="rId2"/>
  </p:sldMasterIdLst>
  <p:notesMasterIdLst>
    <p:notesMasterId r:id="rId96"/>
  </p:notesMasterIdLst>
  <p:sldIdLst>
    <p:sldId id="256" r:id="rId3"/>
    <p:sldId id="309" r:id="rId4"/>
    <p:sldId id="306" r:id="rId5"/>
    <p:sldId id="410" r:id="rId6"/>
    <p:sldId id="411" r:id="rId7"/>
    <p:sldId id="412" r:id="rId8"/>
    <p:sldId id="422" r:id="rId9"/>
    <p:sldId id="413" r:id="rId10"/>
    <p:sldId id="403" r:id="rId11"/>
    <p:sldId id="404" r:id="rId12"/>
    <p:sldId id="414" r:id="rId13"/>
    <p:sldId id="289" r:id="rId14"/>
    <p:sldId id="292" r:id="rId15"/>
    <p:sldId id="291" r:id="rId16"/>
    <p:sldId id="290" r:id="rId17"/>
    <p:sldId id="313" r:id="rId18"/>
    <p:sldId id="311" r:id="rId19"/>
    <p:sldId id="281" r:id="rId20"/>
    <p:sldId id="401" r:id="rId21"/>
    <p:sldId id="395" r:id="rId22"/>
    <p:sldId id="396" r:id="rId23"/>
    <p:sldId id="397" r:id="rId24"/>
    <p:sldId id="398" r:id="rId25"/>
    <p:sldId id="399" r:id="rId26"/>
    <p:sldId id="423" r:id="rId27"/>
    <p:sldId id="400" r:id="rId28"/>
    <p:sldId id="304" r:id="rId29"/>
    <p:sldId id="333" r:id="rId30"/>
    <p:sldId id="363" r:id="rId31"/>
    <p:sldId id="341" r:id="rId32"/>
    <p:sldId id="343" r:id="rId33"/>
    <p:sldId id="344" r:id="rId34"/>
    <p:sldId id="383" r:id="rId35"/>
    <p:sldId id="345" r:id="rId36"/>
    <p:sldId id="364" r:id="rId37"/>
    <p:sldId id="346" r:id="rId38"/>
    <p:sldId id="352" r:id="rId39"/>
    <p:sldId id="347" r:id="rId40"/>
    <p:sldId id="316" r:id="rId41"/>
    <p:sldId id="348" r:id="rId42"/>
    <p:sldId id="408" r:id="rId43"/>
    <p:sldId id="317" r:id="rId44"/>
    <p:sldId id="318" r:id="rId45"/>
    <p:sldId id="349" r:id="rId46"/>
    <p:sldId id="382" r:id="rId47"/>
    <p:sldId id="353" r:id="rId48"/>
    <p:sldId id="354" r:id="rId49"/>
    <p:sldId id="359" r:id="rId50"/>
    <p:sldId id="360" r:id="rId51"/>
    <p:sldId id="368" r:id="rId52"/>
    <p:sldId id="367" r:id="rId53"/>
    <p:sldId id="370" r:id="rId54"/>
    <p:sldId id="369" r:id="rId55"/>
    <p:sldId id="372" r:id="rId56"/>
    <p:sldId id="393" r:id="rId57"/>
    <p:sldId id="371" r:id="rId58"/>
    <p:sldId id="373" r:id="rId59"/>
    <p:sldId id="375" r:id="rId60"/>
    <p:sldId id="376" r:id="rId61"/>
    <p:sldId id="272" r:id="rId62"/>
    <p:sldId id="301" r:id="rId63"/>
    <p:sldId id="285" r:id="rId64"/>
    <p:sldId id="409" r:id="rId65"/>
    <p:sldId id="282" r:id="rId66"/>
    <p:sldId id="387" r:id="rId67"/>
    <p:sldId id="273" r:id="rId68"/>
    <p:sldId id="278" r:id="rId69"/>
    <p:sldId id="307" r:id="rId70"/>
    <p:sldId id="295" r:id="rId71"/>
    <p:sldId id="380" r:id="rId72"/>
    <p:sldId id="424" r:id="rId73"/>
    <p:sldId id="425" r:id="rId74"/>
    <p:sldId id="426" r:id="rId75"/>
    <p:sldId id="427" r:id="rId76"/>
    <p:sldId id="428" r:id="rId77"/>
    <p:sldId id="429" r:id="rId78"/>
    <p:sldId id="430" r:id="rId79"/>
    <p:sldId id="431" r:id="rId80"/>
    <p:sldId id="432" r:id="rId81"/>
    <p:sldId id="433" r:id="rId82"/>
    <p:sldId id="434" r:id="rId83"/>
    <p:sldId id="435" r:id="rId84"/>
    <p:sldId id="436" r:id="rId85"/>
    <p:sldId id="437" r:id="rId86"/>
    <p:sldId id="438" r:id="rId87"/>
    <p:sldId id="439" r:id="rId88"/>
    <p:sldId id="385" r:id="rId89"/>
    <p:sldId id="386" r:id="rId90"/>
    <p:sldId id="308" r:id="rId91"/>
    <p:sldId id="388" r:id="rId92"/>
    <p:sldId id="394" r:id="rId93"/>
    <p:sldId id="279" r:id="rId94"/>
    <p:sldId id="328" r:id="rId95"/>
  </p:sldIdLst>
  <p:sldSz cx="9144000" cy="6858000" type="screen4x3"/>
  <p:notesSz cx="6858000" cy="9144000"/>
  <p:defaultTextStyle>
    <a:defPPr>
      <a:defRPr lang="zh-CN"/>
    </a:defPPr>
    <a:lvl1pPr algn="r" rtl="0" fontAlgn="base">
      <a:spcBef>
        <a:spcPct val="0"/>
      </a:spcBef>
      <a:spcAft>
        <a:spcPct val="0"/>
      </a:spcAft>
      <a:defRPr sz="3600" kern="1200">
        <a:solidFill>
          <a:schemeClr val="tx1"/>
        </a:solidFill>
        <a:latin typeface="Arial" pitchFamily="34" charset="0"/>
        <a:ea typeface="宋体" pitchFamily="2" charset="-122"/>
        <a:cs typeface="+mn-cs"/>
      </a:defRPr>
    </a:lvl1pPr>
    <a:lvl2pPr marL="457200" algn="r" rtl="0" fontAlgn="base">
      <a:spcBef>
        <a:spcPct val="0"/>
      </a:spcBef>
      <a:spcAft>
        <a:spcPct val="0"/>
      </a:spcAft>
      <a:defRPr sz="3600" kern="1200">
        <a:solidFill>
          <a:schemeClr val="tx1"/>
        </a:solidFill>
        <a:latin typeface="Arial" pitchFamily="34" charset="0"/>
        <a:ea typeface="宋体" pitchFamily="2" charset="-122"/>
        <a:cs typeface="+mn-cs"/>
      </a:defRPr>
    </a:lvl2pPr>
    <a:lvl3pPr marL="914400" algn="r" rtl="0" fontAlgn="base">
      <a:spcBef>
        <a:spcPct val="0"/>
      </a:spcBef>
      <a:spcAft>
        <a:spcPct val="0"/>
      </a:spcAft>
      <a:defRPr sz="3600" kern="1200">
        <a:solidFill>
          <a:schemeClr val="tx1"/>
        </a:solidFill>
        <a:latin typeface="Arial" pitchFamily="34" charset="0"/>
        <a:ea typeface="宋体" pitchFamily="2" charset="-122"/>
        <a:cs typeface="+mn-cs"/>
      </a:defRPr>
    </a:lvl3pPr>
    <a:lvl4pPr marL="1371600" algn="r" rtl="0" fontAlgn="base">
      <a:spcBef>
        <a:spcPct val="0"/>
      </a:spcBef>
      <a:spcAft>
        <a:spcPct val="0"/>
      </a:spcAft>
      <a:defRPr sz="3600" kern="1200">
        <a:solidFill>
          <a:schemeClr val="tx1"/>
        </a:solidFill>
        <a:latin typeface="Arial" pitchFamily="34" charset="0"/>
        <a:ea typeface="宋体" pitchFamily="2" charset="-122"/>
        <a:cs typeface="+mn-cs"/>
      </a:defRPr>
    </a:lvl4pPr>
    <a:lvl5pPr marL="1828800" algn="r" rtl="0" fontAlgn="base">
      <a:spcBef>
        <a:spcPct val="0"/>
      </a:spcBef>
      <a:spcAft>
        <a:spcPct val="0"/>
      </a:spcAft>
      <a:defRPr sz="3600" kern="1200">
        <a:solidFill>
          <a:schemeClr val="tx1"/>
        </a:solidFill>
        <a:latin typeface="Arial" pitchFamily="34" charset="0"/>
        <a:ea typeface="宋体" pitchFamily="2" charset="-122"/>
        <a:cs typeface="+mn-cs"/>
      </a:defRPr>
    </a:lvl5pPr>
    <a:lvl6pPr marL="2286000" algn="l" defTabSz="914400" rtl="0" eaLnBrk="1" latinLnBrk="0" hangingPunct="1">
      <a:defRPr sz="3600" kern="1200">
        <a:solidFill>
          <a:schemeClr val="tx1"/>
        </a:solidFill>
        <a:latin typeface="Arial" pitchFamily="34" charset="0"/>
        <a:ea typeface="宋体" pitchFamily="2" charset="-122"/>
        <a:cs typeface="+mn-cs"/>
      </a:defRPr>
    </a:lvl6pPr>
    <a:lvl7pPr marL="2743200" algn="l" defTabSz="914400" rtl="0" eaLnBrk="1" latinLnBrk="0" hangingPunct="1">
      <a:defRPr sz="3600" kern="1200">
        <a:solidFill>
          <a:schemeClr val="tx1"/>
        </a:solidFill>
        <a:latin typeface="Arial" pitchFamily="34" charset="0"/>
        <a:ea typeface="宋体" pitchFamily="2" charset="-122"/>
        <a:cs typeface="+mn-cs"/>
      </a:defRPr>
    </a:lvl7pPr>
    <a:lvl8pPr marL="3200400" algn="l" defTabSz="914400" rtl="0" eaLnBrk="1" latinLnBrk="0" hangingPunct="1">
      <a:defRPr sz="3600" kern="1200">
        <a:solidFill>
          <a:schemeClr val="tx1"/>
        </a:solidFill>
        <a:latin typeface="Arial" pitchFamily="34" charset="0"/>
        <a:ea typeface="宋体" pitchFamily="2" charset="-122"/>
        <a:cs typeface="+mn-cs"/>
      </a:defRPr>
    </a:lvl8pPr>
    <a:lvl9pPr marL="3657600" algn="l" defTabSz="914400" rtl="0" eaLnBrk="1" latinLnBrk="0" hangingPunct="1">
      <a:defRPr sz="3600"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CC0000"/>
    <a:srgbClr val="FFFF99"/>
    <a:srgbClr val="FF6600"/>
    <a:srgbClr val="CCFF99"/>
    <a:srgbClr val="FF0000"/>
    <a:srgbClr val="FFCC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44" autoAdjust="0"/>
    <p:restoredTop sz="97164" autoAdjust="0"/>
  </p:normalViewPr>
  <p:slideViewPr>
    <p:cSldViewPr>
      <p:cViewPr varScale="1">
        <p:scale>
          <a:sx n="83" d="100"/>
          <a:sy n="83" d="100"/>
        </p:scale>
        <p:origin x="1450"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71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slide" Target="slides/slide87.xml"/><Relationship Id="rId97"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DE37B1-1F62-48CA-BF43-E66F3931019F}"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zh-CN" altLang="en-US"/>
        </a:p>
      </dgm:t>
    </dgm:pt>
    <dgm:pt modelId="{56E59919-15E7-4827-A088-26C7E709B48D}">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如：法律、宗教</a:t>
          </a:r>
          <a:endParaRPr lang="en-US" altLang="zh-CN" sz="2400" dirty="0">
            <a:solidFill>
              <a:srgbClr val="FF0000"/>
            </a:solidFill>
            <a:latin typeface="微软雅黑" panose="020B0503020204020204" pitchFamily="34" charset="-122"/>
            <a:ea typeface="微软雅黑" panose="020B0503020204020204" pitchFamily="34" charset="-122"/>
          </a:endParaRPr>
        </a:p>
        <a:p>
          <a:r>
            <a:rPr lang="zh-CN" altLang="en-US" sz="2400" dirty="0">
              <a:solidFill>
                <a:srgbClr val="FF0000"/>
              </a:solidFill>
              <a:latin typeface="微软雅黑" panose="020B0503020204020204" pitchFamily="34" charset="-122"/>
              <a:ea typeface="微软雅黑" panose="020B0503020204020204" pitchFamily="34" charset="-122"/>
            </a:rPr>
            <a:t>“清华是个大学。”</a:t>
          </a:r>
        </a:p>
      </dgm:t>
    </dgm:pt>
    <dgm:pt modelId="{498339BC-C968-48E4-81D9-163EF2A2C89A}" type="parTrans" cxnId="{DEF20EB7-FCEA-4395-981A-9E6701AF913E}">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3EB3099E-2853-410B-BC58-F21C88D7E0EB}" type="sibTrans" cxnId="{DEF20EB7-FCEA-4395-981A-9E6701AF913E}">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5AB0E9CB-B19A-4C21-868F-ADD45E3B333E}">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如：日、月</a:t>
          </a:r>
          <a:endParaRPr lang="en-US" altLang="zh-CN" sz="2400" dirty="0">
            <a:solidFill>
              <a:srgbClr val="FF0000"/>
            </a:solidFill>
            <a:latin typeface="微软雅黑" panose="020B0503020204020204" pitchFamily="34" charset="-122"/>
            <a:ea typeface="微软雅黑" panose="020B0503020204020204" pitchFamily="34" charset="-122"/>
          </a:endParaRPr>
        </a:p>
        <a:p>
          <a:r>
            <a:rPr lang="zh-CN" altLang="en-US" sz="2400" dirty="0">
              <a:solidFill>
                <a:srgbClr val="FF0000"/>
              </a:solidFill>
              <a:latin typeface="微软雅黑" panose="020B0503020204020204" pitchFamily="34" charset="-122"/>
              <a:ea typeface="微软雅黑" panose="020B0503020204020204" pitchFamily="34" charset="-122"/>
            </a:rPr>
            <a:t>电子</a:t>
          </a:r>
        </a:p>
      </dgm:t>
    </dgm:pt>
    <dgm:pt modelId="{ABD31551-836F-4CBD-AD54-FDD83C32342E}" type="parTrans" cxnId="{99DD7D94-6271-4073-9470-81CEEDAC35CD}">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E12EE9BC-FBD3-4A36-BE5E-88322289CA6B}" type="sibTrans" cxnId="{99DD7D94-6271-4073-9470-81CEEDAC35CD}">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C3D9A6D6-5C15-49C5-B6D0-26EE00062A27}">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如：审美、情绪</a:t>
          </a:r>
          <a:endParaRPr lang="en-US" altLang="zh-CN" sz="2400" dirty="0">
            <a:solidFill>
              <a:srgbClr val="FF0000"/>
            </a:solidFill>
            <a:latin typeface="微软雅黑" panose="020B0503020204020204" pitchFamily="34" charset="-122"/>
            <a:ea typeface="微软雅黑" panose="020B0503020204020204" pitchFamily="34" charset="-122"/>
          </a:endParaRPr>
        </a:p>
        <a:p>
          <a:r>
            <a:rPr lang="zh-CN" altLang="en-US" sz="2400" dirty="0">
              <a:solidFill>
                <a:srgbClr val="FF0000"/>
              </a:solidFill>
              <a:latin typeface="微软雅黑" panose="020B0503020204020204" pitchFamily="34" charset="-122"/>
              <a:ea typeface="微软雅黑" panose="020B0503020204020204" pitchFamily="34" charset="-122"/>
            </a:rPr>
            <a:t>“清华最好。”</a:t>
          </a:r>
        </a:p>
      </dgm:t>
    </dgm:pt>
    <dgm:pt modelId="{5B5BB6AA-4B4E-44A5-BC39-96D016812DA1}" type="parTrans" cxnId="{86D52B22-D32F-4E86-B6E3-7DA8A2C5641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24823717-9416-44BD-B40D-CE48E3A1EFB6}" type="sibTrans" cxnId="{86D52B22-D32F-4E86-B6E3-7DA8A2C5641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3B06044A-6E17-4D15-8380-1850E652A013}">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如：痒、痛</a:t>
          </a:r>
          <a:endParaRPr lang="en-US" altLang="zh-CN" sz="2400" dirty="0">
            <a:solidFill>
              <a:srgbClr val="FF0000"/>
            </a:solidFill>
            <a:latin typeface="微软雅黑" panose="020B0503020204020204" pitchFamily="34" charset="-122"/>
            <a:ea typeface="微软雅黑" panose="020B0503020204020204" pitchFamily="34" charset="-122"/>
          </a:endParaRPr>
        </a:p>
        <a:p>
          <a:r>
            <a:rPr lang="zh-CN" altLang="en-US" sz="2400" dirty="0">
              <a:solidFill>
                <a:srgbClr val="FF0000"/>
              </a:solidFill>
              <a:latin typeface="微软雅黑" panose="020B0503020204020204" pitchFamily="34" charset="-122"/>
              <a:ea typeface="微软雅黑" panose="020B0503020204020204" pitchFamily="34" charset="-122"/>
            </a:rPr>
            <a:t>饥饿</a:t>
          </a:r>
        </a:p>
      </dgm:t>
    </dgm:pt>
    <dgm:pt modelId="{93002DAA-DCB4-4E10-B1D8-20B4CD7B7D6C}" type="parTrans" cxnId="{0492274C-9E0A-4826-AAA9-F23AF1082C9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CC0D2CE2-17EC-4FC3-87C3-9FC248B505AB}" type="sibTrans" cxnId="{0492274C-9E0A-4826-AAA9-F23AF1082C9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28A6D033-917E-421A-A1B5-3A4B645872D3}" type="pres">
      <dgm:prSet presAssocID="{4EDE37B1-1F62-48CA-BF43-E66F3931019F}" presName="matrix" presStyleCnt="0">
        <dgm:presLayoutVars>
          <dgm:chMax val="1"/>
          <dgm:dir/>
          <dgm:resizeHandles val="exact"/>
        </dgm:presLayoutVars>
      </dgm:prSet>
      <dgm:spPr/>
    </dgm:pt>
    <dgm:pt modelId="{C5333039-814E-4C35-B0B8-8BD5B0E774D8}" type="pres">
      <dgm:prSet presAssocID="{4EDE37B1-1F62-48CA-BF43-E66F3931019F}" presName="axisShape" presStyleLbl="bgShp" presStyleIdx="0" presStyleCnt="1" custScaleX="155138"/>
      <dgm:spPr/>
    </dgm:pt>
    <dgm:pt modelId="{1BED63F5-E76A-4972-8788-C938B1AA1891}" type="pres">
      <dgm:prSet presAssocID="{4EDE37B1-1F62-48CA-BF43-E66F3931019F}" presName="rect1" presStyleLbl="node1" presStyleIdx="0" presStyleCnt="4" custScaleX="221946" custLinFactNeighborX="-37817" custLinFactNeighborY="802">
        <dgm:presLayoutVars>
          <dgm:chMax val="0"/>
          <dgm:chPref val="0"/>
          <dgm:bulletEnabled val="1"/>
        </dgm:presLayoutVars>
      </dgm:prSet>
      <dgm:spPr/>
    </dgm:pt>
    <dgm:pt modelId="{18F3ACF4-ADFA-4D5D-AF2A-A73472ACDC8F}" type="pres">
      <dgm:prSet presAssocID="{4EDE37B1-1F62-48CA-BF43-E66F3931019F}" presName="rect2" presStyleLbl="node1" presStyleIdx="1" presStyleCnt="4" custScaleX="179404" custLinFactNeighborX="33598" custLinFactNeighborY="802">
        <dgm:presLayoutVars>
          <dgm:chMax val="0"/>
          <dgm:chPref val="0"/>
          <dgm:bulletEnabled val="1"/>
        </dgm:presLayoutVars>
      </dgm:prSet>
      <dgm:spPr/>
    </dgm:pt>
    <dgm:pt modelId="{AECC9136-841D-4672-9E56-8B4C466215D6}" type="pres">
      <dgm:prSet presAssocID="{4EDE37B1-1F62-48CA-BF43-E66F3931019F}" presName="rect3" presStyleLbl="node1" presStyleIdx="2" presStyleCnt="4" custScaleX="218439" custLinFactNeighborX="-34130" custLinFactNeighborY="4182">
        <dgm:presLayoutVars>
          <dgm:chMax val="0"/>
          <dgm:chPref val="0"/>
          <dgm:bulletEnabled val="1"/>
        </dgm:presLayoutVars>
      </dgm:prSet>
      <dgm:spPr/>
    </dgm:pt>
    <dgm:pt modelId="{A8DE6A56-BDDF-4477-82BD-CC802D1AC95A}" type="pres">
      <dgm:prSet presAssocID="{4EDE37B1-1F62-48CA-BF43-E66F3931019F}" presName="rect4" presStyleLbl="node1" presStyleIdx="3" presStyleCnt="4" custScaleX="186369" custLinFactNeighborX="35846" custLinFactNeighborY="4182">
        <dgm:presLayoutVars>
          <dgm:chMax val="0"/>
          <dgm:chPref val="0"/>
          <dgm:bulletEnabled val="1"/>
        </dgm:presLayoutVars>
      </dgm:prSet>
      <dgm:spPr/>
    </dgm:pt>
  </dgm:ptLst>
  <dgm:cxnLst>
    <dgm:cxn modelId="{86D52B22-D32F-4E86-B6E3-7DA8A2C56416}" srcId="{4EDE37B1-1F62-48CA-BF43-E66F3931019F}" destId="{C3D9A6D6-5C15-49C5-B6D0-26EE00062A27}" srcOrd="2" destOrd="0" parTransId="{5B5BB6AA-4B4E-44A5-BC39-96D016812DA1}" sibTransId="{24823717-9416-44BD-B40D-CE48E3A1EFB6}"/>
    <dgm:cxn modelId="{FF5A0B3E-3E6E-477E-B7AB-019275B84F44}" type="presOf" srcId="{C3D9A6D6-5C15-49C5-B6D0-26EE00062A27}" destId="{AECC9136-841D-4672-9E56-8B4C466215D6}" srcOrd="0" destOrd="0" presId="urn:microsoft.com/office/officeart/2005/8/layout/matrix2"/>
    <dgm:cxn modelId="{0492274C-9E0A-4826-AAA9-F23AF1082C96}" srcId="{4EDE37B1-1F62-48CA-BF43-E66F3931019F}" destId="{3B06044A-6E17-4D15-8380-1850E652A013}" srcOrd="3" destOrd="0" parTransId="{93002DAA-DCB4-4E10-B1D8-20B4CD7B7D6C}" sibTransId="{CC0D2CE2-17EC-4FC3-87C3-9FC248B505AB}"/>
    <dgm:cxn modelId="{4FC9A759-A85D-419B-9001-619A0211F833}" type="presOf" srcId="{56E59919-15E7-4827-A088-26C7E709B48D}" destId="{1BED63F5-E76A-4972-8788-C938B1AA1891}" srcOrd="0" destOrd="0" presId="urn:microsoft.com/office/officeart/2005/8/layout/matrix2"/>
    <dgm:cxn modelId="{99DD7D94-6271-4073-9470-81CEEDAC35CD}" srcId="{4EDE37B1-1F62-48CA-BF43-E66F3931019F}" destId="{5AB0E9CB-B19A-4C21-868F-ADD45E3B333E}" srcOrd="1" destOrd="0" parTransId="{ABD31551-836F-4CBD-AD54-FDD83C32342E}" sibTransId="{E12EE9BC-FBD3-4A36-BE5E-88322289CA6B}"/>
    <dgm:cxn modelId="{2DF8CC99-6C58-428C-9BDC-EFBF24A13DFD}" type="presOf" srcId="{4EDE37B1-1F62-48CA-BF43-E66F3931019F}" destId="{28A6D033-917E-421A-A1B5-3A4B645872D3}" srcOrd="0" destOrd="0" presId="urn:microsoft.com/office/officeart/2005/8/layout/matrix2"/>
    <dgm:cxn modelId="{92924BB5-BE2F-4C03-8FEA-DC969151EE07}" type="presOf" srcId="{3B06044A-6E17-4D15-8380-1850E652A013}" destId="{A8DE6A56-BDDF-4477-82BD-CC802D1AC95A}" srcOrd="0" destOrd="0" presId="urn:microsoft.com/office/officeart/2005/8/layout/matrix2"/>
    <dgm:cxn modelId="{DEF20EB7-FCEA-4395-981A-9E6701AF913E}" srcId="{4EDE37B1-1F62-48CA-BF43-E66F3931019F}" destId="{56E59919-15E7-4827-A088-26C7E709B48D}" srcOrd="0" destOrd="0" parTransId="{498339BC-C968-48E4-81D9-163EF2A2C89A}" sibTransId="{3EB3099E-2853-410B-BC58-F21C88D7E0EB}"/>
    <dgm:cxn modelId="{6E9044FA-5260-482F-BA26-FEC4FC95E408}" type="presOf" srcId="{5AB0E9CB-B19A-4C21-868F-ADD45E3B333E}" destId="{18F3ACF4-ADFA-4D5D-AF2A-A73472ACDC8F}" srcOrd="0" destOrd="0" presId="urn:microsoft.com/office/officeart/2005/8/layout/matrix2"/>
    <dgm:cxn modelId="{54D48108-0F33-4F3E-A3ED-AB6D0F5BA4DA}" type="presParOf" srcId="{28A6D033-917E-421A-A1B5-3A4B645872D3}" destId="{C5333039-814E-4C35-B0B8-8BD5B0E774D8}" srcOrd="0" destOrd="0" presId="urn:microsoft.com/office/officeart/2005/8/layout/matrix2"/>
    <dgm:cxn modelId="{3C5C974F-0727-430B-8D05-AF464B0772E0}" type="presParOf" srcId="{28A6D033-917E-421A-A1B5-3A4B645872D3}" destId="{1BED63F5-E76A-4972-8788-C938B1AA1891}" srcOrd="1" destOrd="0" presId="urn:microsoft.com/office/officeart/2005/8/layout/matrix2"/>
    <dgm:cxn modelId="{866166B0-11FF-47C9-848A-F6DC9B065B49}" type="presParOf" srcId="{28A6D033-917E-421A-A1B5-3A4B645872D3}" destId="{18F3ACF4-ADFA-4D5D-AF2A-A73472ACDC8F}" srcOrd="2" destOrd="0" presId="urn:microsoft.com/office/officeart/2005/8/layout/matrix2"/>
    <dgm:cxn modelId="{E66F5F87-EFCC-4784-8131-BC61C739C432}" type="presParOf" srcId="{28A6D033-917E-421A-A1B5-3A4B645872D3}" destId="{AECC9136-841D-4672-9E56-8B4C466215D6}" srcOrd="3" destOrd="0" presId="urn:microsoft.com/office/officeart/2005/8/layout/matrix2"/>
    <dgm:cxn modelId="{9CE83A57-DB20-41CF-AA3B-9ADB974A78F3}" type="presParOf" srcId="{28A6D033-917E-421A-A1B5-3A4B645872D3}" destId="{A8DE6A56-BDDF-4477-82BD-CC802D1AC95A}"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DE37B1-1F62-48CA-BF43-E66F3931019F}"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zh-CN" altLang="en-US"/>
        </a:p>
      </dgm:t>
    </dgm:pt>
    <dgm:pt modelId="{56E59919-15E7-4827-A088-26C7E709B48D}">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一致看法和判断</a:t>
          </a:r>
        </a:p>
      </dgm:t>
    </dgm:pt>
    <dgm:pt modelId="{498339BC-C968-48E4-81D9-163EF2A2C89A}" type="parTrans" cxnId="{DEF20EB7-FCEA-4395-981A-9E6701AF913E}">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3EB3099E-2853-410B-BC58-F21C88D7E0EB}" type="sibTrans" cxnId="{DEF20EB7-FCEA-4395-981A-9E6701AF913E}">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5AB0E9CB-B19A-4C21-868F-ADD45E3B333E}">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别人可以验证的事实</a:t>
          </a:r>
        </a:p>
      </dgm:t>
    </dgm:pt>
    <dgm:pt modelId="{ABD31551-836F-4CBD-AD54-FDD83C32342E}" type="parTrans" cxnId="{99DD7D94-6271-4073-9470-81CEEDAC35CD}">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E12EE9BC-FBD3-4A36-BE5E-88322289CA6B}" type="sibTrans" cxnId="{99DD7D94-6271-4073-9470-81CEEDAC35CD}">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C3D9A6D6-5C15-49C5-B6D0-26EE00062A27}">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个人看法和判断</a:t>
          </a:r>
        </a:p>
      </dgm:t>
    </dgm:pt>
    <dgm:pt modelId="{5B5BB6AA-4B4E-44A5-BC39-96D016812DA1}" type="parTrans" cxnId="{86D52B22-D32F-4E86-B6E3-7DA8A2C5641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24823717-9416-44BD-B40D-CE48E3A1EFB6}" type="sibTrans" cxnId="{86D52B22-D32F-4E86-B6E3-7DA8A2C5641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3B06044A-6E17-4D15-8380-1850E652A013}">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别人不可验证的事实</a:t>
          </a:r>
        </a:p>
      </dgm:t>
    </dgm:pt>
    <dgm:pt modelId="{93002DAA-DCB4-4E10-B1D8-20B4CD7B7D6C}" type="parTrans" cxnId="{0492274C-9E0A-4826-AAA9-F23AF1082C9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CC0D2CE2-17EC-4FC3-87C3-9FC248B505AB}" type="sibTrans" cxnId="{0492274C-9E0A-4826-AAA9-F23AF1082C9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28A6D033-917E-421A-A1B5-3A4B645872D3}" type="pres">
      <dgm:prSet presAssocID="{4EDE37B1-1F62-48CA-BF43-E66F3931019F}" presName="matrix" presStyleCnt="0">
        <dgm:presLayoutVars>
          <dgm:chMax val="1"/>
          <dgm:dir/>
          <dgm:resizeHandles val="exact"/>
        </dgm:presLayoutVars>
      </dgm:prSet>
      <dgm:spPr/>
    </dgm:pt>
    <dgm:pt modelId="{C5333039-814E-4C35-B0B8-8BD5B0E774D8}" type="pres">
      <dgm:prSet presAssocID="{4EDE37B1-1F62-48CA-BF43-E66F3931019F}" presName="axisShape" presStyleLbl="bgShp" presStyleIdx="0" presStyleCnt="1" custScaleX="155138"/>
      <dgm:spPr/>
    </dgm:pt>
    <dgm:pt modelId="{1BED63F5-E76A-4972-8788-C938B1AA1891}" type="pres">
      <dgm:prSet presAssocID="{4EDE37B1-1F62-48CA-BF43-E66F3931019F}" presName="rect1" presStyleLbl="node1" presStyleIdx="0" presStyleCnt="4" custScaleX="185508" custLinFactNeighborX="-37817" custLinFactNeighborY="802">
        <dgm:presLayoutVars>
          <dgm:chMax val="0"/>
          <dgm:chPref val="0"/>
          <dgm:bulletEnabled val="1"/>
        </dgm:presLayoutVars>
      </dgm:prSet>
      <dgm:spPr/>
    </dgm:pt>
    <dgm:pt modelId="{18F3ACF4-ADFA-4D5D-AF2A-A73472ACDC8F}" type="pres">
      <dgm:prSet presAssocID="{4EDE37B1-1F62-48CA-BF43-E66F3931019F}" presName="rect2" presStyleLbl="node1" presStyleIdx="1" presStyleCnt="4" custScaleX="219780" custLinFactNeighborX="49553" custLinFactNeighborY="801">
        <dgm:presLayoutVars>
          <dgm:chMax val="0"/>
          <dgm:chPref val="0"/>
          <dgm:bulletEnabled val="1"/>
        </dgm:presLayoutVars>
      </dgm:prSet>
      <dgm:spPr/>
    </dgm:pt>
    <dgm:pt modelId="{AECC9136-841D-4672-9E56-8B4C466215D6}" type="pres">
      <dgm:prSet presAssocID="{4EDE37B1-1F62-48CA-BF43-E66F3931019F}" presName="rect3" presStyleLbl="node1" presStyleIdx="2" presStyleCnt="4" custScaleX="200283" custLinFactNeighborX="-34130" custLinFactNeighborY="4182">
        <dgm:presLayoutVars>
          <dgm:chMax val="0"/>
          <dgm:chPref val="0"/>
          <dgm:bulletEnabled val="1"/>
        </dgm:presLayoutVars>
      </dgm:prSet>
      <dgm:spPr/>
    </dgm:pt>
    <dgm:pt modelId="{A8DE6A56-BDDF-4477-82BD-CC802D1AC95A}" type="pres">
      <dgm:prSet presAssocID="{4EDE37B1-1F62-48CA-BF43-E66F3931019F}" presName="rect4" presStyleLbl="node1" presStyleIdx="3" presStyleCnt="4" custScaleX="220200" custLinFactNeighborX="45739" custLinFactNeighborY="2265">
        <dgm:presLayoutVars>
          <dgm:chMax val="0"/>
          <dgm:chPref val="0"/>
          <dgm:bulletEnabled val="1"/>
        </dgm:presLayoutVars>
      </dgm:prSet>
      <dgm:spPr/>
    </dgm:pt>
  </dgm:ptLst>
  <dgm:cxnLst>
    <dgm:cxn modelId="{D8E8120C-8774-41A1-BCF5-B9B4EB55816F}" type="presOf" srcId="{5AB0E9CB-B19A-4C21-868F-ADD45E3B333E}" destId="{18F3ACF4-ADFA-4D5D-AF2A-A73472ACDC8F}" srcOrd="0" destOrd="0" presId="urn:microsoft.com/office/officeart/2005/8/layout/matrix2"/>
    <dgm:cxn modelId="{20298E13-518E-413D-BFCC-CEF73C386025}" type="presOf" srcId="{4EDE37B1-1F62-48CA-BF43-E66F3931019F}" destId="{28A6D033-917E-421A-A1B5-3A4B645872D3}" srcOrd="0" destOrd="0" presId="urn:microsoft.com/office/officeart/2005/8/layout/matrix2"/>
    <dgm:cxn modelId="{86D52B22-D32F-4E86-B6E3-7DA8A2C56416}" srcId="{4EDE37B1-1F62-48CA-BF43-E66F3931019F}" destId="{C3D9A6D6-5C15-49C5-B6D0-26EE00062A27}" srcOrd="2" destOrd="0" parTransId="{5B5BB6AA-4B4E-44A5-BC39-96D016812DA1}" sibTransId="{24823717-9416-44BD-B40D-CE48E3A1EFB6}"/>
    <dgm:cxn modelId="{8E78DE2D-2777-4862-839F-663A545D782D}" type="presOf" srcId="{3B06044A-6E17-4D15-8380-1850E652A013}" destId="{A8DE6A56-BDDF-4477-82BD-CC802D1AC95A}" srcOrd="0" destOrd="0" presId="urn:microsoft.com/office/officeart/2005/8/layout/matrix2"/>
    <dgm:cxn modelId="{EAC1513B-9F21-49AF-B539-1FFB8D99B962}" type="presOf" srcId="{56E59919-15E7-4827-A088-26C7E709B48D}" destId="{1BED63F5-E76A-4972-8788-C938B1AA1891}" srcOrd="0" destOrd="0" presId="urn:microsoft.com/office/officeart/2005/8/layout/matrix2"/>
    <dgm:cxn modelId="{0492274C-9E0A-4826-AAA9-F23AF1082C96}" srcId="{4EDE37B1-1F62-48CA-BF43-E66F3931019F}" destId="{3B06044A-6E17-4D15-8380-1850E652A013}" srcOrd="3" destOrd="0" parTransId="{93002DAA-DCB4-4E10-B1D8-20B4CD7B7D6C}" sibTransId="{CC0D2CE2-17EC-4FC3-87C3-9FC248B505AB}"/>
    <dgm:cxn modelId="{99DD7D94-6271-4073-9470-81CEEDAC35CD}" srcId="{4EDE37B1-1F62-48CA-BF43-E66F3931019F}" destId="{5AB0E9CB-B19A-4C21-868F-ADD45E3B333E}" srcOrd="1" destOrd="0" parTransId="{ABD31551-836F-4CBD-AD54-FDD83C32342E}" sibTransId="{E12EE9BC-FBD3-4A36-BE5E-88322289CA6B}"/>
    <dgm:cxn modelId="{F0112CB3-2A7B-4654-B1C4-B47D80109E01}" type="presOf" srcId="{C3D9A6D6-5C15-49C5-B6D0-26EE00062A27}" destId="{AECC9136-841D-4672-9E56-8B4C466215D6}" srcOrd="0" destOrd="0" presId="urn:microsoft.com/office/officeart/2005/8/layout/matrix2"/>
    <dgm:cxn modelId="{DEF20EB7-FCEA-4395-981A-9E6701AF913E}" srcId="{4EDE37B1-1F62-48CA-BF43-E66F3931019F}" destId="{56E59919-15E7-4827-A088-26C7E709B48D}" srcOrd="0" destOrd="0" parTransId="{498339BC-C968-48E4-81D9-163EF2A2C89A}" sibTransId="{3EB3099E-2853-410B-BC58-F21C88D7E0EB}"/>
    <dgm:cxn modelId="{747285BC-4D77-4B57-A8E0-EB13485059FD}" type="presParOf" srcId="{28A6D033-917E-421A-A1B5-3A4B645872D3}" destId="{C5333039-814E-4C35-B0B8-8BD5B0E774D8}" srcOrd="0" destOrd="0" presId="urn:microsoft.com/office/officeart/2005/8/layout/matrix2"/>
    <dgm:cxn modelId="{ACBAFF35-7D7D-423A-83E5-606D6DB219BD}" type="presParOf" srcId="{28A6D033-917E-421A-A1B5-3A4B645872D3}" destId="{1BED63F5-E76A-4972-8788-C938B1AA1891}" srcOrd="1" destOrd="0" presId="urn:microsoft.com/office/officeart/2005/8/layout/matrix2"/>
    <dgm:cxn modelId="{775A50D1-B0AC-4096-8CA9-74E43C3019D7}" type="presParOf" srcId="{28A6D033-917E-421A-A1B5-3A4B645872D3}" destId="{18F3ACF4-ADFA-4D5D-AF2A-A73472ACDC8F}" srcOrd="2" destOrd="0" presId="urn:microsoft.com/office/officeart/2005/8/layout/matrix2"/>
    <dgm:cxn modelId="{2981B9C6-0DD9-40DF-A3C9-81B07748DA9D}" type="presParOf" srcId="{28A6D033-917E-421A-A1B5-3A4B645872D3}" destId="{AECC9136-841D-4672-9E56-8B4C466215D6}" srcOrd="3" destOrd="0" presId="urn:microsoft.com/office/officeart/2005/8/layout/matrix2"/>
    <dgm:cxn modelId="{9ABBE030-19AC-47D9-8B63-2EA83B51AA5D}" type="presParOf" srcId="{28A6D033-917E-421A-A1B5-3A4B645872D3}" destId="{A8DE6A56-BDDF-4477-82BD-CC802D1AC95A}"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EDE37B1-1F62-48CA-BF43-E66F3931019F}"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zh-CN" altLang="en-US"/>
        </a:p>
      </dgm:t>
    </dgm:pt>
    <dgm:pt modelId="{56E59919-15E7-4827-A088-26C7E709B48D}">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一致看法和判断</a:t>
          </a:r>
        </a:p>
      </dgm:t>
    </dgm:pt>
    <dgm:pt modelId="{498339BC-C968-48E4-81D9-163EF2A2C89A}" type="parTrans" cxnId="{DEF20EB7-FCEA-4395-981A-9E6701AF913E}">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3EB3099E-2853-410B-BC58-F21C88D7E0EB}" type="sibTrans" cxnId="{DEF20EB7-FCEA-4395-981A-9E6701AF913E}">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5AB0E9CB-B19A-4C21-868F-ADD45E3B333E}">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别人可以验证的事实</a:t>
          </a:r>
        </a:p>
      </dgm:t>
    </dgm:pt>
    <dgm:pt modelId="{ABD31551-836F-4CBD-AD54-FDD83C32342E}" type="parTrans" cxnId="{99DD7D94-6271-4073-9470-81CEEDAC35CD}">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E12EE9BC-FBD3-4A36-BE5E-88322289CA6B}" type="sibTrans" cxnId="{99DD7D94-6271-4073-9470-81CEEDAC35CD}">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C3D9A6D6-5C15-49C5-B6D0-26EE00062A27}">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个人看法和判断</a:t>
          </a:r>
        </a:p>
      </dgm:t>
    </dgm:pt>
    <dgm:pt modelId="{5B5BB6AA-4B4E-44A5-BC39-96D016812DA1}" type="parTrans" cxnId="{86D52B22-D32F-4E86-B6E3-7DA8A2C5641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24823717-9416-44BD-B40D-CE48E3A1EFB6}" type="sibTrans" cxnId="{86D52B22-D32F-4E86-B6E3-7DA8A2C5641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3B06044A-6E17-4D15-8380-1850E652A013}">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别人不可验证的事实</a:t>
          </a:r>
        </a:p>
      </dgm:t>
    </dgm:pt>
    <dgm:pt modelId="{93002DAA-DCB4-4E10-B1D8-20B4CD7B7D6C}" type="parTrans" cxnId="{0492274C-9E0A-4826-AAA9-F23AF1082C9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CC0D2CE2-17EC-4FC3-87C3-9FC248B505AB}" type="sibTrans" cxnId="{0492274C-9E0A-4826-AAA9-F23AF1082C9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28A6D033-917E-421A-A1B5-3A4B645872D3}" type="pres">
      <dgm:prSet presAssocID="{4EDE37B1-1F62-48CA-BF43-E66F3931019F}" presName="matrix" presStyleCnt="0">
        <dgm:presLayoutVars>
          <dgm:chMax val="1"/>
          <dgm:dir/>
          <dgm:resizeHandles val="exact"/>
        </dgm:presLayoutVars>
      </dgm:prSet>
      <dgm:spPr/>
    </dgm:pt>
    <dgm:pt modelId="{C5333039-814E-4C35-B0B8-8BD5B0E774D8}" type="pres">
      <dgm:prSet presAssocID="{4EDE37B1-1F62-48CA-BF43-E66F3931019F}" presName="axisShape" presStyleLbl="bgShp" presStyleIdx="0" presStyleCnt="1" custScaleX="155138"/>
      <dgm:spPr/>
    </dgm:pt>
    <dgm:pt modelId="{1BED63F5-E76A-4972-8788-C938B1AA1891}" type="pres">
      <dgm:prSet presAssocID="{4EDE37B1-1F62-48CA-BF43-E66F3931019F}" presName="rect1" presStyleLbl="node1" presStyleIdx="0" presStyleCnt="4" custScaleX="185508" custLinFactNeighborX="-37817" custLinFactNeighborY="802">
        <dgm:presLayoutVars>
          <dgm:chMax val="0"/>
          <dgm:chPref val="0"/>
          <dgm:bulletEnabled val="1"/>
        </dgm:presLayoutVars>
      </dgm:prSet>
      <dgm:spPr/>
    </dgm:pt>
    <dgm:pt modelId="{18F3ACF4-ADFA-4D5D-AF2A-A73472ACDC8F}" type="pres">
      <dgm:prSet presAssocID="{4EDE37B1-1F62-48CA-BF43-E66F3931019F}" presName="rect2" presStyleLbl="node1" presStyleIdx="1" presStyleCnt="4" custScaleX="219780" custLinFactNeighborX="49553" custLinFactNeighborY="801">
        <dgm:presLayoutVars>
          <dgm:chMax val="0"/>
          <dgm:chPref val="0"/>
          <dgm:bulletEnabled val="1"/>
        </dgm:presLayoutVars>
      </dgm:prSet>
      <dgm:spPr/>
    </dgm:pt>
    <dgm:pt modelId="{AECC9136-841D-4672-9E56-8B4C466215D6}" type="pres">
      <dgm:prSet presAssocID="{4EDE37B1-1F62-48CA-BF43-E66F3931019F}" presName="rect3" presStyleLbl="node1" presStyleIdx="2" presStyleCnt="4" custScaleX="200283" custLinFactNeighborX="-34130" custLinFactNeighborY="4182">
        <dgm:presLayoutVars>
          <dgm:chMax val="0"/>
          <dgm:chPref val="0"/>
          <dgm:bulletEnabled val="1"/>
        </dgm:presLayoutVars>
      </dgm:prSet>
      <dgm:spPr/>
    </dgm:pt>
    <dgm:pt modelId="{A8DE6A56-BDDF-4477-82BD-CC802D1AC95A}" type="pres">
      <dgm:prSet presAssocID="{4EDE37B1-1F62-48CA-BF43-E66F3931019F}" presName="rect4" presStyleLbl="node1" presStyleIdx="3" presStyleCnt="4" custScaleX="220200" custLinFactNeighborX="45739" custLinFactNeighborY="2265">
        <dgm:presLayoutVars>
          <dgm:chMax val="0"/>
          <dgm:chPref val="0"/>
          <dgm:bulletEnabled val="1"/>
        </dgm:presLayoutVars>
      </dgm:prSet>
      <dgm:spPr/>
    </dgm:pt>
  </dgm:ptLst>
  <dgm:cxnLst>
    <dgm:cxn modelId="{A4AD7F0A-56B2-464D-9F7C-685F7EFA2006}" type="presOf" srcId="{56E59919-15E7-4827-A088-26C7E709B48D}" destId="{1BED63F5-E76A-4972-8788-C938B1AA1891}" srcOrd="0" destOrd="0" presId="urn:microsoft.com/office/officeart/2005/8/layout/matrix2"/>
    <dgm:cxn modelId="{7727811A-BB9D-47D7-87B9-F9755E7E3F44}" type="presOf" srcId="{C3D9A6D6-5C15-49C5-B6D0-26EE00062A27}" destId="{AECC9136-841D-4672-9E56-8B4C466215D6}" srcOrd="0" destOrd="0" presId="urn:microsoft.com/office/officeart/2005/8/layout/matrix2"/>
    <dgm:cxn modelId="{86D52B22-D32F-4E86-B6E3-7DA8A2C56416}" srcId="{4EDE37B1-1F62-48CA-BF43-E66F3931019F}" destId="{C3D9A6D6-5C15-49C5-B6D0-26EE00062A27}" srcOrd="2" destOrd="0" parTransId="{5B5BB6AA-4B4E-44A5-BC39-96D016812DA1}" sibTransId="{24823717-9416-44BD-B40D-CE48E3A1EFB6}"/>
    <dgm:cxn modelId="{0492274C-9E0A-4826-AAA9-F23AF1082C96}" srcId="{4EDE37B1-1F62-48CA-BF43-E66F3931019F}" destId="{3B06044A-6E17-4D15-8380-1850E652A013}" srcOrd="3" destOrd="0" parTransId="{93002DAA-DCB4-4E10-B1D8-20B4CD7B7D6C}" sibTransId="{CC0D2CE2-17EC-4FC3-87C3-9FC248B505AB}"/>
    <dgm:cxn modelId="{6FE93675-E727-47B5-9BE7-1534AC7185CE}" type="presOf" srcId="{5AB0E9CB-B19A-4C21-868F-ADD45E3B333E}" destId="{18F3ACF4-ADFA-4D5D-AF2A-A73472ACDC8F}" srcOrd="0" destOrd="0" presId="urn:microsoft.com/office/officeart/2005/8/layout/matrix2"/>
    <dgm:cxn modelId="{F9EE7791-BB94-4307-9366-E41227542FDD}" type="presOf" srcId="{3B06044A-6E17-4D15-8380-1850E652A013}" destId="{A8DE6A56-BDDF-4477-82BD-CC802D1AC95A}" srcOrd="0" destOrd="0" presId="urn:microsoft.com/office/officeart/2005/8/layout/matrix2"/>
    <dgm:cxn modelId="{99DD7D94-6271-4073-9470-81CEEDAC35CD}" srcId="{4EDE37B1-1F62-48CA-BF43-E66F3931019F}" destId="{5AB0E9CB-B19A-4C21-868F-ADD45E3B333E}" srcOrd="1" destOrd="0" parTransId="{ABD31551-836F-4CBD-AD54-FDD83C32342E}" sibTransId="{E12EE9BC-FBD3-4A36-BE5E-88322289CA6B}"/>
    <dgm:cxn modelId="{DEF20EB7-FCEA-4395-981A-9E6701AF913E}" srcId="{4EDE37B1-1F62-48CA-BF43-E66F3931019F}" destId="{56E59919-15E7-4827-A088-26C7E709B48D}" srcOrd="0" destOrd="0" parTransId="{498339BC-C968-48E4-81D9-163EF2A2C89A}" sibTransId="{3EB3099E-2853-410B-BC58-F21C88D7E0EB}"/>
    <dgm:cxn modelId="{A3F51CF9-D4D4-4A8B-B4C6-F15219DBF050}" type="presOf" srcId="{4EDE37B1-1F62-48CA-BF43-E66F3931019F}" destId="{28A6D033-917E-421A-A1B5-3A4B645872D3}" srcOrd="0" destOrd="0" presId="urn:microsoft.com/office/officeart/2005/8/layout/matrix2"/>
    <dgm:cxn modelId="{E5308CEA-D891-4D9A-AF87-C5C5F584C546}" type="presParOf" srcId="{28A6D033-917E-421A-A1B5-3A4B645872D3}" destId="{C5333039-814E-4C35-B0B8-8BD5B0E774D8}" srcOrd="0" destOrd="0" presId="urn:microsoft.com/office/officeart/2005/8/layout/matrix2"/>
    <dgm:cxn modelId="{DC581E83-875F-4AD6-9772-8BD944903B76}" type="presParOf" srcId="{28A6D033-917E-421A-A1B5-3A4B645872D3}" destId="{1BED63F5-E76A-4972-8788-C938B1AA1891}" srcOrd="1" destOrd="0" presId="urn:microsoft.com/office/officeart/2005/8/layout/matrix2"/>
    <dgm:cxn modelId="{CDBA6CCA-7948-4C05-8D9B-5EBB8BA3472E}" type="presParOf" srcId="{28A6D033-917E-421A-A1B5-3A4B645872D3}" destId="{18F3ACF4-ADFA-4D5D-AF2A-A73472ACDC8F}" srcOrd="2" destOrd="0" presId="urn:microsoft.com/office/officeart/2005/8/layout/matrix2"/>
    <dgm:cxn modelId="{782634D5-1649-4346-A708-2B4906E00212}" type="presParOf" srcId="{28A6D033-917E-421A-A1B5-3A4B645872D3}" destId="{AECC9136-841D-4672-9E56-8B4C466215D6}" srcOrd="3" destOrd="0" presId="urn:microsoft.com/office/officeart/2005/8/layout/matrix2"/>
    <dgm:cxn modelId="{81070B1E-AEA5-402E-B8EF-662CFC620C7E}" type="presParOf" srcId="{28A6D033-917E-421A-A1B5-3A4B645872D3}" destId="{A8DE6A56-BDDF-4477-82BD-CC802D1AC95A}"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EDE37B1-1F62-48CA-BF43-E66F3931019F}"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zh-CN" altLang="en-US"/>
        </a:p>
      </dgm:t>
    </dgm:pt>
    <dgm:pt modelId="{56E59919-15E7-4827-A088-26C7E709B48D}">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一致看法和判断</a:t>
          </a:r>
        </a:p>
      </dgm:t>
    </dgm:pt>
    <dgm:pt modelId="{498339BC-C968-48E4-81D9-163EF2A2C89A}" type="parTrans" cxnId="{DEF20EB7-FCEA-4395-981A-9E6701AF913E}">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3EB3099E-2853-410B-BC58-F21C88D7E0EB}" type="sibTrans" cxnId="{DEF20EB7-FCEA-4395-981A-9E6701AF913E}">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5AB0E9CB-B19A-4C21-868F-ADD45E3B333E}">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别人可以验证的事实</a:t>
          </a:r>
        </a:p>
      </dgm:t>
    </dgm:pt>
    <dgm:pt modelId="{ABD31551-836F-4CBD-AD54-FDD83C32342E}" type="parTrans" cxnId="{99DD7D94-6271-4073-9470-81CEEDAC35CD}">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E12EE9BC-FBD3-4A36-BE5E-88322289CA6B}" type="sibTrans" cxnId="{99DD7D94-6271-4073-9470-81CEEDAC35CD}">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C3D9A6D6-5C15-49C5-B6D0-26EE00062A27}">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个人看法和判断</a:t>
          </a:r>
        </a:p>
      </dgm:t>
    </dgm:pt>
    <dgm:pt modelId="{5B5BB6AA-4B4E-44A5-BC39-96D016812DA1}" type="parTrans" cxnId="{86D52B22-D32F-4E86-B6E3-7DA8A2C5641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24823717-9416-44BD-B40D-CE48E3A1EFB6}" type="sibTrans" cxnId="{86D52B22-D32F-4E86-B6E3-7DA8A2C5641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3B06044A-6E17-4D15-8380-1850E652A013}">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别人不可验证的事实</a:t>
          </a:r>
        </a:p>
      </dgm:t>
    </dgm:pt>
    <dgm:pt modelId="{93002DAA-DCB4-4E10-B1D8-20B4CD7B7D6C}" type="parTrans" cxnId="{0492274C-9E0A-4826-AAA9-F23AF1082C9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CC0D2CE2-17EC-4FC3-87C3-9FC248B505AB}" type="sibTrans" cxnId="{0492274C-9E0A-4826-AAA9-F23AF1082C9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28A6D033-917E-421A-A1B5-3A4B645872D3}" type="pres">
      <dgm:prSet presAssocID="{4EDE37B1-1F62-48CA-BF43-E66F3931019F}" presName="matrix" presStyleCnt="0">
        <dgm:presLayoutVars>
          <dgm:chMax val="1"/>
          <dgm:dir/>
          <dgm:resizeHandles val="exact"/>
        </dgm:presLayoutVars>
      </dgm:prSet>
      <dgm:spPr/>
    </dgm:pt>
    <dgm:pt modelId="{C5333039-814E-4C35-B0B8-8BD5B0E774D8}" type="pres">
      <dgm:prSet presAssocID="{4EDE37B1-1F62-48CA-BF43-E66F3931019F}" presName="axisShape" presStyleLbl="bgShp" presStyleIdx="0" presStyleCnt="1" custScaleX="155138"/>
      <dgm:spPr/>
    </dgm:pt>
    <dgm:pt modelId="{1BED63F5-E76A-4972-8788-C938B1AA1891}" type="pres">
      <dgm:prSet presAssocID="{4EDE37B1-1F62-48CA-BF43-E66F3931019F}" presName="rect1" presStyleLbl="node1" presStyleIdx="0" presStyleCnt="4" custScaleX="185508" custLinFactNeighborX="-37817" custLinFactNeighborY="802">
        <dgm:presLayoutVars>
          <dgm:chMax val="0"/>
          <dgm:chPref val="0"/>
          <dgm:bulletEnabled val="1"/>
        </dgm:presLayoutVars>
      </dgm:prSet>
      <dgm:spPr/>
    </dgm:pt>
    <dgm:pt modelId="{18F3ACF4-ADFA-4D5D-AF2A-A73472ACDC8F}" type="pres">
      <dgm:prSet presAssocID="{4EDE37B1-1F62-48CA-BF43-E66F3931019F}" presName="rect2" presStyleLbl="node1" presStyleIdx="1" presStyleCnt="4" custScaleX="219780" custLinFactNeighborX="49553" custLinFactNeighborY="801">
        <dgm:presLayoutVars>
          <dgm:chMax val="0"/>
          <dgm:chPref val="0"/>
          <dgm:bulletEnabled val="1"/>
        </dgm:presLayoutVars>
      </dgm:prSet>
      <dgm:spPr/>
    </dgm:pt>
    <dgm:pt modelId="{AECC9136-841D-4672-9E56-8B4C466215D6}" type="pres">
      <dgm:prSet presAssocID="{4EDE37B1-1F62-48CA-BF43-E66F3931019F}" presName="rect3" presStyleLbl="node1" presStyleIdx="2" presStyleCnt="4" custScaleX="200283" custLinFactNeighborX="-34130" custLinFactNeighborY="4182">
        <dgm:presLayoutVars>
          <dgm:chMax val="0"/>
          <dgm:chPref val="0"/>
          <dgm:bulletEnabled val="1"/>
        </dgm:presLayoutVars>
      </dgm:prSet>
      <dgm:spPr/>
    </dgm:pt>
    <dgm:pt modelId="{A8DE6A56-BDDF-4477-82BD-CC802D1AC95A}" type="pres">
      <dgm:prSet presAssocID="{4EDE37B1-1F62-48CA-BF43-E66F3931019F}" presName="rect4" presStyleLbl="node1" presStyleIdx="3" presStyleCnt="4" custScaleX="220200" custLinFactNeighborX="45739" custLinFactNeighborY="2265">
        <dgm:presLayoutVars>
          <dgm:chMax val="0"/>
          <dgm:chPref val="0"/>
          <dgm:bulletEnabled val="1"/>
        </dgm:presLayoutVars>
      </dgm:prSet>
      <dgm:spPr/>
    </dgm:pt>
  </dgm:ptLst>
  <dgm:cxnLst>
    <dgm:cxn modelId="{86D52B22-D32F-4E86-B6E3-7DA8A2C56416}" srcId="{4EDE37B1-1F62-48CA-BF43-E66F3931019F}" destId="{C3D9A6D6-5C15-49C5-B6D0-26EE00062A27}" srcOrd="2" destOrd="0" parTransId="{5B5BB6AA-4B4E-44A5-BC39-96D016812DA1}" sibTransId="{24823717-9416-44BD-B40D-CE48E3A1EFB6}"/>
    <dgm:cxn modelId="{24EC853E-DC2E-4BB1-A5FC-F2A8DEA0485B}" type="presOf" srcId="{4EDE37B1-1F62-48CA-BF43-E66F3931019F}" destId="{28A6D033-917E-421A-A1B5-3A4B645872D3}" srcOrd="0" destOrd="0" presId="urn:microsoft.com/office/officeart/2005/8/layout/matrix2"/>
    <dgm:cxn modelId="{0492274C-9E0A-4826-AAA9-F23AF1082C96}" srcId="{4EDE37B1-1F62-48CA-BF43-E66F3931019F}" destId="{3B06044A-6E17-4D15-8380-1850E652A013}" srcOrd="3" destOrd="0" parTransId="{93002DAA-DCB4-4E10-B1D8-20B4CD7B7D6C}" sibTransId="{CC0D2CE2-17EC-4FC3-87C3-9FC248B505AB}"/>
    <dgm:cxn modelId="{DC640258-30F3-4723-8DD0-B19215405C50}" type="presOf" srcId="{C3D9A6D6-5C15-49C5-B6D0-26EE00062A27}" destId="{AECC9136-841D-4672-9E56-8B4C466215D6}" srcOrd="0" destOrd="0" presId="urn:microsoft.com/office/officeart/2005/8/layout/matrix2"/>
    <dgm:cxn modelId="{068E1985-52BF-45B9-9545-BE2F2C215B97}" type="presOf" srcId="{5AB0E9CB-B19A-4C21-868F-ADD45E3B333E}" destId="{18F3ACF4-ADFA-4D5D-AF2A-A73472ACDC8F}" srcOrd="0" destOrd="0" presId="urn:microsoft.com/office/officeart/2005/8/layout/matrix2"/>
    <dgm:cxn modelId="{08D5D793-0D71-478F-A07B-89152F2712B9}" type="presOf" srcId="{3B06044A-6E17-4D15-8380-1850E652A013}" destId="{A8DE6A56-BDDF-4477-82BD-CC802D1AC95A}" srcOrd="0" destOrd="0" presId="urn:microsoft.com/office/officeart/2005/8/layout/matrix2"/>
    <dgm:cxn modelId="{99DD7D94-6271-4073-9470-81CEEDAC35CD}" srcId="{4EDE37B1-1F62-48CA-BF43-E66F3931019F}" destId="{5AB0E9CB-B19A-4C21-868F-ADD45E3B333E}" srcOrd="1" destOrd="0" parTransId="{ABD31551-836F-4CBD-AD54-FDD83C32342E}" sibTransId="{E12EE9BC-FBD3-4A36-BE5E-88322289CA6B}"/>
    <dgm:cxn modelId="{47AA61A9-1029-4D03-8782-4B742F9F538F}" type="presOf" srcId="{56E59919-15E7-4827-A088-26C7E709B48D}" destId="{1BED63F5-E76A-4972-8788-C938B1AA1891}" srcOrd="0" destOrd="0" presId="urn:microsoft.com/office/officeart/2005/8/layout/matrix2"/>
    <dgm:cxn modelId="{DEF20EB7-FCEA-4395-981A-9E6701AF913E}" srcId="{4EDE37B1-1F62-48CA-BF43-E66F3931019F}" destId="{56E59919-15E7-4827-A088-26C7E709B48D}" srcOrd="0" destOrd="0" parTransId="{498339BC-C968-48E4-81D9-163EF2A2C89A}" sibTransId="{3EB3099E-2853-410B-BC58-F21C88D7E0EB}"/>
    <dgm:cxn modelId="{860125FA-A85B-4F05-A804-C8901976276C}" type="presParOf" srcId="{28A6D033-917E-421A-A1B5-3A4B645872D3}" destId="{C5333039-814E-4C35-B0B8-8BD5B0E774D8}" srcOrd="0" destOrd="0" presId="urn:microsoft.com/office/officeart/2005/8/layout/matrix2"/>
    <dgm:cxn modelId="{B9289614-18B4-4947-8C42-5F5A17028405}" type="presParOf" srcId="{28A6D033-917E-421A-A1B5-3A4B645872D3}" destId="{1BED63F5-E76A-4972-8788-C938B1AA1891}" srcOrd="1" destOrd="0" presId="urn:microsoft.com/office/officeart/2005/8/layout/matrix2"/>
    <dgm:cxn modelId="{D97B04F1-EE2D-41C2-8CD6-3D4878F5DE33}" type="presParOf" srcId="{28A6D033-917E-421A-A1B5-3A4B645872D3}" destId="{18F3ACF4-ADFA-4D5D-AF2A-A73472ACDC8F}" srcOrd="2" destOrd="0" presId="urn:microsoft.com/office/officeart/2005/8/layout/matrix2"/>
    <dgm:cxn modelId="{E2CD537C-6972-484D-A455-4146D1336B0B}" type="presParOf" srcId="{28A6D033-917E-421A-A1B5-3A4B645872D3}" destId="{AECC9136-841D-4672-9E56-8B4C466215D6}" srcOrd="3" destOrd="0" presId="urn:microsoft.com/office/officeart/2005/8/layout/matrix2"/>
    <dgm:cxn modelId="{D3607855-F9A3-42C0-8F2B-EAB232DE8867}" type="presParOf" srcId="{28A6D033-917E-421A-A1B5-3A4B645872D3}" destId="{A8DE6A56-BDDF-4477-82BD-CC802D1AC95A}"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EDE37B1-1F62-48CA-BF43-E66F3931019F}"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zh-CN" altLang="en-US"/>
        </a:p>
      </dgm:t>
    </dgm:pt>
    <dgm:pt modelId="{56E59919-15E7-4827-A088-26C7E709B48D}">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一致看法和判断</a:t>
          </a:r>
        </a:p>
      </dgm:t>
    </dgm:pt>
    <dgm:pt modelId="{498339BC-C968-48E4-81D9-163EF2A2C89A}" type="parTrans" cxnId="{DEF20EB7-FCEA-4395-981A-9E6701AF913E}">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3EB3099E-2853-410B-BC58-F21C88D7E0EB}" type="sibTrans" cxnId="{DEF20EB7-FCEA-4395-981A-9E6701AF913E}">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5AB0E9CB-B19A-4C21-868F-ADD45E3B333E}">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别人可以验证的事实</a:t>
          </a:r>
        </a:p>
      </dgm:t>
    </dgm:pt>
    <dgm:pt modelId="{ABD31551-836F-4CBD-AD54-FDD83C32342E}" type="parTrans" cxnId="{99DD7D94-6271-4073-9470-81CEEDAC35CD}">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E12EE9BC-FBD3-4A36-BE5E-88322289CA6B}" type="sibTrans" cxnId="{99DD7D94-6271-4073-9470-81CEEDAC35CD}">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C3D9A6D6-5C15-49C5-B6D0-26EE00062A27}">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个人看法和判断</a:t>
          </a:r>
        </a:p>
      </dgm:t>
    </dgm:pt>
    <dgm:pt modelId="{5B5BB6AA-4B4E-44A5-BC39-96D016812DA1}" type="parTrans" cxnId="{86D52B22-D32F-4E86-B6E3-7DA8A2C5641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24823717-9416-44BD-B40D-CE48E3A1EFB6}" type="sibTrans" cxnId="{86D52B22-D32F-4E86-B6E3-7DA8A2C5641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3B06044A-6E17-4D15-8380-1850E652A013}">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别人不可验证的事实</a:t>
          </a:r>
        </a:p>
      </dgm:t>
    </dgm:pt>
    <dgm:pt modelId="{93002DAA-DCB4-4E10-B1D8-20B4CD7B7D6C}" type="parTrans" cxnId="{0492274C-9E0A-4826-AAA9-F23AF1082C9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CC0D2CE2-17EC-4FC3-87C3-9FC248B505AB}" type="sibTrans" cxnId="{0492274C-9E0A-4826-AAA9-F23AF1082C9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28A6D033-917E-421A-A1B5-3A4B645872D3}" type="pres">
      <dgm:prSet presAssocID="{4EDE37B1-1F62-48CA-BF43-E66F3931019F}" presName="matrix" presStyleCnt="0">
        <dgm:presLayoutVars>
          <dgm:chMax val="1"/>
          <dgm:dir/>
          <dgm:resizeHandles val="exact"/>
        </dgm:presLayoutVars>
      </dgm:prSet>
      <dgm:spPr/>
    </dgm:pt>
    <dgm:pt modelId="{C5333039-814E-4C35-B0B8-8BD5B0E774D8}" type="pres">
      <dgm:prSet presAssocID="{4EDE37B1-1F62-48CA-BF43-E66F3931019F}" presName="axisShape" presStyleLbl="bgShp" presStyleIdx="0" presStyleCnt="1" custScaleX="155138"/>
      <dgm:spPr/>
    </dgm:pt>
    <dgm:pt modelId="{1BED63F5-E76A-4972-8788-C938B1AA1891}" type="pres">
      <dgm:prSet presAssocID="{4EDE37B1-1F62-48CA-BF43-E66F3931019F}" presName="rect1" presStyleLbl="node1" presStyleIdx="0" presStyleCnt="4" custScaleX="185508" custLinFactNeighborX="-37817" custLinFactNeighborY="802">
        <dgm:presLayoutVars>
          <dgm:chMax val="0"/>
          <dgm:chPref val="0"/>
          <dgm:bulletEnabled val="1"/>
        </dgm:presLayoutVars>
      </dgm:prSet>
      <dgm:spPr/>
    </dgm:pt>
    <dgm:pt modelId="{18F3ACF4-ADFA-4D5D-AF2A-A73472ACDC8F}" type="pres">
      <dgm:prSet presAssocID="{4EDE37B1-1F62-48CA-BF43-E66F3931019F}" presName="rect2" presStyleLbl="node1" presStyleIdx="1" presStyleCnt="4" custScaleX="219780" custLinFactNeighborX="49553" custLinFactNeighborY="801">
        <dgm:presLayoutVars>
          <dgm:chMax val="0"/>
          <dgm:chPref val="0"/>
          <dgm:bulletEnabled val="1"/>
        </dgm:presLayoutVars>
      </dgm:prSet>
      <dgm:spPr/>
    </dgm:pt>
    <dgm:pt modelId="{AECC9136-841D-4672-9E56-8B4C466215D6}" type="pres">
      <dgm:prSet presAssocID="{4EDE37B1-1F62-48CA-BF43-E66F3931019F}" presName="rect3" presStyleLbl="node1" presStyleIdx="2" presStyleCnt="4" custScaleX="200283" custLinFactNeighborX="-34130" custLinFactNeighborY="4182">
        <dgm:presLayoutVars>
          <dgm:chMax val="0"/>
          <dgm:chPref val="0"/>
          <dgm:bulletEnabled val="1"/>
        </dgm:presLayoutVars>
      </dgm:prSet>
      <dgm:spPr/>
    </dgm:pt>
    <dgm:pt modelId="{A8DE6A56-BDDF-4477-82BD-CC802D1AC95A}" type="pres">
      <dgm:prSet presAssocID="{4EDE37B1-1F62-48CA-BF43-E66F3931019F}" presName="rect4" presStyleLbl="node1" presStyleIdx="3" presStyleCnt="4" custScaleX="220200" custLinFactNeighborX="45739" custLinFactNeighborY="2265">
        <dgm:presLayoutVars>
          <dgm:chMax val="0"/>
          <dgm:chPref val="0"/>
          <dgm:bulletEnabled val="1"/>
        </dgm:presLayoutVars>
      </dgm:prSet>
      <dgm:spPr/>
    </dgm:pt>
  </dgm:ptLst>
  <dgm:cxnLst>
    <dgm:cxn modelId="{E3834D1C-EF4D-4D2F-838F-1F58DB64D258}" type="presOf" srcId="{C3D9A6D6-5C15-49C5-B6D0-26EE00062A27}" destId="{AECC9136-841D-4672-9E56-8B4C466215D6}" srcOrd="0" destOrd="0" presId="urn:microsoft.com/office/officeart/2005/8/layout/matrix2"/>
    <dgm:cxn modelId="{A8CAEB21-F21D-4E7F-8B05-988593F09753}" type="presOf" srcId="{56E59919-15E7-4827-A088-26C7E709B48D}" destId="{1BED63F5-E76A-4972-8788-C938B1AA1891}" srcOrd="0" destOrd="0" presId="urn:microsoft.com/office/officeart/2005/8/layout/matrix2"/>
    <dgm:cxn modelId="{86D52B22-D32F-4E86-B6E3-7DA8A2C56416}" srcId="{4EDE37B1-1F62-48CA-BF43-E66F3931019F}" destId="{C3D9A6D6-5C15-49C5-B6D0-26EE00062A27}" srcOrd="2" destOrd="0" parTransId="{5B5BB6AA-4B4E-44A5-BC39-96D016812DA1}" sibTransId="{24823717-9416-44BD-B40D-CE48E3A1EFB6}"/>
    <dgm:cxn modelId="{0492274C-9E0A-4826-AAA9-F23AF1082C96}" srcId="{4EDE37B1-1F62-48CA-BF43-E66F3931019F}" destId="{3B06044A-6E17-4D15-8380-1850E652A013}" srcOrd="3" destOrd="0" parTransId="{93002DAA-DCB4-4E10-B1D8-20B4CD7B7D6C}" sibTransId="{CC0D2CE2-17EC-4FC3-87C3-9FC248B505AB}"/>
    <dgm:cxn modelId="{A96F438A-449F-4697-A47E-4EA6F648C41F}" type="presOf" srcId="{3B06044A-6E17-4D15-8380-1850E652A013}" destId="{A8DE6A56-BDDF-4477-82BD-CC802D1AC95A}" srcOrd="0" destOrd="0" presId="urn:microsoft.com/office/officeart/2005/8/layout/matrix2"/>
    <dgm:cxn modelId="{97AD468C-0FA1-4E1C-9D67-507464942E2D}" type="presOf" srcId="{4EDE37B1-1F62-48CA-BF43-E66F3931019F}" destId="{28A6D033-917E-421A-A1B5-3A4B645872D3}" srcOrd="0" destOrd="0" presId="urn:microsoft.com/office/officeart/2005/8/layout/matrix2"/>
    <dgm:cxn modelId="{99DD7D94-6271-4073-9470-81CEEDAC35CD}" srcId="{4EDE37B1-1F62-48CA-BF43-E66F3931019F}" destId="{5AB0E9CB-B19A-4C21-868F-ADD45E3B333E}" srcOrd="1" destOrd="0" parTransId="{ABD31551-836F-4CBD-AD54-FDD83C32342E}" sibTransId="{E12EE9BC-FBD3-4A36-BE5E-88322289CA6B}"/>
    <dgm:cxn modelId="{300B04A7-AFA5-434F-9E52-DC0066461E7A}" type="presOf" srcId="{5AB0E9CB-B19A-4C21-868F-ADD45E3B333E}" destId="{18F3ACF4-ADFA-4D5D-AF2A-A73472ACDC8F}" srcOrd="0" destOrd="0" presId="urn:microsoft.com/office/officeart/2005/8/layout/matrix2"/>
    <dgm:cxn modelId="{DEF20EB7-FCEA-4395-981A-9E6701AF913E}" srcId="{4EDE37B1-1F62-48CA-BF43-E66F3931019F}" destId="{56E59919-15E7-4827-A088-26C7E709B48D}" srcOrd="0" destOrd="0" parTransId="{498339BC-C968-48E4-81D9-163EF2A2C89A}" sibTransId="{3EB3099E-2853-410B-BC58-F21C88D7E0EB}"/>
    <dgm:cxn modelId="{3EE82597-26EF-4B2C-858C-0B60AED7D3C0}" type="presParOf" srcId="{28A6D033-917E-421A-A1B5-3A4B645872D3}" destId="{C5333039-814E-4C35-B0B8-8BD5B0E774D8}" srcOrd="0" destOrd="0" presId="urn:microsoft.com/office/officeart/2005/8/layout/matrix2"/>
    <dgm:cxn modelId="{4E35080D-3BA7-4210-A866-4C0CC323233B}" type="presParOf" srcId="{28A6D033-917E-421A-A1B5-3A4B645872D3}" destId="{1BED63F5-E76A-4972-8788-C938B1AA1891}" srcOrd="1" destOrd="0" presId="urn:microsoft.com/office/officeart/2005/8/layout/matrix2"/>
    <dgm:cxn modelId="{A99FD9F5-48A8-4AA5-8A3D-4D5753543CED}" type="presParOf" srcId="{28A6D033-917E-421A-A1B5-3A4B645872D3}" destId="{18F3ACF4-ADFA-4D5D-AF2A-A73472ACDC8F}" srcOrd="2" destOrd="0" presId="urn:microsoft.com/office/officeart/2005/8/layout/matrix2"/>
    <dgm:cxn modelId="{9F6E6FB2-0757-4C37-B350-E8A14F091EB5}" type="presParOf" srcId="{28A6D033-917E-421A-A1B5-3A4B645872D3}" destId="{AECC9136-841D-4672-9E56-8B4C466215D6}" srcOrd="3" destOrd="0" presId="urn:microsoft.com/office/officeart/2005/8/layout/matrix2"/>
    <dgm:cxn modelId="{85F07122-8B84-4DA5-ACA0-D090A9F77EF5}" type="presParOf" srcId="{28A6D033-917E-421A-A1B5-3A4B645872D3}" destId="{A8DE6A56-BDDF-4477-82BD-CC802D1AC95A}"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EDE37B1-1F62-48CA-BF43-E66F3931019F}"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zh-CN" altLang="en-US"/>
        </a:p>
      </dgm:t>
    </dgm:pt>
    <dgm:pt modelId="{56E59919-15E7-4827-A088-26C7E709B48D}">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一致看法和判断</a:t>
          </a:r>
        </a:p>
      </dgm:t>
    </dgm:pt>
    <dgm:pt modelId="{498339BC-C968-48E4-81D9-163EF2A2C89A}" type="parTrans" cxnId="{DEF20EB7-FCEA-4395-981A-9E6701AF913E}">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3EB3099E-2853-410B-BC58-F21C88D7E0EB}" type="sibTrans" cxnId="{DEF20EB7-FCEA-4395-981A-9E6701AF913E}">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5AB0E9CB-B19A-4C21-868F-ADD45E3B333E}">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别人可以验证的事实</a:t>
          </a:r>
        </a:p>
      </dgm:t>
    </dgm:pt>
    <dgm:pt modelId="{ABD31551-836F-4CBD-AD54-FDD83C32342E}" type="parTrans" cxnId="{99DD7D94-6271-4073-9470-81CEEDAC35CD}">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E12EE9BC-FBD3-4A36-BE5E-88322289CA6B}" type="sibTrans" cxnId="{99DD7D94-6271-4073-9470-81CEEDAC35CD}">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C3D9A6D6-5C15-49C5-B6D0-26EE00062A27}">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个人看法和判断</a:t>
          </a:r>
        </a:p>
      </dgm:t>
    </dgm:pt>
    <dgm:pt modelId="{5B5BB6AA-4B4E-44A5-BC39-96D016812DA1}" type="parTrans" cxnId="{86D52B22-D32F-4E86-B6E3-7DA8A2C5641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24823717-9416-44BD-B40D-CE48E3A1EFB6}" type="sibTrans" cxnId="{86D52B22-D32F-4E86-B6E3-7DA8A2C5641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3B06044A-6E17-4D15-8380-1850E652A013}">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别人不可验证的事实</a:t>
          </a:r>
        </a:p>
      </dgm:t>
    </dgm:pt>
    <dgm:pt modelId="{93002DAA-DCB4-4E10-B1D8-20B4CD7B7D6C}" type="parTrans" cxnId="{0492274C-9E0A-4826-AAA9-F23AF1082C9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CC0D2CE2-17EC-4FC3-87C3-9FC248B505AB}" type="sibTrans" cxnId="{0492274C-9E0A-4826-AAA9-F23AF1082C9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28A6D033-917E-421A-A1B5-3A4B645872D3}" type="pres">
      <dgm:prSet presAssocID="{4EDE37B1-1F62-48CA-BF43-E66F3931019F}" presName="matrix" presStyleCnt="0">
        <dgm:presLayoutVars>
          <dgm:chMax val="1"/>
          <dgm:dir/>
          <dgm:resizeHandles val="exact"/>
        </dgm:presLayoutVars>
      </dgm:prSet>
      <dgm:spPr/>
    </dgm:pt>
    <dgm:pt modelId="{C5333039-814E-4C35-B0B8-8BD5B0E774D8}" type="pres">
      <dgm:prSet presAssocID="{4EDE37B1-1F62-48CA-BF43-E66F3931019F}" presName="axisShape" presStyleLbl="bgShp" presStyleIdx="0" presStyleCnt="1" custScaleX="155138"/>
      <dgm:spPr/>
    </dgm:pt>
    <dgm:pt modelId="{1BED63F5-E76A-4972-8788-C938B1AA1891}" type="pres">
      <dgm:prSet presAssocID="{4EDE37B1-1F62-48CA-BF43-E66F3931019F}" presName="rect1" presStyleLbl="node1" presStyleIdx="0" presStyleCnt="4" custScaleX="185508" custLinFactNeighborX="-37817" custLinFactNeighborY="802">
        <dgm:presLayoutVars>
          <dgm:chMax val="0"/>
          <dgm:chPref val="0"/>
          <dgm:bulletEnabled val="1"/>
        </dgm:presLayoutVars>
      </dgm:prSet>
      <dgm:spPr/>
    </dgm:pt>
    <dgm:pt modelId="{18F3ACF4-ADFA-4D5D-AF2A-A73472ACDC8F}" type="pres">
      <dgm:prSet presAssocID="{4EDE37B1-1F62-48CA-BF43-E66F3931019F}" presName="rect2" presStyleLbl="node1" presStyleIdx="1" presStyleCnt="4" custScaleX="219780" custLinFactNeighborX="49553" custLinFactNeighborY="801">
        <dgm:presLayoutVars>
          <dgm:chMax val="0"/>
          <dgm:chPref val="0"/>
          <dgm:bulletEnabled val="1"/>
        </dgm:presLayoutVars>
      </dgm:prSet>
      <dgm:spPr/>
    </dgm:pt>
    <dgm:pt modelId="{AECC9136-841D-4672-9E56-8B4C466215D6}" type="pres">
      <dgm:prSet presAssocID="{4EDE37B1-1F62-48CA-BF43-E66F3931019F}" presName="rect3" presStyleLbl="node1" presStyleIdx="2" presStyleCnt="4" custScaleX="200283" custLinFactNeighborX="-34130" custLinFactNeighborY="4182">
        <dgm:presLayoutVars>
          <dgm:chMax val="0"/>
          <dgm:chPref val="0"/>
          <dgm:bulletEnabled val="1"/>
        </dgm:presLayoutVars>
      </dgm:prSet>
      <dgm:spPr/>
    </dgm:pt>
    <dgm:pt modelId="{A8DE6A56-BDDF-4477-82BD-CC802D1AC95A}" type="pres">
      <dgm:prSet presAssocID="{4EDE37B1-1F62-48CA-BF43-E66F3931019F}" presName="rect4" presStyleLbl="node1" presStyleIdx="3" presStyleCnt="4" custScaleX="220200" custLinFactNeighborX="45739" custLinFactNeighborY="2265">
        <dgm:presLayoutVars>
          <dgm:chMax val="0"/>
          <dgm:chPref val="0"/>
          <dgm:bulletEnabled val="1"/>
        </dgm:presLayoutVars>
      </dgm:prSet>
      <dgm:spPr/>
    </dgm:pt>
  </dgm:ptLst>
  <dgm:cxnLst>
    <dgm:cxn modelId="{86D52B22-D32F-4E86-B6E3-7DA8A2C56416}" srcId="{4EDE37B1-1F62-48CA-BF43-E66F3931019F}" destId="{C3D9A6D6-5C15-49C5-B6D0-26EE00062A27}" srcOrd="2" destOrd="0" parTransId="{5B5BB6AA-4B4E-44A5-BC39-96D016812DA1}" sibTransId="{24823717-9416-44BD-B40D-CE48E3A1EFB6}"/>
    <dgm:cxn modelId="{6DC95F64-072D-47C6-9932-B6B6C1174F39}" type="presOf" srcId="{5AB0E9CB-B19A-4C21-868F-ADD45E3B333E}" destId="{18F3ACF4-ADFA-4D5D-AF2A-A73472ACDC8F}" srcOrd="0" destOrd="0" presId="urn:microsoft.com/office/officeart/2005/8/layout/matrix2"/>
    <dgm:cxn modelId="{547F7869-7B10-40D3-8CEC-0527AE4FCC56}" type="presOf" srcId="{56E59919-15E7-4827-A088-26C7E709B48D}" destId="{1BED63F5-E76A-4972-8788-C938B1AA1891}" srcOrd="0" destOrd="0" presId="urn:microsoft.com/office/officeart/2005/8/layout/matrix2"/>
    <dgm:cxn modelId="{0492274C-9E0A-4826-AAA9-F23AF1082C96}" srcId="{4EDE37B1-1F62-48CA-BF43-E66F3931019F}" destId="{3B06044A-6E17-4D15-8380-1850E652A013}" srcOrd="3" destOrd="0" parTransId="{93002DAA-DCB4-4E10-B1D8-20B4CD7B7D6C}" sibTransId="{CC0D2CE2-17EC-4FC3-87C3-9FC248B505AB}"/>
    <dgm:cxn modelId="{99DD7D94-6271-4073-9470-81CEEDAC35CD}" srcId="{4EDE37B1-1F62-48CA-BF43-E66F3931019F}" destId="{5AB0E9CB-B19A-4C21-868F-ADD45E3B333E}" srcOrd="1" destOrd="0" parTransId="{ABD31551-836F-4CBD-AD54-FDD83C32342E}" sibTransId="{E12EE9BC-FBD3-4A36-BE5E-88322289CA6B}"/>
    <dgm:cxn modelId="{DEF20EB7-FCEA-4395-981A-9E6701AF913E}" srcId="{4EDE37B1-1F62-48CA-BF43-E66F3931019F}" destId="{56E59919-15E7-4827-A088-26C7E709B48D}" srcOrd="0" destOrd="0" parTransId="{498339BC-C968-48E4-81D9-163EF2A2C89A}" sibTransId="{3EB3099E-2853-410B-BC58-F21C88D7E0EB}"/>
    <dgm:cxn modelId="{F028D1BB-42C4-4234-A351-846D0C40EA44}" type="presOf" srcId="{C3D9A6D6-5C15-49C5-B6D0-26EE00062A27}" destId="{AECC9136-841D-4672-9E56-8B4C466215D6}" srcOrd="0" destOrd="0" presId="urn:microsoft.com/office/officeart/2005/8/layout/matrix2"/>
    <dgm:cxn modelId="{84E659F1-1BDC-4062-B9EC-95D6CFCDBA56}" type="presOf" srcId="{4EDE37B1-1F62-48CA-BF43-E66F3931019F}" destId="{28A6D033-917E-421A-A1B5-3A4B645872D3}" srcOrd="0" destOrd="0" presId="urn:microsoft.com/office/officeart/2005/8/layout/matrix2"/>
    <dgm:cxn modelId="{96399BFC-0FF8-4526-B1D2-54C7D0F3D386}" type="presOf" srcId="{3B06044A-6E17-4D15-8380-1850E652A013}" destId="{A8DE6A56-BDDF-4477-82BD-CC802D1AC95A}" srcOrd="0" destOrd="0" presId="urn:microsoft.com/office/officeart/2005/8/layout/matrix2"/>
    <dgm:cxn modelId="{709B7B15-77B5-4F89-9A5A-AB128BE919CC}" type="presParOf" srcId="{28A6D033-917E-421A-A1B5-3A4B645872D3}" destId="{C5333039-814E-4C35-B0B8-8BD5B0E774D8}" srcOrd="0" destOrd="0" presId="urn:microsoft.com/office/officeart/2005/8/layout/matrix2"/>
    <dgm:cxn modelId="{ACA96482-7DD6-4DBC-A878-FB491E516B5F}" type="presParOf" srcId="{28A6D033-917E-421A-A1B5-3A4B645872D3}" destId="{1BED63F5-E76A-4972-8788-C938B1AA1891}" srcOrd="1" destOrd="0" presId="urn:microsoft.com/office/officeart/2005/8/layout/matrix2"/>
    <dgm:cxn modelId="{8A58955B-1CFD-424D-A701-5DB6D30D1EAE}" type="presParOf" srcId="{28A6D033-917E-421A-A1B5-3A4B645872D3}" destId="{18F3ACF4-ADFA-4D5D-AF2A-A73472ACDC8F}" srcOrd="2" destOrd="0" presId="urn:microsoft.com/office/officeart/2005/8/layout/matrix2"/>
    <dgm:cxn modelId="{5123EDA2-5770-455F-9BFE-B259852BB074}" type="presParOf" srcId="{28A6D033-917E-421A-A1B5-3A4B645872D3}" destId="{AECC9136-841D-4672-9E56-8B4C466215D6}" srcOrd="3" destOrd="0" presId="urn:microsoft.com/office/officeart/2005/8/layout/matrix2"/>
    <dgm:cxn modelId="{B326C7DE-26FB-4D3A-9C3D-EBC7147ECE2C}" type="presParOf" srcId="{28A6D033-917E-421A-A1B5-3A4B645872D3}" destId="{A8DE6A56-BDDF-4477-82BD-CC802D1AC95A}"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EDE37B1-1F62-48CA-BF43-E66F3931019F}"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zh-CN" altLang="en-US"/>
        </a:p>
      </dgm:t>
    </dgm:pt>
    <dgm:pt modelId="{56E59919-15E7-4827-A088-26C7E709B48D}">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一致看法和判断</a:t>
          </a:r>
        </a:p>
      </dgm:t>
    </dgm:pt>
    <dgm:pt modelId="{498339BC-C968-48E4-81D9-163EF2A2C89A}" type="parTrans" cxnId="{DEF20EB7-FCEA-4395-981A-9E6701AF913E}">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3EB3099E-2853-410B-BC58-F21C88D7E0EB}" type="sibTrans" cxnId="{DEF20EB7-FCEA-4395-981A-9E6701AF913E}">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5AB0E9CB-B19A-4C21-868F-ADD45E3B333E}">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别人可以验证的事实</a:t>
          </a:r>
        </a:p>
      </dgm:t>
    </dgm:pt>
    <dgm:pt modelId="{ABD31551-836F-4CBD-AD54-FDD83C32342E}" type="parTrans" cxnId="{99DD7D94-6271-4073-9470-81CEEDAC35CD}">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E12EE9BC-FBD3-4A36-BE5E-88322289CA6B}" type="sibTrans" cxnId="{99DD7D94-6271-4073-9470-81CEEDAC35CD}">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C3D9A6D6-5C15-49C5-B6D0-26EE00062A27}">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个人看法和判断</a:t>
          </a:r>
        </a:p>
      </dgm:t>
    </dgm:pt>
    <dgm:pt modelId="{5B5BB6AA-4B4E-44A5-BC39-96D016812DA1}" type="parTrans" cxnId="{86D52B22-D32F-4E86-B6E3-7DA8A2C5641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24823717-9416-44BD-B40D-CE48E3A1EFB6}" type="sibTrans" cxnId="{86D52B22-D32F-4E86-B6E3-7DA8A2C5641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3B06044A-6E17-4D15-8380-1850E652A013}">
      <dgm:prSet phldrT="[文本]" custT="1"/>
      <dgm:spPr>
        <a:noFill/>
        <a:ln>
          <a:noFill/>
        </a:ln>
      </dgm:spPr>
      <dgm:t>
        <a:bodyPr/>
        <a:lstStyle/>
        <a:p>
          <a:r>
            <a:rPr lang="zh-CN" altLang="en-US" sz="2400" dirty="0">
              <a:solidFill>
                <a:srgbClr val="FF0000"/>
              </a:solidFill>
              <a:latin typeface="微软雅黑" panose="020B0503020204020204" pitchFamily="34" charset="-122"/>
              <a:ea typeface="微软雅黑" panose="020B0503020204020204" pitchFamily="34" charset="-122"/>
            </a:rPr>
            <a:t>别人不可验证的事实</a:t>
          </a:r>
        </a:p>
      </dgm:t>
    </dgm:pt>
    <dgm:pt modelId="{93002DAA-DCB4-4E10-B1D8-20B4CD7B7D6C}" type="parTrans" cxnId="{0492274C-9E0A-4826-AAA9-F23AF1082C9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CC0D2CE2-17EC-4FC3-87C3-9FC248B505AB}" type="sibTrans" cxnId="{0492274C-9E0A-4826-AAA9-F23AF1082C9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28A6D033-917E-421A-A1B5-3A4B645872D3}" type="pres">
      <dgm:prSet presAssocID="{4EDE37B1-1F62-48CA-BF43-E66F3931019F}" presName="matrix" presStyleCnt="0">
        <dgm:presLayoutVars>
          <dgm:chMax val="1"/>
          <dgm:dir/>
          <dgm:resizeHandles val="exact"/>
        </dgm:presLayoutVars>
      </dgm:prSet>
      <dgm:spPr/>
    </dgm:pt>
    <dgm:pt modelId="{C5333039-814E-4C35-B0B8-8BD5B0E774D8}" type="pres">
      <dgm:prSet presAssocID="{4EDE37B1-1F62-48CA-BF43-E66F3931019F}" presName="axisShape" presStyleLbl="bgShp" presStyleIdx="0" presStyleCnt="1" custScaleX="155138"/>
      <dgm:spPr/>
    </dgm:pt>
    <dgm:pt modelId="{1BED63F5-E76A-4972-8788-C938B1AA1891}" type="pres">
      <dgm:prSet presAssocID="{4EDE37B1-1F62-48CA-BF43-E66F3931019F}" presName="rect1" presStyleLbl="node1" presStyleIdx="0" presStyleCnt="4" custScaleX="185508" custLinFactNeighborX="-37817" custLinFactNeighborY="802">
        <dgm:presLayoutVars>
          <dgm:chMax val="0"/>
          <dgm:chPref val="0"/>
          <dgm:bulletEnabled val="1"/>
        </dgm:presLayoutVars>
      </dgm:prSet>
      <dgm:spPr/>
    </dgm:pt>
    <dgm:pt modelId="{18F3ACF4-ADFA-4D5D-AF2A-A73472ACDC8F}" type="pres">
      <dgm:prSet presAssocID="{4EDE37B1-1F62-48CA-BF43-E66F3931019F}" presName="rect2" presStyleLbl="node1" presStyleIdx="1" presStyleCnt="4" custScaleX="219780" custLinFactNeighborX="49553" custLinFactNeighborY="801">
        <dgm:presLayoutVars>
          <dgm:chMax val="0"/>
          <dgm:chPref val="0"/>
          <dgm:bulletEnabled val="1"/>
        </dgm:presLayoutVars>
      </dgm:prSet>
      <dgm:spPr/>
    </dgm:pt>
    <dgm:pt modelId="{AECC9136-841D-4672-9E56-8B4C466215D6}" type="pres">
      <dgm:prSet presAssocID="{4EDE37B1-1F62-48CA-BF43-E66F3931019F}" presName="rect3" presStyleLbl="node1" presStyleIdx="2" presStyleCnt="4" custScaleX="200283" custLinFactNeighborX="-34130" custLinFactNeighborY="4182">
        <dgm:presLayoutVars>
          <dgm:chMax val="0"/>
          <dgm:chPref val="0"/>
          <dgm:bulletEnabled val="1"/>
        </dgm:presLayoutVars>
      </dgm:prSet>
      <dgm:spPr/>
    </dgm:pt>
    <dgm:pt modelId="{A8DE6A56-BDDF-4477-82BD-CC802D1AC95A}" type="pres">
      <dgm:prSet presAssocID="{4EDE37B1-1F62-48CA-BF43-E66F3931019F}" presName="rect4" presStyleLbl="node1" presStyleIdx="3" presStyleCnt="4" custScaleX="220200" custLinFactNeighborX="45739" custLinFactNeighborY="2265">
        <dgm:presLayoutVars>
          <dgm:chMax val="0"/>
          <dgm:chPref val="0"/>
          <dgm:bulletEnabled val="1"/>
        </dgm:presLayoutVars>
      </dgm:prSet>
      <dgm:spPr/>
    </dgm:pt>
  </dgm:ptLst>
  <dgm:cxnLst>
    <dgm:cxn modelId="{86D52B22-D32F-4E86-B6E3-7DA8A2C56416}" srcId="{4EDE37B1-1F62-48CA-BF43-E66F3931019F}" destId="{C3D9A6D6-5C15-49C5-B6D0-26EE00062A27}" srcOrd="2" destOrd="0" parTransId="{5B5BB6AA-4B4E-44A5-BC39-96D016812DA1}" sibTransId="{24823717-9416-44BD-B40D-CE48E3A1EFB6}"/>
    <dgm:cxn modelId="{B1CCD52F-2124-4536-99BD-4D99D8F09BE6}" type="presOf" srcId="{5AB0E9CB-B19A-4C21-868F-ADD45E3B333E}" destId="{18F3ACF4-ADFA-4D5D-AF2A-A73472ACDC8F}" srcOrd="0" destOrd="0" presId="urn:microsoft.com/office/officeart/2005/8/layout/matrix2"/>
    <dgm:cxn modelId="{0492274C-9E0A-4826-AAA9-F23AF1082C96}" srcId="{4EDE37B1-1F62-48CA-BF43-E66F3931019F}" destId="{3B06044A-6E17-4D15-8380-1850E652A013}" srcOrd="3" destOrd="0" parTransId="{93002DAA-DCB4-4E10-B1D8-20B4CD7B7D6C}" sibTransId="{CC0D2CE2-17EC-4FC3-87C3-9FC248B505AB}"/>
    <dgm:cxn modelId="{40F61571-FE87-4EFB-9459-D817241D681C}" type="presOf" srcId="{3B06044A-6E17-4D15-8380-1850E652A013}" destId="{A8DE6A56-BDDF-4477-82BD-CC802D1AC95A}" srcOrd="0" destOrd="0" presId="urn:microsoft.com/office/officeart/2005/8/layout/matrix2"/>
    <dgm:cxn modelId="{F1388483-56A7-485C-9331-5B9F5AF9883B}" type="presOf" srcId="{C3D9A6D6-5C15-49C5-B6D0-26EE00062A27}" destId="{AECC9136-841D-4672-9E56-8B4C466215D6}" srcOrd="0" destOrd="0" presId="urn:microsoft.com/office/officeart/2005/8/layout/matrix2"/>
    <dgm:cxn modelId="{99DD7D94-6271-4073-9470-81CEEDAC35CD}" srcId="{4EDE37B1-1F62-48CA-BF43-E66F3931019F}" destId="{5AB0E9CB-B19A-4C21-868F-ADD45E3B333E}" srcOrd="1" destOrd="0" parTransId="{ABD31551-836F-4CBD-AD54-FDD83C32342E}" sibTransId="{E12EE9BC-FBD3-4A36-BE5E-88322289CA6B}"/>
    <dgm:cxn modelId="{DEF20EB7-FCEA-4395-981A-9E6701AF913E}" srcId="{4EDE37B1-1F62-48CA-BF43-E66F3931019F}" destId="{56E59919-15E7-4827-A088-26C7E709B48D}" srcOrd="0" destOrd="0" parTransId="{498339BC-C968-48E4-81D9-163EF2A2C89A}" sibTransId="{3EB3099E-2853-410B-BC58-F21C88D7E0EB}"/>
    <dgm:cxn modelId="{A0857CDA-F567-43BA-820C-0FAD8DB265F6}" type="presOf" srcId="{4EDE37B1-1F62-48CA-BF43-E66F3931019F}" destId="{28A6D033-917E-421A-A1B5-3A4B645872D3}" srcOrd="0" destOrd="0" presId="urn:microsoft.com/office/officeart/2005/8/layout/matrix2"/>
    <dgm:cxn modelId="{9C7F68FA-4CB2-446F-8ADE-6634F10CEA0C}" type="presOf" srcId="{56E59919-15E7-4827-A088-26C7E709B48D}" destId="{1BED63F5-E76A-4972-8788-C938B1AA1891}" srcOrd="0" destOrd="0" presId="urn:microsoft.com/office/officeart/2005/8/layout/matrix2"/>
    <dgm:cxn modelId="{967039D3-5D72-42D1-A18A-871F82BF9E33}" type="presParOf" srcId="{28A6D033-917E-421A-A1B5-3A4B645872D3}" destId="{C5333039-814E-4C35-B0B8-8BD5B0E774D8}" srcOrd="0" destOrd="0" presId="urn:microsoft.com/office/officeart/2005/8/layout/matrix2"/>
    <dgm:cxn modelId="{BEE37481-57EA-4D4A-98A0-CCF4CAFD5802}" type="presParOf" srcId="{28A6D033-917E-421A-A1B5-3A4B645872D3}" destId="{1BED63F5-E76A-4972-8788-C938B1AA1891}" srcOrd="1" destOrd="0" presId="urn:microsoft.com/office/officeart/2005/8/layout/matrix2"/>
    <dgm:cxn modelId="{74D4761B-5212-4DF4-B754-E9C32A186FC4}" type="presParOf" srcId="{28A6D033-917E-421A-A1B5-3A4B645872D3}" destId="{18F3ACF4-ADFA-4D5D-AF2A-A73472ACDC8F}" srcOrd="2" destOrd="0" presId="urn:microsoft.com/office/officeart/2005/8/layout/matrix2"/>
    <dgm:cxn modelId="{82F9CB65-FD42-49AC-A9A5-4953364BEC61}" type="presParOf" srcId="{28A6D033-917E-421A-A1B5-3A4B645872D3}" destId="{AECC9136-841D-4672-9E56-8B4C466215D6}" srcOrd="3" destOrd="0" presId="urn:microsoft.com/office/officeart/2005/8/layout/matrix2"/>
    <dgm:cxn modelId="{CDF6E043-575E-47DC-943E-DEBB9430098D}" type="presParOf" srcId="{28A6D033-917E-421A-A1B5-3A4B645872D3}" destId="{A8DE6A56-BDDF-4477-82BD-CC802D1AC95A}"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333039-814E-4C35-B0B8-8BD5B0E774D8}">
      <dsp:nvSpPr>
        <dsp:cNvPr id="0" name=""/>
        <dsp:cNvSpPr/>
      </dsp:nvSpPr>
      <dsp:spPr>
        <a:xfrm>
          <a:off x="359760" y="0"/>
          <a:ext cx="6307243" cy="4065570"/>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ED63F5-E76A-4972-8788-C938B1AA1891}">
      <dsp:nvSpPr>
        <dsp:cNvPr id="0" name=""/>
        <dsp:cNvSpPr/>
      </dsp:nvSpPr>
      <dsp:spPr>
        <a:xfrm>
          <a:off x="138308" y="277304"/>
          <a:ext cx="3609347"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如：法律、宗教</a:t>
          </a:r>
          <a:endParaRPr lang="en-US" altLang="zh-CN" sz="2400" kern="1200" dirty="0">
            <a:solidFill>
              <a:srgbClr val="FF0000"/>
            </a:solidFill>
            <a:latin typeface="微软雅黑" panose="020B0503020204020204" pitchFamily="34" charset="-122"/>
            <a:ea typeface="微软雅黑" panose="020B0503020204020204" pitchFamily="34" charset="-122"/>
          </a:endParaRPr>
        </a:p>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“清华是个大学。”</a:t>
          </a:r>
        </a:p>
      </dsp:txBody>
      <dsp:txXfrm>
        <a:off x="217694" y="356690"/>
        <a:ext cx="3450575" cy="1467456"/>
      </dsp:txXfrm>
    </dsp:sp>
    <dsp:sp modelId="{18F3ACF4-ADFA-4D5D-AF2A-A73472ACDC8F}">
      <dsp:nvSpPr>
        <dsp:cNvPr id="0" name=""/>
        <dsp:cNvSpPr/>
      </dsp:nvSpPr>
      <dsp:spPr>
        <a:xfrm>
          <a:off x="3556412" y="277304"/>
          <a:ext cx="2917518"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如：日、月</a:t>
          </a:r>
          <a:endParaRPr lang="en-US" altLang="zh-CN" sz="2400" kern="1200" dirty="0">
            <a:solidFill>
              <a:srgbClr val="FF0000"/>
            </a:solidFill>
            <a:latin typeface="微软雅黑" panose="020B0503020204020204" pitchFamily="34" charset="-122"/>
            <a:ea typeface="微软雅黑" panose="020B0503020204020204" pitchFamily="34" charset="-122"/>
          </a:endParaRPr>
        </a:p>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电子</a:t>
          </a:r>
        </a:p>
      </dsp:txBody>
      <dsp:txXfrm>
        <a:off x="3635798" y="356690"/>
        <a:ext cx="2758746" cy="1467456"/>
      </dsp:txXfrm>
    </dsp:sp>
    <dsp:sp modelId="{AECC9136-841D-4672-9E56-8B4C466215D6}">
      <dsp:nvSpPr>
        <dsp:cNvPr id="0" name=""/>
        <dsp:cNvSpPr/>
      </dsp:nvSpPr>
      <dsp:spPr>
        <a:xfrm>
          <a:off x="226783" y="2243088"/>
          <a:ext cx="3552316"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如：审美、情绪</a:t>
          </a:r>
          <a:endParaRPr lang="en-US" altLang="zh-CN" sz="2400" kern="1200" dirty="0">
            <a:solidFill>
              <a:srgbClr val="FF0000"/>
            </a:solidFill>
            <a:latin typeface="微软雅黑" panose="020B0503020204020204" pitchFamily="34" charset="-122"/>
            <a:ea typeface="微软雅黑" panose="020B0503020204020204" pitchFamily="34" charset="-122"/>
          </a:endParaRPr>
        </a:p>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“清华最好。”</a:t>
          </a:r>
        </a:p>
      </dsp:txBody>
      <dsp:txXfrm>
        <a:off x="306169" y="2322474"/>
        <a:ext cx="3393544" cy="1467456"/>
      </dsp:txXfrm>
    </dsp:sp>
    <dsp:sp modelId="{A8DE6A56-BDDF-4477-82BD-CC802D1AC95A}">
      <dsp:nvSpPr>
        <dsp:cNvPr id="0" name=""/>
        <dsp:cNvSpPr/>
      </dsp:nvSpPr>
      <dsp:spPr>
        <a:xfrm>
          <a:off x="3536336" y="2243088"/>
          <a:ext cx="3030784"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如：痒、痛</a:t>
          </a:r>
          <a:endParaRPr lang="en-US" altLang="zh-CN" sz="2400" kern="1200" dirty="0">
            <a:solidFill>
              <a:srgbClr val="FF0000"/>
            </a:solidFill>
            <a:latin typeface="微软雅黑" panose="020B0503020204020204" pitchFamily="34" charset="-122"/>
            <a:ea typeface="微软雅黑" panose="020B0503020204020204" pitchFamily="34" charset="-122"/>
          </a:endParaRPr>
        </a:p>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饥饿</a:t>
          </a:r>
        </a:p>
      </dsp:txBody>
      <dsp:txXfrm>
        <a:off x="3615722" y="2322474"/>
        <a:ext cx="2872012" cy="14674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333039-814E-4C35-B0B8-8BD5B0E774D8}">
      <dsp:nvSpPr>
        <dsp:cNvPr id="0" name=""/>
        <dsp:cNvSpPr/>
      </dsp:nvSpPr>
      <dsp:spPr>
        <a:xfrm>
          <a:off x="359760" y="0"/>
          <a:ext cx="6307243" cy="4065570"/>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ED63F5-E76A-4972-8788-C938B1AA1891}">
      <dsp:nvSpPr>
        <dsp:cNvPr id="0" name=""/>
        <dsp:cNvSpPr/>
      </dsp:nvSpPr>
      <dsp:spPr>
        <a:xfrm>
          <a:off x="434591" y="277304"/>
          <a:ext cx="3016783"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一致看法和判断</a:t>
          </a:r>
        </a:p>
      </dsp:txBody>
      <dsp:txXfrm>
        <a:off x="513977" y="356690"/>
        <a:ext cx="2858011" cy="1467456"/>
      </dsp:txXfrm>
    </dsp:sp>
    <dsp:sp modelId="{18F3ACF4-ADFA-4D5D-AF2A-A73472ACDC8F}">
      <dsp:nvSpPr>
        <dsp:cNvPr id="0" name=""/>
        <dsp:cNvSpPr/>
      </dsp:nvSpPr>
      <dsp:spPr>
        <a:xfrm>
          <a:off x="3452641" y="277288"/>
          <a:ext cx="3574123"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别人可以验证的事实</a:t>
          </a:r>
        </a:p>
      </dsp:txBody>
      <dsp:txXfrm>
        <a:off x="3532027" y="356674"/>
        <a:ext cx="3415351" cy="1467456"/>
      </dsp:txXfrm>
    </dsp:sp>
    <dsp:sp modelId="{AECC9136-841D-4672-9E56-8B4C466215D6}">
      <dsp:nvSpPr>
        <dsp:cNvPr id="0" name=""/>
        <dsp:cNvSpPr/>
      </dsp:nvSpPr>
      <dsp:spPr>
        <a:xfrm>
          <a:off x="374412" y="2243088"/>
          <a:ext cx="3257058"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个人看法和判断</a:t>
          </a:r>
        </a:p>
      </dsp:txBody>
      <dsp:txXfrm>
        <a:off x="453798" y="2322474"/>
        <a:ext cx="3098286" cy="1467456"/>
      </dsp:txXfrm>
    </dsp:sp>
    <dsp:sp modelId="{A8DE6A56-BDDF-4477-82BD-CC802D1AC95A}">
      <dsp:nvSpPr>
        <dsp:cNvPr id="0" name=""/>
        <dsp:cNvSpPr/>
      </dsp:nvSpPr>
      <dsp:spPr>
        <a:xfrm>
          <a:off x="3422134" y="2211914"/>
          <a:ext cx="3580954"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别人不可验证的事实</a:t>
          </a:r>
        </a:p>
      </dsp:txBody>
      <dsp:txXfrm>
        <a:off x="3501520" y="2291300"/>
        <a:ext cx="3422182" cy="14674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333039-814E-4C35-B0B8-8BD5B0E774D8}">
      <dsp:nvSpPr>
        <dsp:cNvPr id="0" name=""/>
        <dsp:cNvSpPr/>
      </dsp:nvSpPr>
      <dsp:spPr>
        <a:xfrm>
          <a:off x="359760" y="0"/>
          <a:ext cx="6307243" cy="4065570"/>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ED63F5-E76A-4972-8788-C938B1AA1891}">
      <dsp:nvSpPr>
        <dsp:cNvPr id="0" name=""/>
        <dsp:cNvSpPr/>
      </dsp:nvSpPr>
      <dsp:spPr>
        <a:xfrm>
          <a:off x="434591" y="277304"/>
          <a:ext cx="3016783"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一致看法和判断</a:t>
          </a:r>
        </a:p>
      </dsp:txBody>
      <dsp:txXfrm>
        <a:off x="513977" y="356690"/>
        <a:ext cx="2858011" cy="1467456"/>
      </dsp:txXfrm>
    </dsp:sp>
    <dsp:sp modelId="{18F3ACF4-ADFA-4D5D-AF2A-A73472ACDC8F}">
      <dsp:nvSpPr>
        <dsp:cNvPr id="0" name=""/>
        <dsp:cNvSpPr/>
      </dsp:nvSpPr>
      <dsp:spPr>
        <a:xfrm>
          <a:off x="3452641" y="277288"/>
          <a:ext cx="3574123"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别人可以验证的事实</a:t>
          </a:r>
        </a:p>
      </dsp:txBody>
      <dsp:txXfrm>
        <a:off x="3532027" y="356674"/>
        <a:ext cx="3415351" cy="1467456"/>
      </dsp:txXfrm>
    </dsp:sp>
    <dsp:sp modelId="{AECC9136-841D-4672-9E56-8B4C466215D6}">
      <dsp:nvSpPr>
        <dsp:cNvPr id="0" name=""/>
        <dsp:cNvSpPr/>
      </dsp:nvSpPr>
      <dsp:spPr>
        <a:xfrm>
          <a:off x="374412" y="2243088"/>
          <a:ext cx="3257058"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个人看法和判断</a:t>
          </a:r>
        </a:p>
      </dsp:txBody>
      <dsp:txXfrm>
        <a:off x="453798" y="2322474"/>
        <a:ext cx="3098286" cy="1467456"/>
      </dsp:txXfrm>
    </dsp:sp>
    <dsp:sp modelId="{A8DE6A56-BDDF-4477-82BD-CC802D1AC95A}">
      <dsp:nvSpPr>
        <dsp:cNvPr id="0" name=""/>
        <dsp:cNvSpPr/>
      </dsp:nvSpPr>
      <dsp:spPr>
        <a:xfrm>
          <a:off x="3422134" y="2211914"/>
          <a:ext cx="3580954"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别人不可验证的事实</a:t>
          </a:r>
        </a:p>
      </dsp:txBody>
      <dsp:txXfrm>
        <a:off x="3501520" y="2291300"/>
        <a:ext cx="3422182" cy="146745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333039-814E-4C35-B0B8-8BD5B0E774D8}">
      <dsp:nvSpPr>
        <dsp:cNvPr id="0" name=""/>
        <dsp:cNvSpPr/>
      </dsp:nvSpPr>
      <dsp:spPr>
        <a:xfrm>
          <a:off x="359760" y="0"/>
          <a:ext cx="6307243" cy="4065570"/>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ED63F5-E76A-4972-8788-C938B1AA1891}">
      <dsp:nvSpPr>
        <dsp:cNvPr id="0" name=""/>
        <dsp:cNvSpPr/>
      </dsp:nvSpPr>
      <dsp:spPr>
        <a:xfrm>
          <a:off x="434591" y="277304"/>
          <a:ext cx="3016783"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一致看法和判断</a:t>
          </a:r>
        </a:p>
      </dsp:txBody>
      <dsp:txXfrm>
        <a:off x="513977" y="356690"/>
        <a:ext cx="2858011" cy="1467456"/>
      </dsp:txXfrm>
    </dsp:sp>
    <dsp:sp modelId="{18F3ACF4-ADFA-4D5D-AF2A-A73472ACDC8F}">
      <dsp:nvSpPr>
        <dsp:cNvPr id="0" name=""/>
        <dsp:cNvSpPr/>
      </dsp:nvSpPr>
      <dsp:spPr>
        <a:xfrm>
          <a:off x="3452641" y="277288"/>
          <a:ext cx="3574123"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别人可以验证的事实</a:t>
          </a:r>
        </a:p>
      </dsp:txBody>
      <dsp:txXfrm>
        <a:off x="3532027" y="356674"/>
        <a:ext cx="3415351" cy="1467456"/>
      </dsp:txXfrm>
    </dsp:sp>
    <dsp:sp modelId="{AECC9136-841D-4672-9E56-8B4C466215D6}">
      <dsp:nvSpPr>
        <dsp:cNvPr id="0" name=""/>
        <dsp:cNvSpPr/>
      </dsp:nvSpPr>
      <dsp:spPr>
        <a:xfrm>
          <a:off x="374412" y="2243088"/>
          <a:ext cx="3257058"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个人看法和判断</a:t>
          </a:r>
        </a:p>
      </dsp:txBody>
      <dsp:txXfrm>
        <a:off x="453798" y="2322474"/>
        <a:ext cx="3098286" cy="1467456"/>
      </dsp:txXfrm>
    </dsp:sp>
    <dsp:sp modelId="{A8DE6A56-BDDF-4477-82BD-CC802D1AC95A}">
      <dsp:nvSpPr>
        <dsp:cNvPr id="0" name=""/>
        <dsp:cNvSpPr/>
      </dsp:nvSpPr>
      <dsp:spPr>
        <a:xfrm>
          <a:off x="3422134" y="2211914"/>
          <a:ext cx="3580954"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别人不可验证的事实</a:t>
          </a:r>
        </a:p>
      </dsp:txBody>
      <dsp:txXfrm>
        <a:off x="3501520" y="2291300"/>
        <a:ext cx="3422182" cy="146745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333039-814E-4C35-B0B8-8BD5B0E774D8}">
      <dsp:nvSpPr>
        <dsp:cNvPr id="0" name=""/>
        <dsp:cNvSpPr/>
      </dsp:nvSpPr>
      <dsp:spPr>
        <a:xfrm>
          <a:off x="359760" y="0"/>
          <a:ext cx="6307243" cy="4065570"/>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ED63F5-E76A-4972-8788-C938B1AA1891}">
      <dsp:nvSpPr>
        <dsp:cNvPr id="0" name=""/>
        <dsp:cNvSpPr/>
      </dsp:nvSpPr>
      <dsp:spPr>
        <a:xfrm>
          <a:off x="434591" y="277304"/>
          <a:ext cx="3016783"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一致看法和判断</a:t>
          </a:r>
        </a:p>
      </dsp:txBody>
      <dsp:txXfrm>
        <a:off x="513977" y="356690"/>
        <a:ext cx="2858011" cy="1467456"/>
      </dsp:txXfrm>
    </dsp:sp>
    <dsp:sp modelId="{18F3ACF4-ADFA-4D5D-AF2A-A73472ACDC8F}">
      <dsp:nvSpPr>
        <dsp:cNvPr id="0" name=""/>
        <dsp:cNvSpPr/>
      </dsp:nvSpPr>
      <dsp:spPr>
        <a:xfrm>
          <a:off x="3452641" y="277288"/>
          <a:ext cx="3574123"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别人可以验证的事实</a:t>
          </a:r>
        </a:p>
      </dsp:txBody>
      <dsp:txXfrm>
        <a:off x="3532027" y="356674"/>
        <a:ext cx="3415351" cy="1467456"/>
      </dsp:txXfrm>
    </dsp:sp>
    <dsp:sp modelId="{AECC9136-841D-4672-9E56-8B4C466215D6}">
      <dsp:nvSpPr>
        <dsp:cNvPr id="0" name=""/>
        <dsp:cNvSpPr/>
      </dsp:nvSpPr>
      <dsp:spPr>
        <a:xfrm>
          <a:off x="374412" y="2243088"/>
          <a:ext cx="3257058"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个人看法和判断</a:t>
          </a:r>
        </a:p>
      </dsp:txBody>
      <dsp:txXfrm>
        <a:off x="453798" y="2322474"/>
        <a:ext cx="3098286" cy="1467456"/>
      </dsp:txXfrm>
    </dsp:sp>
    <dsp:sp modelId="{A8DE6A56-BDDF-4477-82BD-CC802D1AC95A}">
      <dsp:nvSpPr>
        <dsp:cNvPr id="0" name=""/>
        <dsp:cNvSpPr/>
      </dsp:nvSpPr>
      <dsp:spPr>
        <a:xfrm>
          <a:off x="3422134" y="2211914"/>
          <a:ext cx="3580954"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别人不可验证的事实</a:t>
          </a:r>
        </a:p>
      </dsp:txBody>
      <dsp:txXfrm>
        <a:off x="3501520" y="2291300"/>
        <a:ext cx="3422182" cy="146745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333039-814E-4C35-B0B8-8BD5B0E774D8}">
      <dsp:nvSpPr>
        <dsp:cNvPr id="0" name=""/>
        <dsp:cNvSpPr/>
      </dsp:nvSpPr>
      <dsp:spPr>
        <a:xfrm>
          <a:off x="359760" y="0"/>
          <a:ext cx="6307243" cy="4065570"/>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ED63F5-E76A-4972-8788-C938B1AA1891}">
      <dsp:nvSpPr>
        <dsp:cNvPr id="0" name=""/>
        <dsp:cNvSpPr/>
      </dsp:nvSpPr>
      <dsp:spPr>
        <a:xfrm>
          <a:off x="434591" y="277304"/>
          <a:ext cx="3016783"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一致看法和判断</a:t>
          </a:r>
        </a:p>
      </dsp:txBody>
      <dsp:txXfrm>
        <a:off x="513977" y="356690"/>
        <a:ext cx="2858011" cy="1467456"/>
      </dsp:txXfrm>
    </dsp:sp>
    <dsp:sp modelId="{18F3ACF4-ADFA-4D5D-AF2A-A73472ACDC8F}">
      <dsp:nvSpPr>
        <dsp:cNvPr id="0" name=""/>
        <dsp:cNvSpPr/>
      </dsp:nvSpPr>
      <dsp:spPr>
        <a:xfrm>
          <a:off x="3452641" y="277288"/>
          <a:ext cx="3574123"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别人可以验证的事实</a:t>
          </a:r>
        </a:p>
      </dsp:txBody>
      <dsp:txXfrm>
        <a:off x="3532027" y="356674"/>
        <a:ext cx="3415351" cy="1467456"/>
      </dsp:txXfrm>
    </dsp:sp>
    <dsp:sp modelId="{AECC9136-841D-4672-9E56-8B4C466215D6}">
      <dsp:nvSpPr>
        <dsp:cNvPr id="0" name=""/>
        <dsp:cNvSpPr/>
      </dsp:nvSpPr>
      <dsp:spPr>
        <a:xfrm>
          <a:off x="374412" y="2243088"/>
          <a:ext cx="3257058"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个人看法和判断</a:t>
          </a:r>
        </a:p>
      </dsp:txBody>
      <dsp:txXfrm>
        <a:off x="453798" y="2322474"/>
        <a:ext cx="3098286" cy="1467456"/>
      </dsp:txXfrm>
    </dsp:sp>
    <dsp:sp modelId="{A8DE6A56-BDDF-4477-82BD-CC802D1AC95A}">
      <dsp:nvSpPr>
        <dsp:cNvPr id="0" name=""/>
        <dsp:cNvSpPr/>
      </dsp:nvSpPr>
      <dsp:spPr>
        <a:xfrm>
          <a:off x="3422134" y="2211914"/>
          <a:ext cx="3580954"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别人不可验证的事实</a:t>
          </a:r>
        </a:p>
      </dsp:txBody>
      <dsp:txXfrm>
        <a:off x="3501520" y="2291300"/>
        <a:ext cx="3422182" cy="146745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333039-814E-4C35-B0B8-8BD5B0E774D8}">
      <dsp:nvSpPr>
        <dsp:cNvPr id="0" name=""/>
        <dsp:cNvSpPr/>
      </dsp:nvSpPr>
      <dsp:spPr>
        <a:xfrm>
          <a:off x="359760" y="0"/>
          <a:ext cx="6307243" cy="4065570"/>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ED63F5-E76A-4972-8788-C938B1AA1891}">
      <dsp:nvSpPr>
        <dsp:cNvPr id="0" name=""/>
        <dsp:cNvSpPr/>
      </dsp:nvSpPr>
      <dsp:spPr>
        <a:xfrm>
          <a:off x="434591" y="277304"/>
          <a:ext cx="3016783"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一致看法和判断</a:t>
          </a:r>
        </a:p>
      </dsp:txBody>
      <dsp:txXfrm>
        <a:off x="513977" y="356690"/>
        <a:ext cx="2858011" cy="1467456"/>
      </dsp:txXfrm>
    </dsp:sp>
    <dsp:sp modelId="{18F3ACF4-ADFA-4D5D-AF2A-A73472ACDC8F}">
      <dsp:nvSpPr>
        <dsp:cNvPr id="0" name=""/>
        <dsp:cNvSpPr/>
      </dsp:nvSpPr>
      <dsp:spPr>
        <a:xfrm>
          <a:off x="3452641" y="277288"/>
          <a:ext cx="3574123"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别人可以验证的事实</a:t>
          </a:r>
        </a:p>
      </dsp:txBody>
      <dsp:txXfrm>
        <a:off x="3532027" y="356674"/>
        <a:ext cx="3415351" cy="1467456"/>
      </dsp:txXfrm>
    </dsp:sp>
    <dsp:sp modelId="{AECC9136-841D-4672-9E56-8B4C466215D6}">
      <dsp:nvSpPr>
        <dsp:cNvPr id="0" name=""/>
        <dsp:cNvSpPr/>
      </dsp:nvSpPr>
      <dsp:spPr>
        <a:xfrm>
          <a:off x="374412" y="2243088"/>
          <a:ext cx="3257058"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个人看法和判断</a:t>
          </a:r>
        </a:p>
      </dsp:txBody>
      <dsp:txXfrm>
        <a:off x="453798" y="2322474"/>
        <a:ext cx="3098286" cy="1467456"/>
      </dsp:txXfrm>
    </dsp:sp>
    <dsp:sp modelId="{A8DE6A56-BDDF-4477-82BD-CC802D1AC95A}">
      <dsp:nvSpPr>
        <dsp:cNvPr id="0" name=""/>
        <dsp:cNvSpPr/>
      </dsp:nvSpPr>
      <dsp:spPr>
        <a:xfrm>
          <a:off x="3422134" y="2211914"/>
          <a:ext cx="3580954" cy="1626228"/>
        </a:xfrm>
        <a:prstGeom prst="roundRect">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FF0000"/>
              </a:solidFill>
              <a:latin typeface="微软雅黑" panose="020B0503020204020204" pitchFamily="34" charset="-122"/>
              <a:ea typeface="微软雅黑" panose="020B0503020204020204" pitchFamily="34" charset="-122"/>
            </a:rPr>
            <a:t>别人不可验证的事实</a:t>
          </a:r>
        </a:p>
      </dsp:txBody>
      <dsp:txXfrm>
        <a:off x="3501520" y="2291300"/>
        <a:ext cx="3422182" cy="1467456"/>
      </dsp:txXfrm>
    </dsp:sp>
  </dsp:spTree>
</dsp:drawing>
</file>

<file path=ppt/diagrams/layout1.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6.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Arial" charset="0"/>
              </a:defRPr>
            </a:lvl1pPr>
          </a:lstStyle>
          <a:p>
            <a:pPr>
              <a:defRPr/>
            </a:pPr>
            <a:endParaRPr lang="en-US" altLang="zh-CN"/>
          </a:p>
        </p:txBody>
      </p:sp>
      <p:sp>
        <p:nvSpPr>
          <p:cNvPr id="409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ltLang="zh-CN"/>
          </a:p>
        </p:txBody>
      </p:sp>
      <p:sp>
        <p:nvSpPr>
          <p:cNvPr id="655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Arial" charset="0"/>
              </a:defRPr>
            </a:lvl1pPr>
          </a:lstStyle>
          <a:p>
            <a:pPr>
              <a:defRPr/>
            </a:pPr>
            <a:endParaRPr lang="en-US" altLang="zh-CN"/>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fld id="{4C6591C4-10E8-4E48-B05C-4FB7F862C2F1}" type="slidenum">
              <a:rPr lang="en-US" altLang="zh-CN"/>
              <a:pPr>
                <a:defRPr/>
              </a:pPr>
              <a:t>‹#›</a:t>
            </a:fld>
            <a:endParaRPr lang="en-US" altLang="zh-CN"/>
          </a:p>
        </p:txBody>
      </p:sp>
    </p:spTree>
    <p:extLst>
      <p:ext uri="{BB962C8B-B14F-4D97-AF65-F5344CB8AC3E}">
        <p14:creationId xmlns:p14="http://schemas.microsoft.com/office/powerpoint/2010/main" val="58791679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C6591C4-10E8-4E48-B05C-4FB7F862C2F1}" type="slidenum">
              <a:rPr lang="en-US" altLang="zh-CN" smtClean="0"/>
              <a:pPr>
                <a:defRPr/>
              </a:pPr>
              <a:t>21</a:t>
            </a:fld>
            <a:endParaRPr lang="en-US" altLang="zh-CN"/>
          </a:p>
        </p:txBody>
      </p:sp>
    </p:spTree>
    <p:extLst>
      <p:ext uri="{BB962C8B-B14F-4D97-AF65-F5344CB8AC3E}">
        <p14:creationId xmlns:p14="http://schemas.microsoft.com/office/powerpoint/2010/main" val="4210334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8" name="灯片编号占位符 7"/>
          <p:cNvSpPr>
            <a:spLocks noGrp="1"/>
          </p:cNvSpPr>
          <p:nvPr>
            <p:ph type="sldNum" sz="quarter" idx="10"/>
          </p:nvPr>
        </p:nvSpPr>
        <p:spPr/>
        <p:txBody>
          <a:bodyPr/>
          <a:lstStyle/>
          <a:p>
            <a:fld id="{B58AC878-8C27-4018-8291-912A1A823CD1}" type="slidenum">
              <a:rPr lang="zh-CN" altLang="en-US" smtClean="0"/>
              <a:pPr/>
              <a:t>‹#›</a:t>
            </a:fld>
            <a:endParaRPr lang="zh-CN" altLang="en-US" dirty="0"/>
          </a:p>
        </p:txBody>
      </p:sp>
      <p:sp>
        <p:nvSpPr>
          <p:cNvPr id="9" name="标题 8"/>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014911469"/>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灯片编号占位符 6"/>
          <p:cNvSpPr>
            <a:spLocks noGrp="1"/>
          </p:cNvSpPr>
          <p:nvPr>
            <p:ph type="sldNum" sz="quarter" idx="10"/>
          </p:nvPr>
        </p:nvSpPr>
        <p:spPr/>
        <p:txBody>
          <a:bodyPr/>
          <a:lstStyle/>
          <a:p>
            <a:fld id="{B58AC878-8C27-4018-8291-912A1A823CD1}" type="slidenum">
              <a:rPr lang="zh-CN" altLang="en-US" smtClean="0"/>
              <a:pPr/>
              <a:t>‹#›</a:t>
            </a:fld>
            <a:endParaRPr lang="zh-CN" altLang="en-US" dirty="0"/>
          </a:p>
        </p:txBody>
      </p:sp>
    </p:spTree>
    <p:extLst>
      <p:ext uri="{BB962C8B-B14F-4D97-AF65-F5344CB8AC3E}">
        <p14:creationId xmlns:p14="http://schemas.microsoft.com/office/powerpoint/2010/main" val="1357529976"/>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灯片编号占位符 4"/>
          <p:cNvSpPr>
            <a:spLocks noGrp="1"/>
          </p:cNvSpPr>
          <p:nvPr>
            <p:ph type="sldNum" sz="quarter" idx="10"/>
          </p:nvPr>
        </p:nvSpPr>
        <p:spPr/>
        <p:txBody>
          <a:bodyPr/>
          <a:lstStyle/>
          <a:p>
            <a:fld id="{B58AC878-8C27-4018-8291-912A1A823CD1}" type="slidenum">
              <a:rPr lang="zh-CN" altLang="en-US" smtClean="0"/>
              <a:pPr/>
              <a:t>‹#›</a:t>
            </a:fld>
            <a:endParaRPr lang="zh-CN" altLang="en-US" dirty="0"/>
          </a:p>
        </p:txBody>
      </p:sp>
    </p:spTree>
    <p:extLst>
      <p:ext uri="{BB962C8B-B14F-4D97-AF65-F5344CB8AC3E}">
        <p14:creationId xmlns:p14="http://schemas.microsoft.com/office/powerpoint/2010/main" val="2599870837"/>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表格占位符 2"/>
          <p:cNvSpPr>
            <a:spLocks noGrp="1"/>
          </p:cNvSpPr>
          <p:nvPr>
            <p:ph type="tbl" idx="1"/>
          </p:nvPr>
        </p:nvSpPr>
        <p:spPr>
          <a:xfrm>
            <a:off x="457200" y="1600200"/>
            <a:ext cx="8229600" cy="4525963"/>
          </a:xfrm>
        </p:spPr>
        <p:txBody>
          <a:bodyPr/>
          <a:lstStyle/>
          <a:p>
            <a:pPr lvl="0"/>
            <a:endParaRPr lang="zh-CN" altLang="en-US" noProof="0"/>
          </a:p>
        </p:txBody>
      </p:sp>
      <p:sp>
        <p:nvSpPr>
          <p:cNvPr id="7" name="灯片编号占位符 6"/>
          <p:cNvSpPr>
            <a:spLocks noGrp="1"/>
          </p:cNvSpPr>
          <p:nvPr>
            <p:ph type="sldNum" sz="quarter" idx="10"/>
          </p:nvPr>
        </p:nvSpPr>
        <p:spPr/>
        <p:txBody>
          <a:bodyPr/>
          <a:lstStyle/>
          <a:p>
            <a:fld id="{B58AC878-8C27-4018-8291-912A1A823CD1}" type="slidenum">
              <a:rPr lang="zh-CN" altLang="en-US" smtClean="0"/>
              <a:pPr/>
              <a:t>‹#›</a:t>
            </a:fld>
            <a:endParaRPr lang="zh-CN" altLang="en-US" dirty="0"/>
          </a:p>
        </p:txBody>
      </p:sp>
    </p:spTree>
    <p:extLst>
      <p:ext uri="{BB962C8B-B14F-4D97-AF65-F5344CB8AC3E}">
        <p14:creationId xmlns:p14="http://schemas.microsoft.com/office/powerpoint/2010/main" val="3447388744"/>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amp; Bullets - Right">
    <p:spTree>
      <p:nvGrpSpPr>
        <p:cNvPr id="1" name=""/>
        <p:cNvGrpSpPr/>
        <p:nvPr/>
      </p:nvGrpSpPr>
      <p:grpSpPr>
        <a:xfrm>
          <a:off x="0" y="0"/>
          <a:ext cx="0" cy="0"/>
          <a:chOff x="0" y="0"/>
          <a:chExt cx="0" cy="0"/>
        </a:xfrm>
      </p:grpSpPr>
      <p:sp>
        <p:nvSpPr>
          <p:cNvPr id="48" name="Shape 48"/>
          <p:cNvSpPr>
            <a:spLocks noGrp="1"/>
          </p:cNvSpPr>
          <p:nvPr>
            <p:ph type="title" hasCustomPrompt="1"/>
          </p:nvPr>
        </p:nvSpPr>
        <p:spPr>
          <a:prstGeom prst="rect">
            <a:avLst/>
          </a:prstGeom>
        </p:spPr>
        <p:txBody>
          <a:bodyPr/>
          <a:lstStyle/>
          <a:p>
            <a:pPr lvl="0">
              <a:defRPr sz="1800" i="0">
                <a:solidFill>
                  <a:srgbClr val="000000"/>
                </a:solidFill>
              </a:defRPr>
            </a:pPr>
            <a:r>
              <a:rPr sz="5400" i="1">
                <a:solidFill>
                  <a:srgbClr val="FFFFFF"/>
                </a:solidFill>
              </a:rPr>
              <a:t>Title Text</a:t>
            </a:r>
          </a:p>
        </p:txBody>
      </p:sp>
      <p:sp>
        <p:nvSpPr>
          <p:cNvPr id="49" name="Shape 49"/>
          <p:cNvSpPr>
            <a:spLocks noGrp="1"/>
          </p:cNvSpPr>
          <p:nvPr>
            <p:ph type="body" idx="1" hasCustomPrompt="1"/>
          </p:nvPr>
        </p:nvSpPr>
        <p:spPr>
          <a:xfrm>
            <a:off x="4222887" y="1863752"/>
            <a:ext cx="4235312" cy="3702681"/>
          </a:xfrm>
          <a:prstGeom prst="rect">
            <a:avLst/>
          </a:prstGeom>
        </p:spPr>
        <p:txBody>
          <a:bodyPr/>
          <a:lstStyle/>
          <a:p>
            <a:pPr marL="285902" lvl="0" indent="-285902" algn="l">
              <a:buSzPct val="100000"/>
              <a:buFont typeface="Arial" panose="020B0604020202020204"/>
              <a:buChar char="•"/>
              <a:defRPr>
                <a:solidFill>
                  <a:srgbClr val="000000"/>
                </a:solidFill>
              </a:defRPr>
            </a:pPr>
            <a:r>
              <a:rPr>
                <a:solidFill>
                  <a:srgbClr val="FFFFFF"/>
                </a:solidFill>
              </a:rPr>
              <a:t>Body Level One</a:t>
            </a:r>
          </a:p>
          <a:p>
            <a:pPr marL="285902" lvl="0" indent="-285902" algn="l">
              <a:buSzPct val="100000"/>
              <a:buFont typeface="Arial" panose="020B0604020202020204"/>
              <a:buChar char="•"/>
              <a:defRPr>
                <a:solidFill>
                  <a:srgbClr val="000000"/>
                </a:solidFill>
              </a:defRPr>
            </a:pPr>
            <a:r>
              <a:rPr>
                <a:solidFill>
                  <a:srgbClr val="FFFFFF"/>
                </a:solidFill>
              </a:rPr>
              <a:t>Body Level Two</a:t>
            </a:r>
          </a:p>
          <a:p>
            <a:pPr marL="285902" lvl="0" indent="-285902" algn="l">
              <a:buSzPct val="100000"/>
              <a:buFont typeface="Arial" panose="020B0604020202020204"/>
              <a:buChar char="•"/>
              <a:defRPr>
                <a:solidFill>
                  <a:srgbClr val="000000"/>
                </a:solidFill>
              </a:defRPr>
            </a:pPr>
            <a:r>
              <a:rPr>
                <a:solidFill>
                  <a:srgbClr val="FFFFFF"/>
                </a:solidFill>
              </a:rPr>
              <a:t>Body Level Three</a:t>
            </a:r>
          </a:p>
          <a:p>
            <a:pPr marL="285902" lvl="0" indent="-285902" algn="l">
              <a:buSzPct val="100000"/>
              <a:buFont typeface="Arial" panose="020B0604020202020204"/>
              <a:buChar char="•"/>
              <a:defRPr>
                <a:solidFill>
                  <a:srgbClr val="000000"/>
                </a:solidFill>
              </a:defRPr>
            </a:pPr>
            <a:r>
              <a:rPr>
                <a:solidFill>
                  <a:srgbClr val="FFFFFF"/>
                </a:solidFill>
              </a:rPr>
              <a:t>Body Level Four</a:t>
            </a:r>
          </a:p>
          <a:p>
            <a:pPr marL="285902" lvl="0" indent="-285902" algn="l">
              <a:buSzPct val="100000"/>
              <a:buFont typeface="Arial" panose="020B0604020202020204"/>
              <a:buChar char="•"/>
              <a:defRPr>
                <a:solidFill>
                  <a:srgbClr val="000000"/>
                </a:solidFill>
              </a:defRPr>
            </a:pPr>
            <a:r>
              <a:rPr>
                <a:solidFill>
                  <a:srgbClr val="FFFFFF"/>
                </a:solidFill>
              </a:rPr>
              <a:t>Body Level Five</a:t>
            </a:r>
          </a:p>
        </p:txBody>
      </p:sp>
      <p:sp>
        <p:nvSpPr>
          <p:cNvPr id="50" name="Shape 50"/>
          <p:cNvSpPr/>
          <p:nvPr/>
        </p:nvSpPr>
        <p:spPr>
          <a:xfrm flipH="1">
            <a:off x="-1" y="4008093"/>
            <a:ext cx="9144001" cy="2724981"/>
          </a:xfrm>
          <a:custGeom>
            <a:avLst/>
            <a:gdLst/>
            <a:ahLst/>
            <a:cxnLst>
              <a:cxn ang="0">
                <a:pos x="wd2" y="hd2"/>
              </a:cxn>
              <a:cxn ang="5400000">
                <a:pos x="wd2" y="hd2"/>
              </a:cxn>
              <a:cxn ang="10800000">
                <a:pos x="wd2" y="hd2"/>
              </a:cxn>
              <a:cxn ang="16200000">
                <a:pos x="wd2" y="hd2"/>
              </a:cxn>
            </a:cxnLst>
            <a:rect l="0" t="0" r="r" b="b"/>
            <a:pathLst>
              <a:path w="21600" h="21600" extrusionOk="0">
                <a:moveTo>
                  <a:pt x="25" y="4894"/>
                </a:moveTo>
                <a:cubicBezTo>
                  <a:pt x="7175" y="4894"/>
                  <a:pt x="14867" y="6140"/>
                  <a:pt x="21600" y="0"/>
                </a:cubicBezTo>
                <a:lnTo>
                  <a:pt x="21600" y="21600"/>
                </a:lnTo>
                <a:lnTo>
                  <a:pt x="0" y="21600"/>
                </a:lnTo>
                <a:lnTo>
                  <a:pt x="25" y="4894"/>
                </a:lnTo>
                <a:close/>
              </a:path>
            </a:pathLst>
          </a:custGeom>
          <a:solidFill>
            <a:srgbClr val="A08BB9"/>
          </a:solidFill>
          <a:ln w="12700">
            <a:miter lim="400000"/>
          </a:ln>
        </p:spPr>
        <p:txBody>
          <a:bodyPr lIns="0" tIns="0" rIns="0" bIns="0" anchor="ctr"/>
          <a:lstStyle/>
          <a:p>
            <a:pPr algn="ctr" defTabSz="457124" fontAlgn="auto">
              <a:spcBef>
                <a:spcPts val="0"/>
              </a:spcBef>
              <a:spcAft>
                <a:spcPts val="0"/>
              </a:spcAft>
              <a:defRPr>
                <a:solidFill>
                  <a:srgbClr val="FFFFFF"/>
                </a:solidFill>
              </a:defRPr>
            </a:pPr>
            <a:endParaRPr sz="1800" kern="0">
              <a:solidFill>
                <a:srgbClr val="FFFFFF"/>
              </a:solidFill>
              <a:latin typeface="Calibri" panose="020F0502020204030204"/>
              <a:sym typeface="Calibri" panose="020F0502020204030204"/>
            </a:endParaRPr>
          </a:p>
        </p:txBody>
      </p:sp>
      <p:pic>
        <p:nvPicPr>
          <p:cNvPr id="51" name="image2.tif"/>
          <p:cNvPicPr/>
          <p:nvPr/>
        </p:nvPicPr>
        <p:blipFill>
          <a:blip r:embed="rId2"/>
          <a:stretch>
            <a:fillRect/>
          </a:stretch>
        </p:blipFill>
        <p:spPr>
          <a:xfrm>
            <a:off x="923882" y="4757657"/>
            <a:ext cx="1840079" cy="1840079"/>
          </a:xfrm>
          <a:prstGeom prst="rect">
            <a:avLst/>
          </a:prstGeom>
          <a:ln w="12700">
            <a:miter lim="400000"/>
            <a:headEnd/>
            <a:tailEnd/>
          </a:ln>
        </p:spPr>
      </p:pic>
    </p:spTree>
    <p:extLst>
      <p:ext uri="{BB962C8B-B14F-4D97-AF65-F5344CB8AC3E}">
        <p14:creationId xmlns:p14="http://schemas.microsoft.com/office/powerpoint/2010/main" val="3009219008"/>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itle &amp; Bullets - Left">
    <p:bg>
      <p:bgPr>
        <a:solidFill>
          <a:srgbClr val="A08BB9"/>
        </a:solidFill>
        <a:effectLst/>
      </p:bgPr>
    </p:bg>
    <p:spTree>
      <p:nvGrpSpPr>
        <p:cNvPr id="1" name=""/>
        <p:cNvGrpSpPr/>
        <p:nvPr/>
      </p:nvGrpSpPr>
      <p:grpSpPr>
        <a:xfrm>
          <a:off x="0" y="0"/>
          <a:ext cx="0" cy="0"/>
          <a:chOff x="0" y="0"/>
          <a:chExt cx="0" cy="0"/>
        </a:xfrm>
      </p:grpSpPr>
      <p:sp>
        <p:nvSpPr>
          <p:cNvPr id="53" name="Shape 53"/>
          <p:cNvSpPr>
            <a:spLocks noGrp="1"/>
          </p:cNvSpPr>
          <p:nvPr>
            <p:ph type="title" hasCustomPrompt="1"/>
          </p:nvPr>
        </p:nvSpPr>
        <p:spPr>
          <a:prstGeom prst="rect">
            <a:avLst/>
          </a:prstGeom>
        </p:spPr>
        <p:txBody>
          <a:bodyPr/>
          <a:lstStyle/>
          <a:p>
            <a:pPr lvl="0">
              <a:defRPr sz="1800" i="0">
                <a:solidFill>
                  <a:srgbClr val="000000"/>
                </a:solidFill>
              </a:defRPr>
            </a:pPr>
            <a:r>
              <a:rPr sz="5400" i="1">
                <a:solidFill>
                  <a:srgbClr val="FFFFFF"/>
                </a:solidFill>
              </a:rPr>
              <a:t>Title Text</a:t>
            </a:r>
          </a:p>
        </p:txBody>
      </p:sp>
      <p:sp>
        <p:nvSpPr>
          <p:cNvPr id="54" name="Shape 54"/>
          <p:cNvSpPr>
            <a:spLocks noGrp="1"/>
          </p:cNvSpPr>
          <p:nvPr>
            <p:ph type="body" idx="1" hasCustomPrompt="1"/>
          </p:nvPr>
        </p:nvSpPr>
        <p:spPr>
          <a:prstGeom prst="rect">
            <a:avLst/>
          </a:prstGeom>
        </p:spPr>
        <p:txBody>
          <a:bodyPr/>
          <a:lstStyle/>
          <a:p>
            <a:pPr marL="285902" lvl="0" indent="-285902" algn="l">
              <a:buSzPct val="100000"/>
              <a:buFont typeface="Arial" panose="020B0604020202020204"/>
              <a:buChar char="•"/>
              <a:defRPr>
                <a:solidFill>
                  <a:srgbClr val="000000"/>
                </a:solidFill>
              </a:defRPr>
            </a:pPr>
            <a:r>
              <a:rPr>
                <a:solidFill>
                  <a:srgbClr val="FFFFFF"/>
                </a:solidFill>
              </a:rPr>
              <a:t>Body Level One</a:t>
            </a:r>
          </a:p>
          <a:p>
            <a:pPr marL="285902" lvl="0" indent="-285902" algn="l">
              <a:buSzPct val="100000"/>
              <a:buFont typeface="Arial" panose="020B0604020202020204"/>
              <a:buChar char="•"/>
              <a:defRPr>
                <a:solidFill>
                  <a:srgbClr val="000000"/>
                </a:solidFill>
              </a:defRPr>
            </a:pPr>
            <a:r>
              <a:rPr>
                <a:solidFill>
                  <a:srgbClr val="FFFFFF"/>
                </a:solidFill>
              </a:rPr>
              <a:t>Body Level Two</a:t>
            </a:r>
          </a:p>
          <a:p>
            <a:pPr marL="285902" lvl="0" indent="-285902" algn="l">
              <a:buSzPct val="100000"/>
              <a:buFont typeface="Arial" panose="020B0604020202020204"/>
              <a:buChar char="•"/>
              <a:defRPr>
                <a:solidFill>
                  <a:srgbClr val="000000"/>
                </a:solidFill>
              </a:defRPr>
            </a:pPr>
            <a:r>
              <a:rPr>
                <a:solidFill>
                  <a:srgbClr val="FFFFFF"/>
                </a:solidFill>
              </a:rPr>
              <a:t>Body Level Three</a:t>
            </a:r>
          </a:p>
          <a:p>
            <a:pPr marL="285902" lvl="0" indent="-285902" algn="l">
              <a:buSzPct val="100000"/>
              <a:buFont typeface="Arial" panose="020B0604020202020204"/>
              <a:buChar char="•"/>
              <a:defRPr>
                <a:solidFill>
                  <a:srgbClr val="000000"/>
                </a:solidFill>
              </a:defRPr>
            </a:pPr>
            <a:r>
              <a:rPr>
                <a:solidFill>
                  <a:srgbClr val="FFFFFF"/>
                </a:solidFill>
              </a:rPr>
              <a:t>Body Level Four</a:t>
            </a:r>
          </a:p>
          <a:p>
            <a:pPr marL="285902" lvl="0" indent="-285902" algn="l">
              <a:buSzPct val="100000"/>
              <a:buFont typeface="Arial" panose="020B0604020202020204"/>
              <a:buChar char="•"/>
              <a:defRPr>
                <a:solidFill>
                  <a:srgbClr val="000000"/>
                </a:solidFill>
              </a:defRPr>
            </a:pPr>
            <a:r>
              <a:rPr>
                <a:solidFill>
                  <a:srgbClr val="FFFFFF"/>
                </a:solidFill>
              </a:rPr>
              <a:t>Body Level Five</a:t>
            </a:r>
          </a:p>
        </p:txBody>
      </p:sp>
      <p:sp>
        <p:nvSpPr>
          <p:cNvPr id="55" name="Shape 55"/>
          <p:cNvSpPr/>
          <p:nvPr/>
        </p:nvSpPr>
        <p:spPr>
          <a:xfrm>
            <a:off x="1" y="4008093"/>
            <a:ext cx="9144001" cy="2724981"/>
          </a:xfrm>
          <a:custGeom>
            <a:avLst/>
            <a:gdLst/>
            <a:ahLst/>
            <a:cxnLst>
              <a:cxn ang="0">
                <a:pos x="wd2" y="hd2"/>
              </a:cxn>
              <a:cxn ang="5400000">
                <a:pos x="wd2" y="hd2"/>
              </a:cxn>
              <a:cxn ang="10800000">
                <a:pos x="wd2" y="hd2"/>
              </a:cxn>
              <a:cxn ang="16200000">
                <a:pos x="wd2" y="hd2"/>
              </a:cxn>
            </a:cxnLst>
            <a:rect l="0" t="0" r="r" b="b"/>
            <a:pathLst>
              <a:path w="21600" h="21600" extrusionOk="0">
                <a:moveTo>
                  <a:pt x="25" y="4894"/>
                </a:moveTo>
                <a:cubicBezTo>
                  <a:pt x="7175" y="4894"/>
                  <a:pt x="14867" y="6140"/>
                  <a:pt x="21600" y="0"/>
                </a:cubicBezTo>
                <a:lnTo>
                  <a:pt x="21600" y="21600"/>
                </a:lnTo>
                <a:lnTo>
                  <a:pt x="0" y="21600"/>
                </a:lnTo>
                <a:lnTo>
                  <a:pt x="25" y="4894"/>
                </a:lnTo>
                <a:close/>
              </a:path>
            </a:pathLst>
          </a:custGeom>
          <a:solidFill>
            <a:srgbClr val="C0B2D1"/>
          </a:solidFill>
          <a:ln w="12700">
            <a:miter lim="400000"/>
          </a:ln>
        </p:spPr>
        <p:txBody>
          <a:bodyPr lIns="0" tIns="0" rIns="0" bIns="0" anchor="ctr"/>
          <a:lstStyle/>
          <a:p>
            <a:pPr algn="ctr" defTabSz="457124" fontAlgn="auto">
              <a:spcBef>
                <a:spcPts val="0"/>
              </a:spcBef>
              <a:spcAft>
                <a:spcPts val="0"/>
              </a:spcAft>
              <a:defRPr>
                <a:solidFill>
                  <a:srgbClr val="FFFFFF"/>
                </a:solidFill>
              </a:defRPr>
            </a:pPr>
            <a:endParaRPr sz="1800" kern="0">
              <a:solidFill>
                <a:srgbClr val="FFFFFF"/>
              </a:solidFill>
              <a:latin typeface="Calibri" panose="020F0502020204030204"/>
              <a:sym typeface="Calibri" panose="020F0502020204030204"/>
            </a:endParaRPr>
          </a:p>
        </p:txBody>
      </p:sp>
      <p:pic>
        <p:nvPicPr>
          <p:cNvPr id="56" name="image2.tif"/>
          <p:cNvPicPr/>
          <p:nvPr/>
        </p:nvPicPr>
        <p:blipFill>
          <a:blip r:embed="rId2"/>
          <a:stretch>
            <a:fillRect/>
          </a:stretch>
        </p:blipFill>
        <p:spPr>
          <a:xfrm>
            <a:off x="6401447" y="4757657"/>
            <a:ext cx="1840079" cy="1840079"/>
          </a:xfrm>
          <a:prstGeom prst="rect">
            <a:avLst/>
          </a:prstGeom>
          <a:ln w="12700">
            <a:miter lim="400000"/>
            <a:headEnd/>
            <a:tailEnd/>
          </a:ln>
        </p:spPr>
      </p:pic>
    </p:spTree>
    <p:extLst>
      <p:ext uri="{BB962C8B-B14F-4D97-AF65-F5344CB8AC3E}">
        <p14:creationId xmlns:p14="http://schemas.microsoft.com/office/powerpoint/2010/main" val="258193001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Photo - Horizontal">
    <p:bg>
      <p:bgPr>
        <a:solidFill>
          <a:srgbClr val="CFE8E9"/>
        </a:solidFill>
        <a:effectLst/>
      </p:bgPr>
    </p:bg>
    <p:spTree>
      <p:nvGrpSpPr>
        <p:cNvPr id="1" name=""/>
        <p:cNvGrpSpPr/>
        <p:nvPr/>
      </p:nvGrpSpPr>
      <p:grpSpPr>
        <a:xfrm>
          <a:off x="0" y="0"/>
          <a:ext cx="0" cy="0"/>
          <a:chOff x="0" y="0"/>
          <a:chExt cx="0" cy="0"/>
        </a:xfrm>
      </p:grpSpPr>
      <p:sp>
        <p:nvSpPr>
          <p:cNvPr id="63" name="Shape 63"/>
          <p:cNvSpPr>
            <a:spLocks noGrp="1"/>
          </p:cNvSpPr>
          <p:nvPr>
            <p:ph type="title" hasCustomPrompt="1"/>
          </p:nvPr>
        </p:nvSpPr>
        <p:spPr>
          <a:xfrm>
            <a:off x="685800" y="4670619"/>
            <a:ext cx="7772400" cy="1169293"/>
          </a:xfrm>
          <a:prstGeom prst="rect">
            <a:avLst/>
          </a:prstGeom>
        </p:spPr>
        <p:txBody>
          <a:bodyPr/>
          <a:lstStyle>
            <a:lvl1pPr>
              <a:defRPr sz="4400"/>
            </a:lvl1pPr>
          </a:lstStyle>
          <a:p>
            <a:pPr lvl="0">
              <a:defRPr sz="1800" i="0">
                <a:solidFill>
                  <a:srgbClr val="000000"/>
                </a:solidFill>
              </a:defRPr>
            </a:pPr>
            <a:r>
              <a:rPr sz="4400" i="1">
                <a:solidFill>
                  <a:srgbClr val="FFFFFF"/>
                </a:solidFill>
              </a:rPr>
              <a:t>Title Text</a:t>
            </a:r>
          </a:p>
        </p:txBody>
      </p:sp>
      <p:sp>
        <p:nvSpPr>
          <p:cNvPr id="64" name="Shape 64"/>
          <p:cNvSpPr>
            <a:spLocks noGrp="1"/>
          </p:cNvSpPr>
          <p:nvPr>
            <p:ph type="body" idx="1" hasCustomPrompt="1"/>
          </p:nvPr>
        </p:nvSpPr>
        <p:spPr>
          <a:xfrm>
            <a:off x="2872680" y="5839910"/>
            <a:ext cx="3404630" cy="1018090"/>
          </a:xfrm>
          <a:prstGeom prst="rect">
            <a:avLst/>
          </a:prstGeom>
        </p:spPr>
        <p:txBody>
          <a:bodyPr/>
          <a:lstStyle>
            <a:lvl1pPr>
              <a:spcBef>
                <a:spcPts val="202"/>
              </a:spcBef>
              <a:defRPr sz="1000">
                <a:solidFill>
                  <a:srgbClr val="678E91"/>
                </a:solidFill>
              </a:defRPr>
            </a:lvl1pPr>
          </a:lstStyle>
          <a:p>
            <a:pPr lvl="0">
              <a:defRPr sz="1800">
                <a:solidFill>
                  <a:srgbClr val="000000"/>
                </a:solidFill>
              </a:defRPr>
            </a:pPr>
            <a:r>
              <a:rPr sz="1000">
                <a:solidFill>
                  <a:srgbClr val="678E91"/>
                </a:solidFill>
              </a:rPr>
              <a:t>Duis autem vel eum iriure dolor in hendrerit in vulputate velit esse molestie consequat, vel illum dolore</a:t>
            </a:r>
          </a:p>
        </p:txBody>
      </p:sp>
      <p:pic>
        <p:nvPicPr>
          <p:cNvPr id="65" name="image1.tif"/>
          <p:cNvPicPr/>
          <p:nvPr/>
        </p:nvPicPr>
        <p:blipFill>
          <a:blip r:embed="rId2"/>
          <a:stretch>
            <a:fillRect/>
          </a:stretch>
        </p:blipFill>
        <p:spPr>
          <a:xfrm>
            <a:off x="3039242" y="604758"/>
            <a:ext cx="3070195" cy="3070196"/>
          </a:xfrm>
          <a:prstGeom prst="rect">
            <a:avLst/>
          </a:prstGeom>
          <a:ln w="12700">
            <a:miter lim="400000"/>
            <a:headEnd/>
            <a:tailEnd/>
          </a:ln>
        </p:spPr>
      </p:pic>
      <p:sp>
        <p:nvSpPr>
          <p:cNvPr id="66" name="Shape 66"/>
          <p:cNvSpPr/>
          <p:nvPr/>
        </p:nvSpPr>
        <p:spPr>
          <a:xfrm>
            <a:off x="0" y="1"/>
            <a:ext cx="9144000" cy="124928"/>
          </a:xfrm>
          <a:prstGeom prst="rect">
            <a:avLst/>
          </a:prstGeom>
          <a:solidFill>
            <a:srgbClr val="FFFFFF"/>
          </a:solidFill>
          <a:ln w="12700">
            <a:miter lim="400000"/>
          </a:ln>
        </p:spPr>
        <p:txBody>
          <a:bodyPr lIns="0" tIns="0" rIns="0" bIns="0" anchor="ctr"/>
          <a:lstStyle/>
          <a:p>
            <a:pPr algn="ctr" defTabSz="457124" fontAlgn="auto">
              <a:spcBef>
                <a:spcPts val="0"/>
              </a:spcBef>
              <a:spcAft>
                <a:spcPts val="0"/>
              </a:spcAft>
              <a:defRPr>
                <a:solidFill>
                  <a:srgbClr val="FFFFFF"/>
                </a:solidFill>
              </a:defRPr>
            </a:pPr>
            <a:endParaRPr sz="1800" kern="0">
              <a:solidFill>
                <a:srgbClr val="FFFFFF"/>
              </a:solidFill>
              <a:latin typeface="Calibri" panose="020F0502020204030204"/>
              <a:sym typeface="Calibri" panose="020F0502020204030204"/>
            </a:endParaRPr>
          </a:p>
        </p:txBody>
      </p:sp>
      <p:sp>
        <p:nvSpPr>
          <p:cNvPr id="67" name="Shape 67"/>
          <p:cNvSpPr/>
          <p:nvPr/>
        </p:nvSpPr>
        <p:spPr>
          <a:xfrm>
            <a:off x="0" y="6733072"/>
            <a:ext cx="9144000" cy="124929"/>
          </a:xfrm>
          <a:prstGeom prst="rect">
            <a:avLst/>
          </a:prstGeom>
          <a:solidFill>
            <a:srgbClr val="FFFFFF"/>
          </a:solidFill>
          <a:ln w="12700">
            <a:miter lim="400000"/>
          </a:ln>
        </p:spPr>
        <p:txBody>
          <a:bodyPr lIns="0" tIns="0" rIns="0" bIns="0" anchor="ctr"/>
          <a:lstStyle/>
          <a:p>
            <a:pPr algn="ctr" defTabSz="457124" fontAlgn="auto">
              <a:spcBef>
                <a:spcPts val="0"/>
              </a:spcBef>
              <a:spcAft>
                <a:spcPts val="0"/>
              </a:spcAft>
              <a:defRPr>
                <a:solidFill>
                  <a:srgbClr val="FFFFFF"/>
                </a:solidFill>
              </a:defRPr>
            </a:pPr>
            <a:endParaRPr sz="1800" kern="0">
              <a:solidFill>
                <a:srgbClr val="FFFFFF"/>
              </a:solidFill>
              <a:latin typeface="Calibri" panose="020F0502020204030204"/>
              <a:sym typeface="Calibri" panose="020F0502020204030204"/>
            </a:endParaRPr>
          </a:p>
        </p:txBody>
      </p:sp>
    </p:spTree>
    <p:extLst>
      <p:ext uri="{BB962C8B-B14F-4D97-AF65-F5344CB8AC3E}">
        <p14:creationId xmlns:p14="http://schemas.microsoft.com/office/powerpoint/2010/main" val="2077620106"/>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Title, Bullets &amp; Photo">
    <p:bg>
      <p:bgPr>
        <a:solidFill>
          <a:srgbClr val="CFE8E9"/>
        </a:solidFill>
        <a:effectLst/>
      </p:bgPr>
    </p:bg>
    <p:spTree>
      <p:nvGrpSpPr>
        <p:cNvPr id="1" name=""/>
        <p:cNvGrpSpPr/>
        <p:nvPr/>
      </p:nvGrpSpPr>
      <p:grpSpPr>
        <a:xfrm>
          <a:off x="0" y="0"/>
          <a:ext cx="0" cy="0"/>
          <a:chOff x="0" y="0"/>
          <a:chExt cx="0" cy="0"/>
        </a:xfrm>
      </p:grpSpPr>
      <p:pic>
        <p:nvPicPr>
          <p:cNvPr id="77" name="image2.tif"/>
          <p:cNvPicPr/>
          <p:nvPr/>
        </p:nvPicPr>
        <p:blipFill>
          <a:blip r:embed="rId2"/>
          <a:stretch>
            <a:fillRect/>
          </a:stretch>
        </p:blipFill>
        <p:spPr>
          <a:xfrm>
            <a:off x="5894159" y="1401520"/>
            <a:ext cx="1840079" cy="1840079"/>
          </a:xfrm>
          <a:prstGeom prst="rect">
            <a:avLst/>
          </a:prstGeom>
          <a:ln w="12700">
            <a:miter lim="400000"/>
            <a:headEnd/>
            <a:tailEnd/>
          </a:ln>
        </p:spPr>
      </p:pic>
      <p:sp>
        <p:nvSpPr>
          <p:cNvPr id="78" name="Shape 78"/>
          <p:cNvSpPr>
            <a:spLocks noGrp="1"/>
          </p:cNvSpPr>
          <p:nvPr>
            <p:ph type="body" idx="1" hasCustomPrompt="1"/>
          </p:nvPr>
        </p:nvSpPr>
        <p:spPr>
          <a:xfrm>
            <a:off x="5072543" y="1638750"/>
            <a:ext cx="3486913" cy="2612021"/>
          </a:xfrm>
          <a:prstGeom prst="rect">
            <a:avLst/>
          </a:prstGeom>
          <a:effectLst>
            <a:outerShdw blurRad="38100" dist="25400" dir="2700000" rotWithShape="0">
              <a:srgbClr val="507073">
                <a:alpha val="48000"/>
              </a:srgbClr>
            </a:outerShdw>
          </a:effectLst>
        </p:spPr>
        <p:txBody>
          <a:bodyPr>
            <a:noAutofit/>
          </a:bodyPr>
          <a:lstStyle>
            <a:lvl1pPr>
              <a:spcBef>
                <a:spcPts val="1399"/>
              </a:spcBef>
              <a:defRPr sz="6000" b="1"/>
            </a:lvl1pPr>
          </a:lstStyle>
          <a:p>
            <a:pPr lvl="0">
              <a:defRPr sz="1800" b="0">
                <a:solidFill>
                  <a:srgbClr val="000000"/>
                </a:solidFill>
              </a:defRPr>
            </a:pPr>
            <a:r>
              <a:rPr sz="6000" b="1">
                <a:solidFill>
                  <a:srgbClr val="FFFFFF"/>
                </a:solidFill>
              </a:rPr>
              <a:t>delenit</a:t>
            </a:r>
          </a:p>
        </p:txBody>
      </p:sp>
      <p:sp>
        <p:nvSpPr>
          <p:cNvPr id="79" name="Shape 79"/>
          <p:cNvSpPr>
            <a:spLocks noGrp="1"/>
          </p:cNvSpPr>
          <p:nvPr>
            <p:ph type="title" hasCustomPrompt="1"/>
          </p:nvPr>
        </p:nvSpPr>
        <p:spPr>
          <a:xfrm>
            <a:off x="231503" y="398819"/>
            <a:ext cx="4290809" cy="2753359"/>
          </a:xfrm>
          <a:prstGeom prst="rect">
            <a:avLst/>
          </a:prstGeom>
        </p:spPr>
        <p:txBody>
          <a:bodyPr/>
          <a:lstStyle/>
          <a:p>
            <a:pPr lvl="0">
              <a:defRPr sz="1800" i="0">
                <a:solidFill>
                  <a:srgbClr val="000000"/>
                </a:solidFill>
              </a:defRPr>
            </a:pPr>
            <a:r>
              <a:rPr sz="5400" i="1">
                <a:solidFill>
                  <a:srgbClr val="FFFFFF"/>
                </a:solidFill>
              </a:rPr>
              <a:t>Title Text</a:t>
            </a:r>
          </a:p>
        </p:txBody>
      </p:sp>
    </p:spTree>
    <p:extLst>
      <p:ext uri="{BB962C8B-B14F-4D97-AF65-F5344CB8AC3E}">
        <p14:creationId xmlns:p14="http://schemas.microsoft.com/office/powerpoint/2010/main" val="43301731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Photos - 2 Up">
    <p:bg>
      <p:bgPr>
        <a:solidFill>
          <a:srgbClr val="CFE8E9"/>
        </a:solidFill>
        <a:effectLst/>
      </p:bgPr>
    </p:bg>
    <p:spTree>
      <p:nvGrpSpPr>
        <p:cNvPr id="1" name=""/>
        <p:cNvGrpSpPr/>
        <p:nvPr/>
      </p:nvGrpSpPr>
      <p:grpSpPr>
        <a:xfrm>
          <a:off x="0" y="0"/>
          <a:ext cx="0" cy="0"/>
          <a:chOff x="0" y="0"/>
          <a:chExt cx="0" cy="0"/>
        </a:xfrm>
      </p:grpSpPr>
      <p:pic>
        <p:nvPicPr>
          <p:cNvPr id="81" name="image1.tif"/>
          <p:cNvPicPr/>
          <p:nvPr/>
        </p:nvPicPr>
        <p:blipFill>
          <a:blip r:embed="rId2"/>
          <a:stretch>
            <a:fillRect/>
          </a:stretch>
        </p:blipFill>
        <p:spPr>
          <a:xfrm>
            <a:off x="3039242" y="604758"/>
            <a:ext cx="3070195" cy="3070196"/>
          </a:xfrm>
          <a:prstGeom prst="rect">
            <a:avLst/>
          </a:prstGeom>
          <a:ln w="12700">
            <a:miter lim="400000"/>
            <a:headEnd/>
            <a:tailEnd/>
          </a:ln>
        </p:spPr>
      </p:pic>
      <p:sp>
        <p:nvSpPr>
          <p:cNvPr id="82" name="Shape 82"/>
          <p:cNvSpPr>
            <a:spLocks noGrp="1"/>
          </p:cNvSpPr>
          <p:nvPr>
            <p:ph type="body" idx="1" hasCustomPrompt="1"/>
          </p:nvPr>
        </p:nvSpPr>
        <p:spPr>
          <a:xfrm>
            <a:off x="2061689" y="1124706"/>
            <a:ext cx="5017202" cy="1457130"/>
          </a:xfrm>
          <a:prstGeom prst="rect">
            <a:avLst/>
          </a:prstGeom>
          <a:effectLst>
            <a:outerShdw blurRad="38100" dist="25400" dir="2700000" rotWithShape="0">
              <a:srgbClr val="507073">
                <a:alpha val="48000"/>
              </a:srgbClr>
            </a:outerShdw>
          </a:effectLst>
        </p:spPr>
        <p:txBody>
          <a:bodyPr/>
          <a:lstStyle>
            <a:lvl1pPr>
              <a:spcBef>
                <a:spcPts val="2302"/>
              </a:spcBef>
              <a:defRPr sz="9600" b="1"/>
            </a:lvl1pPr>
          </a:lstStyle>
          <a:p>
            <a:pPr lvl="0">
              <a:defRPr sz="1800" b="0">
                <a:solidFill>
                  <a:srgbClr val="000000"/>
                </a:solidFill>
              </a:defRPr>
            </a:pPr>
            <a:r>
              <a:rPr sz="9600" b="1">
                <a:solidFill>
                  <a:srgbClr val="FFFFFF"/>
                </a:solidFill>
              </a:rPr>
              <a:t>delenit</a:t>
            </a:r>
          </a:p>
        </p:txBody>
      </p:sp>
    </p:spTree>
    <p:extLst>
      <p:ext uri="{BB962C8B-B14F-4D97-AF65-F5344CB8AC3E}">
        <p14:creationId xmlns:p14="http://schemas.microsoft.com/office/powerpoint/2010/main" val="3591756157"/>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Photo &amp; Charts - 2 Up">
    <p:bg>
      <p:bgPr>
        <a:solidFill>
          <a:srgbClr val="CFE8E9"/>
        </a:solidFill>
        <a:effectLst/>
      </p:bgPr>
    </p:bg>
    <p:spTree>
      <p:nvGrpSpPr>
        <p:cNvPr id="1" name=""/>
        <p:cNvGrpSpPr/>
        <p:nvPr/>
      </p:nvGrpSpPr>
      <p:grpSpPr>
        <a:xfrm>
          <a:off x="0" y="0"/>
          <a:ext cx="0" cy="0"/>
          <a:chOff x="0" y="0"/>
          <a:chExt cx="0" cy="0"/>
        </a:xfrm>
      </p:grpSpPr>
      <p:sp>
        <p:nvSpPr>
          <p:cNvPr id="89" name="Shape 89"/>
          <p:cNvSpPr/>
          <p:nvPr/>
        </p:nvSpPr>
        <p:spPr>
          <a:xfrm>
            <a:off x="0" y="1"/>
            <a:ext cx="9144000" cy="124928"/>
          </a:xfrm>
          <a:prstGeom prst="rect">
            <a:avLst/>
          </a:prstGeom>
          <a:solidFill>
            <a:srgbClr val="FFFFFF"/>
          </a:solidFill>
          <a:ln w="12700">
            <a:miter lim="400000"/>
          </a:ln>
        </p:spPr>
        <p:txBody>
          <a:bodyPr lIns="0" tIns="0" rIns="0" bIns="0" anchor="ctr"/>
          <a:lstStyle/>
          <a:p>
            <a:pPr algn="ctr" defTabSz="457124" fontAlgn="auto">
              <a:spcBef>
                <a:spcPts val="0"/>
              </a:spcBef>
              <a:spcAft>
                <a:spcPts val="0"/>
              </a:spcAft>
              <a:defRPr>
                <a:solidFill>
                  <a:srgbClr val="FFFFFF"/>
                </a:solidFill>
              </a:defRPr>
            </a:pPr>
            <a:endParaRPr sz="1800" kern="0">
              <a:solidFill>
                <a:srgbClr val="FFFFFF"/>
              </a:solidFill>
              <a:latin typeface="Calibri" panose="020F0502020204030204"/>
              <a:sym typeface="Calibri" panose="020F0502020204030204"/>
            </a:endParaRPr>
          </a:p>
        </p:txBody>
      </p:sp>
      <p:sp>
        <p:nvSpPr>
          <p:cNvPr id="90" name="Shape 90"/>
          <p:cNvSpPr/>
          <p:nvPr/>
        </p:nvSpPr>
        <p:spPr>
          <a:xfrm>
            <a:off x="0" y="6733072"/>
            <a:ext cx="9144000" cy="124929"/>
          </a:xfrm>
          <a:prstGeom prst="rect">
            <a:avLst/>
          </a:prstGeom>
          <a:solidFill>
            <a:srgbClr val="FFFFFF"/>
          </a:solidFill>
          <a:ln w="12700">
            <a:miter lim="400000"/>
          </a:ln>
        </p:spPr>
        <p:txBody>
          <a:bodyPr lIns="0" tIns="0" rIns="0" bIns="0" anchor="ctr"/>
          <a:lstStyle/>
          <a:p>
            <a:pPr algn="ctr" defTabSz="457124" fontAlgn="auto">
              <a:spcBef>
                <a:spcPts val="0"/>
              </a:spcBef>
              <a:spcAft>
                <a:spcPts val="0"/>
              </a:spcAft>
              <a:defRPr>
                <a:solidFill>
                  <a:srgbClr val="FFFFFF"/>
                </a:solidFill>
              </a:defRPr>
            </a:pPr>
            <a:endParaRPr sz="1800" kern="0">
              <a:solidFill>
                <a:srgbClr val="FFFFFF"/>
              </a:solidFill>
              <a:latin typeface="Calibri" panose="020F0502020204030204"/>
              <a:sym typeface="Calibri" panose="020F0502020204030204"/>
            </a:endParaRPr>
          </a:p>
        </p:txBody>
      </p:sp>
      <p:pic>
        <p:nvPicPr>
          <p:cNvPr id="91" name="image2.tif"/>
          <p:cNvPicPr/>
          <p:nvPr/>
        </p:nvPicPr>
        <p:blipFill>
          <a:blip r:embed="rId2"/>
          <a:stretch>
            <a:fillRect/>
          </a:stretch>
        </p:blipFill>
        <p:spPr>
          <a:xfrm>
            <a:off x="3645142" y="770959"/>
            <a:ext cx="1840079" cy="1840079"/>
          </a:xfrm>
          <a:prstGeom prst="rect">
            <a:avLst/>
          </a:prstGeom>
          <a:ln w="12700">
            <a:miter lim="400000"/>
            <a:headEnd/>
            <a:tailEnd/>
          </a:ln>
        </p:spPr>
      </p:pic>
      <p:sp>
        <p:nvSpPr>
          <p:cNvPr id="92" name="Shape 92"/>
          <p:cNvSpPr>
            <a:spLocks noGrp="1"/>
          </p:cNvSpPr>
          <p:nvPr>
            <p:ph type="body" idx="1" hasCustomPrompt="1"/>
          </p:nvPr>
        </p:nvSpPr>
        <p:spPr>
          <a:xfrm>
            <a:off x="2823526" y="1008190"/>
            <a:ext cx="3486913" cy="897521"/>
          </a:xfrm>
          <a:prstGeom prst="rect">
            <a:avLst/>
          </a:prstGeom>
          <a:effectLst>
            <a:outerShdw blurRad="38100" dist="25400" dir="2700000" rotWithShape="0">
              <a:srgbClr val="507073">
                <a:alpha val="48000"/>
              </a:srgbClr>
            </a:outerShdw>
          </a:effectLst>
        </p:spPr>
        <p:txBody>
          <a:bodyPr>
            <a:noAutofit/>
          </a:bodyPr>
          <a:lstStyle>
            <a:lvl1pPr>
              <a:spcBef>
                <a:spcPts val="1399"/>
              </a:spcBef>
              <a:defRPr sz="6000" b="1"/>
            </a:lvl1pPr>
          </a:lstStyle>
          <a:p>
            <a:pPr lvl="0">
              <a:defRPr sz="1800" b="0">
                <a:solidFill>
                  <a:srgbClr val="000000"/>
                </a:solidFill>
              </a:defRPr>
            </a:pPr>
            <a:r>
              <a:rPr sz="6000" b="1">
                <a:solidFill>
                  <a:srgbClr val="FFFFFF"/>
                </a:solidFill>
              </a:rPr>
              <a:t>delenit</a:t>
            </a:r>
          </a:p>
        </p:txBody>
      </p:sp>
    </p:spTree>
    <p:extLst>
      <p:ext uri="{BB962C8B-B14F-4D97-AF65-F5344CB8AC3E}">
        <p14:creationId xmlns:p14="http://schemas.microsoft.com/office/powerpoint/2010/main" val="1807402047"/>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Title &amp; Subtitle">
    <p:bg>
      <p:bgPr>
        <a:solidFill>
          <a:srgbClr val="FFFFFF"/>
        </a:solidFill>
        <a:effectLst/>
      </p:bgPr>
    </p:bg>
    <p:spTree>
      <p:nvGrpSpPr>
        <p:cNvPr id="1" name=""/>
        <p:cNvGrpSpPr/>
        <p:nvPr/>
      </p:nvGrpSpPr>
      <p:grpSpPr>
        <a:xfrm>
          <a:off x="0" y="0"/>
          <a:ext cx="0" cy="0"/>
          <a:chOff x="0" y="0"/>
          <a:chExt cx="0" cy="0"/>
        </a:xfrm>
      </p:grpSpPr>
      <p:sp>
        <p:nvSpPr>
          <p:cNvPr id="94" name="Shape 94"/>
          <p:cNvSpPr/>
          <p:nvPr/>
        </p:nvSpPr>
        <p:spPr>
          <a:xfrm>
            <a:off x="0" y="6161485"/>
            <a:ext cx="9144000" cy="714376"/>
          </a:xfrm>
          <a:prstGeom prst="rect">
            <a:avLst/>
          </a:prstGeom>
          <a:solidFill>
            <a:srgbClr val="CB7679"/>
          </a:solidFill>
          <a:ln w="12700">
            <a:miter lim="400000"/>
          </a:ln>
        </p:spPr>
        <p:txBody>
          <a:bodyPr lIns="35712" tIns="35712" rIns="35712" bIns="35712" anchor="ctr"/>
          <a:lstStyle/>
          <a:p>
            <a:pPr algn="ctr" defTabSz="418719" fontAlgn="auto">
              <a:spcBef>
                <a:spcPts val="0"/>
              </a:spcBef>
              <a:spcAft>
                <a:spcPts val="0"/>
              </a:spcAft>
              <a:defRPr>
                <a:solidFill>
                  <a:srgbClr val="FFFFFF"/>
                </a:solidFill>
                <a:latin typeface="Avenir Next"/>
                <a:ea typeface="Avenir Next"/>
                <a:cs typeface="Avenir Next"/>
                <a:sym typeface="Avenir Next"/>
              </a:defRPr>
            </a:pPr>
            <a:endParaRPr sz="1800" kern="0">
              <a:solidFill>
                <a:srgbClr val="FFFFFF"/>
              </a:solidFill>
              <a:latin typeface="Avenir Next"/>
              <a:ea typeface="Avenir Next"/>
              <a:cs typeface="Avenir Next"/>
              <a:sym typeface="Avenir Next"/>
            </a:endParaRPr>
          </a:p>
        </p:txBody>
      </p:sp>
      <p:sp>
        <p:nvSpPr>
          <p:cNvPr id="95" name="Shape 95"/>
          <p:cNvSpPr/>
          <p:nvPr/>
        </p:nvSpPr>
        <p:spPr>
          <a:xfrm>
            <a:off x="8164845" y="6349003"/>
            <a:ext cx="300529" cy="303604"/>
          </a:xfrm>
          <a:custGeom>
            <a:avLst/>
            <a:gdLst/>
            <a:ahLst/>
            <a:cxnLst>
              <a:cxn ang="0">
                <a:pos x="wd2" y="hd2"/>
              </a:cxn>
              <a:cxn ang="5400000">
                <a:pos x="wd2" y="hd2"/>
              </a:cxn>
              <a:cxn ang="10800000">
                <a:pos x="wd2" y="hd2"/>
              </a:cxn>
              <a:cxn ang="16200000">
                <a:pos x="wd2" y="hd2"/>
              </a:cxn>
            </a:cxnLst>
            <a:rect l="0" t="0" r="r" b="b"/>
            <a:pathLst>
              <a:path w="19679" h="19679" extrusionOk="0">
                <a:moveTo>
                  <a:pt x="16797" y="2882"/>
                </a:moveTo>
                <a:cubicBezTo>
                  <a:pt x="20639" y="6724"/>
                  <a:pt x="20639" y="12954"/>
                  <a:pt x="16797" y="16796"/>
                </a:cubicBezTo>
                <a:cubicBezTo>
                  <a:pt x="12954" y="20639"/>
                  <a:pt x="6724" y="20639"/>
                  <a:pt x="2882" y="16796"/>
                </a:cubicBezTo>
                <a:cubicBezTo>
                  <a:pt x="-961" y="12954"/>
                  <a:pt x="-961" y="6724"/>
                  <a:pt x="2882" y="2882"/>
                </a:cubicBezTo>
                <a:cubicBezTo>
                  <a:pt x="6724" y="-961"/>
                  <a:pt x="12954" y="-961"/>
                  <a:pt x="16797" y="2882"/>
                </a:cubicBezTo>
              </a:path>
            </a:pathLst>
          </a:custGeom>
          <a:solidFill>
            <a:srgbClr val="4C4D55"/>
          </a:solidFill>
          <a:ln w="12700">
            <a:miter lim="400000"/>
          </a:ln>
        </p:spPr>
        <p:txBody>
          <a:bodyPr lIns="35712" tIns="35712" rIns="35712" bIns="35712" anchor="ctr"/>
          <a:lstStyle/>
          <a:p>
            <a:pPr algn="ctr" defTabSz="418719" fontAlgn="auto">
              <a:spcBef>
                <a:spcPts val="0"/>
              </a:spcBef>
              <a:spcAft>
                <a:spcPts val="0"/>
              </a:spcAft>
              <a:defRPr>
                <a:solidFill>
                  <a:srgbClr val="4C4D55"/>
                </a:solidFill>
                <a:latin typeface="Avenir Next"/>
                <a:ea typeface="Avenir Next"/>
                <a:cs typeface="Avenir Next"/>
                <a:sym typeface="Avenir Next"/>
              </a:defRPr>
            </a:pPr>
            <a:endParaRPr sz="1800" kern="0">
              <a:solidFill>
                <a:srgbClr val="4C4D55"/>
              </a:solidFill>
              <a:latin typeface="Avenir Next"/>
              <a:ea typeface="Avenir Next"/>
              <a:cs typeface="Avenir Next"/>
              <a:sym typeface="Avenir Next"/>
            </a:endParaRPr>
          </a:p>
        </p:txBody>
      </p:sp>
      <p:pic>
        <p:nvPicPr>
          <p:cNvPr id="96" name="image2.png"/>
          <p:cNvPicPr/>
          <p:nvPr/>
        </p:nvPicPr>
        <p:blipFill>
          <a:blip r:embed="rId2"/>
          <a:stretch>
            <a:fillRect/>
          </a:stretch>
        </p:blipFill>
        <p:spPr>
          <a:xfrm>
            <a:off x="8196358" y="6351872"/>
            <a:ext cx="241321" cy="86640"/>
          </a:xfrm>
          <a:prstGeom prst="rect">
            <a:avLst/>
          </a:prstGeom>
          <a:ln w="12700">
            <a:miter lim="400000"/>
            <a:headEnd/>
            <a:tailEnd/>
          </a:ln>
        </p:spPr>
      </p:pic>
      <p:pic>
        <p:nvPicPr>
          <p:cNvPr id="97" name="image3.png"/>
          <p:cNvPicPr/>
          <p:nvPr/>
        </p:nvPicPr>
        <p:blipFill>
          <a:blip r:embed="rId3"/>
          <a:stretch>
            <a:fillRect/>
          </a:stretch>
        </p:blipFill>
        <p:spPr>
          <a:xfrm>
            <a:off x="8140455" y="6408682"/>
            <a:ext cx="337817" cy="96298"/>
          </a:xfrm>
          <a:prstGeom prst="rect">
            <a:avLst/>
          </a:prstGeom>
          <a:ln w="12700">
            <a:miter lim="400000"/>
            <a:headEnd/>
            <a:tailEnd/>
          </a:ln>
        </p:spPr>
      </p:pic>
      <p:pic>
        <p:nvPicPr>
          <p:cNvPr id="98" name="image4.png"/>
          <p:cNvPicPr/>
          <p:nvPr/>
        </p:nvPicPr>
        <p:blipFill>
          <a:blip r:embed="rId4"/>
          <a:stretch>
            <a:fillRect/>
          </a:stretch>
        </p:blipFill>
        <p:spPr>
          <a:xfrm>
            <a:off x="8127586" y="6472869"/>
            <a:ext cx="359695" cy="103070"/>
          </a:xfrm>
          <a:prstGeom prst="rect">
            <a:avLst/>
          </a:prstGeom>
          <a:ln w="12700">
            <a:miter lim="400000"/>
            <a:headEnd/>
            <a:tailEnd/>
          </a:ln>
        </p:spPr>
      </p:pic>
      <p:pic>
        <p:nvPicPr>
          <p:cNvPr id="99" name="image5.png"/>
          <p:cNvPicPr/>
          <p:nvPr/>
        </p:nvPicPr>
        <p:blipFill>
          <a:blip r:embed="rId5"/>
          <a:stretch>
            <a:fillRect/>
          </a:stretch>
        </p:blipFill>
        <p:spPr>
          <a:xfrm>
            <a:off x="8148083" y="6533348"/>
            <a:ext cx="329879" cy="108139"/>
          </a:xfrm>
          <a:prstGeom prst="rect">
            <a:avLst/>
          </a:prstGeom>
          <a:ln w="12700">
            <a:miter lim="400000"/>
            <a:headEnd/>
            <a:tailEnd/>
          </a:ln>
        </p:spPr>
      </p:pic>
      <p:sp>
        <p:nvSpPr>
          <p:cNvPr id="100" name="Shape 100"/>
          <p:cNvSpPr/>
          <p:nvPr/>
        </p:nvSpPr>
        <p:spPr>
          <a:xfrm>
            <a:off x="651868" y="6357937"/>
            <a:ext cx="517923" cy="303610"/>
          </a:xfrm>
          <a:prstGeom prst="rect">
            <a:avLst/>
          </a:prstGeom>
          <a:solidFill>
            <a:srgbClr val="4C4D55"/>
          </a:solidFill>
          <a:ln w="12700">
            <a:miter lim="400000"/>
          </a:ln>
        </p:spPr>
        <p:txBody>
          <a:bodyPr lIns="35712" tIns="35712" rIns="35712" bIns="35712" anchor="ctr"/>
          <a:lstStyle/>
          <a:p>
            <a:pPr algn="ctr" defTabSz="418719" fontAlgn="auto">
              <a:spcBef>
                <a:spcPts val="0"/>
              </a:spcBef>
              <a:spcAft>
                <a:spcPts val="0"/>
              </a:spcAft>
              <a:defRPr>
                <a:solidFill>
                  <a:srgbClr val="FFFFFF"/>
                </a:solidFill>
                <a:latin typeface="Avenir Next"/>
                <a:ea typeface="Avenir Next"/>
                <a:cs typeface="Avenir Next"/>
                <a:sym typeface="Avenir Next"/>
              </a:defRPr>
            </a:pPr>
            <a:endParaRPr sz="1800" kern="0">
              <a:solidFill>
                <a:srgbClr val="FFFFFF"/>
              </a:solidFill>
              <a:latin typeface="Avenir Next"/>
              <a:ea typeface="Avenir Next"/>
              <a:cs typeface="Avenir Next"/>
              <a:sym typeface="Avenir Next"/>
            </a:endParaRPr>
          </a:p>
        </p:txBody>
      </p:sp>
      <p:sp>
        <p:nvSpPr>
          <p:cNvPr id="101" name="Shape 101"/>
          <p:cNvSpPr/>
          <p:nvPr/>
        </p:nvSpPr>
        <p:spPr>
          <a:xfrm>
            <a:off x="6834058" y="6381348"/>
            <a:ext cx="995451" cy="256787"/>
          </a:xfrm>
          <a:prstGeom prst="rect">
            <a:avLst/>
          </a:prstGeom>
          <a:ln w="12700">
            <a:miter lim="400000"/>
          </a:ln>
        </p:spPr>
        <p:txBody>
          <a:bodyPr wrap="none" lIns="35712" tIns="35712" rIns="35712" bIns="35712" anchor="ctr">
            <a:spAutoFit/>
          </a:bodyPr>
          <a:lstStyle>
            <a:lvl1pPr algn="ctr" defTabSz="584200">
              <a:defRPr sz="1200" cap="all">
                <a:solidFill>
                  <a:srgbClr val="FFFFFF"/>
                </a:solidFill>
                <a:latin typeface="Avenir Next"/>
                <a:ea typeface="Avenir Next"/>
                <a:cs typeface="Avenir Next"/>
                <a:sym typeface="Avenir Next"/>
              </a:defRPr>
            </a:lvl1pPr>
          </a:lstStyle>
          <a:p>
            <a:pPr fontAlgn="auto">
              <a:spcBef>
                <a:spcPts val="0"/>
              </a:spcBef>
              <a:spcAft>
                <a:spcPts val="0"/>
              </a:spcAft>
              <a:defRPr sz="1800" cap="none">
                <a:solidFill>
                  <a:srgbClr val="000000"/>
                </a:solidFill>
              </a:defRPr>
            </a:pPr>
            <a:r>
              <a:rPr kern="0"/>
              <a:t>Company Name</a:t>
            </a:r>
          </a:p>
        </p:txBody>
      </p:sp>
      <p:sp>
        <p:nvSpPr>
          <p:cNvPr id="102" name="Shape 102"/>
          <p:cNvSpPr/>
          <p:nvPr/>
        </p:nvSpPr>
        <p:spPr>
          <a:xfrm>
            <a:off x="0" y="5737736"/>
            <a:ext cx="9144000" cy="1136799"/>
          </a:xfrm>
          <a:prstGeom prst="rect">
            <a:avLst/>
          </a:prstGeom>
          <a:solidFill>
            <a:srgbClr val="FFFFFF"/>
          </a:solidFill>
          <a:ln w="12700">
            <a:miter lim="400000"/>
          </a:ln>
        </p:spPr>
        <p:txBody>
          <a:bodyPr lIns="35712" tIns="35712" rIns="35712" bIns="35712" anchor="ctr"/>
          <a:lstStyle/>
          <a:p>
            <a:pPr algn="ctr" defTabSz="418719" fontAlgn="auto">
              <a:spcBef>
                <a:spcPts val="0"/>
              </a:spcBef>
              <a:spcAft>
                <a:spcPts val="0"/>
              </a:spcAft>
              <a:defRPr>
                <a:solidFill>
                  <a:srgbClr val="FFFFFF"/>
                </a:solidFill>
                <a:latin typeface="Avenir Next"/>
                <a:ea typeface="Avenir Next"/>
                <a:cs typeface="Avenir Next"/>
                <a:sym typeface="Avenir Next"/>
              </a:defRPr>
            </a:pPr>
            <a:endParaRPr sz="1800" kern="0">
              <a:solidFill>
                <a:srgbClr val="FFFFFF"/>
              </a:solidFill>
              <a:latin typeface="Avenir Next"/>
              <a:ea typeface="Avenir Next"/>
              <a:cs typeface="Avenir Next"/>
              <a:sym typeface="Avenir Next"/>
            </a:endParaRPr>
          </a:p>
        </p:txBody>
      </p:sp>
      <p:sp>
        <p:nvSpPr>
          <p:cNvPr id="103" name="Shape 103"/>
          <p:cNvSpPr/>
          <p:nvPr/>
        </p:nvSpPr>
        <p:spPr>
          <a:xfrm>
            <a:off x="1370707" y="-12601"/>
            <a:ext cx="6402586" cy="5089923"/>
          </a:xfrm>
          <a:prstGeom prst="rect">
            <a:avLst/>
          </a:prstGeom>
          <a:solidFill>
            <a:srgbClr val="665082"/>
          </a:solidFill>
          <a:ln w="12700">
            <a:miter lim="400000"/>
          </a:ln>
        </p:spPr>
        <p:txBody>
          <a:bodyPr lIns="35712" tIns="35712" rIns="35712" bIns="35712" anchor="ctr"/>
          <a:lstStyle/>
          <a:p>
            <a:pPr algn="ctr" defTabSz="418719" fontAlgn="auto">
              <a:spcBef>
                <a:spcPts val="0"/>
              </a:spcBef>
              <a:spcAft>
                <a:spcPts val="0"/>
              </a:spcAft>
              <a:defRPr>
                <a:solidFill>
                  <a:srgbClr val="FFFFFF"/>
                </a:solidFill>
                <a:latin typeface="Avenir Next"/>
                <a:ea typeface="Avenir Next"/>
                <a:cs typeface="Avenir Next"/>
                <a:sym typeface="Avenir Next"/>
              </a:defRPr>
            </a:pPr>
            <a:endParaRPr sz="1800" kern="0">
              <a:solidFill>
                <a:srgbClr val="FFFFFF"/>
              </a:solidFill>
              <a:latin typeface="Avenir Next"/>
              <a:ea typeface="Avenir Next"/>
              <a:cs typeface="Avenir Next"/>
              <a:sym typeface="Avenir Next"/>
            </a:endParaRPr>
          </a:p>
        </p:txBody>
      </p:sp>
      <p:sp>
        <p:nvSpPr>
          <p:cNvPr id="104" name="Shape 104"/>
          <p:cNvSpPr/>
          <p:nvPr/>
        </p:nvSpPr>
        <p:spPr>
          <a:xfrm flipV="1">
            <a:off x="1831244" y="3858531"/>
            <a:ext cx="5490929" cy="3"/>
          </a:xfrm>
          <a:prstGeom prst="line">
            <a:avLst/>
          </a:prstGeom>
          <a:ln w="3175">
            <a:solidFill>
              <a:srgbClr val="4C4D55"/>
            </a:solidFill>
            <a:miter lim="400000"/>
          </a:ln>
        </p:spPr>
        <p:txBody>
          <a:bodyPr lIns="32140" tIns="32140" rIns="32140" bIns="32140"/>
          <a:lstStyle/>
          <a:p>
            <a:pPr defTabSz="457124" fontAlgn="auto">
              <a:spcBef>
                <a:spcPts val="0"/>
              </a:spcBef>
              <a:spcAft>
                <a:spcPts val="0"/>
              </a:spcAft>
              <a:defRPr sz="800">
                <a:latin typeface="+mj-lt"/>
                <a:ea typeface="+mj-ea"/>
                <a:cs typeface="+mj-cs"/>
                <a:sym typeface="Helvetica"/>
              </a:defRPr>
            </a:pPr>
            <a:endParaRPr sz="800" kern="0">
              <a:solidFill>
                <a:sysClr val="windowText" lastClr="000000"/>
              </a:solidFill>
              <a:latin typeface="Helvetica"/>
              <a:ea typeface="+mj-ea"/>
              <a:cs typeface="Helvetica"/>
              <a:sym typeface="Helvetica"/>
            </a:endParaRPr>
          </a:p>
        </p:txBody>
      </p:sp>
      <p:sp>
        <p:nvSpPr>
          <p:cNvPr id="105" name="Shape 105"/>
          <p:cNvSpPr>
            <a:spLocks noGrp="1"/>
          </p:cNvSpPr>
          <p:nvPr>
            <p:ph type="body" idx="1" hasCustomPrompt="1"/>
          </p:nvPr>
        </p:nvSpPr>
        <p:spPr>
          <a:xfrm>
            <a:off x="2286000" y="3857625"/>
            <a:ext cx="4572000" cy="2348508"/>
          </a:xfrm>
          <a:prstGeom prst="rect">
            <a:avLst/>
          </a:prstGeom>
        </p:spPr>
        <p:txBody>
          <a:bodyPr lIns="0" tIns="0" rIns="0" bIns="0">
            <a:noAutofit/>
          </a:bodyPr>
          <a:lstStyle>
            <a:lvl1pPr defTabSz="584073">
              <a:spcBef>
                <a:spcPts val="0"/>
              </a:spcBef>
              <a:defRPr sz="1600" cap="all">
                <a:solidFill>
                  <a:srgbClr val="C0B2D1"/>
                </a:solidFill>
                <a:latin typeface="Avenir Next"/>
                <a:ea typeface="Avenir Next"/>
                <a:cs typeface="Avenir Next"/>
                <a:sym typeface="Avenir Next"/>
              </a:defRPr>
            </a:lvl1pPr>
            <a:lvl2pPr indent="0" defTabSz="584073">
              <a:spcBef>
                <a:spcPts val="0"/>
              </a:spcBef>
              <a:defRPr sz="1600" cap="all">
                <a:solidFill>
                  <a:srgbClr val="C0B2D1"/>
                </a:solidFill>
                <a:latin typeface="Avenir Next"/>
                <a:ea typeface="Avenir Next"/>
                <a:cs typeface="Avenir Next"/>
                <a:sym typeface="Avenir Next"/>
              </a:defRPr>
            </a:lvl2pPr>
            <a:lvl3pPr indent="0" defTabSz="584073">
              <a:spcBef>
                <a:spcPts val="0"/>
              </a:spcBef>
              <a:defRPr sz="1600" cap="all">
                <a:solidFill>
                  <a:srgbClr val="C0B2D1"/>
                </a:solidFill>
                <a:latin typeface="Avenir Next"/>
                <a:ea typeface="Avenir Next"/>
                <a:cs typeface="Avenir Next"/>
                <a:sym typeface="Avenir Next"/>
              </a:defRPr>
            </a:lvl3pPr>
            <a:lvl4pPr indent="0" defTabSz="584073">
              <a:spcBef>
                <a:spcPts val="0"/>
              </a:spcBef>
              <a:defRPr sz="1600" cap="all">
                <a:solidFill>
                  <a:srgbClr val="C0B2D1"/>
                </a:solidFill>
                <a:latin typeface="Avenir Next"/>
                <a:ea typeface="Avenir Next"/>
                <a:cs typeface="Avenir Next"/>
                <a:sym typeface="Avenir Next"/>
              </a:defRPr>
            </a:lvl4pPr>
            <a:lvl5pPr indent="0" defTabSz="584073">
              <a:spcBef>
                <a:spcPts val="0"/>
              </a:spcBef>
              <a:defRPr sz="1600" cap="all">
                <a:solidFill>
                  <a:srgbClr val="C0B2D1"/>
                </a:solidFill>
                <a:latin typeface="Avenir Next"/>
                <a:ea typeface="Avenir Next"/>
                <a:cs typeface="Avenir Next"/>
                <a:sym typeface="Avenir Next"/>
              </a:defRPr>
            </a:lvl5pPr>
          </a:lstStyle>
          <a:p>
            <a:pPr lvl="0">
              <a:defRPr sz="1800" cap="none">
                <a:solidFill>
                  <a:srgbClr val="000000"/>
                </a:solidFill>
              </a:defRPr>
            </a:pPr>
            <a:r>
              <a:rPr sz="1600" cap="all">
                <a:solidFill>
                  <a:srgbClr val="C0B2D1"/>
                </a:solidFill>
              </a:rPr>
              <a:t>正文级别 1</a:t>
            </a:r>
          </a:p>
          <a:p>
            <a:pPr lvl="1">
              <a:defRPr sz="1800" cap="none">
                <a:solidFill>
                  <a:srgbClr val="000000"/>
                </a:solidFill>
              </a:defRPr>
            </a:pPr>
            <a:r>
              <a:rPr sz="1600" cap="all">
                <a:solidFill>
                  <a:srgbClr val="C0B2D1"/>
                </a:solidFill>
              </a:rPr>
              <a:t>正文级别 2</a:t>
            </a:r>
          </a:p>
          <a:p>
            <a:pPr lvl="2">
              <a:defRPr sz="1800" cap="none">
                <a:solidFill>
                  <a:srgbClr val="000000"/>
                </a:solidFill>
              </a:defRPr>
            </a:pPr>
            <a:r>
              <a:rPr sz="1600" cap="all">
                <a:solidFill>
                  <a:srgbClr val="C0B2D1"/>
                </a:solidFill>
              </a:rPr>
              <a:t>正文级别 3</a:t>
            </a:r>
          </a:p>
          <a:p>
            <a:pPr lvl="3">
              <a:defRPr sz="1800" cap="none">
                <a:solidFill>
                  <a:srgbClr val="000000"/>
                </a:solidFill>
              </a:defRPr>
            </a:pPr>
            <a:r>
              <a:rPr sz="1600" cap="all">
                <a:solidFill>
                  <a:srgbClr val="C0B2D1"/>
                </a:solidFill>
              </a:rPr>
              <a:t>正文级别 4</a:t>
            </a:r>
          </a:p>
          <a:p>
            <a:pPr lvl="4">
              <a:defRPr sz="1800" cap="none">
                <a:solidFill>
                  <a:srgbClr val="000000"/>
                </a:solidFill>
              </a:defRPr>
            </a:pPr>
            <a:r>
              <a:rPr sz="1600" cap="all">
                <a:solidFill>
                  <a:srgbClr val="C0B2D1"/>
                </a:solidFill>
              </a:rPr>
              <a:t>正文级别 5</a:t>
            </a:r>
          </a:p>
        </p:txBody>
      </p:sp>
      <p:sp>
        <p:nvSpPr>
          <p:cNvPr id="106" name="Shape 106"/>
          <p:cNvSpPr/>
          <p:nvPr/>
        </p:nvSpPr>
        <p:spPr>
          <a:xfrm rot="18900000">
            <a:off x="4199841" y="6402976"/>
            <a:ext cx="762179" cy="762179"/>
          </a:xfrm>
          <a:custGeom>
            <a:avLst/>
            <a:gdLst/>
            <a:ahLst/>
            <a:cxnLst>
              <a:cxn ang="0">
                <a:pos x="wd2" y="hd2"/>
              </a:cxn>
              <a:cxn ang="5400000">
                <a:pos x="wd2" y="hd2"/>
              </a:cxn>
              <a:cxn ang="10800000">
                <a:pos x="wd2" y="hd2"/>
              </a:cxn>
              <a:cxn ang="16200000">
                <a:pos x="wd2" y="hd2"/>
              </a:cxn>
            </a:cxnLst>
            <a:rect l="0" t="0" r="r" b="b"/>
            <a:pathLst>
              <a:path w="20432" h="20432" extrusionOk="0">
                <a:moveTo>
                  <a:pt x="16926" y="3506"/>
                </a:moveTo>
                <a:cubicBezTo>
                  <a:pt x="21600" y="8180"/>
                  <a:pt x="21600" y="15758"/>
                  <a:pt x="16926" y="20432"/>
                </a:cubicBezTo>
                <a:cubicBezTo>
                  <a:pt x="14909" y="18626"/>
                  <a:pt x="13137" y="16643"/>
                  <a:pt x="8463" y="11969"/>
                </a:cubicBezTo>
                <a:cubicBezTo>
                  <a:pt x="3789" y="7295"/>
                  <a:pt x="3595" y="7015"/>
                  <a:pt x="0" y="3506"/>
                </a:cubicBezTo>
                <a:cubicBezTo>
                  <a:pt x="4674" y="-1168"/>
                  <a:pt x="12252" y="-1168"/>
                  <a:pt x="16926" y="3506"/>
                </a:cubicBezTo>
                <a:close/>
              </a:path>
            </a:pathLst>
          </a:custGeom>
          <a:solidFill>
            <a:srgbClr val="8064A2"/>
          </a:solidFill>
          <a:ln w="12700">
            <a:miter lim="400000"/>
          </a:ln>
        </p:spPr>
        <p:txBody>
          <a:bodyPr lIns="35712" tIns="35712" rIns="35712" bIns="35712" anchor="ctr"/>
          <a:lstStyle/>
          <a:p>
            <a:pPr algn="ctr" defTabSz="418719" fontAlgn="auto">
              <a:spcBef>
                <a:spcPts val="0"/>
              </a:spcBef>
              <a:spcAft>
                <a:spcPts val="0"/>
              </a:spcAft>
              <a:defRPr>
                <a:solidFill>
                  <a:srgbClr val="FFFFFF"/>
                </a:solidFill>
                <a:latin typeface="Avenir Next"/>
                <a:ea typeface="Avenir Next"/>
                <a:cs typeface="Avenir Next"/>
                <a:sym typeface="Avenir Next"/>
              </a:defRPr>
            </a:pPr>
            <a:endParaRPr sz="1800" kern="0">
              <a:solidFill>
                <a:srgbClr val="FFFFFF"/>
              </a:solidFill>
              <a:latin typeface="Avenir Next"/>
              <a:ea typeface="Avenir Next"/>
              <a:cs typeface="Avenir Next"/>
              <a:sym typeface="Avenir Next"/>
            </a:endParaRPr>
          </a:p>
        </p:txBody>
      </p:sp>
      <p:sp>
        <p:nvSpPr>
          <p:cNvPr id="107" name="Shape 107"/>
          <p:cNvSpPr/>
          <p:nvPr/>
        </p:nvSpPr>
        <p:spPr>
          <a:xfrm>
            <a:off x="4285158" y="6533629"/>
            <a:ext cx="585082" cy="318343"/>
          </a:xfrm>
          <a:prstGeom prst="rect">
            <a:avLst/>
          </a:prstGeom>
          <a:ln w="12700">
            <a:miter lim="400000"/>
          </a:ln>
        </p:spPr>
        <p:txBody>
          <a:bodyPr wrap="none" lIns="35712" tIns="35712" rIns="35712" bIns="35712" anchor="ctr">
            <a:spAutoFit/>
          </a:bodyPr>
          <a:lstStyle>
            <a:lvl1pPr algn="ctr" defTabSz="584200">
              <a:defRPr sz="1600">
                <a:solidFill>
                  <a:srgbClr val="FFFFFF"/>
                </a:solidFill>
                <a:latin typeface="Avenir Next"/>
                <a:ea typeface="Avenir Next"/>
                <a:cs typeface="Avenir Next"/>
                <a:sym typeface="Avenir Next"/>
              </a:defRPr>
            </a:lvl1pPr>
          </a:lstStyle>
          <a:p>
            <a:pPr fontAlgn="auto">
              <a:spcBef>
                <a:spcPts val="0"/>
              </a:spcBef>
              <a:spcAft>
                <a:spcPts val="0"/>
              </a:spcAft>
              <a:defRPr sz="1800">
                <a:solidFill>
                  <a:srgbClr val="000000"/>
                </a:solidFill>
              </a:defRPr>
            </a:pPr>
            <a:r>
              <a:rPr kern="0"/>
              <a:t>start</a:t>
            </a:r>
          </a:p>
        </p:txBody>
      </p:sp>
      <p:pic>
        <p:nvPicPr>
          <p:cNvPr id="108" name="清华校徽校标矢量图.ai-3 [转换].png"/>
          <p:cNvPicPr/>
          <p:nvPr/>
        </p:nvPicPr>
        <p:blipFill>
          <a:blip r:embed="rId6"/>
          <a:srcRect l="60869" t="80701"/>
          <a:stretch>
            <a:fillRect/>
          </a:stretch>
        </p:blipFill>
        <p:spPr>
          <a:xfrm>
            <a:off x="3009106" y="2167136"/>
            <a:ext cx="2454170" cy="1634682"/>
          </a:xfrm>
          <a:prstGeom prst="rect">
            <a:avLst/>
          </a:prstGeom>
          <a:ln w="12700">
            <a:miter lim="400000"/>
            <a:headEnd/>
            <a:tailEnd/>
          </a:ln>
        </p:spPr>
      </p:pic>
    </p:spTree>
    <p:extLst>
      <p:ext uri="{BB962C8B-B14F-4D97-AF65-F5344CB8AC3E}">
        <p14:creationId xmlns:p14="http://schemas.microsoft.com/office/powerpoint/2010/main" val="415370893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Text - Center">
    <p:bg>
      <p:bgPr>
        <a:solidFill>
          <a:srgbClr val="FFFFFF"/>
        </a:solidFill>
        <a:effectLst/>
      </p:bgPr>
    </p:bg>
    <p:spTree>
      <p:nvGrpSpPr>
        <p:cNvPr id="1" name=""/>
        <p:cNvGrpSpPr/>
        <p:nvPr/>
      </p:nvGrpSpPr>
      <p:grpSpPr>
        <a:xfrm>
          <a:off x="0" y="0"/>
          <a:ext cx="0" cy="0"/>
          <a:chOff x="0" y="0"/>
          <a:chExt cx="0" cy="0"/>
        </a:xfrm>
      </p:grpSpPr>
      <p:sp>
        <p:nvSpPr>
          <p:cNvPr id="156" name="Shape 156"/>
          <p:cNvSpPr>
            <a:spLocks noGrp="1"/>
          </p:cNvSpPr>
          <p:nvPr>
            <p:ph type="title" hasCustomPrompt="1"/>
          </p:nvPr>
        </p:nvSpPr>
        <p:spPr>
          <a:xfrm>
            <a:off x="651867" y="1366243"/>
            <a:ext cx="7840266" cy="2741415"/>
          </a:xfrm>
          <a:prstGeom prst="rect">
            <a:avLst/>
          </a:prstGeom>
        </p:spPr>
        <p:txBody>
          <a:bodyPr lIns="35712" tIns="35712" rIns="35712" bIns="35712">
            <a:noAutofit/>
          </a:bodyPr>
          <a:lstStyle>
            <a:lvl1pPr defTabSz="584073">
              <a:defRPr sz="6600" i="0" cap="all" spc="-330">
                <a:solidFill>
                  <a:srgbClr val="4C4D55"/>
                </a:solidFill>
                <a:latin typeface="Avenir Next"/>
                <a:ea typeface="Avenir Next"/>
                <a:cs typeface="Avenir Next"/>
                <a:sym typeface="Avenir Next"/>
              </a:defRPr>
            </a:lvl1pPr>
          </a:lstStyle>
          <a:p>
            <a:pPr lvl="0">
              <a:defRPr sz="1800" cap="none" spc="0">
                <a:solidFill>
                  <a:srgbClr val="000000"/>
                </a:solidFill>
              </a:defRPr>
            </a:pPr>
            <a:r>
              <a:rPr sz="6600" cap="all" spc="-330">
                <a:solidFill>
                  <a:srgbClr val="4C4D55"/>
                </a:solidFill>
              </a:rPr>
              <a:t>标题文本</a:t>
            </a:r>
          </a:p>
        </p:txBody>
      </p:sp>
    </p:spTree>
    <p:extLst>
      <p:ext uri="{BB962C8B-B14F-4D97-AF65-F5344CB8AC3E}">
        <p14:creationId xmlns:p14="http://schemas.microsoft.com/office/powerpoint/2010/main" val="26063140"/>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1_Title &amp; Subtitle">
    <p:bg>
      <p:bgPr>
        <a:solidFill>
          <a:srgbClr val="FFFFFF"/>
        </a:solidFill>
        <a:effectLst/>
      </p:bgPr>
    </p:bg>
    <p:spTree>
      <p:nvGrpSpPr>
        <p:cNvPr id="1" name=""/>
        <p:cNvGrpSpPr/>
        <p:nvPr/>
      </p:nvGrpSpPr>
      <p:grpSpPr>
        <a:xfrm>
          <a:off x="0" y="0"/>
          <a:ext cx="0" cy="0"/>
          <a:chOff x="0" y="0"/>
          <a:chExt cx="0" cy="0"/>
        </a:xfrm>
      </p:grpSpPr>
      <p:sp>
        <p:nvSpPr>
          <p:cNvPr id="205" name="Shape 205"/>
          <p:cNvSpPr/>
          <p:nvPr/>
        </p:nvSpPr>
        <p:spPr>
          <a:xfrm>
            <a:off x="0" y="6161485"/>
            <a:ext cx="9144000" cy="714376"/>
          </a:xfrm>
          <a:prstGeom prst="rect">
            <a:avLst/>
          </a:prstGeom>
          <a:solidFill>
            <a:srgbClr val="CB7679"/>
          </a:solidFill>
          <a:ln w="12700">
            <a:miter lim="400000"/>
          </a:ln>
        </p:spPr>
        <p:txBody>
          <a:bodyPr lIns="35712" tIns="35712" rIns="35712" bIns="35712" anchor="ctr"/>
          <a:lstStyle/>
          <a:p>
            <a:pPr algn="ctr" defTabSz="418719" fontAlgn="auto">
              <a:spcBef>
                <a:spcPts val="0"/>
              </a:spcBef>
              <a:spcAft>
                <a:spcPts val="0"/>
              </a:spcAft>
              <a:defRPr>
                <a:solidFill>
                  <a:srgbClr val="FFFFFF"/>
                </a:solidFill>
                <a:latin typeface="Avenir Next"/>
                <a:ea typeface="Avenir Next"/>
                <a:cs typeface="Avenir Next"/>
                <a:sym typeface="Avenir Next"/>
              </a:defRPr>
            </a:pPr>
            <a:endParaRPr sz="1800" kern="0">
              <a:solidFill>
                <a:srgbClr val="FFFFFF"/>
              </a:solidFill>
              <a:latin typeface="Avenir Next"/>
              <a:ea typeface="Avenir Next"/>
              <a:cs typeface="Avenir Next"/>
              <a:sym typeface="Avenir Next"/>
            </a:endParaRPr>
          </a:p>
        </p:txBody>
      </p:sp>
      <p:sp>
        <p:nvSpPr>
          <p:cNvPr id="206" name="Shape 206"/>
          <p:cNvSpPr/>
          <p:nvPr/>
        </p:nvSpPr>
        <p:spPr>
          <a:xfrm>
            <a:off x="8164845" y="6349003"/>
            <a:ext cx="300529" cy="303604"/>
          </a:xfrm>
          <a:custGeom>
            <a:avLst/>
            <a:gdLst/>
            <a:ahLst/>
            <a:cxnLst>
              <a:cxn ang="0">
                <a:pos x="wd2" y="hd2"/>
              </a:cxn>
              <a:cxn ang="5400000">
                <a:pos x="wd2" y="hd2"/>
              </a:cxn>
              <a:cxn ang="10800000">
                <a:pos x="wd2" y="hd2"/>
              </a:cxn>
              <a:cxn ang="16200000">
                <a:pos x="wd2" y="hd2"/>
              </a:cxn>
            </a:cxnLst>
            <a:rect l="0" t="0" r="r" b="b"/>
            <a:pathLst>
              <a:path w="19679" h="19679" extrusionOk="0">
                <a:moveTo>
                  <a:pt x="16797" y="2882"/>
                </a:moveTo>
                <a:cubicBezTo>
                  <a:pt x="20639" y="6724"/>
                  <a:pt x="20639" y="12954"/>
                  <a:pt x="16797" y="16796"/>
                </a:cubicBezTo>
                <a:cubicBezTo>
                  <a:pt x="12954" y="20639"/>
                  <a:pt x="6724" y="20639"/>
                  <a:pt x="2882" y="16796"/>
                </a:cubicBezTo>
                <a:cubicBezTo>
                  <a:pt x="-961" y="12954"/>
                  <a:pt x="-961" y="6724"/>
                  <a:pt x="2882" y="2882"/>
                </a:cubicBezTo>
                <a:cubicBezTo>
                  <a:pt x="6724" y="-961"/>
                  <a:pt x="12954" y="-961"/>
                  <a:pt x="16797" y="2882"/>
                </a:cubicBezTo>
              </a:path>
            </a:pathLst>
          </a:custGeom>
          <a:solidFill>
            <a:srgbClr val="4C4D55"/>
          </a:solidFill>
          <a:ln w="12700">
            <a:miter lim="400000"/>
          </a:ln>
        </p:spPr>
        <p:txBody>
          <a:bodyPr lIns="35712" tIns="35712" rIns="35712" bIns="35712" anchor="ctr"/>
          <a:lstStyle/>
          <a:p>
            <a:pPr algn="ctr" defTabSz="418719" fontAlgn="auto">
              <a:spcBef>
                <a:spcPts val="0"/>
              </a:spcBef>
              <a:spcAft>
                <a:spcPts val="0"/>
              </a:spcAft>
              <a:defRPr>
                <a:solidFill>
                  <a:srgbClr val="4C4D55"/>
                </a:solidFill>
                <a:latin typeface="Avenir Next"/>
                <a:ea typeface="Avenir Next"/>
                <a:cs typeface="Avenir Next"/>
                <a:sym typeface="Avenir Next"/>
              </a:defRPr>
            </a:pPr>
            <a:endParaRPr sz="1800" kern="0">
              <a:solidFill>
                <a:srgbClr val="4C4D55"/>
              </a:solidFill>
              <a:latin typeface="Avenir Next"/>
              <a:ea typeface="Avenir Next"/>
              <a:cs typeface="Avenir Next"/>
              <a:sym typeface="Avenir Next"/>
            </a:endParaRPr>
          </a:p>
        </p:txBody>
      </p:sp>
      <p:pic>
        <p:nvPicPr>
          <p:cNvPr id="207" name="image2.png"/>
          <p:cNvPicPr/>
          <p:nvPr/>
        </p:nvPicPr>
        <p:blipFill>
          <a:blip r:embed="rId2"/>
          <a:stretch>
            <a:fillRect/>
          </a:stretch>
        </p:blipFill>
        <p:spPr>
          <a:xfrm>
            <a:off x="8196358" y="6351872"/>
            <a:ext cx="241321" cy="86640"/>
          </a:xfrm>
          <a:prstGeom prst="rect">
            <a:avLst/>
          </a:prstGeom>
          <a:ln w="12700">
            <a:miter lim="400000"/>
            <a:headEnd/>
            <a:tailEnd/>
          </a:ln>
        </p:spPr>
      </p:pic>
      <p:pic>
        <p:nvPicPr>
          <p:cNvPr id="208" name="image3.png"/>
          <p:cNvPicPr/>
          <p:nvPr/>
        </p:nvPicPr>
        <p:blipFill>
          <a:blip r:embed="rId3"/>
          <a:stretch>
            <a:fillRect/>
          </a:stretch>
        </p:blipFill>
        <p:spPr>
          <a:xfrm>
            <a:off x="8140455" y="6408682"/>
            <a:ext cx="337817" cy="96298"/>
          </a:xfrm>
          <a:prstGeom prst="rect">
            <a:avLst/>
          </a:prstGeom>
          <a:ln w="12700">
            <a:miter lim="400000"/>
            <a:headEnd/>
            <a:tailEnd/>
          </a:ln>
        </p:spPr>
      </p:pic>
      <p:pic>
        <p:nvPicPr>
          <p:cNvPr id="209" name="image4.png"/>
          <p:cNvPicPr/>
          <p:nvPr/>
        </p:nvPicPr>
        <p:blipFill>
          <a:blip r:embed="rId4"/>
          <a:stretch>
            <a:fillRect/>
          </a:stretch>
        </p:blipFill>
        <p:spPr>
          <a:xfrm>
            <a:off x="8127586" y="6472869"/>
            <a:ext cx="359695" cy="103070"/>
          </a:xfrm>
          <a:prstGeom prst="rect">
            <a:avLst/>
          </a:prstGeom>
          <a:ln w="12700">
            <a:miter lim="400000"/>
            <a:headEnd/>
            <a:tailEnd/>
          </a:ln>
        </p:spPr>
      </p:pic>
      <p:pic>
        <p:nvPicPr>
          <p:cNvPr id="210" name="image5.png"/>
          <p:cNvPicPr/>
          <p:nvPr/>
        </p:nvPicPr>
        <p:blipFill>
          <a:blip r:embed="rId5"/>
          <a:stretch>
            <a:fillRect/>
          </a:stretch>
        </p:blipFill>
        <p:spPr>
          <a:xfrm>
            <a:off x="8148083" y="6533348"/>
            <a:ext cx="329879" cy="108139"/>
          </a:xfrm>
          <a:prstGeom prst="rect">
            <a:avLst/>
          </a:prstGeom>
          <a:ln w="12700">
            <a:miter lim="400000"/>
            <a:headEnd/>
            <a:tailEnd/>
          </a:ln>
        </p:spPr>
      </p:pic>
      <p:sp>
        <p:nvSpPr>
          <p:cNvPr id="211" name="Shape 211"/>
          <p:cNvSpPr/>
          <p:nvPr/>
        </p:nvSpPr>
        <p:spPr>
          <a:xfrm>
            <a:off x="651868" y="6357937"/>
            <a:ext cx="517923" cy="303610"/>
          </a:xfrm>
          <a:prstGeom prst="rect">
            <a:avLst/>
          </a:prstGeom>
          <a:solidFill>
            <a:srgbClr val="4C4D55"/>
          </a:solidFill>
          <a:ln w="12700">
            <a:miter lim="400000"/>
          </a:ln>
        </p:spPr>
        <p:txBody>
          <a:bodyPr lIns="35712" tIns="35712" rIns="35712" bIns="35712" anchor="ctr"/>
          <a:lstStyle/>
          <a:p>
            <a:pPr algn="ctr" defTabSz="418719" fontAlgn="auto">
              <a:spcBef>
                <a:spcPts val="0"/>
              </a:spcBef>
              <a:spcAft>
                <a:spcPts val="0"/>
              </a:spcAft>
              <a:defRPr>
                <a:solidFill>
                  <a:srgbClr val="FFFFFF"/>
                </a:solidFill>
                <a:latin typeface="Avenir Next"/>
                <a:ea typeface="Avenir Next"/>
                <a:cs typeface="Avenir Next"/>
                <a:sym typeface="Avenir Next"/>
              </a:defRPr>
            </a:pPr>
            <a:endParaRPr sz="1800" kern="0">
              <a:solidFill>
                <a:srgbClr val="FFFFFF"/>
              </a:solidFill>
              <a:latin typeface="Avenir Next"/>
              <a:ea typeface="Avenir Next"/>
              <a:cs typeface="Avenir Next"/>
              <a:sym typeface="Avenir Next"/>
            </a:endParaRPr>
          </a:p>
        </p:txBody>
      </p:sp>
      <p:sp>
        <p:nvSpPr>
          <p:cNvPr id="212" name="Shape 212"/>
          <p:cNvSpPr/>
          <p:nvPr/>
        </p:nvSpPr>
        <p:spPr>
          <a:xfrm>
            <a:off x="6834058" y="6381348"/>
            <a:ext cx="995451" cy="256787"/>
          </a:xfrm>
          <a:prstGeom prst="rect">
            <a:avLst/>
          </a:prstGeom>
          <a:ln w="12700">
            <a:miter lim="400000"/>
          </a:ln>
        </p:spPr>
        <p:txBody>
          <a:bodyPr wrap="none" lIns="35712" tIns="35712" rIns="35712" bIns="35712" anchor="ctr">
            <a:spAutoFit/>
          </a:bodyPr>
          <a:lstStyle>
            <a:lvl1pPr algn="ctr" defTabSz="584200">
              <a:defRPr sz="1200" cap="all">
                <a:solidFill>
                  <a:srgbClr val="FFFFFF"/>
                </a:solidFill>
                <a:latin typeface="Avenir Next"/>
                <a:ea typeface="Avenir Next"/>
                <a:cs typeface="Avenir Next"/>
                <a:sym typeface="Avenir Next"/>
              </a:defRPr>
            </a:lvl1pPr>
          </a:lstStyle>
          <a:p>
            <a:pPr fontAlgn="auto">
              <a:spcBef>
                <a:spcPts val="0"/>
              </a:spcBef>
              <a:spcAft>
                <a:spcPts val="0"/>
              </a:spcAft>
              <a:defRPr sz="1800" cap="none">
                <a:solidFill>
                  <a:srgbClr val="000000"/>
                </a:solidFill>
              </a:defRPr>
            </a:pPr>
            <a:r>
              <a:rPr kern="0"/>
              <a:t>Company Name</a:t>
            </a:r>
          </a:p>
        </p:txBody>
      </p:sp>
      <p:sp>
        <p:nvSpPr>
          <p:cNvPr id="213" name="Shape 213"/>
          <p:cNvSpPr/>
          <p:nvPr/>
        </p:nvSpPr>
        <p:spPr>
          <a:xfrm>
            <a:off x="0" y="5737736"/>
            <a:ext cx="9144000" cy="1136799"/>
          </a:xfrm>
          <a:prstGeom prst="rect">
            <a:avLst/>
          </a:prstGeom>
          <a:solidFill>
            <a:srgbClr val="FFFFFF"/>
          </a:solidFill>
          <a:ln w="12700">
            <a:miter lim="400000"/>
          </a:ln>
        </p:spPr>
        <p:txBody>
          <a:bodyPr lIns="35712" tIns="35712" rIns="35712" bIns="35712" anchor="ctr"/>
          <a:lstStyle/>
          <a:p>
            <a:pPr algn="ctr" defTabSz="418719" fontAlgn="auto">
              <a:spcBef>
                <a:spcPts val="0"/>
              </a:spcBef>
              <a:spcAft>
                <a:spcPts val="0"/>
              </a:spcAft>
              <a:defRPr>
                <a:solidFill>
                  <a:srgbClr val="FFFFFF"/>
                </a:solidFill>
                <a:latin typeface="Avenir Next"/>
                <a:ea typeface="Avenir Next"/>
                <a:cs typeface="Avenir Next"/>
                <a:sym typeface="Avenir Next"/>
              </a:defRPr>
            </a:pPr>
            <a:endParaRPr sz="1800" kern="0">
              <a:solidFill>
                <a:srgbClr val="FFFFFF"/>
              </a:solidFill>
              <a:latin typeface="Avenir Next"/>
              <a:ea typeface="Avenir Next"/>
              <a:cs typeface="Avenir Next"/>
              <a:sym typeface="Avenir Next"/>
            </a:endParaRPr>
          </a:p>
        </p:txBody>
      </p:sp>
      <p:sp>
        <p:nvSpPr>
          <p:cNvPr id="214" name="Shape 214"/>
          <p:cNvSpPr/>
          <p:nvPr/>
        </p:nvSpPr>
        <p:spPr>
          <a:xfrm>
            <a:off x="1366243" y="0"/>
            <a:ext cx="6402587" cy="5089923"/>
          </a:xfrm>
          <a:prstGeom prst="rect">
            <a:avLst/>
          </a:prstGeom>
          <a:solidFill>
            <a:schemeClr val="accent4"/>
          </a:solidFill>
          <a:ln w="12700">
            <a:miter lim="400000"/>
          </a:ln>
        </p:spPr>
        <p:txBody>
          <a:bodyPr lIns="35712" tIns="35712" rIns="35712" bIns="35712" anchor="ctr"/>
          <a:lstStyle/>
          <a:p>
            <a:pPr algn="ctr" defTabSz="418719" fontAlgn="auto">
              <a:spcBef>
                <a:spcPts val="0"/>
              </a:spcBef>
              <a:spcAft>
                <a:spcPts val="0"/>
              </a:spcAft>
              <a:defRPr>
                <a:solidFill>
                  <a:srgbClr val="FFFFFF"/>
                </a:solidFill>
                <a:latin typeface="Avenir Next"/>
                <a:ea typeface="Avenir Next"/>
                <a:cs typeface="Avenir Next"/>
                <a:sym typeface="Avenir Next"/>
              </a:defRPr>
            </a:pPr>
            <a:endParaRPr sz="1800" kern="0">
              <a:solidFill>
                <a:srgbClr val="FFFFFF"/>
              </a:solidFill>
              <a:latin typeface="Avenir Next"/>
              <a:ea typeface="Avenir Next"/>
              <a:cs typeface="Avenir Next"/>
              <a:sym typeface="Avenir Next"/>
            </a:endParaRPr>
          </a:p>
        </p:txBody>
      </p:sp>
      <p:sp>
        <p:nvSpPr>
          <p:cNvPr id="215" name="Shape 215"/>
          <p:cNvSpPr/>
          <p:nvPr/>
        </p:nvSpPr>
        <p:spPr>
          <a:xfrm flipV="1">
            <a:off x="1831244" y="3608365"/>
            <a:ext cx="5490929" cy="3"/>
          </a:xfrm>
          <a:prstGeom prst="line">
            <a:avLst/>
          </a:prstGeom>
          <a:ln w="3175">
            <a:solidFill>
              <a:srgbClr val="C0B2D1"/>
            </a:solidFill>
            <a:miter lim="400000"/>
          </a:ln>
        </p:spPr>
        <p:txBody>
          <a:bodyPr lIns="32140" tIns="32140" rIns="32140" bIns="32140"/>
          <a:lstStyle/>
          <a:p>
            <a:pPr defTabSz="457124" fontAlgn="auto">
              <a:spcBef>
                <a:spcPts val="0"/>
              </a:spcBef>
              <a:spcAft>
                <a:spcPts val="0"/>
              </a:spcAft>
              <a:defRPr sz="800">
                <a:latin typeface="+mj-lt"/>
                <a:ea typeface="+mj-ea"/>
                <a:cs typeface="+mj-cs"/>
                <a:sym typeface="Helvetica"/>
              </a:defRPr>
            </a:pPr>
            <a:endParaRPr sz="800" kern="0">
              <a:solidFill>
                <a:sysClr val="windowText" lastClr="000000"/>
              </a:solidFill>
              <a:latin typeface="Helvetica"/>
              <a:ea typeface="+mj-ea"/>
              <a:cs typeface="Helvetica"/>
              <a:sym typeface="Helvetica"/>
            </a:endParaRPr>
          </a:p>
        </p:txBody>
      </p:sp>
      <p:sp>
        <p:nvSpPr>
          <p:cNvPr id="216" name="Shape 216"/>
          <p:cNvSpPr>
            <a:spLocks noGrp="1"/>
          </p:cNvSpPr>
          <p:nvPr>
            <p:ph type="title" hasCustomPrompt="1"/>
          </p:nvPr>
        </p:nvSpPr>
        <p:spPr>
          <a:xfrm>
            <a:off x="1826121" y="146248"/>
            <a:ext cx="5491758" cy="3545087"/>
          </a:xfrm>
          <a:prstGeom prst="rect">
            <a:avLst/>
          </a:prstGeom>
        </p:spPr>
        <p:txBody>
          <a:bodyPr lIns="0" tIns="0" rIns="0" bIns="0" anchor="b">
            <a:noAutofit/>
          </a:bodyPr>
          <a:lstStyle>
            <a:lvl1pPr defTabSz="584073">
              <a:lnSpc>
                <a:spcPct val="70000"/>
              </a:lnSpc>
              <a:defRPr sz="6600" i="0" cap="all" spc="-330">
                <a:latin typeface="Avenir Next"/>
                <a:ea typeface="Avenir Next"/>
                <a:cs typeface="Avenir Next"/>
                <a:sym typeface="Avenir Next"/>
              </a:defRPr>
            </a:lvl1pPr>
          </a:lstStyle>
          <a:p>
            <a:pPr lvl="0">
              <a:defRPr sz="1800" cap="none" spc="0">
                <a:solidFill>
                  <a:srgbClr val="000000"/>
                </a:solidFill>
              </a:defRPr>
            </a:pPr>
            <a:r>
              <a:rPr sz="6600" cap="all" spc="-330">
                <a:solidFill>
                  <a:srgbClr val="FFFFFF"/>
                </a:solidFill>
              </a:rPr>
              <a:t>标题文本</a:t>
            </a:r>
          </a:p>
        </p:txBody>
      </p:sp>
      <p:sp>
        <p:nvSpPr>
          <p:cNvPr id="217" name="Shape 217"/>
          <p:cNvSpPr>
            <a:spLocks noGrp="1"/>
          </p:cNvSpPr>
          <p:nvPr>
            <p:ph type="body" idx="1" hasCustomPrompt="1"/>
          </p:nvPr>
        </p:nvSpPr>
        <p:spPr>
          <a:xfrm>
            <a:off x="2286000" y="3857625"/>
            <a:ext cx="4572000" cy="2348508"/>
          </a:xfrm>
          <a:prstGeom prst="rect">
            <a:avLst/>
          </a:prstGeom>
        </p:spPr>
        <p:txBody>
          <a:bodyPr lIns="0" tIns="0" rIns="0" bIns="0">
            <a:noAutofit/>
          </a:bodyPr>
          <a:lstStyle>
            <a:lvl1pPr defTabSz="584073">
              <a:spcBef>
                <a:spcPts val="0"/>
              </a:spcBef>
              <a:defRPr sz="1600" cap="all">
                <a:solidFill>
                  <a:srgbClr val="4C4D55"/>
                </a:solidFill>
                <a:latin typeface="Avenir Next"/>
                <a:ea typeface="Avenir Next"/>
                <a:cs typeface="Avenir Next"/>
                <a:sym typeface="Avenir Next"/>
              </a:defRPr>
            </a:lvl1pPr>
            <a:lvl2pPr indent="0" defTabSz="584073">
              <a:spcBef>
                <a:spcPts val="0"/>
              </a:spcBef>
              <a:defRPr sz="1600" cap="all">
                <a:solidFill>
                  <a:srgbClr val="4C4D55"/>
                </a:solidFill>
                <a:latin typeface="Avenir Next"/>
                <a:ea typeface="Avenir Next"/>
                <a:cs typeface="Avenir Next"/>
                <a:sym typeface="Avenir Next"/>
              </a:defRPr>
            </a:lvl2pPr>
            <a:lvl3pPr indent="0" defTabSz="584073">
              <a:spcBef>
                <a:spcPts val="0"/>
              </a:spcBef>
              <a:defRPr sz="1600" cap="all">
                <a:solidFill>
                  <a:srgbClr val="4C4D55"/>
                </a:solidFill>
                <a:latin typeface="Avenir Next"/>
                <a:ea typeface="Avenir Next"/>
                <a:cs typeface="Avenir Next"/>
                <a:sym typeface="Avenir Next"/>
              </a:defRPr>
            </a:lvl3pPr>
            <a:lvl4pPr indent="0" defTabSz="584073">
              <a:spcBef>
                <a:spcPts val="0"/>
              </a:spcBef>
              <a:defRPr sz="1600" cap="all">
                <a:solidFill>
                  <a:srgbClr val="4C4D55"/>
                </a:solidFill>
                <a:latin typeface="Avenir Next"/>
                <a:ea typeface="Avenir Next"/>
                <a:cs typeface="Avenir Next"/>
                <a:sym typeface="Avenir Next"/>
              </a:defRPr>
            </a:lvl4pPr>
            <a:lvl5pPr indent="0" defTabSz="584073">
              <a:spcBef>
                <a:spcPts val="0"/>
              </a:spcBef>
              <a:defRPr sz="1600" cap="all">
                <a:solidFill>
                  <a:srgbClr val="4C4D55"/>
                </a:solidFill>
                <a:latin typeface="Avenir Next"/>
                <a:ea typeface="Avenir Next"/>
                <a:cs typeface="Avenir Next"/>
                <a:sym typeface="Avenir Next"/>
              </a:defRPr>
            </a:lvl5pPr>
          </a:lstStyle>
          <a:p>
            <a:pPr lvl="0">
              <a:defRPr sz="1800" cap="none">
                <a:solidFill>
                  <a:srgbClr val="000000"/>
                </a:solidFill>
              </a:defRPr>
            </a:pPr>
            <a:r>
              <a:rPr sz="1600" cap="all">
                <a:solidFill>
                  <a:srgbClr val="4C4D55"/>
                </a:solidFill>
              </a:rPr>
              <a:t>正文级别 1</a:t>
            </a:r>
          </a:p>
          <a:p>
            <a:pPr lvl="1">
              <a:defRPr sz="1800" cap="none">
                <a:solidFill>
                  <a:srgbClr val="000000"/>
                </a:solidFill>
              </a:defRPr>
            </a:pPr>
            <a:r>
              <a:rPr sz="1600" cap="all">
                <a:solidFill>
                  <a:srgbClr val="4C4D55"/>
                </a:solidFill>
              </a:rPr>
              <a:t>正文级别 2</a:t>
            </a:r>
          </a:p>
          <a:p>
            <a:pPr lvl="2">
              <a:defRPr sz="1800" cap="none">
                <a:solidFill>
                  <a:srgbClr val="000000"/>
                </a:solidFill>
              </a:defRPr>
            </a:pPr>
            <a:r>
              <a:rPr sz="1600" cap="all">
                <a:solidFill>
                  <a:srgbClr val="4C4D55"/>
                </a:solidFill>
              </a:rPr>
              <a:t>正文级别 3</a:t>
            </a:r>
          </a:p>
          <a:p>
            <a:pPr lvl="3">
              <a:defRPr sz="1800" cap="none">
                <a:solidFill>
                  <a:srgbClr val="000000"/>
                </a:solidFill>
              </a:defRPr>
            </a:pPr>
            <a:r>
              <a:rPr sz="1600" cap="all">
                <a:solidFill>
                  <a:srgbClr val="4C4D55"/>
                </a:solidFill>
              </a:rPr>
              <a:t>正文级别 4</a:t>
            </a:r>
          </a:p>
          <a:p>
            <a:pPr lvl="4">
              <a:defRPr sz="1800" cap="none">
                <a:solidFill>
                  <a:srgbClr val="000000"/>
                </a:solidFill>
              </a:defRPr>
            </a:pPr>
            <a:r>
              <a:rPr sz="1600" cap="all">
                <a:solidFill>
                  <a:srgbClr val="4C4D55"/>
                </a:solidFill>
              </a:rPr>
              <a:t>正文级别 5</a:t>
            </a:r>
          </a:p>
        </p:txBody>
      </p:sp>
      <p:sp>
        <p:nvSpPr>
          <p:cNvPr id="218" name="Shape 218"/>
          <p:cNvSpPr/>
          <p:nvPr/>
        </p:nvSpPr>
        <p:spPr>
          <a:xfrm>
            <a:off x="-3771" y="6166046"/>
            <a:ext cx="9144001" cy="714376"/>
          </a:xfrm>
          <a:prstGeom prst="rect">
            <a:avLst/>
          </a:prstGeom>
          <a:solidFill>
            <a:schemeClr val="accent4"/>
          </a:solidFill>
          <a:ln w="12700">
            <a:miter lim="400000"/>
          </a:ln>
        </p:spPr>
        <p:txBody>
          <a:bodyPr lIns="35712" tIns="35712" rIns="35712" bIns="35712" anchor="ctr"/>
          <a:lstStyle/>
          <a:p>
            <a:pPr algn="ctr" defTabSz="418719" fontAlgn="auto">
              <a:spcBef>
                <a:spcPts val="0"/>
              </a:spcBef>
              <a:spcAft>
                <a:spcPts val="0"/>
              </a:spcAft>
              <a:defRPr>
                <a:solidFill>
                  <a:srgbClr val="FFFFFF"/>
                </a:solidFill>
                <a:latin typeface="Avenir Next"/>
                <a:ea typeface="Avenir Next"/>
                <a:cs typeface="Avenir Next"/>
                <a:sym typeface="Avenir Next"/>
              </a:defRPr>
            </a:pPr>
            <a:endParaRPr sz="1800" kern="0">
              <a:solidFill>
                <a:srgbClr val="FFFFFF"/>
              </a:solidFill>
              <a:latin typeface="Avenir Next"/>
              <a:ea typeface="Avenir Next"/>
              <a:cs typeface="Avenir Next"/>
              <a:sym typeface="Avenir Next"/>
            </a:endParaRPr>
          </a:p>
        </p:txBody>
      </p:sp>
    </p:spTree>
    <p:extLst>
      <p:ext uri="{BB962C8B-B14F-4D97-AF65-F5344CB8AC3E}">
        <p14:creationId xmlns:p14="http://schemas.microsoft.com/office/powerpoint/2010/main" val="686203129"/>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Table of Contents">
    <p:bg>
      <p:bgPr>
        <a:solidFill>
          <a:srgbClr val="FFFFFF"/>
        </a:solidFill>
        <a:effectLst/>
      </p:bgPr>
    </p:bg>
    <p:spTree>
      <p:nvGrpSpPr>
        <p:cNvPr id="1" name=""/>
        <p:cNvGrpSpPr/>
        <p:nvPr/>
      </p:nvGrpSpPr>
      <p:grpSpPr>
        <a:xfrm>
          <a:off x="0" y="0"/>
          <a:ext cx="0" cy="0"/>
          <a:chOff x="0" y="0"/>
          <a:chExt cx="0" cy="0"/>
        </a:xfrm>
      </p:grpSpPr>
      <p:sp>
        <p:nvSpPr>
          <p:cNvPr id="223" name="Shape 223"/>
          <p:cNvSpPr/>
          <p:nvPr/>
        </p:nvSpPr>
        <p:spPr>
          <a:xfrm>
            <a:off x="7968264" y="6154460"/>
            <a:ext cx="512961" cy="246221"/>
          </a:xfrm>
          <a:prstGeom prst="rect">
            <a:avLst/>
          </a:prstGeom>
          <a:solidFill>
            <a:srgbClr val="FFFFFF"/>
          </a:solidFill>
          <a:ln w="12700">
            <a:miter lim="400000"/>
          </a:ln>
        </p:spPr>
        <p:txBody>
          <a:bodyPr wrap="none" lIns="0" tIns="0" rIns="0" bIns="0" anchor="ctr">
            <a:spAutoFit/>
          </a:bodyPr>
          <a:lstStyle>
            <a:lvl1pPr algn="ctr" defTabSz="584200">
              <a:defRPr sz="1600">
                <a:solidFill>
                  <a:srgbClr val="FFFFFF"/>
                </a:solidFill>
                <a:latin typeface="Courier"/>
                <a:ea typeface="Courier"/>
                <a:cs typeface="Courier"/>
                <a:sym typeface="Courier"/>
              </a:defRPr>
            </a:lvl1pPr>
          </a:lstStyle>
          <a:p>
            <a:pPr fontAlgn="auto">
              <a:spcBef>
                <a:spcPts val="0"/>
              </a:spcBef>
              <a:spcAft>
                <a:spcPts val="0"/>
              </a:spcAft>
              <a:defRPr sz="1800">
                <a:solidFill>
                  <a:srgbClr val="000000"/>
                </a:solidFill>
              </a:defRPr>
            </a:pPr>
            <a:r>
              <a:rPr kern="0"/>
              <a:t>start</a:t>
            </a:r>
          </a:p>
        </p:txBody>
      </p:sp>
      <p:sp>
        <p:nvSpPr>
          <p:cNvPr id="224" name="Shape 224"/>
          <p:cNvSpPr>
            <a:spLocks noGrp="1"/>
          </p:cNvSpPr>
          <p:nvPr>
            <p:ph type="body" idx="1" hasCustomPrompt="1"/>
          </p:nvPr>
        </p:nvSpPr>
        <p:spPr>
          <a:xfrm>
            <a:off x="1364010" y="1080492"/>
            <a:ext cx="3205759" cy="2004716"/>
          </a:xfrm>
          <a:prstGeom prst="rect">
            <a:avLst/>
          </a:prstGeom>
        </p:spPr>
        <p:txBody>
          <a:bodyPr lIns="0" tIns="0" rIns="0" bIns="0" anchor="ctr">
            <a:noAutofit/>
          </a:bodyPr>
          <a:lstStyle>
            <a:lvl1pPr algn="r" defTabSz="584073">
              <a:spcBef>
                <a:spcPts val="0"/>
              </a:spcBef>
              <a:defRPr sz="4400">
                <a:solidFill>
                  <a:srgbClr val="000000"/>
                </a:solidFill>
                <a:latin typeface="Courier"/>
                <a:ea typeface="Courier"/>
                <a:cs typeface="Courier"/>
                <a:sym typeface="Courier"/>
              </a:defRPr>
            </a:lvl1pPr>
            <a:lvl2pPr indent="0" algn="r" defTabSz="584073">
              <a:spcBef>
                <a:spcPts val="0"/>
              </a:spcBef>
              <a:defRPr sz="4400">
                <a:solidFill>
                  <a:srgbClr val="000000"/>
                </a:solidFill>
                <a:latin typeface="Courier"/>
                <a:ea typeface="Courier"/>
                <a:cs typeface="Courier"/>
                <a:sym typeface="Courier"/>
              </a:defRPr>
            </a:lvl2pPr>
            <a:lvl3pPr indent="0" algn="r" defTabSz="584073">
              <a:spcBef>
                <a:spcPts val="0"/>
              </a:spcBef>
              <a:defRPr sz="4400">
                <a:solidFill>
                  <a:srgbClr val="000000"/>
                </a:solidFill>
                <a:latin typeface="Courier"/>
                <a:ea typeface="Courier"/>
                <a:cs typeface="Courier"/>
                <a:sym typeface="Courier"/>
              </a:defRPr>
            </a:lvl3pPr>
            <a:lvl4pPr indent="0" algn="r" defTabSz="584073">
              <a:spcBef>
                <a:spcPts val="0"/>
              </a:spcBef>
              <a:defRPr sz="4400">
                <a:solidFill>
                  <a:srgbClr val="000000"/>
                </a:solidFill>
                <a:latin typeface="Courier"/>
                <a:ea typeface="Courier"/>
                <a:cs typeface="Courier"/>
                <a:sym typeface="Courier"/>
              </a:defRPr>
            </a:lvl4pPr>
            <a:lvl5pPr indent="0" algn="r" defTabSz="584073">
              <a:spcBef>
                <a:spcPts val="0"/>
              </a:spcBef>
              <a:defRPr sz="4400">
                <a:solidFill>
                  <a:srgbClr val="000000"/>
                </a:solidFill>
                <a:latin typeface="Courier"/>
                <a:ea typeface="Courier"/>
                <a:cs typeface="Courier"/>
                <a:sym typeface="Courier"/>
              </a:defRPr>
            </a:lvl5pPr>
          </a:lstStyle>
          <a:p>
            <a:pPr lvl="0">
              <a:defRPr sz="1800"/>
            </a:pPr>
            <a:r>
              <a:rPr sz="4400"/>
              <a:t>正文级别 1</a:t>
            </a:r>
          </a:p>
          <a:p>
            <a:pPr lvl="1">
              <a:defRPr sz="1800"/>
            </a:pPr>
            <a:r>
              <a:rPr sz="4400"/>
              <a:t>正文级别 2</a:t>
            </a:r>
          </a:p>
          <a:p>
            <a:pPr lvl="2">
              <a:defRPr sz="1800"/>
            </a:pPr>
            <a:r>
              <a:rPr sz="4400"/>
              <a:t>正文级别 3</a:t>
            </a:r>
          </a:p>
          <a:p>
            <a:pPr lvl="3">
              <a:defRPr sz="1800"/>
            </a:pPr>
            <a:r>
              <a:rPr sz="4400"/>
              <a:t>正文级别 4</a:t>
            </a:r>
          </a:p>
          <a:p>
            <a:pPr lvl="4">
              <a:defRPr sz="1800"/>
            </a:pPr>
            <a:r>
              <a:rPr sz="4400"/>
              <a:t>正文级别 5</a:t>
            </a:r>
          </a:p>
        </p:txBody>
      </p:sp>
      <p:sp>
        <p:nvSpPr>
          <p:cNvPr id="225" name="Shape 225"/>
          <p:cNvSpPr>
            <a:spLocks noGrp="1"/>
          </p:cNvSpPr>
          <p:nvPr>
            <p:ph type="sldNum" sz="quarter" idx="2"/>
          </p:nvPr>
        </p:nvSpPr>
        <p:spPr>
          <a:xfrm>
            <a:off x="7165304" y="6160478"/>
            <a:ext cx="596153" cy="234185"/>
          </a:xfrm>
          <a:prstGeom prst="rect">
            <a:avLst/>
          </a:prstGeom>
          <a:ln w="12700">
            <a:miter lim="400000"/>
          </a:ln>
        </p:spPr>
        <p:txBody>
          <a:bodyPr lIns="32140" tIns="32140" rIns="32140" bIns="32140" anchor="ctr">
            <a:spAutoFit/>
          </a:bodyPr>
          <a:lstStyle>
            <a:lvl1pPr algn="r" defTabSz="584073">
              <a:defRPr sz="1100">
                <a:latin typeface="Courier"/>
                <a:ea typeface="Courier"/>
                <a:cs typeface="Courier"/>
                <a:sym typeface="Courier"/>
              </a:defRPr>
            </a:lvl1pPr>
          </a:lstStyle>
          <a:p>
            <a:pPr fontAlgn="auto">
              <a:spcBef>
                <a:spcPts val="0"/>
              </a:spcBef>
              <a:spcAft>
                <a:spcPts val="0"/>
              </a:spcAft>
            </a:pPr>
            <a:fld id="{86CB4B4D-7CA3-9044-876B-883B54F8677D}" type="slidenum">
              <a:rPr kern="0">
                <a:solidFill>
                  <a:sysClr val="windowText" lastClr="000000"/>
                </a:solidFill>
              </a:rPr>
              <a:pPr fontAlgn="auto">
                <a:spcBef>
                  <a:spcPts val="0"/>
                </a:spcBef>
                <a:spcAft>
                  <a:spcPts val="0"/>
                </a:spcAft>
              </a:pPr>
              <a:t>‹#›</a:t>
            </a:fld>
            <a:endParaRPr kern="0">
              <a:solidFill>
                <a:sysClr val="windowText" lastClr="000000"/>
              </a:solidFill>
            </a:endParaRPr>
          </a:p>
        </p:txBody>
      </p:sp>
      <p:sp>
        <p:nvSpPr>
          <p:cNvPr id="226" name="Shape 226"/>
          <p:cNvSpPr/>
          <p:nvPr/>
        </p:nvSpPr>
        <p:spPr>
          <a:xfrm>
            <a:off x="7884817" y="6154460"/>
            <a:ext cx="705042" cy="246221"/>
          </a:xfrm>
          <a:prstGeom prst="rect">
            <a:avLst/>
          </a:prstGeom>
          <a:solidFill>
            <a:srgbClr val="FFFFFF"/>
          </a:solidFill>
          <a:ln w="12700">
            <a:miter lim="400000"/>
          </a:ln>
        </p:spPr>
        <p:txBody>
          <a:bodyPr lIns="0" tIns="0" rIns="0" bIns="0" anchor="ctr">
            <a:spAutoFit/>
          </a:bodyPr>
          <a:lstStyle>
            <a:lvl1pPr algn="ctr" defTabSz="584200">
              <a:defRPr sz="1600">
                <a:solidFill>
                  <a:srgbClr val="FFFFFF"/>
                </a:solidFill>
                <a:latin typeface="Courier"/>
                <a:ea typeface="Courier"/>
                <a:cs typeface="Courier"/>
                <a:sym typeface="Courier"/>
              </a:defRPr>
            </a:lvl1pPr>
          </a:lstStyle>
          <a:p>
            <a:pPr fontAlgn="auto">
              <a:spcBef>
                <a:spcPts val="0"/>
              </a:spcBef>
              <a:spcAft>
                <a:spcPts val="0"/>
              </a:spcAft>
              <a:defRPr sz="1800">
                <a:solidFill>
                  <a:srgbClr val="000000"/>
                </a:solidFill>
              </a:defRPr>
            </a:pPr>
            <a:r>
              <a:rPr kern="0"/>
              <a:t>next</a:t>
            </a:r>
          </a:p>
        </p:txBody>
      </p:sp>
      <p:sp>
        <p:nvSpPr>
          <p:cNvPr id="227" name="Shape 227"/>
          <p:cNvSpPr/>
          <p:nvPr/>
        </p:nvSpPr>
        <p:spPr>
          <a:xfrm flipH="1" flipV="1">
            <a:off x="5179219" y="1080492"/>
            <a:ext cx="2501" cy="4384681"/>
          </a:xfrm>
          <a:prstGeom prst="line">
            <a:avLst/>
          </a:prstGeom>
          <a:ln w="127000">
            <a:solidFill>
              <a:srgbClr val="FFFFFF"/>
            </a:solidFill>
            <a:miter lim="400000"/>
          </a:ln>
        </p:spPr>
        <p:txBody>
          <a:bodyPr lIns="32140" tIns="32140" rIns="32140" bIns="32140"/>
          <a:lstStyle/>
          <a:p>
            <a:pPr defTabSz="457124" fontAlgn="auto">
              <a:spcBef>
                <a:spcPts val="0"/>
              </a:spcBef>
              <a:spcAft>
                <a:spcPts val="0"/>
              </a:spcAft>
              <a:defRPr sz="800">
                <a:latin typeface="+mj-lt"/>
                <a:ea typeface="+mj-ea"/>
                <a:cs typeface="+mj-cs"/>
                <a:sym typeface="Helvetica"/>
              </a:defRPr>
            </a:pPr>
            <a:endParaRPr sz="800" kern="0">
              <a:solidFill>
                <a:sysClr val="windowText" lastClr="000000"/>
              </a:solidFill>
              <a:latin typeface="Helvetica"/>
              <a:ea typeface="+mj-ea"/>
              <a:cs typeface="Helvetica"/>
              <a:sym typeface="Helvetica"/>
            </a:endParaRPr>
          </a:p>
        </p:txBody>
      </p:sp>
      <p:sp>
        <p:nvSpPr>
          <p:cNvPr id="228" name="Shape 228"/>
          <p:cNvSpPr/>
          <p:nvPr/>
        </p:nvSpPr>
        <p:spPr>
          <a:xfrm>
            <a:off x="5556777" y="1052617"/>
            <a:ext cx="585339" cy="841563"/>
          </a:xfrm>
          <a:prstGeom prst="rect">
            <a:avLst/>
          </a:prstGeom>
          <a:ln w="12700">
            <a:miter lim="400000"/>
          </a:ln>
        </p:spPr>
        <p:txBody>
          <a:bodyPr wrap="none" lIns="35712" tIns="35712" rIns="35712" bIns="35712" anchor="ctr">
            <a:spAutoFit/>
          </a:bodyPr>
          <a:lstStyle>
            <a:lvl1pPr algn="ctr" defTabSz="584200">
              <a:defRPr sz="5000" spc="-499">
                <a:solidFill>
                  <a:srgbClr val="232323"/>
                </a:solidFill>
                <a:latin typeface="Courier"/>
                <a:ea typeface="Courier"/>
                <a:cs typeface="Courier"/>
                <a:sym typeface="Courier"/>
              </a:defRPr>
            </a:lvl1pPr>
          </a:lstStyle>
          <a:p>
            <a:pPr fontAlgn="auto">
              <a:spcBef>
                <a:spcPts val="0"/>
              </a:spcBef>
              <a:spcAft>
                <a:spcPts val="0"/>
              </a:spcAft>
              <a:defRPr sz="1800" spc="0">
                <a:solidFill>
                  <a:srgbClr val="000000"/>
                </a:solidFill>
              </a:defRPr>
            </a:pPr>
            <a:r>
              <a:rPr kern="0"/>
              <a:t>01</a:t>
            </a:r>
          </a:p>
        </p:txBody>
      </p:sp>
      <p:sp>
        <p:nvSpPr>
          <p:cNvPr id="229" name="Shape 229"/>
          <p:cNvSpPr/>
          <p:nvPr/>
        </p:nvSpPr>
        <p:spPr>
          <a:xfrm>
            <a:off x="5556777" y="2088461"/>
            <a:ext cx="585339" cy="841563"/>
          </a:xfrm>
          <a:prstGeom prst="rect">
            <a:avLst/>
          </a:prstGeom>
          <a:ln w="12700">
            <a:miter lim="400000"/>
          </a:ln>
        </p:spPr>
        <p:txBody>
          <a:bodyPr wrap="none" lIns="35712" tIns="35712" rIns="35712" bIns="35712" anchor="ctr">
            <a:spAutoFit/>
          </a:bodyPr>
          <a:lstStyle>
            <a:lvl1pPr algn="ctr" defTabSz="584200">
              <a:defRPr sz="5000" spc="-499">
                <a:solidFill>
                  <a:srgbClr val="232323"/>
                </a:solidFill>
                <a:latin typeface="Courier"/>
                <a:ea typeface="Courier"/>
                <a:cs typeface="Courier"/>
                <a:sym typeface="Courier"/>
              </a:defRPr>
            </a:lvl1pPr>
          </a:lstStyle>
          <a:p>
            <a:pPr fontAlgn="auto">
              <a:spcBef>
                <a:spcPts val="0"/>
              </a:spcBef>
              <a:spcAft>
                <a:spcPts val="0"/>
              </a:spcAft>
              <a:defRPr sz="1800" spc="0">
                <a:solidFill>
                  <a:srgbClr val="000000"/>
                </a:solidFill>
              </a:defRPr>
            </a:pPr>
            <a:r>
              <a:rPr kern="0"/>
              <a:t>02</a:t>
            </a:r>
          </a:p>
        </p:txBody>
      </p:sp>
      <p:sp>
        <p:nvSpPr>
          <p:cNvPr id="230" name="Shape 230"/>
          <p:cNvSpPr/>
          <p:nvPr/>
        </p:nvSpPr>
        <p:spPr>
          <a:xfrm>
            <a:off x="5556777" y="3186813"/>
            <a:ext cx="585339" cy="841563"/>
          </a:xfrm>
          <a:prstGeom prst="rect">
            <a:avLst/>
          </a:prstGeom>
          <a:ln w="12700">
            <a:miter lim="400000"/>
          </a:ln>
        </p:spPr>
        <p:txBody>
          <a:bodyPr wrap="none" lIns="35712" tIns="35712" rIns="35712" bIns="35712" anchor="ctr">
            <a:spAutoFit/>
          </a:bodyPr>
          <a:lstStyle>
            <a:lvl1pPr algn="ctr" defTabSz="584200">
              <a:defRPr sz="5000" spc="-499">
                <a:solidFill>
                  <a:srgbClr val="232323"/>
                </a:solidFill>
                <a:latin typeface="Courier"/>
                <a:ea typeface="Courier"/>
                <a:cs typeface="Courier"/>
                <a:sym typeface="Courier"/>
              </a:defRPr>
            </a:lvl1pPr>
          </a:lstStyle>
          <a:p>
            <a:pPr fontAlgn="auto">
              <a:spcBef>
                <a:spcPts val="0"/>
              </a:spcBef>
              <a:spcAft>
                <a:spcPts val="0"/>
              </a:spcAft>
              <a:defRPr sz="1800" spc="0">
                <a:solidFill>
                  <a:srgbClr val="000000"/>
                </a:solidFill>
              </a:defRPr>
            </a:pPr>
            <a:r>
              <a:rPr kern="0"/>
              <a:t>03</a:t>
            </a:r>
          </a:p>
        </p:txBody>
      </p:sp>
      <p:sp>
        <p:nvSpPr>
          <p:cNvPr id="231" name="Shape 231"/>
          <p:cNvSpPr/>
          <p:nvPr/>
        </p:nvSpPr>
        <p:spPr>
          <a:xfrm>
            <a:off x="5556777" y="4285164"/>
            <a:ext cx="585339" cy="841563"/>
          </a:xfrm>
          <a:prstGeom prst="rect">
            <a:avLst/>
          </a:prstGeom>
          <a:ln w="12700">
            <a:miter lim="400000"/>
          </a:ln>
        </p:spPr>
        <p:txBody>
          <a:bodyPr wrap="none" lIns="35712" tIns="35712" rIns="35712" bIns="35712" anchor="ctr">
            <a:spAutoFit/>
          </a:bodyPr>
          <a:lstStyle>
            <a:lvl1pPr algn="ctr" defTabSz="584200">
              <a:defRPr sz="5000" spc="-499">
                <a:solidFill>
                  <a:srgbClr val="232323"/>
                </a:solidFill>
                <a:latin typeface="Courier"/>
                <a:ea typeface="Courier"/>
                <a:cs typeface="Courier"/>
                <a:sym typeface="Courier"/>
              </a:defRPr>
            </a:lvl1pPr>
          </a:lstStyle>
          <a:p>
            <a:pPr fontAlgn="auto">
              <a:spcBef>
                <a:spcPts val="0"/>
              </a:spcBef>
              <a:spcAft>
                <a:spcPts val="0"/>
              </a:spcAft>
              <a:defRPr sz="1800" spc="0">
                <a:solidFill>
                  <a:srgbClr val="000000"/>
                </a:solidFill>
              </a:defRPr>
            </a:pPr>
            <a:r>
              <a:rPr kern="0"/>
              <a:t>04</a:t>
            </a:r>
          </a:p>
        </p:txBody>
      </p:sp>
    </p:spTree>
    <p:extLst>
      <p:ext uri="{BB962C8B-B14F-4D97-AF65-F5344CB8AC3E}">
        <p14:creationId xmlns:p14="http://schemas.microsoft.com/office/powerpoint/2010/main" val="1023293360"/>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Our Team">
    <p:bg>
      <p:bgPr>
        <a:solidFill>
          <a:srgbClr val="FFFFFF"/>
        </a:solidFill>
        <a:effectLst/>
      </p:bgPr>
    </p:bg>
    <p:spTree>
      <p:nvGrpSpPr>
        <p:cNvPr id="1" name=""/>
        <p:cNvGrpSpPr/>
        <p:nvPr/>
      </p:nvGrpSpPr>
      <p:grpSpPr>
        <a:xfrm>
          <a:off x="0" y="0"/>
          <a:ext cx="0" cy="0"/>
          <a:chOff x="0" y="0"/>
          <a:chExt cx="0" cy="0"/>
        </a:xfrm>
      </p:grpSpPr>
      <p:sp>
        <p:nvSpPr>
          <p:cNvPr id="233" name="Shape 233"/>
          <p:cNvSpPr/>
          <p:nvPr/>
        </p:nvSpPr>
        <p:spPr>
          <a:xfrm>
            <a:off x="7968264" y="6154460"/>
            <a:ext cx="512961" cy="246221"/>
          </a:xfrm>
          <a:prstGeom prst="rect">
            <a:avLst/>
          </a:prstGeom>
          <a:solidFill>
            <a:srgbClr val="FFFFFF"/>
          </a:solidFill>
          <a:ln w="12700">
            <a:miter lim="400000"/>
          </a:ln>
        </p:spPr>
        <p:txBody>
          <a:bodyPr wrap="none" lIns="0" tIns="0" rIns="0" bIns="0" anchor="ctr">
            <a:spAutoFit/>
          </a:bodyPr>
          <a:lstStyle>
            <a:lvl1pPr algn="ctr" defTabSz="584200">
              <a:defRPr sz="1600">
                <a:solidFill>
                  <a:srgbClr val="FFFFFF"/>
                </a:solidFill>
                <a:latin typeface="Courier"/>
                <a:ea typeface="Courier"/>
                <a:cs typeface="Courier"/>
                <a:sym typeface="Courier"/>
              </a:defRPr>
            </a:lvl1pPr>
          </a:lstStyle>
          <a:p>
            <a:pPr fontAlgn="auto">
              <a:spcBef>
                <a:spcPts val="0"/>
              </a:spcBef>
              <a:spcAft>
                <a:spcPts val="0"/>
              </a:spcAft>
              <a:defRPr sz="1800">
                <a:solidFill>
                  <a:srgbClr val="000000"/>
                </a:solidFill>
              </a:defRPr>
            </a:pPr>
            <a:r>
              <a:rPr kern="0"/>
              <a:t>start</a:t>
            </a:r>
          </a:p>
        </p:txBody>
      </p:sp>
      <p:sp>
        <p:nvSpPr>
          <p:cNvPr id="234" name="Shape 234"/>
          <p:cNvSpPr>
            <a:spLocks noGrp="1"/>
          </p:cNvSpPr>
          <p:nvPr>
            <p:ph type="sldNum" sz="quarter" idx="2"/>
          </p:nvPr>
        </p:nvSpPr>
        <p:spPr>
          <a:xfrm>
            <a:off x="7165304" y="6160478"/>
            <a:ext cx="596153" cy="234185"/>
          </a:xfrm>
          <a:prstGeom prst="rect">
            <a:avLst/>
          </a:prstGeom>
          <a:ln w="12700">
            <a:miter lim="400000"/>
          </a:ln>
        </p:spPr>
        <p:txBody>
          <a:bodyPr lIns="32140" tIns="32140" rIns="32140" bIns="32140" anchor="ctr">
            <a:spAutoFit/>
          </a:bodyPr>
          <a:lstStyle>
            <a:lvl1pPr algn="r" defTabSz="584073">
              <a:defRPr sz="1100">
                <a:latin typeface="Courier"/>
                <a:ea typeface="Courier"/>
                <a:cs typeface="Courier"/>
                <a:sym typeface="Courier"/>
              </a:defRPr>
            </a:lvl1pPr>
          </a:lstStyle>
          <a:p>
            <a:pPr fontAlgn="auto">
              <a:spcBef>
                <a:spcPts val="0"/>
              </a:spcBef>
              <a:spcAft>
                <a:spcPts val="0"/>
              </a:spcAft>
            </a:pPr>
            <a:fld id="{86CB4B4D-7CA3-9044-876B-883B54F8677D}" type="slidenum">
              <a:rPr kern="0">
                <a:solidFill>
                  <a:sysClr val="windowText" lastClr="000000"/>
                </a:solidFill>
              </a:rPr>
              <a:pPr fontAlgn="auto">
                <a:spcBef>
                  <a:spcPts val="0"/>
                </a:spcBef>
                <a:spcAft>
                  <a:spcPts val="0"/>
                </a:spcAft>
              </a:pPr>
              <a:t>‹#›</a:t>
            </a:fld>
            <a:endParaRPr kern="0">
              <a:solidFill>
                <a:sysClr val="windowText" lastClr="000000"/>
              </a:solidFill>
            </a:endParaRPr>
          </a:p>
        </p:txBody>
      </p:sp>
      <p:sp>
        <p:nvSpPr>
          <p:cNvPr id="235" name="Shape 235"/>
          <p:cNvSpPr/>
          <p:nvPr/>
        </p:nvSpPr>
        <p:spPr>
          <a:xfrm>
            <a:off x="7884817" y="6154460"/>
            <a:ext cx="705042" cy="246221"/>
          </a:xfrm>
          <a:prstGeom prst="rect">
            <a:avLst/>
          </a:prstGeom>
          <a:solidFill>
            <a:srgbClr val="FFFFFF"/>
          </a:solidFill>
          <a:ln w="12700">
            <a:miter lim="400000"/>
          </a:ln>
        </p:spPr>
        <p:txBody>
          <a:bodyPr lIns="0" tIns="0" rIns="0" bIns="0" anchor="ctr">
            <a:spAutoFit/>
          </a:bodyPr>
          <a:lstStyle>
            <a:lvl1pPr algn="ctr" defTabSz="584200">
              <a:defRPr sz="1600">
                <a:solidFill>
                  <a:srgbClr val="FFFFFF"/>
                </a:solidFill>
                <a:latin typeface="Courier"/>
                <a:ea typeface="Courier"/>
                <a:cs typeface="Courier"/>
                <a:sym typeface="Courier"/>
              </a:defRPr>
            </a:lvl1pPr>
          </a:lstStyle>
          <a:p>
            <a:pPr fontAlgn="auto">
              <a:spcBef>
                <a:spcPts val="0"/>
              </a:spcBef>
              <a:spcAft>
                <a:spcPts val="0"/>
              </a:spcAft>
              <a:defRPr sz="1800">
                <a:solidFill>
                  <a:srgbClr val="000000"/>
                </a:solidFill>
              </a:defRPr>
            </a:pPr>
            <a:r>
              <a:rPr kern="0"/>
              <a:t>next</a:t>
            </a:r>
          </a:p>
        </p:txBody>
      </p:sp>
      <p:sp>
        <p:nvSpPr>
          <p:cNvPr id="236" name="Shape 236"/>
          <p:cNvSpPr/>
          <p:nvPr/>
        </p:nvSpPr>
        <p:spPr>
          <a:xfrm flipH="1" flipV="1">
            <a:off x="5179219" y="1080492"/>
            <a:ext cx="2501" cy="4384681"/>
          </a:xfrm>
          <a:prstGeom prst="line">
            <a:avLst/>
          </a:prstGeom>
          <a:ln w="127000">
            <a:solidFill>
              <a:srgbClr val="FFFFFF"/>
            </a:solidFill>
            <a:miter lim="400000"/>
          </a:ln>
        </p:spPr>
        <p:txBody>
          <a:bodyPr lIns="32140" tIns="32140" rIns="32140" bIns="32140"/>
          <a:lstStyle/>
          <a:p>
            <a:pPr defTabSz="457124" fontAlgn="auto">
              <a:spcBef>
                <a:spcPts val="0"/>
              </a:spcBef>
              <a:spcAft>
                <a:spcPts val="0"/>
              </a:spcAft>
              <a:defRPr sz="800">
                <a:latin typeface="+mj-lt"/>
                <a:ea typeface="+mj-ea"/>
                <a:cs typeface="+mj-cs"/>
                <a:sym typeface="Helvetica"/>
              </a:defRPr>
            </a:pPr>
            <a:endParaRPr sz="800" kern="0">
              <a:solidFill>
                <a:sysClr val="windowText" lastClr="000000"/>
              </a:solidFill>
              <a:latin typeface="Helvetica"/>
              <a:ea typeface="+mj-ea"/>
              <a:cs typeface="Helvetica"/>
              <a:sym typeface="Helvetica"/>
            </a:endParaRPr>
          </a:p>
        </p:txBody>
      </p:sp>
      <p:sp>
        <p:nvSpPr>
          <p:cNvPr id="237" name="Shape 237"/>
          <p:cNvSpPr>
            <a:spLocks noGrp="1"/>
          </p:cNvSpPr>
          <p:nvPr>
            <p:ph type="body" idx="1" hasCustomPrompt="1"/>
          </p:nvPr>
        </p:nvSpPr>
        <p:spPr>
          <a:xfrm>
            <a:off x="1364010" y="1080493"/>
            <a:ext cx="3205759" cy="1619655"/>
          </a:xfrm>
          <a:prstGeom prst="rect">
            <a:avLst/>
          </a:prstGeom>
        </p:spPr>
        <p:txBody>
          <a:bodyPr lIns="0" tIns="0" rIns="0" bIns="0" anchor="ctr">
            <a:noAutofit/>
          </a:bodyPr>
          <a:lstStyle>
            <a:lvl1pPr algn="r" defTabSz="584073">
              <a:spcBef>
                <a:spcPts val="0"/>
              </a:spcBef>
              <a:defRPr sz="4400">
                <a:solidFill>
                  <a:srgbClr val="000000"/>
                </a:solidFill>
                <a:latin typeface="Courier"/>
                <a:ea typeface="Courier"/>
                <a:cs typeface="Courier"/>
                <a:sym typeface="Courier"/>
              </a:defRPr>
            </a:lvl1pPr>
            <a:lvl2pPr indent="0" algn="r" defTabSz="584073">
              <a:spcBef>
                <a:spcPts val="0"/>
              </a:spcBef>
              <a:defRPr sz="4400">
                <a:solidFill>
                  <a:srgbClr val="000000"/>
                </a:solidFill>
                <a:latin typeface="Courier"/>
                <a:ea typeface="Courier"/>
                <a:cs typeface="Courier"/>
                <a:sym typeface="Courier"/>
              </a:defRPr>
            </a:lvl2pPr>
            <a:lvl3pPr indent="0" algn="r" defTabSz="584073">
              <a:spcBef>
                <a:spcPts val="0"/>
              </a:spcBef>
              <a:defRPr sz="4400">
                <a:solidFill>
                  <a:srgbClr val="000000"/>
                </a:solidFill>
                <a:latin typeface="Courier"/>
                <a:ea typeface="Courier"/>
                <a:cs typeface="Courier"/>
                <a:sym typeface="Courier"/>
              </a:defRPr>
            </a:lvl3pPr>
            <a:lvl4pPr indent="0" algn="r" defTabSz="584073">
              <a:spcBef>
                <a:spcPts val="0"/>
              </a:spcBef>
              <a:defRPr sz="4400">
                <a:solidFill>
                  <a:srgbClr val="000000"/>
                </a:solidFill>
                <a:latin typeface="Courier"/>
                <a:ea typeface="Courier"/>
                <a:cs typeface="Courier"/>
                <a:sym typeface="Courier"/>
              </a:defRPr>
            </a:lvl4pPr>
            <a:lvl5pPr indent="0" algn="r" defTabSz="584073">
              <a:spcBef>
                <a:spcPts val="0"/>
              </a:spcBef>
              <a:defRPr sz="4400">
                <a:solidFill>
                  <a:srgbClr val="000000"/>
                </a:solidFill>
                <a:latin typeface="Courier"/>
                <a:ea typeface="Courier"/>
                <a:cs typeface="Courier"/>
                <a:sym typeface="Courier"/>
              </a:defRPr>
            </a:lvl5pPr>
          </a:lstStyle>
          <a:p>
            <a:pPr lvl="0">
              <a:defRPr sz="1800"/>
            </a:pPr>
            <a:r>
              <a:rPr sz="4400"/>
              <a:t>正文级别 1</a:t>
            </a:r>
          </a:p>
          <a:p>
            <a:pPr lvl="1">
              <a:defRPr sz="1800"/>
            </a:pPr>
            <a:r>
              <a:rPr sz="4400"/>
              <a:t>正文级别 2</a:t>
            </a:r>
          </a:p>
          <a:p>
            <a:pPr lvl="2">
              <a:defRPr sz="1800"/>
            </a:pPr>
            <a:r>
              <a:rPr sz="4400"/>
              <a:t>正文级别 3</a:t>
            </a:r>
          </a:p>
          <a:p>
            <a:pPr lvl="3">
              <a:defRPr sz="1800"/>
            </a:pPr>
            <a:r>
              <a:rPr sz="4400"/>
              <a:t>正文级别 4</a:t>
            </a:r>
          </a:p>
          <a:p>
            <a:pPr lvl="4">
              <a:defRPr sz="1800"/>
            </a:pPr>
            <a:r>
              <a:rPr sz="4400"/>
              <a:t>正文级别 5</a:t>
            </a:r>
          </a:p>
        </p:txBody>
      </p:sp>
    </p:spTree>
    <p:extLst>
      <p:ext uri="{BB962C8B-B14F-4D97-AF65-F5344CB8AC3E}">
        <p14:creationId xmlns:p14="http://schemas.microsoft.com/office/powerpoint/2010/main" val="1574273755"/>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Thank You">
    <p:bg>
      <p:bgPr>
        <a:solidFill>
          <a:srgbClr val="FFFFFF"/>
        </a:solidFill>
        <a:effectLst/>
      </p:bgPr>
    </p:bg>
    <p:spTree>
      <p:nvGrpSpPr>
        <p:cNvPr id="1" name=""/>
        <p:cNvGrpSpPr/>
        <p:nvPr/>
      </p:nvGrpSpPr>
      <p:grpSpPr>
        <a:xfrm>
          <a:off x="0" y="0"/>
          <a:ext cx="0" cy="0"/>
          <a:chOff x="0" y="0"/>
          <a:chExt cx="0" cy="0"/>
        </a:xfrm>
      </p:grpSpPr>
      <p:sp>
        <p:nvSpPr>
          <p:cNvPr id="239" name="Shape 239"/>
          <p:cNvSpPr/>
          <p:nvPr/>
        </p:nvSpPr>
        <p:spPr>
          <a:xfrm>
            <a:off x="7968264" y="6154460"/>
            <a:ext cx="512961" cy="246221"/>
          </a:xfrm>
          <a:prstGeom prst="rect">
            <a:avLst/>
          </a:prstGeom>
          <a:solidFill>
            <a:srgbClr val="FFFFFF"/>
          </a:solidFill>
          <a:ln w="12700">
            <a:miter lim="400000"/>
          </a:ln>
        </p:spPr>
        <p:txBody>
          <a:bodyPr wrap="none" lIns="0" tIns="0" rIns="0" bIns="0" anchor="ctr">
            <a:spAutoFit/>
          </a:bodyPr>
          <a:lstStyle>
            <a:lvl1pPr algn="ctr" defTabSz="584200">
              <a:defRPr sz="1600">
                <a:solidFill>
                  <a:srgbClr val="FFFFFF"/>
                </a:solidFill>
                <a:latin typeface="Courier"/>
                <a:ea typeface="Courier"/>
                <a:cs typeface="Courier"/>
                <a:sym typeface="Courier"/>
              </a:defRPr>
            </a:lvl1pPr>
          </a:lstStyle>
          <a:p>
            <a:pPr fontAlgn="auto">
              <a:spcBef>
                <a:spcPts val="0"/>
              </a:spcBef>
              <a:spcAft>
                <a:spcPts val="0"/>
              </a:spcAft>
              <a:defRPr sz="1800">
                <a:solidFill>
                  <a:srgbClr val="000000"/>
                </a:solidFill>
              </a:defRPr>
            </a:pPr>
            <a:r>
              <a:rPr kern="0"/>
              <a:t>start</a:t>
            </a:r>
          </a:p>
        </p:txBody>
      </p:sp>
      <p:sp>
        <p:nvSpPr>
          <p:cNvPr id="240" name="Shape 240"/>
          <p:cNvSpPr/>
          <p:nvPr/>
        </p:nvSpPr>
        <p:spPr>
          <a:xfrm flipV="1">
            <a:off x="5259587" y="2063594"/>
            <a:ext cx="2131" cy="2722721"/>
          </a:xfrm>
          <a:prstGeom prst="line">
            <a:avLst/>
          </a:prstGeom>
          <a:ln w="127000">
            <a:solidFill>
              <a:srgbClr val="FFFFFF"/>
            </a:solidFill>
            <a:miter lim="400000"/>
          </a:ln>
        </p:spPr>
        <p:txBody>
          <a:bodyPr lIns="32140" tIns="32140" rIns="32140" bIns="32140"/>
          <a:lstStyle/>
          <a:p>
            <a:pPr defTabSz="457124" fontAlgn="auto">
              <a:spcBef>
                <a:spcPts val="0"/>
              </a:spcBef>
              <a:spcAft>
                <a:spcPts val="0"/>
              </a:spcAft>
              <a:defRPr sz="800">
                <a:latin typeface="+mj-lt"/>
                <a:ea typeface="+mj-ea"/>
                <a:cs typeface="+mj-cs"/>
                <a:sym typeface="Helvetica"/>
              </a:defRPr>
            </a:pPr>
            <a:endParaRPr sz="800" kern="0">
              <a:solidFill>
                <a:sysClr val="windowText" lastClr="000000"/>
              </a:solidFill>
              <a:latin typeface="Helvetica"/>
              <a:ea typeface="+mj-ea"/>
              <a:cs typeface="Helvetica"/>
              <a:sym typeface="Helvetica"/>
            </a:endParaRPr>
          </a:p>
        </p:txBody>
      </p:sp>
      <p:sp>
        <p:nvSpPr>
          <p:cNvPr id="241" name="Shape 241">
            <a:hlinkClick r:id="" action="ppaction://hlinkshowjump?jump=endshow"/>
          </p:cNvPr>
          <p:cNvSpPr/>
          <p:nvPr/>
        </p:nvSpPr>
        <p:spPr>
          <a:xfrm>
            <a:off x="7968264" y="6154460"/>
            <a:ext cx="512961" cy="246221"/>
          </a:xfrm>
          <a:prstGeom prst="rect">
            <a:avLst/>
          </a:prstGeom>
          <a:solidFill>
            <a:srgbClr val="FFFFFF"/>
          </a:solidFill>
          <a:ln w="12700">
            <a:miter lim="400000"/>
          </a:ln>
        </p:spPr>
        <p:txBody>
          <a:bodyPr wrap="none" lIns="0" tIns="0" rIns="0" bIns="0" anchor="ctr">
            <a:spAutoFit/>
          </a:bodyPr>
          <a:lstStyle>
            <a:lvl1pPr algn="ctr" defTabSz="584200">
              <a:defRPr sz="1600">
                <a:solidFill>
                  <a:srgbClr val="FFFFFF"/>
                </a:solidFill>
                <a:latin typeface="Courier"/>
                <a:ea typeface="Courier"/>
                <a:cs typeface="Courier"/>
                <a:sym typeface="Courier"/>
              </a:defRPr>
            </a:lvl1pPr>
          </a:lstStyle>
          <a:p>
            <a:pPr fontAlgn="auto">
              <a:spcBef>
                <a:spcPts val="0"/>
              </a:spcBef>
              <a:spcAft>
                <a:spcPts val="0"/>
              </a:spcAft>
              <a:defRPr sz="1800">
                <a:solidFill>
                  <a:srgbClr val="000000"/>
                </a:solidFill>
              </a:defRPr>
            </a:pPr>
            <a:r>
              <a:rPr kern="0"/>
              <a:t>close</a:t>
            </a:r>
          </a:p>
        </p:txBody>
      </p:sp>
      <p:sp>
        <p:nvSpPr>
          <p:cNvPr id="242" name="Shape 242"/>
          <p:cNvSpPr>
            <a:spLocks noGrp="1"/>
          </p:cNvSpPr>
          <p:nvPr>
            <p:ph type="body" idx="1" hasCustomPrompt="1"/>
          </p:nvPr>
        </p:nvSpPr>
        <p:spPr>
          <a:xfrm>
            <a:off x="1637176" y="2063593"/>
            <a:ext cx="3118369" cy="3616083"/>
          </a:xfrm>
          <a:prstGeom prst="rect">
            <a:avLst/>
          </a:prstGeom>
        </p:spPr>
        <p:txBody>
          <a:bodyPr lIns="0" tIns="0" rIns="0" bIns="0">
            <a:noAutofit/>
          </a:bodyPr>
          <a:lstStyle>
            <a:lvl1pPr algn="r" defTabSz="584073">
              <a:lnSpc>
                <a:spcPct val="90000"/>
              </a:lnSpc>
              <a:spcBef>
                <a:spcPts val="0"/>
              </a:spcBef>
              <a:defRPr sz="6600">
                <a:solidFill>
                  <a:srgbClr val="232323"/>
                </a:solidFill>
                <a:latin typeface="Courier"/>
                <a:ea typeface="Courier"/>
                <a:cs typeface="Courier"/>
                <a:sym typeface="Courier"/>
              </a:defRPr>
            </a:lvl1pPr>
            <a:lvl2pPr indent="0" algn="r" defTabSz="584073">
              <a:lnSpc>
                <a:spcPct val="90000"/>
              </a:lnSpc>
              <a:spcBef>
                <a:spcPts val="0"/>
              </a:spcBef>
              <a:defRPr sz="6600">
                <a:solidFill>
                  <a:srgbClr val="232323"/>
                </a:solidFill>
                <a:latin typeface="Courier"/>
                <a:ea typeface="Courier"/>
                <a:cs typeface="Courier"/>
                <a:sym typeface="Courier"/>
              </a:defRPr>
            </a:lvl2pPr>
            <a:lvl3pPr indent="0" algn="r" defTabSz="584073">
              <a:lnSpc>
                <a:spcPct val="90000"/>
              </a:lnSpc>
              <a:spcBef>
                <a:spcPts val="0"/>
              </a:spcBef>
              <a:defRPr sz="6600">
                <a:solidFill>
                  <a:srgbClr val="232323"/>
                </a:solidFill>
                <a:latin typeface="Courier"/>
                <a:ea typeface="Courier"/>
                <a:cs typeface="Courier"/>
                <a:sym typeface="Courier"/>
              </a:defRPr>
            </a:lvl3pPr>
            <a:lvl4pPr indent="0" algn="r" defTabSz="584073">
              <a:lnSpc>
                <a:spcPct val="90000"/>
              </a:lnSpc>
              <a:spcBef>
                <a:spcPts val="0"/>
              </a:spcBef>
              <a:defRPr sz="6600">
                <a:solidFill>
                  <a:srgbClr val="232323"/>
                </a:solidFill>
                <a:latin typeface="Courier"/>
                <a:ea typeface="Courier"/>
                <a:cs typeface="Courier"/>
                <a:sym typeface="Courier"/>
              </a:defRPr>
            </a:lvl4pPr>
            <a:lvl5pPr indent="0" algn="r" defTabSz="584073">
              <a:lnSpc>
                <a:spcPct val="90000"/>
              </a:lnSpc>
              <a:spcBef>
                <a:spcPts val="0"/>
              </a:spcBef>
              <a:defRPr sz="6600">
                <a:solidFill>
                  <a:srgbClr val="232323"/>
                </a:solidFill>
                <a:latin typeface="Courier"/>
                <a:ea typeface="Courier"/>
                <a:cs typeface="Courier"/>
                <a:sym typeface="Courier"/>
              </a:defRPr>
            </a:lvl5pPr>
          </a:lstStyle>
          <a:p>
            <a:pPr lvl="0">
              <a:defRPr sz="1800">
                <a:solidFill>
                  <a:srgbClr val="000000"/>
                </a:solidFill>
              </a:defRPr>
            </a:pPr>
            <a:r>
              <a:rPr sz="6600">
                <a:solidFill>
                  <a:srgbClr val="232323"/>
                </a:solidFill>
              </a:rPr>
              <a:t>正文级别 1</a:t>
            </a:r>
          </a:p>
          <a:p>
            <a:pPr lvl="1">
              <a:defRPr sz="1800">
                <a:solidFill>
                  <a:srgbClr val="000000"/>
                </a:solidFill>
              </a:defRPr>
            </a:pPr>
            <a:r>
              <a:rPr sz="6600">
                <a:solidFill>
                  <a:srgbClr val="232323"/>
                </a:solidFill>
              </a:rPr>
              <a:t>正文级别 2</a:t>
            </a:r>
          </a:p>
          <a:p>
            <a:pPr lvl="2">
              <a:defRPr sz="1800">
                <a:solidFill>
                  <a:srgbClr val="000000"/>
                </a:solidFill>
              </a:defRPr>
            </a:pPr>
            <a:r>
              <a:rPr sz="6600">
                <a:solidFill>
                  <a:srgbClr val="232323"/>
                </a:solidFill>
              </a:rPr>
              <a:t>正文级别 3</a:t>
            </a:r>
          </a:p>
          <a:p>
            <a:pPr lvl="3">
              <a:defRPr sz="1800">
                <a:solidFill>
                  <a:srgbClr val="000000"/>
                </a:solidFill>
              </a:defRPr>
            </a:pPr>
            <a:r>
              <a:rPr sz="6600">
                <a:solidFill>
                  <a:srgbClr val="232323"/>
                </a:solidFill>
              </a:rPr>
              <a:t>正文级别 4</a:t>
            </a:r>
          </a:p>
          <a:p>
            <a:pPr lvl="4">
              <a:defRPr sz="1800">
                <a:solidFill>
                  <a:srgbClr val="000000"/>
                </a:solidFill>
              </a:defRPr>
            </a:pPr>
            <a:r>
              <a:rPr sz="6600">
                <a:solidFill>
                  <a:srgbClr val="232323"/>
                </a:solidFill>
              </a:rPr>
              <a:t>正文级别 5</a:t>
            </a:r>
          </a:p>
        </p:txBody>
      </p:sp>
    </p:spTree>
    <p:extLst>
      <p:ext uri="{BB962C8B-B14F-4D97-AF65-F5344CB8AC3E}">
        <p14:creationId xmlns:p14="http://schemas.microsoft.com/office/powerpoint/2010/main" val="643766328"/>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a:xfrm>
            <a:off x="457200" y="6356350"/>
            <a:ext cx="2133600" cy="365125"/>
          </a:xfrm>
          <a:prstGeom prst="rect">
            <a:avLst/>
          </a:prstGeom>
        </p:spPr>
        <p:txBody>
          <a:bodyPr lIns="91423" tIns="45712" rIns="91423" bIns="45712"/>
          <a:lstStyle/>
          <a:p>
            <a:pPr defTabSz="457124" fontAlgn="auto">
              <a:spcBef>
                <a:spcPts val="0"/>
              </a:spcBef>
              <a:spcAft>
                <a:spcPts val="0"/>
              </a:spcAft>
            </a:pPr>
            <a:fld id="{31DCE14B-9528-43D5-AEA3-570746C592FB}" type="datetime1">
              <a:rPr lang="zh-CN" altLang="en-US" sz="1800" kern="0" smtClean="0">
                <a:solidFill>
                  <a:sysClr val="windowText" lastClr="000000"/>
                </a:solidFill>
                <a:latin typeface="Calibri" panose="020F0502020204030204"/>
                <a:sym typeface="Calibri" panose="020F0502020204030204"/>
              </a:rPr>
              <a:pPr defTabSz="457124" fontAlgn="auto">
                <a:spcBef>
                  <a:spcPts val="0"/>
                </a:spcBef>
                <a:spcAft>
                  <a:spcPts val="0"/>
                </a:spcAft>
              </a:pPr>
              <a:t>2020/2/18</a:t>
            </a:fld>
            <a:endParaRPr lang="zh-CN" altLang="en-US" sz="1800" kern="0">
              <a:solidFill>
                <a:sysClr val="windowText" lastClr="000000"/>
              </a:solidFill>
              <a:latin typeface="Calibri" panose="020F0502020204030204"/>
              <a:sym typeface="Calibri" panose="020F0502020204030204"/>
            </a:endParaRPr>
          </a:p>
        </p:txBody>
      </p:sp>
      <p:sp>
        <p:nvSpPr>
          <p:cNvPr id="4" name="页脚占位符 3"/>
          <p:cNvSpPr>
            <a:spLocks noGrp="1"/>
          </p:cNvSpPr>
          <p:nvPr>
            <p:ph type="ftr" sz="quarter" idx="11"/>
          </p:nvPr>
        </p:nvSpPr>
        <p:spPr>
          <a:xfrm>
            <a:off x="3124200" y="6356350"/>
            <a:ext cx="2895600" cy="365125"/>
          </a:xfrm>
          <a:prstGeom prst="rect">
            <a:avLst/>
          </a:prstGeom>
        </p:spPr>
        <p:txBody>
          <a:bodyPr lIns="91423" tIns="45712" rIns="91423" bIns="45712"/>
          <a:lstStyle/>
          <a:p>
            <a:pPr defTabSz="457124" fontAlgn="auto">
              <a:spcBef>
                <a:spcPts val="0"/>
              </a:spcBef>
              <a:spcAft>
                <a:spcPts val="0"/>
              </a:spcAft>
            </a:pPr>
            <a:endParaRPr lang="zh-CN" altLang="en-US" sz="1800" kern="0">
              <a:solidFill>
                <a:sysClr val="windowText" lastClr="000000"/>
              </a:solidFill>
              <a:latin typeface="Calibri" panose="020F0502020204030204"/>
              <a:sym typeface="Calibri" panose="020F0502020204030204"/>
            </a:endParaRPr>
          </a:p>
        </p:txBody>
      </p:sp>
      <p:sp>
        <p:nvSpPr>
          <p:cNvPr id="5" name="灯片编号占位符 4"/>
          <p:cNvSpPr>
            <a:spLocks noGrp="1"/>
          </p:cNvSpPr>
          <p:nvPr>
            <p:ph type="sldNum" sz="quarter" idx="12"/>
          </p:nvPr>
        </p:nvSpPr>
        <p:spPr>
          <a:xfrm>
            <a:off x="6553200" y="6356350"/>
            <a:ext cx="2133600" cy="365125"/>
          </a:xfrm>
          <a:prstGeom prst="rect">
            <a:avLst/>
          </a:prstGeom>
        </p:spPr>
        <p:txBody>
          <a:bodyPr lIns="91423" tIns="45712" rIns="91423" bIns="45712"/>
          <a:lstStyle/>
          <a:p>
            <a:pPr defTabSz="457124" fontAlgn="auto">
              <a:spcBef>
                <a:spcPts val="0"/>
              </a:spcBef>
              <a:spcAft>
                <a:spcPts val="0"/>
              </a:spcAft>
            </a:pPr>
            <a:fld id="{0D35387E-64B3-4D0F-8EBA-818E91364198}" type="slidenum">
              <a:rPr lang="zh-CN" altLang="en-US" sz="1800" kern="0" smtClean="0">
                <a:solidFill>
                  <a:sysClr val="windowText" lastClr="000000"/>
                </a:solidFill>
                <a:latin typeface="Calibri" panose="020F0502020204030204"/>
                <a:sym typeface="Calibri" panose="020F0502020204030204"/>
              </a:rPr>
              <a:pPr defTabSz="457124" fontAlgn="auto">
                <a:spcBef>
                  <a:spcPts val="0"/>
                </a:spcBef>
                <a:spcAft>
                  <a:spcPts val="0"/>
                </a:spcAft>
              </a:pPr>
              <a:t>‹#›</a:t>
            </a:fld>
            <a:endParaRPr lang="zh-CN" altLang="en-US" sz="1800" kern="0">
              <a:solidFill>
                <a:sysClr val="windowText" lastClr="000000"/>
              </a:solidFill>
              <a:latin typeface="Calibri" panose="020F0502020204030204"/>
              <a:sym typeface="Calibri" panose="020F0502020204030204"/>
            </a:endParaRPr>
          </a:p>
        </p:txBody>
      </p:sp>
    </p:spTree>
    <p:extLst>
      <p:ext uri="{BB962C8B-B14F-4D97-AF65-F5344CB8AC3E}">
        <p14:creationId xmlns:p14="http://schemas.microsoft.com/office/powerpoint/2010/main" val="4194756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image" Target="../media/image1.png"/><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4"/>
          </p:nvPr>
        </p:nvSpPr>
        <p:spPr>
          <a:xfrm>
            <a:off x="7010400" y="6471733"/>
            <a:ext cx="2133600" cy="365125"/>
          </a:xfrm>
          <a:prstGeom prst="rect">
            <a:avLst/>
          </a:prstGeom>
        </p:spPr>
        <p:txBody>
          <a:bodyPr vert="horz" lIns="91440" tIns="45720" rIns="91440" bIns="45720" rtlCol="0" anchor="ctr"/>
          <a:lstStyle>
            <a:lvl1pPr algn="r">
              <a:defRPr sz="1600" b="1">
                <a:solidFill>
                  <a:schemeClr val="tx1">
                    <a:tint val="75000"/>
                  </a:schemeClr>
                </a:solidFill>
              </a:defRPr>
            </a:lvl1pPr>
          </a:lstStyle>
          <a:p>
            <a:fld id="{B58AC878-8C27-4018-8291-912A1A823CD1}"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8" r:id="rId3"/>
    <p:sldLayoutId id="2147483673" r:id="rId4"/>
  </p:sldLayoutIdLst>
  <p:transition spd="med">
    <p:fade/>
  </p:transition>
  <p:hf hdr="0" ftr="0" dt="0"/>
  <p:txStyles>
    <p:titleStyle>
      <a:lvl1pPr algn="ctr" rtl="0" eaLnBrk="0" fontAlgn="base" hangingPunct="0">
        <a:spcBef>
          <a:spcPct val="0"/>
        </a:spcBef>
        <a:spcAft>
          <a:spcPct val="0"/>
        </a:spcAft>
        <a:defRPr sz="4400" b="1">
          <a:solidFill>
            <a:srgbClr val="663300"/>
          </a:solidFill>
          <a:latin typeface="+mj-lt"/>
          <a:ea typeface="+mj-ea"/>
          <a:cs typeface="+mj-cs"/>
        </a:defRPr>
      </a:lvl1pPr>
      <a:lvl2pPr algn="ctr" rtl="0" eaLnBrk="0" fontAlgn="base" hangingPunct="0">
        <a:spcBef>
          <a:spcPct val="0"/>
        </a:spcBef>
        <a:spcAft>
          <a:spcPct val="0"/>
        </a:spcAft>
        <a:defRPr sz="4400" b="1">
          <a:solidFill>
            <a:srgbClr val="663300"/>
          </a:solidFill>
          <a:latin typeface="Arial" charset="0"/>
          <a:ea typeface="宋体" pitchFamily="2" charset="-122"/>
        </a:defRPr>
      </a:lvl2pPr>
      <a:lvl3pPr algn="ctr" rtl="0" eaLnBrk="0" fontAlgn="base" hangingPunct="0">
        <a:spcBef>
          <a:spcPct val="0"/>
        </a:spcBef>
        <a:spcAft>
          <a:spcPct val="0"/>
        </a:spcAft>
        <a:defRPr sz="4400" b="1">
          <a:solidFill>
            <a:srgbClr val="663300"/>
          </a:solidFill>
          <a:latin typeface="Arial" charset="0"/>
          <a:ea typeface="宋体" pitchFamily="2" charset="-122"/>
        </a:defRPr>
      </a:lvl3pPr>
      <a:lvl4pPr algn="ctr" rtl="0" eaLnBrk="0" fontAlgn="base" hangingPunct="0">
        <a:spcBef>
          <a:spcPct val="0"/>
        </a:spcBef>
        <a:spcAft>
          <a:spcPct val="0"/>
        </a:spcAft>
        <a:defRPr sz="4400" b="1">
          <a:solidFill>
            <a:srgbClr val="663300"/>
          </a:solidFill>
          <a:latin typeface="Arial" charset="0"/>
          <a:ea typeface="宋体" pitchFamily="2" charset="-122"/>
        </a:defRPr>
      </a:lvl4pPr>
      <a:lvl5pPr algn="ctr" rtl="0" eaLnBrk="0" fontAlgn="base" hangingPunct="0">
        <a:spcBef>
          <a:spcPct val="0"/>
        </a:spcBef>
        <a:spcAft>
          <a:spcPct val="0"/>
        </a:spcAft>
        <a:defRPr sz="4400" b="1">
          <a:solidFill>
            <a:srgbClr val="663300"/>
          </a:solidFill>
          <a:latin typeface="Arial" charset="0"/>
          <a:ea typeface="宋体" pitchFamily="2" charset="-122"/>
        </a:defRPr>
      </a:lvl5pPr>
      <a:lvl6pPr marL="457200" algn="ctr" rtl="0" fontAlgn="base">
        <a:spcBef>
          <a:spcPct val="0"/>
        </a:spcBef>
        <a:spcAft>
          <a:spcPct val="0"/>
        </a:spcAft>
        <a:defRPr sz="4400" b="1">
          <a:solidFill>
            <a:srgbClr val="663300"/>
          </a:solidFill>
          <a:latin typeface="Arial" charset="0"/>
          <a:ea typeface="宋体" pitchFamily="2" charset="-122"/>
        </a:defRPr>
      </a:lvl6pPr>
      <a:lvl7pPr marL="914400" algn="ctr" rtl="0" fontAlgn="base">
        <a:spcBef>
          <a:spcPct val="0"/>
        </a:spcBef>
        <a:spcAft>
          <a:spcPct val="0"/>
        </a:spcAft>
        <a:defRPr sz="4400" b="1">
          <a:solidFill>
            <a:srgbClr val="663300"/>
          </a:solidFill>
          <a:latin typeface="Arial" charset="0"/>
          <a:ea typeface="宋体" pitchFamily="2" charset="-122"/>
        </a:defRPr>
      </a:lvl7pPr>
      <a:lvl8pPr marL="1371600" algn="ctr" rtl="0" fontAlgn="base">
        <a:spcBef>
          <a:spcPct val="0"/>
        </a:spcBef>
        <a:spcAft>
          <a:spcPct val="0"/>
        </a:spcAft>
        <a:defRPr sz="4400" b="1">
          <a:solidFill>
            <a:srgbClr val="663300"/>
          </a:solidFill>
          <a:latin typeface="Arial" charset="0"/>
          <a:ea typeface="宋体" pitchFamily="2" charset="-122"/>
        </a:defRPr>
      </a:lvl8pPr>
      <a:lvl9pPr marL="1828800" algn="ctr" rtl="0" fontAlgn="base">
        <a:spcBef>
          <a:spcPct val="0"/>
        </a:spcBef>
        <a:spcAft>
          <a:spcPct val="0"/>
        </a:spcAft>
        <a:defRPr sz="4400" b="1">
          <a:solidFill>
            <a:srgbClr val="663300"/>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b="1">
          <a:solidFill>
            <a:srgbClr val="333300"/>
          </a:solidFill>
          <a:latin typeface="+mn-lt"/>
          <a:ea typeface="+mn-ea"/>
          <a:cs typeface="+mn-cs"/>
        </a:defRPr>
      </a:lvl1pPr>
      <a:lvl2pPr marL="742950" indent="-285750" algn="l" rtl="0" eaLnBrk="0" fontAlgn="base" hangingPunct="0">
        <a:spcBef>
          <a:spcPct val="20000"/>
        </a:spcBef>
        <a:spcAft>
          <a:spcPct val="0"/>
        </a:spcAft>
        <a:buChar char="–"/>
        <a:defRPr sz="2800" b="1">
          <a:solidFill>
            <a:srgbClr val="333300"/>
          </a:solidFill>
          <a:latin typeface="+mn-lt"/>
          <a:ea typeface="+mn-ea"/>
        </a:defRPr>
      </a:lvl2pPr>
      <a:lvl3pPr marL="1143000" indent="-228600" algn="l" rtl="0" eaLnBrk="0" fontAlgn="base" hangingPunct="0">
        <a:spcBef>
          <a:spcPct val="20000"/>
        </a:spcBef>
        <a:spcAft>
          <a:spcPct val="0"/>
        </a:spcAft>
        <a:buChar char="•"/>
        <a:defRPr sz="2400" b="1">
          <a:solidFill>
            <a:srgbClr val="333300"/>
          </a:solidFill>
          <a:latin typeface="+mn-lt"/>
          <a:ea typeface="+mn-ea"/>
        </a:defRPr>
      </a:lvl3pPr>
      <a:lvl4pPr marL="1600200" indent="-228600" algn="l" rtl="0" eaLnBrk="0" fontAlgn="base" hangingPunct="0">
        <a:spcBef>
          <a:spcPct val="20000"/>
        </a:spcBef>
        <a:spcAft>
          <a:spcPct val="0"/>
        </a:spcAft>
        <a:buChar char="–"/>
        <a:defRPr sz="2000" b="1">
          <a:solidFill>
            <a:srgbClr val="333300"/>
          </a:solidFill>
          <a:latin typeface="+mn-lt"/>
          <a:ea typeface="+mn-ea"/>
        </a:defRPr>
      </a:lvl4pPr>
      <a:lvl5pPr marL="2057400" indent="-228600" algn="l" rtl="0" eaLnBrk="0" fontAlgn="base" hangingPunct="0">
        <a:spcBef>
          <a:spcPct val="20000"/>
        </a:spcBef>
        <a:spcAft>
          <a:spcPct val="0"/>
        </a:spcAft>
        <a:buChar char="»"/>
        <a:defRPr sz="2000" b="1">
          <a:solidFill>
            <a:srgbClr val="333300"/>
          </a:solidFill>
          <a:latin typeface="+mn-lt"/>
          <a:ea typeface="+mn-ea"/>
        </a:defRPr>
      </a:lvl5pPr>
      <a:lvl6pPr marL="2514600" indent="-228600" algn="l" rtl="0" fontAlgn="base">
        <a:spcBef>
          <a:spcPct val="20000"/>
        </a:spcBef>
        <a:spcAft>
          <a:spcPct val="0"/>
        </a:spcAft>
        <a:buChar char="»"/>
        <a:defRPr sz="2000" b="1">
          <a:solidFill>
            <a:srgbClr val="333300"/>
          </a:solidFill>
          <a:latin typeface="+mn-lt"/>
          <a:ea typeface="+mn-ea"/>
        </a:defRPr>
      </a:lvl6pPr>
      <a:lvl7pPr marL="2971800" indent="-228600" algn="l" rtl="0" fontAlgn="base">
        <a:spcBef>
          <a:spcPct val="20000"/>
        </a:spcBef>
        <a:spcAft>
          <a:spcPct val="0"/>
        </a:spcAft>
        <a:buChar char="»"/>
        <a:defRPr sz="2000" b="1">
          <a:solidFill>
            <a:srgbClr val="333300"/>
          </a:solidFill>
          <a:latin typeface="+mn-lt"/>
          <a:ea typeface="+mn-ea"/>
        </a:defRPr>
      </a:lvl7pPr>
      <a:lvl8pPr marL="3429000" indent="-228600" algn="l" rtl="0" fontAlgn="base">
        <a:spcBef>
          <a:spcPct val="20000"/>
        </a:spcBef>
        <a:spcAft>
          <a:spcPct val="0"/>
        </a:spcAft>
        <a:buChar char="»"/>
        <a:defRPr sz="2000" b="1">
          <a:solidFill>
            <a:srgbClr val="333300"/>
          </a:solidFill>
          <a:latin typeface="+mn-lt"/>
          <a:ea typeface="+mn-ea"/>
        </a:defRPr>
      </a:lvl8pPr>
      <a:lvl9pPr marL="3886200" indent="-228600" algn="l" rtl="0" fontAlgn="base">
        <a:spcBef>
          <a:spcPct val="20000"/>
        </a:spcBef>
        <a:spcAft>
          <a:spcPct val="0"/>
        </a:spcAft>
        <a:buChar char="»"/>
        <a:defRPr sz="2000" b="1">
          <a:solidFill>
            <a:srgbClr val="3333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8064A2"/>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685800" y="819983"/>
            <a:ext cx="7772400" cy="1043770"/>
          </a:xfrm>
          <a:prstGeom prst="rect">
            <a:avLst/>
          </a:prstGeom>
          <a:ln w="12700">
            <a:miter lim="400000"/>
          </a:ln>
        </p:spPr>
        <p:txBody>
          <a:bodyPr lIns="45711" tIns="45712" rIns="45711" bIns="45712" anchor="ctr">
            <a:normAutofit/>
          </a:bodyPr>
          <a:lstStyle/>
          <a:p>
            <a:pPr lvl="0">
              <a:defRPr sz="1800" i="0">
                <a:solidFill>
                  <a:srgbClr val="000000"/>
                </a:solidFill>
              </a:defRPr>
            </a:pPr>
            <a:r>
              <a:rPr sz="5400" i="1">
                <a:solidFill>
                  <a:srgbClr val="FFFFFF"/>
                </a:solidFill>
              </a:rPr>
              <a:t>Title Text</a:t>
            </a:r>
          </a:p>
        </p:txBody>
      </p:sp>
      <p:sp>
        <p:nvSpPr>
          <p:cNvPr id="3" name="Shape 3"/>
          <p:cNvSpPr>
            <a:spLocks noGrp="1"/>
          </p:cNvSpPr>
          <p:nvPr>
            <p:ph type="body" idx="1"/>
          </p:nvPr>
        </p:nvSpPr>
        <p:spPr>
          <a:xfrm>
            <a:off x="685800" y="1863752"/>
            <a:ext cx="7772400" cy="3702681"/>
          </a:xfrm>
          <a:prstGeom prst="rect">
            <a:avLst/>
          </a:prstGeom>
          <a:ln w="12700">
            <a:miter lim="400000"/>
          </a:ln>
        </p:spPr>
        <p:txBody>
          <a:bodyPr lIns="45711" tIns="45712" rIns="45711" bIns="45712">
            <a:normAutofit/>
          </a:bodyPr>
          <a:lstStyle/>
          <a:p>
            <a:pPr lvl="0">
              <a:defRPr>
                <a:solidFill>
                  <a:srgbClr val="000000"/>
                </a:solidFill>
              </a:defRPr>
            </a:pPr>
            <a:r>
              <a:rPr dirty="0">
                <a:solidFill>
                  <a:srgbClr val="FFFFFF"/>
                </a:solidFill>
              </a:rPr>
              <a:t>Body Level One</a:t>
            </a:r>
          </a:p>
          <a:p>
            <a:pPr lvl="0">
              <a:defRPr>
                <a:solidFill>
                  <a:srgbClr val="000000"/>
                </a:solidFill>
              </a:defRPr>
            </a:pPr>
            <a:r>
              <a:rPr dirty="0">
                <a:solidFill>
                  <a:srgbClr val="FFFFFF"/>
                </a:solidFill>
              </a:rPr>
              <a:t>Body Level Two</a:t>
            </a:r>
          </a:p>
          <a:p>
            <a:pPr lvl="0">
              <a:defRPr>
                <a:solidFill>
                  <a:srgbClr val="000000"/>
                </a:solidFill>
              </a:defRPr>
            </a:pPr>
            <a:r>
              <a:rPr dirty="0">
                <a:solidFill>
                  <a:srgbClr val="FFFFFF"/>
                </a:solidFill>
              </a:rPr>
              <a:t>Body Level Three</a:t>
            </a:r>
          </a:p>
          <a:p>
            <a:pPr lvl="0">
              <a:defRPr>
                <a:solidFill>
                  <a:srgbClr val="000000"/>
                </a:solidFill>
              </a:defRPr>
            </a:pPr>
            <a:r>
              <a:rPr dirty="0">
                <a:solidFill>
                  <a:srgbClr val="FFFFFF"/>
                </a:solidFill>
              </a:rPr>
              <a:t>Body Level Four</a:t>
            </a:r>
          </a:p>
          <a:p>
            <a:pPr lvl="0">
              <a:defRPr>
                <a:solidFill>
                  <a:srgbClr val="000000"/>
                </a:solidFill>
              </a:defRPr>
            </a:pPr>
            <a:r>
              <a:rPr dirty="0">
                <a:solidFill>
                  <a:srgbClr val="FFFFFF"/>
                </a:solidFill>
              </a:rPr>
              <a:t>Body Level Five</a:t>
            </a:r>
          </a:p>
        </p:txBody>
      </p:sp>
      <p:sp>
        <p:nvSpPr>
          <p:cNvPr id="4" name="Shape 4"/>
          <p:cNvSpPr/>
          <p:nvPr/>
        </p:nvSpPr>
        <p:spPr>
          <a:xfrm>
            <a:off x="0" y="6733072"/>
            <a:ext cx="9144000" cy="124929"/>
          </a:xfrm>
          <a:prstGeom prst="rect">
            <a:avLst/>
          </a:prstGeom>
          <a:solidFill>
            <a:srgbClr val="FFFFFF"/>
          </a:solidFill>
          <a:ln w="12700">
            <a:miter lim="400000"/>
          </a:ln>
        </p:spPr>
        <p:txBody>
          <a:bodyPr lIns="0" tIns="0" rIns="0" bIns="0" anchor="ctr"/>
          <a:lstStyle/>
          <a:p>
            <a:pPr algn="ctr" defTabSz="457124" fontAlgn="auto">
              <a:spcBef>
                <a:spcPts val="0"/>
              </a:spcBef>
              <a:spcAft>
                <a:spcPts val="0"/>
              </a:spcAft>
              <a:defRPr>
                <a:solidFill>
                  <a:srgbClr val="FFFFFF"/>
                </a:solidFill>
              </a:defRPr>
            </a:pPr>
            <a:endParaRPr sz="1800" kern="0">
              <a:solidFill>
                <a:srgbClr val="FFFFFF"/>
              </a:solidFill>
              <a:latin typeface="Calibri" panose="020F0502020204030204"/>
              <a:sym typeface="Calibri" panose="020F0502020204030204"/>
            </a:endParaRPr>
          </a:p>
        </p:txBody>
      </p:sp>
      <p:sp>
        <p:nvSpPr>
          <p:cNvPr id="5" name="Shape 5"/>
          <p:cNvSpPr/>
          <p:nvPr/>
        </p:nvSpPr>
        <p:spPr>
          <a:xfrm>
            <a:off x="1" y="4008093"/>
            <a:ext cx="9144001" cy="2724981"/>
          </a:xfrm>
          <a:custGeom>
            <a:avLst/>
            <a:gdLst/>
            <a:ahLst/>
            <a:cxnLst>
              <a:cxn ang="0">
                <a:pos x="wd2" y="hd2"/>
              </a:cxn>
              <a:cxn ang="5400000">
                <a:pos x="wd2" y="hd2"/>
              </a:cxn>
              <a:cxn ang="10800000">
                <a:pos x="wd2" y="hd2"/>
              </a:cxn>
              <a:cxn ang="16200000">
                <a:pos x="wd2" y="hd2"/>
              </a:cxn>
            </a:cxnLst>
            <a:rect l="0" t="0" r="r" b="b"/>
            <a:pathLst>
              <a:path w="21600" h="21600" extrusionOk="0">
                <a:moveTo>
                  <a:pt x="25" y="4894"/>
                </a:moveTo>
                <a:cubicBezTo>
                  <a:pt x="7175" y="4894"/>
                  <a:pt x="14867" y="6140"/>
                  <a:pt x="21600" y="0"/>
                </a:cubicBezTo>
                <a:lnTo>
                  <a:pt x="21600" y="21600"/>
                </a:lnTo>
                <a:lnTo>
                  <a:pt x="0" y="21600"/>
                </a:lnTo>
                <a:lnTo>
                  <a:pt x="25" y="4894"/>
                </a:lnTo>
                <a:close/>
              </a:path>
            </a:pathLst>
          </a:custGeom>
          <a:solidFill>
            <a:srgbClr val="A08BB9"/>
          </a:solidFill>
          <a:ln w="12700">
            <a:miter lim="400000"/>
          </a:ln>
        </p:spPr>
        <p:txBody>
          <a:bodyPr lIns="0" tIns="0" rIns="0" bIns="0" anchor="ctr"/>
          <a:lstStyle/>
          <a:p>
            <a:pPr algn="ctr" defTabSz="457124" fontAlgn="auto">
              <a:spcBef>
                <a:spcPts val="0"/>
              </a:spcBef>
              <a:spcAft>
                <a:spcPts val="0"/>
              </a:spcAft>
              <a:defRPr>
                <a:solidFill>
                  <a:srgbClr val="FFFFFF"/>
                </a:solidFill>
              </a:defRPr>
            </a:pPr>
            <a:endParaRPr sz="1800" kern="0">
              <a:solidFill>
                <a:srgbClr val="FFFFFF"/>
              </a:solidFill>
              <a:latin typeface="Calibri" panose="020F0502020204030204"/>
              <a:sym typeface="Calibri" panose="020F0502020204030204"/>
            </a:endParaRPr>
          </a:p>
        </p:txBody>
      </p:sp>
      <p:pic>
        <p:nvPicPr>
          <p:cNvPr id="6" name="image2.png"/>
          <p:cNvPicPr/>
          <p:nvPr/>
        </p:nvPicPr>
        <p:blipFill>
          <a:blip r:embed="rId15"/>
          <a:stretch>
            <a:fillRect/>
          </a:stretch>
        </p:blipFill>
        <p:spPr>
          <a:xfrm>
            <a:off x="3653653" y="4757657"/>
            <a:ext cx="1840079" cy="1840079"/>
          </a:xfrm>
          <a:prstGeom prst="rect">
            <a:avLst/>
          </a:prstGeom>
          <a:ln w="12700">
            <a:miter lim="400000"/>
            <a:headEnd/>
            <a:tailEnd/>
          </a:ln>
        </p:spPr>
      </p:pic>
    </p:spTree>
    <p:extLst>
      <p:ext uri="{BB962C8B-B14F-4D97-AF65-F5344CB8AC3E}">
        <p14:creationId xmlns:p14="http://schemas.microsoft.com/office/powerpoint/2010/main" val="219214197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ransition spd="med"/>
  <p:txStyles>
    <p:titleStyle>
      <a:lvl1pPr algn="ctr" defTabSz="457124">
        <a:defRPr sz="5400" i="1">
          <a:solidFill>
            <a:srgbClr val="FFFFFF"/>
          </a:solidFill>
          <a:latin typeface="Georgia" panose="02040502050405020303"/>
          <a:ea typeface="Georgia" panose="02040502050405020303"/>
          <a:cs typeface="Georgia" panose="02040502050405020303"/>
          <a:sym typeface="Georgia" panose="02040502050405020303"/>
        </a:defRPr>
      </a:lvl1pPr>
      <a:lvl2pPr algn="ctr" defTabSz="457124">
        <a:defRPr sz="5400" i="1">
          <a:solidFill>
            <a:srgbClr val="FFFFFF"/>
          </a:solidFill>
          <a:latin typeface="Georgia" panose="02040502050405020303"/>
          <a:ea typeface="Georgia" panose="02040502050405020303"/>
          <a:cs typeface="Georgia" panose="02040502050405020303"/>
          <a:sym typeface="Georgia" panose="02040502050405020303"/>
        </a:defRPr>
      </a:lvl2pPr>
      <a:lvl3pPr algn="ctr" defTabSz="457124">
        <a:defRPr sz="5400" i="1">
          <a:solidFill>
            <a:srgbClr val="FFFFFF"/>
          </a:solidFill>
          <a:latin typeface="Georgia" panose="02040502050405020303"/>
          <a:ea typeface="Georgia" panose="02040502050405020303"/>
          <a:cs typeface="Georgia" panose="02040502050405020303"/>
          <a:sym typeface="Georgia" panose="02040502050405020303"/>
        </a:defRPr>
      </a:lvl3pPr>
      <a:lvl4pPr algn="ctr" defTabSz="457124">
        <a:defRPr sz="5400" i="1">
          <a:solidFill>
            <a:srgbClr val="FFFFFF"/>
          </a:solidFill>
          <a:latin typeface="Georgia" panose="02040502050405020303"/>
          <a:ea typeface="Georgia" panose="02040502050405020303"/>
          <a:cs typeface="Georgia" panose="02040502050405020303"/>
          <a:sym typeface="Georgia" panose="02040502050405020303"/>
        </a:defRPr>
      </a:lvl4pPr>
      <a:lvl5pPr algn="ctr" defTabSz="457124">
        <a:defRPr sz="5400" i="1">
          <a:solidFill>
            <a:srgbClr val="FFFFFF"/>
          </a:solidFill>
          <a:latin typeface="Georgia" panose="02040502050405020303"/>
          <a:ea typeface="Georgia" panose="02040502050405020303"/>
          <a:cs typeface="Georgia" panose="02040502050405020303"/>
          <a:sym typeface="Georgia" panose="02040502050405020303"/>
        </a:defRPr>
      </a:lvl5pPr>
      <a:lvl6pPr algn="ctr" defTabSz="457124">
        <a:defRPr sz="5400" i="1">
          <a:solidFill>
            <a:srgbClr val="FFFFFF"/>
          </a:solidFill>
          <a:latin typeface="Georgia" panose="02040502050405020303"/>
          <a:ea typeface="Georgia" panose="02040502050405020303"/>
          <a:cs typeface="Georgia" panose="02040502050405020303"/>
          <a:sym typeface="Georgia" panose="02040502050405020303"/>
        </a:defRPr>
      </a:lvl6pPr>
      <a:lvl7pPr algn="ctr" defTabSz="457124">
        <a:defRPr sz="5400" i="1">
          <a:solidFill>
            <a:srgbClr val="FFFFFF"/>
          </a:solidFill>
          <a:latin typeface="Georgia" panose="02040502050405020303"/>
          <a:ea typeface="Georgia" panose="02040502050405020303"/>
          <a:cs typeface="Georgia" panose="02040502050405020303"/>
          <a:sym typeface="Georgia" panose="02040502050405020303"/>
        </a:defRPr>
      </a:lvl7pPr>
      <a:lvl8pPr algn="ctr" defTabSz="457124">
        <a:defRPr sz="5400" i="1">
          <a:solidFill>
            <a:srgbClr val="FFFFFF"/>
          </a:solidFill>
          <a:latin typeface="Georgia" panose="02040502050405020303"/>
          <a:ea typeface="Georgia" panose="02040502050405020303"/>
          <a:cs typeface="Georgia" panose="02040502050405020303"/>
          <a:sym typeface="Georgia" panose="02040502050405020303"/>
        </a:defRPr>
      </a:lvl8pPr>
      <a:lvl9pPr algn="ctr" defTabSz="457124">
        <a:defRPr sz="5400" i="1">
          <a:solidFill>
            <a:srgbClr val="FFFFFF"/>
          </a:solidFill>
          <a:latin typeface="Georgia" panose="02040502050405020303"/>
          <a:ea typeface="Georgia" panose="02040502050405020303"/>
          <a:cs typeface="Georgia" panose="02040502050405020303"/>
          <a:sym typeface="Georgia" panose="02040502050405020303"/>
        </a:defRPr>
      </a:lvl9pPr>
    </p:titleStyle>
    <p:bodyStyle>
      <a:lvl1pPr algn="ctr" defTabSz="457124">
        <a:spcBef>
          <a:spcPts val="399"/>
        </a:spcBef>
        <a:defRPr>
          <a:solidFill>
            <a:srgbClr val="FFFFFF"/>
          </a:solidFill>
          <a:latin typeface="Verdana" panose="020B0604030504040204"/>
          <a:ea typeface="Verdana" panose="020B0604030504040204"/>
          <a:cs typeface="Verdana" panose="020B0604030504040204"/>
          <a:sym typeface="Verdana" panose="020B0604030504040204"/>
        </a:defRPr>
      </a:lvl1pPr>
      <a:lvl2pPr indent="457124" algn="ctr" defTabSz="457124">
        <a:spcBef>
          <a:spcPts val="399"/>
        </a:spcBef>
        <a:defRPr>
          <a:solidFill>
            <a:srgbClr val="FFFFFF"/>
          </a:solidFill>
          <a:latin typeface="Verdana" panose="020B0604030504040204"/>
          <a:ea typeface="Verdana" panose="020B0604030504040204"/>
          <a:cs typeface="Verdana" panose="020B0604030504040204"/>
          <a:sym typeface="Verdana" panose="020B0604030504040204"/>
        </a:defRPr>
      </a:lvl2pPr>
      <a:lvl3pPr indent="914248" algn="ctr" defTabSz="457124">
        <a:spcBef>
          <a:spcPts val="399"/>
        </a:spcBef>
        <a:defRPr>
          <a:solidFill>
            <a:srgbClr val="FFFFFF"/>
          </a:solidFill>
          <a:latin typeface="Verdana" panose="020B0604030504040204"/>
          <a:ea typeface="Verdana" panose="020B0604030504040204"/>
          <a:cs typeface="Verdana" panose="020B0604030504040204"/>
          <a:sym typeface="Verdana" panose="020B0604030504040204"/>
        </a:defRPr>
      </a:lvl3pPr>
      <a:lvl4pPr indent="1371371" algn="ctr" defTabSz="457124">
        <a:spcBef>
          <a:spcPts val="399"/>
        </a:spcBef>
        <a:defRPr>
          <a:solidFill>
            <a:srgbClr val="FFFFFF"/>
          </a:solidFill>
          <a:latin typeface="Verdana" panose="020B0604030504040204"/>
          <a:ea typeface="Verdana" panose="020B0604030504040204"/>
          <a:cs typeface="Verdana" panose="020B0604030504040204"/>
          <a:sym typeface="Verdana" panose="020B0604030504040204"/>
        </a:defRPr>
      </a:lvl4pPr>
      <a:lvl5pPr indent="1828495" algn="ctr" defTabSz="457124">
        <a:spcBef>
          <a:spcPts val="399"/>
        </a:spcBef>
        <a:defRPr>
          <a:solidFill>
            <a:srgbClr val="FFFFFF"/>
          </a:solidFill>
          <a:latin typeface="Verdana" panose="020B0604030504040204"/>
          <a:ea typeface="Verdana" panose="020B0604030504040204"/>
          <a:cs typeface="Verdana" panose="020B0604030504040204"/>
          <a:sym typeface="Verdana" panose="020B0604030504040204"/>
        </a:defRPr>
      </a:lvl5pPr>
      <a:lvl6pPr indent="2285619" algn="ctr" defTabSz="457124">
        <a:spcBef>
          <a:spcPts val="399"/>
        </a:spcBef>
        <a:defRPr>
          <a:solidFill>
            <a:srgbClr val="FFFFFF"/>
          </a:solidFill>
          <a:latin typeface="Verdana" panose="020B0604030504040204"/>
          <a:ea typeface="Verdana" panose="020B0604030504040204"/>
          <a:cs typeface="Verdana" panose="020B0604030504040204"/>
          <a:sym typeface="Verdana" panose="020B0604030504040204"/>
        </a:defRPr>
      </a:lvl6pPr>
      <a:lvl7pPr indent="2743276" algn="ctr" defTabSz="457124">
        <a:spcBef>
          <a:spcPts val="399"/>
        </a:spcBef>
        <a:defRPr>
          <a:solidFill>
            <a:srgbClr val="FFFFFF"/>
          </a:solidFill>
          <a:latin typeface="Verdana" panose="020B0604030504040204"/>
          <a:ea typeface="Verdana" panose="020B0604030504040204"/>
          <a:cs typeface="Verdana" panose="020B0604030504040204"/>
          <a:sym typeface="Verdana" panose="020B0604030504040204"/>
        </a:defRPr>
      </a:lvl7pPr>
      <a:lvl8pPr indent="3200400" algn="ctr" defTabSz="457124">
        <a:spcBef>
          <a:spcPts val="399"/>
        </a:spcBef>
        <a:defRPr>
          <a:solidFill>
            <a:srgbClr val="FFFFFF"/>
          </a:solidFill>
          <a:latin typeface="Verdana" panose="020B0604030504040204"/>
          <a:ea typeface="Verdana" panose="020B0604030504040204"/>
          <a:cs typeface="Verdana" panose="020B0604030504040204"/>
          <a:sym typeface="Verdana" panose="020B0604030504040204"/>
        </a:defRPr>
      </a:lvl8pPr>
      <a:lvl9pPr indent="3657524" algn="ctr" defTabSz="457124">
        <a:spcBef>
          <a:spcPts val="399"/>
        </a:spcBef>
        <a:defRPr>
          <a:solidFill>
            <a:srgbClr val="FFFFFF"/>
          </a:solidFill>
          <a:latin typeface="Verdana" panose="020B0604030504040204"/>
          <a:ea typeface="Verdana" panose="020B0604030504040204"/>
          <a:cs typeface="Verdana" panose="020B0604030504040204"/>
          <a:sym typeface="Verdana" panose="020B0604030504040204"/>
        </a:defRPr>
      </a:lvl9pPr>
    </p:bodyStyle>
    <p:otherStyle>
      <a:lvl1pPr algn="r" defTabSz="457124">
        <a:defRPr sz="1200">
          <a:solidFill>
            <a:schemeClr val="tx1"/>
          </a:solidFill>
          <a:latin typeface="+mn-lt"/>
          <a:ea typeface="+mn-ea"/>
          <a:cs typeface="+mn-cs"/>
          <a:sym typeface="Calibri" panose="020F0502020204030204"/>
        </a:defRPr>
      </a:lvl1pPr>
      <a:lvl2pPr indent="457124" algn="r" defTabSz="457124">
        <a:defRPr sz="1200">
          <a:solidFill>
            <a:schemeClr val="tx1"/>
          </a:solidFill>
          <a:latin typeface="+mn-lt"/>
          <a:ea typeface="+mn-ea"/>
          <a:cs typeface="+mn-cs"/>
          <a:sym typeface="Calibri" panose="020F0502020204030204"/>
        </a:defRPr>
      </a:lvl2pPr>
      <a:lvl3pPr indent="914248" algn="r" defTabSz="457124">
        <a:defRPr sz="1200">
          <a:solidFill>
            <a:schemeClr val="tx1"/>
          </a:solidFill>
          <a:latin typeface="+mn-lt"/>
          <a:ea typeface="+mn-ea"/>
          <a:cs typeface="+mn-cs"/>
          <a:sym typeface="Calibri" panose="020F0502020204030204"/>
        </a:defRPr>
      </a:lvl3pPr>
      <a:lvl4pPr indent="1371371" algn="r" defTabSz="457124">
        <a:defRPr sz="1200">
          <a:solidFill>
            <a:schemeClr val="tx1"/>
          </a:solidFill>
          <a:latin typeface="+mn-lt"/>
          <a:ea typeface="+mn-ea"/>
          <a:cs typeface="+mn-cs"/>
          <a:sym typeface="Calibri" panose="020F0502020204030204"/>
        </a:defRPr>
      </a:lvl4pPr>
      <a:lvl5pPr indent="1828495" algn="r" defTabSz="457124">
        <a:defRPr sz="1200">
          <a:solidFill>
            <a:schemeClr val="tx1"/>
          </a:solidFill>
          <a:latin typeface="+mn-lt"/>
          <a:ea typeface="+mn-ea"/>
          <a:cs typeface="+mn-cs"/>
          <a:sym typeface="Calibri" panose="020F0502020204030204"/>
        </a:defRPr>
      </a:lvl5pPr>
      <a:lvl6pPr indent="2285619" algn="r" defTabSz="457124">
        <a:defRPr sz="1200">
          <a:solidFill>
            <a:schemeClr val="tx1"/>
          </a:solidFill>
          <a:latin typeface="+mn-lt"/>
          <a:ea typeface="+mn-ea"/>
          <a:cs typeface="+mn-cs"/>
          <a:sym typeface="Calibri" panose="020F0502020204030204"/>
        </a:defRPr>
      </a:lvl6pPr>
      <a:lvl7pPr indent="2743276" algn="r" defTabSz="457124">
        <a:defRPr sz="1200">
          <a:solidFill>
            <a:schemeClr val="tx1"/>
          </a:solidFill>
          <a:latin typeface="+mn-lt"/>
          <a:ea typeface="+mn-ea"/>
          <a:cs typeface="+mn-cs"/>
          <a:sym typeface="Calibri" panose="020F0502020204030204"/>
        </a:defRPr>
      </a:lvl7pPr>
      <a:lvl8pPr indent="3200400" algn="r" defTabSz="457124">
        <a:defRPr sz="1200">
          <a:solidFill>
            <a:schemeClr val="tx1"/>
          </a:solidFill>
          <a:latin typeface="+mn-lt"/>
          <a:ea typeface="+mn-ea"/>
          <a:cs typeface="+mn-cs"/>
          <a:sym typeface="Calibri" panose="020F0502020204030204"/>
        </a:defRPr>
      </a:lvl8pPr>
      <a:lvl9pPr indent="3657524" algn="r" defTabSz="457124">
        <a:defRPr sz="1200">
          <a:solidFill>
            <a:schemeClr val="tx1"/>
          </a:solidFill>
          <a:latin typeface="+mn-lt"/>
          <a:ea typeface="+mn-ea"/>
          <a:cs typeface="+mn-cs"/>
          <a:sym typeface="Calibri" panose="020F050202020403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www.kepu.net.cn/gb/technology/ancientech/ancientech_compass/2.1b.html" TargetMode="Externa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hyperlink" Target="http://www.kepu.net.cn/gb/technology/ancientech/ancientech_compass/2.2b.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html:file://D:\My%20Document\Back%20to%20China\lesson\MAP&#35838;&#31243;\2010-&#31179;&#23395;\&#21442;&#32771;&#36164;&#26009;\&#19977;&#35282;&#32423;&#25968;_&#20114;&#21160;&#30334;&#31185;.mht!http://a1.att.hudong.com/01/15/01000000000000119081544694401_s.gif" TargetMode="External"/><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html:file://D:\My%20Document\Back%20to%20China\lesson\MAP&#35838;&#31243;\2010-&#31179;&#23395;\&#21442;&#32771;&#36164;&#26009;\&#19977;&#35282;&#32423;&#25968;_&#20114;&#21160;&#30334;&#31185;.mht!http://a3.att.hudong.com/06/15/01000000000000119081544695506_s.gif" TargetMode="Externa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hyperlink" Target="http://tupian.hudong.com/a2_16_09_01300000271069123623096822117_gif.html" TargetMode="External"/><Relationship Id="rId1"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hyperlink" Target="http://imgsrc.baidu.com/baike/pic/item/fd428c45bfa7842c879473e7.jpg"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30.wmf"/><Relationship Id="rId4" Type="http://schemas.openxmlformats.org/officeDocument/2006/relationships/oleObject" Target="../embeddings/oleObject1.bin"/></Relationships>
</file>

<file path=ppt/slides/_rels/slide4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 Id="rId4" Type="http://schemas.openxmlformats.org/officeDocument/2006/relationships/image" Target="../media/image34.jpeg"/></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hyperlink" Target="http://images.google.com/imgres?imgurl=http://images.businessweek.com/ss/07/01/0131_demo2007/image/1.jpg&amp;imgrefurl=http://images.businessweek.com/ss/07/01/0131_demo2007/source/2.htm&amp;h=400&amp;w=533&amp;sz=62&amp;hl=en&amp;start=179&amp;um=1&amp;tbnid=SiTCHo-z8_v3cM:&amp;tbnh=99&amp;tbnw=132&amp;prev=/images?q%3Delectronic%2Bdevice%2Bpictures%26start%3D160%26ndsp%3D20%26svnum%3D10%26um%3D1%26hl%3Den%26newwindow%3D1%26sa%3DN" TargetMode="External"/><Relationship Id="rId13" Type="http://schemas.openxmlformats.org/officeDocument/2006/relationships/image" Target="../media/image55.jpeg"/><Relationship Id="rId18" Type="http://schemas.openxmlformats.org/officeDocument/2006/relationships/image" Target="../media/image59.jpeg"/><Relationship Id="rId3" Type="http://schemas.openxmlformats.org/officeDocument/2006/relationships/image" Target="../media/image49.jpeg"/><Relationship Id="rId21" Type="http://schemas.openxmlformats.org/officeDocument/2006/relationships/hyperlink" Target="http://images.google.com/imgres?imgurl=http://www.darom.ru/images/big-Philips%20DECT2251S%20-%2051.jpg&amp;imgrefurl=http://kaleidokleio.blogspot.com/2006_10_01_archive.html&amp;h=250&amp;w=221&amp;sz=12&amp;hl=en&amp;start=22&amp;um=1&amp;tbnid=bOC7P3jNLQKBEM:&amp;tbnh=111&amp;tbnw=98&amp;prev=/images?q%3Ddaily-life%2B%2Belectronic%26start%3D20%26ndsp%3D20%26svnum%3D10%26um%3D1%26hl%3Den%26newwindow%3D1%26sa%3DN" TargetMode="External"/><Relationship Id="rId7" Type="http://schemas.openxmlformats.org/officeDocument/2006/relationships/image" Target="../media/image51.jpeg"/><Relationship Id="rId12" Type="http://schemas.openxmlformats.org/officeDocument/2006/relationships/hyperlink" Target="http://dpmac.com/storage/epson/epson-p1000.jpg" TargetMode="External"/><Relationship Id="rId17" Type="http://schemas.openxmlformats.org/officeDocument/2006/relationships/image" Target="../media/image58.jpeg"/><Relationship Id="rId2" Type="http://schemas.openxmlformats.org/officeDocument/2006/relationships/hyperlink" Target="http://images.google.com/imgres?imgurl=http://justanothermobilemonday.com/Wordpress/wp-content/uploads/56144_pdaplusphone.jpg&amp;imgrefurl=http://justanothermobilemonday.com/Wordpress/category/rumors-myths/page/2/&amp;h=360&amp;w=480&amp;sz=20&amp;hl=en&amp;start=14&amp;um=1&amp;tbnid=9ES3KIZN_QQ7JM:&amp;tbnh=97&amp;tbnw=129&amp;prev=/images?q%3Delectronic%2Bdevice%2Bpictures%26svnum%3D10%26um%3D1%26hl%3Den%26newwindow%3D1%26sa%3DN" TargetMode="External"/><Relationship Id="rId16" Type="http://schemas.openxmlformats.org/officeDocument/2006/relationships/image" Target="../media/image57.png"/><Relationship Id="rId20" Type="http://schemas.openxmlformats.org/officeDocument/2006/relationships/image" Target="../media/image60.jpeg"/><Relationship Id="rId1" Type="http://schemas.openxmlformats.org/officeDocument/2006/relationships/slideLayout" Target="../slideLayouts/slideLayout2.xml"/><Relationship Id="rId6" Type="http://schemas.openxmlformats.org/officeDocument/2006/relationships/hyperlink" Target="http://images.google.com/imgres?imgurl=http://www.menstech.com/UserFiles/Image/10%20TopTipsConsiderPurchasingDigitalCamera3%20040606-post06.gif&amp;imgrefurl=http://www.menstech.com/2006/04/06/10-top-tips-to-consider-when-purchasing-a-digital-camera/&amp;h=286&amp;w=476&amp;sz=44&amp;hl=en&amp;start=96&amp;um=1&amp;tbnid=3AtibD_dEhqQoM:&amp;tbnh=78&amp;tbnw=129&amp;prev=/images?q%3Delectronic%2Bdevice%2Bpictures%26start%3D80%26ndsp%3D20%26svnum%3D10%26um%3D1%26hl%3Den%26newwindow%3D1%26sa%3DN" TargetMode="External"/><Relationship Id="rId11" Type="http://schemas.openxmlformats.org/officeDocument/2006/relationships/image" Target="../media/image54.jpeg"/><Relationship Id="rId24" Type="http://schemas.openxmlformats.org/officeDocument/2006/relationships/image" Target="../media/image62.jpeg"/><Relationship Id="rId5" Type="http://schemas.openxmlformats.org/officeDocument/2006/relationships/image" Target="../media/image50.jpeg"/><Relationship Id="rId15" Type="http://schemas.openxmlformats.org/officeDocument/2006/relationships/hyperlink" Target="http://www.jmsonline.net/ppp/images/25534LG.gif" TargetMode="External"/><Relationship Id="rId23" Type="http://schemas.openxmlformats.org/officeDocument/2006/relationships/hyperlink" Target="http://images.google.com/imgres?imgurl=http://onlineshop.rnib.org.uk/local_images/products/zoomimages/3230.jpg&amp;imgrefurl=http://onlineshop.rnib.org.uk/enlarge_image.asp?n%3D11%26c%3D8%26sc%3D39%26id%3D3230%26it%3D1%26l%3D3%26d%3D0&amp;h=500&amp;w=500&amp;sz=31&amp;hl=en&amp;start=136&amp;um=1&amp;tbnid=CFEbcp-P4tdteM:&amp;tbnh=130&amp;tbnw=130&amp;prev=/images?q%3Ddaily-life%2B%2Belectronic%26start%3D120%26ndsp%3D20%26svnum%3D10%26um%3D1%26hl%3Den%26newwindow%3D1%26sa%3DN" TargetMode="External"/><Relationship Id="rId10" Type="http://schemas.openxmlformats.org/officeDocument/2006/relationships/image" Target="../media/image53.jpeg"/><Relationship Id="rId19" Type="http://schemas.openxmlformats.org/officeDocument/2006/relationships/hyperlink" Target="http://images.google.com/imgres?imgurl=http://merchants.visa.com/ds/images/prevention_header.jpg&amp;imgrefurl=http://merchants.visa.com/ds/main.jsp&amp;h=104&amp;w=419&amp;sz=18&amp;hl=en&amp;start=27&amp;um=1&amp;tbnid=bWdxRcONQDuclM:&amp;tbnh=31&amp;tbnw=125&amp;prev=/images?q%3Ddaily-life%2B%2Belectronic%26start%3D20%26ndsp%3D20%26svnum%3D10%26um%3D1%26hl%3Den%26newwindow%3D1%26sa%3DN" TargetMode="External"/><Relationship Id="rId4" Type="http://schemas.openxmlformats.org/officeDocument/2006/relationships/hyperlink" Target="http://images.google.com/imgres?imgurl=http://www.cellphonebeat.com/images/chargepod_photo1_sm_2405.jpg&amp;imgrefurl=http://www.cellphonebeat.com/entry/callpod-unveils-6-way-charging-contraption/&amp;h=318&amp;w=425&amp;sz=25&amp;hl=en&amp;start=24&amp;um=1&amp;tbnid=pYZMY9BT3eDnVM:&amp;tbnh=94&amp;tbnw=126&amp;prev=/images?q%3Delectronic%2Bdevice%2Bpictures%26start%3D20%26ndsp%3D20%26svnum%3D10%26um%3D1%26hl%3Den%26newwindow%3D1%26sa%3DN" TargetMode="External"/><Relationship Id="rId9" Type="http://schemas.openxmlformats.org/officeDocument/2006/relationships/image" Target="../media/image52.jpeg"/><Relationship Id="rId14" Type="http://schemas.openxmlformats.org/officeDocument/2006/relationships/image" Target="../media/image56.png"/><Relationship Id="rId22" Type="http://schemas.openxmlformats.org/officeDocument/2006/relationships/image" Target="../media/image61.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8" Type="http://schemas.openxmlformats.org/officeDocument/2006/relationships/image" Target="../media/image74.wmf"/><Relationship Id="rId3" Type="http://schemas.openxmlformats.org/officeDocument/2006/relationships/image" Target="../media/image69.jpeg"/><Relationship Id="rId7" Type="http://schemas.openxmlformats.org/officeDocument/2006/relationships/image" Target="../media/image73.wmf"/><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71.jpeg"/><Relationship Id="rId4" Type="http://schemas.openxmlformats.org/officeDocument/2006/relationships/image" Target="../media/image7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75.emf"/></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506808" y="116632"/>
            <a:ext cx="8229600" cy="3613581"/>
          </a:xfrm>
        </p:spPr>
        <p:txBody>
          <a:bodyPr/>
          <a:lstStyle/>
          <a:p>
            <a:pPr eaLnBrk="1" hangingPunct="1"/>
            <a:r>
              <a:rPr lang="zh-CN" altLang="en-US" sz="3200" b="0" dirty="0">
                <a:ea typeface="华文隶书" pitchFamily="2" charset="-122"/>
              </a:rPr>
              <a:t>清华大学电子工程系</a:t>
            </a:r>
            <a:br>
              <a:rPr lang="zh-CN" altLang="en-US" sz="3600" dirty="0"/>
            </a:br>
            <a:r>
              <a:rPr lang="zh-CN" altLang="en-US" sz="3600" dirty="0"/>
              <a:t>电子信息科学与技术导引</a:t>
            </a:r>
            <a:br>
              <a:rPr lang="zh-CN" altLang="en-US" sz="3600" dirty="0">
                <a:ea typeface="华文隶书" pitchFamily="2" charset="-122"/>
              </a:rPr>
            </a:br>
            <a:br>
              <a:rPr lang="zh-CN" altLang="en-US" sz="4000" dirty="0">
                <a:ea typeface="华文隶书" pitchFamily="2" charset="-122"/>
              </a:rPr>
            </a:br>
            <a:r>
              <a:rPr lang="zh-CN" altLang="en-US" sz="4000" b="0" dirty="0">
                <a:ea typeface="华文隶书" pitchFamily="2" charset="-122"/>
              </a:rPr>
              <a:t>第一讲</a:t>
            </a:r>
            <a:br>
              <a:rPr lang="zh-CN" altLang="en-US" sz="4000" dirty="0">
                <a:ea typeface="华文隶书" pitchFamily="2" charset="-122"/>
              </a:rPr>
            </a:br>
            <a:r>
              <a:rPr lang="zh-CN" altLang="en-US" sz="5400" dirty="0"/>
              <a:t>电磁学与分析数学史概览</a:t>
            </a:r>
          </a:p>
        </p:txBody>
      </p:sp>
      <p:sp>
        <p:nvSpPr>
          <p:cNvPr id="3075" name="Line 4"/>
          <p:cNvSpPr>
            <a:spLocks noChangeShapeType="1"/>
          </p:cNvSpPr>
          <p:nvPr/>
        </p:nvSpPr>
        <p:spPr bwMode="auto">
          <a:xfrm>
            <a:off x="755650" y="1628775"/>
            <a:ext cx="7632700" cy="0"/>
          </a:xfrm>
          <a:prstGeom prst="line">
            <a:avLst/>
          </a:prstGeom>
          <a:noFill/>
          <a:ln w="38100">
            <a:pattFill prst="dkHorz">
              <a:fgClr>
                <a:schemeClr val="tx1"/>
              </a:fgClr>
              <a:bgClr>
                <a:schemeClr val="accent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6" name="Text Box 5"/>
          <p:cNvSpPr txBox="1">
            <a:spLocks noChangeArrowheads="1"/>
          </p:cNvSpPr>
          <p:nvPr/>
        </p:nvSpPr>
        <p:spPr bwMode="auto">
          <a:xfrm>
            <a:off x="2532329" y="4945638"/>
            <a:ext cx="453201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r>
              <a:rPr lang="zh-CN" altLang="en-US" sz="3200" b="1" dirty="0">
                <a:solidFill>
                  <a:srgbClr val="333300"/>
                </a:solidFill>
              </a:rPr>
              <a:t>原稿：王希勤、黄翊东  </a:t>
            </a:r>
          </a:p>
        </p:txBody>
      </p:sp>
      <p:sp>
        <p:nvSpPr>
          <p:cNvPr id="3077" name="Text Box 7"/>
          <p:cNvSpPr txBox="1">
            <a:spLocks noChangeArrowheads="1"/>
          </p:cNvSpPr>
          <p:nvPr/>
        </p:nvSpPr>
        <p:spPr bwMode="auto">
          <a:xfrm>
            <a:off x="3911317" y="4246563"/>
            <a:ext cx="1420582"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lnSpc>
                <a:spcPct val="90000"/>
              </a:lnSpc>
              <a:spcBef>
                <a:spcPct val="20000"/>
              </a:spcBef>
            </a:pPr>
            <a:r>
              <a:rPr lang="zh-CN" altLang="en-US" sz="3200" b="1" dirty="0">
                <a:solidFill>
                  <a:srgbClr val="333300"/>
                </a:solidFill>
              </a:rPr>
              <a:t>王希勤</a:t>
            </a:r>
            <a:endParaRPr lang="zh-CN" altLang="en-US" sz="3200" dirty="0"/>
          </a:p>
        </p:txBody>
      </p:sp>
      <p:sp>
        <p:nvSpPr>
          <p:cNvPr id="3078" name="Text Box 9"/>
          <p:cNvSpPr txBox="1">
            <a:spLocks noChangeArrowheads="1"/>
          </p:cNvSpPr>
          <p:nvPr/>
        </p:nvSpPr>
        <p:spPr bwMode="auto">
          <a:xfrm>
            <a:off x="2366962" y="5876925"/>
            <a:ext cx="4509293"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lnSpc>
                <a:spcPct val="80000"/>
              </a:lnSpc>
              <a:spcBef>
                <a:spcPct val="20000"/>
              </a:spcBef>
            </a:pPr>
            <a:r>
              <a:rPr lang="en-US" altLang="zh-CN" sz="2400" b="1" dirty="0">
                <a:solidFill>
                  <a:srgbClr val="333300"/>
                </a:solidFill>
              </a:rPr>
              <a:t>2019</a:t>
            </a:r>
            <a:r>
              <a:rPr lang="zh-CN" altLang="en-US" sz="2400" b="1" dirty="0">
                <a:solidFill>
                  <a:srgbClr val="333300"/>
                </a:solidFill>
              </a:rPr>
              <a:t>年</a:t>
            </a:r>
            <a:r>
              <a:rPr lang="en-US" altLang="zh-CN" sz="2400" b="1" dirty="0">
                <a:solidFill>
                  <a:srgbClr val="333300"/>
                </a:solidFill>
              </a:rPr>
              <a:t>2</a:t>
            </a:r>
            <a:r>
              <a:rPr lang="zh-CN" altLang="en-US" sz="2400" b="1" dirty="0">
                <a:solidFill>
                  <a:srgbClr val="333300"/>
                </a:solidFill>
              </a:rPr>
              <a:t>月</a:t>
            </a:r>
            <a:r>
              <a:rPr lang="en-US" altLang="zh-CN" sz="2400" b="1" dirty="0">
                <a:solidFill>
                  <a:srgbClr val="333300"/>
                </a:solidFill>
              </a:rPr>
              <a:t>25</a:t>
            </a:r>
            <a:r>
              <a:rPr lang="zh-CN" altLang="en-US" sz="2400" b="1" dirty="0">
                <a:solidFill>
                  <a:srgbClr val="333300"/>
                </a:solidFill>
              </a:rPr>
              <a:t>日</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099" name="Rectangle 3"/>
          <p:cNvSpPr>
            <a:spLocks noGrp="1" noChangeArrowheads="1"/>
          </p:cNvSpPr>
          <p:nvPr>
            <p:ph idx="4294967295"/>
          </p:nvPr>
        </p:nvSpPr>
        <p:spPr>
          <a:xfrm>
            <a:off x="1115616" y="1855788"/>
            <a:ext cx="7065962" cy="3660775"/>
          </a:xfrm>
        </p:spPr>
        <p:txBody>
          <a:bodyPr/>
          <a:lstStyle/>
          <a:p>
            <a:pPr eaLnBrk="1" hangingPunct="1">
              <a:lnSpc>
                <a:spcPct val="120000"/>
              </a:lnSpc>
            </a:pPr>
            <a:r>
              <a:rPr lang="zh-CN" altLang="en-US" sz="3600" dirty="0">
                <a:solidFill>
                  <a:srgbClr val="A50021"/>
                </a:solidFill>
              </a:rPr>
              <a:t>为什么开设导引课？</a:t>
            </a:r>
          </a:p>
          <a:p>
            <a:pPr eaLnBrk="1" hangingPunct="1">
              <a:lnSpc>
                <a:spcPct val="120000"/>
              </a:lnSpc>
            </a:pPr>
            <a:r>
              <a:rPr lang="zh-CN" altLang="en-US" sz="3600" dirty="0">
                <a:solidFill>
                  <a:srgbClr val="A50021"/>
                </a:solidFill>
              </a:rPr>
              <a:t>学科的知识体系是如何形成的？</a:t>
            </a:r>
          </a:p>
          <a:p>
            <a:pPr lvl="1" eaLnBrk="1" hangingPunct="1">
              <a:lnSpc>
                <a:spcPct val="120000"/>
              </a:lnSpc>
            </a:pPr>
            <a:r>
              <a:rPr lang="zh-CN" altLang="en-US" sz="3200" dirty="0">
                <a:solidFill>
                  <a:srgbClr val="663300"/>
                </a:solidFill>
              </a:rPr>
              <a:t>电磁学与分析数学史概览</a:t>
            </a:r>
          </a:p>
          <a:p>
            <a:pPr eaLnBrk="1" hangingPunct="1">
              <a:lnSpc>
                <a:spcPct val="120000"/>
              </a:lnSpc>
            </a:pPr>
            <a:r>
              <a:rPr lang="zh-CN" altLang="en-US" sz="3600" dirty="0">
                <a:solidFill>
                  <a:srgbClr val="A50021"/>
                </a:solidFill>
              </a:rPr>
              <a:t>历史告诉了我们什么？</a:t>
            </a:r>
          </a:p>
          <a:p>
            <a:pPr eaLnBrk="1" hangingPunct="1">
              <a:lnSpc>
                <a:spcPct val="120000"/>
              </a:lnSpc>
            </a:pPr>
            <a:r>
              <a:rPr lang="zh-CN" altLang="en-US" sz="3600" dirty="0">
                <a:solidFill>
                  <a:srgbClr val="A50021"/>
                </a:solidFill>
              </a:rPr>
              <a:t>“导引课”讲些什么内容？</a:t>
            </a:r>
          </a:p>
        </p:txBody>
      </p:sp>
      <p:sp>
        <p:nvSpPr>
          <p:cNvPr id="4098" name="Rectangle 2"/>
          <p:cNvSpPr>
            <a:spLocks noGrp="1" noChangeArrowheads="1"/>
          </p:cNvSpPr>
          <p:nvPr>
            <p:ph type="title" idx="4294967295"/>
          </p:nvPr>
        </p:nvSpPr>
        <p:spPr>
          <a:xfrm>
            <a:off x="0" y="269875"/>
            <a:ext cx="8229600" cy="1143000"/>
          </a:xfrm>
        </p:spPr>
        <p:txBody>
          <a:bodyPr/>
          <a:lstStyle/>
          <a:p>
            <a:pPr eaLnBrk="1" hangingPunct="1"/>
            <a:r>
              <a:rPr lang="zh-CN" altLang="en-US"/>
              <a:t>第一讲主要内容</a:t>
            </a:r>
          </a:p>
        </p:txBody>
      </p:sp>
      <p:sp>
        <p:nvSpPr>
          <p:cNvPr id="4100" name="Rectangle 5"/>
          <p:cNvSpPr>
            <a:spLocks noChangeArrowheads="1"/>
          </p:cNvSpPr>
          <p:nvPr/>
        </p:nvSpPr>
        <p:spPr bwMode="auto">
          <a:xfrm flipV="1">
            <a:off x="268288" y="1233488"/>
            <a:ext cx="8637587" cy="42862"/>
          </a:xfrm>
          <a:prstGeom prst="rect">
            <a:avLst/>
          </a:prstGeom>
          <a:gradFill rotWithShape="0">
            <a:gsLst>
              <a:gs pos="0">
                <a:srgbClr val="FFFFFF"/>
              </a:gs>
              <a:gs pos="100000">
                <a:schemeClr val="bg2"/>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rot="10800000"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endParaRPr lang="zh-CN" altLang="en-US" sz="2400" b="1"/>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2</a:t>
            </a:fld>
            <a:endParaRPr lang="zh-CN" altLang="en-US" dirty="0"/>
          </a:p>
        </p:txBody>
      </p:sp>
    </p:spTree>
  </p:cSld>
  <p:clrMapOvr>
    <a:overrideClrMapping bg1="lt1" tx1="dk1" bg2="lt2" tx2="dk2" accent1="accent1" accent2="accent2" accent3="accent3" accent4="accent4" accent5="accent5" accent6="accent6" hlink="hlink" folHlink="folHlink"/>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9396" name="Rectangle 4"/>
          <p:cNvSpPr>
            <a:spLocks noGrp="1" noChangeArrowheads="1"/>
          </p:cNvSpPr>
          <p:nvPr>
            <p:ph type="ctrTitle" idx="4294967295"/>
          </p:nvPr>
        </p:nvSpPr>
        <p:spPr>
          <a:xfrm>
            <a:off x="0" y="2130425"/>
            <a:ext cx="7772400" cy="1470025"/>
          </a:xfrm>
        </p:spPr>
        <p:txBody>
          <a:bodyPr/>
          <a:lstStyle/>
          <a:p>
            <a:pPr eaLnBrk="1" hangingPunct="1"/>
            <a:r>
              <a:rPr lang="zh-CN" altLang="en-US" sz="5400" dirty="0">
                <a:solidFill>
                  <a:srgbClr val="000099"/>
                </a:solidFill>
              </a:rPr>
              <a:t>为什么开设导引课</a:t>
            </a:r>
            <a:r>
              <a:rPr lang="zh-CN" altLang="en-US" sz="6600" dirty="0">
                <a:solidFill>
                  <a:srgbClr val="000099"/>
                </a:solidFill>
              </a:rPr>
              <a:t>？</a:t>
            </a:r>
          </a:p>
        </p:txBody>
      </p:sp>
    </p:spTree>
  </p:cSld>
  <p:clrMapOvr>
    <a:overrideClrMapping bg1="lt1" tx1="dk1" bg2="lt2" tx2="dk2" accent1="accent1" accent2="accent2" accent3="accent3" accent4="accent4" accent5="accent5" accent6="accent6" hlink="hlink" folHlink="folHlink"/>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4" presetClass="entr" presetSubtype="0" fill="hold" grpId="0" nodeType="withEffect">
                                  <p:stCondLst>
                                    <p:cond delay="0"/>
                                  </p:stCondLst>
                                  <p:childTnLst>
                                    <p:set>
                                      <p:cBhvr>
                                        <p:cTn id="6" dur="1" fill="hold">
                                          <p:stCondLst>
                                            <p:cond delay="0"/>
                                          </p:stCondLst>
                                        </p:cTn>
                                        <p:tgtEl>
                                          <p:spTgt spid="59396"/>
                                        </p:tgtEl>
                                        <p:attrNameLst>
                                          <p:attrName>style.visibility</p:attrName>
                                        </p:attrNameLst>
                                      </p:cBhvr>
                                      <p:to>
                                        <p:strVal val="visible"/>
                                      </p:to>
                                    </p:set>
                                    <p:anim from="(-#ppt_w/2)" to="(#ppt_x)" calcmode="lin" valueType="num">
                                      <p:cBhvr>
                                        <p:cTn id="7" dur="600" fill="hold">
                                          <p:stCondLst>
                                            <p:cond delay="0"/>
                                          </p:stCondLst>
                                        </p:cTn>
                                        <p:tgtEl>
                                          <p:spTgt spid="59396"/>
                                        </p:tgtEl>
                                        <p:attrNameLst>
                                          <p:attrName>ppt_x</p:attrName>
                                        </p:attrNameLst>
                                      </p:cBhvr>
                                    </p:anim>
                                    <p:anim from="0" to="-1.0" calcmode="lin" valueType="num">
                                      <p:cBhvr>
                                        <p:cTn id="8" dur="200" decel="50000" autoRev="1" fill="hold">
                                          <p:stCondLst>
                                            <p:cond delay="600"/>
                                          </p:stCondLst>
                                        </p:cTn>
                                        <p:tgtEl>
                                          <p:spTgt spid="59396"/>
                                        </p:tgtEl>
                                        <p:attrNameLst>
                                          <p:attrName>xshear</p:attrName>
                                        </p:attrNameLst>
                                      </p:cBhvr>
                                    </p:anim>
                                    <p:animScale>
                                      <p:cBhvr>
                                        <p:cTn id="9" dur="200" decel="100000" autoRev="1" fill="hold">
                                          <p:stCondLst>
                                            <p:cond delay="600"/>
                                          </p:stCondLst>
                                        </p:cTn>
                                        <p:tgtEl>
                                          <p:spTgt spid="59396"/>
                                        </p:tgtEl>
                                      </p:cBhvr>
                                      <p:from x="100000" y="100000"/>
                                      <p:to x="80000" y="100000"/>
                                    </p:animScale>
                                    <p:anim by="(#ppt_h/3+#ppt_w*0.1)" calcmode="lin" valueType="num">
                                      <p:cBhvr additive="sum">
                                        <p:cTn id="10" dur="200" decel="100000" autoRev="1" fill="hold">
                                          <p:stCondLst>
                                            <p:cond delay="600"/>
                                          </p:stCondLst>
                                        </p:cTn>
                                        <p:tgtEl>
                                          <p:spTgt spid="59396"/>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清华大学电子信息类的培养目标</a:t>
            </a:r>
          </a:p>
        </p:txBody>
      </p:sp>
      <p:sp>
        <p:nvSpPr>
          <p:cNvPr id="3" name="内容占位符 2"/>
          <p:cNvSpPr>
            <a:spLocks noGrp="1"/>
          </p:cNvSpPr>
          <p:nvPr>
            <p:ph idx="1"/>
          </p:nvPr>
        </p:nvSpPr>
        <p:spPr/>
        <p:txBody>
          <a:bodyPr/>
          <a:lstStyle/>
          <a:p>
            <a:r>
              <a:rPr lang="zh-CN" altLang="en-US" sz="2800" dirty="0"/>
              <a:t>清华大学电子信息类的培养目标是：</a:t>
            </a:r>
            <a:r>
              <a:rPr lang="zh-CN" altLang="en-US" sz="2800" dirty="0">
                <a:solidFill>
                  <a:srgbClr val="C00000"/>
                </a:solidFill>
              </a:rPr>
              <a:t>培养世界一流的电子信息科学家和工程师。</a:t>
            </a:r>
            <a:endParaRPr lang="en-US" altLang="zh-CN" sz="2800" dirty="0">
              <a:solidFill>
                <a:srgbClr val="C00000"/>
              </a:solidFill>
            </a:endParaRPr>
          </a:p>
          <a:p>
            <a:endParaRPr lang="en-US" altLang="zh-CN" sz="2800" dirty="0">
              <a:solidFill>
                <a:srgbClr val="C00000"/>
              </a:solidFill>
            </a:endParaRPr>
          </a:p>
          <a:p>
            <a:pPr lvl="1"/>
            <a:r>
              <a:rPr lang="zh-CN" altLang="en-US" sz="2000" dirty="0"/>
              <a:t>高等工程人才是拔尖创新型人才的重要类型</a:t>
            </a:r>
          </a:p>
          <a:p>
            <a:pPr lvl="1"/>
            <a:r>
              <a:rPr lang="zh-CN" altLang="en-US" sz="2000" dirty="0"/>
              <a:t>英文单词“</a:t>
            </a:r>
            <a:r>
              <a:rPr lang="en-US" altLang="zh-CN" sz="2000" dirty="0"/>
              <a:t>engineer” </a:t>
            </a:r>
            <a:r>
              <a:rPr lang="zh-CN" altLang="en-US" sz="2000" dirty="0"/>
              <a:t>来自拉丁语的“</a:t>
            </a:r>
            <a:r>
              <a:rPr lang="en-US" altLang="zh-CN" sz="2000" dirty="0" err="1"/>
              <a:t>ingeniator</a:t>
            </a:r>
            <a:r>
              <a:rPr lang="en-US" altLang="zh-CN" sz="2000" dirty="0"/>
              <a:t>”</a:t>
            </a:r>
            <a:r>
              <a:rPr lang="zh-CN" altLang="en-US" sz="2000" dirty="0"/>
              <a:t>，意思是有创造性才能的（</a:t>
            </a:r>
            <a:r>
              <a:rPr lang="en-US" altLang="zh-CN" sz="2000" dirty="0"/>
              <a:t>ingenious</a:t>
            </a:r>
            <a:r>
              <a:rPr lang="zh-CN" altLang="en-US" sz="2000" dirty="0"/>
              <a:t>）、以建造的方式发明（</a:t>
            </a:r>
            <a:r>
              <a:rPr lang="en-US" altLang="zh-CN" sz="2000" dirty="0"/>
              <a:t>devise in the sense of construct</a:t>
            </a:r>
            <a:r>
              <a:rPr lang="zh-CN" altLang="en-US" sz="2000" dirty="0"/>
              <a:t>）、或者技能（</a:t>
            </a:r>
            <a:r>
              <a:rPr lang="en-US" altLang="zh-CN" sz="2000" dirty="0"/>
              <a:t>craftsmanship</a:t>
            </a:r>
            <a:r>
              <a:rPr lang="zh-CN" altLang="en-US" sz="2000" dirty="0"/>
              <a:t>）。还有好几个英文单词包括“</a:t>
            </a:r>
            <a:r>
              <a:rPr lang="en-US" altLang="zh-CN" sz="2000" dirty="0"/>
              <a:t>ingenuity”</a:t>
            </a:r>
            <a:r>
              <a:rPr lang="zh-CN" altLang="en-US" sz="2000" dirty="0"/>
              <a:t>（创造性才能）也与</a:t>
            </a:r>
            <a:r>
              <a:rPr lang="en-US" altLang="zh-CN" sz="2000" dirty="0" err="1"/>
              <a:t>ingeniator</a:t>
            </a:r>
            <a:r>
              <a:rPr lang="zh-CN" altLang="en-US" sz="2000" dirty="0"/>
              <a:t>有关。</a:t>
            </a:r>
          </a:p>
          <a:p>
            <a:pPr lvl="2"/>
            <a:r>
              <a:rPr lang="en-US" altLang="zh-CN" sz="1600" dirty="0"/>
              <a:t>——</a:t>
            </a:r>
            <a:r>
              <a:rPr lang="zh-CN" altLang="en-US" sz="1600" dirty="0"/>
              <a:t>美国工程院“</a:t>
            </a:r>
            <a:r>
              <a:rPr lang="en-US" altLang="zh-CN" sz="1600" dirty="0"/>
              <a:t>The engineer of 2020: visions of engineering in the new century” </a:t>
            </a:r>
            <a:endParaRPr lang="zh-CN" altLang="en-US" sz="2400" dirty="0"/>
          </a:p>
        </p:txBody>
      </p:sp>
      <p:sp>
        <p:nvSpPr>
          <p:cNvPr id="4" name="灯片编号占位符 3"/>
          <p:cNvSpPr>
            <a:spLocks noGrp="1"/>
          </p:cNvSpPr>
          <p:nvPr>
            <p:ph type="sldNum" sz="quarter" idx="10"/>
          </p:nvPr>
        </p:nvSpPr>
        <p:spPr/>
        <p:txBody>
          <a:bodyPr/>
          <a:lstStyle/>
          <a:p>
            <a:fld id="{B58AC878-8C27-4018-8291-912A1A823CD1}" type="slidenum">
              <a:rPr lang="zh-CN" altLang="en-US" smtClean="0"/>
              <a:pPr/>
              <a:t>4</a:t>
            </a:fld>
            <a:endParaRPr lang="zh-CN" altLang="en-US" dirty="0"/>
          </a:p>
        </p:txBody>
      </p:sp>
    </p:spTree>
    <p:extLst>
      <p:ext uri="{BB962C8B-B14F-4D97-AF65-F5344CB8AC3E}">
        <p14:creationId xmlns:p14="http://schemas.microsoft.com/office/powerpoint/2010/main" val="63422976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科技发展对人才提出更高的要求</a:t>
            </a:r>
          </a:p>
        </p:txBody>
      </p:sp>
      <p:sp>
        <p:nvSpPr>
          <p:cNvPr id="3" name="内容占位符 2"/>
          <p:cNvSpPr>
            <a:spLocks noGrp="1"/>
          </p:cNvSpPr>
          <p:nvPr>
            <p:ph idx="1"/>
          </p:nvPr>
        </p:nvSpPr>
        <p:spPr>
          <a:xfrm>
            <a:off x="457200" y="1600200"/>
            <a:ext cx="8507288" cy="4525963"/>
          </a:xfrm>
        </p:spPr>
        <p:txBody>
          <a:bodyPr/>
          <a:lstStyle/>
          <a:p>
            <a:r>
              <a:rPr lang="zh-CN" altLang="en-US" sz="2000" dirty="0">
                <a:solidFill>
                  <a:srgbClr val="C00000"/>
                </a:solidFill>
              </a:rPr>
              <a:t>下一代工程师可能会面对若干新的技术突破</a:t>
            </a:r>
          </a:p>
          <a:p>
            <a:pPr lvl="1"/>
            <a:r>
              <a:rPr lang="zh-CN" altLang="en-US" sz="1600" dirty="0"/>
              <a:t>比如生物技术、纳米技术、量子信息技术、新型信息和通信技术、物流管理，等等。</a:t>
            </a:r>
          </a:p>
          <a:p>
            <a:r>
              <a:rPr lang="zh-CN" altLang="en-US" sz="2000" dirty="0">
                <a:solidFill>
                  <a:srgbClr val="C00000"/>
                </a:solidFill>
              </a:rPr>
              <a:t>下一代工程师会面临着若干大规模的工程技术挑战</a:t>
            </a:r>
          </a:p>
          <a:p>
            <a:pPr lvl="1"/>
            <a:r>
              <a:rPr lang="zh-CN" altLang="en-US" sz="1800" dirty="0"/>
              <a:t>比如城市基础设施老化、环境污染、交通拥堵；信息通信系统、能源电力系统、食品供应链等基础设施面对恐怖袭击、自然灾害等突发事件的脆弱性；对电力、汽油、天然气等能源需求的增长，清洁水供应量的减少等资源问题；人口老龄化后的医疗保健、教育与就业、社会负担问题；信息爆炸，等等。</a:t>
            </a:r>
          </a:p>
          <a:p>
            <a:r>
              <a:rPr lang="zh-CN" altLang="en-US" sz="2000" dirty="0">
                <a:solidFill>
                  <a:srgbClr val="C00000"/>
                </a:solidFill>
              </a:rPr>
              <a:t>下一代需要具备与前辈们不一样的素质</a:t>
            </a:r>
          </a:p>
          <a:p>
            <a:pPr lvl="1"/>
            <a:r>
              <a:rPr lang="zh-CN" altLang="en-US" sz="1800" dirty="0"/>
              <a:t>未来工程实践将需要用更多的部件组织更复杂、更可靠的系统，而且需要把政治、经济、法律、宗教、语言、文化等诸多社会因素纳入系统分析与设计之中。</a:t>
            </a:r>
          </a:p>
          <a:p>
            <a:r>
              <a:rPr lang="zh-CN" altLang="en-US" sz="2000" dirty="0">
                <a:solidFill>
                  <a:srgbClr val="C00000"/>
                </a:solidFill>
              </a:rPr>
              <a:t>下一代工程师将面临更大的挑战，挑战当然也意味着机遇，下一代工程师也面临着更大的机遇。 </a:t>
            </a:r>
          </a:p>
          <a:p>
            <a:endParaRPr lang="zh-CN" altLang="en-US" sz="2000" dirty="0"/>
          </a:p>
        </p:txBody>
      </p:sp>
      <p:sp>
        <p:nvSpPr>
          <p:cNvPr id="4" name="灯片编号占位符 3"/>
          <p:cNvSpPr>
            <a:spLocks noGrp="1"/>
          </p:cNvSpPr>
          <p:nvPr>
            <p:ph type="sldNum" sz="quarter" idx="10"/>
          </p:nvPr>
        </p:nvSpPr>
        <p:spPr/>
        <p:txBody>
          <a:bodyPr/>
          <a:lstStyle/>
          <a:p>
            <a:fld id="{B58AC878-8C27-4018-8291-912A1A823CD1}" type="slidenum">
              <a:rPr lang="zh-CN" altLang="en-US" smtClean="0"/>
              <a:pPr/>
              <a:t>5</a:t>
            </a:fld>
            <a:endParaRPr lang="zh-CN" altLang="en-US" dirty="0"/>
          </a:p>
        </p:txBody>
      </p:sp>
    </p:spTree>
    <p:extLst>
      <p:ext uri="{BB962C8B-B14F-4D97-AF65-F5344CB8AC3E}">
        <p14:creationId xmlns:p14="http://schemas.microsoft.com/office/powerpoint/2010/main" val="132364690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大科学大工程需要团队协作</a:t>
            </a:r>
          </a:p>
        </p:txBody>
      </p:sp>
      <p:sp>
        <p:nvSpPr>
          <p:cNvPr id="3" name="内容占位符 2"/>
          <p:cNvSpPr>
            <a:spLocks noGrp="1"/>
          </p:cNvSpPr>
          <p:nvPr>
            <p:ph idx="1"/>
          </p:nvPr>
        </p:nvSpPr>
        <p:spPr>
          <a:xfrm>
            <a:off x="457200" y="1196752"/>
            <a:ext cx="8229600" cy="4525963"/>
          </a:xfrm>
        </p:spPr>
        <p:txBody>
          <a:bodyPr/>
          <a:lstStyle/>
          <a:p>
            <a:r>
              <a:rPr lang="en-US" altLang="zh-CN" sz="2400" dirty="0"/>
              <a:t>1960-2013</a:t>
            </a:r>
            <a:r>
              <a:rPr lang="zh-CN" altLang="en-US" sz="2400" dirty="0"/>
              <a:t>年</a:t>
            </a:r>
            <a:r>
              <a:rPr lang="en-US" altLang="zh-CN" sz="2400" dirty="0"/>
              <a:t>Web of Science</a:t>
            </a:r>
            <a:r>
              <a:rPr lang="zh-CN" altLang="en-US" sz="2400" dirty="0"/>
              <a:t>库中不同作者数的科学和工程文献数量的增长情况（</a:t>
            </a:r>
            <a:r>
              <a:rPr lang="zh-CN" altLang="en-US" sz="1800" dirty="0"/>
              <a:t>摘自“</a:t>
            </a:r>
            <a:r>
              <a:rPr lang="en-US" altLang="zh-CN" sz="1800" dirty="0"/>
              <a:t>Enhancing the Effectiveness of Team Science</a:t>
            </a:r>
            <a:r>
              <a:rPr lang="zh-CN" altLang="en-US" sz="1800" dirty="0"/>
              <a:t>”，</a:t>
            </a:r>
            <a:r>
              <a:rPr lang="en-US" altLang="zh-CN" sz="1800" dirty="0"/>
              <a:t>NAP 2015</a:t>
            </a:r>
            <a:r>
              <a:rPr lang="zh-CN" altLang="en-US" sz="2400" dirty="0"/>
              <a:t>）</a:t>
            </a:r>
          </a:p>
        </p:txBody>
      </p:sp>
      <p:sp>
        <p:nvSpPr>
          <p:cNvPr id="4" name="灯片编号占位符 3"/>
          <p:cNvSpPr>
            <a:spLocks noGrp="1"/>
          </p:cNvSpPr>
          <p:nvPr>
            <p:ph type="sldNum" sz="quarter" idx="10"/>
          </p:nvPr>
        </p:nvSpPr>
        <p:spPr/>
        <p:txBody>
          <a:bodyPr/>
          <a:lstStyle/>
          <a:p>
            <a:fld id="{B58AC878-8C27-4018-8291-912A1A823CD1}" type="slidenum">
              <a:rPr lang="zh-CN" altLang="en-US" smtClean="0"/>
              <a:pPr/>
              <a:t>6</a:t>
            </a:fld>
            <a:endParaRPr lang="zh-CN" altLang="en-US" dirty="0"/>
          </a:p>
        </p:txBody>
      </p:sp>
      <p:grpSp>
        <p:nvGrpSpPr>
          <p:cNvPr id="5" name="组合 4"/>
          <p:cNvGrpSpPr/>
          <p:nvPr/>
        </p:nvGrpSpPr>
        <p:grpSpPr>
          <a:xfrm>
            <a:off x="971600" y="2420888"/>
            <a:ext cx="7272808" cy="4412312"/>
            <a:chOff x="611560" y="1513962"/>
            <a:chExt cx="7632848" cy="5319238"/>
          </a:xfrm>
        </p:grpSpPr>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513962"/>
              <a:ext cx="7632848" cy="531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6516216" y="1772816"/>
              <a:ext cx="1008112"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1200" dirty="0">
                  <a:solidFill>
                    <a:schemeClr val="tx1"/>
                  </a:solidFill>
                </a:rPr>
                <a:t>6-10</a:t>
              </a:r>
              <a:r>
                <a:rPr lang="zh-CN" altLang="en-US" sz="1200" dirty="0">
                  <a:solidFill>
                    <a:schemeClr val="tx1"/>
                  </a:solidFill>
                </a:rPr>
                <a:t>个作者</a:t>
              </a:r>
            </a:p>
          </p:txBody>
        </p:sp>
        <p:sp>
          <p:nvSpPr>
            <p:cNvPr id="8" name="矩形 7"/>
            <p:cNvSpPr/>
            <p:nvPr/>
          </p:nvSpPr>
          <p:spPr>
            <a:xfrm>
              <a:off x="6444208" y="2276872"/>
              <a:ext cx="1168177"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1200" dirty="0">
                  <a:solidFill>
                    <a:schemeClr val="tx1"/>
                  </a:solidFill>
                </a:rPr>
                <a:t>11-100</a:t>
              </a:r>
              <a:r>
                <a:rPr lang="zh-CN" altLang="en-US" sz="1200" dirty="0">
                  <a:solidFill>
                    <a:schemeClr val="tx1"/>
                  </a:solidFill>
                </a:rPr>
                <a:t>个作者</a:t>
              </a:r>
            </a:p>
          </p:txBody>
        </p:sp>
        <p:sp>
          <p:nvSpPr>
            <p:cNvPr id="9" name="矩形 8"/>
            <p:cNvSpPr/>
            <p:nvPr/>
          </p:nvSpPr>
          <p:spPr>
            <a:xfrm>
              <a:off x="4788024" y="4869160"/>
              <a:ext cx="1656184"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1200" dirty="0">
                  <a:solidFill>
                    <a:schemeClr val="tx1"/>
                  </a:solidFill>
                </a:rPr>
                <a:t>1000</a:t>
              </a:r>
              <a:r>
                <a:rPr lang="zh-CN" altLang="en-US" sz="1200" dirty="0">
                  <a:solidFill>
                    <a:schemeClr val="tx1"/>
                  </a:solidFill>
                </a:rPr>
                <a:t>个作者以上</a:t>
              </a:r>
            </a:p>
          </p:txBody>
        </p:sp>
        <p:sp>
          <p:nvSpPr>
            <p:cNvPr id="10" name="矩形 9"/>
            <p:cNvSpPr/>
            <p:nvPr/>
          </p:nvSpPr>
          <p:spPr>
            <a:xfrm>
              <a:off x="5436096" y="3429000"/>
              <a:ext cx="1368152"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1200" dirty="0">
                  <a:solidFill>
                    <a:schemeClr val="tx1"/>
                  </a:solidFill>
                </a:rPr>
                <a:t>101-1000</a:t>
              </a:r>
              <a:r>
                <a:rPr lang="zh-CN" altLang="en-US" sz="1200" dirty="0">
                  <a:solidFill>
                    <a:schemeClr val="tx1"/>
                  </a:solidFill>
                </a:rPr>
                <a:t>个作者</a:t>
              </a:r>
            </a:p>
          </p:txBody>
        </p:sp>
      </p:grpSp>
    </p:spTree>
    <p:extLst>
      <p:ext uri="{BB962C8B-B14F-4D97-AF65-F5344CB8AC3E}">
        <p14:creationId xmlns:p14="http://schemas.microsoft.com/office/powerpoint/2010/main" val="4217438200"/>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7020272" y="6453336"/>
            <a:ext cx="2133600" cy="365125"/>
          </a:xfrm>
          <a:prstGeom prst="rect">
            <a:avLst/>
          </a:prstGeom>
        </p:spPr>
        <p:txBody>
          <a:bodyPr vert="horz" lIns="91440" tIns="45720" rIns="91440" bIns="45720" rtlCol="0" anchor="ctr"/>
          <a:lstStyle/>
          <a:p>
            <a:fld id="{02E99BD6-C493-4165-AF86-F6938404CE6F}" type="slidenum">
              <a:rPr lang="zh-CN" altLang="en-US" sz="1600" b="1">
                <a:solidFill>
                  <a:schemeClr val="tx1">
                    <a:tint val="75000"/>
                  </a:schemeClr>
                </a:solidFill>
              </a:rPr>
              <a:pPr/>
              <a:t>7</a:t>
            </a:fld>
            <a:endParaRPr lang="zh-CN" altLang="en-US" sz="1600" b="1" dirty="0">
              <a:solidFill>
                <a:schemeClr val="tx1">
                  <a:tint val="75000"/>
                </a:schemeClr>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5988" y="1073720"/>
            <a:ext cx="6840760" cy="54614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587936" y="6381329"/>
            <a:ext cx="7776864" cy="307777"/>
          </a:xfrm>
          <a:prstGeom prst="rect">
            <a:avLst/>
          </a:prstGeom>
        </p:spPr>
        <p:txBody>
          <a:bodyPr wrap="square">
            <a:spAutoFit/>
          </a:bodyPr>
          <a:lstStyle/>
          <a:p>
            <a:r>
              <a:rPr lang="en-US" altLang="zh-CN" sz="1400" b="1" i="1" dirty="0"/>
              <a:t>Best Practices in Assessment of Research and Development Organizations</a:t>
            </a:r>
            <a:r>
              <a:rPr lang="zh-CN" altLang="en-US" sz="1400" b="1" i="1" dirty="0"/>
              <a:t>，</a:t>
            </a:r>
            <a:r>
              <a:rPr lang="en-US" altLang="zh-CN" sz="1400" b="1" i="1" dirty="0"/>
              <a:t>NAP</a:t>
            </a:r>
            <a:r>
              <a:rPr lang="zh-CN" altLang="en-US" sz="1400" b="1" i="1" dirty="0"/>
              <a:t>，</a:t>
            </a:r>
            <a:r>
              <a:rPr lang="en-US" altLang="zh-CN" sz="1400" b="1" i="1" dirty="0"/>
              <a:t>2012</a:t>
            </a:r>
            <a:endParaRPr lang="zh-CN" altLang="en-US" sz="1400" b="1" i="1" dirty="0"/>
          </a:p>
        </p:txBody>
      </p:sp>
      <p:sp>
        <p:nvSpPr>
          <p:cNvPr id="7" name="标题 1"/>
          <p:cNvSpPr>
            <a:spLocks noGrp="1"/>
          </p:cNvSpPr>
          <p:nvPr>
            <p:ph type="title"/>
          </p:nvPr>
        </p:nvSpPr>
        <p:spPr>
          <a:xfrm>
            <a:off x="457200" y="188640"/>
            <a:ext cx="8229600" cy="1143000"/>
          </a:xfrm>
        </p:spPr>
        <p:txBody>
          <a:bodyPr/>
          <a:lstStyle/>
          <a:p>
            <a:r>
              <a:rPr lang="zh-CN" altLang="en-US" dirty="0"/>
              <a:t>科技创新需要全链条合作</a:t>
            </a:r>
          </a:p>
        </p:txBody>
      </p:sp>
    </p:spTree>
    <p:extLst>
      <p:ext uri="{BB962C8B-B14F-4D97-AF65-F5344CB8AC3E}">
        <p14:creationId xmlns:p14="http://schemas.microsoft.com/office/powerpoint/2010/main" val="1974786244"/>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知识架构非常重要</a:t>
            </a:r>
          </a:p>
        </p:txBody>
      </p:sp>
      <p:sp>
        <p:nvSpPr>
          <p:cNvPr id="3" name="内容占位符 2"/>
          <p:cNvSpPr>
            <a:spLocks noGrp="1"/>
          </p:cNvSpPr>
          <p:nvPr>
            <p:ph idx="1"/>
          </p:nvPr>
        </p:nvSpPr>
        <p:spPr/>
        <p:txBody>
          <a:bodyPr/>
          <a:lstStyle/>
          <a:p>
            <a:r>
              <a:rPr lang="zh-CN" altLang="en-US" dirty="0"/>
              <a:t>学科知识架构（</a:t>
            </a:r>
            <a:r>
              <a:rPr lang="en-US" altLang="zh-CN" dirty="0"/>
              <a:t>structure of a subject</a:t>
            </a:r>
            <a:r>
              <a:rPr lang="zh-CN" altLang="en-US" dirty="0"/>
              <a:t>）非常重要：</a:t>
            </a:r>
            <a:endParaRPr lang="en-US" altLang="zh-CN" dirty="0"/>
          </a:p>
          <a:p>
            <a:pPr lvl="1"/>
            <a:r>
              <a:rPr lang="zh-CN" altLang="en-US" dirty="0"/>
              <a:t>记忆时间长</a:t>
            </a:r>
            <a:endParaRPr lang="en-US" altLang="zh-CN" dirty="0"/>
          </a:p>
          <a:p>
            <a:pPr lvl="1"/>
            <a:r>
              <a:rPr lang="zh-CN" altLang="en-US" dirty="0"/>
              <a:t>运用速度快</a:t>
            </a:r>
            <a:endParaRPr lang="en-US" altLang="zh-CN" dirty="0"/>
          </a:p>
          <a:p>
            <a:pPr lvl="1"/>
            <a:r>
              <a:rPr lang="zh-CN" altLang="en-US" dirty="0"/>
              <a:t>迁移能力强</a:t>
            </a:r>
            <a:endParaRPr lang="en-US" altLang="zh-CN" dirty="0"/>
          </a:p>
          <a:p>
            <a:pPr lvl="1"/>
            <a:r>
              <a:rPr lang="zh-CN" altLang="en-US" dirty="0"/>
              <a:t>降低错误率</a:t>
            </a:r>
            <a:endParaRPr lang="en-US" altLang="zh-CN" dirty="0"/>
          </a:p>
          <a:p>
            <a:r>
              <a:rPr lang="zh-CN" altLang="en-US" dirty="0"/>
              <a:t>成为世界一流的人才，</a:t>
            </a:r>
            <a:r>
              <a:rPr lang="en-US" altLang="zh-CN" dirty="0"/>
              <a:t>MAP</a:t>
            </a:r>
            <a:r>
              <a:rPr lang="zh-CN" altLang="en-US" dirty="0"/>
              <a:t>非常重要：了解知识的脉络，建立知识的架构。</a:t>
            </a:r>
          </a:p>
        </p:txBody>
      </p:sp>
      <p:sp>
        <p:nvSpPr>
          <p:cNvPr id="4" name="灯片编号占位符 3"/>
          <p:cNvSpPr>
            <a:spLocks noGrp="1"/>
          </p:cNvSpPr>
          <p:nvPr>
            <p:ph type="sldNum" sz="quarter" idx="10"/>
          </p:nvPr>
        </p:nvSpPr>
        <p:spPr/>
        <p:txBody>
          <a:bodyPr/>
          <a:lstStyle/>
          <a:p>
            <a:fld id="{B58AC878-8C27-4018-8291-912A1A823CD1}" type="slidenum">
              <a:rPr lang="zh-CN" altLang="en-US" smtClean="0"/>
              <a:pPr/>
              <a:t>8</a:t>
            </a:fld>
            <a:endParaRPr lang="zh-CN" altLang="en-US" dirty="0"/>
          </a:p>
        </p:txBody>
      </p:sp>
    </p:spTree>
    <p:extLst>
      <p:ext uri="{BB962C8B-B14F-4D97-AF65-F5344CB8AC3E}">
        <p14:creationId xmlns:p14="http://schemas.microsoft.com/office/powerpoint/2010/main" val="4239664899"/>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7005836" y="6503565"/>
            <a:ext cx="2133600" cy="320675"/>
          </a:xfrm>
          <a:prstGeom prst="rect">
            <a:avLst/>
          </a:prstGeom>
        </p:spPr>
        <p:txBody>
          <a:bodyPr/>
          <a:lstStyle/>
          <a:p>
            <a:fld id="{BF21D358-82EB-4176-B352-D8286E6C3D80}" type="slidenum">
              <a:rPr lang="zh-CN" altLang="en-US" sz="2000"/>
              <a:pPr/>
              <a:t>9</a:t>
            </a:fld>
            <a:endParaRPr lang="en-US" altLang="zh-CN" sz="2000"/>
          </a:p>
        </p:txBody>
      </p:sp>
      <p:sp>
        <p:nvSpPr>
          <p:cNvPr id="24578" name="Rectangle 2"/>
          <p:cNvSpPr>
            <a:spLocks noGrp="1" noChangeArrowheads="1"/>
          </p:cNvSpPr>
          <p:nvPr>
            <p:ph type="title"/>
          </p:nvPr>
        </p:nvSpPr>
        <p:spPr>
          <a:xfrm>
            <a:off x="251520" y="274638"/>
            <a:ext cx="8712968" cy="1143000"/>
          </a:xfrm>
        </p:spPr>
        <p:txBody>
          <a:bodyPr/>
          <a:lstStyle/>
          <a:p>
            <a:r>
              <a:rPr lang="zh-CN" altLang="en-US" sz="3600" dirty="0"/>
              <a:t>知识架构的作用：“教育”的载体之一</a:t>
            </a:r>
          </a:p>
        </p:txBody>
      </p:sp>
      <p:sp>
        <p:nvSpPr>
          <p:cNvPr id="24579" name="Rectangle 3"/>
          <p:cNvSpPr>
            <a:spLocks noGrp="1" noChangeArrowheads="1"/>
          </p:cNvSpPr>
          <p:nvPr>
            <p:ph type="body" idx="1"/>
          </p:nvPr>
        </p:nvSpPr>
        <p:spPr/>
        <p:txBody>
          <a:bodyPr/>
          <a:lstStyle/>
          <a:p>
            <a:pPr eaLnBrk="1" hangingPunct="1"/>
            <a:r>
              <a:rPr lang="zh-CN" altLang="en-US" b="1" dirty="0"/>
              <a:t>教育：通过文化的传递、内化、融合和创新，使个体社会化；发挥人的潜能，发现人的价值；引导完备人性的构建与发展，推动社会进步。</a:t>
            </a:r>
            <a:endParaRPr lang="en-US" altLang="zh-CN" b="1" dirty="0"/>
          </a:p>
          <a:p>
            <a:pPr eaLnBrk="1" hangingPunct="1"/>
            <a:r>
              <a:rPr lang="zh-CN" altLang="en-US" dirty="0"/>
              <a:t>社会化的两层含义：</a:t>
            </a:r>
            <a:endParaRPr lang="en-US" altLang="zh-CN" dirty="0"/>
          </a:p>
          <a:p>
            <a:pPr lvl="1" eaLnBrk="1" hangingPunct="1"/>
            <a:r>
              <a:rPr lang="zh-CN" altLang="en-US" b="1" dirty="0"/>
              <a:t>成为社会的一员</a:t>
            </a:r>
            <a:endParaRPr lang="en-US" altLang="zh-CN" b="1" dirty="0"/>
          </a:p>
          <a:p>
            <a:pPr lvl="1" eaLnBrk="1" hangingPunct="1"/>
            <a:r>
              <a:rPr lang="zh-CN" altLang="en-US" b="1" dirty="0"/>
              <a:t>成为专业的一员</a:t>
            </a:r>
          </a:p>
        </p:txBody>
      </p:sp>
    </p:spTree>
    <p:extLst>
      <p:ext uri="{BB962C8B-B14F-4D97-AF65-F5344CB8AC3E}">
        <p14:creationId xmlns:p14="http://schemas.microsoft.com/office/powerpoint/2010/main" val="4179156017"/>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980113" y="6453336"/>
            <a:ext cx="2133600" cy="320675"/>
          </a:xfrm>
          <a:prstGeom prst="rect">
            <a:avLst/>
          </a:prstGeom>
        </p:spPr>
        <p:txBody>
          <a:bodyPr/>
          <a:lstStyle/>
          <a:p>
            <a:fld id="{185DD644-7DD8-4724-BF9F-14BFF7FBD7EB}" type="slidenum">
              <a:rPr lang="zh-CN" altLang="en-US" sz="2000"/>
              <a:pPr/>
              <a:t>10</a:t>
            </a:fld>
            <a:endParaRPr lang="en-US" altLang="zh-CN" sz="2000" dirty="0"/>
          </a:p>
        </p:txBody>
      </p:sp>
      <p:sp>
        <p:nvSpPr>
          <p:cNvPr id="25602" name="Rectangle 2"/>
          <p:cNvSpPr>
            <a:spLocks noGrp="1" noChangeArrowheads="1"/>
          </p:cNvSpPr>
          <p:nvPr>
            <p:ph type="title"/>
          </p:nvPr>
        </p:nvSpPr>
        <p:spPr/>
        <p:txBody>
          <a:bodyPr/>
          <a:lstStyle/>
          <a:p>
            <a:r>
              <a:rPr lang="zh-CN" altLang="en-US"/>
              <a:t>高等教育</a:t>
            </a:r>
          </a:p>
        </p:txBody>
      </p:sp>
      <p:sp>
        <p:nvSpPr>
          <p:cNvPr id="25603" name="Rectangle 3"/>
          <p:cNvSpPr>
            <a:spLocks noGrp="1" noChangeArrowheads="1"/>
          </p:cNvSpPr>
          <p:nvPr>
            <p:ph type="body" idx="1"/>
          </p:nvPr>
        </p:nvSpPr>
        <p:spPr>
          <a:xfrm>
            <a:off x="457200" y="1600200"/>
            <a:ext cx="8291264" cy="4525963"/>
          </a:xfrm>
        </p:spPr>
        <p:txBody>
          <a:bodyPr>
            <a:noAutofit/>
          </a:bodyPr>
          <a:lstStyle/>
          <a:p>
            <a:pPr eaLnBrk="1" hangingPunct="1">
              <a:lnSpc>
                <a:spcPct val="90000"/>
              </a:lnSpc>
            </a:pPr>
            <a:r>
              <a:rPr lang="zh-CN" altLang="en-US" b="1" dirty="0"/>
              <a:t>高等教育的基本特征：知识高等专门，对象身心成熟，过程综合复杂。</a:t>
            </a:r>
          </a:p>
          <a:p>
            <a:pPr eaLnBrk="1" hangingPunct="1">
              <a:lnSpc>
                <a:spcPct val="90000"/>
              </a:lnSpc>
            </a:pPr>
            <a:r>
              <a:rPr lang="zh-CN" altLang="en-US" b="1" dirty="0"/>
              <a:t>大学因高深知识而存在</a:t>
            </a:r>
          </a:p>
          <a:p>
            <a:pPr eaLnBrk="1" hangingPunct="1">
              <a:lnSpc>
                <a:spcPct val="90000"/>
              </a:lnSpc>
            </a:pPr>
            <a:r>
              <a:rPr lang="zh-CN" altLang="en-US" b="1" dirty="0"/>
              <a:t>布鲁贝克</a:t>
            </a:r>
            <a:r>
              <a:rPr lang="en-US" altLang="zh-CN" b="1" dirty="0"/>
              <a:t>《</a:t>
            </a:r>
            <a:r>
              <a:rPr lang="zh-CN" altLang="en-US" b="1" dirty="0"/>
              <a:t>高等教育哲学</a:t>
            </a:r>
            <a:r>
              <a:rPr lang="en-US" altLang="zh-CN" b="1" dirty="0"/>
              <a:t>》</a:t>
            </a:r>
          </a:p>
          <a:p>
            <a:pPr lvl="1" eaLnBrk="1" hangingPunct="1">
              <a:lnSpc>
                <a:spcPct val="90000"/>
              </a:lnSpc>
            </a:pPr>
            <a:r>
              <a:rPr lang="zh-CN" altLang="en-US" b="1" dirty="0"/>
              <a:t>高等教育与中等、初等教育的主要差别在于教材的不同：高等教育研究高深的学问。</a:t>
            </a:r>
          </a:p>
          <a:p>
            <a:pPr lvl="1" eaLnBrk="1" hangingPunct="1">
              <a:lnSpc>
                <a:spcPct val="90000"/>
              </a:lnSpc>
            </a:pPr>
            <a:r>
              <a:rPr lang="zh-CN" altLang="en-US" b="1" dirty="0"/>
              <a:t>这些学问或者还处于已知与未知之间的交界处，或者虽然已知，但由于它们过于深奥神秘，常人的才智难以把握。</a:t>
            </a:r>
            <a:endParaRPr lang="en-US" altLang="zh-CN" b="1" dirty="0"/>
          </a:p>
          <a:p>
            <a:pPr eaLnBrk="1" hangingPunct="1">
              <a:lnSpc>
                <a:spcPct val="90000"/>
              </a:lnSpc>
            </a:pPr>
            <a:r>
              <a:rPr lang="zh-CN" altLang="en-US" dirty="0"/>
              <a:t>学习高深的知识，尤其需要把握知识架构。</a:t>
            </a:r>
            <a:endParaRPr lang="zh-CN" altLang="en-US" b="1" dirty="0"/>
          </a:p>
        </p:txBody>
      </p:sp>
    </p:spTree>
    <p:extLst>
      <p:ext uri="{BB962C8B-B14F-4D97-AF65-F5344CB8AC3E}">
        <p14:creationId xmlns:p14="http://schemas.microsoft.com/office/powerpoint/2010/main" val="3209483411"/>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高等教育三次重大变化</a:t>
            </a:r>
          </a:p>
        </p:txBody>
      </p:sp>
      <p:sp>
        <p:nvSpPr>
          <p:cNvPr id="3" name="内容占位符 2"/>
          <p:cNvSpPr>
            <a:spLocks noGrp="1"/>
          </p:cNvSpPr>
          <p:nvPr>
            <p:ph idx="1"/>
          </p:nvPr>
        </p:nvSpPr>
        <p:spPr/>
        <p:txBody>
          <a:bodyPr/>
          <a:lstStyle/>
          <a:p>
            <a:r>
              <a:rPr lang="zh-CN" altLang="en-US" dirty="0"/>
              <a:t>博雅教育与功利教育的结合（</a:t>
            </a:r>
            <a:r>
              <a:rPr lang="en-US" altLang="zh-CN" dirty="0"/>
              <a:t>18</a:t>
            </a:r>
            <a:r>
              <a:rPr lang="zh-CN" altLang="en-US" dirty="0"/>
              <a:t>世纪末</a:t>
            </a:r>
            <a:r>
              <a:rPr lang="en-US" altLang="zh-CN" dirty="0"/>
              <a:t>-19</a:t>
            </a:r>
            <a:r>
              <a:rPr lang="zh-CN" altLang="en-US" dirty="0"/>
              <a:t>世纪初，英格兰） </a:t>
            </a:r>
            <a:endParaRPr lang="en-US" altLang="zh-CN" dirty="0"/>
          </a:p>
          <a:p>
            <a:r>
              <a:rPr lang="zh-CN" altLang="en-US" dirty="0"/>
              <a:t>教学与科研的结合（</a:t>
            </a:r>
            <a:r>
              <a:rPr lang="en-US" altLang="zh-CN" dirty="0"/>
              <a:t>19</a:t>
            </a:r>
            <a:r>
              <a:rPr lang="zh-CN" altLang="en-US" dirty="0"/>
              <a:t>世纪初，德国）</a:t>
            </a:r>
            <a:endParaRPr lang="en-US" altLang="zh-CN" dirty="0"/>
          </a:p>
          <a:p>
            <a:r>
              <a:rPr lang="zh-CN" altLang="en-US" dirty="0"/>
              <a:t>自由研究与社会服务的结合（</a:t>
            </a:r>
            <a:r>
              <a:rPr lang="en-US" altLang="zh-CN" dirty="0"/>
              <a:t>19</a:t>
            </a:r>
            <a:r>
              <a:rPr lang="zh-CN" altLang="en-US" dirty="0"/>
              <a:t>世纪末</a:t>
            </a:r>
            <a:r>
              <a:rPr lang="en-US" altLang="zh-CN" dirty="0"/>
              <a:t>-20</a:t>
            </a:r>
            <a:r>
              <a:rPr lang="zh-CN" altLang="en-US" dirty="0"/>
              <a:t>世纪初，美国）</a:t>
            </a:r>
          </a:p>
        </p:txBody>
      </p:sp>
      <p:sp>
        <p:nvSpPr>
          <p:cNvPr id="4" name="灯片编号占位符 3"/>
          <p:cNvSpPr>
            <a:spLocks noGrp="1"/>
          </p:cNvSpPr>
          <p:nvPr>
            <p:ph type="sldNum" sz="quarter" idx="10"/>
          </p:nvPr>
        </p:nvSpPr>
        <p:spPr/>
        <p:txBody>
          <a:bodyPr/>
          <a:lstStyle/>
          <a:p>
            <a:fld id="{B58AC878-8C27-4018-8291-912A1A823CD1}" type="slidenum">
              <a:rPr lang="zh-CN" altLang="en-US" smtClean="0"/>
              <a:pPr/>
              <a:t>11</a:t>
            </a:fld>
            <a:endParaRPr lang="zh-CN" altLang="en-US" dirty="0"/>
          </a:p>
        </p:txBody>
      </p:sp>
    </p:spTree>
    <p:extLst>
      <p:ext uri="{BB962C8B-B14F-4D97-AF65-F5344CB8AC3E}">
        <p14:creationId xmlns:p14="http://schemas.microsoft.com/office/powerpoint/2010/main" val="1402940523"/>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7" name="Text Box 3"/>
          <p:cNvSpPr txBox="1">
            <a:spLocks noChangeArrowheads="1"/>
          </p:cNvSpPr>
          <p:nvPr/>
        </p:nvSpPr>
        <p:spPr bwMode="auto">
          <a:xfrm>
            <a:off x="1403648" y="1626170"/>
            <a:ext cx="663995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28398" dir="1593903"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a:r>
              <a:rPr lang="zh-CN" altLang="en-US" sz="4800" dirty="0">
                <a:solidFill>
                  <a:srgbClr val="000066"/>
                </a:solidFill>
                <a:latin typeface="隶书" pitchFamily="49" charset="-122"/>
                <a:ea typeface="隶书" pitchFamily="49" charset="-122"/>
              </a:rPr>
              <a:t>小故事</a:t>
            </a:r>
            <a:r>
              <a:rPr lang="en-US" altLang="zh-CN" sz="4800" dirty="0">
                <a:solidFill>
                  <a:srgbClr val="000066"/>
                </a:solidFill>
                <a:ea typeface="隶书" pitchFamily="49" charset="-122"/>
              </a:rPr>
              <a:t>- </a:t>
            </a:r>
            <a:r>
              <a:rPr lang="zh-CN" altLang="en-US" sz="6000" dirty="0">
                <a:solidFill>
                  <a:srgbClr val="000066"/>
                </a:solidFill>
                <a:latin typeface="隶书" pitchFamily="49" charset="-122"/>
                <a:ea typeface="隶书" pitchFamily="49" charset="-122"/>
              </a:rPr>
              <a:t>鱼 就 是 鱼</a:t>
            </a:r>
            <a:endParaRPr lang="en-US" altLang="zh-CN" sz="6000" dirty="0">
              <a:solidFill>
                <a:srgbClr val="000066"/>
              </a:solidFill>
              <a:latin typeface="隶书" pitchFamily="49" charset="-122"/>
              <a:ea typeface="隶书" pitchFamily="49" charset="-122"/>
            </a:endParaRPr>
          </a:p>
          <a:p>
            <a:pPr algn="ctr"/>
            <a:r>
              <a:rPr kumimoji="1" lang="en-US" altLang="zh-CN" sz="6000" dirty="0">
                <a:solidFill>
                  <a:srgbClr val="000066"/>
                </a:solidFill>
                <a:latin typeface="Bauhaus 93" panose="04030905020B02020C02" pitchFamily="82" charset="0"/>
                <a:ea typeface="隶书" pitchFamily="49" charset="-122"/>
              </a:rPr>
              <a:t>Fish Is Fish</a:t>
            </a:r>
            <a:endParaRPr kumimoji="1" lang="zh-CN" altLang="en-US" sz="6000" dirty="0">
              <a:solidFill>
                <a:srgbClr val="000066"/>
              </a:solidFill>
              <a:latin typeface="Bauhaus 93" panose="04030905020B02020C02" pitchFamily="82" charset="0"/>
              <a:ea typeface="隶书" pitchFamily="49" charset="-122"/>
            </a:endParaRPr>
          </a:p>
        </p:txBody>
      </p:sp>
      <p:sp>
        <p:nvSpPr>
          <p:cNvPr id="38916" name="Text Box 4"/>
          <p:cNvSpPr txBox="1">
            <a:spLocks noChangeArrowheads="1"/>
          </p:cNvSpPr>
          <p:nvPr/>
        </p:nvSpPr>
        <p:spPr bwMode="auto">
          <a:xfrm>
            <a:off x="1260079" y="3545904"/>
            <a:ext cx="16557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lang="zh-CN" altLang="en-US" sz="4000" b="1" i="1" dirty="0">
                <a:solidFill>
                  <a:srgbClr val="CC0066"/>
                </a:solidFill>
                <a:latin typeface="Lucida Sans Unicode" pitchFamily="34" charset="0"/>
                <a:ea typeface="幼圆" pitchFamily="49" charset="-122"/>
              </a:rPr>
              <a:t>从前</a:t>
            </a:r>
          </a:p>
        </p:txBody>
      </p:sp>
      <p:sp>
        <p:nvSpPr>
          <p:cNvPr id="38917" name="Text Box 5"/>
          <p:cNvSpPr txBox="1">
            <a:spLocks noChangeArrowheads="1"/>
          </p:cNvSpPr>
          <p:nvPr/>
        </p:nvSpPr>
        <p:spPr bwMode="auto">
          <a:xfrm>
            <a:off x="1115616" y="4698429"/>
            <a:ext cx="7740650"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lang="zh-CN" altLang="en-US" sz="4000" b="1" i="1" dirty="0">
                <a:solidFill>
                  <a:srgbClr val="CC0066"/>
                </a:solidFill>
                <a:latin typeface="Lucida Sans Unicode" pitchFamily="34" charset="0"/>
                <a:ea typeface="幼圆" pitchFamily="49" charset="-122"/>
              </a:rPr>
              <a:t>有一条小鱼和小蝌蚪是好朋友</a:t>
            </a:r>
          </a:p>
          <a:p>
            <a:pPr algn="l" eaLnBrk="1" hangingPunct="1"/>
            <a:r>
              <a:rPr lang="en-US" altLang="zh-CN" sz="5400" b="1" i="1" dirty="0">
                <a:solidFill>
                  <a:srgbClr val="CC0066"/>
                </a:solidFill>
                <a:latin typeface="Lucida Sans Unicode" pitchFamily="34" charset="0"/>
                <a:ea typeface="幼圆" pitchFamily="49" charset="-122"/>
              </a:rPr>
              <a:t>……</a:t>
            </a:r>
          </a:p>
        </p:txBody>
      </p:sp>
      <p:sp>
        <p:nvSpPr>
          <p:cNvPr id="4" name="灯片编号占位符 3"/>
          <p:cNvSpPr>
            <a:spLocks noGrp="1"/>
          </p:cNvSpPr>
          <p:nvPr>
            <p:ph type="sldNum" sz="quarter" idx="10"/>
          </p:nvPr>
        </p:nvSpPr>
        <p:spPr/>
        <p:txBody>
          <a:bodyPr/>
          <a:lstStyle/>
          <a:p>
            <a:fld id="{B58AC878-8C27-4018-8291-912A1A823CD1}" type="slidenum">
              <a:rPr lang="zh-CN" altLang="en-US" smtClean="0"/>
              <a:pPr/>
              <a:t>12</a:t>
            </a:fld>
            <a:endParaRPr lang="zh-CN" altLang="en-US" dirty="0"/>
          </a:p>
        </p:txBody>
      </p:sp>
      <p:sp>
        <p:nvSpPr>
          <p:cNvPr id="9" name="Rectangle 2"/>
          <p:cNvSpPr txBox="1">
            <a:spLocks noChangeArrowheads="1"/>
          </p:cNvSpPr>
          <p:nvPr/>
        </p:nvSpPr>
        <p:spPr>
          <a:xfrm>
            <a:off x="179512" y="274638"/>
            <a:ext cx="8784976" cy="1498178"/>
          </a:xfrm>
          <a:prstGeom prst="rect">
            <a:avLst/>
          </a:prstGeom>
        </p:spPr>
        <p:txBody>
          <a:bodyPr/>
          <a:lstStyle>
            <a:lvl1pPr algn="ctr" rtl="0" eaLnBrk="0" fontAlgn="base" hangingPunct="0">
              <a:spcBef>
                <a:spcPct val="0"/>
              </a:spcBef>
              <a:spcAft>
                <a:spcPct val="0"/>
              </a:spcAft>
              <a:defRPr sz="4400" b="1">
                <a:solidFill>
                  <a:srgbClr val="663300"/>
                </a:solidFill>
                <a:latin typeface="+mj-lt"/>
                <a:ea typeface="+mj-ea"/>
                <a:cs typeface="+mj-cs"/>
              </a:defRPr>
            </a:lvl1pPr>
            <a:lvl2pPr algn="ctr" rtl="0" eaLnBrk="0" fontAlgn="base" hangingPunct="0">
              <a:spcBef>
                <a:spcPct val="0"/>
              </a:spcBef>
              <a:spcAft>
                <a:spcPct val="0"/>
              </a:spcAft>
              <a:defRPr sz="4400" b="1">
                <a:solidFill>
                  <a:srgbClr val="663300"/>
                </a:solidFill>
                <a:latin typeface="Arial" charset="0"/>
                <a:ea typeface="宋体" pitchFamily="2" charset="-122"/>
              </a:defRPr>
            </a:lvl2pPr>
            <a:lvl3pPr algn="ctr" rtl="0" eaLnBrk="0" fontAlgn="base" hangingPunct="0">
              <a:spcBef>
                <a:spcPct val="0"/>
              </a:spcBef>
              <a:spcAft>
                <a:spcPct val="0"/>
              </a:spcAft>
              <a:defRPr sz="4400" b="1">
                <a:solidFill>
                  <a:srgbClr val="663300"/>
                </a:solidFill>
                <a:latin typeface="Arial" charset="0"/>
                <a:ea typeface="宋体" pitchFamily="2" charset="-122"/>
              </a:defRPr>
            </a:lvl3pPr>
            <a:lvl4pPr algn="ctr" rtl="0" eaLnBrk="0" fontAlgn="base" hangingPunct="0">
              <a:spcBef>
                <a:spcPct val="0"/>
              </a:spcBef>
              <a:spcAft>
                <a:spcPct val="0"/>
              </a:spcAft>
              <a:defRPr sz="4400" b="1">
                <a:solidFill>
                  <a:srgbClr val="663300"/>
                </a:solidFill>
                <a:latin typeface="Arial" charset="0"/>
                <a:ea typeface="宋体" pitchFamily="2" charset="-122"/>
              </a:defRPr>
            </a:lvl4pPr>
            <a:lvl5pPr algn="ctr" rtl="0" eaLnBrk="0" fontAlgn="base" hangingPunct="0">
              <a:spcBef>
                <a:spcPct val="0"/>
              </a:spcBef>
              <a:spcAft>
                <a:spcPct val="0"/>
              </a:spcAft>
              <a:defRPr sz="4400" b="1">
                <a:solidFill>
                  <a:srgbClr val="663300"/>
                </a:solidFill>
                <a:latin typeface="Arial" charset="0"/>
                <a:ea typeface="宋体" pitchFamily="2" charset="-122"/>
              </a:defRPr>
            </a:lvl5pPr>
            <a:lvl6pPr marL="457200" algn="ctr" rtl="0" fontAlgn="base">
              <a:spcBef>
                <a:spcPct val="0"/>
              </a:spcBef>
              <a:spcAft>
                <a:spcPct val="0"/>
              </a:spcAft>
              <a:defRPr sz="4400" b="1">
                <a:solidFill>
                  <a:srgbClr val="663300"/>
                </a:solidFill>
                <a:latin typeface="Arial" charset="0"/>
                <a:ea typeface="宋体" pitchFamily="2" charset="-122"/>
              </a:defRPr>
            </a:lvl6pPr>
            <a:lvl7pPr marL="914400" algn="ctr" rtl="0" fontAlgn="base">
              <a:spcBef>
                <a:spcPct val="0"/>
              </a:spcBef>
              <a:spcAft>
                <a:spcPct val="0"/>
              </a:spcAft>
              <a:defRPr sz="4400" b="1">
                <a:solidFill>
                  <a:srgbClr val="663300"/>
                </a:solidFill>
                <a:latin typeface="Arial" charset="0"/>
                <a:ea typeface="宋体" pitchFamily="2" charset="-122"/>
              </a:defRPr>
            </a:lvl7pPr>
            <a:lvl8pPr marL="1371600" algn="ctr" rtl="0" fontAlgn="base">
              <a:spcBef>
                <a:spcPct val="0"/>
              </a:spcBef>
              <a:spcAft>
                <a:spcPct val="0"/>
              </a:spcAft>
              <a:defRPr sz="4400" b="1">
                <a:solidFill>
                  <a:srgbClr val="663300"/>
                </a:solidFill>
                <a:latin typeface="Arial" charset="0"/>
                <a:ea typeface="宋体" pitchFamily="2" charset="-122"/>
              </a:defRPr>
            </a:lvl8pPr>
            <a:lvl9pPr marL="1828800" algn="ctr" rtl="0" fontAlgn="base">
              <a:spcBef>
                <a:spcPct val="0"/>
              </a:spcBef>
              <a:spcAft>
                <a:spcPct val="0"/>
              </a:spcAft>
              <a:defRPr sz="4400" b="1">
                <a:solidFill>
                  <a:srgbClr val="663300"/>
                </a:solidFill>
                <a:latin typeface="Arial" charset="0"/>
                <a:ea typeface="宋体" pitchFamily="2" charset="-122"/>
              </a:defRPr>
            </a:lvl9pPr>
          </a:lstStyle>
          <a:p>
            <a:r>
              <a:rPr lang="zh-CN" altLang="en-US" sz="3600" kern="0" dirty="0">
                <a:solidFill>
                  <a:schemeClr val="tx1"/>
                </a:solidFill>
              </a:rPr>
              <a:t>高等教育面临新的重大变化：</a:t>
            </a:r>
            <a:br>
              <a:rPr lang="en-US" altLang="zh-CN" sz="3600" kern="0" dirty="0">
                <a:solidFill>
                  <a:schemeClr val="tx1"/>
                </a:solidFill>
              </a:rPr>
            </a:br>
            <a:r>
              <a:rPr lang="zh-CN" altLang="en-US" sz="4000" kern="0" dirty="0"/>
              <a:t>关于学习的理论</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38916"/>
                                        </p:tgtEl>
                                        <p:attrNameLst>
                                          <p:attrName>style.visibility</p:attrName>
                                        </p:attrNameLst>
                                      </p:cBhvr>
                                      <p:to>
                                        <p:strVal val="visible"/>
                                      </p:to>
                                    </p:set>
                                    <p:animEffect transition="in" filter="slide(fromLeft)">
                                      <p:cBhvr>
                                        <p:cTn id="7" dur="500"/>
                                        <p:tgtEl>
                                          <p:spTgt spid="389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38917"/>
                                        </p:tgtEl>
                                        <p:attrNameLst>
                                          <p:attrName>style.visibility</p:attrName>
                                        </p:attrNameLst>
                                      </p:cBhvr>
                                      <p:to>
                                        <p:strVal val="visible"/>
                                      </p:to>
                                    </p:set>
                                    <p:animEffect transition="in" filter="slide(fromLeft)">
                                      <p:cBhvr>
                                        <p:cTn id="12" dur="500"/>
                                        <p:tgtEl>
                                          <p:spTgt spid="389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p:bldP spid="38917"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flipV="1">
            <a:off x="323850" y="1196975"/>
            <a:ext cx="8599488" cy="42863"/>
          </a:xfrm>
          <a:prstGeom prst="rect">
            <a:avLst/>
          </a:prstGeom>
          <a:gradFill rotWithShape="0">
            <a:gsLst>
              <a:gs pos="0">
                <a:schemeClr val="bg2">
                  <a:gamma/>
                  <a:tint val="0"/>
                  <a:invGamma/>
                </a:schemeClr>
              </a:gs>
              <a:gs pos="100000">
                <a:schemeClr val="bg2"/>
              </a:gs>
            </a:gsLst>
            <a:path path="shape">
              <a:fillToRect l="50000" t="50000" r="50000" b="50000"/>
            </a:path>
          </a:gra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charset="0"/>
            </a:endParaRPr>
          </a:p>
        </p:txBody>
      </p:sp>
      <p:sp>
        <p:nvSpPr>
          <p:cNvPr id="7171" name="Text Box 3"/>
          <p:cNvSpPr txBox="1">
            <a:spLocks noChangeArrowheads="1"/>
          </p:cNvSpPr>
          <p:nvPr/>
        </p:nvSpPr>
        <p:spPr bwMode="auto">
          <a:xfrm>
            <a:off x="1187450" y="233363"/>
            <a:ext cx="6577013"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28398" dir="1593903"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a:r>
              <a:rPr lang="zh-CN" altLang="en-US" sz="4800">
                <a:solidFill>
                  <a:srgbClr val="000066"/>
                </a:solidFill>
                <a:latin typeface="隶书" pitchFamily="49" charset="-122"/>
                <a:ea typeface="隶书" pitchFamily="49" charset="-122"/>
              </a:rPr>
              <a:t>小故事</a:t>
            </a:r>
            <a:r>
              <a:rPr lang="en-US" altLang="zh-CN" sz="4800">
                <a:solidFill>
                  <a:srgbClr val="000066"/>
                </a:solidFill>
                <a:ea typeface="隶书" pitchFamily="49" charset="-122"/>
              </a:rPr>
              <a:t>- </a:t>
            </a:r>
            <a:r>
              <a:rPr lang="zh-CN" altLang="en-US" sz="6000">
                <a:solidFill>
                  <a:srgbClr val="000066"/>
                </a:solidFill>
                <a:latin typeface="隶书" pitchFamily="49" charset="-122"/>
                <a:ea typeface="隶书" pitchFamily="49" charset="-122"/>
              </a:rPr>
              <a:t>鱼 就 是 鱼</a:t>
            </a:r>
            <a:endParaRPr kumimoji="1" lang="zh-CN" altLang="en-US" sz="6000">
              <a:solidFill>
                <a:srgbClr val="000066"/>
              </a:solidFill>
              <a:latin typeface="Times New Roman" pitchFamily="18" charset="0"/>
              <a:ea typeface="隶书" pitchFamily="49" charset="-122"/>
            </a:endParaRPr>
          </a:p>
        </p:txBody>
      </p:sp>
      <p:pic>
        <p:nvPicPr>
          <p:cNvPr id="419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1412875"/>
            <a:ext cx="6192837" cy="465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Rectangle 7"/>
          <p:cNvSpPr>
            <a:spLocks noChangeArrowheads="1"/>
          </p:cNvSpPr>
          <p:nvPr/>
        </p:nvSpPr>
        <p:spPr bwMode="auto">
          <a:xfrm>
            <a:off x="323850" y="6569075"/>
            <a:ext cx="835183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lang="en-US" altLang="zh-CN" sz="1000"/>
              <a:t>NAS</a:t>
            </a:r>
            <a:r>
              <a:rPr lang="zh-CN" altLang="en-US" sz="1000"/>
              <a:t>，</a:t>
            </a:r>
            <a:r>
              <a:rPr lang="en-US" altLang="zh-CN" sz="1000"/>
              <a:t>How Students Learn: History, Mathematics, and Science in the Classroom</a:t>
            </a:r>
            <a:r>
              <a:rPr lang="zh-CN" altLang="en-US" sz="1000"/>
              <a:t>，</a:t>
            </a:r>
            <a:r>
              <a:rPr lang="en-US" altLang="zh-CN" sz="1000"/>
              <a:t>2005.  http://www.nap.edu/catalog/10126.html . </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13</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1988"/>
                                        </p:tgtEl>
                                        <p:attrNameLst>
                                          <p:attrName>style.visibility</p:attrName>
                                        </p:attrNameLst>
                                      </p:cBhvr>
                                      <p:to>
                                        <p:strVal val="visible"/>
                                      </p:to>
                                    </p:set>
                                    <p:animEffect transition="in" filter="blinds(horizontal)">
                                      <p:cBhvr>
                                        <p:cTn id="7" dur="500"/>
                                        <p:tgtEl>
                                          <p:spTgt spid="41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flipV="1">
            <a:off x="323850" y="1196975"/>
            <a:ext cx="8599488" cy="42863"/>
          </a:xfrm>
          <a:prstGeom prst="rect">
            <a:avLst/>
          </a:prstGeom>
          <a:gradFill rotWithShape="0">
            <a:gsLst>
              <a:gs pos="0">
                <a:schemeClr val="bg2">
                  <a:gamma/>
                  <a:tint val="0"/>
                  <a:invGamma/>
                </a:schemeClr>
              </a:gs>
              <a:gs pos="100000">
                <a:schemeClr val="bg2"/>
              </a:gs>
            </a:gsLst>
            <a:path path="shape">
              <a:fillToRect l="50000" t="50000" r="50000" b="50000"/>
            </a:path>
          </a:gra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charset="0"/>
            </a:endParaRPr>
          </a:p>
        </p:txBody>
      </p:sp>
      <p:sp>
        <p:nvSpPr>
          <p:cNvPr id="8195" name="Text Box 3"/>
          <p:cNvSpPr txBox="1">
            <a:spLocks noChangeArrowheads="1"/>
          </p:cNvSpPr>
          <p:nvPr/>
        </p:nvSpPr>
        <p:spPr bwMode="auto">
          <a:xfrm>
            <a:off x="1187450" y="233363"/>
            <a:ext cx="6577013"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28398" dir="1593903"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a:r>
              <a:rPr lang="zh-CN" altLang="en-US" sz="4800">
                <a:solidFill>
                  <a:srgbClr val="000066"/>
                </a:solidFill>
                <a:latin typeface="隶书" pitchFamily="49" charset="-122"/>
                <a:ea typeface="隶书" pitchFamily="49" charset="-122"/>
              </a:rPr>
              <a:t>小故事</a:t>
            </a:r>
            <a:r>
              <a:rPr lang="en-US" altLang="zh-CN" sz="4800">
                <a:solidFill>
                  <a:srgbClr val="000066"/>
                </a:solidFill>
                <a:ea typeface="隶书" pitchFamily="49" charset="-122"/>
              </a:rPr>
              <a:t>- </a:t>
            </a:r>
            <a:r>
              <a:rPr lang="zh-CN" altLang="en-US" sz="6000">
                <a:solidFill>
                  <a:srgbClr val="000066"/>
                </a:solidFill>
                <a:latin typeface="隶书" pitchFamily="49" charset="-122"/>
                <a:ea typeface="隶书" pitchFamily="49" charset="-122"/>
              </a:rPr>
              <a:t>鱼 就 是 鱼</a:t>
            </a:r>
            <a:endParaRPr kumimoji="1" lang="zh-CN" altLang="en-US" sz="6000">
              <a:solidFill>
                <a:srgbClr val="000066"/>
              </a:solidFill>
              <a:latin typeface="Times New Roman" pitchFamily="18" charset="0"/>
              <a:ea typeface="隶书" pitchFamily="49" charset="-122"/>
            </a:endParaRPr>
          </a:p>
        </p:txBody>
      </p:sp>
      <p:pic>
        <p:nvPicPr>
          <p:cNvPr id="4096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484313"/>
            <a:ext cx="6337300" cy="473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Rectangle 7"/>
          <p:cNvSpPr>
            <a:spLocks noChangeArrowheads="1"/>
          </p:cNvSpPr>
          <p:nvPr/>
        </p:nvSpPr>
        <p:spPr bwMode="auto">
          <a:xfrm>
            <a:off x="323850" y="6569075"/>
            <a:ext cx="835183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lang="en-US" altLang="zh-CN" sz="1000"/>
              <a:t>NAS</a:t>
            </a:r>
            <a:r>
              <a:rPr lang="zh-CN" altLang="en-US" sz="1000"/>
              <a:t>，</a:t>
            </a:r>
            <a:r>
              <a:rPr lang="en-US" altLang="zh-CN" sz="1000"/>
              <a:t>How Students Learn: History, Mathematics, and Science in the Classroom</a:t>
            </a:r>
            <a:r>
              <a:rPr lang="zh-CN" altLang="en-US" sz="1000"/>
              <a:t>，</a:t>
            </a:r>
            <a:r>
              <a:rPr lang="en-US" altLang="zh-CN" sz="1000"/>
              <a:t>2005.  http://www.nap.edu/catalog/10126.html . </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14</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0965"/>
                                        </p:tgtEl>
                                        <p:attrNameLst>
                                          <p:attrName>style.visibility</p:attrName>
                                        </p:attrNameLst>
                                      </p:cBhvr>
                                      <p:to>
                                        <p:strVal val="visible"/>
                                      </p:to>
                                    </p:set>
                                    <p:animEffect transition="in" filter="dissolve">
                                      <p:cBhvr>
                                        <p:cTn id="7" dur="500"/>
                                        <p:tgtEl>
                                          <p:spTgt spid="40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flipV="1">
            <a:off x="323850" y="1196975"/>
            <a:ext cx="8599488" cy="42863"/>
          </a:xfrm>
          <a:prstGeom prst="rect">
            <a:avLst/>
          </a:prstGeom>
          <a:gradFill rotWithShape="0">
            <a:gsLst>
              <a:gs pos="0">
                <a:schemeClr val="bg2">
                  <a:gamma/>
                  <a:tint val="0"/>
                  <a:invGamma/>
                </a:schemeClr>
              </a:gs>
              <a:gs pos="100000">
                <a:schemeClr val="bg2"/>
              </a:gs>
            </a:gsLst>
            <a:path path="shape">
              <a:fillToRect l="50000" t="50000" r="50000" b="50000"/>
            </a:path>
          </a:gra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charset="0"/>
            </a:endParaRPr>
          </a:p>
        </p:txBody>
      </p:sp>
      <p:sp>
        <p:nvSpPr>
          <p:cNvPr id="9219" name="Text Box 3"/>
          <p:cNvSpPr txBox="1">
            <a:spLocks noChangeArrowheads="1"/>
          </p:cNvSpPr>
          <p:nvPr/>
        </p:nvSpPr>
        <p:spPr bwMode="auto">
          <a:xfrm>
            <a:off x="1187450" y="233363"/>
            <a:ext cx="6577013"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28398" dir="1593903"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a:r>
              <a:rPr lang="zh-CN" altLang="en-US" sz="4800">
                <a:solidFill>
                  <a:srgbClr val="000066"/>
                </a:solidFill>
                <a:latin typeface="隶书" pitchFamily="49" charset="-122"/>
                <a:ea typeface="隶书" pitchFamily="49" charset="-122"/>
              </a:rPr>
              <a:t>小故事</a:t>
            </a:r>
            <a:r>
              <a:rPr lang="en-US" altLang="zh-CN" sz="4800">
                <a:solidFill>
                  <a:srgbClr val="000066"/>
                </a:solidFill>
                <a:ea typeface="隶书" pitchFamily="49" charset="-122"/>
              </a:rPr>
              <a:t>- </a:t>
            </a:r>
            <a:r>
              <a:rPr lang="zh-CN" altLang="en-US" sz="6000">
                <a:solidFill>
                  <a:srgbClr val="000066"/>
                </a:solidFill>
                <a:latin typeface="隶书" pitchFamily="49" charset="-122"/>
                <a:ea typeface="隶书" pitchFamily="49" charset="-122"/>
              </a:rPr>
              <a:t>鱼 就 是 鱼</a:t>
            </a:r>
            <a:endParaRPr kumimoji="1" lang="zh-CN" altLang="en-US" sz="6000">
              <a:solidFill>
                <a:srgbClr val="000066"/>
              </a:solidFill>
              <a:latin typeface="Times New Roman" pitchFamily="18" charset="0"/>
              <a:ea typeface="隶书" pitchFamily="49" charset="-122"/>
            </a:endParaRPr>
          </a:p>
        </p:txBody>
      </p:sp>
      <p:pic>
        <p:nvPicPr>
          <p:cNvPr id="3994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1484313"/>
            <a:ext cx="6264275" cy="465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Rectangle 7"/>
          <p:cNvSpPr>
            <a:spLocks noChangeArrowheads="1"/>
          </p:cNvSpPr>
          <p:nvPr/>
        </p:nvSpPr>
        <p:spPr bwMode="auto">
          <a:xfrm>
            <a:off x="323850" y="6569075"/>
            <a:ext cx="835183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lang="en-US" altLang="zh-CN" sz="1000"/>
              <a:t>NAS</a:t>
            </a:r>
            <a:r>
              <a:rPr lang="zh-CN" altLang="en-US" sz="1000"/>
              <a:t>，</a:t>
            </a:r>
            <a:r>
              <a:rPr lang="en-US" altLang="zh-CN" sz="1000"/>
              <a:t>How Students Learn: History, Mathematics, and Science in the Classroom</a:t>
            </a:r>
            <a:r>
              <a:rPr lang="zh-CN" altLang="en-US" sz="1000"/>
              <a:t>，</a:t>
            </a:r>
            <a:r>
              <a:rPr lang="en-US" altLang="zh-CN" sz="1000"/>
              <a:t>2005.  http://www.nap.edu/catalog/10126.html . </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15</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9942"/>
                                        </p:tgtEl>
                                        <p:attrNameLst>
                                          <p:attrName>style.visibility</p:attrName>
                                        </p:attrNameLst>
                                      </p:cBhvr>
                                      <p:to>
                                        <p:strVal val="visible"/>
                                      </p:to>
                                    </p:set>
                                    <p:animEffect transition="in" filter="dissolve">
                                      <p:cBhvr>
                                        <p:cTn id="7" dur="500"/>
                                        <p:tgtEl>
                                          <p:spTgt spid="39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Rectangle 2"/>
          <p:cNvSpPr>
            <a:spLocks noChangeArrowheads="1"/>
          </p:cNvSpPr>
          <p:nvPr/>
        </p:nvSpPr>
        <p:spPr bwMode="auto">
          <a:xfrm flipV="1">
            <a:off x="323850" y="981075"/>
            <a:ext cx="8599488" cy="42863"/>
          </a:xfrm>
          <a:prstGeom prst="rect">
            <a:avLst/>
          </a:prstGeom>
          <a:gradFill rotWithShape="0">
            <a:gsLst>
              <a:gs pos="0">
                <a:schemeClr val="bg2">
                  <a:gamma/>
                  <a:tint val="0"/>
                  <a:invGamma/>
                </a:schemeClr>
              </a:gs>
              <a:gs pos="100000">
                <a:schemeClr val="bg2"/>
              </a:gs>
            </a:gsLst>
            <a:path path="shape">
              <a:fillToRect l="50000" t="50000" r="50000" b="50000"/>
            </a:path>
          </a:gra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charset="0"/>
            </a:endParaRPr>
          </a:p>
        </p:txBody>
      </p:sp>
      <p:sp>
        <p:nvSpPr>
          <p:cNvPr id="10243" name="Text Box 3"/>
          <p:cNvSpPr txBox="1">
            <a:spLocks noChangeArrowheads="1"/>
          </p:cNvSpPr>
          <p:nvPr/>
        </p:nvSpPr>
        <p:spPr bwMode="auto">
          <a:xfrm>
            <a:off x="179388" y="260350"/>
            <a:ext cx="85693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28398" dir="1593903"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a:r>
              <a:rPr lang="zh-CN" altLang="en-US" sz="4800">
                <a:solidFill>
                  <a:srgbClr val="000066"/>
                </a:solidFill>
                <a:latin typeface="隶书" pitchFamily="49" charset="-122"/>
                <a:ea typeface="隶书" pitchFamily="49" charset="-122"/>
              </a:rPr>
              <a:t>学习理论告诉我们</a:t>
            </a:r>
            <a:endParaRPr kumimoji="1" lang="zh-CN" altLang="en-US" sz="6000">
              <a:solidFill>
                <a:srgbClr val="000066"/>
              </a:solidFill>
              <a:latin typeface="Times New Roman" pitchFamily="18" charset="0"/>
              <a:ea typeface="隶书" pitchFamily="49" charset="-122"/>
            </a:endParaRPr>
          </a:p>
        </p:txBody>
      </p:sp>
      <p:sp>
        <p:nvSpPr>
          <p:cNvPr id="71684" name="Text Box 4"/>
          <p:cNvSpPr txBox="1">
            <a:spLocks noChangeArrowheads="1"/>
          </p:cNvSpPr>
          <p:nvPr/>
        </p:nvSpPr>
        <p:spPr bwMode="auto">
          <a:xfrm>
            <a:off x="2700338" y="1125538"/>
            <a:ext cx="36163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spcBef>
                <a:spcPct val="20000"/>
              </a:spcBef>
              <a:buClr>
                <a:schemeClr val="hlink"/>
              </a:buClr>
              <a:buSzPct val="80000"/>
              <a:buFont typeface="Wingdings" pitchFamily="2" charset="2"/>
              <a:buNone/>
              <a:defRPr/>
            </a:pPr>
            <a:r>
              <a:rPr lang="en-US" altLang="zh-CN">
                <a:latin typeface="Tahoma" pitchFamily="34" charset="0"/>
                <a:ea typeface="隶书" pitchFamily="49" charset="-122"/>
              </a:rPr>
              <a:t> </a:t>
            </a:r>
            <a:r>
              <a:rPr lang="en-US" altLang="zh-CN" b="1">
                <a:solidFill>
                  <a:srgbClr val="A50021"/>
                </a:solidFill>
                <a:effectLst>
                  <a:outerShdw blurRad="38100" dist="38100" dir="2700000" algn="tl">
                    <a:srgbClr val="C0C0C0"/>
                  </a:outerShdw>
                </a:effectLst>
                <a:latin typeface="Tahoma" pitchFamily="34" charset="0"/>
                <a:ea typeface="隶书" pitchFamily="49" charset="-122"/>
              </a:rPr>
              <a:t>Preconception</a:t>
            </a:r>
            <a:endParaRPr lang="en-US" altLang="zh-CN">
              <a:solidFill>
                <a:srgbClr val="A50021"/>
              </a:solidFill>
              <a:latin typeface="Tahoma" pitchFamily="34" charset="0"/>
              <a:ea typeface="隶书" pitchFamily="49" charset="-122"/>
            </a:endParaRPr>
          </a:p>
        </p:txBody>
      </p:sp>
      <p:sp>
        <p:nvSpPr>
          <p:cNvPr id="71685" name="Text Box 5"/>
          <p:cNvSpPr txBox="1">
            <a:spLocks noChangeArrowheads="1"/>
          </p:cNvSpPr>
          <p:nvPr/>
        </p:nvSpPr>
        <p:spPr bwMode="auto">
          <a:xfrm>
            <a:off x="467544" y="1916113"/>
            <a:ext cx="8281170" cy="3933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30000"/>
              </a:lnSpc>
              <a:defRPr/>
            </a:pPr>
            <a:r>
              <a:rPr lang="zh-CN" altLang="en-US" sz="3200" b="1" dirty="0">
                <a:effectLst>
                  <a:outerShdw blurRad="38100" dist="38100" dir="2700000" algn="tl">
                    <a:srgbClr val="C0C0C0"/>
                  </a:outerShdw>
                </a:effectLst>
                <a:latin typeface="宋体" pitchFamily="2" charset="-122"/>
              </a:rPr>
              <a:t>学生是带着已有的知识（</a:t>
            </a:r>
            <a:r>
              <a:rPr lang="en-US" altLang="zh-CN" sz="3200" b="1" dirty="0">
                <a:solidFill>
                  <a:srgbClr val="A50021"/>
                </a:solidFill>
                <a:effectLst>
                  <a:outerShdw blurRad="38100" dist="38100" dir="2700000" algn="tl">
                    <a:srgbClr val="C0C0C0"/>
                  </a:outerShdw>
                </a:effectLst>
                <a:latin typeface="Arial" charset="0"/>
              </a:rPr>
              <a:t>preconception</a:t>
            </a:r>
            <a:r>
              <a:rPr lang="zh-CN" altLang="en-US" sz="3200" b="1" dirty="0">
                <a:effectLst>
                  <a:outerShdw blurRad="38100" dist="38100" dir="2700000" algn="tl">
                    <a:srgbClr val="C0C0C0"/>
                  </a:outerShdw>
                </a:effectLst>
                <a:latin typeface="宋体" pitchFamily="2" charset="-122"/>
              </a:rPr>
              <a:t>）来到教室的。如果他们已经建立起来的概念没有被纳入教学之中，那么他们将很可能接受不了新的概念和信息，或者即使能够为了考试的目的学习新的知识，可是一离开教室他们还将回到他们的那些原有的知识体系中去</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16</a:t>
            </a:fld>
            <a:endParaRPr lang="zh-CN" altLang="en-US"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468313" y="1889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5100">
                <a:solidFill>
                  <a:srgbClr val="000066"/>
                </a:solidFill>
                <a:ea typeface="隶书" pitchFamily="49" charset="-122"/>
              </a:rPr>
              <a:t>学习理论告诉我们</a:t>
            </a:r>
          </a:p>
        </p:txBody>
      </p:sp>
      <p:sp>
        <p:nvSpPr>
          <p:cNvPr id="69635" name="Rectangle 3"/>
          <p:cNvSpPr>
            <a:spLocks noChangeArrowheads="1"/>
          </p:cNvSpPr>
          <p:nvPr/>
        </p:nvSpPr>
        <p:spPr bwMode="auto">
          <a:xfrm flipV="1">
            <a:off x="250825" y="1052513"/>
            <a:ext cx="8599488" cy="42862"/>
          </a:xfrm>
          <a:prstGeom prst="rect">
            <a:avLst/>
          </a:prstGeom>
          <a:gradFill rotWithShape="0">
            <a:gsLst>
              <a:gs pos="0">
                <a:schemeClr val="bg2">
                  <a:gamma/>
                  <a:tint val="0"/>
                  <a:invGamma/>
                </a:schemeClr>
              </a:gs>
              <a:gs pos="100000">
                <a:schemeClr val="bg2"/>
              </a:gs>
            </a:gsLst>
            <a:path path="shape">
              <a:fillToRect l="50000" t="50000" r="50000" b="50000"/>
            </a:path>
          </a:gra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charset="0"/>
            </a:endParaRPr>
          </a:p>
        </p:txBody>
      </p:sp>
      <p:sp>
        <p:nvSpPr>
          <p:cNvPr id="69636" name="Text Box 4"/>
          <p:cNvSpPr txBox="1">
            <a:spLocks noChangeArrowheads="1"/>
          </p:cNvSpPr>
          <p:nvPr/>
        </p:nvSpPr>
        <p:spPr bwMode="auto">
          <a:xfrm>
            <a:off x="684213" y="1700213"/>
            <a:ext cx="7777162" cy="464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lnSpc>
                <a:spcPct val="120000"/>
              </a:lnSpc>
              <a:spcBef>
                <a:spcPct val="35000"/>
              </a:spcBef>
            </a:pPr>
            <a:r>
              <a:rPr lang="zh-CN" altLang="en-US" sz="2800" b="1" dirty="0">
                <a:latin typeface="宋体" pitchFamily="2" charset="-122"/>
              </a:rPr>
              <a:t>繁多的知识之间是相互衔接成体系的</a:t>
            </a:r>
          </a:p>
          <a:p>
            <a:pPr algn="l" eaLnBrk="1" hangingPunct="1">
              <a:lnSpc>
                <a:spcPct val="120000"/>
              </a:lnSpc>
              <a:spcBef>
                <a:spcPct val="35000"/>
              </a:spcBef>
            </a:pPr>
            <a:r>
              <a:rPr lang="zh-CN" altLang="en-US" sz="2800" b="1" dirty="0">
                <a:latin typeface="宋体" pitchFamily="2" charset="-122"/>
              </a:rPr>
              <a:t>知识体系是建立在为数不多的“</a:t>
            </a:r>
            <a:r>
              <a:rPr lang="zh-CN" altLang="en-US" sz="2800" b="1" dirty="0">
                <a:solidFill>
                  <a:srgbClr val="990033"/>
                </a:solidFill>
                <a:latin typeface="宋体" pitchFamily="2" charset="-122"/>
              </a:rPr>
              <a:t>核心概念</a:t>
            </a:r>
            <a:r>
              <a:rPr lang="zh-CN" altLang="en-US" sz="2800" b="1" dirty="0">
                <a:latin typeface="宋体" pitchFamily="2" charset="-122"/>
              </a:rPr>
              <a:t>”基础之上的</a:t>
            </a:r>
          </a:p>
          <a:p>
            <a:pPr algn="l" eaLnBrk="1" hangingPunct="1">
              <a:lnSpc>
                <a:spcPct val="120000"/>
              </a:lnSpc>
              <a:spcBef>
                <a:spcPct val="35000"/>
              </a:spcBef>
            </a:pPr>
            <a:r>
              <a:rPr lang="zh-CN" altLang="en-US" sz="2800" b="1" dirty="0">
                <a:latin typeface="宋体" pitchFamily="2" charset="-122"/>
              </a:rPr>
              <a:t>很多知识内容不过是这些“</a:t>
            </a:r>
            <a:r>
              <a:rPr lang="zh-CN" altLang="en-US" sz="2800" b="1" dirty="0">
                <a:solidFill>
                  <a:srgbClr val="990033"/>
                </a:solidFill>
                <a:latin typeface="宋体" pitchFamily="2" charset="-122"/>
              </a:rPr>
              <a:t>核心概念</a:t>
            </a:r>
            <a:r>
              <a:rPr lang="zh-CN" altLang="en-US" sz="2800" b="1" dirty="0">
                <a:latin typeface="宋体" pitchFamily="2" charset="-122"/>
              </a:rPr>
              <a:t>”在某种具体条件下的</a:t>
            </a:r>
            <a:r>
              <a:rPr lang="zh-CN" altLang="en-US" sz="2800" b="1" dirty="0">
                <a:solidFill>
                  <a:schemeClr val="accent2"/>
                </a:solidFill>
                <a:latin typeface="宋体" pitchFamily="2" charset="-122"/>
              </a:rPr>
              <a:t>实例</a:t>
            </a:r>
          </a:p>
          <a:p>
            <a:pPr algn="l" eaLnBrk="1" hangingPunct="1">
              <a:lnSpc>
                <a:spcPct val="120000"/>
              </a:lnSpc>
              <a:spcBef>
                <a:spcPct val="35000"/>
              </a:spcBef>
            </a:pPr>
            <a:r>
              <a:rPr lang="zh-CN" altLang="en-US" sz="2800" b="1" dirty="0">
                <a:latin typeface="宋体" pitchFamily="2" charset="-122"/>
              </a:rPr>
              <a:t>通过这些</a:t>
            </a:r>
            <a:r>
              <a:rPr lang="zh-CN" altLang="en-US" sz="2800" b="1" dirty="0">
                <a:solidFill>
                  <a:schemeClr val="accent2"/>
                </a:solidFill>
                <a:latin typeface="宋体" pitchFamily="2" charset="-122"/>
              </a:rPr>
              <a:t>实例</a:t>
            </a:r>
            <a:r>
              <a:rPr lang="zh-CN" altLang="en-US" sz="2800" b="1" dirty="0">
                <a:latin typeface="宋体" pitchFamily="2" charset="-122"/>
              </a:rPr>
              <a:t>的学习加深“</a:t>
            </a:r>
            <a:r>
              <a:rPr lang="zh-CN" altLang="en-US" sz="2800" b="1" dirty="0">
                <a:solidFill>
                  <a:srgbClr val="990033"/>
                </a:solidFill>
                <a:latin typeface="宋体" pitchFamily="2" charset="-122"/>
              </a:rPr>
              <a:t>核心概念</a:t>
            </a:r>
            <a:r>
              <a:rPr lang="zh-CN" altLang="en-US" sz="2800" b="1" dirty="0">
                <a:latin typeface="宋体" pitchFamily="2" charset="-122"/>
              </a:rPr>
              <a:t>”的理解和掌握，而“核心概念”要在各个具体的</a:t>
            </a:r>
            <a:r>
              <a:rPr lang="zh-CN" altLang="en-US" sz="2800" b="1" dirty="0">
                <a:solidFill>
                  <a:schemeClr val="accent2"/>
                </a:solidFill>
                <a:latin typeface="宋体" pitchFamily="2" charset="-122"/>
              </a:rPr>
              <a:t>实例</a:t>
            </a:r>
            <a:r>
              <a:rPr lang="zh-CN" altLang="en-US" sz="2800" b="1" dirty="0">
                <a:latin typeface="宋体" pitchFamily="2" charset="-122"/>
              </a:rPr>
              <a:t>中得到应用</a:t>
            </a:r>
          </a:p>
        </p:txBody>
      </p:sp>
      <p:sp>
        <p:nvSpPr>
          <p:cNvPr id="69637" name="Rectangle 5"/>
          <p:cNvSpPr>
            <a:spLocks noChangeArrowheads="1"/>
          </p:cNvSpPr>
          <p:nvPr/>
        </p:nvSpPr>
        <p:spPr bwMode="auto">
          <a:xfrm>
            <a:off x="2411413" y="1125538"/>
            <a:ext cx="3903662"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spcBef>
                <a:spcPct val="20000"/>
              </a:spcBef>
              <a:buClr>
                <a:schemeClr val="hlink"/>
              </a:buClr>
              <a:buSzPct val="80000"/>
              <a:buFont typeface="Wingdings" pitchFamily="2" charset="2"/>
              <a:buNone/>
              <a:defRPr/>
            </a:pPr>
            <a:r>
              <a:rPr lang="en-US" altLang="zh-CN">
                <a:latin typeface="Tahoma" pitchFamily="34" charset="0"/>
                <a:ea typeface="隶书" pitchFamily="49" charset="-122"/>
              </a:rPr>
              <a:t> </a:t>
            </a:r>
            <a:r>
              <a:rPr lang="en-US" altLang="zh-CN" b="1">
                <a:solidFill>
                  <a:srgbClr val="990033"/>
                </a:solidFill>
                <a:effectLst>
                  <a:outerShdw blurRad="38100" dist="38100" dir="2700000" algn="tl">
                    <a:srgbClr val="C0C0C0"/>
                  </a:outerShdw>
                </a:effectLst>
                <a:latin typeface="Tahoma" pitchFamily="34" charset="0"/>
                <a:ea typeface="隶书" pitchFamily="49" charset="-122"/>
              </a:rPr>
              <a:t>Coreconception</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17</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9636">
                                            <p:txEl>
                                              <p:pRg st="1" end="1"/>
                                            </p:txEl>
                                          </p:spTgt>
                                        </p:tgtEl>
                                        <p:attrNameLst>
                                          <p:attrName>style.visibility</p:attrName>
                                        </p:attrNameLst>
                                      </p:cBhvr>
                                      <p:to>
                                        <p:strVal val="visible"/>
                                      </p:to>
                                    </p:set>
                                    <p:animEffect transition="in" filter="dissolve">
                                      <p:cBhvr>
                                        <p:cTn id="7" dur="500"/>
                                        <p:tgtEl>
                                          <p:spTgt spid="69636">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5" presetClass="entr" presetSubtype="0" fill="hold" nodeType="clickEffect">
                                  <p:stCondLst>
                                    <p:cond delay="0"/>
                                  </p:stCondLst>
                                  <p:childTnLst>
                                    <p:set>
                                      <p:cBhvr>
                                        <p:cTn id="11" dur="1" fill="hold">
                                          <p:stCondLst>
                                            <p:cond delay="0"/>
                                          </p:stCondLst>
                                        </p:cTn>
                                        <p:tgtEl>
                                          <p:spTgt spid="69636">
                                            <p:txEl>
                                              <p:pRg st="2" end="2"/>
                                            </p:txEl>
                                          </p:spTgt>
                                        </p:tgtEl>
                                        <p:attrNameLst>
                                          <p:attrName>style.visibility</p:attrName>
                                        </p:attrNameLst>
                                      </p:cBhvr>
                                      <p:to>
                                        <p:strVal val="visible"/>
                                      </p:to>
                                    </p:set>
                                    <p:anim calcmode="lin" valueType="num">
                                      <p:cBhvr>
                                        <p:cTn id="12" dur="500" fill="hold"/>
                                        <p:tgtEl>
                                          <p:spTgt spid="69636">
                                            <p:txEl>
                                              <p:pRg st="2" end="2"/>
                                            </p:txEl>
                                          </p:spTgt>
                                        </p:tgtEl>
                                        <p:attrNameLst>
                                          <p:attrName>ppt_w</p:attrName>
                                        </p:attrNameLst>
                                      </p:cBhvr>
                                      <p:tavLst>
                                        <p:tav tm="0">
                                          <p:val>
                                            <p:strVal val="#ppt_w*0.70"/>
                                          </p:val>
                                        </p:tav>
                                        <p:tav tm="100000">
                                          <p:val>
                                            <p:strVal val="#ppt_w"/>
                                          </p:val>
                                        </p:tav>
                                      </p:tavLst>
                                    </p:anim>
                                    <p:anim calcmode="lin" valueType="num">
                                      <p:cBhvr>
                                        <p:cTn id="13" dur="500" fill="hold"/>
                                        <p:tgtEl>
                                          <p:spTgt spid="69636">
                                            <p:txEl>
                                              <p:pRg st="2" end="2"/>
                                            </p:txEl>
                                          </p:spTgt>
                                        </p:tgtEl>
                                        <p:attrNameLst>
                                          <p:attrName>ppt_h</p:attrName>
                                        </p:attrNameLst>
                                      </p:cBhvr>
                                      <p:tavLst>
                                        <p:tav tm="0">
                                          <p:val>
                                            <p:strVal val="#ppt_h"/>
                                          </p:val>
                                        </p:tav>
                                        <p:tav tm="100000">
                                          <p:val>
                                            <p:strVal val="#ppt_h"/>
                                          </p:val>
                                        </p:tav>
                                      </p:tavLst>
                                    </p:anim>
                                    <p:animEffect transition="in" filter="fade">
                                      <p:cBhvr>
                                        <p:cTn id="14" dur="500"/>
                                        <p:tgtEl>
                                          <p:spTgt spid="69636">
                                            <p:txEl>
                                              <p:pRg st="2" end="2"/>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9636">
                                            <p:txEl>
                                              <p:pRg st="3" end="3"/>
                                            </p:txEl>
                                          </p:spTgt>
                                        </p:tgtEl>
                                        <p:attrNameLst>
                                          <p:attrName>style.visibility</p:attrName>
                                        </p:attrNameLst>
                                      </p:cBhvr>
                                      <p:to>
                                        <p:strVal val="visible"/>
                                      </p:to>
                                    </p:set>
                                    <p:anim calcmode="lin" valueType="num">
                                      <p:cBhvr additive="base">
                                        <p:cTn id="19" dur="500" fill="hold"/>
                                        <p:tgtEl>
                                          <p:spTgt spid="6963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963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r>
              <a:rPr lang="zh-CN" altLang="en-US"/>
              <a:t>开设</a:t>
            </a:r>
            <a:r>
              <a:rPr lang="en-US" altLang="zh-CN"/>
              <a:t>《</a:t>
            </a:r>
            <a:r>
              <a:rPr lang="zh-CN" altLang="en-US"/>
              <a:t>导引</a:t>
            </a:r>
            <a:r>
              <a:rPr lang="en-US" altLang="zh-CN"/>
              <a:t>》</a:t>
            </a:r>
            <a:r>
              <a:rPr lang="zh-CN" altLang="en-US"/>
              <a:t>课的目的</a:t>
            </a:r>
          </a:p>
        </p:txBody>
      </p:sp>
      <p:sp>
        <p:nvSpPr>
          <p:cNvPr id="13315" name="Rectangle 3"/>
          <p:cNvSpPr>
            <a:spLocks noGrp="1" noChangeArrowheads="1"/>
          </p:cNvSpPr>
          <p:nvPr>
            <p:ph type="body" idx="4294967295"/>
          </p:nvPr>
        </p:nvSpPr>
        <p:spPr>
          <a:xfrm>
            <a:off x="708025" y="1600200"/>
            <a:ext cx="8435975" cy="4525963"/>
          </a:xfrm>
          <a:prstGeom prst="rect">
            <a:avLst/>
          </a:prstGeom>
        </p:spPr>
        <p:txBody>
          <a:bodyPr/>
          <a:lstStyle/>
          <a:p>
            <a:pPr eaLnBrk="1" hangingPunct="1">
              <a:lnSpc>
                <a:spcPct val="120000"/>
              </a:lnSpc>
            </a:pPr>
            <a:r>
              <a:rPr lang="zh-CN" altLang="en-US"/>
              <a:t>引导新生了解电子信息学科</a:t>
            </a:r>
            <a:r>
              <a:rPr lang="zh-CN" altLang="en-US" u="sng"/>
              <a:t>知识体系的架构</a:t>
            </a:r>
          </a:p>
          <a:p>
            <a:pPr eaLnBrk="1" hangingPunct="1">
              <a:lnSpc>
                <a:spcPct val="120000"/>
              </a:lnSpc>
            </a:pPr>
            <a:r>
              <a:rPr lang="zh-CN" altLang="en-US"/>
              <a:t>初步建立学科知识的</a:t>
            </a:r>
            <a:r>
              <a:rPr lang="zh-CN" altLang="en-US" u="sng"/>
              <a:t>核心概念</a:t>
            </a:r>
          </a:p>
          <a:p>
            <a:pPr eaLnBrk="1" hangingPunct="1">
              <a:lnSpc>
                <a:spcPct val="120000"/>
              </a:lnSpc>
            </a:pPr>
            <a:r>
              <a:rPr lang="zh-CN" altLang="en-US"/>
              <a:t>理解</a:t>
            </a:r>
            <a:r>
              <a:rPr lang="zh-CN" altLang="en-US" u="sng"/>
              <a:t>课程体系</a:t>
            </a:r>
            <a:r>
              <a:rPr lang="zh-CN" altLang="en-US"/>
              <a:t>设置与</a:t>
            </a:r>
            <a:r>
              <a:rPr lang="zh-CN" altLang="en-US" u="sng"/>
              <a:t>培养计划</a:t>
            </a:r>
            <a:r>
              <a:rPr lang="zh-CN" altLang="en-US"/>
              <a:t>安排的背景</a:t>
            </a:r>
          </a:p>
          <a:p>
            <a:pPr eaLnBrk="1" hangingPunct="1">
              <a:lnSpc>
                <a:spcPct val="120000"/>
              </a:lnSpc>
            </a:pPr>
            <a:r>
              <a:rPr lang="zh-CN" altLang="en-US"/>
              <a:t>引导学生选课和确定</a:t>
            </a:r>
            <a:r>
              <a:rPr lang="zh-CN" altLang="en-US" u="sng"/>
              <a:t>主攻方向</a:t>
            </a:r>
          </a:p>
          <a:p>
            <a:pPr eaLnBrk="1" hangingPunct="1">
              <a:lnSpc>
                <a:spcPct val="120000"/>
              </a:lnSpc>
            </a:pPr>
            <a:r>
              <a:rPr lang="zh-CN" altLang="en-US"/>
              <a:t>激发学习兴趣</a:t>
            </a:r>
          </a:p>
        </p:txBody>
      </p:sp>
      <p:sp>
        <p:nvSpPr>
          <p:cNvPr id="13316" name="Rectangle 5"/>
          <p:cNvSpPr>
            <a:spLocks noChangeArrowheads="1"/>
          </p:cNvSpPr>
          <p:nvPr/>
        </p:nvSpPr>
        <p:spPr bwMode="auto">
          <a:xfrm flipV="1">
            <a:off x="268288" y="1233488"/>
            <a:ext cx="8637587" cy="42862"/>
          </a:xfrm>
          <a:prstGeom prst="rect">
            <a:avLst/>
          </a:prstGeom>
          <a:gradFill rotWithShape="0">
            <a:gsLst>
              <a:gs pos="0">
                <a:srgbClr val="FFFFFF"/>
              </a:gs>
              <a:gs pos="100000">
                <a:schemeClr val="bg2"/>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rot="10800000"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endParaRPr lang="zh-CN" altLang="en-US" sz="2400" b="1"/>
          </a:p>
        </p:txBody>
      </p:sp>
      <p:sp>
        <p:nvSpPr>
          <p:cNvPr id="30725" name="WordArt 5"/>
          <p:cNvSpPr>
            <a:spLocks noChangeArrowheads="1" noChangeShapeType="1" noTextEdit="1"/>
          </p:cNvSpPr>
          <p:nvPr/>
        </p:nvSpPr>
        <p:spPr bwMode="auto">
          <a:xfrm>
            <a:off x="1908175" y="5229225"/>
            <a:ext cx="4824413" cy="792163"/>
          </a:xfrm>
          <a:prstGeom prst="rect">
            <a:avLst/>
          </a:prstGeom>
        </p:spPr>
        <p:txBody>
          <a:bodyPr wrap="none" fromWordArt="1">
            <a:prstTxWarp prst="textPlain">
              <a:avLst>
                <a:gd name="adj" fmla="val 52417"/>
              </a:avLst>
            </a:prstTxWarp>
          </a:bodyPr>
          <a:lstStyle/>
          <a:p>
            <a:pPr algn="ctr"/>
            <a:r>
              <a:rPr lang="en-US" altLang="zh-CN" i="1" kern="10">
                <a:ln w="19050">
                  <a:solidFill>
                    <a:srgbClr val="99CCFF"/>
                  </a:solidFill>
                  <a:round/>
                  <a:headEnd/>
                  <a:tailEnd/>
                </a:ln>
                <a:solidFill>
                  <a:srgbClr val="0066CC"/>
                </a:solidFill>
                <a:effectLst>
                  <a:outerShdw dist="35921" dir="2700000" algn="ctr" rotWithShape="0">
                    <a:srgbClr val="990000"/>
                  </a:outerShdw>
                </a:effectLst>
                <a:latin typeface="宋体"/>
                <a:ea typeface="宋体"/>
              </a:rPr>
              <a:t>MAP</a:t>
            </a:r>
            <a:endParaRPr lang="zh-CN" altLang="en-US" i="1" kern="10">
              <a:ln w="19050">
                <a:solidFill>
                  <a:srgbClr val="99CCFF"/>
                </a:solidFill>
                <a:round/>
                <a:headEnd/>
                <a:tailEnd/>
              </a:ln>
              <a:solidFill>
                <a:srgbClr val="0066CC"/>
              </a:solidFill>
              <a:effectLst>
                <a:outerShdw dist="35921" dir="2700000" algn="ctr" rotWithShape="0">
                  <a:srgbClr val="990000"/>
                </a:outerShdw>
              </a:effectLst>
              <a:latin typeface="宋体"/>
              <a:ea typeface="宋体"/>
            </a:endParaRP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18</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0725"/>
                                        </p:tgtEl>
                                        <p:attrNameLst>
                                          <p:attrName>style.visibility</p:attrName>
                                        </p:attrNameLst>
                                      </p:cBhvr>
                                      <p:to>
                                        <p:strVal val="visible"/>
                                      </p:to>
                                    </p:set>
                                    <p:animEffect transition="in" filter="wipe(down)">
                                      <p:cBhvr>
                                        <p:cTn id="7" dur="580">
                                          <p:stCondLst>
                                            <p:cond delay="0"/>
                                          </p:stCondLst>
                                        </p:cTn>
                                        <p:tgtEl>
                                          <p:spTgt spid="30725"/>
                                        </p:tgtEl>
                                      </p:cBhvr>
                                    </p:animEffect>
                                    <p:anim calcmode="lin" valueType="num">
                                      <p:cBhvr>
                                        <p:cTn id="8" dur="1822" tmFilter="0,0; 0.14,0.36; 0.43,0.73; 0.71,0.91; 1.0,1.0">
                                          <p:stCondLst>
                                            <p:cond delay="0"/>
                                          </p:stCondLst>
                                        </p:cTn>
                                        <p:tgtEl>
                                          <p:spTgt spid="3072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072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072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072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0725"/>
                                        </p:tgtEl>
                                        <p:attrNameLst>
                                          <p:attrName>ppt_y</p:attrName>
                                        </p:attrNameLst>
                                      </p:cBhvr>
                                      <p:tavLst>
                                        <p:tav tm="0" fmla="#ppt_y-sin(pi*$)/81">
                                          <p:val>
                                            <p:fltVal val="0"/>
                                          </p:val>
                                        </p:tav>
                                        <p:tav tm="100000">
                                          <p:val>
                                            <p:fltVal val="1"/>
                                          </p:val>
                                        </p:tav>
                                      </p:tavLst>
                                    </p:anim>
                                    <p:animScale>
                                      <p:cBhvr>
                                        <p:cTn id="13" dur="26">
                                          <p:stCondLst>
                                            <p:cond delay="650"/>
                                          </p:stCondLst>
                                        </p:cTn>
                                        <p:tgtEl>
                                          <p:spTgt spid="30725"/>
                                        </p:tgtEl>
                                      </p:cBhvr>
                                      <p:to x="100000" y="60000"/>
                                    </p:animScale>
                                    <p:animScale>
                                      <p:cBhvr>
                                        <p:cTn id="14" dur="166" decel="50000">
                                          <p:stCondLst>
                                            <p:cond delay="676"/>
                                          </p:stCondLst>
                                        </p:cTn>
                                        <p:tgtEl>
                                          <p:spTgt spid="30725"/>
                                        </p:tgtEl>
                                      </p:cBhvr>
                                      <p:to x="100000" y="100000"/>
                                    </p:animScale>
                                    <p:animScale>
                                      <p:cBhvr>
                                        <p:cTn id="15" dur="26">
                                          <p:stCondLst>
                                            <p:cond delay="1312"/>
                                          </p:stCondLst>
                                        </p:cTn>
                                        <p:tgtEl>
                                          <p:spTgt spid="30725"/>
                                        </p:tgtEl>
                                      </p:cBhvr>
                                      <p:to x="100000" y="80000"/>
                                    </p:animScale>
                                    <p:animScale>
                                      <p:cBhvr>
                                        <p:cTn id="16" dur="166" decel="50000">
                                          <p:stCondLst>
                                            <p:cond delay="1338"/>
                                          </p:stCondLst>
                                        </p:cTn>
                                        <p:tgtEl>
                                          <p:spTgt spid="30725"/>
                                        </p:tgtEl>
                                      </p:cBhvr>
                                      <p:to x="100000" y="100000"/>
                                    </p:animScale>
                                    <p:animScale>
                                      <p:cBhvr>
                                        <p:cTn id="17" dur="26">
                                          <p:stCondLst>
                                            <p:cond delay="1642"/>
                                          </p:stCondLst>
                                        </p:cTn>
                                        <p:tgtEl>
                                          <p:spTgt spid="30725"/>
                                        </p:tgtEl>
                                      </p:cBhvr>
                                      <p:to x="100000" y="90000"/>
                                    </p:animScale>
                                    <p:animScale>
                                      <p:cBhvr>
                                        <p:cTn id="18" dur="166" decel="50000">
                                          <p:stCondLst>
                                            <p:cond delay="1668"/>
                                          </p:stCondLst>
                                        </p:cTn>
                                        <p:tgtEl>
                                          <p:spTgt spid="30725"/>
                                        </p:tgtEl>
                                      </p:cBhvr>
                                      <p:to x="100000" y="100000"/>
                                    </p:animScale>
                                    <p:animScale>
                                      <p:cBhvr>
                                        <p:cTn id="19" dur="26">
                                          <p:stCondLst>
                                            <p:cond delay="1808"/>
                                          </p:stCondLst>
                                        </p:cTn>
                                        <p:tgtEl>
                                          <p:spTgt spid="30725"/>
                                        </p:tgtEl>
                                      </p:cBhvr>
                                      <p:to x="100000" y="95000"/>
                                    </p:animScale>
                                    <p:animScale>
                                      <p:cBhvr>
                                        <p:cTn id="20" dur="166" decel="50000">
                                          <p:stCondLst>
                                            <p:cond delay="1834"/>
                                          </p:stCondLst>
                                        </p:cTn>
                                        <p:tgtEl>
                                          <p:spTgt spid="3072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ctrTitle"/>
          </p:nvPr>
        </p:nvSpPr>
        <p:spPr>
          <a:xfrm>
            <a:off x="685800" y="1557338"/>
            <a:ext cx="7772400" cy="1470025"/>
          </a:xfrm>
        </p:spPr>
        <p:txBody>
          <a:bodyPr/>
          <a:lstStyle/>
          <a:p>
            <a:pPr eaLnBrk="1" hangingPunct="1"/>
            <a:r>
              <a:rPr lang="zh-CN" altLang="en-US" dirty="0"/>
              <a:t>电子信息科学技术的知识体系</a:t>
            </a:r>
            <a:br>
              <a:rPr lang="zh-CN" altLang="en-US" dirty="0"/>
            </a:br>
            <a:r>
              <a:rPr lang="zh-CN" altLang="en-US" dirty="0"/>
              <a:t>是如何形成的？</a:t>
            </a:r>
          </a:p>
        </p:txBody>
      </p:sp>
      <p:sp>
        <p:nvSpPr>
          <p:cNvPr id="2" name="矩形 1"/>
          <p:cNvSpPr/>
          <p:nvPr/>
        </p:nvSpPr>
        <p:spPr>
          <a:xfrm>
            <a:off x="1043608" y="3429000"/>
            <a:ext cx="7200800" cy="1323439"/>
          </a:xfrm>
          <a:prstGeom prst="rect">
            <a:avLst/>
          </a:prstGeom>
        </p:spPr>
        <p:txBody>
          <a:bodyPr wrap="square">
            <a:spAutoFit/>
          </a:bodyPr>
          <a:lstStyle/>
          <a:p>
            <a:pPr algn="l"/>
            <a:r>
              <a:rPr lang="zh-CN" altLang="en-US" sz="4000" dirty="0">
                <a:latin typeface="微软雅黑" panose="020B0503020204020204" pitchFamily="34" charset="-122"/>
                <a:ea typeface="微软雅黑" panose="020B0503020204020204" pitchFamily="34" charset="-122"/>
              </a:rPr>
              <a:t>学科知识架构具有什么特点？</a:t>
            </a:r>
            <a:br>
              <a:rPr lang="en-US" altLang="zh-CN" sz="4000" dirty="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如何确定</a:t>
            </a:r>
            <a:r>
              <a:rPr lang="en-US" altLang="zh-CN" sz="4000" dirty="0">
                <a:latin typeface="微软雅黑" panose="020B0503020204020204" pitchFamily="34" charset="-122"/>
                <a:ea typeface="微软雅黑" panose="020B0503020204020204" pitchFamily="34" charset="-122"/>
              </a:rPr>
              <a:t>Core-conception</a:t>
            </a:r>
            <a:r>
              <a:rPr lang="zh-CN" altLang="en-US" sz="40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776536911"/>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p:txBody>
          <a:bodyPr/>
          <a:lstStyle/>
          <a:p>
            <a:r>
              <a:rPr lang="zh-CN" altLang="en-US"/>
              <a:t>科学技术发展的规律</a:t>
            </a:r>
          </a:p>
        </p:txBody>
      </p:sp>
      <p:sp>
        <p:nvSpPr>
          <p:cNvPr id="187395" name="Rectangle 3"/>
          <p:cNvSpPr>
            <a:spLocks noGrp="1" noChangeArrowheads="1"/>
          </p:cNvSpPr>
          <p:nvPr>
            <p:ph type="body" idx="1"/>
          </p:nvPr>
        </p:nvSpPr>
        <p:spPr>
          <a:xfrm>
            <a:off x="457200" y="1600200"/>
            <a:ext cx="8229600" cy="4924425"/>
          </a:xfrm>
        </p:spPr>
        <p:txBody>
          <a:bodyPr/>
          <a:lstStyle/>
          <a:p>
            <a:pPr eaLnBrk="1" hangingPunct="1"/>
            <a:r>
              <a:rPr lang="zh-CN" altLang="en-US" dirty="0"/>
              <a:t>毛泽东：“实践、认识、再实践、再认识，这种形式循环往复以至无穷</a:t>
            </a:r>
            <a:r>
              <a:rPr lang="en-US" altLang="zh-CN" dirty="0"/>
              <a:t>……</a:t>
            </a:r>
            <a:r>
              <a:rPr lang="zh-CN" altLang="en-US" dirty="0"/>
              <a:t>这就是辩证唯物论的全部认识论。” </a:t>
            </a:r>
          </a:p>
          <a:p>
            <a:pPr eaLnBrk="1" hangingPunct="1"/>
            <a:r>
              <a:rPr lang="zh-CN" altLang="en-US" dirty="0"/>
              <a:t>加拿大学者</a:t>
            </a:r>
            <a:r>
              <a:rPr lang="en-US" altLang="zh-CN" dirty="0"/>
              <a:t>Marshall McLuhan </a:t>
            </a:r>
            <a:r>
              <a:rPr lang="zh-CN" altLang="en-US" dirty="0"/>
              <a:t>的论断：“我们改造我们的工具，然后被我们的工具所改造。”</a:t>
            </a:r>
          </a:p>
          <a:p>
            <a:pPr lvl="1" eaLnBrk="1" hangingPunct="1"/>
            <a:r>
              <a:rPr lang="en-US" altLang="zh-CN" dirty="0"/>
              <a:t>We shape our tools and thereafter our tools shape us.</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20</a:t>
            </a:fld>
            <a:endParaRPr lang="zh-CN" altLang="en-US" dirty="0"/>
          </a:p>
        </p:txBody>
      </p:sp>
    </p:spTree>
    <p:extLst>
      <p:ext uri="{BB962C8B-B14F-4D97-AF65-F5344CB8AC3E}">
        <p14:creationId xmlns:p14="http://schemas.microsoft.com/office/powerpoint/2010/main" val="392352650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87395">
                                            <p:txEl>
                                              <p:pRg st="0" end="0"/>
                                            </p:txEl>
                                          </p:spTgt>
                                        </p:tgtEl>
                                        <p:attrNameLst>
                                          <p:attrName>style.visibility</p:attrName>
                                        </p:attrNameLst>
                                      </p:cBhvr>
                                      <p:to>
                                        <p:strVal val="visible"/>
                                      </p:to>
                                    </p:set>
                                    <p:animEffect transition="in" filter="wipe(up)">
                                      <p:cBhvr>
                                        <p:cTn id="7" dur="500"/>
                                        <p:tgtEl>
                                          <p:spTgt spid="1873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87395">
                                            <p:txEl>
                                              <p:pRg st="1" end="1"/>
                                            </p:txEl>
                                          </p:spTgt>
                                        </p:tgtEl>
                                        <p:attrNameLst>
                                          <p:attrName>style.visibility</p:attrName>
                                        </p:attrNameLst>
                                      </p:cBhvr>
                                      <p:to>
                                        <p:strVal val="visible"/>
                                      </p:to>
                                    </p:set>
                                    <p:animEffect transition="in" filter="wipe(up)">
                                      <p:cBhvr>
                                        <p:cTn id="12" dur="500"/>
                                        <p:tgtEl>
                                          <p:spTgt spid="187395">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187395">
                                            <p:txEl>
                                              <p:pRg st="2" end="2"/>
                                            </p:txEl>
                                          </p:spTgt>
                                        </p:tgtEl>
                                        <p:attrNameLst>
                                          <p:attrName>style.visibility</p:attrName>
                                        </p:attrNameLst>
                                      </p:cBhvr>
                                      <p:to>
                                        <p:strVal val="visible"/>
                                      </p:to>
                                    </p:set>
                                    <p:animEffect transition="in" filter="wipe(up)">
                                      <p:cBhvr>
                                        <p:cTn id="15" dur="500"/>
                                        <p:tgtEl>
                                          <p:spTgt spid="1873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5"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r>
              <a:rPr lang="en-US" altLang="zh-CN"/>
              <a:t>“</a:t>
            </a:r>
            <a:r>
              <a:rPr lang="zh-CN" altLang="en-US"/>
              <a:t>范式”的意义</a:t>
            </a:r>
          </a:p>
        </p:txBody>
      </p:sp>
      <p:sp>
        <p:nvSpPr>
          <p:cNvPr id="190467" name="Rectangle 3"/>
          <p:cNvSpPr>
            <a:spLocks noGrp="1" noChangeArrowheads="1"/>
          </p:cNvSpPr>
          <p:nvPr>
            <p:ph type="body" idx="1"/>
          </p:nvPr>
        </p:nvSpPr>
        <p:spPr>
          <a:xfrm>
            <a:off x="467544" y="1340768"/>
            <a:ext cx="8424936" cy="5328592"/>
          </a:xfrm>
        </p:spPr>
        <p:txBody>
          <a:bodyPr/>
          <a:lstStyle/>
          <a:p>
            <a:pPr eaLnBrk="1" hangingPunct="1">
              <a:lnSpc>
                <a:spcPct val="90000"/>
              </a:lnSpc>
            </a:pPr>
            <a:r>
              <a:rPr lang="zh-CN" altLang="en-US" sz="2800" dirty="0"/>
              <a:t>范式（</a:t>
            </a:r>
            <a:r>
              <a:rPr lang="en-US" altLang="zh-CN" sz="2800" dirty="0"/>
              <a:t>paradigm</a:t>
            </a:r>
            <a:r>
              <a:rPr lang="zh-CN" altLang="en-US" sz="2800" dirty="0"/>
              <a:t>）这一概念出自</a:t>
            </a:r>
          </a:p>
          <a:p>
            <a:pPr lvl="1" eaLnBrk="1" hangingPunct="1">
              <a:lnSpc>
                <a:spcPct val="90000"/>
              </a:lnSpc>
            </a:pPr>
            <a:r>
              <a:rPr lang="en-US" altLang="zh-CN" sz="2400" dirty="0"/>
              <a:t>Thomas S. Kuhn, </a:t>
            </a:r>
            <a:r>
              <a:rPr lang="en-US" altLang="zh-CN" sz="2400" i="1" dirty="0"/>
              <a:t>The Structure of Scientific Revolution</a:t>
            </a:r>
            <a:r>
              <a:rPr lang="en-US" altLang="zh-CN" sz="2400" dirty="0"/>
              <a:t>, 1962</a:t>
            </a:r>
          </a:p>
          <a:p>
            <a:pPr lvl="1" eaLnBrk="1" hangingPunct="1">
              <a:lnSpc>
                <a:spcPct val="90000"/>
              </a:lnSpc>
            </a:pPr>
            <a:r>
              <a:rPr lang="zh-CN" altLang="en-US" sz="2400" dirty="0"/>
              <a:t>美国学者库恩</a:t>
            </a:r>
            <a:r>
              <a:rPr lang="en-US" altLang="zh-CN" sz="2400" dirty="0"/>
              <a:t>《</a:t>
            </a:r>
            <a:r>
              <a:rPr lang="zh-CN" altLang="en-US" sz="2400" dirty="0"/>
              <a:t>科学革命的结构</a:t>
            </a:r>
            <a:r>
              <a:rPr lang="en-US" altLang="zh-CN" sz="2400" dirty="0"/>
              <a:t>》</a:t>
            </a:r>
          </a:p>
          <a:p>
            <a:pPr eaLnBrk="1" hangingPunct="1">
              <a:lnSpc>
                <a:spcPct val="90000"/>
              </a:lnSpc>
            </a:pPr>
            <a:r>
              <a:rPr lang="zh-CN" altLang="en-US" sz="2800" dirty="0"/>
              <a:t>具有如下两个本质特征的科学成就称为“范式” </a:t>
            </a:r>
          </a:p>
          <a:p>
            <a:pPr lvl="1" eaLnBrk="1" hangingPunct="1">
              <a:lnSpc>
                <a:spcPct val="90000"/>
              </a:lnSpc>
            </a:pPr>
            <a:r>
              <a:rPr lang="zh-CN" altLang="en-US" sz="2400" dirty="0"/>
              <a:t>这些成就足够“空前”，以致吸引它的拥护者脱离其它与之竞争的科学活动模式，从而构成一个持久的团体；</a:t>
            </a:r>
          </a:p>
          <a:p>
            <a:pPr lvl="1" eaLnBrk="1" hangingPunct="1">
              <a:lnSpc>
                <a:spcPct val="90000"/>
              </a:lnSpc>
            </a:pPr>
            <a:r>
              <a:rPr lang="zh-CN" altLang="en-US" sz="2400" dirty="0"/>
              <a:t>这些成就足够“开放”，以致为重新组成的这个团体内的实践者留下各种各样的问题让他们去解决。</a:t>
            </a:r>
          </a:p>
          <a:p>
            <a:pPr eaLnBrk="1" hangingPunct="1">
              <a:lnSpc>
                <a:spcPct val="90000"/>
              </a:lnSpc>
            </a:pPr>
            <a:r>
              <a:rPr lang="zh-CN" altLang="en-US" sz="2800" dirty="0"/>
              <a:t>库恩认为，“范式”与“常规科学”紧密相连</a:t>
            </a:r>
          </a:p>
          <a:p>
            <a:pPr lvl="1" eaLnBrk="1" hangingPunct="1">
              <a:lnSpc>
                <a:spcPct val="90000"/>
              </a:lnSpc>
            </a:pPr>
            <a:r>
              <a:rPr lang="zh-CN" altLang="en-US" sz="2400" dirty="0"/>
              <a:t>“范式”下的科研：量变</a:t>
            </a:r>
          </a:p>
          <a:p>
            <a:pPr lvl="1" eaLnBrk="1" hangingPunct="1">
              <a:lnSpc>
                <a:spcPct val="90000"/>
              </a:lnSpc>
            </a:pPr>
            <a:r>
              <a:rPr lang="zh-CN" altLang="en-US" sz="2400" dirty="0"/>
              <a:t>新“范式”的创建：质变</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21</a:t>
            </a:fld>
            <a:endParaRPr lang="zh-CN" altLang="en-US" dirty="0"/>
          </a:p>
        </p:txBody>
      </p:sp>
    </p:spTree>
    <p:extLst>
      <p:ext uri="{BB962C8B-B14F-4D97-AF65-F5344CB8AC3E}">
        <p14:creationId xmlns:p14="http://schemas.microsoft.com/office/powerpoint/2010/main" val="333355501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0467">
                                            <p:txEl>
                                              <p:pRg st="0" end="0"/>
                                            </p:txEl>
                                          </p:spTgt>
                                        </p:tgtEl>
                                        <p:attrNameLst>
                                          <p:attrName>style.visibility</p:attrName>
                                        </p:attrNameLst>
                                      </p:cBhvr>
                                      <p:to>
                                        <p:strVal val="visible"/>
                                      </p:to>
                                    </p:set>
                                    <p:animEffect transition="in" filter="wipe(up)">
                                      <p:cBhvr>
                                        <p:cTn id="7" dur="500"/>
                                        <p:tgtEl>
                                          <p:spTgt spid="190467">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90467">
                                            <p:txEl>
                                              <p:pRg st="1" end="1"/>
                                            </p:txEl>
                                          </p:spTgt>
                                        </p:tgtEl>
                                        <p:attrNameLst>
                                          <p:attrName>style.visibility</p:attrName>
                                        </p:attrNameLst>
                                      </p:cBhvr>
                                      <p:to>
                                        <p:strVal val="visible"/>
                                      </p:to>
                                    </p:set>
                                    <p:animEffect transition="in" filter="wipe(up)">
                                      <p:cBhvr>
                                        <p:cTn id="10" dur="500"/>
                                        <p:tgtEl>
                                          <p:spTgt spid="190467">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90467">
                                            <p:txEl>
                                              <p:pRg st="2" end="2"/>
                                            </p:txEl>
                                          </p:spTgt>
                                        </p:tgtEl>
                                        <p:attrNameLst>
                                          <p:attrName>style.visibility</p:attrName>
                                        </p:attrNameLst>
                                      </p:cBhvr>
                                      <p:to>
                                        <p:strVal val="visible"/>
                                      </p:to>
                                    </p:set>
                                    <p:animEffect transition="in" filter="wipe(up)">
                                      <p:cBhvr>
                                        <p:cTn id="13" dur="500"/>
                                        <p:tgtEl>
                                          <p:spTgt spid="190467">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90467">
                                            <p:txEl>
                                              <p:pRg st="3" end="3"/>
                                            </p:txEl>
                                          </p:spTgt>
                                        </p:tgtEl>
                                        <p:attrNameLst>
                                          <p:attrName>style.visibility</p:attrName>
                                        </p:attrNameLst>
                                      </p:cBhvr>
                                      <p:to>
                                        <p:strVal val="visible"/>
                                      </p:to>
                                    </p:set>
                                    <p:animEffect transition="in" filter="wipe(up)">
                                      <p:cBhvr>
                                        <p:cTn id="18" dur="500"/>
                                        <p:tgtEl>
                                          <p:spTgt spid="190467">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90467">
                                            <p:txEl>
                                              <p:pRg st="4" end="4"/>
                                            </p:txEl>
                                          </p:spTgt>
                                        </p:tgtEl>
                                        <p:attrNameLst>
                                          <p:attrName>style.visibility</p:attrName>
                                        </p:attrNameLst>
                                      </p:cBhvr>
                                      <p:to>
                                        <p:strVal val="visible"/>
                                      </p:to>
                                    </p:set>
                                    <p:animEffect transition="in" filter="wipe(up)">
                                      <p:cBhvr>
                                        <p:cTn id="23" dur="500"/>
                                        <p:tgtEl>
                                          <p:spTgt spid="190467">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190467">
                                            <p:txEl>
                                              <p:pRg st="5" end="5"/>
                                            </p:txEl>
                                          </p:spTgt>
                                        </p:tgtEl>
                                        <p:attrNameLst>
                                          <p:attrName>style.visibility</p:attrName>
                                        </p:attrNameLst>
                                      </p:cBhvr>
                                      <p:to>
                                        <p:strVal val="visible"/>
                                      </p:to>
                                    </p:set>
                                    <p:animEffect transition="in" filter="wipe(up)">
                                      <p:cBhvr>
                                        <p:cTn id="28" dur="500"/>
                                        <p:tgtEl>
                                          <p:spTgt spid="190467">
                                            <p:txEl>
                                              <p:pRg st="5" end="5"/>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90467">
                                            <p:txEl>
                                              <p:pRg st="6" end="6"/>
                                            </p:txEl>
                                          </p:spTgt>
                                        </p:tgtEl>
                                        <p:attrNameLst>
                                          <p:attrName>style.visibility</p:attrName>
                                        </p:attrNameLst>
                                      </p:cBhvr>
                                      <p:to>
                                        <p:strVal val="visible"/>
                                      </p:to>
                                    </p:set>
                                    <p:animEffect transition="in" filter="wipe(up)">
                                      <p:cBhvr>
                                        <p:cTn id="33" dur="500"/>
                                        <p:tgtEl>
                                          <p:spTgt spid="190467">
                                            <p:txEl>
                                              <p:pRg st="6" end="6"/>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90467">
                                            <p:txEl>
                                              <p:pRg st="7" end="7"/>
                                            </p:txEl>
                                          </p:spTgt>
                                        </p:tgtEl>
                                        <p:attrNameLst>
                                          <p:attrName>style.visibility</p:attrName>
                                        </p:attrNameLst>
                                      </p:cBhvr>
                                      <p:to>
                                        <p:strVal val="visible"/>
                                      </p:to>
                                    </p:set>
                                    <p:animEffect transition="in" filter="wipe(up)">
                                      <p:cBhvr>
                                        <p:cTn id="38" dur="500"/>
                                        <p:tgtEl>
                                          <p:spTgt spid="190467">
                                            <p:txEl>
                                              <p:pRg st="7" end="7"/>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190467">
                                            <p:txEl>
                                              <p:pRg st="8" end="8"/>
                                            </p:txEl>
                                          </p:spTgt>
                                        </p:tgtEl>
                                        <p:attrNameLst>
                                          <p:attrName>style.visibility</p:attrName>
                                        </p:attrNameLst>
                                      </p:cBhvr>
                                      <p:to>
                                        <p:strVal val="visible"/>
                                      </p:to>
                                    </p:set>
                                    <p:animEffect transition="in" filter="wipe(up)">
                                      <p:cBhvr>
                                        <p:cTn id="43" dur="500"/>
                                        <p:tgtEl>
                                          <p:spTgt spid="19046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r>
              <a:rPr lang="zh-CN" altLang="en-US"/>
              <a:t>什么是“常规科学”？</a:t>
            </a:r>
          </a:p>
        </p:txBody>
      </p:sp>
      <p:sp>
        <p:nvSpPr>
          <p:cNvPr id="191491" name="Rectangle 3"/>
          <p:cNvSpPr>
            <a:spLocks noGrp="1" noChangeArrowheads="1"/>
          </p:cNvSpPr>
          <p:nvPr>
            <p:ph type="body" idx="1"/>
          </p:nvPr>
        </p:nvSpPr>
        <p:spPr/>
        <p:txBody>
          <a:bodyPr/>
          <a:lstStyle/>
          <a:p>
            <a:pPr eaLnBrk="1" hangingPunct="1"/>
            <a:r>
              <a:rPr lang="zh-CN" altLang="en-US" sz="2800" dirty="0"/>
              <a:t>科恩认为：</a:t>
            </a:r>
          </a:p>
          <a:p>
            <a:pPr lvl="1" eaLnBrk="1" hangingPunct="1"/>
            <a:r>
              <a:rPr lang="zh-CN" altLang="en-US" sz="2400" dirty="0"/>
              <a:t>常规科学即是解谜，是一项极具积累性的事业，它以科学知识的广度和精度的稳定扩展为目的，并且极为成功。它各方面都与科学工作的通常形象高度一致，但是科学事业的一个标志性成果缺失了。常规科学并不瞄准事实或者理论的新颖性，而且获得成功时，也不会发现任何的新颖性。</a:t>
            </a:r>
          </a:p>
          <a:p>
            <a:pPr lvl="1" eaLnBrk="1" hangingPunct="1"/>
            <a:r>
              <a:rPr lang="zh-CN" altLang="en-US" sz="2400" dirty="0"/>
              <a:t>常规科学虽然不直接追求新事物，而且最初还倾向于压制新事物，但是却有效地促成了新事物的出现。新事物的出现导致常规科学的危机。</a:t>
            </a:r>
          </a:p>
          <a:p>
            <a:pPr eaLnBrk="1" hangingPunct="1"/>
            <a:r>
              <a:rPr lang="zh-CN" altLang="en-US" sz="2800" dirty="0"/>
              <a:t>常规科学的危机导致“科学的革命”。</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22</a:t>
            </a:fld>
            <a:endParaRPr lang="zh-CN" altLang="en-US" dirty="0"/>
          </a:p>
        </p:txBody>
      </p:sp>
    </p:spTree>
    <p:extLst>
      <p:ext uri="{BB962C8B-B14F-4D97-AF65-F5344CB8AC3E}">
        <p14:creationId xmlns:p14="http://schemas.microsoft.com/office/powerpoint/2010/main" val="234009082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91491">
                                            <p:txEl>
                                              <p:pRg st="0" end="0"/>
                                            </p:txEl>
                                          </p:spTgt>
                                        </p:tgtEl>
                                        <p:attrNameLst>
                                          <p:attrName>style.visibility</p:attrName>
                                        </p:attrNameLst>
                                      </p:cBhvr>
                                      <p:to>
                                        <p:strVal val="visible"/>
                                      </p:to>
                                    </p:set>
                                    <p:animEffect transition="in" filter="wipe(up)">
                                      <p:cBhvr>
                                        <p:cTn id="7" dur="500"/>
                                        <p:tgtEl>
                                          <p:spTgt spid="191491">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91491">
                                            <p:txEl>
                                              <p:pRg st="1" end="1"/>
                                            </p:txEl>
                                          </p:spTgt>
                                        </p:tgtEl>
                                        <p:attrNameLst>
                                          <p:attrName>style.visibility</p:attrName>
                                        </p:attrNameLst>
                                      </p:cBhvr>
                                      <p:to>
                                        <p:strVal val="visible"/>
                                      </p:to>
                                    </p:set>
                                    <p:animEffect transition="in" filter="wipe(up)">
                                      <p:cBhvr>
                                        <p:cTn id="10" dur="500"/>
                                        <p:tgtEl>
                                          <p:spTgt spid="191491">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91491">
                                            <p:txEl>
                                              <p:pRg st="2" end="2"/>
                                            </p:txEl>
                                          </p:spTgt>
                                        </p:tgtEl>
                                        <p:attrNameLst>
                                          <p:attrName>style.visibility</p:attrName>
                                        </p:attrNameLst>
                                      </p:cBhvr>
                                      <p:to>
                                        <p:strVal val="visible"/>
                                      </p:to>
                                    </p:set>
                                    <p:animEffect transition="in" filter="wipe(up)">
                                      <p:cBhvr>
                                        <p:cTn id="15" dur="500"/>
                                        <p:tgtEl>
                                          <p:spTgt spid="191491">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91491">
                                            <p:txEl>
                                              <p:pRg st="3" end="3"/>
                                            </p:txEl>
                                          </p:spTgt>
                                        </p:tgtEl>
                                        <p:attrNameLst>
                                          <p:attrName>style.visibility</p:attrName>
                                        </p:attrNameLst>
                                      </p:cBhvr>
                                      <p:to>
                                        <p:strVal val="visible"/>
                                      </p:to>
                                    </p:set>
                                    <p:animEffect transition="in" filter="wipe(up)">
                                      <p:cBhvr>
                                        <p:cTn id="20" dur="500"/>
                                        <p:tgtEl>
                                          <p:spTgt spid="1914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r>
              <a:rPr lang="zh-CN" altLang="en-US"/>
              <a:t>什么是“科学的革命”</a:t>
            </a:r>
          </a:p>
        </p:txBody>
      </p:sp>
      <p:sp>
        <p:nvSpPr>
          <p:cNvPr id="192515" name="Rectangle 3"/>
          <p:cNvSpPr>
            <a:spLocks noGrp="1" noChangeArrowheads="1"/>
          </p:cNvSpPr>
          <p:nvPr>
            <p:ph type="body" idx="1"/>
          </p:nvPr>
        </p:nvSpPr>
        <p:spPr/>
        <p:txBody>
          <a:bodyPr/>
          <a:lstStyle/>
          <a:p>
            <a:pPr eaLnBrk="1" hangingPunct="1"/>
            <a:r>
              <a:rPr lang="zh-CN" altLang="en-US" sz="2800" dirty="0"/>
              <a:t>科学的革命（</a:t>
            </a:r>
            <a:r>
              <a:rPr lang="en-US" altLang="zh-CN" sz="2800" dirty="0"/>
              <a:t>scientific revolution</a:t>
            </a:r>
            <a:r>
              <a:rPr lang="zh-CN" altLang="en-US" sz="2800" dirty="0"/>
              <a:t>）</a:t>
            </a:r>
          </a:p>
          <a:p>
            <a:pPr lvl="1" eaLnBrk="1" hangingPunct="1"/>
            <a:r>
              <a:rPr lang="zh-CN" altLang="en-US" sz="2400" dirty="0"/>
              <a:t>科学革命是指那些非积累性的发展阶段，其间旧范式全部或者部分地被一个不兼容的新范式所取代。</a:t>
            </a:r>
          </a:p>
          <a:p>
            <a:pPr lvl="1" eaLnBrk="1" hangingPunct="1"/>
            <a:r>
              <a:rPr lang="zh-CN" altLang="en-US" sz="2400" dirty="0"/>
              <a:t>旧范式被新范式所取代即导致科学的革命。</a:t>
            </a:r>
          </a:p>
          <a:p>
            <a:pPr eaLnBrk="1" hangingPunct="1"/>
            <a:r>
              <a:rPr lang="zh-CN" altLang="en-US" sz="2800" dirty="0"/>
              <a:t>库恩认为： </a:t>
            </a:r>
          </a:p>
          <a:p>
            <a:pPr lvl="1" eaLnBrk="1" hangingPunct="1"/>
            <a:r>
              <a:rPr lang="zh-CN" altLang="en-US" sz="2400" dirty="0"/>
              <a:t>科学革命与政治革命有相似性。</a:t>
            </a:r>
          </a:p>
          <a:p>
            <a:pPr lvl="1" eaLnBrk="1" hangingPunct="1"/>
            <a:r>
              <a:rPr lang="zh-CN" altLang="en-US" sz="2400" dirty="0"/>
              <a:t>科学革命是必然的。</a:t>
            </a:r>
          </a:p>
          <a:p>
            <a:pPr lvl="1" eaLnBrk="1" hangingPunct="1"/>
            <a:r>
              <a:rPr lang="zh-CN" altLang="en-US" sz="2400" dirty="0"/>
              <a:t>科学革命是世界观的改变。</a:t>
            </a:r>
          </a:p>
          <a:p>
            <a:pPr lvl="1" eaLnBrk="1" hangingPunct="1"/>
            <a:r>
              <a:rPr lang="zh-CN" altLang="en-US" sz="2400" dirty="0"/>
              <a:t>科学革命是无形的。</a:t>
            </a:r>
          </a:p>
          <a:p>
            <a:pPr lvl="1" eaLnBrk="1" hangingPunct="1"/>
            <a:r>
              <a:rPr lang="zh-CN" altLang="en-US" sz="2400" dirty="0"/>
              <a:t>科学通过革命而进步。 </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23</a:t>
            </a:fld>
            <a:endParaRPr lang="zh-CN" altLang="en-US" dirty="0"/>
          </a:p>
        </p:txBody>
      </p:sp>
    </p:spTree>
    <p:extLst>
      <p:ext uri="{BB962C8B-B14F-4D97-AF65-F5344CB8AC3E}">
        <p14:creationId xmlns:p14="http://schemas.microsoft.com/office/powerpoint/2010/main" val="396704132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2515">
                                            <p:txEl>
                                              <p:pRg st="0" end="0"/>
                                            </p:txEl>
                                          </p:spTgt>
                                        </p:tgtEl>
                                        <p:attrNameLst>
                                          <p:attrName>style.visibility</p:attrName>
                                        </p:attrNameLst>
                                      </p:cBhvr>
                                      <p:to>
                                        <p:strVal val="visible"/>
                                      </p:to>
                                    </p:set>
                                    <p:animEffect transition="in" filter="wipe(up)">
                                      <p:cBhvr>
                                        <p:cTn id="7" dur="500"/>
                                        <p:tgtEl>
                                          <p:spTgt spid="192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2515">
                                            <p:txEl>
                                              <p:pRg st="1" end="1"/>
                                            </p:txEl>
                                          </p:spTgt>
                                        </p:tgtEl>
                                        <p:attrNameLst>
                                          <p:attrName>style.visibility</p:attrName>
                                        </p:attrNameLst>
                                      </p:cBhvr>
                                      <p:to>
                                        <p:strVal val="visible"/>
                                      </p:to>
                                    </p:set>
                                    <p:animEffect transition="in" filter="wipe(up)">
                                      <p:cBhvr>
                                        <p:cTn id="12" dur="500"/>
                                        <p:tgtEl>
                                          <p:spTgt spid="192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92515">
                                            <p:txEl>
                                              <p:pRg st="2" end="2"/>
                                            </p:txEl>
                                          </p:spTgt>
                                        </p:tgtEl>
                                        <p:attrNameLst>
                                          <p:attrName>style.visibility</p:attrName>
                                        </p:attrNameLst>
                                      </p:cBhvr>
                                      <p:to>
                                        <p:strVal val="visible"/>
                                      </p:to>
                                    </p:set>
                                    <p:animEffect transition="in" filter="wipe(up)">
                                      <p:cBhvr>
                                        <p:cTn id="17" dur="500"/>
                                        <p:tgtEl>
                                          <p:spTgt spid="1925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92515">
                                            <p:txEl>
                                              <p:pRg st="3" end="3"/>
                                            </p:txEl>
                                          </p:spTgt>
                                        </p:tgtEl>
                                        <p:attrNameLst>
                                          <p:attrName>style.visibility</p:attrName>
                                        </p:attrNameLst>
                                      </p:cBhvr>
                                      <p:to>
                                        <p:strVal val="visible"/>
                                      </p:to>
                                    </p:set>
                                    <p:animEffect transition="in" filter="wipe(up)">
                                      <p:cBhvr>
                                        <p:cTn id="22" dur="500"/>
                                        <p:tgtEl>
                                          <p:spTgt spid="1925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92515">
                                            <p:txEl>
                                              <p:pRg st="4" end="4"/>
                                            </p:txEl>
                                          </p:spTgt>
                                        </p:tgtEl>
                                        <p:attrNameLst>
                                          <p:attrName>style.visibility</p:attrName>
                                        </p:attrNameLst>
                                      </p:cBhvr>
                                      <p:to>
                                        <p:strVal val="visible"/>
                                      </p:to>
                                    </p:set>
                                    <p:animEffect transition="in" filter="wipe(up)">
                                      <p:cBhvr>
                                        <p:cTn id="27" dur="500"/>
                                        <p:tgtEl>
                                          <p:spTgt spid="19251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92515">
                                            <p:txEl>
                                              <p:pRg st="5" end="5"/>
                                            </p:txEl>
                                          </p:spTgt>
                                        </p:tgtEl>
                                        <p:attrNameLst>
                                          <p:attrName>style.visibility</p:attrName>
                                        </p:attrNameLst>
                                      </p:cBhvr>
                                      <p:to>
                                        <p:strVal val="visible"/>
                                      </p:to>
                                    </p:set>
                                    <p:animEffect transition="in" filter="wipe(up)">
                                      <p:cBhvr>
                                        <p:cTn id="32" dur="500"/>
                                        <p:tgtEl>
                                          <p:spTgt spid="19251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92515">
                                            <p:txEl>
                                              <p:pRg st="6" end="6"/>
                                            </p:txEl>
                                          </p:spTgt>
                                        </p:tgtEl>
                                        <p:attrNameLst>
                                          <p:attrName>style.visibility</p:attrName>
                                        </p:attrNameLst>
                                      </p:cBhvr>
                                      <p:to>
                                        <p:strVal val="visible"/>
                                      </p:to>
                                    </p:set>
                                    <p:animEffect transition="in" filter="wipe(up)">
                                      <p:cBhvr>
                                        <p:cTn id="37" dur="500"/>
                                        <p:tgtEl>
                                          <p:spTgt spid="19251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92515">
                                            <p:txEl>
                                              <p:pRg st="7" end="7"/>
                                            </p:txEl>
                                          </p:spTgt>
                                        </p:tgtEl>
                                        <p:attrNameLst>
                                          <p:attrName>style.visibility</p:attrName>
                                        </p:attrNameLst>
                                      </p:cBhvr>
                                      <p:to>
                                        <p:strVal val="visible"/>
                                      </p:to>
                                    </p:set>
                                    <p:animEffect transition="in" filter="wipe(up)">
                                      <p:cBhvr>
                                        <p:cTn id="42" dur="500"/>
                                        <p:tgtEl>
                                          <p:spTgt spid="192515">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92515">
                                            <p:txEl>
                                              <p:pRg st="8" end="8"/>
                                            </p:txEl>
                                          </p:spTgt>
                                        </p:tgtEl>
                                        <p:attrNameLst>
                                          <p:attrName>style.visibility</p:attrName>
                                        </p:attrNameLst>
                                      </p:cBhvr>
                                      <p:to>
                                        <p:strVal val="visible"/>
                                      </p:to>
                                    </p:set>
                                    <p:animEffect transition="in" filter="wipe(up)">
                                      <p:cBhvr>
                                        <p:cTn id="47" dur="500"/>
                                        <p:tgtEl>
                                          <p:spTgt spid="19251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a:lstStyle/>
          <a:p>
            <a:r>
              <a:rPr lang="zh-CN" altLang="en-US"/>
              <a:t>科学技术进步的模式</a:t>
            </a:r>
          </a:p>
        </p:txBody>
      </p:sp>
      <p:sp>
        <p:nvSpPr>
          <p:cNvPr id="193539" name="Line 3"/>
          <p:cNvSpPr>
            <a:spLocks noChangeShapeType="1"/>
          </p:cNvSpPr>
          <p:nvPr/>
        </p:nvSpPr>
        <p:spPr bwMode="auto">
          <a:xfrm flipH="1">
            <a:off x="4930775" y="4141788"/>
            <a:ext cx="144463" cy="215900"/>
          </a:xfrm>
          <a:prstGeom prst="line">
            <a:avLst/>
          </a:prstGeom>
          <a:noFill/>
          <a:ln w="317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540" name="Oval 4"/>
          <p:cNvSpPr>
            <a:spLocks noChangeArrowheads="1"/>
          </p:cNvSpPr>
          <p:nvPr/>
        </p:nvSpPr>
        <p:spPr bwMode="auto">
          <a:xfrm>
            <a:off x="3635375" y="2917825"/>
            <a:ext cx="1584325" cy="1584325"/>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3541" name="Line 5"/>
          <p:cNvSpPr>
            <a:spLocks noChangeShapeType="1"/>
          </p:cNvSpPr>
          <p:nvPr/>
        </p:nvSpPr>
        <p:spPr bwMode="auto">
          <a:xfrm rot="-5400000">
            <a:off x="4391026" y="2017712"/>
            <a:ext cx="0" cy="3527425"/>
          </a:xfrm>
          <a:prstGeom prst="line">
            <a:avLst/>
          </a:prstGeom>
          <a:noFill/>
          <a:ln w="635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542" name="Line 6"/>
          <p:cNvSpPr>
            <a:spLocks noChangeShapeType="1"/>
          </p:cNvSpPr>
          <p:nvPr/>
        </p:nvSpPr>
        <p:spPr bwMode="auto">
          <a:xfrm>
            <a:off x="4427538" y="1909763"/>
            <a:ext cx="0" cy="3671887"/>
          </a:xfrm>
          <a:prstGeom prst="line">
            <a:avLst/>
          </a:prstGeom>
          <a:noFill/>
          <a:ln w="635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93543" name="Picture 7"/>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2914650" y="2198688"/>
            <a:ext cx="2952750" cy="3049587"/>
          </a:xfrm>
          <a:noFill/>
          <a:ln/>
        </p:spPr>
      </p:pic>
      <p:sp>
        <p:nvSpPr>
          <p:cNvPr id="193544" name="Text Box 8"/>
          <p:cNvSpPr txBox="1">
            <a:spLocks noChangeArrowheads="1"/>
          </p:cNvSpPr>
          <p:nvPr/>
        </p:nvSpPr>
        <p:spPr bwMode="auto">
          <a:xfrm>
            <a:off x="3473450" y="5654675"/>
            <a:ext cx="1857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FontTx/>
              <a:buNone/>
            </a:pPr>
            <a:r>
              <a:rPr lang="zh-CN" altLang="en-US" sz="2000">
                <a:solidFill>
                  <a:schemeClr val="tx1"/>
                </a:solidFill>
              </a:rPr>
              <a:t>工程</a:t>
            </a:r>
            <a:r>
              <a:rPr lang="en-US" altLang="zh-CN" sz="2000">
                <a:solidFill>
                  <a:schemeClr val="tx1"/>
                </a:solidFill>
              </a:rPr>
              <a:t>/</a:t>
            </a:r>
            <a:r>
              <a:rPr lang="zh-CN" altLang="en-US" sz="2000">
                <a:solidFill>
                  <a:schemeClr val="tx1"/>
                </a:solidFill>
              </a:rPr>
              <a:t>实践</a:t>
            </a:r>
            <a:r>
              <a:rPr lang="en-US" altLang="zh-CN" sz="2000">
                <a:solidFill>
                  <a:schemeClr val="tx1"/>
                </a:solidFill>
              </a:rPr>
              <a:t>/</a:t>
            </a:r>
            <a:r>
              <a:rPr lang="zh-CN" altLang="en-US" sz="2000">
                <a:solidFill>
                  <a:schemeClr val="tx1"/>
                </a:solidFill>
              </a:rPr>
              <a:t>实验</a:t>
            </a:r>
          </a:p>
        </p:txBody>
      </p:sp>
      <p:sp>
        <p:nvSpPr>
          <p:cNvPr id="193545" name="Text Box 9"/>
          <p:cNvSpPr txBox="1">
            <a:spLocks noChangeArrowheads="1"/>
          </p:cNvSpPr>
          <p:nvPr/>
        </p:nvSpPr>
        <p:spPr bwMode="auto">
          <a:xfrm>
            <a:off x="6299200" y="2846388"/>
            <a:ext cx="4318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spcBef>
                <a:spcPct val="0"/>
              </a:spcBef>
              <a:buFontTx/>
              <a:buNone/>
            </a:pPr>
            <a:r>
              <a:rPr lang="zh-CN" altLang="en-US" sz="2000">
                <a:solidFill>
                  <a:schemeClr val="tx1"/>
                </a:solidFill>
              </a:rPr>
              <a:t>行</a:t>
            </a:r>
          </a:p>
          <a:p>
            <a:pPr algn="ctr">
              <a:spcBef>
                <a:spcPct val="0"/>
              </a:spcBef>
              <a:buFontTx/>
              <a:buNone/>
            </a:pPr>
            <a:r>
              <a:rPr lang="zh-CN" altLang="en-US" sz="2000">
                <a:solidFill>
                  <a:schemeClr val="tx1"/>
                </a:solidFill>
              </a:rPr>
              <a:t>动</a:t>
            </a:r>
          </a:p>
          <a:p>
            <a:pPr algn="ctr">
              <a:spcBef>
                <a:spcPct val="0"/>
              </a:spcBef>
              <a:buFontTx/>
              <a:buNone/>
            </a:pPr>
            <a:r>
              <a:rPr lang="zh-CN" altLang="en-US" sz="2000">
                <a:solidFill>
                  <a:schemeClr val="tx1"/>
                </a:solidFill>
              </a:rPr>
              <a:t>方</a:t>
            </a:r>
          </a:p>
          <a:p>
            <a:pPr algn="ctr">
              <a:spcBef>
                <a:spcPct val="0"/>
              </a:spcBef>
              <a:buFontTx/>
              <a:buNone/>
            </a:pPr>
            <a:r>
              <a:rPr lang="zh-CN" altLang="en-US" sz="2000">
                <a:solidFill>
                  <a:schemeClr val="tx1"/>
                </a:solidFill>
              </a:rPr>
              <a:t>案</a:t>
            </a:r>
          </a:p>
          <a:p>
            <a:pPr algn="ctr">
              <a:spcBef>
                <a:spcPct val="0"/>
              </a:spcBef>
              <a:buFontTx/>
              <a:buNone/>
            </a:pPr>
            <a:r>
              <a:rPr lang="zh-CN" altLang="en-US" sz="2000">
                <a:solidFill>
                  <a:schemeClr val="tx1"/>
                </a:solidFill>
              </a:rPr>
              <a:t>设</a:t>
            </a:r>
          </a:p>
          <a:p>
            <a:pPr algn="ctr">
              <a:spcBef>
                <a:spcPct val="0"/>
              </a:spcBef>
              <a:buFontTx/>
              <a:buNone/>
            </a:pPr>
            <a:r>
              <a:rPr lang="zh-CN" altLang="en-US" sz="2000">
                <a:solidFill>
                  <a:schemeClr val="tx1"/>
                </a:solidFill>
              </a:rPr>
              <a:t>计</a:t>
            </a:r>
          </a:p>
        </p:txBody>
      </p:sp>
      <p:sp>
        <p:nvSpPr>
          <p:cNvPr id="193546" name="Text Box 10"/>
          <p:cNvSpPr txBox="1">
            <a:spLocks noChangeArrowheads="1"/>
          </p:cNvSpPr>
          <p:nvPr/>
        </p:nvSpPr>
        <p:spPr bwMode="auto">
          <a:xfrm>
            <a:off x="2051050" y="2773363"/>
            <a:ext cx="431800" cy="187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spcBef>
                <a:spcPct val="0"/>
              </a:spcBef>
              <a:buFontTx/>
              <a:buNone/>
            </a:pPr>
            <a:r>
              <a:rPr lang="zh-CN" altLang="en-US" sz="2000">
                <a:solidFill>
                  <a:schemeClr val="tx1"/>
                </a:solidFill>
              </a:rPr>
              <a:t>经</a:t>
            </a:r>
          </a:p>
          <a:p>
            <a:pPr algn="ctr">
              <a:spcBef>
                <a:spcPct val="0"/>
              </a:spcBef>
              <a:buFontTx/>
              <a:buNone/>
            </a:pPr>
            <a:r>
              <a:rPr lang="zh-CN" altLang="en-US" sz="2000">
                <a:solidFill>
                  <a:schemeClr val="tx1"/>
                </a:solidFill>
              </a:rPr>
              <a:t>验</a:t>
            </a:r>
          </a:p>
          <a:p>
            <a:pPr algn="ctr">
              <a:spcBef>
                <a:spcPct val="0"/>
              </a:spcBef>
              <a:buFontTx/>
              <a:buNone/>
            </a:pPr>
            <a:r>
              <a:rPr lang="zh-CN" altLang="en-US" sz="2000">
                <a:solidFill>
                  <a:schemeClr val="tx1"/>
                </a:solidFill>
              </a:rPr>
              <a:t>反</a:t>
            </a:r>
          </a:p>
          <a:p>
            <a:pPr algn="ctr">
              <a:spcBef>
                <a:spcPct val="0"/>
              </a:spcBef>
              <a:buFontTx/>
              <a:buNone/>
            </a:pPr>
            <a:r>
              <a:rPr lang="zh-CN" altLang="en-US" sz="2000">
                <a:solidFill>
                  <a:schemeClr val="tx1"/>
                </a:solidFill>
              </a:rPr>
              <a:t>思</a:t>
            </a:r>
          </a:p>
          <a:p>
            <a:pPr algn="ctr">
              <a:spcBef>
                <a:spcPct val="0"/>
              </a:spcBef>
              <a:buFontTx/>
              <a:buNone/>
            </a:pPr>
            <a:r>
              <a:rPr lang="zh-CN" altLang="en-US" sz="2000">
                <a:solidFill>
                  <a:schemeClr val="tx1"/>
                </a:solidFill>
              </a:rPr>
              <a:t>总</a:t>
            </a:r>
          </a:p>
          <a:p>
            <a:pPr algn="ctr">
              <a:spcBef>
                <a:spcPct val="0"/>
              </a:spcBef>
              <a:buFontTx/>
              <a:buNone/>
            </a:pPr>
            <a:r>
              <a:rPr lang="zh-CN" altLang="en-US" sz="2000">
                <a:solidFill>
                  <a:schemeClr val="tx1"/>
                </a:solidFill>
              </a:rPr>
              <a:t>结</a:t>
            </a:r>
          </a:p>
        </p:txBody>
      </p:sp>
      <p:sp>
        <p:nvSpPr>
          <p:cNvPr id="193547" name="Text Box 11"/>
          <p:cNvSpPr txBox="1">
            <a:spLocks noChangeArrowheads="1"/>
          </p:cNvSpPr>
          <p:nvPr/>
        </p:nvSpPr>
        <p:spPr bwMode="auto">
          <a:xfrm>
            <a:off x="3571875" y="1484313"/>
            <a:ext cx="1857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FontTx/>
              <a:buNone/>
            </a:pPr>
            <a:r>
              <a:rPr lang="zh-CN" altLang="en-US" sz="2000">
                <a:solidFill>
                  <a:schemeClr val="tx1"/>
                </a:solidFill>
              </a:rPr>
              <a:t>概念</a:t>
            </a:r>
            <a:r>
              <a:rPr lang="en-US" altLang="zh-CN" sz="2000">
                <a:solidFill>
                  <a:schemeClr val="tx1"/>
                </a:solidFill>
              </a:rPr>
              <a:t>/</a:t>
            </a:r>
            <a:r>
              <a:rPr lang="zh-CN" altLang="en-US" sz="2000">
                <a:solidFill>
                  <a:schemeClr val="tx1"/>
                </a:solidFill>
              </a:rPr>
              <a:t>理论</a:t>
            </a:r>
            <a:r>
              <a:rPr lang="en-US" altLang="zh-CN" sz="2000">
                <a:solidFill>
                  <a:schemeClr val="tx1"/>
                </a:solidFill>
              </a:rPr>
              <a:t>/</a:t>
            </a:r>
            <a:r>
              <a:rPr lang="zh-CN" altLang="en-US" sz="2000">
                <a:solidFill>
                  <a:schemeClr val="tx1"/>
                </a:solidFill>
              </a:rPr>
              <a:t>模型</a:t>
            </a:r>
          </a:p>
        </p:txBody>
      </p:sp>
      <p:sp>
        <p:nvSpPr>
          <p:cNvPr id="193548" name="WordArt 12"/>
          <p:cNvSpPr>
            <a:spLocks noChangeArrowheads="1" noChangeShapeType="1" noTextEdit="1"/>
          </p:cNvSpPr>
          <p:nvPr/>
        </p:nvSpPr>
        <p:spPr bwMode="auto">
          <a:xfrm rot="-3766037">
            <a:off x="4530725" y="4098925"/>
            <a:ext cx="1511300" cy="444500"/>
          </a:xfrm>
          <a:prstGeom prst="rect">
            <a:avLst/>
          </a:prstGeom>
          <a:extLst>
            <a:ext uri="{AF507438-7753-43E0-B8FC-AC1667EBCBE1}">
              <a14:hiddenEffects xmlns:a14="http://schemas.microsoft.com/office/drawing/2010/main">
                <a:effectLst/>
              </a14:hiddenEffects>
            </a:ext>
          </a:extLst>
        </p:spPr>
        <p:txBody>
          <a:bodyPr wrap="none" fromWordArt="1">
            <a:prstTxWarp prst="textCanDown">
              <a:avLst>
                <a:gd name="adj" fmla="val 33333"/>
              </a:avLst>
            </a:prstTxWarp>
          </a:bodyPr>
          <a:lstStyle/>
          <a:p>
            <a:pPr algn="ctr">
              <a:buFontTx/>
              <a:buNone/>
            </a:pPr>
            <a:r>
              <a:rPr lang="zh-CN" altLang="en-US" sz="3600" kern="10">
                <a:ln w="9525">
                  <a:solidFill>
                    <a:srgbClr val="008000"/>
                  </a:solidFill>
                  <a:round/>
                  <a:headEnd/>
                  <a:tailEnd/>
                </a:ln>
                <a:solidFill>
                  <a:srgbClr val="339966"/>
                </a:solidFill>
                <a:latin typeface="宋体"/>
                <a:ea typeface="宋体"/>
              </a:rPr>
              <a:t>量变阶段</a:t>
            </a:r>
          </a:p>
        </p:txBody>
      </p:sp>
      <p:sp>
        <p:nvSpPr>
          <p:cNvPr id="193549" name="WordArt 13"/>
          <p:cNvSpPr>
            <a:spLocks noChangeArrowheads="1" noChangeShapeType="1" noTextEdit="1"/>
          </p:cNvSpPr>
          <p:nvPr/>
        </p:nvSpPr>
        <p:spPr bwMode="auto">
          <a:xfrm rot="-17808871">
            <a:off x="2643188" y="3656013"/>
            <a:ext cx="1927225" cy="574675"/>
          </a:xfrm>
          <a:prstGeom prst="rect">
            <a:avLst/>
          </a:prstGeom>
          <a:extLst>
            <a:ext uri="{AF507438-7753-43E0-B8FC-AC1667EBCBE1}">
              <a14:hiddenEffects xmlns:a14="http://schemas.microsoft.com/office/drawing/2010/main">
                <a:effectLst/>
              </a14:hiddenEffects>
            </a:ext>
          </a:extLst>
        </p:spPr>
        <p:txBody>
          <a:bodyPr wrap="none" fromWordArt="1">
            <a:prstTxWarp prst="textCanDown">
              <a:avLst>
                <a:gd name="adj" fmla="val 33333"/>
              </a:avLst>
            </a:prstTxWarp>
          </a:bodyPr>
          <a:lstStyle/>
          <a:p>
            <a:pPr algn="ctr">
              <a:buFontTx/>
              <a:buNone/>
            </a:pPr>
            <a:r>
              <a:rPr lang="zh-CN" altLang="en-US" sz="3600" kern="10">
                <a:ln w="9525">
                  <a:solidFill>
                    <a:srgbClr val="FF0000"/>
                  </a:solidFill>
                  <a:round/>
                  <a:headEnd/>
                  <a:tailEnd/>
                </a:ln>
                <a:solidFill>
                  <a:srgbClr val="FF0000"/>
                </a:solidFill>
                <a:latin typeface="宋体"/>
                <a:ea typeface="宋体"/>
              </a:rPr>
              <a:t>质变阶段</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24</a:t>
            </a:fld>
            <a:endParaRPr lang="zh-CN" altLang="en-US" dirty="0"/>
          </a:p>
        </p:txBody>
      </p:sp>
    </p:spTree>
    <p:extLst>
      <p:ext uri="{BB962C8B-B14F-4D97-AF65-F5344CB8AC3E}">
        <p14:creationId xmlns:p14="http://schemas.microsoft.com/office/powerpoint/2010/main" val="328652707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93548"/>
                                        </p:tgtEl>
                                        <p:attrNameLst>
                                          <p:attrName>style.visibility</p:attrName>
                                        </p:attrNameLst>
                                      </p:cBhvr>
                                      <p:to>
                                        <p:strVal val="visible"/>
                                      </p:to>
                                    </p:set>
                                    <p:animEffect transition="in" filter="wipe(up)">
                                      <p:cBhvr>
                                        <p:cTn id="7" dur="500"/>
                                        <p:tgtEl>
                                          <p:spTgt spid="193548"/>
                                        </p:tgtEl>
                                      </p:cBhvr>
                                    </p:animEffect>
                                  </p:childTnLst>
                                </p:cTn>
                              </p:par>
                            </p:childTnLst>
                          </p:cTn>
                        </p:par>
                        <p:par>
                          <p:cTn id="8" fill="hold" nodeType="afterGroup">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93549"/>
                                        </p:tgtEl>
                                        <p:attrNameLst>
                                          <p:attrName>style.visibility</p:attrName>
                                        </p:attrNameLst>
                                      </p:cBhvr>
                                      <p:to>
                                        <p:strVal val="visible"/>
                                      </p:to>
                                    </p:set>
                                    <p:animEffect transition="in" filter="wipe(down)">
                                      <p:cBhvr>
                                        <p:cTn id="11" dur="500"/>
                                        <p:tgtEl>
                                          <p:spTgt spid="1935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8" grpId="0" animBg="1"/>
      <p:bldP spid="19354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科学的意义</a:t>
            </a:r>
          </a:p>
        </p:txBody>
      </p:sp>
      <p:sp>
        <p:nvSpPr>
          <p:cNvPr id="3" name="内容占位符 2"/>
          <p:cNvSpPr>
            <a:spLocks noGrp="1"/>
          </p:cNvSpPr>
          <p:nvPr>
            <p:ph idx="1"/>
          </p:nvPr>
        </p:nvSpPr>
        <p:spPr/>
        <p:txBody>
          <a:bodyPr/>
          <a:lstStyle/>
          <a:p>
            <a:pPr marL="0" indent="0">
              <a:buNone/>
            </a:pPr>
            <a:r>
              <a:rPr lang="zh-CN" altLang="en-US" dirty="0"/>
              <a:t>一门科学之所以获得价值和意义，并不在于它所收集到的个别事实之数量，而在于它的理论所具有的普遍性和力量</a:t>
            </a:r>
            <a:r>
              <a:rPr lang="en-US" altLang="zh-CN" dirty="0"/>
              <a:t>——</a:t>
            </a:r>
            <a:r>
              <a:rPr lang="zh-CN" altLang="en-US" dirty="0"/>
              <a:t>考夫卡</a:t>
            </a:r>
            <a:r>
              <a:rPr lang="en-US" altLang="zh-CN" dirty="0"/>
              <a:t>《</a:t>
            </a:r>
            <a:r>
              <a:rPr lang="zh-CN" altLang="en-US" dirty="0"/>
              <a:t>格式塔心理学</a:t>
            </a:r>
            <a:r>
              <a:rPr lang="en-US" altLang="zh-CN" dirty="0"/>
              <a:t>》</a:t>
            </a:r>
            <a:endParaRPr lang="zh-CN" altLang="en-US" dirty="0"/>
          </a:p>
        </p:txBody>
      </p:sp>
      <p:sp>
        <p:nvSpPr>
          <p:cNvPr id="4" name="灯片编号占位符 3"/>
          <p:cNvSpPr>
            <a:spLocks noGrp="1"/>
          </p:cNvSpPr>
          <p:nvPr>
            <p:ph type="sldNum" sz="quarter" idx="10"/>
          </p:nvPr>
        </p:nvSpPr>
        <p:spPr/>
        <p:txBody>
          <a:bodyPr/>
          <a:lstStyle/>
          <a:p>
            <a:fld id="{B58AC878-8C27-4018-8291-912A1A823CD1}" type="slidenum">
              <a:rPr lang="zh-CN" altLang="en-US" smtClean="0"/>
              <a:pPr/>
              <a:t>25</a:t>
            </a:fld>
            <a:endParaRPr lang="zh-CN" altLang="en-US" dirty="0"/>
          </a:p>
        </p:txBody>
      </p:sp>
    </p:spTree>
    <p:extLst>
      <p:ext uri="{BB962C8B-B14F-4D97-AF65-F5344CB8AC3E}">
        <p14:creationId xmlns:p14="http://schemas.microsoft.com/office/powerpoint/2010/main" val="3531116729"/>
      </p:ext>
    </p:extLst>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r>
              <a:rPr lang="en-US" altLang="zh-CN"/>
              <a:t>“</a:t>
            </a:r>
            <a:r>
              <a:rPr lang="zh-CN" altLang="en-US"/>
              <a:t>科学革命”理论对我们的启示</a:t>
            </a:r>
          </a:p>
        </p:txBody>
      </p:sp>
      <p:sp>
        <p:nvSpPr>
          <p:cNvPr id="194563" name="Rectangle 3"/>
          <p:cNvSpPr>
            <a:spLocks noGrp="1" noChangeArrowheads="1"/>
          </p:cNvSpPr>
          <p:nvPr>
            <p:ph type="body" idx="1"/>
          </p:nvPr>
        </p:nvSpPr>
        <p:spPr>
          <a:xfrm>
            <a:off x="457200" y="1600200"/>
            <a:ext cx="8507288" cy="4525963"/>
          </a:xfrm>
        </p:spPr>
        <p:txBody>
          <a:bodyPr/>
          <a:lstStyle/>
          <a:p>
            <a:pPr eaLnBrk="1" hangingPunct="1"/>
            <a:r>
              <a:rPr lang="zh-CN" altLang="en-US" dirty="0"/>
              <a:t>“范式”是学科的基础</a:t>
            </a:r>
          </a:p>
          <a:p>
            <a:pPr eaLnBrk="1" hangingPunct="1"/>
            <a:r>
              <a:rPr lang="zh-CN" altLang="en-US" dirty="0"/>
              <a:t>“范式”及其相互关系形成知识体系的主体</a:t>
            </a:r>
          </a:p>
          <a:p>
            <a:pPr eaLnBrk="1" hangingPunct="1"/>
            <a:r>
              <a:rPr lang="zh-CN" altLang="en-US" dirty="0"/>
              <a:t>知识架构以“范式”为核心结点</a:t>
            </a:r>
          </a:p>
          <a:p>
            <a:pPr eaLnBrk="1" hangingPunct="1"/>
            <a:endParaRPr lang="zh-CN" altLang="en-US" dirty="0"/>
          </a:p>
          <a:p>
            <a:pPr eaLnBrk="1" hangingPunct="1"/>
            <a:r>
              <a:rPr lang="zh-CN" altLang="en-US" dirty="0"/>
              <a:t>梳理学科知识体系要抓住“范式”</a:t>
            </a:r>
          </a:p>
          <a:p>
            <a:pPr eaLnBrk="1" hangingPunct="1"/>
            <a:r>
              <a:rPr lang="zh-CN" altLang="en-US" dirty="0"/>
              <a:t>回顾历史有助于理解“范式”的创建与更替</a:t>
            </a:r>
          </a:p>
          <a:p>
            <a:pPr eaLnBrk="1" hangingPunct="1"/>
            <a:endParaRPr lang="en-US" altLang="zh-CN" dirty="0"/>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26</a:t>
            </a:fld>
            <a:endParaRPr lang="zh-CN" altLang="en-US" dirty="0"/>
          </a:p>
        </p:txBody>
      </p:sp>
    </p:spTree>
    <p:extLst>
      <p:ext uri="{BB962C8B-B14F-4D97-AF65-F5344CB8AC3E}">
        <p14:creationId xmlns:p14="http://schemas.microsoft.com/office/powerpoint/2010/main" val="320022050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4563">
                                            <p:txEl>
                                              <p:pRg st="0" end="0"/>
                                            </p:txEl>
                                          </p:spTgt>
                                        </p:tgtEl>
                                        <p:attrNameLst>
                                          <p:attrName>style.visibility</p:attrName>
                                        </p:attrNameLst>
                                      </p:cBhvr>
                                      <p:to>
                                        <p:strVal val="visible"/>
                                      </p:to>
                                    </p:set>
                                    <p:animEffect transition="in" filter="wipe(up)">
                                      <p:cBhvr>
                                        <p:cTn id="7" dur="500"/>
                                        <p:tgtEl>
                                          <p:spTgt spid="1945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4563">
                                            <p:txEl>
                                              <p:pRg st="1" end="1"/>
                                            </p:txEl>
                                          </p:spTgt>
                                        </p:tgtEl>
                                        <p:attrNameLst>
                                          <p:attrName>style.visibility</p:attrName>
                                        </p:attrNameLst>
                                      </p:cBhvr>
                                      <p:to>
                                        <p:strVal val="visible"/>
                                      </p:to>
                                    </p:set>
                                    <p:animEffect transition="in" filter="wipe(up)">
                                      <p:cBhvr>
                                        <p:cTn id="12" dur="500"/>
                                        <p:tgtEl>
                                          <p:spTgt spid="1945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94563">
                                            <p:txEl>
                                              <p:pRg st="2" end="2"/>
                                            </p:txEl>
                                          </p:spTgt>
                                        </p:tgtEl>
                                        <p:attrNameLst>
                                          <p:attrName>style.visibility</p:attrName>
                                        </p:attrNameLst>
                                      </p:cBhvr>
                                      <p:to>
                                        <p:strVal val="visible"/>
                                      </p:to>
                                    </p:set>
                                    <p:animEffect transition="in" filter="wipe(up)">
                                      <p:cBhvr>
                                        <p:cTn id="17" dur="500"/>
                                        <p:tgtEl>
                                          <p:spTgt spid="1945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94563">
                                            <p:txEl>
                                              <p:pRg st="4" end="4"/>
                                            </p:txEl>
                                          </p:spTgt>
                                        </p:tgtEl>
                                        <p:attrNameLst>
                                          <p:attrName>style.visibility</p:attrName>
                                        </p:attrNameLst>
                                      </p:cBhvr>
                                      <p:to>
                                        <p:strVal val="visible"/>
                                      </p:to>
                                    </p:set>
                                    <p:animEffect transition="in" filter="wipe(up)">
                                      <p:cBhvr>
                                        <p:cTn id="22" dur="500"/>
                                        <p:tgtEl>
                                          <p:spTgt spid="19456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94563">
                                            <p:txEl>
                                              <p:pRg st="5" end="5"/>
                                            </p:txEl>
                                          </p:spTgt>
                                        </p:tgtEl>
                                        <p:attrNameLst>
                                          <p:attrName>style.visibility</p:attrName>
                                        </p:attrNameLst>
                                      </p:cBhvr>
                                      <p:to>
                                        <p:strVal val="visible"/>
                                      </p:to>
                                    </p:set>
                                    <p:animEffect transition="in" filter="wipe(up)">
                                      <p:cBhvr>
                                        <p:cTn id="27" dur="500"/>
                                        <p:tgtEl>
                                          <p:spTgt spid="1945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build="p"/>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Rectangle 4"/>
          <p:cNvSpPr>
            <a:spLocks noGrp="1" noChangeArrowheads="1"/>
          </p:cNvSpPr>
          <p:nvPr>
            <p:ph type="ctrTitle"/>
          </p:nvPr>
        </p:nvSpPr>
        <p:spPr>
          <a:xfrm>
            <a:off x="685800" y="1557338"/>
            <a:ext cx="7772400" cy="1470025"/>
          </a:xfrm>
        </p:spPr>
        <p:txBody>
          <a:bodyPr/>
          <a:lstStyle/>
          <a:p>
            <a:pPr eaLnBrk="1" hangingPunct="1"/>
            <a:r>
              <a:rPr lang="zh-CN" altLang="en-US" dirty="0"/>
              <a:t>电子信息科学技术的知识体系</a:t>
            </a:r>
            <a:br>
              <a:rPr lang="zh-CN" altLang="en-US" dirty="0"/>
            </a:br>
            <a:r>
              <a:rPr lang="zh-CN" altLang="en-US" dirty="0"/>
              <a:t>是如何形成的？</a:t>
            </a:r>
          </a:p>
        </p:txBody>
      </p:sp>
      <p:sp>
        <p:nvSpPr>
          <p:cNvPr id="56325" name="Rectangle 5"/>
          <p:cNvSpPr>
            <a:spLocks noGrp="1" noChangeArrowheads="1"/>
          </p:cNvSpPr>
          <p:nvPr>
            <p:ph type="subTitle" idx="1"/>
          </p:nvPr>
        </p:nvSpPr>
        <p:spPr>
          <a:xfrm>
            <a:off x="1258888" y="3213100"/>
            <a:ext cx="6400800" cy="622300"/>
          </a:xfrm>
        </p:spPr>
        <p:txBody>
          <a:bodyPr/>
          <a:lstStyle/>
          <a:p>
            <a:pPr eaLnBrk="1" hangingPunct="1"/>
            <a:r>
              <a:rPr lang="zh-CN" altLang="en-US"/>
              <a:t>历史告诉我们很多</a:t>
            </a:r>
            <a:r>
              <a:rPr lang="en-US" altLang="zh-CN"/>
              <a:t>……</a:t>
            </a:r>
          </a:p>
        </p:txBody>
      </p:sp>
      <p:sp>
        <p:nvSpPr>
          <p:cNvPr id="56326" name="Text Box 6"/>
          <p:cNvSpPr txBox="1">
            <a:spLocks noChangeArrowheads="1"/>
          </p:cNvSpPr>
          <p:nvPr/>
        </p:nvSpPr>
        <p:spPr bwMode="auto">
          <a:xfrm>
            <a:off x="1331913" y="3860800"/>
            <a:ext cx="67691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3200" b="1" dirty="0">
                <a:solidFill>
                  <a:srgbClr val="A50021"/>
                </a:solidFill>
              </a:rPr>
              <a:t>数学和物理学认识上的几次飞跃促成了电子学的产生与发展</a:t>
            </a:r>
          </a:p>
        </p:txBody>
      </p:sp>
      <p:sp>
        <p:nvSpPr>
          <p:cNvPr id="56327" name="Rectangle 7"/>
          <p:cNvSpPr>
            <a:spLocks noChangeArrowheads="1"/>
          </p:cNvSpPr>
          <p:nvPr/>
        </p:nvSpPr>
        <p:spPr bwMode="auto">
          <a:xfrm>
            <a:off x="1033436" y="5300663"/>
            <a:ext cx="653576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r>
              <a:rPr lang="en-US" altLang="zh-CN" b="1" dirty="0">
                <a:solidFill>
                  <a:srgbClr val="663300"/>
                </a:solidFill>
                <a:latin typeface="微软雅黑" panose="020B0503020204020204" pitchFamily="34" charset="-122"/>
                <a:ea typeface="微软雅黑" panose="020B0503020204020204" pitchFamily="34" charset="-122"/>
              </a:rPr>
              <a:t>— </a:t>
            </a:r>
            <a:r>
              <a:rPr lang="zh-CN" altLang="en-US" b="1" dirty="0">
                <a:solidFill>
                  <a:srgbClr val="663300"/>
                </a:solidFill>
                <a:latin typeface="微软雅黑" panose="020B0503020204020204" pitchFamily="34" charset="-122"/>
                <a:ea typeface="微软雅黑" panose="020B0503020204020204" pitchFamily="34" charset="-122"/>
              </a:rPr>
              <a:t>电磁学与分析数学史概览 </a:t>
            </a:r>
            <a:r>
              <a:rPr lang="en-US" altLang="zh-CN" b="1" dirty="0">
                <a:solidFill>
                  <a:srgbClr val="663300"/>
                </a:solidFill>
                <a:latin typeface="微软雅黑" panose="020B0503020204020204" pitchFamily="34" charset="-122"/>
                <a:ea typeface="微软雅黑" panose="020B0503020204020204" pitchFamily="34" charset="-122"/>
              </a:rPr>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6325">
                                            <p:txEl>
                                              <p:pRg st="0" end="0"/>
                                            </p:txEl>
                                          </p:spTgt>
                                        </p:tgtEl>
                                        <p:attrNameLst>
                                          <p:attrName>style.visibility</p:attrName>
                                        </p:attrNameLst>
                                      </p:cBhvr>
                                      <p:to>
                                        <p:strVal val="visible"/>
                                      </p:to>
                                    </p:set>
                                    <p:animEffect transition="in" filter="dissolve">
                                      <p:cBhvr>
                                        <p:cTn id="7" dur="500"/>
                                        <p:tgtEl>
                                          <p:spTgt spid="5632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6326"/>
                                        </p:tgtEl>
                                        <p:attrNameLst>
                                          <p:attrName>style.visibility</p:attrName>
                                        </p:attrNameLst>
                                      </p:cBhvr>
                                      <p:to>
                                        <p:strVal val="visible"/>
                                      </p:to>
                                    </p:set>
                                    <p:animEffect transition="in" filter="dissolve">
                                      <p:cBhvr>
                                        <p:cTn id="12" dur="500"/>
                                        <p:tgtEl>
                                          <p:spTgt spid="563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6327"/>
                                        </p:tgtEl>
                                        <p:attrNameLst>
                                          <p:attrName>style.visibility</p:attrName>
                                        </p:attrNameLst>
                                      </p:cBhvr>
                                      <p:to>
                                        <p:strVal val="visible"/>
                                      </p:to>
                                    </p:set>
                                    <p:anim calcmode="lin" valueType="num">
                                      <p:cBhvr additive="base">
                                        <p:cTn id="17" dur="500" fill="hold"/>
                                        <p:tgtEl>
                                          <p:spTgt spid="56327"/>
                                        </p:tgtEl>
                                        <p:attrNameLst>
                                          <p:attrName>ppt_x</p:attrName>
                                        </p:attrNameLst>
                                      </p:cBhvr>
                                      <p:tavLst>
                                        <p:tav tm="0">
                                          <p:val>
                                            <p:strVal val="#ppt_x"/>
                                          </p:val>
                                        </p:tav>
                                        <p:tav tm="100000">
                                          <p:val>
                                            <p:strVal val="#ppt_x"/>
                                          </p:val>
                                        </p:tav>
                                      </p:tavLst>
                                    </p:anim>
                                    <p:anim calcmode="lin" valueType="num">
                                      <p:cBhvr additive="base">
                                        <p:cTn id="18" dur="500" fill="hold"/>
                                        <p:tgtEl>
                                          <p:spTgt spid="563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5" grpId="0" build="p"/>
      <p:bldP spid="56326" grpId="0"/>
      <p:bldP spid="56327" grpId="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2" descr="宽下对角线"/>
          <p:cNvSpPr>
            <a:spLocks noChangeArrowheads="1"/>
          </p:cNvSpPr>
          <p:nvPr/>
        </p:nvSpPr>
        <p:spPr bwMode="auto">
          <a:xfrm rot="-2087162">
            <a:off x="130175" y="5014913"/>
            <a:ext cx="1728788" cy="804862"/>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15363" name="AutoShape 3"/>
          <p:cNvSpPr>
            <a:spLocks noChangeArrowheads="1"/>
          </p:cNvSpPr>
          <p:nvPr/>
        </p:nvSpPr>
        <p:spPr bwMode="auto">
          <a:xfrm rot="-2060829">
            <a:off x="996950" y="1755775"/>
            <a:ext cx="8216900" cy="1681163"/>
          </a:xfrm>
          <a:prstGeom prst="rightArrow">
            <a:avLst>
              <a:gd name="adj1" fmla="val 48667"/>
              <a:gd name="adj2" fmla="val 73133"/>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15364" name="Rectangle 4"/>
          <p:cNvSpPr>
            <a:spLocks noGrp="1" noChangeArrowheads="1"/>
          </p:cNvSpPr>
          <p:nvPr>
            <p:ph type="title"/>
          </p:nvPr>
        </p:nvSpPr>
        <p:spPr>
          <a:xfrm>
            <a:off x="539750" y="-171450"/>
            <a:ext cx="8229600" cy="1139825"/>
          </a:xfrm>
        </p:spPr>
        <p:txBody>
          <a:bodyPr/>
          <a:lstStyle/>
          <a:p>
            <a:pPr eaLnBrk="1" hangingPunct="1"/>
            <a:r>
              <a:rPr lang="zh-CN" altLang="en-US" sz="5100" b="0">
                <a:ea typeface="隶书" pitchFamily="49" charset="-122"/>
              </a:rPr>
              <a:t>电磁学和分析数学的发展史</a:t>
            </a:r>
          </a:p>
        </p:txBody>
      </p:sp>
      <p:sp>
        <p:nvSpPr>
          <p:cNvPr id="105477"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05478"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105506" name="Group 34"/>
          <p:cNvGrpSpPr>
            <a:grpSpLocks/>
          </p:cNvGrpSpPr>
          <p:nvPr/>
        </p:nvGrpSpPr>
        <p:grpSpPr bwMode="auto">
          <a:xfrm>
            <a:off x="323850" y="836613"/>
            <a:ext cx="7954963" cy="2736850"/>
            <a:chOff x="204" y="527"/>
            <a:chExt cx="5011" cy="1724"/>
          </a:xfrm>
        </p:grpSpPr>
        <p:pic>
          <p:nvPicPr>
            <p:cNvPr id="15371" name="Picture 28" descr="雷电"/>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3" y="618"/>
              <a:ext cx="1382" cy="1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2" name="Text Box 30"/>
            <p:cNvSpPr txBox="1">
              <a:spLocks noChangeArrowheads="1"/>
            </p:cNvSpPr>
            <p:nvPr/>
          </p:nvSpPr>
          <p:spPr bwMode="auto">
            <a:xfrm>
              <a:off x="204" y="527"/>
              <a:ext cx="3039" cy="908"/>
            </a:xfrm>
            <a:prstGeom prst="rect">
              <a:avLst/>
            </a:prstGeom>
            <a:noFill/>
            <a:ln w="9525" algn="ctr">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200" b="1" dirty="0">
                  <a:solidFill>
                    <a:srgbClr val="333300"/>
                  </a:solidFill>
                </a:rPr>
                <a:t>我国上古八卦说就已经把雷作为最常见的八种物象（天地雷风水火山泽）之一，雷（震卦）与电有关（电的繁体字是“電”）</a:t>
              </a:r>
            </a:p>
          </p:txBody>
        </p:sp>
      </p:grpSp>
      <p:sp>
        <p:nvSpPr>
          <p:cNvPr id="105503" name="Text Box 31"/>
          <p:cNvSpPr txBox="1">
            <a:spLocks noChangeArrowheads="1"/>
          </p:cNvSpPr>
          <p:nvPr/>
        </p:nvSpPr>
        <p:spPr bwMode="auto">
          <a:xfrm>
            <a:off x="323850" y="2420938"/>
            <a:ext cx="5040313" cy="1785104"/>
          </a:xfrm>
          <a:prstGeom prst="rect">
            <a:avLst/>
          </a:prstGeom>
          <a:noFill/>
          <a:ln w="9525" algn="ctr">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200" b="1" dirty="0">
                <a:solidFill>
                  <a:srgbClr val="333300"/>
                </a:solidFill>
              </a:rPr>
              <a:t>公元前</a:t>
            </a:r>
            <a:r>
              <a:rPr lang="en-US" altLang="zh-CN" sz="2200" b="1" dirty="0">
                <a:solidFill>
                  <a:srgbClr val="333300"/>
                </a:solidFill>
              </a:rPr>
              <a:t>585</a:t>
            </a:r>
            <a:r>
              <a:rPr lang="zh-CN" altLang="en-US" sz="2200" b="1" dirty="0">
                <a:solidFill>
                  <a:srgbClr val="333300"/>
                </a:solidFill>
              </a:rPr>
              <a:t>年的希腊时代就有了关于静电现象的记载。</a:t>
            </a:r>
            <a:r>
              <a:rPr lang="en-US" altLang="zh-CN" sz="2200" b="1" dirty="0">
                <a:solidFill>
                  <a:srgbClr val="333300"/>
                </a:solidFill>
              </a:rPr>
              <a:t>Miletus</a:t>
            </a:r>
            <a:r>
              <a:rPr lang="zh-CN" altLang="en-US" sz="2200" b="1" dirty="0">
                <a:solidFill>
                  <a:srgbClr val="333300"/>
                </a:solidFill>
              </a:rPr>
              <a:t>的哲学家泰勒斯已记载了用木块摩擦过的琥珀能够吸引碎草等轻小物体，后来又有人发现摩擦过的煤玉也具有吸引轻小物体的能力。</a:t>
            </a:r>
          </a:p>
        </p:txBody>
      </p:sp>
      <p:sp>
        <p:nvSpPr>
          <p:cNvPr id="105504" name="Text Box 32"/>
          <p:cNvSpPr txBox="1">
            <a:spLocks noChangeArrowheads="1"/>
          </p:cNvSpPr>
          <p:nvPr/>
        </p:nvSpPr>
        <p:spPr bwMode="auto">
          <a:xfrm>
            <a:off x="323850" y="4365625"/>
            <a:ext cx="8137525" cy="771525"/>
          </a:xfrm>
          <a:prstGeom prst="rect">
            <a:avLst/>
          </a:prstGeom>
          <a:noFill/>
          <a:ln w="9525" algn="ctr">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3600">
                <a:solidFill>
                  <a:schemeClr val="tx1"/>
                </a:solidFill>
                <a:latin typeface="Arial" pitchFamily="34" charset="0"/>
                <a:ea typeface="宋体" pitchFamily="2" charset="-122"/>
              </a:defRPr>
            </a:lvl1pPr>
            <a:lvl2pPr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lvl="1" algn="just" eaLnBrk="1" hangingPunct="1"/>
            <a:r>
              <a:rPr lang="zh-CN" altLang="en-US" sz="2200" b="1">
                <a:solidFill>
                  <a:srgbClr val="333300"/>
                </a:solidFill>
              </a:rPr>
              <a:t>电（</a:t>
            </a:r>
            <a:r>
              <a:rPr lang="en-US" altLang="zh-CN" sz="2200" b="1">
                <a:solidFill>
                  <a:srgbClr val="333300"/>
                </a:solidFill>
              </a:rPr>
              <a:t>electricity</a:t>
            </a:r>
            <a:r>
              <a:rPr lang="zh-CN" altLang="en-US" sz="2200" b="1">
                <a:solidFill>
                  <a:srgbClr val="333300"/>
                </a:solidFill>
              </a:rPr>
              <a:t>）一词来自希腊文的琥珀（</a:t>
            </a:r>
            <a:r>
              <a:rPr lang="en-US" altLang="zh-CN" sz="2200" b="1">
                <a:solidFill>
                  <a:srgbClr val="333300"/>
                </a:solidFill>
              </a:rPr>
              <a:t>electron</a:t>
            </a:r>
            <a:r>
              <a:rPr lang="zh-CN" altLang="en-US" sz="2200" b="1">
                <a:solidFill>
                  <a:srgbClr val="333300"/>
                </a:solidFill>
              </a:rPr>
              <a:t>），有各种变形：</a:t>
            </a:r>
            <a:r>
              <a:rPr lang="en-US" altLang="zh-CN" sz="2200" b="1">
                <a:solidFill>
                  <a:srgbClr val="333300"/>
                </a:solidFill>
              </a:rPr>
              <a:t>Electricity, Electronic, Electrical, Electronics</a:t>
            </a:r>
          </a:p>
        </p:txBody>
      </p:sp>
      <p:sp>
        <p:nvSpPr>
          <p:cNvPr id="105505" name="Text Box 33"/>
          <p:cNvSpPr txBox="1">
            <a:spLocks noChangeArrowheads="1"/>
          </p:cNvSpPr>
          <p:nvPr/>
        </p:nvSpPr>
        <p:spPr bwMode="auto">
          <a:xfrm>
            <a:off x="755650" y="5229225"/>
            <a:ext cx="8172450" cy="1106488"/>
          </a:xfrm>
          <a:prstGeom prst="rect">
            <a:avLst/>
          </a:prstGeom>
          <a:solidFill>
            <a:schemeClr val="bg1"/>
          </a:solidFill>
          <a:ln w="9525" algn="ctr">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200" b="1" dirty="0">
                <a:solidFill>
                  <a:srgbClr val="333300"/>
                </a:solidFill>
              </a:rPr>
              <a:t>我国西汉末年（公元前</a:t>
            </a:r>
            <a:r>
              <a:rPr lang="en-US" altLang="zh-CN" sz="2200" b="1" dirty="0">
                <a:solidFill>
                  <a:srgbClr val="333300"/>
                </a:solidFill>
              </a:rPr>
              <a:t>20</a:t>
            </a:r>
            <a:r>
              <a:rPr lang="zh-CN" altLang="en-US" sz="2200" b="1" dirty="0">
                <a:solidFill>
                  <a:srgbClr val="333300"/>
                </a:solidFill>
              </a:rPr>
              <a:t>年）有了“瑇瑁</a:t>
            </a:r>
            <a:r>
              <a:rPr lang="en-US" altLang="zh-CN" sz="2200" b="1" dirty="0">
                <a:solidFill>
                  <a:srgbClr val="333300"/>
                </a:solidFill>
              </a:rPr>
              <a:t>(</a:t>
            </a:r>
            <a:r>
              <a:rPr lang="zh-CN" altLang="en-US" sz="2200" b="1" dirty="0">
                <a:solidFill>
                  <a:srgbClr val="333300"/>
                </a:solidFill>
              </a:rPr>
              <a:t>玳瑁</a:t>
            </a:r>
            <a:r>
              <a:rPr lang="en-US" altLang="zh-CN" sz="2200" b="1" dirty="0">
                <a:solidFill>
                  <a:srgbClr val="333300"/>
                </a:solidFill>
              </a:rPr>
              <a:t>)</a:t>
            </a:r>
            <a:r>
              <a:rPr lang="zh-CN" altLang="en-US" sz="2200" b="1" dirty="0">
                <a:solidFill>
                  <a:srgbClr val="333300"/>
                </a:solidFill>
              </a:rPr>
              <a:t>吸楉</a:t>
            </a:r>
            <a:r>
              <a:rPr lang="en-US" altLang="zh-CN" sz="2200" b="1" dirty="0">
                <a:solidFill>
                  <a:srgbClr val="333300"/>
                </a:solidFill>
              </a:rPr>
              <a:t>(</a:t>
            </a:r>
            <a:r>
              <a:rPr lang="zh-CN" altLang="en-US" sz="2200" b="1" dirty="0">
                <a:solidFill>
                  <a:srgbClr val="333300"/>
                </a:solidFill>
              </a:rPr>
              <a:t>细小物体之意</a:t>
            </a:r>
            <a:r>
              <a:rPr lang="en-US" altLang="zh-CN" sz="2200" b="1" dirty="0">
                <a:solidFill>
                  <a:srgbClr val="333300"/>
                </a:solidFill>
              </a:rPr>
              <a:t>)”</a:t>
            </a:r>
            <a:r>
              <a:rPr lang="zh-CN" altLang="en-US" sz="2200" b="1" dirty="0">
                <a:solidFill>
                  <a:srgbClr val="333300"/>
                </a:solidFill>
              </a:rPr>
              <a:t>的记载；西晋时</a:t>
            </a:r>
            <a:r>
              <a:rPr lang="en-US" altLang="zh-CN" sz="2200" b="1" dirty="0">
                <a:solidFill>
                  <a:srgbClr val="333300"/>
                </a:solidFill>
              </a:rPr>
              <a:t>《</a:t>
            </a:r>
            <a:r>
              <a:rPr lang="zh-CN" altLang="en-US" sz="2200" b="1" dirty="0">
                <a:solidFill>
                  <a:srgbClr val="333300"/>
                </a:solidFill>
              </a:rPr>
              <a:t>博物志</a:t>
            </a:r>
            <a:r>
              <a:rPr lang="en-US" altLang="zh-CN" sz="2200" b="1" dirty="0">
                <a:solidFill>
                  <a:srgbClr val="333300"/>
                </a:solidFill>
              </a:rPr>
              <a:t>》</a:t>
            </a:r>
            <a:r>
              <a:rPr lang="zh-CN" altLang="en-US" sz="2200" b="1" dirty="0">
                <a:solidFill>
                  <a:srgbClr val="333300"/>
                </a:solidFill>
              </a:rPr>
              <a:t>还有关于摩擦起电引起放电现象的记载“今人梳头，解著衣时，有随梳解结有光者，亦有咤声。”</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28</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5477"/>
                                        </p:tgtEl>
                                        <p:attrNameLst>
                                          <p:attrName>style.visibility</p:attrName>
                                        </p:attrNameLst>
                                      </p:cBhvr>
                                      <p:to>
                                        <p:strVal val="visible"/>
                                      </p:to>
                                    </p:set>
                                    <p:animEffect transition="in" filter="dissolve">
                                      <p:cBhvr>
                                        <p:cTn id="7" dur="500"/>
                                        <p:tgtEl>
                                          <p:spTgt spid="105477"/>
                                        </p:tgtEl>
                                      </p:cBhvr>
                                    </p:animEffect>
                                  </p:childTnLst>
                                </p:cTn>
                              </p:par>
                              <p:par>
                                <p:cTn id="8" presetID="9" presetClass="entr" presetSubtype="0" fill="hold" nodeType="withEffect">
                                  <p:stCondLst>
                                    <p:cond delay="0"/>
                                  </p:stCondLst>
                                  <p:childTnLst>
                                    <p:set>
                                      <p:cBhvr>
                                        <p:cTn id="9" dur="1" fill="hold">
                                          <p:stCondLst>
                                            <p:cond delay="0"/>
                                          </p:stCondLst>
                                        </p:cTn>
                                        <p:tgtEl>
                                          <p:spTgt spid="105478"/>
                                        </p:tgtEl>
                                        <p:attrNameLst>
                                          <p:attrName>style.visibility</p:attrName>
                                        </p:attrNameLst>
                                      </p:cBhvr>
                                      <p:to>
                                        <p:strVal val="visible"/>
                                      </p:to>
                                    </p:set>
                                    <p:animEffect transition="in" filter="dissolve">
                                      <p:cBhvr>
                                        <p:cTn id="10" dur="500"/>
                                        <p:tgtEl>
                                          <p:spTgt spid="10547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105506"/>
                                        </p:tgtEl>
                                        <p:attrNameLst>
                                          <p:attrName>style.visibility</p:attrName>
                                        </p:attrNameLst>
                                      </p:cBhvr>
                                      <p:to>
                                        <p:strVal val="visible"/>
                                      </p:to>
                                    </p:set>
                                    <p:animEffect transition="in" filter="dissolve">
                                      <p:cBhvr>
                                        <p:cTn id="15" dur="500"/>
                                        <p:tgtEl>
                                          <p:spTgt spid="10550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05503"/>
                                        </p:tgtEl>
                                        <p:attrNameLst>
                                          <p:attrName>style.visibility</p:attrName>
                                        </p:attrNameLst>
                                      </p:cBhvr>
                                      <p:to>
                                        <p:strVal val="visible"/>
                                      </p:to>
                                    </p:set>
                                    <p:animEffect transition="in" filter="dissolve">
                                      <p:cBhvr>
                                        <p:cTn id="20" dur="500"/>
                                        <p:tgtEl>
                                          <p:spTgt spid="10550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5" presetClass="entr" presetSubtype="0" fill="hold" grpId="0" nodeType="clickEffect">
                                  <p:stCondLst>
                                    <p:cond delay="0"/>
                                  </p:stCondLst>
                                  <p:childTnLst>
                                    <p:set>
                                      <p:cBhvr>
                                        <p:cTn id="24" dur="1" fill="hold">
                                          <p:stCondLst>
                                            <p:cond delay="0"/>
                                          </p:stCondLst>
                                        </p:cTn>
                                        <p:tgtEl>
                                          <p:spTgt spid="105504"/>
                                        </p:tgtEl>
                                        <p:attrNameLst>
                                          <p:attrName>style.visibility</p:attrName>
                                        </p:attrNameLst>
                                      </p:cBhvr>
                                      <p:to>
                                        <p:strVal val="visible"/>
                                      </p:to>
                                    </p:set>
                                    <p:anim calcmode="lin" valueType="num">
                                      <p:cBhvr>
                                        <p:cTn id="25" dur="500" fill="hold"/>
                                        <p:tgtEl>
                                          <p:spTgt spid="105504"/>
                                        </p:tgtEl>
                                        <p:attrNameLst>
                                          <p:attrName>ppt_w</p:attrName>
                                        </p:attrNameLst>
                                      </p:cBhvr>
                                      <p:tavLst>
                                        <p:tav tm="0">
                                          <p:val>
                                            <p:strVal val="#ppt_w*0.70"/>
                                          </p:val>
                                        </p:tav>
                                        <p:tav tm="100000">
                                          <p:val>
                                            <p:strVal val="#ppt_w"/>
                                          </p:val>
                                        </p:tav>
                                      </p:tavLst>
                                    </p:anim>
                                    <p:anim calcmode="lin" valueType="num">
                                      <p:cBhvr>
                                        <p:cTn id="26" dur="500" fill="hold"/>
                                        <p:tgtEl>
                                          <p:spTgt spid="105504"/>
                                        </p:tgtEl>
                                        <p:attrNameLst>
                                          <p:attrName>ppt_h</p:attrName>
                                        </p:attrNameLst>
                                      </p:cBhvr>
                                      <p:tavLst>
                                        <p:tav tm="0">
                                          <p:val>
                                            <p:strVal val="#ppt_h"/>
                                          </p:val>
                                        </p:tav>
                                        <p:tav tm="100000">
                                          <p:val>
                                            <p:strVal val="#ppt_h"/>
                                          </p:val>
                                        </p:tav>
                                      </p:tavLst>
                                    </p:anim>
                                    <p:animEffect transition="in" filter="fade">
                                      <p:cBhvr>
                                        <p:cTn id="27" dur="500"/>
                                        <p:tgtEl>
                                          <p:spTgt spid="10550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5505"/>
                                        </p:tgtEl>
                                        <p:attrNameLst>
                                          <p:attrName>style.visibility</p:attrName>
                                        </p:attrNameLst>
                                      </p:cBhvr>
                                      <p:to>
                                        <p:strVal val="visible"/>
                                      </p:to>
                                    </p:set>
                                    <p:animEffect transition="in" filter="dissolve">
                                      <p:cBhvr>
                                        <p:cTn id="32" dur="500"/>
                                        <p:tgtEl>
                                          <p:spTgt spid="1055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7" grpId="0" animBg="1"/>
      <p:bldP spid="105503" grpId="0" animBg="1"/>
      <p:bldP spid="105504" grpId="0" animBg="1"/>
      <p:bldP spid="105505"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16387"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16388"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44390"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pic>
        <p:nvPicPr>
          <p:cNvPr id="16390" name="Picture 12" descr="“司南”模型">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675" y="5140325"/>
            <a:ext cx="3241675"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1" name="Picture 13" descr="指南鱼复原模型">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9563" y="4578350"/>
            <a:ext cx="2303462" cy="227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2" name="Rectangle 14"/>
          <p:cNvSpPr>
            <a:spLocks noGrp="1" noChangeArrowheads="1"/>
          </p:cNvSpPr>
          <p:nvPr>
            <p:ph type="body" idx="1"/>
          </p:nvPr>
        </p:nvSpPr>
        <p:spPr>
          <a:xfrm>
            <a:off x="36513" y="1195388"/>
            <a:ext cx="8856662" cy="3457575"/>
          </a:xfrm>
          <a:noFill/>
        </p:spPr>
        <p:txBody>
          <a:bodyPr/>
          <a:lstStyle/>
          <a:p>
            <a:pPr lvl="1" eaLnBrk="1" hangingPunct="1"/>
            <a:r>
              <a:rPr lang="zh-CN" altLang="en-US" sz="2400" dirty="0"/>
              <a:t>大约在公元前</a:t>
            </a:r>
            <a:r>
              <a:rPr lang="en-US" altLang="zh-CN" sz="2400" dirty="0"/>
              <a:t>7-6</a:t>
            </a:r>
            <a:r>
              <a:rPr lang="zh-CN" altLang="en-US" sz="2400" dirty="0"/>
              <a:t>世纪发现了磁石吸铁、磁石指南等现象。</a:t>
            </a:r>
          </a:p>
          <a:p>
            <a:pPr lvl="1" eaLnBrk="1" hangingPunct="1"/>
            <a:r>
              <a:rPr lang="en-US" altLang="zh-CN" sz="2400" dirty="0"/>
              <a:t>《</a:t>
            </a:r>
            <a:r>
              <a:rPr lang="zh-CN" altLang="en-US" sz="2400" dirty="0"/>
              <a:t>管子</a:t>
            </a:r>
            <a:r>
              <a:rPr lang="en-US" altLang="zh-CN" sz="2400" dirty="0"/>
              <a:t>》</a:t>
            </a:r>
            <a:r>
              <a:rPr lang="zh-CN" altLang="en-US" sz="2400" dirty="0"/>
              <a:t>中最早记载了这些发现：“山上有磁石者，其下有金铜。”其他古籍如</a:t>
            </a:r>
            <a:r>
              <a:rPr lang="en-US" altLang="zh-CN" sz="2400" dirty="0"/>
              <a:t>《</a:t>
            </a:r>
            <a:r>
              <a:rPr lang="zh-CN" altLang="en-US" sz="2400" dirty="0"/>
              <a:t>山海经</a:t>
            </a:r>
            <a:r>
              <a:rPr lang="en-US" altLang="zh-CN" sz="2400" dirty="0"/>
              <a:t>》</a:t>
            </a:r>
            <a:r>
              <a:rPr lang="zh-CN" altLang="en-US" sz="2400" dirty="0"/>
              <a:t>中也有类似的记载。</a:t>
            </a:r>
          </a:p>
          <a:p>
            <a:pPr lvl="1" eaLnBrk="1" hangingPunct="1"/>
            <a:r>
              <a:rPr lang="zh-CN" altLang="en-US" sz="2400" dirty="0"/>
              <a:t>我国战国时期就出现了利用自然磁石制作的“司南之勺”。</a:t>
            </a:r>
          </a:p>
          <a:p>
            <a:pPr lvl="1" eaLnBrk="1" hangingPunct="1"/>
            <a:r>
              <a:rPr lang="zh-CN" altLang="en-US" sz="2400" dirty="0"/>
              <a:t>磁石的吸铁特性很早就被人发现，</a:t>
            </a:r>
            <a:r>
              <a:rPr lang="en-US" altLang="zh-CN" sz="2400" dirty="0"/>
              <a:t>《</a:t>
            </a:r>
            <a:r>
              <a:rPr lang="zh-CN" altLang="en-US" sz="2400" dirty="0"/>
              <a:t>吕氏春秋</a:t>
            </a:r>
            <a:r>
              <a:rPr lang="en-US" altLang="zh-CN" sz="2400" dirty="0"/>
              <a:t>》</a:t>
            </a:r>
            <a:r>
              <a:rPr lang="zh-CN" altLang="en-US" sz="2400" dirty="0"/>
              <a:t>九卷精通篇就有：“慈招铁，或引之也。”那时的人称“磁”为“慈”，他们把磁石吸引铁看作慈母对子女的吸引。 </a:t>
            </a:r>
          </a:p>
          <a:p>
            <a:pPr lvl="1" eaLnBrk="1" hangingPunct="1"/>
            <a:r>
              <a:rPr lang="zh-CN" altLang="en-US" sz="2400" dirty="0"/>
              <a:t>东晋的崔豹在</a:t>
            </a:r>
            <a:r>
              <a:rPr lang="en-US" altLang="zh-CN" sz="2400" dirty="0"/>
              <a:t>《</a:t>
            </a:r>
            <a:r>
              <a:rPr lang="zh-CN" altLang="en-US" sz="2400" dirty="0"/>
              <a:t>古今注</a:t>
            </a:r>
            <a:r>
              <a:rPr lang="en-US" altLang="zh-CN" sz="2400" dirty="0"/>
              <a:t>》</a:t>
            </a:r>
            <a:r>
              <a:rPr lang="zh-CN" altLang="en-US" sz="2400" dirty="0"/>
              <a:t>中曾提到 “指南鱼”。 </a:t>
            </a:r>
          </a:p>
          <a:p>
            <a:pPr eaLnBrk="1" hangingPunct="1"/>
            <a:endParaRPr lang="en-US" altLang="zh-CN" sz="2400" dirty="0"/>
          </a:p>
        </p:txBody>
      </p:sp>
      <p:sp>
        <p:nvSpPr>
          <p:cNvPr id="16393" name="Rectangle 17"/>
          <p:cNvSpPr>
            <a:spLocks noChangeArrowheads="1"/>
          </p:cNvSpPr>
          <p:nvPr/>
        </p:nvSpPr>
        <p:spPr bwMode="auto">
          <a:xfrm>
            <a:off x="611188" y="-100013"/>
            <a:ext cx="8229600" cy="1139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5100">
                <a:solidFill>
                  <a:srgbClr val="663300"/>
                </a:solidFill>
                <a:ea typeface="隶书" pitchFamily="49" charset="-122"/>
              </a:rPr>
              <a:t>电磁学和分析数学的发展史</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29</a:t>
            </a:fld>
            <a:endParaRPr lang="zh-CN" altLang="en-US"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17411"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17412"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16742"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116748" name="Group 12"/>
          <p:cNvGrpSpPr>
            <a:grpSpLocks/>
          </p:cNvGrpSpPr>
          <p:nvPr/>
        </p:nvGrpSpPr>
        <p:grpSpPr bwMode="auto">
          <a:xfrm>
            <a:off x="684213" y="5300663"/>
            <a:ext cx="6846887" cy="1368425"/>
            <a:chOff x="431" y="3339"/>
            <a:chExt cx="4313" cy="862"/>
          </a:xfrm>
        </p:grpSpPr>
        <p:sp>
          <p:nvSpPr>
            <p:cNvPr id="116743" name="WordArt 7"/>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17418" name="Text Box 8"/>
            <p:cNvSpPr txBox="1">
              <a:spLocks noChangeArrowheads="1"/>
            </p:cNvSpPr>
            <p:nvPr/>
          </p:nvSpPr>
          <p:spPr bwMode="auto">
            <a:xfrm>
              <a:off x="1519" y="3753"/>
              <a:ext cx="3225"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CC3300"/>
                  </a:solidFill>
                </a:rPr>
                <a:t>英国人吉尔伯特发表了</a:t>
              </a:r>
            </a:p>
            <a:p>
              <a:pPr algn="just" eaLnBrk="1" hangingPunct="1"/>
              <a:r>
                <a:rPr lang="en-US" altLang="zh-CN" sz="2000" b="1">
                  <a:solidFill>
                    <a:srgbClr val="CC3300"/>
                  </a:solidFill>
                </a:rPr>
                <a:t>《</a:t>
              </a:r>
              <a:r>
                <a:rPr lang="zh-CN" altLang="en-US" sz="2000" b="1">
                  <a:solidFill>
                    <a:srgbClr val="CC3300"/>
                  </a:solidFill>
                </a:rPr>
                <a:t>论磁、磁体和地球作为一个巨大的磁体</a:t>
              </a:r>
              <a:r>
                <a:rPr lang="en-US" altLang="zh-CN" sz="2000" b="1">
                  <a:solidFill>
                    <a:srgbClr val="CC3300"/>
                  </a:solidFill>
                </a:rPr>
                <a:t>》 </a:t>
              </a:r>
            </a:p>
          </p:txBody>
        </p:sp>
        <p:sp>
          <p:nvSpPr>
            <p:cNvPr id="17419" name="Line 10"/>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0" name="Line 11"/>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6749" name="Rectangle 13"/>
          <p:cNvSpPr>
            <a:spLocks noGrp="1" noChangeArrowheads="1"/>
          </p:cNvSpPr>
          <p:nvPr>
            <p:ph type="body" idx="1"/>
          </p:nvPr>
        </p:nvSpPr>
        <p:spPr>
          <a:xfrm>
            <a:off x="312738" y="1052513"/>
            <a:ext cx="8507412" cy="4176712"/>
          </a:xfrm>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FF"/>
                </a:solidFill>
                <a:miter lim="800000"/>
                <a:headEnd/>
                <a:tailEnd/>
              </a14:hiddenLine>
            </a:ext>
          </a:extLst>
        </p:spPr>
        <p:txBody>
          <a:bodyPr/>
          <a:lstStyle/>
          <a:p>
            <a:pPr eaLnBrk="1" hangingPunct="1"/>
            <a:r>
              <a:rPr lang="zh-CN" altLang="en-US" sz="2400" dirty="0">
                <a:solidFill>
                  <a:srgbClr val="A50021"/>
                </a:solidFill>
              </a:rPr>
              <a:t>标志着人类对电磁现象的系统研究的开始</a:t>
            </a:r>
          </a:p>
          <a:p>
            <a:pPr lvl="2" eaLnBrk="1" hangingPunct="1"/>
            <a:r>
              <a:rPr lang="zh-CN" altLang="en-US" dirty="0"/>
              <a:t>总结了前人对磁的研究，周密地讨论了地磁的性质，记载了大量实验，使磁学变成了科学。</a:t>
            </a:r>
          </a:p>
          <a:p>
            <a:pPr lvl="2" eaLnBrk="1" hangingPunct="1"/>
            <a:r>
              <a:rPr lang="zh-CN" altLang="en-US" dirty="0"/>
              <a:t>他发现，相当多的物质经摩擦后也都具有吸引轻小物体的性质，他注意到这些物质经摩擦后并不具备磁石那种指南北的性质。为了表明与磁性的不同，他采用琥珀的希腊字母拼音把这种性质称为“电的”。</a:t>
            </a:r>
          </a:p>
          <a:p>
            <a:pPr lvl="2" eaLnBrk="1" hangingPunct="1"/>
            <a:r>
              <a:rPr lang="zh-CN" altLang="en-US" dirty="0"/>
              <a:t>磁和电都有吸引的性质，但是并不相同。静磁的研究相对容易，因为存在天然磁石。而静电的研究要困难得多，因为没有找到一种产生静电的方式。</a:t>
            </a:r>
          </a:p>
        </p:txBody>
      </p:sp>
      <p:sp>
        <p:nvSpPr>
          <p:cNvPr id="17416" name="Rectangle 16"/>
          <p:cNvSpPr>
            <a:spLocks noChangeArrowheads="1"/>
          </p:cNvSpPr>
          <p:nvPr/>
        </p:nvSpPr>
        <p:spPr bwMode="auto">
          <a:xfrm>
            <a:off x="468313" y="-100013"/>
            <a:ext cx="8229600" cy="1139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5100">
                <a:solidFill>
                  <a:srgbClr val="663300"/>
                </a:solidFill>
                <a:ea typeface="隶书" pitchFamily="49" charset="-122"/>
              </a:rPr>
              <a:t>电磁学和分析数学的发展史</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30</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16748"/>
                                        </p:tgtEl>
                                        <p:attrNameLst>
                                          <p:attrName>style.visibility</p:attrName>
                                        </p:attrNameLst>
                                      </p:cBhvr>
                                      <p:to>
                                        <p:strVal val="visible"/>
                                      </p:to>
                                    </p:set>
                                    <p:anim calcmode="lin" valueType="num">
                                      <p:cBhvr>
                                        <p:cTn id="7" dur="500" fill="hold"/>
                                        <p:tgtEl>
                                          <p:spTgt spid="116748"/>
                                        </p:tgtEl>
                                        <p:attrNameLst>
                                          <p:attrName>ppt_w</p:attrName>
                                        </p:attrNameLst>
                                      </p:cBhvr>
                                      <p:tavLst>
                                        <p:tav tm="0">
                                          <p:val>
                                            <p:strVal val="#ppt_w*0.70"/>
                                          </p:val>
                                        </p:tav>
                                        <p:tav tm="100000">
                                          <p:val>
                                            <p:strVal val="#ppt_w"/>
                                          </p:val>
                                        </p:tav>
                                      </p:tavLst>
                                    </p:anim>
                                    <p:anim calcmode="lin" valueType="num">
                                      <p:cBhvr>
                                        <p:cTn id="8" dur="500" fill="hold"/>
                                        <p:tgtEl>
                                          <p:spTgt spid="116748"/>
                                        </p:tgtEl>
                                        <p:attrNameLst>
                                          <p:attrName>ppt_h</p:attrName>
                                        </p:attrNameLst>
                                      </p:cBhvr>
                                      <p:tavLst>
                                        <p:tav tm="0">
                                          <p:val>
                                            <p:strVal val="#ppt_h"/>
                                          </p:val>
                                        </p:tav>
                                        <p:tav tm="100000">
                                          <p:val>
                                            <p:strVal val="#ppt_h"/>
                                          </p:val>
                                        </p:tav>
                                      </p:tavLst>
                                    </p:anim>
                                    <p:animEffect transition="in" filter="fade">
                                      <p:cBhvr>
                                        <p:cTn id="9" dur="500"/>
                                        <p:tgtEl>
                                          <p:spTgt spid="11674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116749">
                                            <p:txEl>
                                              <p:pRg st="0" end="0"/>
                                            </p:txEl>
                                          </p:spTgt>
                                        </p:tgtEl>
                                        <p:attrNameLst>
                                          <p:attrName>style.visibility</p:attrName>
                                        </p:attrNameLst>
                                      </p:cBhvr>
                                      <p:to>
                                        <p:strVal val="visible"/>
                                      </p:to>
                                    </p:set>
                                    <p:animEffect transition="in" filter="dissolve">
                                      <p:cBhvr>
                                        <p:cTn id="14" dur="500"/>
                                        <p:tgtEl>
                                          <p:spTgt spid="116749">
                                            <p:txEl>
                                              <p:pRg st="0" end="0"/>
                                            </p:txEl>
                                          </p:spTgt>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16749">
                                            <p:txEl>
                                              <p:pRg st="1" end="1"/>
                                            </p:txEl>
                                          </p:spTgt>
                                        </p:tgtEl>
                                        <p:attrNameLst>
                                          <p:attrName>style.visibility</p:attrName>
                                        </p:attrNameLst>
                                      </p:cBhvr>
                                      <p:to>
                                        <p:strVal val="visible"/>
                                      </p:to>
                                    </p:set>
                                    <p:animEffect transition="in" filter="dissolve">
                                      <p:cBhvr>
                                        <p:cTn id="17" dur="500"/>
                                        <p:tgtEl>
                                          <p:spTgt spid="116749">
                                            <p:txEl>
                                              <p:pRg st="1" end="1"/>
                                            </p:txEl>
                                          </p:spTgt>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16749">
                                            <p:txEl>
                                              <p:pRg st="2" end="2"/>
                                            </p:txEl>
                                          </p:spTgt>
                                        </p:tgtEl>
                                        <p:attrNameLst>
                                          <p:attrName>style.visibility</p:attrName>
                                        </p:attrNameLst>
                                      </p:cBhvr>
                                      <p:to>
                                        <p:strVal val="visible"/>
                                      </p:to>
                                    </p:set>
                                    <p:animEffect transition="in" filter="dissolve">
                                      <p:cBhvr>
                                        <p:cTn id="20" dur="500"/>
                                        <p:tgtEl>
                                          <p:spTgt spid="116749">
                                            <p:txEl>
                                              <p:pRg st="2" end="2"/>
                                            </p:tx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16749">
                                            <p:txEl>
                                              <p:pRg st="3" end="3"/>
                                            </p:txEl>
                                          </p:spTgt>
                                        </p:tgtEl>
                                        <p:attrNameLst>
                                          <p:attrName>style.visibility</p:attrName>
                                        </p:attrNameLst>
                                      </p:cBhvr>
                                      <p:to>
                                        <p:strVal val="visible"/>
                                      </p:to>
                                    </p:set>
                                    <p:animEffect transition="in" filter="dissolve">
                                      <p:cBhvr>
                                        <p:cTn id="23" dur="500"/>
                                        <p:tgtEl>
                                          <p:spTgt spid="11674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9" grpId="0" build="p"/>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18435"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18436"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18790"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18438" name="Group 7"/>
          <p:cNvGrpSpPr>
            <a:grpSpLocks/>
          </p:cNvGrpSpPr>
          <p:nvPr/>
        </p:nvGrpSpPr>
        <p:grpSpPr bwMode="auto">
          <a:xfrm>
            <a:off x="684213" y="5300663"/>
            <a:ext cx="6916737" cy="1368425"/>
            <a:chOff x="431" y="3339"/>
            <a:chExt cx="4357" cy="862"/>
          </a:xfrm>
        </p:grpSpPr>
        <p:sp>
          <p:nvSpPr>
            <p:cNvPr id="118792" name="WordArt 8"/>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18447" name="Text Box 9"/>
            <p:cNvSpPr txBox="1">
              <a:spLocks noChangeArrowheads="1"/>
            </p:cNvSpPr>
            <p:nvPr/>
          </p:nvSpPr>
          <p:spPr bwMode="auto">
            <a:xfrm>
              <a:off x="1519" y="3753"/>
              <a:ext cx="32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  </a:t>
              </a:r>
            </a:p>
          </p:txBody>
        </p:sp>
        <p:sp>
          <p:nvSpPr>
            <p:cNvPr id="18448" name="Line 10"/>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49" name="Line 11"/>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8801" name="Group 17"/>
          <p:cNvGrpSpPr>
            <a:grpSpLocks/>
          </p:cNvGrpSpPr>
          <p:nvPr/>
        </p:nvGrpSpPr>
        <p:grpSpPr bwMode="auto">
          <a:xfrm>
            <a:off x="1042988" y="5013325"/>
            <a:ext cx="4252912" cy="782638"/>
            <a:chOff x="657" y="3158"/>
            <a:chExt cx="2679" cy="493"/>
          </a:xfrm>
        </p:grpSpPr>
        <p:sp>
          <p:nvSpPr>
            <p:cNvPr id="118797" name="WordArt 13"/>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18444" name="Text Box 14"/>
            <p:cNvSpPr txBox="1">
              <a:spLocks noChangeArrowheads="1"/>
            </p:cNvSpPr>
            <p:nvPr/>
          </p:nvSpPr>
          <p:spPr bwMode="auto">
            <a:xfrm>
              <a:off x="1882" y="3203"/>
              <a:ext cx="1454"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 </a:t>
              </a:r>
            </a:p>
          </p:txBody>
        </p:sp>
        <p:sp>
          <p:nvSpPr>
            <p:cNvPr id="18445" name="Line 15"/>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8802" name="Rectangle 18"/>
          <p:cNvSpPr>
            <a:spLocks noGrp="1" noChangeArrowheads="1"/>
          </p:cNvSpPr>
          <p:nvPr>
            <p:ph type="body" idx="1"/>
          </p:nvPr>
        </p:nvSpPr>
        <p:spPr>
          <a:xfrm>
            <a:off x="-396875" y="1196975"/>
            <a:ext cx="8507413" cy="2620963"/>
          </a:xfrm>
          <a:noFill/>
        </p:spPr>
        <p:txBody>
          <a:bodyPr/>
          <a:lstStyle/>
          <a:p>
            <a:pPr lvl="2" eaLnBrk="1" hangingPunct="1"/>
            <a:r>
              <a:rPr lang="zh-CN" altLang="en-US" dirty="0"/>
              <a:t>盖利克用硫磺制成形如地球仪的可转动球体，用干燥的手掌摩擦转动球体，使之获得电。</a:t>
            </a:r>
          </a:p>
          <a:p>
            <a:pPr lvl="2" eaLnBrk="1" hangingPunct="1"/>
            <a:r>
              <a:rPr lang="zh-CN" altLang="en-US" dirty="0"/>
              <a:t>盖利克的摩擦起电机经过不断改进，在静电实验研究中起着重要的作用，直到</a:t>
            </a:r>
            <a:r>
              <a:rPr lang="en-US" altLang="zh-CN" dirty="0"/>
              <a:t>19</a:t>
            </a:r>
            <a:r>
              <a:rPr lang="zh-CN" altLang="en-US" dirty="0"/>
              <a:t>世纪霍耳茨和推普勒分别发明感应起电机后才被取代。</a:t>
            </a:r>
          </a:p>
          <a:p>
            <a:pPr lvl="2" eaLnBrk="1" hangingPunct="1"/>
            <a:r>
              <a:rPr lang="zh-CN" altLang="en-US" dirty="0"/>
              <a:t>使得静电研究进入活跃期 </a:t>
            </a:r>
          </a:p>
        </p:txBody>
      </p:sp>
      <p:sp>
        <p:nvSpPr>
          <p:cNvPr id="18441" name="Rectangle 21"/>
          <p:cNvSpPr>
            <a:spLocks noChangeArrowheads="1"/>
          </p:cNvSpPr>
          <p:nvPr/>
        </p:nvSpPr>
        <p:spPr bwMode="auto">
          <a:xfrm>
            <a:off x="468313" y="-100013"/>
            <a:ext cx="8229600" cy="1139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5100">
                <a:solidFill>
                  <a:srgbClr val="663300"/>
                </a:solidFill>
                <a:ea typeface="隶书" pitchFamily="49" charset="-122"/>
              </a:rPr>
              <a:t>电磁学和分析数学的发展史</a:t>
            </a:r>
          </a:p>
        </p:txBody>
      </p:sp>
      <p:pic>
        <p:nvPicPr>
          <p:cNvPr id="118807" name="Picture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2997200"/>
            <a:ext cx="2713038"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fld id="{B58AC878-8C27-4018-8291-912A1A823CD1}" type="slidenum">
              <a:rPr lang="zh-CN" altLang="en-US" smtClean="0"/>
              <a:pPr/>
              <a:t>31</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18801"/>
                                        </p:tgtEl>
                                        <p:attrNameLst>
                                          <p:attrName>style.visibility</p:attrName>
                                        </p:attrNameLst>
                                      </p:cBhvr>
                                      <p:to>
                                        <p:strVal val="visible"/>
                                      </p:to>
                                    </p:set>
                                    <p:anim calcmode="lin" valueType="num">
                                      <p:cBhvr>
                                        <p:cTn id="7" dur="500" fill="hold"/>
                                        <p:tgtEl>
                                          <p:spTgt spid="118801"/>
                                        </p:tgtEl>
                                        <p:attrNameLst>
                                          <p:attrName>ppt_w</p:attrName>
                                        </p:attrNameLst>
                                      </p:cBhvr>
                                      <p:tavLst>
                                        <p:tav tm="0">
                                          <p:val>
                                            <p:strVal val="#ppt_w*0.70"/>
                                          </p:val>
                                        </p:tav>
                                        <p:tav tm="100000">
                                          <p:val>
                                            <p:strVal val="#ppt_w"/>
                                          </p:val>
                                        </p:tav>
                                      </p:tavLst>
                                    </p:anim>
                                    <p:anim calcmode="lin" valueType="num">
                                      <p:cBhvr>
                                        <p:cTn id="8" dur="500" fill="hold"/>
                                        <p:tgtEl>
                                          <p:spTgt spid="118801"/>
                                        </p:tgtEl>
                                        <p:attrNameLst>
                                          <p:attrName>ppt_h</p:attrName>
                                        </p:attrNameLst>
                                      </p:cBhvr>
                                      <p:tavLst>
                                        <p:tav tm="0">
                                          <p:val>
                                            <p:strVal val="#ppt_h"/>
                                          </p:val>
                                        </p:tav>
                                        <p:tav tm="100000">
                                          <p:val>
                                            <p:strVal val="#ppt_h"/>
                                          </p:val>
                                        </p:tav>
                                      </p:tavLst>
                                    </p:anim>
                                    <p:animEffect transition="in" filter="fade">
                                      <p:cBhvr>
                                        <p:cTn id="9" dur="500"/>
                                        <p:tgtEl>
                                          <p:spTgt spid="11880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118802">
                                            <p:txEl>
                                              <p:pRg st="0" end="0"/>
                                            </p:txEl>
                                          </p:spTgt>
                                        </p:tgtEl>
                                        <p:attrNameLst>
                                          <p:attrName>style.visibility</p:attrName>
                                        </p:attrNameLst>
                                      </p:cBhvr>
                                      <p:to>
                                        <p:strVal val="visible"/>
                                      </p:to>
                                    </p:set>
                                    <p:animEffect transition="in" filter="dissolve">
                                      <p:cBhvr>
                                        <p:cTn id="14" dur="500"/>
                                        <p:tgtEl>
                                          <p:spTgt spid="118802">
                                            <p:txEl>
                                              <p:pRg st="0" end="0"/>
                                            </p:txEl>
                                          </p:spTgt>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18802">
                                            <p:txEl>
                                              <p:pRg st="1" end="1"/>
                                            </p:txEl>
                                          </p:spTgt>
                                        </p:tgtEl>
                                        <p:attrNameLst>
                                          <p:attrName>style.visibility</p:attrName>
                                        </p:attrNameLst>
                                      </p:cBhvr>
                                      <p:to>
                                        <p:strVal val="visible"/>
                                      </p:to>
                                    </p:set>
                                    <p:animEffect transition="in" filter="dissolve">
                                      <p:cBhvr>
                                        <p:cTn id="17" dur="500"/>
                                        <p:tgtEl>
                                          <p:spTgt spid="118802">
                                            <p:txEl>
                                              <p:pRg st="1" end="1"/>
                                            </p:txEl>
                                          </p:spTgt>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18802">
                                            <p:txEl>
                                              <p:pRg st="2" end="2"/>
                                            </p:txEl>
                                          </p:spTgt>
                                        </p:tgtEl>
                                        <p:attrNameLst>
                                          <p:attrName>style.visibility</p:attrName>
                                        </p:attrNameLst>
                                      </p:cBhvr>
                                      <p:to>
                                        <p:strVal val="visible"/>
                                      </p:to>
                                    </p:set>
                                    <p:animEffect transition="in" filter="dissolve">
                                      <p:cBhvr>
                                        <p:cTn id="20" dur="500"/>
                                        <p:tgtEl>
                                          <p:spTgt spid="118802">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118807"/>
                                        </p:tgtEl>
                                        <p:attrNameLst>
                                          <p:attrName>style.visibility</p:attrName>
                                        </p:attrNameLst>
                                      </p:cBhvr>
                                      <p:to>
                                        <p:strVal val="visible"/>
                                      </p:to>
                                    </p:set>
                                    <p:animEffect transition="in" filter="dissolve">
                                      <p:cBhvr>
                                        <p:cTn id="25" dur="500"/>
                                        <p:tgtEl>
                                          <p:spTgt spid="118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02"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19459"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19460"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19814"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19462" name="Group 7"/>
          <p:cNvGrpSpPr>
            <a:grpSpLocks/>
          </p:cNvGrpSpPr>
          <p:nvPr/>
        </p:nvGrpSpPr>
        <p:grpSpPr bwMode="auto">
          <a:xfrm>
            <a:off x="684213" y="5300663"/>
            <a:ext cx="6916737" cy="1368425"/>
            <a:chOff x="431" y="3339"/>
            <a:chExt cx="4357" cy="862"/>
          </a:xfrm>
        </p:grpSpPr>
        <p:sp>
          <p:nvSpPr>
            <p:cNvPr id="119816" name="WordArt 8"/>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19477" name="Text Box 9"/>
            <p:cNvSpPr txBox="1">
              <a:spLocks noChangeArrowheads="1"/>
            </p:cNvSpPr>
            <p:nvPr/>
          </p:nvSpPr>
          <p:spPr bwMode="auto">
            <a:xfrm>
              <a:off x="1519" y="3753"/>
              <a:ext cx="32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  </a:t>
              </a:r>
            </a:p>
          </p:txBody>
        </p:sp>
        <p:sp>
          <p:nvSpPr>
            <p:cNvPr id="19478" name="Line 10"/>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79" name="Line 11"/>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463" name="Group 16"/>
          <p:cNvGrpSpPr>
            <a:grpSpLocks/>
          </p:cNvGrpSpPr>
          <p:nvPr/>
        </p:nvGrpSpPr>
        <p:grpSpPr bwMode="auto">
          <a:xfrm>
            <a:off x="1042988" y="5013325"/>
            <a:ext cx="4322762" cy="782638"/>
            <a:chOff x="657" y="3158"/>
            <a:chExt cx="2723" cy="493"/>
          </a:xfrm>
        </p:grpSpPr>
        <p:sp>
          <p:nvSpPr>
            <p:cNvPr id="119820" name="WordArt 12"/>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19474" name="Text Box 13"/>
            <p:cNvSpPr txBox="1">
              <a:spLocks noChangeArrowheads="1"/>
            </p:cNvSpPr>
            <p:nvPr/>
          </p:nvSpPr>
          <p:spPr bwMode="auto">
            <a:xfrm>
              <a:off x="1882" y="3203"/>
              <a:ext cx="1498"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  </a:t>
              </a:r>
            </a:p>
          </p:txBody>
        </p:sp>
        <p:sp>
          <p:nvSpPr>
            <p:cNvPr id="19475" name="Line 14"/>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9826" name="Group 18"/>
          <p:cNvGrpSpPr>
            <a:grpSpLocks/>
          </p:cNvGrpSpPr>
          <p:nvPr/>
        </p:nvGrpSpPr>
        <p:grpSpPr bwMode="auto">
          <a:xfrm>
            <a:off x="76200" y="3948113"/>
            <a:ext cx="1611313" cy="1281112"/>
            <a:chOff x="48" y="2487"/>
            <a:chExt cx="1015" cy="807"/>
          </a:xfrm>
        </p:grpSpPr>
        <p:sp>
          <p:nvSpPr>
            <p:cNvPr id="19471" name="Text Box 15"/>
            <p:cNvSpPr txBox="1">
              <a:spLocks noChangeArrowheads="1"/>
            </p:cNvSpPr>
            <p:nvPr/>
          </p:nvSpPr>
          <p:spPr bwMode="auto">
            <a:xfrm>
              <a:off x="48" y="2487"/>
              <a:ext cx="1015"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  </a:t>
              </a:r>
            </a:p>
            <a:p>
              <a:pPr algn="just" eaLnBrk="1" hangingPunct="1"/>
              <a:r>
                <a:rPr lang="zh-CN" altLang="en-US" sz="2000" b="1">
                  <a:solidFill>
                    <a:srgbClr val="006600"/>
                  </a:solidFill>
                </a:rPr>
                <a:t>   微积分</a:t>
              </a:r>
            </a:p>
          </p:txBody>
        </p:sp>
        <p:sp>
          <p:nvSpPr>
            <p:cNvPr id="19472" name="Line 17"/>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9827" name="Rectangle 19"/>
          <p:cNvSpPr>
            <a:spLocks noGrp="1" noChangeArrowheads="1"/>
          </p:cNvSpPr>
          <p:nvPr>
            <p:ph type="body" idx="1"/>
          </p:nvPr>
        </p:nvSpPr>
        <p:spPr>
          <a:xfrm>
            <a:off x="539750" y="1123950"/>
            <a:ext cx="8229600" cy="2449513"/>
          </a:xfrm>
          <a:solidFill>
            <a:schemeClr val="bg1"/>
          </a:solidFill>
          <a:ln>
            <a:solidFill>
              <a:srgbClr val="FF00FF"/>
            </a:solidFill>
            <a:miter lim="800000"/>
            <a:headEnd/>
            <a:tailEnd/>
          </a:ln>
        </p:spPr>
        <p:txBody>
          <a:bodyPr/>
          <a:lstStyle/>
          <a:p>
            <a:pPr eaLnBrk="1" hangingPunct="1"/>
            <a:r>
              <a:rPr lang="zh-CN" altLang="en-US" sz="2800">
                <a:solidFill>
                  <a:srgbClr val="A50021"/>
                </a:solidFill>
              </a:rPr>
              <a:t>有限差分法</a:t>
            </a:r>
          </a:p>
          <a:p>
            <a:pPr lvl="1" eaLnBrk="1" hangingPunct="1"/>
            <a:r>
              <a:rPr lang="zh-CN" altLang="en-US" sz="2400"/>
              <a:t>用于非线性函数在样值点之间的内插</a:t>
            </a:r>
          </a:p>
          <a:p>
            <a:pPr lvl="1" eaLnBrk="1" hangingPunct="1"/>
            <a:r>
              <a:rPr lang="en-US" altLang="zh-CN" sz="2400"/>
              <a:t>Gregory 1670, Leibniz 1673, Newton 1676, and John Bernoulli 1694</a:t>
            </a:r>
          </a:p>
          <a:p>
            <a:pPr lvl="1" eaLnBrk="1" hangingPunct="1"/>
            <a:r>
              <a:rPr lang="zh-CN" altLang="en-US" sz="2400"/>
              <a:t>导致</a:t>
            </a:r>
            <a:r>
              <a:rPr lang="en-US" altLang="zh-CN" sz="2400"/>
              <a:t>Taylor</a:t>
            </a:r>
            <a:r>
              <a:rPr lang="zh-CN" altLang="en-US" sz="2400"/>
              <a:t>级数的发现 </a:t>
            </a:r>
            <a:r>
              <a:rPr lang="en-US" altLang="zh-CN" sz="2400"/>
              <a:t>(published by Taylor in 1715)</a:t>
            </a:r>
          </a:p>
          <a:p>
            <a:pPr lvl="1" eaLnBrk="1" hangingPunct="1">
              <a:buFontTx/>
              <a:buNone/>
            </a:pPr>
            <a:endParaRPr lang="en-US" altLang="zh-CN" sz="2400"/>
          </a:p>
        </p:txBody>
      </p:sp>
      <p:grpSp>
        <p:nvGrpSpPr>
          <p:cNvPr id="119831" name="Group 23"/>
          <p:cNvGrpSpPr>
            <a:grpSpLocks/>
          </p:cNvGrpSpPr>
          <p:nvPr/>
        </p:nvGrpSpPr>
        <p:grpSpPr bwMode="auto">
          <a:xfrm>
            <a:off x="250825" y="4652963"/>
            <a:ext cx="8713788" cy="1800225"/>
            <a:chOff x="249" y="1117"/>
            <a:chExt cx="5489" cy="1134"/>
          </a:xfrm>
        </p:grpSpPr>
        <p:sp>
          <p:nvSpPr>
            <p:cNvPr id="19468" name="Rectangle 24"/>
            <p:cNvSpPr>
              <a:spLocks noChangeArrowheads="1"/>
            </p:cNvSpPr>
            <p:nvPr/>
          </p:nvSpPr>
          <p:spPr bwMode="auto">
            <a:xfrm>
              <a:off x="249" y="1117"/>
              <a:ext cx="5489" cy="1134"/>
            </a:xfrm>
            <a:prstGeom prst="rect">
              <a:avLst/>
            </a:prstGeom>
            <a:solidFill>
              <a:srgbClr val="CCFFC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19469" name="Rectangle 25"/>
            <p:cNvSpPr>
              <a:spLocks noChangeArrowheads="1"/>
            </p:cNvSpPr>
            <p:nvPr/>
          </p:nvSpPr>
          <p:spPr bwMode="auto">
            <a:xfrm>
              <a:off x="612" y="1207"/>
              <a:ext cx="4309" cy="442"/>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a:r>
                <a:rPr lang="zh-CN" altLang="en-US" sz="2000" b="1">
                  <a:latin typeface="宋体" pitchFamily="2" charset="-122"/>
                </a:rPr>
                <a:t>若函数</a:t>
              </a:r>
              <a:r>
                <a:rPr lang="en-US" altLang="zh-CN" sz="2000" b="1" i="1">
                  <a:latin typeface="宋体" pitchFamily="2" charset="-122"/>
                </a:rPr>
                <a:t>f</a:t>
              </a:r>
              <a:r>
                <a:rPr lang="en-US" altLang="zh-CN" sz="2000" b="1">
                  <a:latin typeface="宋体" pitchFamily="2" charset="-122"/>
                </a:rPr>
                <a:t>(x)</a:t>
              </a:r>
              <a:r>
                <a:rPr lang="zh-CN" altLang="en-US" sz="2000" b="1">
                  <a:latin typeface="宋体" pitchFamily="2" charset="-122"/>
                </a:rPr>
                <a:t>在点</a:t>
              </a:r>
              <a:r>
                <a:rPr lang="en-US" altLang="zh-CN" sz="2000" b="1">
                  <a:latin typeface="宋体" pitchFamily="2" charset="-122"/>
                </a:rPr>
                <a:t>x</a:t>
              </a:r>
              <a:r>
                <a:rPr lang="en-US" altLang="zh-CN" sz="2000" b="1" baseline="-25000">
                  <a:latin typeface="宋体" pitchFamily="2" charset="-122"/>
                </a:rPr>
                <a:t>0</a:t>
              </a:r>
              <a:r>
                <a:rPr lang="zh-CN" altLang="en-US" sz="2000" b="1">
                  <a:latin typeface="宋体" pitchFamily="2" charset="-122"/>
                </a:rPr>
                <a:t>的某一临域内具有直到（</a:t>
              </a:r>
              <a:r>
                <a:rPr lang="en-US" altLang="zh-CN" sz="2000" b="1">
                  <a:latin typeface="宋体" pitchFamily="2" charset="-122"/>
                </a:rPr>
                <a:t>n+1</a:t>
              </a:r>
              <a:r>
                <a:rPr lang="zh-CN" altLang="en-US" sz="2000" b="1">
                  <a:latin typeface="宋体" pitchFamily="2" charset="-122"/>
                </a:rPr>
                <a:t>）阶导数，</a:t>
              </a:r>
            </a:p>
            <a:p>
              <a:pPr algn="l"/>
              <a:r>
                <a:rPr lang="zh-CN" altLang="en-US" sz="2000" b="1">
                  <a:latin typeface="宋体" pitchFamily="2" charset="-122"/>
                </a:rPr>
                <a:t>则在该邻域内</a:t>
              </a:r>
              <a:r>
                <a:rPr lang="en-US" altLang="zh-CN" sz="2000" b="1" i="1">
                  <a:latin typeface="宋体" pitchFamily="2" charset="-122"/>
                </a:rPr>
                <a:t>f</a:t>
              </a:r>
              <a:r>
                <a:rPr lang="en-US" altLang="zh-CN" sz="2000" b="1">
                  <a:latin typeface="宋体" pitchFamily="2" charset="-122"/>
                </a:rPr>
                <a:t>(x)</a:t>
              </a:r>
              <a:r>
                <a:rPr lang="zh-CN" altLang="en-US" sz="2000" b="1">
                  <a:latin typeface="宋体" pitchFamily="2" charset="-122"/>
                </a:rPr>
                <a:t>的 </a:t>
              </a:r>
              <a:r>
                <a:rPr lang="en-US" altLang="zh-CN" sz="2000" b="1">
                  <a:latin typeface="宋体" pitchFamily="2" charset="-122"/>
                </a:rPr>
                <a:t>n</a:t>
              </a:r>
              <a:r>
                <a:rPr lang="en-US" altLang="zh-CN" sz="2000" b="1" i="1">
                  <a:latin typeface="宋体" pitchFamily="2" charset="-122"/>
                </a:rPr>
                <a:t> </a:t>
              </a:r>
              <a:r>
                <a:rPr lang="zh-CN" altLang="en-US" sz="2000" b="1">
                  <a:latin typeface="宋体" pitchFamily="2" charset="-122"/>
                </a:rPr>
                <a:t>阶泰勒公式为：  </a:t>
              </a:r>
              <a:r>
                <a:rPr lang="zh-CN" altLang="en-US" sz="2000" b="1"/>
                <a:t>                        </a:t>
              </a:r>
              <a:endParaRPr lang="zh-CN" altLang="en-US" sz="2000" b="1">
                <a:latin typeface="宋体" pitchFamily="2" charset="-122"/>
              </a:endParaRPr>
            </a:p>
          </p:txBody>
        </p:sp>
        <p:pic>
          <p:nvPicPr>
            <p:cNvPr id="19470" name="Picture 26" descr="Image6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 y="1752"/>
              <a:ext cx="5307"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467" name="Rectangle 28"/>
          <p:cNvSpPr>
            <a:spLocks noChangeArrowheads="1"/>
          </p:cNvSpPr>
          <p:nvPr/>
        </p:nvSpPr>
        <p:spPr bwMode="auto">
          <a:xfrm>
            <a:off x="468313" y="-100013"/>
            <a:ext cx="8229600" cy="1139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5100">
                <a:solidFill>
                  <a:srgbClr val="663300"/>
                </a:solidFill>
                <a:ea typeface="隶书" pitchFamily="49" charset="-122"/>
              </a:rPr>
              <a:t>电磁学和分析数学的发展史</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32</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19826"/>
                                        </p:tgtEl>
                                        <p:attrNameLst>
                                          <p:attrName>style.visibility</p:attrName>
                                        </p:attrNameLst>
                                      </p:cBhvr>
                                      <p:to>
                                        <p:strVal val="visible"/>
                                      </p:to>
                                    </p:set>
                                    <p:anim calcmode="lin" valueType="num">
                                      <p:cBhvr>
                                        <p:cTn id="7" dur="500" fill="hold"/>
                                        <p:tgtEl>
                                          <p:spTgt spid="119826"/>
                                        </p:tgtEl>
                                        <p:attrNameLst>
                                          <p:attrName>ppt_w</p:attrName>
                                        </p:attrNameLst>
                                      </p:cBhvr>
                                      <p:tavLst>
                                        <p:tav tm="0">
                                          <p:val>
                                            <p:strVal val="#ppt_w*0.70"/>
                                          </p:val>
                                        </p:tav>
                                        <p:tav tm="100000">
                                          <p:val>
                                            <p:strVal val="#ppt_w"/>
                                          </p:val>
                                        </p:tav>
                                      </p:tavLst>
                                    </p:anim>
                                    <p:anim calcmode="lin" valueType="num">
                                      <p:cBhvr>
                                        <p:cTn id="8" dur="500" fill="hold"/>
                                        <p:tgtEl>
                                          <p:spTgt spid="119826"/>
                                        </p:tgtEl>
                                        <p:attrNameLst>
                                          <p:attrName>ppt_h</p:attrName>
                                        </p:attrNameLst>
                                      </p:cBhvr>
                                      <p:tavLst>
                                        <p:tav tm="0">
                                          <p:val>
                                            <p:strVal val="#ppt_h"/>
                                          </p:val>
                                        </p:tav>
                                        <p:tav tm="100000">
                                          <p:val>
                                            <p:strVal val="#ppt_h"/>
                                          </p:val>
                                        </p:tav>
                                      </p:tavLst>
                                    </p:anim>
                                    <p:animEffect transition="in" filter="fade">
                                      <p:cBhvr>
                                        <p:cTn id="9" dur="500"/>
                                        <p:tgtEl>
                                          <p:spTgt spid="11982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119827">
                                            <p:bg/>
                                          </p:spTgt>
                                        </p:tgtEl>
                                        <p:attrNameLst>
                                          <p:attrName>style.visibility</p:attrName>
                                        </p:attrNameLst>
                                      </p:cBhvr>
                                      <p:to>
                                        <p:strVal val="visible"/>
                                      </p:to>
                                    </p:set>
                                    <p:animEffect transition="in" filter="dissolve">
                                      <p:cBhvr>
                                        <p:cTn id="14" dur="500"/>
                                        <p:tgtEl>
                                          <p:spTgt spid="119827">
                                            <p:bg/>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19827">
                                            <p:txEl>
                                              <p:pRg st="0" end="0"/>
                                            </p:txEl>
                                          </p:spTgt>
                                        </p:tgtEl>
                                        <p:attrNameLst>
                                          <p:attrName>style.visibility</p:attrName>
                                        </p:attrNameLst>
                                      </p:cBhvr>
                                      <p:to>
                                        <p:strVal val="visible"/>
                                      </p:to>
                                    </p:set>
                                    <p:animEffect transition="in" filter="dissolve">
                                      <p:cBhvr>
                                        <p:cTn id="19" dur="500"/>
                                        <p:tgtEl>
                                          <p:spTgt spid="119827">
                                            <p:txEl>
                                              <p:pRg st="0" end="0"/>
                                            </p:txEl>
                                          </p:spTgt>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19827">
                                            <p:txEl>
                                              <p:pRg st="1" end="1"/>
                                            </p:txEl>
                                          </p:spTgt>
                                        </p:tgtEl>
                                        <p:attrNameLst>
                                          <p:attrName>style.visibility</p:attrName>
                                        </p:attrNameLst>
                                      </p:cBhvr>
                                      <p:to>
                                        <p:strVal val="visible"/>
                                      </p:to>
                                    </p:set>
                                    <p:animEffect transition="in" filter="dissolve">
                                      <p:cBhvr>
                                        <p:cTn id="22" dur="500"/>
                                        <p:tgtEl>
                                          <p:spTgt spid="119827">
                                            <p:txEl>
                                              <p:pRg st="1" end="1"/>
                                            </p:txEl>
                                          </p:spTgt>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19827">
                                            <p:txEl>
                                              <p:pRg st="2" end="2"/>
                                            </p:txEl>
                                          </p:spTgt>
                                        </p:tgtEl>
                                        <p:attrNameLst>
                                          <p:attrName>style.visibility</p:attrName>
                                        </p:attrNameLst>
                                      </p:cBhvr>
                                      <p:to>
                                        <p:strVal val="visible"/>
                                      </p:to>
                                    </p:set>
                                    <p:animEffect transition="in" filter="dissolve">
                                      <p:cBhvr>
                                        <p:cTn id="25" dur="500"/>
                                        <p:tgtEl>
                                          <p:spTgt spid="119827">
                                            <p:txEl>
                                              <p:pRg st="2" end="2"/>
                                            </p:txEl>
                                          </p:spTgt>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19827">
                                            <p:txEl>
                                              <p:pRg st="3" end="3"/>
                                            </p:txEl>
                                          </p:spTgt>
                                        </p:tgtEl>
                                        <p:attrNameLst>
                                          <p:attrName>style.visibility</p:attrName>
                                        </p:attrNameLst>
                                      </p:cBhvr>
                                      <p:to>
                                        <p:strVal val="visible"/>
                                      </p:to>
                                    </p:set>
                                    <p:animEffect transition="in" filter="dissolve">
                                      <p:cBhvr>
                                        <p:cTn id="28" dur="500"/>
                                        <p:tgtEl>
                                          <p:spTgt spid="119827">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119831"/>
                                        </p:tgtEl>
                                        <p:attrNameLst>
                                          <p:attrName>style.visibility</p:attrName>
                                        </p:attrNameLst>
                                      </p:cBhvr>
                                      <p:to>
                                        <p:strVal val="visible"/>
                                      </p:to>
                                    </p:set>
                                    <p:anim calcmode="lin" valueType="num">
                                      <p:cBhvr additive="base">
                                        <p:cTn id="33" dur="500" fill="hold"/>
                                        <p:tgtEl>
                                          <p:spTgt spid="119831"/>
                                        </p:tgtEl>
                                        <p:attrNameLst>
                                          <p:attrName>ppt_x</p:attrName>
                                        </p:attrNameLst>
                                      </p:cBhvr>
                                      <p:tavLst>
                                        <p:tav tm="0">
                                          <p:val>
                                            <p:strVal val="#ppt_x"/>
                                          </p:val>
                                        </p:tav>
                                        <p:tav tm="100000">
                                          <p:val>
                                            <p:strVal val="#ppt_x"/>
                                          </p:val>
                                        </p:tav>
                                      </p:tavLst>
                                    </p:anim>
                                    <p:anim calcmode="lin" valueType="num">
                                      <p:cBhvr additive="base">
                                        <p:cTn id="34" dur="500" fill="hold"/>
                                        <p:tgtEl>
                                          <p:spTgt spid="1198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27" grpId="0" build="p"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20483"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20484" name="WordArt 4"/>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71013" name="WordArt 5"/>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20486" name="Group 6"/>
          <p:cNvGrpSpPr>
            <a:grpSpLocks/>
          </p:cNvGrpSpPr>
          <p:nvPr/>
        </p:nvGrpSpPr>
        <p:grpSpPr bwMode="auto">
          <a:xfrm>
            <a:off x="684213" y="5300663"/>
            <a:ext cx="6916737" cy="1368425"/>
            <a:chOff x="431" y="3339"/>
            <a:chExt cx="4357" cy="862"/>
          </a:xfrm>
        </p:grpSpPr>
        <p:sp>
          <p:nvSpPr>
            <p:cNvPr id="171015" name="WordArt 7"/>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20497" name="Text Box 8"/>
            <p:cNvSpPr txBox="1">
              <a:spLocks noChangeArrowheads="1"/>
            </p:cNvSpPr>
            <p:nvPr/>
          </p:nvSpPr>
          <p:spPr bwMode="auto">
            <a:xfrm>
              <a:off x="1519" y="3753"/>
              <a:ext cx="32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  </a:t>
              </a:r>
            </a:p>
          </p:txBody>
        </p:sp>
        <p:sp>
          <p:nvSpPr>
            <p:cNvPr id="20498" name="Line 9"/>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9" name="Line 10"/>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487" name="Group 11"/>
          <p:cNvGrpSpPr>
            <a:grpSpLocks/>
          </p:cNvGrpSpPr>
          <p:nvPr/>
        </p:nvGrpSpPr>
        <p:grpSpPr bwMode="auto">
          <a:xfrm>
            <a:off x="1042988" y="5013325"/>
            <a:ext cx="4322762" cy="782638"/>
            <a:chOff x="657" y="3158"/>
            <a:chExt cx="2723" cy="493"/>
          </a:xfrm>
        </p:grpSpPr>
        <p:sp>
          <p:nvSpPr>
            <p:cNvPr id="171020" name="WordArt 12"/>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20494" name="Text Box 13"/>
            <p:cNvSpPr txBox="1">
              <a:spLocks noChangeArrowheads="1"/>
            </p:cNvSpPr>
            <p:nvPr/>
          </p:nvSpPr>
          <p:spPr bwMode="auto">
            <a:xfrm>
              <a:off x="1882" y="3203"/>
              <a:ext cx="1498"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  </a:t>
              </a:r>
            </a:p>
          </p:txBody>
        </p:sp>
        <p:sp>
          <p:nvSpPr>
            <p:cNvPr id="20495" name="Line 14"/>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488" name="Group 15"/>
          <p:cNvGrpSpPr>
            <a:grpSpLocks/>
          </p:cNvGrpSpPr>
          <p:nvPr/>
        </p:nvGrpSpPr>
        <p:grpSpPr bwMode="auto">
          <a:xfrm>
            <a:off x="76200" y="3948113"/>
            <a:ext cx="1611313" cy="1281112"/>
            <a:chOff x="48" y="2487"/>
            <a:chExt cx="1015" cy="807"/>
          </a:xfrm>
        </p:grpSpPr>
        <p:sp>
          <p:nvSpPr>
            <p:cNvPr id="20491" name="Text Box 16"/>
            <p:cNvSpPr txBox="1">
              <a:spLocks noChangeArrowheads="1"/>
            </p:cNvSpPr>
            <p:nvPr/>
          </p:nvSpPr>
          <p:spPr bwMode="auto">
            <a:xfrm>
              <a:off x="48" y="2487"/>
              <a:ext cx="1015"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  </a:t>
              </a:r>
            </a:p>
            <a:p>
              <a:pPr algn="just" eaLnBrk="1" hangingPunct="1"/>
              <a:r>
                <a:rPr lang="zh-CN" altLang="en-US" sz="2000" b="1">
                  <a:solidFill>
                    <a:srgbClr val="006600"/>
                  </a:solidFill>
                </a:rPr>
                <a:t>   微积分</a:t>
              </a:r>
            </a:p>
          </p:txBody>
        </p:sp>
        <p:sp>
          <p:nvSpPr>
            <p:cNvPr id="20492" name="Line 17"/>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489" name="Rectangle 18"/>
          <p:cNvSpPr>
            <a:spLocks noGrp="1" noChangeArrowheads="1"/>
          </p:cNvSpPr>
          <p:nvPr>
            <p:ph type="body" idx="1"/>
          </p:nvPr>
        </p:nvSpPr>
        <p:spPr>
          <a:xfrm>
            <a:off x="539750" y="838200"/>
            <a:ext cx="8229600" cy="2951163"/>
          </a:xfrm>
          <a:solidFill>
            <a:schemeClr val="bg1"/>
          </a:solidFill>
          <a:ln>
            <a:solidFill>
              <a:srgbClr val="FF00FF"/>
            </a:solidFill>
            <a:miter lim="800000"/>
            <a:headEnd/>
            <a:tailEnd/>
          </a:ln>
        </p:spPr>
        <p:txBody>
          <a:bodyPr/>
          <a:lstStyle/>
          <a:p>
            <a:pPr eaLnBrk="1" hangingPunct="1"/>
            <a:r>
              <a:rPr lang="zh-CN" altLang="en-US" sz="2400">
                <a:solidFill>
                  <a:srgbClr val="A50021"/>
                </a:solidFill>
              </a:rPr>
              <a:t>微积分的出现</a:t>
            </a:r>
          </a:p>
          <a:p>
            <a:pPr eaLnBrk="1" hangingPunct="1">
              <a:buFontTx/>
              <a:buNone/>
            </a:pPr>
            <a:r>
              <a:rPr lang="zh-CN" altLang="en-US" sz="2800"/>
              <a:t>    </a:t>
            </a:r>
            <a:r>
              <a:rPr lang="zh-CN" altLang="en-US" sz="2400"/>
              <a:t>处理十七世纪主要的科学问题</a:t>
            </a:r>
            <a:r>
              <a:rPr lang="en-US" altLang="zh-CN" sz="2400"/>
              <a:t>:</a:t>
            </a:r>
            <a:endParaRPr lang="en-US" altLang="zh-CN" sz="2400">
              <a:solidFill>
                <a:srgbClr val="A50021"/>
              </a:solidFill>
            </a:endParaRPr>
          </a:p>
          <a:p>
            <a:pPr lvl="1" eaLnBrk="1" hangingPunct="1"/>
            <a:r>
              <a:rPr lang="zh-CN" altLang="en-US" sz="2400"/>
              <a:t>非匀速非匀加速运动物体任意时刻的速度和加速度 </a:t>
            </a:r>
          </a:p>
          <a:p>
            <a:pPr lvl="1" eaLnBrk="1" hangingPunct="1"/>
            <a:r>
              <a:rPr lang="zh-CN" altLang="en-US" sz="2400"/>
              <a:t>复杂曲线的切线</a:t>
            </a:r>
            <a:r>
              <a:rPr lang="en-US" altLang="zh-CN" sz="2200"/>
              <a:t>——</a:t>
            </a:r>
            <a:r>
              <a:rPr lang="zh-CN" altLang="en-US" sz="2200"/>
              <a:t>几何光学</a:t>
            </a:r>
            <a:r>
              <a:rPr lang="zh-CN" altLang="en-US" sz="2400"/>
              <a:t> </a:t>
            </a:r>
          </a:p>
          <a:p>
            <a:pPr lvl="1" eaLnBrk="1" hangingPunct="1"/>
            <a:r>
              <a:rPr lang="zh-CN" altLang="zh-CN" sz="2400"/>
              <a:t>函数的最大值和最小值</a:t>
            </a:r>
            <a:endParaRPr lang="zh-CN" altLang="en-US" sz="2400"/>
          </a:p>
          <a:p>
            <a:pPr lvl="1" eaLnBrk="1" hangingPunct="1"/>
            <a:r>
              <a:rPr lang="zh-CN" altLang="en-US" sz="2400"/>
              <a:t>曲线的长度 </a:t>
            </a:r>
          </a:p>
        </p:txBody>
      </p:sp>
      <p:sp>
        <p:nvSpPr>
          <p:cNvPr id="20490" name="Rectangle 23"/>
          <p:cNvSpPr>
            <a:spLocks noChangeArrowheads="1"/>
          </p:cNvSpPr>
          <p:nvPr/>
        </p:nvSpPr>
        <p:spPr bwMode="auto">
          <a:xfrm>
            <a:off x="468313" y="-100013"/>
            <a:ext cx="8229600" cy="1139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5100">
                <a:solidFill>
                  <a:srgbClr val="663300"/>
                </a:solidFill>
                <a:ea typeface="隶书" pitchFamily="49" charset="-122"/>
              </a:rPr>
              <a:t>电磁学和分析数学的发展史</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33</a:t>
            </a:fld>
            <a:endParaRPr lang="zh-CN" altLang="en-US"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Rectangle 28"/>
          <p:cNvSpPr>
            <a:spLocks noChangeArrowheads="1"/>
          </p:cNvSpPr>
          <p:nvPr/>
        </p:nvSpPr>
        <p:spPr bwMode="auto">
          <a:xfrm>
            <a:off x="468313" y="-100013"/>
            <a:ext cx="8229600" cy="1139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5100">
                <a:solidFill>
                  <a:srgbClr val="663300"/>
                </a:solidFill>
                <a:ea typeface="隶书" pitchFamily="49" charset="-122"/>
              </a:rPr>
              <a:t>电磁学和分析数学的发展史</a:t>
            </a:r>
          </a:p>
        </p:txBody>
      </p:sp>
      <p:sp>
        <p:nvSpPr>
          <p:cNvPr id="21507"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21508"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21509"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20838"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21511" name="Group 7"/>
          <p:cNvGrpSpPr>
            <a:grpSpLocks/>
          </p:cNvGrpSpPr>
          <p:nvPr/>
        </p:nvGrpSpPr>
        <p:grpSpPr bwMode="auto">
          <a:xfrm>
            <a:off x="684213" y="5300663"/>
            <a:ext cx="6916737" cy="1368425"/>
            <a:chOff x="431" y="3339"/>
            <a:chExt cx="4357" cy="862"/>
          </a:xfrm>
        </p:grpSpPr>
        <p:sp>
          <p:nvSpPr>
            <p:cNvPr id="120840" name="WordArt 8"/>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21526" name="Text Box 9"/>
            <p:cNvSpPr txBox="1">
              <a:spLocks noChangeArrowheads="1"/>
            </p:cNvSpPr>
            <p:nvPr/>
          </p:nvSpPr>
          <p:spPr bwMode="auto">
            <a:xfrm>
              <a:off x="1519" y="3753"/>
              <a:ext cx="32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  </a:t>
              </a:r>
            </a:p>
          </p:txBody>
        </p:sp>
        <p:sp>
          <p:nvSpPr>
            <p:cNvPr id="21527" name="Line 10"/>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8" name="Line 11"/>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12" name="Group 12"/>
          <p:cNvGrpSpPr>
            <a:grpSpLocks/>
          </p:cNvGrpSpPr>
          <p:nvPr/>
        </p:nvGrpSpPr>
        <p:grpSpPr bwMode="auto">
          <a:xfrm>
            <a:off x="1042988" y="5013325"/>
            <a:ext cx="4322762" cy="782638"/>
            <a:chOff x="657" y="3158"/>
            <a:chExt cx="2723" cy="493"/>
          </a:xfrm>
        </p:grpSpPr>
        <p:sp>
          <p:nvSpPr>
            <p:cNvPr id="120845" name="WordArt 13"/>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21523" name="Text Box 14"/>
            <p:cNvSpPr txBox="1">
              <a:spLocks noChangeArrowheads="1"/>
            </p:cNvSpPr>
            <p:nvPr/>
          </p:nvSpPr>
          <p:spPr bwMode="auto">
            <a:xfrm>
              <a:off x="1882" y="3203"/>
              <a:ext cx="1498"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  </a:t>
              </a:r>
            </a:p>
          </p:txBody>
        </p:sp>
        <p:sp>
          <p:nvSpPr>
            <p:cNvPr id="21524" name="Line 15"/>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0853" name="Group 21"/>
          <p:cNvGrpSpPr>
            <a:grpSpLocks/>
          </p:cNvGrpSpPr>
          <p:nvPr/>
        </p:nvGrpSpPr>
        <p:grpSpPr bwMode="auto">
          <a:xfrm>
            <a:off x="1619250" y="4724400"/>
            <a:ext cx="6553200" cy="711200"/>
            <a:chOff x="1020" y="2976"/>
            <a:chExt cx="4128" cy="448"/>
          </a:xfrm>
        </p:grpSpPr>
        <p:sp>
          <p:nvSpPr>
            <p:cNvPr id="120850" name="WordArt 18"/>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21520" name="Text Box 19"/>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21521" name="Line 20"/>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14" name="Group 22"/>
          <p:cNvGrpSpPr>
            <a:grpSpLocks/>
          </p:cNvGrpSpPr>
          <p:nvPr/>
        </p:nvGrpSpPr>
        <p:grpSpPr bwMode="auto">
          <a:xfrm>
            <a:off x="76200" y="3948113"/>
            <a:ext cx="1541463" cy="1281112"/>
            <a:chOff x="48" y="2487"/>
            <a:chExt cx="971" cy="807"/>
          </a:xfrm>
        </p:grpSpPr>
        <p:sp>
          <p:nvSpPr>
            <p:cNvPr id="21517" name="Text Box 23"/>
            <p:cNvSpPr txBox="1">
              <a:spLocks noChangeArrowheads="1"/>
            </p:cNvSpPr>
            <p:nvPr/>
          </p:nvSpPr>
          <p:spPr bwMode="auto">
            <a:xfrm>
              <a:off x="48" y="2487"/>
              <a:ext cx="971"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 </a:t>
              </a:r>
            </a:p>
            <a:p>
              <a:pPr algn="just" eaLnBrk="1" hangingPunct="1"/>
              <a:r>
                <a:rPr lang="zh-CN" altLang="en-US" sz="2000" b="1">
                  <a:solidFill>
                    <a:srgbClr val="006600"/>
                  </a:solidFill>
                </a:rPr>
                <a:t>    微积分</a:t>
              </a:r>
            </a:p>
          </p:txBody>
        </p:sp>
        <p:sp>
          <p:nvSpPr>
            <p:cNvPr id="21518" name="Line 24"/>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0857" name="Text Box 25"/>
          <p:cNvSpPr txBox="1">
            <a:spLocks noChangeArrowheads="1"/>
          </p:cNvSpPr>
          <p:nvPr/>
        </p:nvSpPr>
        <p:spPr bwMode="auto">
          <a:xfrm>
            <a:off x="323850" y="908050"/>
            <a:ext cx="8675688" cy="3022600"/>
          </a:xfrm>
          <a:prstGeom prst="rect">
            <a:avLst/>
          </a:prstGeom>
          <a:solidFill>
            <a:schemeClr val="bg1"/>
          </a:solidFill>
          <a:ln w="9525" algn="ctr">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3600">
                <a:solidFill>
                  <a:schemeClr val="tx1"/>
                </a:solidFill>
                <a:latin typeface="Arial" pitchFamily="34" charset="0"/>
                <a:ea typeface="宋体" pitchFamily="2" charset="-122"/>
              </a:defRPr>
            </a:lvl1pPr>
            <a:lvl2pPr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lvl="1" algn="just" eaLnBrk="1" hangingPunct="1">
              <a:buFontTx/>
              <a:buChar char="-"/>
            </a:pPr>
            <a:r>
              <a:rPr lang="en-US" altLang="zh-CN" sz="2400" b="1">
                <a:solidFill>
                  <a:srgbClr val="333300"/>
                </a:solidFill>
              </a:rPr>
              <a:t>1720</a:t>
            </a:r>
            <a:r>
              <a:rPr lang="zh-CN" altLang="en-US" sz="2400" b="1">
                <a:solidFill>
                  <a:srgbClr val="333300"/>
                </a:solidFill>
              </a:rPr>
              <a:t>年 </a:t>
            </a:r>
          </a:p>
          <a:p>
            <a:pPr lvl="1" algn="just" eaLnBrk="1" hangingPunct="1"/>
            <a:r>
              <a:rPr lang="zh-CN" altLang="en-US" sz="2400" b="1">
                <a:solidFill>
                  <a:srgbClr val="333300"/>
                </a:solidFill>
              </a:rPr>
              <a:t>    格雷研究了电的传导现象，发现了导体与绝缘体的区别，              </a:t>
            </a:r>
          </a:p>
          <a:p>
            <a:pPr lvl="1" algn="just" eaLnBrk="1" hangingPunct="1"/>
            <a:r>
              <a:rPr lang="zh-CN" altLang="en-US" sz="2400" b="1">
                <a:solidFill>
                  <a:srgbClr val="333300"/>
                </a:solidFill>
              </a:rPr>
              <a:t>    随后又发现了静电感应现象</a:t>
            </a:r>
          </a:p>
          <a:p>
            <a:pPr lvl="1" algn="just" eaLnBrk="1" hangingPunct="1"/>
            <a:r>
              <a:rPr lang="en-US" altLang="zh-CN" sz="2400" b="1">
                <a:solidFill>
                  <a:srgbClr val="333300"/>
                </a:solidFill>
              </a:rPr>
              <a:t>-1733</a:t>
            </a:r>
            <a:r>
              <a:rPr lang="zh-CN" altLang="en-US" sz="2400" b="1">
                <a:solidFill>
                  <a:srgbClr val="333300"/>
                </a:solidFill>
              </a:rPr>
              <a:t>年 </a:t>
            </a:r>
          </a:p>
          <a:p>
            <a:pPr lvl="1" algn="just" eaLnBrk="1" hangingPunct="1"/>
            <a:r>
              <a:rPr lang="zh-CN" altLang="en-US" sz="2400" b="1">
                <a:solidFill>
                  <a:srgbClr val="333300"/>
                </a:solidFill>
              </a:rPr>
              <a:t>    杜菲经过实验区分出松脂电（负电）和玻璃电（正电），</a:t>
            </a:r>
          </a:p>
          <a:p>
            <a:pPr lvl="1" algn="just" eaLnBrk="1" hangingPunct="1"/>
            <a:r>
              <a:rPr lang="zh-CN" altLang="en-US" sz="2400" b="1">
                <a:solidFill>
                  <a:srgbClr val="333300"/>
                </a:solidFill>
              </a:rPr>
              <a:t>    并总结出静电的基本特性：同性相斥、异性相吸</a:t>
            </a:r>
          </a:p>
          <a:p>
            <a:pPr lvl="1" algn="just" eaLnBrk="1" hangingPunct="1"/>
            <a:r>
              <a:rPr lang="en-US" altLang="zh-CN" sz="2400" b="1">
                <a:solidFill>
                  <a:srgbClr val="333300"/>
                </a:solidFill>
              </a:rPr>
              <a:t>1745-1746</a:t>
            </a:r>
            <a:r>
              <a:rPr lang="zh-CN" altLang="en-US" sz="2400" b="1">
                <a:solidFill>
                  <a:srgbClr val="333300"/>
                </a:solidFill>
              </a:rPr>
              <a:t>年 </a:t>
            </a:r>
          </a:p>
          <a:p>
            <a:pPr lvl="1" algn="just" eaLnBrk="1" hangingPunct="1"/>
            <a:r>
              <a:rPr lang="zh-CN" altLang="en-US" sz="2400" b="1">
                <a:solidFill>
                  <a:srgbClr val="333300"/>
                </a:solidFill>
              </a:rPr>
              <a:t>    克莱斯特和马森布诺特分别独立地发明了莱顿瓶</a:t>
            </a:r>
            <a:endParaRPr lang="zh-CN" altLang="en-US" sz="2400"/>
          </a:p>
        </p:txBody>
      </p:sp>
      <p:pic>
        <p:nvPicPr>
          <p:cNvPr id="120858" name="Picture 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7188" y="149225"/>
            <a:ext cx="3455987" cy="335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fld id="{B58AC878-8C27-4018-8291-912A1A823CD1}" type="slidenum">
              <a:rPr lang="zh-CN" altLang="en-US" smtClean="0"/>
              <a:pPr/>
              <a:t>34</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20853"/>
                                        </p:tgtEl>
                                        <p:attrNameLst>
                                          <p:attrName>style.visibility</p:attrName>
                                        </p:attrNameLst>
                                      </p:cBhvr>
                                      <p:to>
                                        <p:strVal val="visible"/>
                                      </p:to>
                                    </p:set>
                                    <p:anim calcmode="lin" valueType="num">
                                      <p:cBhvr>
                                        <p:cTn id="7" dur="500" fill="hold"/>
                                        <p:tgtEl>
                                          <p:spTgt spid="120853"/>
                                        </p:tgtEl>
                                        <p:attrNameLst>
                                          <p:attrName>ppt_w</p:attrName>
                                        </p:attrNameLst>
                                      </p:cBhvr>
                                      <p:tavLst>
                                        <p:tav tm="0">
                                          <p:val>
                                            <p:strVal val="#ppt_w*0.70"/>
                                          </p:val>
                                        </p:tav>
                                        <p:tav tm="100000">
                                          <p:val>
                                            <p:strVal val="#ppt_w"/>
                                          </p:val>
                                        </p:tav>
                                      </p:tavLst>
                                    </p:anim>
                                    <p:anim calcmode="lin" valueType="num">
                                      <p:cBhvr>
                                        <p:cTn id="8" dur="500" fill="hold"/>
                                        <p:tgtEl>
                                          <p:spTgt spid="120853"/>
                                        </p:tgtEl>
                                        <p:attrNameLst>
                                          <p:attrName>ppt_h</p:attrName>
                                        </p:attrNameLst>
                                      </p:cBhvr>
                                      <p:tavLst>
                                        <p:tav tm="0">
                                          <p:val>
                                            <p:strVal val="#ppt_h"/>
                                          </p:val>
                                        </p:tav>
                                        <p:tav tm="100000">
                                          <p:val>
                                            <p:strVal val="#ppt_h"/>
                                          </p:val>
                                        </p:tav>
                                      </p:tavLst>
                                    </p:anim>
                                    <p:animEffect transition="in" filter="fade">
                                      <p:cBhvr>
                                        <p:cTn id="9" dur="500"/>
                                        <p:tgtEl>
                                          <p:spTgt spid="12085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120857"/>
                                        </p:tgtEl>
                                        <p:attrNameLst>
                                          <p:attrName>style.visibility</p:attrName>
                                        </p:attrNameLst>
                                      </p:cBhvr>
                                      <p:to>
                                        <p:strVal val="visible"/>
                                      </p:to>
                                    </p:set>
                                    <p:animEffect transition="in" filter="dissolve">
                                      <p:cBhvr>
                                        <p:cTn id="14" dur="500"/>
                                        <p:tgtEl>
                                          <p:spTgt spid="12085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nodeType="clickEffect">
                                  <p:stCondLst>
                                    <p:cond delay="0"/>
                                  </p:stCondLst>
                                  <p:childTnLst>
                                    <p:set>
                                      <p:cBhvr>
                                        <p:cTn id="18" dur="1" fill="hold">
                                          <p:stCondLst>
                                            <p:cond delay="0"/>
                                          </p:stCondLst>
                                        </p:cTn>
                                        <p:tgtEl>
                                          <p:spTgt spid="120858"/>
                                        </p:tgtEl>
                                        <p:attrNameLst>
                                          <p:attrName>style.visibility</p:attrName>
                                        </p:attrNameLst>
                                      </p:cBhvr>
                                      <p:to>
                                        <p:strVal val="visible"/>
                                      </p:to>
                                    </p:set>
                                    <p:animEffect transition="in" filter="dissolve">
                                      <p:cBhvr>
                                        <p:cTn id="19" dur="500"/>
                                        <p:tgtEl>
                                          <p:spTgt spid="120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57"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22531"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22532"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45414"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22534" name="Group 7"/>
          <p:cNvGrpSpPr>
            <a:grpSpLocks/>
          </p:cNvGrpSpPr>
          <p:nvPr/>
        </p:nvGrpSpPr>
        <p:grpSpPr bwMode="auto">
          <a:xfrm>
            <a:off x="684213" y="5300663"/>
            <a:ext cx="6777037" cy="1368425"/>
            <a:chOff x="431" y="3339"/>
            <a:chExt cx="4269" cy="862"/>
          </a:xfrm>
        </p:grpSpPr>
        <p:sp>
          <p:nvSpPr>
            <p:cNvPr id="145416" name="WordArt 8"/>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22552" name="Text Box 9"/>
            <p:cNvSpPr txBox="1">
              <a:spLocks noChangeArrowheads="1"/>
            </p:cNvSpPr>
            <p:nvPr/>
          </p:nvSpPr>
          <p:spPr bwMode="auto">
            <a:xfrm>
              <a:off x="1519" y="3753"/>
              <a:ext cx="3181"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a:t>
              </a:r>
            </a:p>
          </p:txBody>
        </p:sp>
        <p:sp>
          <p:nvSpPr>
            <p:cNvPr id="22553" name="Line 10"/>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4" name="Line 11"/>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2535" name="Group 12"/>
          <p:cNvGrpSpPr>
            <a:grpSpLocks/>
          </p:cNvGrpSpPr>
          <p:nvPr/>
        </p:nvGrpSpPr>
        <p:grpSpPr bwMode="auto">
          <a:xfrm>
            <a:off x="1042988" y="5013325"/>
            <a:ext cx="4183062" cy="782638"/>
            <a:chOff x="657" y="3158"/>
            <a:chExt cx="2635" cy="493"/>
          </a:xfrm>
        </p:grpSpPr>
        <p:sp>
          <p:nvSpPr>
            <p:cNvPr id="145421" name="WordArt 13"/>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22549" name="Text Box 14"/>
            <p:cNvSpPr txBox="1">
              <a:spLocks noChangeArrowheads="1"/>
            </p:cNvSpPr>
            <p:nvPr/>
          </p:nvSpPr>
          <p:spPr bwMode="auto">
            <a:xfrm>
              <a:off x="1882" y="3203"/>
              <a:ext cx="1410"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a:t>
              </a:r>
            </a:p>
          </p:txBody>
        </p:sp>
        <p:sp>
          <p:nvSpPr>
            <p:cNvPr id="22550" name="Line 15"/>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2536" name="Group 16"/>
          <p:cNvGrpSpPr>
            <a:grpSpLocks/>
          </p:cNvGrpSpPr>
          <p:nvPr/>
        </p:nvGrpSpPr>
        <p:grpSpPr bwMode="auto">
          <a:xfrm>
            <a:off x="1619250" y="4724400"/>
            <a:ext cx="6553200" cy="711200"/>
            <a:chOff x="1020" y="2976"/>
            <a:chExt cx="4128" cy="448"/>
          </a:xfrm>
        </p:grpSpPr>
        <p:sp>
          <p:nvSpPr>
            <p:cNvPr id="145425" name="WordArt 17"/>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22546" name="Text Box 18"/>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22547" name="Line 19"/>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2537" name="Group 20"/>
          <p:cNvGrpSpPr>
            <a:grpSpLocks/>
          </p:cNvGrpSpPr>
          <p:nvPr/>
        </p:nvGrpSpPr>
        <p:grpSpPr bwMode="auto">
          <a:xfrm>
            <a:off x="76200" y="3933825"/>
            <a:ext cx="1471613" cy="1295400"/>
            <a:chOff x="48" y="2478"/>
            <a:chExt cx="927" cy="816"/>
          </a:xfrm>
        </p:grpSpPr>
        <p:sp>
          <p:nvSpPr>
            <p:cNvPr id="22543" name="Text Box 21"/>
            <p:cNvSpPr txBox="1">
              <a:spLocks noChangeArrowheads="1"/>
            </p:cNvSpPr>
            <p:nvPr/>
          </p:nvSpPr>
          <p:spPr bwMode="auto">
            <a:xfrm>
              <a:off x="48" y="2478"/>
              <a:ext cx="927"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a:t>
              </a:r>
            </a:p>
            <a:p>
              <a:pPr algn="just" eaLnBrk="1" hangingPunct="1"/>
              <a:r>
                <a:rPr lang="zh-CN" altLang="en-US" sz="2000" b="1">
                  <a:solidFill>
                    <a:srgbClr val="006600"/>
                  </a:solidFill>
                </a:rPr>
                <a:t>    微积分</a:t>
              </a:r>
            </a:p>
          </p:txBody>
        </p:sp>
        <p:sp>
          <p:nvSpPr>
            <p:cNvPr id="22544" name="Line 22"/>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2538" name="Text Box 23"/>
          <p:cNvSpPr txBox="1">
            <a:spLocks noChangeArrowheads="1"/>
          </p:cNvSpPr>
          <p:nvPr/>
        </p:nvSpPr>
        <p:spPr bwMode="auto">
          <a:xfrm>
            <a:off x="468313" y="1196975"/>
            <a:ext cx="8424862" cy="3752850"/>
          </a:xfrm>
          <a:prstGeom prst="rect">
            <a:avLst/>
          </a:prstGeom>
          <a:solidFill>
            <a:schemeClr val="bg1"/>
          </a:solidFill>
          <a:ln w="9525" algn="ctr">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3600">
                <a:solidFill>
                  <a:schemeClr val="tx1"/>
                </a:solidFill>
                <a:latin typeface="Arial" pitchFamily="34" charset="0"/>
                <a:ea typeface="宋体" pitchFamily="2" charset="-122"/>
              </a:defRPr>
            </a:lvl1pPr>
            <a:lvl2pPr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lvl="1" algn="just" eaLnBrk="1" hangingPunct="1">
              <a:buFontTx/>
              <a:buChar char="-"/>
            </a:pPr>
            <a:r>
              <a:rPr lang="en-US" altLang="zh-CN" sz="2400" b="1">
                <a:solidFill>
                  <a:srgbClr val="333300"/>
                </a:solidFill>
              </a:rPr>
              <a:t> 1747</a:t>
            </a:r>
            <a:r>
              <a:rPr lang="zh-CN" altLang="en-US" sz="2400" b="1">
                <a:solidFill>
                  <a:srgbClr val="333300"/>
                </a:solidFill>
              </a:rPr>
              <a:t>年</a:t>
            </a:r>
          </a:p>
          <a:p>
            <a:pPr lvl="1" algn="just" eaLnBrk="1" hangingPunct="1"/>
            <a:r>
              <a:rPr lang="zh-CN" altLang="en-US" sz="2400" b="1">
                <a:solidFill>
                  <a:srgbClr val="333300"/>
                </a:solidFill>
              </a:rPr>
              <a:t>  富兰克林</a:t>
            </a:r>
            <a:r>
              <a:rPr lang="en-US" altLang="zh-CN" sz="2400" b="1">
                <a:solidFill>
                  <a:srgbClr val="333300"/>
                </a:solidFill>
              </a:rPr>
              <a:t>(</a:t>
            </a:r>
            <a:r>
              <a:rPr lang="zh-CN" altLang="en-US" sz="2400" b="1">
                <a:solidFill>
                  <a:srgbClr val="333300"/>
                </a:solidFill>
              </a:rPr>
              <a:t>发明避雷针</a:t>
            </a:r>
            <a:r>
              <a:rPr lang="en-US" altLang="zh-CN" sz="2400" b="1">
                <a:solidFill>
                  <a:srgbClr val="333300"/>
                </a:solidFill>
              </a:rPr>
              <a:t>)</a:t>
            </a:r>
            <a:r>
              <a:rPr lang="zh-CN" altLang="en-US" sz="2400" b="1">
                <a:solidFill>
                  <a:srgbClr val="333300"/>
                </a:solidFill>
              </a:rPr>
              <a:t>提出电荷守恒原理和电流体假说</a:t>
            </a:r>
          </a:p>
          <a:p>
            <a:pPr lvl="1" algn="just" eaLnBrk="1" hangingPunct="1"/>
            <a:r>
              <a:rPr lang="en-US" altLang="zh-CN" sz="2400" b="1">
                <a:solidFill>
                  <a:srgbClr val="333300"/>
                </a:solidFill>
              </a:rPr>
              <a:t>- 1754</a:t>
            </a:r>
            <a:r>
              <a:rPr lang="zh-CN" altLang="en-US" sz="2400" b="1">
                <a:solidFill>
                  <a:srgbClr val="333300"/>
                </a:solidFill>
              </a:rPr>
              <a:t>年</a:t>
            </a:r>
          </a:p>
          <a:p>
            <a:pPr lvl="1" algn="just" eaLnBrk="1" hangingPunct="1"/>
            <a:r>
              <a:rPr lang="zh-CN" altLang="en-US" sz="2400" b="1">
                <a:solidFill>
                  <a:srgbClr val="333300"/>
                </a:solidFill>
              </a:rPr>
              <a:t>   康顿用电流体假说解释了静电感应现象</a:t>
            </a:r>
          </a:p>
          <a:p>
            <a:pPr lvl="1" algn="just" eaLnBrk="1" hangingPunct="1"/>
            <a:r>
              <a:rPr lang="en-US" altLang="zh-CN" sz="2400" b="1">
                <a:solidFill>
                  <a:srgbClr val="333300"/>
                </a:solidFill>
              </a:rPr>
              <a:t>- 1750</a:t>
            </a:r>
            <a:r>
              <a:rPr lang="zh-CN" altLang="en-US" sz="2400" b="1">
                <a:solidFill>
                  <a:srgbClr val="333300"/>
                </a:solidFill>
              </a:rPr>
              <a:t>年</a:t>
            </a:r>
          </a:p>
          <a:p>
            <a:pPr lvl="1" algn="just" eaLnBrk="1" hangingPunct="1"/>
            <a:r>
              <a:rPr lang="zh-CN" altLang="en-US" sz="2400" b="1">
                <a:solidFill>
                  <a:srgbClr val="333300"/>
                </a:solidFill>
              </a:rPr>
              <a:t>  米切尔提出磁极之间的作用力服从平方反比律</a:t>
            </a:r>
          </a:p>
          <a:p>
            <a:pPr lvl="1" algn="just" eaLnBrk="1" hangingPunct="1"/>
            <a:r>
              <a:rPr lang="en-US" altLang="zh-CN" sz="2400" b="1">
                <a:solidFill>
                  <a:srgbClr val="333300"/>
                </a:solidFill>
              </a:rPr>
              <a:t>- 1785</a:t>
            </a:r>
            <a:r>
              <a:rPr lang="zh-CN" altLang="en-US" sz="2400" b="1">
                <a:solidFill>
                  <a:srgbClr val="333300"/>
                </a:solidFill>
              </a:rPr>
              <a:t>年</a:t>
            </a:r>
          </a:p>
          <a:p>
            <a:pPr lvl="1" algn="just" eaLnBrk="1" hangingPunct="1"/>
            <a:r>
              <a:rPr lang="zh-CN" altLang="en-US" sz="2400" b="1">
                <a:solidFill>
                  <a:srgbClr val="333300"/>
                </a:solidFill>
              </a:rPr>
              <a:t>  库仑公布了电力的平方反比定律</a:t>
            </a:r>
          </a:p>
          <a:p>
            <a:pPr lvl="1" algn="just" eaLnBrk="1" hangingPunct="1"/>
            <a:r>
              <a:rPr lang="zh-CN" altLang="en-US" sz="2400" b="1">
                <a:solidFill>
                  <a:srgbClr val="333300"/>
                </a:solidFill>
              </a:rPr>
              <a:t>                      </a:t>
            </a:r>
            <a:r>
              <a:rPr lang="en-US" altLang="zh-CN" sz="2400" b="1">
                <a:solidFill>
                  <a:srgbClr val="333300"/>
                </a:solidFill>
              </a:rPr>
              <a:t>——</a:t>
            </a:r>
            <a:r>
              <a:rPr lang="zh-CN" altLang="en-US" sz="2400" b="1">
                <a:solidFill>
                  <a:srgbClr val="333300"/>
                </a:solidFill>
              </a:rPr>
              <a:t>使电学的研究进入定量研究阶段</a:t>
            </a:r>
          </a:p>
          <a:p>
            <a:pPr lvl="1" algn="just" eaLnBrk="1" hangingPunct="1"/>
            <a:endParaRPr lang="en-US" altLang="zh-CN" sz="2400"/>
          </a:p>
        </p:txBody>
      </p:sp>
      <p:grpSp>
        <p:nvGrpSpPr>
          <p:cNvPr id="145435" name="Group 27"/>
          <p:cNvGrpSpPr>
            <a:grpSpLocks/>
          </p:cNvGrpSpPr>
          <p:nvPr/>
        </p:nvGrpSpPr>
        <p:grpSpPr bwMode="auto">
          <a:xfrm>
            <a:off x="5867400" y="836613"/>
            <a:ext cx="2490788" cy="3024187"/>
            <a:chOff x="3696" y="527"/>
            <a:chExt cx="1569" cy="1905"/>
          </a:xfrm>
        </p:grpSpPr>
        <p:pic>
          <p:nvPicPr>
            <p:cNvPr id="22541" name="Picture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6" y="527"/>
              <a:ext cx="1537" cy="1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2" name="Text Box 26"/>
            <p:cNvSpPr txBox="1">
              <a:spLocks noChangeArrowheads="1"/>
            </p:cNvSpPr>
            <p:nvPr/>
          </p:nvSpPr>
          <p:spPr bwMode="auto">
            <a:xfrm>
              <a:off x="3696" y="2160"/>
              <a:ext cx="156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r>
                <a:rPr lang="zh-CN" altLang="en-US" sz="2000" b="1">
                  <a:solidFill>
                    <a:srgbClr val="FFFF00"/>
                  </a:solidFill>
                </a:rPr>
                <a:t>库仑（</a:t>
              </a:r>
              <a:r>
                <a:rPr lang="en-US" altLang="zh-CN" sz="2000" b="1">
                  <a:solidFill>
                    <a:srgbClr val="FFFF00"/>
                  </a:solidFill>
                </a:rPr>
                <a:t>1736-1806</a:t>
              </a:r>
              <a:r>
                <a:rPr lang="zh-CN" altLang="en-US" sz="2000" b="1">
                  <a:solidFill>
                    <a:srgbClr val="FFFF00"/>
                  </a:solidFill>
                </a:rPr>
                <a:t>） </a:t>
              </a:r>
            </a:p>
          </p:txBody>
        </p:sp>
      </p:grpSp>
      <p:sp>
        <p:nvSpPr>
          <p:cNvPr id="22540" name="Rectangle 29"/>
          <p:cNvSpPr>
            <a:spLocks noChangeArrowheads="1"/>
          </p:cNvSpPr>
          <p:nvPr/>
        </p:nvSpPr>
        <p:spPr bwMode="auto">
          <a:xfrm>
            <a:off x="468313" y="-100013"/>
            <a:ext cx="8229600" cy="1139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5100">
                <a:solidFill>
                  <a:srgbClr val="663300"/>
                </a:solidFill>
                <a:ea typeface="隶书" pitchFamily="49" charset="-122"/>
              </a:rPr>
              <a:t>电磁学和分析数学的发展史</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35</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45435"/>
                                        </p:tgtEl>
                                        <p:attrNameLst>
                                          <p:attrName>style.visibility</p:attrName>
                                        </p:attrNameLst>
                                      </p:cBhvr>
                                      <p:to>
                                        <p:strVal val="visible"/>
                                      </p:to>
                                    </p:set>
                                    <p:animEffect transition="in" filter="dissolve">
                                      <p:cBhvr>
                                        <p:cTn id="7" dur="500"/>
                                        <p:tgtEl>
                                          <p:spTgt spid="145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23555"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23556"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23910"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23558" name="Group 7"/>
          <p:cNvGrpSpPr>
            <a:grpSpLocks/>
          </p:cNvGrpSpPr>
          <p:nvPr/>
        </p:nvGrpSpPr>
        <p:grpSpPr bwMode="auto">
          <a:xfrm>
            <a:off x="684213" y="5300663"/>
            <a:ext cx="6846887" cy="1368425"/>
            <a:chOff x="431" y="3339"/>
            <a:chExt cx="4313" cy="862"/>
          </a:xfrm>
        </p:grpSpPr>
        <p:sp>
          <p:nvSpPr>
            <p:cNvPr id="123912" name="WordArt 8"/>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23584" name="Text Box 9"/>
            <p:cNvSpPr txBox="1">
              <a:spLocks noChangeArrowheads="1"/>
            </p:cNvSpPr>
            <p:nvPr/>
          </p:nvSpPr>
          <p:spPr bwMode="auto">
            <a:xfrm>
              <a:off x="1519" y="3753"/>
              <a:ext cx="3225"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 </a:t>
              </a:r>
            </a:p>
          </p:txBody>
        </p:sp>
        <p:sp>
          <p:nvSpPr>
            <p:cNvPr id="23585" name="Line 10"/>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86" name="Line 11"/>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3559" name="Group 12"/>
          <p:cNvGrpSpPr>
            <a:grpSpLocks/>
          </p:cNvGrpSpPr>
          <p:nvPr/>
        </p:nvGrpSpPr>
        <p:grpSpPr bwMode="auto">
          <a:xfrm>
            <a:off x="1042988" y="5013325"/>
            <a:ext cx="4252912" cy="782638"/>
            <a:chOff x="657" y="3158"/>
            <a:chExt cx="2679" cy="493"/>
          </a:xfrm>
        </p:grpSpPr>
        <p:sp>
          <p:nvSpPr>
            <p:cNvPr id="123917" name="WordArt 13"/>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23581" name="Text Box 14"/>
            <p:cNvSpPr txBox="1">
              <a:spLocks noChangeArrowheads="1"/>
            </p:cNvSpPr>
            <p:nvPr/>
          </p:nvSpPr>
          <p:spPr bwMode="auto">
            <a:xfrm>
              <a:off x="1882" y="3203"/>
              <a:ext cx="1454"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 </a:t>
              </a:r>
            </a:p>
          </p:txBody>
        </p:sp>
        <p:sp>
          <p:nvSpPr>
            <p:cNvPr id="23582" name="Line 15"/>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3560" name="Group 17"/>
          <p:cNvGrpSpPr>
            <a:grpSpLocks/>
          </p:cNvGrpSpPr>
          <p:nvPr/>
        </p:nvGrpSpPr>
        <p:grpSpPr bwMode="auto">
          <a:xfrm>
            <a:off x="1619250" y="4724400"/>
            <a:ext cx="6553200" cy="711200"/>
            <a:chOff x="1020" y="2976"/>
            <a:chExt cx="4128" cy="448"/>
          </a:xfrm>
        </p:grpSpPr>
        <p:sp>
          <p:nvSpPr>
            <p:cNvPr id="123922" name="WordArt 18"/>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23578" name="Text Box 19"/>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23579" name="Line 20"/>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3934" name="Group 30"/>
          <p:cNvGrpSpPr>
            <a:grpSpLocks/>
          </p:cNvGrpSpPr>
          <p:nvPr/>
        </p:nvGrpSpPr>
        <p:grpSpPr bwMode="auto">
          <a:xfrm>
            <a:off x="755650" y="3227388"/>
            <a:ext cx="1355725" cy="1354137"/>
            <a:chOff x="476" y="2033"/>
            <a:chExt cx="854" cy="853"/>
          </a:xfrm>
        </p:grpSpPr>
        <p:sp>
          <p:nvSpPr>
            <p:cNvPr id="23575" name="Text Box 21"/>
            <p:cNvSpPr txBox="1">
              <a:spLocks noChangeArrowheads="1"/>
            </p:cNvSpPr>
            <p:nvPr/>
          </p:nvSpPr>
          <p:spPr bwMode="auto">
            <a:xfrm>
              <a:off x="476" y="2033"/>
              <a:ext cx="854"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  </a:t>
              </a:r>
            </a:p>
          </p:txBody>
        </p:sp>
        <p:sp>
          <p:nvSpPr>
            <p:cNvPr id="23576" name="Line 23"/>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3562" name="Group 27"/>
          <p:cNvGrpSpPr>
            <a:grpSpLocks/>
          </p:cNvGrpSpPr>
          <p:nvPr/>
        </p:nvGrpSpPr>
        <p:grpSpPr bwMode="auto">
          <a:xfrm>
            <a:off x="76200" y="3948113"/>
            <a:ext cx="1541463" cy="1281112"/>
            <a:chOff x="48" y="2487"/>
            <a:chExt cx="971" cy="807"/>
          </a:xfrm>
        </p:grpSpPr>
        <p:sp>
          <p:nvSpPr>
            <p:cNvPr id="23573" name="Text Box 28"/>
            <p:cNvSpPr txBox="1">
              <a:spLocks noChangeArrowheads="1"/>
            </p:cNvSpPr>
            <p:nvPr/>
          </p:nvSpPr>
          <p:spPr bwMode="auto">
            <a:xfrm>
              <a:off x="48" y="2487"/>
              <a:ext cx="971"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 </a:t>
              </a:r>
            </a:p>
            <a:p>
              <a:pPr algn="just" eaLnBrk="1" hangingPunct="1"/>
              <a:r>
                <a:rPr lang="zh-CN" altLang="en-US" sz="2000" b="1">
                  <a:solidFill>
                    <a:srgbClr val="006600"/>
                  </a:solidFill>
                </a:rPr>
                <a:t>    微积分</a:t>
              </a:r>
            </a:p>
          </p:txBody>
        </p:sp>
        <p:sp>
          <p:nvSpPr>
            <p:cNvPr id="23574" name="Line 29"/>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935" name="Text Box 31"/>
          <p:cNvSpPr txBox="1">
            <a:spLocks noChangeArrowheads="1"/>
          </p:cNvSpPr>
          <p:nvPr/>
        </p:nvSpPr>
        <p:spPr bwMode="auto">
          <a:xfrm>
            <a:off x="827088" y="908050"/>
            <a:ext cx="7786687" cy="3022600"/>
          </a:xfrm>
          <a:prstGeom prst="rect">
            <a:avLst/>
          </a:prstGeom>
          <a:solidFill>
            <a:schemeClr val="bg1"/>
          </a:solidFill>
          <a:ln w="9525" algn="ctr">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3600">
                <a:solidFill>
                  <a:schemeClr val="tx1"/>
                </a:solidFill>
                <a:latin typeface="Arial" pitchFamily="34" charset="0"/>
                <a:ea typeface="宋体" pitchFamily="2" charset="-122"/>
              </a:defRPr>
            </a:lvl1pPr>
            <a:lvl2pPr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lvl="1" algn="just" eaLnBrk="1" hangingPunct="1"/>
            <a:r>
              <a:rPr lang="en-US" altLang="zh-CN" sz="2400" b="1">
                <a:solidFill>
                  <a:srgbClr val="A50021"/>
                </a:solidFill>
              </a:rPr>
              <a:t>    </a:t>
            </a:r>
            <a:r>
              <a:rPr lang="zh-CN" altLang="en-US" sz="2400" b="1">
                <a:solidFill>
                  <a:srgbClr val="A50021"/>
                </a:solidFill>
              </a:rPr>
              <a:t>用于天文学和航海中周期函数的插值</a:t>
            </a:r>
          </a:p>
          <a:p>
            <a:pPr lvl="1" algn="just" eaLnBrk="1" hangingPunct="1"/>
            <a:r>
              <a:rPr lang="en-US" altLang="zh-CN" sz="2400" b="1">
                <a:solidFill>
                  <a:srgbClr val="333300"/>
                </a:solidFill>
              </a:rPr>
              <a:t>- 1760</a:t>
            </a:r>
            <a:r>
              <a:rPr lang="zh-CN" altLang="en-US" sz="2400" b="1">
                <a:solidFill>
                  <a:srgbClr val="333300"/>
                </a:solidFill>
              </a:rPr>
              <a:t>年前后</a:t>
            </a:r>
          </a:p>
          <a:p>
            <a:pPr lvl="1" algn="just" eaLnBrk="1" hangingPunct="1"/>
            <a:r>
              <a:rPr lang="zh-CN" altLang="en-US" sz="2400" b="1">
                <a:solidFill>
                  <a:srgbClr val="333300"/>
                </a:solidFill>
              </a:rPr>
              <a:t>    </a:t>
            </a:r>
            <a:r>
              <a:rPr lang="en-US" altLang="zh-CN" sz="2400" b="1">
                <a:solidFill>
                  <a:srgbClr val="333300"/>
                </a:solidFill>
              </a:rPr>
              <a:t>Euler, Clairaut, Lagrange, </a:t>
            </a:r>
            <a:r>
              <a:rPr lang="zh-CN" altLang="en-US" sz="2400" b="1">
                <a:solidFill>
                  <a:srgbClr val="333300"/>
                </a:solidFill>
              </a:rPr>
              <a:t>发现一些函数可以展开成三角级数</a:t>
            </a:r>
          </a:p>
          <a:p>
            <a:pPr lvl="1" algn="just" eaLnBrk="1" hangingPunct="1"/>
            <a:r>
              <a:rPr lang="en-US" altLang="zh-CN" sz="2400" b="1">
                <a:solidFill>
                  <a:srgbClr val="333300"/>
                </a:solidFill>
              </a:rPr>
              <a:t>- 1777</a:t>
            </a:r>
            <a:r>
              <a:rPr lang="zh-CN" altLang="en-US" sz="2400" b="1">
                <a:solidFill>
                  <a:srgbClr val="333300"/>
                </a:solidFill>
              </a:rPr>
              <a:t>年</a:t>
            </a:r>
          </a:p>
          <a:p>
            <a:pPr lvl="1" algn="just" eaLnBrk="1" hangingPunct="1"/>
            <a:r>
              <a:rPr lang="zh-CN" altLang="en-US" sz="2400" b="1">
                <a:solidFill>
                  <a:srgbClr val="333300"/>
                </a:solidFill>
              </a:rPr>
              <a:t>     </a:t>
            </a:r>
            <a:r>
              <a:rPr lang="en-US" altLang="zh-CN" sz="2400" b="1">
                <a:solidFill>
                  <a:srgbClr val="333300"/>
                </a:solidFill>
              </a:rPr>
              <a:t>Euler, </a:t>
            </a:r>
            <a:r>
              <a:rPr lang="zh-CN" altLang="en-US" sz="2400" b="1">
                <a:solidFill>
                  <a:srgbClr val="333300"/>
                </a:solidFill>
              </a:rPr>
              <a:t>三角函数的正交性</a:t>
            </a:r>
          </a:p>
          <a:p>
            <a:pPr lvl="1" algn="just" eaLnBrk="1" hangingPunct="1"/>
            <a:r>
              <a:rPr lang="zh-CN" altLang="en-US" sz="2400" b="1">
                <a:solidFill>
                  <a:srgbClr val="333300"/>
                </a:solidFill>
              </a:rPr>
              <a:t>但是没有人知道什么样的函数可以展开成三角级数</a:t>
            </a:r>
          </a:p>
          <a:p>
            <a:pPr lvl="1" algn="just" eaLnBrk="1" hangingPunct="1"/>
            <a:endParaRPr lang="en-US" altLang="zh-CN" sz="2400" b="1">
              <a:solidFill>
                <a:srgbClr val="333300"/>
              </a:solidFill>
            </a:endParaRPr>
          </a:p>
        </p:txBody>
      </p:sp>
      <p:sp>
        <p:nvSpPr>
          <p:cNvPr id="23564" name="Rectangle 33"/>
          <p:cNvSpPr>
            <a:spLocks noChangeArrowheads="1"/>
          </p:cNvSpPr>
          <p:nvPr/>
        </p:nvSpPr>
        <p:spPr bwMode="auto">
          <a:xfrm>
            <a:off x="468313" y="-100013"/>
            <a:ext cx="8229600" cy="1139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5100">
                <a:solidFill>
                  <a:srgbClr val="663300"/>
                </a:solidFill>
                <a:ea typeface="隶书" pitchFamily="49" charset="-122"/>
              </a:rPr>
              <a:t>电磁学和分析数学的发展史</a:t>
            </a:r>
          </a:p>
        </p:txBody>
      </p:sp>
      <p:grpSp>
        <p:nvGrpSpPr>
          <p:cNvPr id="123938" name="Group 34"/>
          <p:cNvGrpSpPr>
            <a:grpSpLocks/>
          </p:cNvGrpSpPr>
          <p:nvPr/>
        </p:nvGrpSpPr>
        <p:grpSpPr bwMode="auto">
          <a:xfrm>
            <a:off x="755650" y="3616325"/>
            <a:ext cx="7991475" cy="3241675"/>
            <a:chOff x="295" y="436"/>
            <a:chExt cx="5034" cy="2042"/>
          </a:xfrm>
        </p:grpSpPr>
        <p:sp>
          <p:nvSpPr>
            <p:cNvPr id="23566" name="Rectangle 35"/>
            <p:cNvSpPr>
              <a:spLocks noChangeArrowheads="1"/>
            </p:cNvSpPr>
            <p:nvPr/>
          </p:nvSpPr>
          <p:spPr bwMode="auto">
            <a:xfrm>
              <a:off x="295" y="436"/>
              <a:ext cx="5034" cy="2042"/>
            </a:xfrm>
            <a:prstGeom prst="rect">
              <a:avLst/>
            </a:prstGeom>
            <a:solidFill>
              <a:srgbClr val="CCFFC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grpSp>
          <p:nvGrpSpPr>
            <p:cNvPr id="23567" name="Group 36"/>
            <p:cNvGrpSpPr>
              <a:grpSpLocks/>
            </p:cNvGrpSpPr>
            <p:nvPr/>
          </p:nvGrpSpPr>
          <p:grpSpPr bwMode="auto">
            <a:xfrm>
              <a:off x="521" y="572"/>
              <a:ext cx="3962" cy="1751"/>
              <a:chOff x="521" y="572"/>
              <a:chExt cx="3962" cy="1751"/>
            </a:xfrm>
          </p:grpSpPr>
          <p:pic>
            <p:nvPicPr>
              <p:cNvPr id="23568" name="Picture 37" descr="三角级数"/>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383" y="935"/>
                <a:ext cx="2767" cy="511"/>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23569" name="Picture 38" descr="三角级数"/>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2835" y="1888"/>
                <a:ext cx="907" cy="43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3570" name="Rectangle 39"/>
              <p:cNvSpPr>
                <a:spLocks noChangeArrowheads="1"/>
              </p:cNvSpPr>
              <p:nvPr/>
            </p:nvSpPr>
            <p:spPr bwMode="auto">
              <a:xfrm>
                <a:off x="521" y="572"/>
                <a:ext cx="2092" cy="250"/>
              </a:xfrm>
              <a:prstGeom prst="rect">
                <a:avLst/>
              </a:prstGeom>
              <a:solidFill>
                <a:srgbClr val="CCFFC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lang="zh-CN" altLang="en-US" sz="2000" b="1">
                    <a:cs typeface="Arial" pitchFamily="34" charset="0"/>
                  </a:rPr>
                  <a:t>一种特殊的正交函数级数： </a:t>
                </a:r>
                <a:endParaRPr lang="zh-CN" altLang="en-US" sz="2000" b="1"/>
              </a:p>
            </p:txBody>
          </p:sp>
          <p:sp>
            <p:nvSpPr>
              <p:cNvPr id="23571" name="Rectangle 40"/>
              <p:cNvSpPr>
                <a:spLocks noChangeArrowheads="1"/>
              </p:cNvSpPr>
              <p:nvPr/>
            </p:nvSpPr>
            <p:spPr bwMode="auto">
              <a:xfrm>
                <a:off x="748" y="1570"/>
                <a:ext cx="3735" cy="250"/>
              </a:xfrm>
              <a:prstGeom prst="rect">
                <a:avLst/>
              </a:prstGeom>
              <a:solidFill>
                <a:srgbClr val="CCFFC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lang="en-US" altLang="zh-CN" sz="2000" b="1">
                    <a:latin typeface="Times New Roman" pitchFamily="18" charset="0"/>
                    <a:cs typeface="Arial" pitchFamily="34" charset="0"/>
                  </a:rPr>
                  <a:t> </a:t>
                </a:r>
                <a:r>
                  <a:rPr lang="zh-CN" altLang="en-US" sz="2000" b="1">
                    <a:latin typeface="Times New Roman" pitchFamily="18" charset="0"/>
                    <a:cs typeface="Arial" pitchFamily="34" charset="0"/>
                  </a:rPr>
                  <a:t>式中</a:t>
                </a:r>
                <a:r>
                  <a:rPr lang="en-US" altLang="zh-CN" sz="2000" b="1" i="1">
                    <a:latin typeface="Times New Roman" pitchFamily="18" charset="0"/>
                    <a:cs typeface="Arial" pitchFamily="34" charset="0"/>
                  </a:rPr>
                  <a:t>α</a:t>
                </a:r>
                <a:r>
                  <a:rPr lang="en-US" altLang="zh-CN" sz="2000" b="1" baseline="-30000">
                    <a:latin typeface="Times New Roman" pitchFamily="18" charset="0"/>
                    <a:cs typeface="Arial" pitchFamily="34" charset="0"/>
                  </a:rPr>
                  <a:t>n</a:t>
                </a:r>
                <a:r>
                  <a:rPr lang="en-US" altLang="zh-CN" sz="2000" b="1">
                    <a:latin typeface="Times New Roman" pitchFamily="18" charset="0"/>
                    <a:cs typeface="Arial" pitchFamily="34" charset="0"/>
                  </a:rPr>
                  <a:t>(</a:t>
                </a:r>
                <a:r>
                  <a:rPr lang="en-US" altLang="zh-CN" sz="2000" b="1" i="1">
                    <a:latin typeface="Times New Roman" pitchFamily="18" charset="0"/>
                    <a:cs typeface="Arial" pitchFamily="34" charset="0"/>
                  </a:rPr>
                  <a:t>n</a:t>
                </a:r>
                <a:r>
                  <a:rPr lang="en-US" altLang="zh-CN" sz="2000" b="1">
                    <a:latin typeface="Times New Roman" pitchFamily="18" charset="0"/>
                    <a:cs typeface="Arial" pitchFamily="34" charset="0"/>
                  </a:rPr>
                  <a:t>=0,1,2,…)</a:t>
                </a:r>
                <a:r>
                  <a:rPr lang="zh-CN" altLang="en-US" sz="2000" b="1">
                    <a:latin typeface="Times New Roman" pitchFamily="18" charset="0"/>
                    <a:cs typeface="Arial" pitchFamily="34" charset="0"/>
                  </a:rPr>
                  <a:t>和</a:t>
                </a:r>
                <a:r>
                  <a:rPr lang="en-US" altLang="zh-CN" sz="2000" b="1" i="1">
                    <a:latin typeface="Times New Roman" pitchFamily="18" charset="0"/>
                    <a:cs typeface="Arial" pitchFamily="34" charset="0"/>
                  </a:rPr>
                  <a:t>b</a:t>
                </a:r>
                <a:r>
                  <a:rPr lang="en-US" altLang="zh-CN" sz="2000" b="1" baseline="-30000">
                    <a:latin typeface="Times New Roman" pitchFamily="18" charset="0"/>
                    <a:cs typeface="Arial" pitchFamily="34" charset="0"/>
                  </a:rPr>
                  <a:t>n</a:t>
                </a:r>
                <a:r>
                  <a:rPr lang="en-US" altLang="zh-CN" sz="2000" b="1">
                    <a:latin typeface="Times New Roman" pitchFamily="18" charset="0"/>
                    <a:cs typeface="Arial" pitchFamily="34" charset="0"/>
                  </a:rPr>
                  <a:t>(</a:t>
                </a:r>
                <a:r>
                  <a:rPr lang="en-US" altLang="zh-CN" sz="2000" b="1" i="1">
                    <a:latin typeface="Times New Roman" pitchFamily="18" charset="0"/>
                    <a:cs typeface="Arial" pitchFamily="34" charset="0"/>
                  </a:rPr>
                  <a:t>n</a:t>
                </a:r>
                <a:r>
                  <a:rPr lang="en-US" altLang="zh-CN" sz="2000" b="1">
                    <a:latin typeface="Times New Roman" pitchFamily="18" charset="0"/>
                    <a:cs typeface="Arial" pitchFamily="34" charset="0"/>
                  </a:rPr>
                  <a:t>=1,2,…)</a:t>
                </a:r>
                <a:r>
                  <a:rPr lang="zh-CN" altLang="en-US" sz="2000" b="1">
                    <a:latin typeface="Times New Roman" pitchFamily="18" charset="0"/>
                    <a:cs typeface="Arial" pitchFamily="34" charset="0"/>
                  </a:rPr>
                  <a:t>是与</a:t>
                </a:r>
                <a:r>
                  <a:rPr lang="en-US" altLang="zh-CN" sz="2000" b="1" i="1">
                    <a:latin typeface="Times New Roman" pitchFamily="18" charset="0"/>
                    <a:cs typeface="Arial" pitchFamily="34" charset="0"/>
                  </a:rPr>
                  <a:t>x</a:t>
                </a:r>
                <a:r>
                  <a:rPr lang="zh-CN" altLang="en-US" sz="2000" b="1">
                    <a:latin typeface="Times New Roman" pitchFamily="18" charset="0"/>
                    <a:cs typeface="Arial" pitchFamily="34" charset="0"/>
                  </a:rPr>
                  <a:t>无关的实数 </a:t>
                </a:r>
                <a:endParaRPr lang="zh-CN" altLang="en-US" sz="2000" b="1">
                  <a:latin typeface="Times New Roman" pitchFamily="18" charset="0"/>
                </a:endParaRPr>
              </a:p>
            </p:txBody>
          </p:sp>
          <p:sp>
            <p:nvSpPr>
              <p:cNvPr id="23572" name="Rectangle 41"/>
              <p:cNvSpPr>
                <a:spLocks noChangeArrowheads="1"/>
              </p:cNvSpPr>
              <p:nvPr/>
            </p:nvSpPr>
            <p:spPr bwMode="auto">
              <a:xfrm>
                <a:off x="567" y="1888"/>
                <a:ext cx="2253" cy="250"/>
              </a:xfrm>
              <a:prstGeom prst="rect">
                <a:avLst/>
              </a:prstGeom>
              <a:solidFill>
                <a:srgbClr val="CCFFC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r>
                  <a:rPr lang="zh-CN" altLang="en-US" sz="2000" b="1"/>
                  <a:t>还可以写成复数形式的级数：</a:t>
                </a:r>
                <a:r>
                  <a:rPr lang="zh-CN" altLang="en-US" sz="2000"/>
                  <a:t> </a:t>
                </a:r>
              </a:p>
            </p:txBody>
          </p:sp>
        </p:grpSp>
      </p:grpSp>
      <p:sp>
        <p:nvSpPr>
          <p:cNvPr id="2" name="灯片编号占位符 1"/>
          <p:cNvSpPr>
            <a:spLocks noGrp="1"/>
          </p:cNvSpPr>
          <p:nvPr>
            <p:ph type="sldNum" sz="quarter" idx="10"/>
          </p:nvPr>
        </p:nvSpPr>
        <p:spPr/>
        <p:txBody>
          <a:bodyPr/>
          <a:lstStyle/>
          <a:p>
            <a:fld id="{B58AC878-8C27-4018-8291-912A1A823CD1}" type="slidenum">
              <a:rPr lang="zh-CN" altLang="en-US" smtClean="0"/>
              <a:pPr/>
              <a:t>36</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23934"/>
                                        </p:tgtEl>
                                        <p:attrNameLst>
                                          <p:attrName>style.visibility</p:attrName>
                                        </p:attrNameLst>
                                      </p:cBhvr>
                                      <p:to>
                                        <p:strVal val="visible"/>
                                      </p:to>
                                    </p:set>
                                    <p:anim calcmode="lin" valueType="num">
                                      <p:cBhvr>
                                        <p:cTn id="7" dur="500" fill="hold"/>
                                        <p:tgtEl>
                                          <p:spTgt spid="123934"/>
                                        </p:tgtEl>
                                        <p:attrNameLst>
                                          <p:attrName>ppt_w</p:attrName>
                                        </p:attrNameLst>
                                      </p:cBhvr>
                                      <p:tavLst>
                                        <p:tav tm="0">
                                          <p:val>
                                            <p:strVal val="#ppt_w*0.70"/>
                                          </p:val>
                                        </p:tav>
                                        <p:tav tm="100000">
                                          <p:val>
                                            <p:strVal val="#ppt_w"/>
                                          </p:val>
                                        </p:tav>
                                      </p:tavLst>
                                    </p:anim>
                                    <p:anim calcmode="lin" valueType="num">
                                      <p:cBhvr>
                                        <p:cTn id="8" dur="500" fill="hold"/>
                                        <p:tgtEl>
                                          <p:spTgt spid="123934"/>
                                        </p:tgtEl>
                                        <p:attrNameLst>
                                          <p:attrName>ppt_h</p:attrName>
                                        </p:attrNameLst>
                                      </p:cBhvr>
                                      <p:tavLst>
                                        <p:tav tm="0">
                                          <p:val>
                                            <p:strVal val="#ppt_h"/>
                                          </p:val>
                                        </p:tav>
                                        <p:tav tm="100000">
                                          <p:val>
                                            <p:strVal val="#ppt_h"/>
                                          </p:val>
                                        </p:tav>
                                      </p:tavLst>
                                    </p:anim>
                                    <p:animEffect transition="in" filter="fade">
                                      <p:cBhvr>
                                        <p:cTn id="9" dur="500"/>
                                        <p:tgtEl>
                                          <p:spTgt spid="12393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123935"/>
                                        </p:tgtEl>
                                        <p:attrNameLst>
                                          <p:attrName>style.visibility</p:attrName>
                                        </p:attrNameLst>
                                      </p:cBhvr>
                                      <p:to>
                                        <p:strVal val="visible"/>
                                      </p:to>
                                    </p:set>
                                    <p:animEffect transition="in" filter="dissolve">
                                      <p:cBhvr>
                                        <p:cTn id="14" dur="500"/>
                                        <p:tgtEl>
                                          <p:spTgt spid="12393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5" presetClass="entr" presetSubtype="0" fill="hold" nodeType="clickEffect">
                                  <p:stCondLst>
                                    <p:cond delay="0"/>
                                  </p:stCondLst>
                                  <p:childTnLst>
                                    <p:set>
                                      <p:cBhvr>
                                        <p:cTn id="18" dur="1" fill="hold">
                                          <p:stCondLst>
                                            <p:cond delay="0"/>
                                          </p:stCondLst>
                                        </p:cTn>
                                        <p:tgtEl>
                                          <p:spTgt spid="123938"/>
                                        </p:tgtEl>
                                        <p:attrNameLst>
                                          <p:attrName>style.visibility</p:attrName>
                                        </p:attrNameLst>
                                      </p:cBhvr>
                                      <p:to>
                                        <p:strVal val="visible"/>
                                      </p:to>
                                    </p:set>
                                    <p:anim calcmode="lin" valueType="num">
                                      <p:cBhvr>
                                        <p:cTn id="19" dur="500" fill="hold"/>
                                        <p:tgtEl>
                                          <p:spTgt spid="123938"/>
                                        </p:tgtEl>
                                        <p:attrNameLst>
                                          <p:attrName>ppt_w</p:attrName>
                                        </p:attrNameLst>
                                      </p:cBhvr>
                                      <p:tavLst>
                                        <p:tav tm="0">
                                          <p:val>
                                            <p:strVal val="#ppt_w*0.70"/>
                                          </p:val>
                                        </p:tav>
                                        <p:tav tm="100000">
                                          <p:val>
                                            <p:strVal val="#ppt_w"/>
                                          </p:val>
                                        </p:tav>
                                      </p:tavLst>
                                    </p:anim>
                                    <p:anim calcmode="lin" valueType="num">
                                      <p:cBhvr>
                                        <p:cTn id="20" dur="500" fill="hold"/>
                                        <p:tgtEl>
                                          <p:spTgt spid="123938"/>
                                        </p:tgtEl>
                                        <p:attrNameLst>
                                          <p:attrName>ppt_h</p:attrName>
                                        </p:attrNameLst>
                                      </p:cBhvr>
                                      <p:tavLst>
                                        <p:tav tm="0">
                                          <p:val>
                                            <p:strVal val="#ppt_h"/>
                                          </p:val>
                                        </p:tav>
                                        <p:tav tm="100000">
                                          <p:val>
                                            <p:strVal val="#ppt_h"/>
                                          </p:val>
                                        </p:tav>
                                      </p:tavLst>
                                    </p:anim>
                                    <p:animEffect transition="in" filter="fade">
                                      <p:cBhvr>
                                        <p:cTn id="21" dur="500"/>
                                        <p:tgtEl>
                                          <p:spTgt spid="1239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35"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24579"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24580"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30054"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24582" name="Group 7"/>
          <p:cNvGrpSpPr>
            <a:grpSpLocks/>
          </p:cNvGrpSpPr>
          <p:nvPr/>
        </p:nvGrpSpPr>
        <p:grpSpPr bwMode="auto">
          <a:xfrm>
            <a:off x="684213" y="5300663"/>
            <a:ext cx="6846887" cy="1368425"/>
            <a:chOff x="431" y="3339"/>
            <a:chExt cx="4313" cy="862"/>
          </a:xfrm>
        </p:grpSpPr>
        <p:sp>
          <p:nvSpPr>
            <p:cNvPr id="130056" name="WordArt 8"/>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24603" name="Text Box 9"/>
            <p:cNvSpPr txBox="1">
              <a:spLocks noChangeArrowheads="1"/>
            </p:cNvSpPr>
            <p:nvPr/>
          </p:nvSpPr>
          <p:spPr bwMode="auto">
            <a:xfrm>
              <a:off x="1519" y="3753"/>
              <a:ext cx="3225"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 </a:t>
              </a:r>
            </a:p>
          </p:txBody>
        </p:sp>
        <p:sp>
          <p:nvSpPr>
            <p:cNvPr id="24604" name="Line 10"/>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05" name="Line 11"/>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4583" name="Group 12"/>
          <p:cNvGrpSpPr>
            <a:grpSpLocks/>
          </p:cNvGrpSpPr>
          <p:nvPr/>
        </p:nvGrpSpPr>
        <p:grpSpPr bwMode="auto">
          <a:xfrm>
            <a:off x="1042988" y="5013325"/>
            <a:ext cx="4252912" cy="782638"/>
            <a:chOff x="657" y="3158"/>
            <a:chExt cx="2679" cy="493"/>
          </a:xfrm>
        </p:grpSpPr>
        <p:sp>
          <p:nvSpPr>
            <p:cNvPr id="130061" name="WordArt 13"/>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24600" name="Text Box 14"/>
            <p:cNvSpPr txBox="1">
              <a:spLocks noChangeArrowheads="1"/>
            </p:cNvSpPr>
            <p:nvPr/>
          </p:nvSpPr>
          <p:spPr bwMode="auto">
            <a:xfrm>
              <a:off x="1882" y="3203"/>
              <a:ext cx="1454"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 </a:t>
              </a:r>
            </a:p>
          </p:txBody>
        </p:sp>
        <p:sp>
          <p:nvSpPr>
            <p:cNvPr id="24601" name="Line 15"/>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4584" name="Group 16"/>
          <p:cNvGrpSpPr>
            <a:grpSpLocks/>
          </p:cNvGrpSpPr>
          <p:nvPr/>
        </p:nvGrpSpPr>
        <p:grpSpPr bwMode="auto">
          <a:xfrm>
            <a:off x="1619250" y="4724400"/>
            <a:ext cx="6553200" cy="711200"/>
            <a:chOff x="1020" y="2976"/>
            <a:chExt cx="4128" cy="448"/>
          </a:xfrm>
        </p:grpSpPr>
        <p:sp>
          <p:nvSpPr>
            <p:cNvPr id="130065" name="WordArt 17"/>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24597" name="Text Box 18"/>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24598" name="Line 19"/>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4585" name="Group 20"/>
          <p:cNvGrpSpPr>
            <a:grpSpLocks/>
          </p:cNvGrpSpPr>
          <p:nvPr/>
        </p:nvGrpSpPr>
        <p:grpSpPr bwMode="auto">
          <a:xfrm>
            <a:off x="755650" y="3227388"/>
            <a:ext cx="1285875" cy="1354137"/>
            <a:chOff x="476" y="2033"/>
            <a:chExt cx="810" cy="853"/>
          </a:xfrm>
        </p:grpSpPr>
        <p:sp>
          <p:nvSpPr>
            <p:cNvPr id="24594" name="Text Box 21"/>
            <p:cNvSpPr txBox="1">
              <a:spLocks noChangeArrowheads="1"/>
            </p:cNvSpPr>
            <p:nvPr/>
          </p:nvSpPr>
          <p:spPr bwMode="auto">
            <a:xfrm>
              <a:off x="476" y="2033"/>
              <a:ext cx="81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 </a:t>
              </a:r>
            </a:p>
          </p:txBody>
        </p:sp>
        <p:sp>
          <p:nvSpPr>
            <p:cNvPr id="24595" name="Line 22"/>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4586" name="Group 23"/>
          <p:cNvGrpSpPr>
            <a:grpSpLocks/>
          </p:cNvGrpSpPr>
          <p:nvPr/>
        </p:nvGrpSpPr>
        <p:grpSpPr bwMode="auto">
          <a:xfrm>
            <a:off x="76200" y="3948113"/>
            <a:ext cx="1541463" cy="1281112"/>
            <a:chOff x="48" y="2487"/>
            <a:chExt cx="971" cy="807"/>
          </a:xfrm>
        </p:grpSpPr>
        <p:sp>
          <p:nvSpPr>
            <p:cNvPr id="24592" name="Text Box 24"/>
            <p:cNvSpPr txBox="1">
              <a:spLocks noChangeArrowheads="1"/>
            </p:cNvSpPr>
            <p:nvPr/>
          </p:nvSpPr>
          <p:spPr bwMode="auto">
            <a:xfrm>
              <a:off x="48" y="2487"/>
              <a:ext cx="971"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 </a:t>
              </a:r>
            </a:p>
            <a:p>
              <a:pPr algn="just" eaLnBrk="1" hangingPunct="1"/>
              <a:r>
                <a:rPr lang="zh-CN" altLang="en-US" sz="2000" b="1">
                  <a:solidFill>
                    <a:srgbClr val="006600"/>
                  </a:solidFill>
                </a:rPr>
                <a:t>    微积分</a:t>
              </a:r>
            </a:p>
          </p:txBody>
        </p:sp>
        <p:sp>
          <p:nvSpPr>
            <p:cNvPr id="24593" name="Line 25"/>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0085" name="Group 37"/>
          <p:cNvGrpSpPr>
            <a:grpSpLocks/>
          </p:cNvGrpSpPr>
          <p:nvPr/>
        </p:nvGrpSpPr>
        <p:grpSpPr bwMode="auto">
          <a:xfrm>
            <a:off x="1692275" y="2219325"/>
            <a:ext cx="2378075" cy="1354138"/>
            <a:chOff x="476" y="2033"/>
            <a:chExt cx="1498" cy="853"/>
          </a:xfrm>
        </p:grpSpPr>
        <p:sp>
          <p:nvSpPr>
            <p:cNvPr id="24590" name="Text Box 38"/>
            <p:cNvSpPr txBox="1">
              <a:spLocks noChangeArrowheads="1"/>
            </p:cNvSpPr>
            <p:nvPr/>
          </p:nvSpPr>
          <p:spPr bwMode="auto">
            <a:xfrm>
              <a:off x="476" y="2033"/>
              <a:ext cx="1498"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分析数学的发展期  </a:t>
              </a:r>
            </a:p>
          </p:txBody>
        </p:sp>
        <p:sp>
          <p:nvSpPr>
            <p:cNvPr id="24591" name="Line 39"/>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0094" name="Rectangle 46"/>
          <p:cNvSpPr>
            <a:spLocks noGrp="1" noChangeArrowheads="1"/>
          </p:cNvSpPr>
          <p:nvPr>
            <p:ph type="body" idx="1"/>
          </p:nvPr>
        </p:nvSpPr>
        <p:spPr>
          <a:xfrm>
            <a:off x="539750" y="1125538"/>
            <a:ext cx="8229600" cy="4032250"/>
          </a:xfrm>
          <a:solidFill>
            <a:schemeClr val="bg1"/>
          </a:solidFill>
          <a:ln>
            <a:solidFill>
              <a:srgbClr val="FF00FF"/>
            </a:solidFill>
            <a:miter lim="800000"/>
            <a:headEnd/>
            <a:tailEnd/>
          </a:ln>
        </p:spPr>
        <p:txBody>
          <a:bodyPr/>
          <a:lstStyle/>
          <a:p>
            <a:pPr eaLnBrk="1" hangingPunct="1">
              <a:spcBef>
                <a:spcPct val="30000"/>
              </a:spcBef>
            </a:pPr>
            <a:r>
              <a:rPr lang="en-US" altLang="zh-CN" sz="2400" dirty="0"/>
              <a:t>Fourier1807-1822</a:t>
            </a:r>
            <a:r>
              <a:rPr lang="zh-CN" altLang="en-US" sz="2400" dirty="0"/>
              <a:t>年发表</a:t>
            </a:r>
            <a:r>
              <a:rPr lang="en-US" altLang="zh-CN" sz="2400" dirty="0"/>
              <a:t>《</a:t>
            </a:r>
            <a:r>
              <a:rPr lang="zh-CN" altLang="en-US" sz="2400" dirty="0"/>
              <a:t>热的解析理论</a:t>
            </a:r>
            <a:r>
              <a:rPr lang="en-US" altLang="zh-CN" sz="2400" dirty="0"/>
              <a:t>》</a:t>
            </a:r>
            <a:r>
              <a:rPr lang="zh-CN" altLang="en-US" sz="2400" dirty="0"/>
              <a:t>一文，从偏微分方程出发导出傅立叶级数</a:t>
            </a:r>
          </a:p>
          <a:p>
            <a:pPr eaLnBrk="1" hangingPunct="1">
              <a:spcBef>
                <a:spcPct val="30000"/>
              </a:spcBef>
            </a:pPr>
            <a:r>
              <a:rPr lang="en-US" altLang="zh-CN" sz="2400" dirty="0"/>
              <a:t>1829</a:t>
            </a:r>
            <a:r>
              <a:rPr lang="zh-CN" altLang="en-US" sz="2400" dirty="0"/>
              <a:t>年</a:t>
            </a:r>
            <a:r>
              <a:rPr lang="en-US" altLang="zh-CN" sz="2400" dirty="0" err="1"/>
              <a:t>Dirichlet</a:t>
            </a:r>
            <a:r>
              <a:rPr lang="zh-CN" altLang="en-US" sz="2400" dirty="0"/>
              <a:t>部分解决傅立叶级数收敛性问题，提出</a:t>
            </a:r>
            <a:r>
              <a:rPr lang="en-US" altLang="zh-CN" sz="2400" dirty="0" err="1"/>
              <a:t>Dirichlet</a:t>
            </a:r>
            <a:r>
              <a:rPr lang="zh-CN" altLang="en-US" sz="2400" dirty="0"/>
              <a:t>条件（充分而非必要）</a:t>
            </a:r>
          </a:p>
          <a:p>
            <a:pPr eaLnBrk="1" hangingPunct="1">
              <a:spcBef>
                <a:spcPct val="30000"/>
              </a:spcBef>
            </a:pPr>
            <a:r>
              <a:rPr lang="en-US" altLang="zh-CN" sz="2400" dirty="0"/>
              <a:t>1870</a:t>
            </a:r>
            <a:r>
              <a:rPr lang="zh-CN" altLang="en-US" sz="2400" dirty="0"/>
              <a:t>年</a:t>
            </a:r>
            <a:r>
              <a:rPr lang="en-US" altLang="zh-CN" sz="2400" dirty="0"/>
              <a:t>Heine</a:t>
            </a:r>
            <a:r>
              <a:rPr lang="zh-CN" altLang="en-US" sz="2400" dirty="0"/>
              <a:t>证明只要</a:t>
            </a:r>
            <a:r>
              <a:rPr lang="en-US" altLang="zh-CN" sz="2400" dirty="0" err="1"/>
              <a:t>Dirichlet</a:t>
            </a:r>
            <a:r>
              <a:rPr lang="zh-CN" altLang="en-US" sz="2400" dirty="0"/>
              <a:t>条件满足，傅立叶级数展开式唯一</a:t>
            </a:r>
          </a:p>
          <a:p>
            <a:pPr eaLnBrk="1" hangingPunct="1">
              <a:spcBef>
                <a:spcPct val="30000"/>
              </a:spcBef>
            </a:pPr>
            <a:r>
              <a:rPr lang="en-US" altLang="zh-CN" sz="2400" dirty="0"/>
              <a:t>1888</a:t>
            </a:r>
            <a:r>
              <a:rPr lang="zh-CN" altLang="en-US" sz="2400" dirty="0"/>
              <a:t>年</a:t>
            </a:r>
            <a:r>
              <a:rPr lang="en-US" altLang="zh-CN" sz="2400" dirty="0"/>
              <a:t>Du Bois-</a:t>
            </a:r>
            <a:r>
              <a:rPr lang="en-US" altLang="zh-CN" sz="2400" dirty="0" err="1"/>
              <a:t>Reymond</a:t>
            </a:r>
            <a:r>
              <a:rPr lang="en-US" altLang="zh-CN" sz="2400" dirty="0"/>
              <a:t> </a:t>
            </a:r>
            <a:r>
              <a:rPr lang="zh-CN" altLang="en-US" sz="2400" dirty="0"/>
              <a:t>提出积分方程概念</a:t>
            </a:r>
          </a:p>
          <a:p>
            <a:pPr eaLnBrk="1" hangingPunct="1">
              <a:spcBef>
                <a:spcPct val="30000"/>
              </a:spcBef>
            </a:pPr>
            <a:r>
              <a:rPr lang="en-US" altLang="zh-CN" sz="2400" dirty="0"/>
              <a:t>1896-7</a:t>
            </a:r>
            <a:r>
              <a:rPr lang="zh-CN" altLang="en-US" sz="2400" dirty="0"/>
              <a:t>年</a:t>
            </a:r>
            <a:r>
              <a:rPr lang="en-US" altLang="zh-CN" sz="2400" dirty="0" err="1"/>
              <a:t>Volterra</a:t>
            </a:r>
            <a:r>
              <a:rPr lang="zh-CN" altLang="en-US" sz="2400" dirty="0"/>
              <a:t>通过把积分方程转化为线性方程组求得两类积分方程的通解</a:t>
            </a:r>
          </a:p>
        </p:txBody>
      </p:sp>
      <p:sp>
        <p:nvSpPr>
          <p:cNvPr id="24589" name="Rectangle 48"/>
          <p:cNvSpPr>
            <a:spLocks noChangeArrowheads="1"/>
          </p:cNvSpPr>
          <p:nvPr/>
        </p:nvSpPr>
        <p:spPr bwMode="auto">
          <a:xfrm>
            <a:off x="468313" y="-100013"/>
            <a:ext cx="8229600" cy="1139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5100">
                <a:solidFill>
                  <a:srgbClr val="663300"/>
                </a:solidFill>
                <a:ea typeface="隶书" pitchFamily="49" charset="-122"/>
              </a:rPr>
              <a:t>电磁学和分析数学的发展史</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37</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30085"/>
                                        </p:tgtEl>
                                        <p:attrNameLst>
                                          <p:attrName>style.visibility</p:attrName>
                                        </p:attrNameLst>
                                      </p:cBhvr>
                                      <p:to>
                                        <p:strVal val="visible"/>
                                      </p:to>
                                    </p:set>
                                    <p:anim calcmode="lin" valueType="num">
                                      <p:cBhvr>
                                        <p:cTn id="7" dur="500" fill="hold"/>
                                        <p:tgtEl>
                                          <p:spTgt spid="130085"/>
                                        </p:tgtEl>
                                        <p:attrNameLst>
                                          <p:attrName>ppt_w</p:attrName>
                                        </p:attrNameLst>
                                      </p:cBhvr>
                                      <p:tavLst>
                                        <p:tav tm="0">
                                          <p:val>
                                            <p:strVal val="#ppt_w*0.70"/>
                                          </p:val>
                                        </p:tav>
                                        <p:tav tm="100000">
                                          <p:val>
                                            <p:strVal val="#ppt_w"/>
                                          </p:val>
                                        </p:tav>
                                      </p:tavLst>
                                    </p:anim>
                                    <p:anim calcmode="lin" valueType="num">
                                      <p:cBhvr>
                                        <p:cTn id="8" dur="500" fill="hold"/>
                                        <p:tgtEl>
                                          <p:spTgt spid="130085"/>
                                        </p:tgtEl>
                                        <p:attrNameLst>
                                          <p:attrName>ppt_h</p:attrName>
                                        </p:attrNameLst>
                                      </p:cBhvr>
                                      <p:tavLst>
                                        <p:tav tm="0">
                                          <p:val>
                                            <p:strVal val="#ppt_h"/>
                                          </p:val>
                                        </p:tav>
                                        <p:tav tm="100000">
                                          <p:val>
                                            <p:strVal val="#ppt_h"/>
                                          </p:val>
                                        </p:tav>
                                      </p:tavLst>
                                    </p:anim>
                                    <p:animEffect transition="in" filter="fade">
                                      <p:cBhvr>
                                        <p:cTn id="9" dur="500"/>
                                        <p:tgtEl>
                                          <p:spTgt spid="13008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130094">
                                            <p:bg/>
                                          </p:spTgt>
                                        </p:tgtEl>
                                        <p:attrNameLst>
                                          <p:attrName>style.visibility</p:attrName>
                                        </p:attrNameLst>
                                      </p:cBhvr>
                                      <p:to>
                                        <p:strVal val="visible"/>
                                      </p:to>
                                    </p:set>
                                    <p:animEffect transition="in" filter="dissolve">
                                      <p:cBhvr>
                                        <p:cTn id="14" dur="500"/>
                                        <p:tgtEl>
                                          <p:spTgt spid="130094">
                                            <p:bg/>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30094">
                                            <p:txEl>
                                              <p:pRg st="0" end="0"/>
                                            </p:txEl>
                                          </p:spTgt>
                                        </p:tgtEl>
                                        <p:attrNameLst>
                                          <p:attrName>style.visibility</p:attrName>
                                        </p:attrNameLst>
                                      </p:cBhvr>
                                      <p:to>
                                        <p:strVal val="visible"/>
                                      </p:to>
                                    </p:set>
                                    <p:animEffect transition="in" filter="dissolve">
                                      <p:cBhvr>
                                        <p:cTn id="19" dur="500"/>
                                        <p:tgtEl>
                                          <p:spTgt spid="130094">
                                            <p:txEl>
                                              <p:pRg st="0" end="0"/>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30094">
                                            <p:txEl>
                                              <p:pRg st="1" end="1"/>
                                            </p:txEl>
                                          </p:spTgt>
                                        </p:tgtEl>
                                        <p:attrNameLst>
                                          <p:attrName>style.visibility</p:attrName>
                                        </p:attrNameLst>
                                      </p:cBhvr>
                                      <p:to>
                                        <p:strVal val="visible"/>
                                      </p:to>
                                    </p:set>
                                    <p:animEffect transition="in" filter="dissolve">
                                      <p:cBhvr>
                                        <p:cTn id="24" dur="500"/>
                                        <p:tgtEl>
                                          <p:spTgt spid="130094">
                                            <p:txEl>
                                              <p:pRg st="1" end="1"/>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30094">
                                            <p:txEl>
                                              <p:pRg st="2" end="2"/>
                                            </p:txEl>
                                          </p:spTgt>
                                        </p:tgtEl>
                                        <p:attrNameLst>
                                          <p:attrName>style.visibility</p:attrName>
                                        </p:attrNameLst>
                                      </p:cBhvr>
                                      <p:to>
                                        <p:strVal val="visible"/>
                                      </p:to>
                                    </p:set>
                                    <p:animEffect transition="in" filter="dissolve">
                                      <p:cBhvr>
                                        <p:cTn id="29" dur="500"/>
                                        <p:tgtEl>
                                          <p:spTgt spid="130094">
                                            <p:txEl>
                                              <p:pRg st="2" end="2"/>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30094">
                                            <p:txEl>
                                              <p:pRg st="3" end="3"/>
                                            </p:txEl>
                                          </p:spTgt>
                                        </p:tgtEl>
                                        <p:attrNameLst>
                                          <p:attrName>style.visibility</p:attrName>
                                        </p:attrNameLst>
                                      </p:cBhvr>
                                      <p:to>
                                        <p:strVal val="visible"/>
                                      </p:to>
                                    </p:set>
                                    <p:animEffect transition="in" filter="dissolve">
                                      <p:cBhvr>
                                        <p:cTn id="34" dur="500"/>
                                        <p:tgtEl>
                                          <p:spTgt spid="130094">
                                            <p:txEl>
                                              <p:pRg st="3" end="3"/>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30094">
                                            <p:txEl>
                                              <p:pRg st="4" end="4"/>
                                            </p:txEl>
                                          </p:spTgt>
                                        </p:tgtEl>
                                        <p:attrNameLst>
                                          <p:attrName>style.visibility</p:attrName>
                                        </p:attrNameLst>
                                      </p:cBhvr>
                                      <p:to>
                                        <p:strVal val="visible"/>
                                      </p:to>
                                    </p:set>
                                    <p:animEffect transition="in" filter="dissolve">
                                      <p:cBhvr>
                                        <p:cTn id="39" dur="500"/>
                                        <p:tgtEl>
                                          <p:spTgt spid="13009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94" grpId="0" build="p"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25603"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25604"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24934"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25606" name="Group 7"/>
          <p:cNvGrpSpPr>
            <a:grpSpLocks/>
          </p:cNvGrpSpPr>
          <p:nvPr/>
        </p:nvGrpSpPr>
        <p:grpSpPr bwMode="auto">
          <a:xfrm>
            <a:off x="684213" y="5300663"/>
            <a:ext cx="6846887" cy="1368425"/>
            <a:chOff x="431" y="3339"/>
            <a:chExt cx="4313" cy="862"/>
          </a:xfrm>
        </p:grpSpPr>
        <p:sp>
          <p:nvSpPr>
            <p:cNvPr id="124936" name="WordArt 8"/>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25637" name="Text Box 9"/>
            <p:cNvSpPr txBox="1">
              <a:spLocks noChangeArrowheads="1"/>
            </p:cNvSpPr>
            <p:nvPr/>
          </p:nvSpPr>
          <p:spPr bwMode="auto">
            <a:xfrm>
              <a:off x="1519" y="3753"/>
              <a:ext cx="3225"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 </a:t>
              </a:r>
            </a:p>
          </p:txBody>
        </p:sp>
        <p:sp>
          <p:nvSpPr>
            <p:cNvPr id="25638" name="Line 10"/>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39" name="Line 11"/>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5607" name="Group 12"/>
          <p:cNvGrpSpPr>
            <a:grpSpLocks/>
          </p:cNvGrpSpPr>
          <p:nvPr/>
        </p:nvGrpSpPr>
        <p:grpSpPr bwMode="auto">
          <a:xfrm>
            <a:off x="1042988" y="5013325"/>
            <a:ext cx="4322762" cy="782638"/>
            <a:chOff x="657" y="3158"/>
            <a:chExt cx="2723" cy="493"/>
          </a:xfrm>
        </p:grpSpPr>
        <p:sp>
          <p:nvSpPr>
            <p:cNvPr id="124941" name="WordArt 13"/>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25634" name="Text Box 14"/>
            <p:cNvSpPr txBox="1">
              <a:spLocks noChangeArrowheads="1"/>
            </p:cNvSpPr>
            <p:nvPr/>
          </p:nvSpPr>
          <p:spPr bwMode="auto">
            <a:xfrm>
              <a:off x="1882" y="3203"/>
              <a:ext cx="1498"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  </a:t>
              </a:r>
            </a:p>
          </p:txBody>
        </p:sp>
        <p:sp>
          <p:nvSpPr>
            <p:cNvPr id="25635" name="Line 15"/>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5608" name="Group 16"/>
          <p:cNvGrpSpPr>
            <a:grpSpLocks/>
          </p:cNvGrpSpPr>
          <p:nvPr/>
        </p:nvGrpSpPr>
        <p:grpSpPr bwMode="auto">
          <a:xfrm>
            <a:off x="1619250" y="4724400"/>
            <a:ext cx="6553200" cy="711200"/>
            <a:chOff x="1020" y="2976"/>
            <a:chExt cx="4128" cy="448"/>
          </a:xfrm>
        </p:grpSpPr>
        <p:sp>
          <p:nvSpPr>
            <p:cNvPr id="124945" name="WordArt 17"/>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25631" name="Text Box 18"/>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25632" name="Line 19"/>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5609" name="Group 20"/>
          <p:cNvGrpSpPr>
            <a:grpSpLocks/>
          </p:cNvGrpSpPr>
          <p:nvPr/>
        </p:nvGrpSpPr>
        <p:grpSpPr bwMode="auto">
          <a:xfrm>
            <a:off x="755650" y="3227388"/>
            <a:ext cx="1355725" cy="1354137"/>
            <a:chOff x="476" y="2033"/>
            <a:chExt cx="854" cy="853"/>
          </a:xfrm>
        </p:grpSpPr>
        <p:sp>
          <p:nvSpPr>
            <p:cNvPr id="25628" name="Text Box 21"/>
            <p:cNvSpPr txBox="1">
              <a:spLocks noChangeArrowheads="1"/>
            </p:cNvSpPr>
            <p:nvPr/>
          </p:nvSpPr>
          <p:spPr bwMode="auto">
            <a:xfrm>
              <a:off x="476" y="2033"/>
              <a:ext cx="854"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  </a:t>
              </a:r>
            </a:p>
          </p:txBody>
        </p:sp>
        <p:sp>
          <p:nvSpPr>
            <p:cNvPr id="25629" name="Line 22"/>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5610" name="Group 23"/>
          <p:cNvGrpSpPr>
            <a:grpSpLocks/>
          </p:cNvGrpSpPr>
          <p:nvPr/>
        </p:nvGrpSpPr>
        <p:grpSpPr bwMode="auto">
          <a:xfrm>
            <a:off x="76200" y="3948113"/>
            <a:ext cx="1611313" cy="1281112"/>
            <a:chOff x="48" y="2487"/>
            <a:chExt cx="1015" cy="807"/>
          </a:xfrm>
        </p:grpSpPr>
        <p:sp>
          <p:nvSpPr>
            <p:cNvPr id="25626" name="Text Box 24"/>
            <p:cNvSpPr txBox="1">
              <a:spLocks noChangeArrowheads="1"/>
            </p:cNvSpPr>
            <p:nvPr/>
          </p:nvSpPr>
          <p:spPr bwMode="auto">
            <a:xfrm>
              <a:off x="48" y="2487"/>
              <a:ext cx="1015"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  </a:t>
              </a:r>
            </a:p>
            <a:p>
              <a:pPr algn="just" eaLnBrk="1" hangingPunct="1"/>
              <a:r>
                <a:rPr lang="zh-CN" altLang="en-US" sz="2000" b="1">
                  <a:solidFill>
                    <a:srgbClr val="006600"/>
                  </a:solidFill>
                </a:rPr>
                <a:t>    微积分</a:t>
              </a:r>
            </a:p>
          </p:txBody>
        </p:sp>
        <p:sp>
          <p:nvSpPr>
            <p:cNvPr id="25627" name="Line 25"/>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4958" name="Group 30"/>
          <p:cNvGrpSpPr>
            <a:grpSpLocks/>
          </p:cNvGrpSpPr>
          <p:nvPr/>
        </p:nvGrpSpPr>
        <p:grpSpPr bwMode="auto">
          <a:xfrm>
            <a:off x="2051050" y="4221163"/>
            <a:ext cx="3744913" cy="406400"/>
            <a:chOff x="1292" y="2659"/>
            <a:chExt cx="2359" cy="256"/>
          </a:xfrm>
        </p:grpSpPr>
        <p:sp>
          <p:nvSpPr>
            <p:cNvPr id="124955" name="WordArt 27"/>
            <p:cNvSpPr>
              <a:spLocks noChangeArrowheads="1" noChangeShapeType="1" noTextEdit="1"/>
            </p:cNvSpPr>
            <p:nvPr/>
          </p:nvSpPr>
          <p:spPr bwMode="auto">
            <a:xfrm>
              <a:off x="1292" y="2704"/>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25624" name="Text Box 28"/>
            <p:cNvSpPr txBox="1">
              <a:spLocks noChangeArrowheads="1"/>
            </p:cNvSpPr>
            <p:nvPr/>
          </p:nvSpPr>
          <p:spPr bwMode="auto">
            <a:xfrm>
              <a:off x="2562" y="2659"/>
              <a:ext cx="1089"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伏达发明电堆</a:t>
              </a:r>
            </a:p>
          </p:txBody>
        </p:sp>
        <p:sp>
          <p:nvSpPr>
            <p:cNvPr id="25625" name="Line 29"/>
            <p:cNvSpPr>
              <a:spLocks noChangeShapeType="1"/>
            </p:cNvSpPr>
            <p:nvPr/>
          </p:nvSpPr>
          <p:spPr bwMode="auto">
            <a:xfrm>
              <a:off x="1927" y="279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124960" name="Picture 32" descr="（图）最早的电池">
            <a:hlinkClick r:id="rId2" tooltip="点击查看原图"/>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8125" y="836613"/>
            <a:ext cx="2159000" cy="374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61" name="Rectangle 33"/>
          <p:cNvSpPr>
            <a:spLocks noGrp="1" noChangeArrowheads="1"/>
          </p:cNvSpPr>
          <p:nvPr>
            <p:ph type="body" idx="1"/>
          </p:nvPr>
        </p:nvSpPr>
        <p:spPr>
          <a:xfrm>
            <a:off x="250825" y="4581525"/>
            <a:ext cx="8497888" cy="1655763"/>
          </a:xfrm>
          <a:solidFill>
            <a:schemeClr val="bg1"/>
          </a:solidFill>
          <a:ln>
            <a:solidFill>
              <a:srgbClr val="FF00FF"/>
            </a:solidFill>
            <a:miter lim="800000"/>
            <a:headEnd/>
            <a:tailEnd/>
          </a:ln>
        </p:spPr>
        <p:txBody>
          <a:bodyPr/>
          <a:lstStyle/>
          <a:p>
            <a:pPr eaLnBrk="1" hangingPunct="1"/>
            <a:r>
              <a:rPr lang="en-US" altLang="zh-CN">
                <a:solidFill>
                  <a:srgbClr val="A50021"/>
                </a:solidFill>
              </a:rPr>
              <a:t>19</a:t>
            </a:r>
            <a:r>
              <a:rPr lang="zh-CN" altLang="en-US">
                <a:solidFill>
                  <a:srgbClr val="A50021"/>
                </a:solidFill>
              </a:rPr>
              <a:t>世纪上半叶，电现象和磁现象得到统一</a:t>
            </a:r>
          </a:p>
          <a:p>
            <a:pPr lvl="1" eaLnBrk="1" hangingPunct="1">
              <a:buFontTx/>
              <a:buNone/>
            </a:pPr>
            <a:r>
              <a:rPr lang="zh-CN" altLang="en-US">
                <a:solidFill>
                  <a:srgbClr val="A50021"/>
                </a:solidFill>
              </a:rPr>
              <a:t>   伏达发明的电堆使得稳恒电流的产生成为可能，电学由静电走向动电</a:t>
            </a:r>
          </a:p>
        </p:txBody>
      </p:sp>
      <p:sp>
        <p:nvSpPr>
          <p:cNvPr id="124962" name="Text Box 34"/>
          <p:cNvSpPr txBox="1">
            <a:spLocks noChangeArrowheads="1"/>
          </p:cNvSpPr>
          <p:nvPr/>
        </p:nvSpPr>
        <p:spPr bwMode="auto">
          <a:xfrm>
            <a:off x="596900" y="6400800"/>
            <a:ext cx="8078788"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lang="zh-CN" altLang="en-US" sz="2400" b="1">
                <a:solidFill>
                  <a:srgbClr val="000066"/>
                </a:solidFill>
              </a:rPr>
              <a:t>受伽伐尼</a:t>
            </a:r>
            <a:r>
              <a:rPr lang="en-US" altLang="zh-CN" sz="2400" b="1">
                <a:solidFill>
                  <a:srgbClr val="000066"/>
                </a:solidFill>
              </a:rPr>
              <a:t>1791</a:t>
            </a:r>
            <a:r>
              <a:rPr lang="zh-CN" altLang="en-US" sz="2400" b="1">
                <a:solidFill>
                  <a:srgbClr val="000066"/>
                </a:solidFill>
              </a:rPr>
              <a:t>年发现不同金属接触青蛙腿引起抽动的启发  </a:t>
            </a:r>
          </a:p>
        </p:txBody>
      </p:sp>
      <p:sp>
        <p:nvSpPr>
          <p:cNvPr id="25615" name="Rectangle 36"/>
          <p:cNvSpPr>
            <a:spLocks noChangeArrowheads="1"/>
          </p:cNvSpPr>
          <p:nvPr/>
        </p:nvSpPr>
        <p:spPr bwMode="auto">
          <a:xfrm>
            <a:off x="468313" y="-100013"/>
            <a:ext cx="8229600" cy="1139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5100">
                <a:solidFill>
                  <a:srgbClr val="663300"/>
                </a:solidFill>
                <a:ea typeface="隶书" pitchFamily="49" charset="-122"/>
              </a:rPr>
              <a:t>电磁学和分析数学的发展史</a:t>
            </a:r>
          </a:p>
        </p:txBody>
      </p:sp>
      <p:grpSp>
        <p:nvGrpSpPr>
          <p:cNvPr id="124967" name="Group 39"/>
          <p:cNvGrpSpPr>
            <a:grpSpLocks/>
          </p:cNvGrpSpPr>
          <p:nvPr/>
        </p:nvGrpSpPr>
        <p:grpSpPr bwMode="auto">
          <a:xfrm>
            <a:off x="4140200" y="1049338"/>
            <a:ext cx="2389188" cy="2884487"/>
            <a:chOff x="2608" y="527"/>
            <a:chExt cx="1505" cy="1817"/>
          </a:xfrm>
        </p:grpSpPr>
        <p:pic>
          <p:nvPicPr>
            <p:cNvPr id="25620" name="Picture 31" descr="fd428c45bfa7842c879473e7">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9" y="527"/>
              <a:ext cx="1260" cy="1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21" name="Text Box 37"/>
            <p:cNvSpPr txBox="1">
              <a:spLocks noChangeArrowheads="1"/>
            </p:cNvSpPr>
            <p:nvPr/>
          </p:nvSpPr>
          <p:spPr bwMode="auto">
            <a:xfrm>
              <a:off x="2822" y="2152"/>
              <a:ext cx="11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zh-CN" sz="1400"/>
            </a:p>
          </p:txBody>
        </p:sp>
        <p:sp>
          <p:nvSpPr>
            <p:cNvPr id="25622" name="Text Box 38"/>
            <p:cNvSpPr txBox="1">
              <a:spLocks noChangeArrowheads="1"/>
            </p:cNvSpPr>
            <p:nvPr/>
          </p:nvSpPr>
          <p:spPr bwMode="auto">
            <a:xfrm>
              <a:off x="2608" y="2069"/>
              <a:ext cx="150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r>
                <a:rPr lang="zh-CN" altLang="en-US" sz="2000" b="1">
                  <a:solidFill>
                    <a:srgbClr val="FFFF00"/>
                  </a:solidFill>
                </a:rPr>
                <a:t>伏达（</a:t>
              </a:r>
              <a:r>
                <a:rPr lang="en-US" altLang="zh-CN" sz="2000" b="1">
                  <a:solidFill>
                    <a:srgbClr val="FFFF00"/>
                  </a:solidFill>
                </a:rPr>
                <a:t>1745-1827)  </a:t>
              </a:r>
            </a:p>
          </p:txBody>
        </p:sp>
      </p:grpSp>
      <p:grpSp>
        <p:nvGrpSpPr>
          <p:cNvPr id="25617" name="Group 40"/>
          <p:cNvGrpSpPr>
            <a:grpSpLocks/>
          </p:cNvGrpSpPr>
          <p:nvPr/>
        </p:nvGrpSpPr>
        <p:grpSpPr bwMode="auto">
          <a:xfrm>
            <a:off x="1692275" y="2219325"/>
            <a:ext cx="2378075" cy="1354138"/>
            <a:chOff x="476" y="2033"/>
            <a:chExt cx="1498" cy="853"/>
          </a:xfrm>
        </p:grpSpPr>
        <p:sp>
          <p:nvSpPr>
            <p:cNvPr id="25618" name="Text Box 41"/>
            <p:cNvSpPr txBox="1">
              <a:spLocks noChangeArrowheads="1"/>
            </p:cNvSpPr>
            <p:nvPr/>
          </p:nvSpPr>
          <p:spPr bwMode="auto">
            <a:xfrm>
              <a:off x="476" y="2033"/>
              <a:ext cx="1498"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分析数学的发展期  </a:t>
              </a:r>
            </a:p>
          </p:txBody>
        </p:sp>
        <p:sp>
          <p:nvSpPr>
            <p:cNvPr id="25619" name="Line 42"/>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灯片编号占位符 1"/>
          <p:cNvSpPr>
            <a:spLocks noGrp="1"/>
          </p:cNvSpPr>
          <p:nvPr>
            <p:ph type="sldNum" sz="quarter" idx="10"/>
          </p:nvPr>
        </p:nvSpPr>
        <p:spPr/>
        <p:txBody>
          <a:bodyPr/>
          <a:lstStyle/>
          <a:p>
            <a:fld id="{B58AC878-8C27-4018-8291-912A1A823CD1}" type="slidenum">
              <a:rPr lang="zh-CN" altLang="en-US" smtClean="0"/>
              <a:pPr/>
              <a:t>38</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24958"/>
                                        </p:tgtEl>
                                        <p:attrNameLst>
                                          <p:attrName>style.visibility</p:attrName>
                                        </p:attrNameLst>
                                      </p:cBhvr>
                                      <p:to>
                                        <p:strVal val="visible"/>
                                      </p:to>
                                    </p:set>
                                    <p:anim calcmode="lin" valueType="num">
                                      <p:cBhvr>
                                        <p:cTn id="7" dur="500" fill="hold"/>
                                        <p:tgtEl>
                                          <p:spTgt spid="124958"/>
                                        </p:tgtEl>
                                        <p:attrNameLst>
                                          <p:attrName>ppt_w</p:attrName>
                                        </p:attrNameLst>
                                      </p:cBhvr>
                                      <p:tavLst>
                                        <p:tav tm="0">
                                          <p:val>
                                            <p:strVal val="#ppt_w*0.70"/>
                                          </p:val>
                                        </p:tav>
                                        <p:tav tm="100000">
                                          <p:val>
                                            <p:strVal val="#ppt_w"/>
                                          </p:val>
                                        </p:tav>
                                      </p:tavLst>
                                    </p:anim>
                                    <p:anim calcmode="lin" valueType="num">
                                      <p:cBhvr>
                                        <p:cTn id="8" dur="500" fill="hold"/>
                                        <p:tgtEl>
                                          <p:spTgt spid="124958"/>
                                        </p:tgtEl>
                                        <p:attrNameLst>
                                          <p:attrName>ppt_h</p:attrName>
                                        </p:attrNameLst>
                                      </p:cBhvr>
                                      <p:tavLst>
                                        <p:tav tm="0">
                                          <p:val>
                                            <p:strVal val="#ppt_h"/>
                                          </p:val>
                                        </p:tav>
                                        <p:tav tm="100000">
                                          <p:val>
                                            <p:strVal val="#ppt_h"/>
                                          </p:val>
                                        </p:tav>
                                      </p:tavLst>
                                    </p:anim>
                                    <p:animEffect transition="in" filter="fade">
                                      <p:cBhvr>
                                        <p:cTn id="9" dur="500"/>
                                        <p:tgtEl>
                                          <p:spTgt spid="12495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9" presetClass="entr" presetSubtype="0" fill="hold" nodeType="clickEffect">
                                  <p:stCondLst>
                                    <p:cond delay="0"/>
                                  </p:stCondLst>
                                  <p:childTnLst>
                                    <p:set>
                                      <p:cBhvr>
                                        <p:cTn id="13" dur="1" fill="hold">
                                          <p:stCondLst>
                                            <p:cond delay="0"/>
                                          </p:stCondLst>
                                        </p:cTn>
                                        <p:tgtEl>
                                          <p:spTgt spid="124967"/>
                                        </p:tgtEl>
                                        <p:attrNameLst>
                                          <p:attrName>style.visibility</p:attrName>
                                        </p:attrNameLst>
                                      </p:cBhvr>
                                      <p:to>
                                        <p:strVal val="visible"/>
                                      </p:to>
                                    </p:set>
                                    <p:animEffect transition="in" filter="dissolve">
                                      <p:cBhvr>
                                        <p:cTn id="14" dur="500"/>
                                        <p:tgtEl>
                                          <p:spTgt spid="12496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24961">
                                            <p:bg/>
                                          </p:spTgt>
                                        </p:tgtEl>
                                        <p:attrNameLst>
                                          <p:attrName>style.visibility</p:attrName>
                                        </p:attrNameLst>
                                      </p:cBhvr>
                                      <p:to>
                                        <p:strVal val="visible"/>
                                      </p:to>
                                    </p:set>
                                    <p:animEffect transition="in" filter="dissolve">
                                      <p:cBhvr>
                                        <p:cTn id="19" dur="500"/>
                                        <p:tgtEl>
                                          <p:spTgt spid="124961">
                                            <p:bg/>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24961">
                                            <p:txEl>
                                              <p:pRg st="0" end="0"/>
                                            </p:txEl>
                                          </p:spTgt>
                                        </p:tgtEl>
                                        <p:attrNameLst>
                                          <p:attrName>style.visibility</p:attrName>
                                        </p:attrNameLst>
                                      </p:cBhvr>
                                      <p:to>
                                        <p:strVal val="visible"/>
                                      </p:to>
                                    </p:set>
                                    <p:animEffect transition="in" filter="dissolve">
                                      <p:cBhvr>
                                        <p:cTn id="24" dur="500"/>
                                        <p:tgtEl>
                                          <p:spTgt spid="124961">
                                            <p:txEl>
                                              <p:pRg st="0" end="0"/>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24961">
                                            <p:txEl>
                                              <p:pRg st="1" end="1"/>
                                            </p:txEl>
                                          </p:spTgt>
                                        </p:tgtEl>
                                        <p:attrNameLst>
                                          <p:attrName>style.visibility</p:attrName>
                                        </p:attrNameLst>
                                      </p:cBhvr>
                                      <p:to>
                                        <p:strVal val="visible"/>
                                      </p:to>
                                    </p:set>
                                    <p:animEffect transition="in" filter="dissolve">
                                      <p:cBhvr>
                                        <p:cTn id="27" dur="500"/>
                                        <p:tgtEl>
                                          <p:spTgt spid="124961">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24962"/>
                                        </p:tgtEl>
                                        <p:attrNameLst>
                                          <p:attrName>style.visibility</p:attrName>
                                        </p:attrNameLst>
                                      </p:cBhvr>
                                      <p:to>
                                        <p:strVal val="visible"/>
                                      </p:to>
                                    </p:set>
                                    <p:anim calcmode="lin" valueType="num">
                                      <p:cBhvr additive="base">
                                        <p:cTn id="32" dur="500" fill="hold"/>
                                        <p:tgtEl>
                                          <p:spTgt spid="124962"/>
                                        </p:tgtEl>
                                        <p:attrNameLst>
                                          <p:attrName>ppt_x</p:attrName>
                                        </p:attrNameLst>
                                      </p:cBhvr>
                                      <p:tavLst>
                                        <p:tav tm="0">
                                          <p:val>
                                            <p:strVal val="#ppt_x"/>
                                          </p:val>
                                        </p:tav>
                                        <p:tav tm="100000">
                                          <p:val>
                                            <p:strVal val="#ppt_x"/>
                                          </p:val>
                                        </p:tav>
                                      </p:tavLst>
                                    </p:anim>
                                    <p:anim calcmode="lin" valueType="num">
                                      <p:cBhvr additive="base">
                                        <p:cTn id="33" dur="500" fill="hold"/>
                                        <p:tgtEl>
                                          <p:spTgt spid="124962"/>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nodeType="clickEffect">
                                  <p:stCondLst>
                                    <p:cond delay="0"/>
                                  </p:stCondLst>
                                  <p:childTnLst>
                                    <p:set>
                                      <p:cBhvr>
                                        <p:cTn id="37" dur="1" fill="hold">
                                          <p:stCondLst>
                                            <p:cond delay="0"/>
                                          </p:stCondLst>
                                        </p:cTn>
                                        <p:tgtEl>
                                          <p:spTgt spid="124960"/>
                                        </p:tgtEl>
                                        <p:attrNameLst>
                                          <p:attrName>style.visibility</p:attrName>
                                        </p:attrNameLst>
                                      </p:cBhvr>
                                      <p:to>
                                        <p:strVal val="visible"/>
                                      </p:to>
                                    </p:set>
                                    <p:animEffect transition="in" filter="dissolve">
                                      <p:cBhvr>
                                        <p:cTn id="38" dur="500"/>
                                        <p:tgtEl>
                                          <p:spTgt spid="1249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61" grpId="0" build="p" animBg="1"/>
      <p:bldP spid="124962"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2"/>
          <p:cNvSpPr>
            <a:spLocks noGrp="1" noChangeArrowheads="1"/>
          </p:cNvSpPr>
          <p:nvPr>
            <p:ph type="body" idx="1"/>
          </p:nvPr>
        </p:nvSpPr>
        <p:spPr>
          <a:xfrm>
            <a:off x="323850" y="2060575"/>
            <a:ext cx="8362950" cy="4751388"/>
          </a:xfrm>
        </p:spPr>
        <p:txBody>
          <a:bodyPr/>
          <a:lstStyle/>
          <a:p>
            <a:pPr lvl="1" eaLnBrk="1" hangingPunct="1"/>
            <a:r>
              <a:rPr lang="en-US" altLang="zh-CN" sz="2400" dirty="0"/>
              <a:t>1820</a:t>
            </a:r>
            <a:r>
              <a:rPr lang="zh-CN" altLang="en-US" sz="2400" dirty="0"/>
              <a:t>年奥斯特发现电流的磁效应</a:t>
            </a:r>
          </a:p>
          <a:p>
            <a:pPr lvl="1" eaLnBrk="1" hangingPunct="1"/>
            <a:r>
              <a:rPr lang="zh-CN" altLang="en-US" sz="2400" dirty="0"/>
              <a:t>随后比奥和沙伐研究了</a:t>
            </a:r>
            <a:r>
              <a:rPr lang="zh-CN" altLang="en-US" sz="2400" u="sng" dirty="0"/>
              <a:t>电流和磁针</a:t>
            </a:r>
            <a:r>
              <a:rPr lang="zh-CN" altLang="en-US" sz="2400" dirty="0"/>
              <a:t>之间的作用，提出了比奥</a:t>
            </a:r>
            <a:r>
              <a:rPr lang="en-US" altLang="zh-CN" sz="2400" dirty="0"/>
              <a:t>-</a:t>
            </a:r>
            <a:r>
              <a:rPr lang="zh-CN" altLang="en-US" sz="2400" dirty="0"/>
              <a:t>沙伐定律，拉普拉斯导出电流元作用的数学公式</a:t>
            </a:r>
          </a:p>
          <a:p>
            <a:pPr lvl="1" eaLnBrk="1" hangingPunct="1"/>
            <a:r>
              <a:rPr lang="zh-CN" altLang="en-US" sz="2400" dirty="0"/>
              <a:t>安培则从</a:t>
            </a:r>
            <a:r>
              <a:rPr lang="zh-CN" altLang="en-US" sz="2400" u="sng" dirty="0"/>
              <a:t>电流与电流</a:t>
            </a:r>
            <a:r>
              <a:rPr lang="zh-CN" altLang="en-US" sz="2400" dirty="0"/>
              <a:t>之间的作用入手，他首先重复了奥斯特的实验，提出了右手定则，用电流解释了地磁的起因。并进一步研究了载流导线之间的相互作用，建立了电流元之间的相互作用规律</a:t>
            </a:r>
            <a:r>
              <a:rPr lang="en-US" altLang="zh-CN" sz="2400" dirty="0"/>
              <a:t>——</a:t>
            </a:r>
            <a:r>
              <a:rPr lang="zh-CN" altLang="en-US" sz="2400" dirty="0"/>
              <a:t>安培定律</a:t>
            </a:r>
          </a:p>
          <a:p>
            <a:pPr lvl="1" eaLnBrk="1" hangingPunct="1"/>
            <a:r>
              <a:rPr lang="en-US" altLang="zh-CN" sz="2400" dirty="0"/>
              <a:t>1826</a:t>
            </a:r>
            <a:r>
              <a:rPr lang="zh-CN" altLang="en-US" sz="2400" dirty="0"/>
              <a:t>年欧姆确定了电路的基本规律</a:t>
            </a:r>
            <a:r>
              <a:rPr lang="en-US" altLang="zh-CN" sz="2400" dirty="0"/>
              <a:t>——</a:t>
            </a:r>
            <a:r>
              <a:rPr lang="zh-CN" altLang="en-US" sz="2400" dirty="0"/>
              <a:t>欧姆定律</a:t>
            </a:r>
          </a:p>
          <a:p>
            <a:pPr lvl="1" eaLnBrk="1" hangingPunct="1"/>
            <a:r>
              <a:rPr lang="en-US" altLang="zh-CN" sz="2400" dirty="0"/>
              <a:t>1831</a:t>
            </a:r>
            <a:r>
              <a:rPr lang="zh-CN" altLang="en-US" sz="2400" dirty="0"/>
              <a:t>年法拉第发现电磁感应现象，进一步证实了电现象和磁现象的统一性。提出电场和磁场是传递电力和磁力的媒介</a:t>
            </a:r>
          </a:p>
        </p:txBody>
      </p:sp>
      <p:sp>
        <p:nvSpPr>
          <p:cNvPr id="26627" name="Rectangle 3"/>
          <p:cNvSpPr>
            <a:spLocks noChangeArrowheads="1"/>
          </p:cNvSpPr>
          <p:nvPr/>
        </p:nvSpPr>
        <p:spPr bwMode="auto">
          <a:xfrm>
            <a:off x="539750" y="549275"/>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4800">
                <a:solidFill>
                  <a:schemeClr val="accent2"/>
                </a:solidFill>
                <a:ea typeface="隶书" pitchFamily="49" charset="-122"/>
              </a:rPr>
              <a:t>人类认识电与磁的历史</a:t>
            </a:r>
          </a:p>
        </p:txBody>
      </p:sp>
      <p:grpSp>
        <p:nvGrpSpPr>
          <p:cNvPr id="87044" name="Group 4"/>
          <p:cNvGrpSpPr>
            <a:grpSpLocks/>
          </p:cNvGrpSpPr>
          <p:nvPr/>
        </p:nvGrpSpPr>
        <p:grpSpPr bwMode="auto">
          <a:xfrm>
            <a:off x="323850" y="333375"/>
            <a:ext cx="2663825" cy="2973388"/>
            <a:chOff x="340" y="255"/>
            <a:chExt cx="1678" cy="1873"/>
          </a:xfrm>
        </p:grpSpPr>
        <p:pic>
          <p:nvPicPr>
            <p:cNvPr id="26638" name="Picture 75" descr="ampe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 y="255"/>
              <a:ext cx="1250" cy="15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6639" name="Rectangle 76"/>
            <p:cNvSpPr>
              <a:spLocks noChangeArrowheads="1"/>
            </p:cNvSpPr>
            <p:nvPr/>
          </p:nvSpPr>
          <p:spPr bwMode="auto">
            <a:xfrm>
              <a:off x="340" y="1839"/>
              <a:ext cx="1678" cy="28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lang="zh-CN" altLang="en-US" sz="2400" b="1" dirty="0"/>
                <a:t>安培</a:t>
              </a:r>
              <a:r>
                <a:rPr lang="en-US" altLang="zh-CN" sz="2000" b="1" dirty="0"/>
                <a:t>(1775</a:t>
              </a:r>
              <a:r>
                <a:rPr lang="zh-CN" altLang="en-US" sz="2000" b="1" dirty="0"/>
                <a:t>－</a:t>
              </a:r>
              <a:r>
                <a:rPr lang="en-US" altLang="zh-CN" sz="2000" b="1" dirty="0"/>
                <a:t>1836)</a:t>
              </a:r>
            </a:p>
          </p:txBody>
        </p:sp>
      </p:grpSp>
      <p:grpSp>
        <p:nvGrpSpPr>
          <p:cNvPr id="87047" name="Group 7"/>
          <p:cNvGrpSpPr>
            <a:grpSpLocks/>
          </p:cNvGrpSpPr>
          <p:nvPr/>
        </p:nvGrpSpPr>
        <p:grpSpPr bwMode="auto">
          <a:xfrm>
            <a:off x="3205163" y="333375"/>
            <a:ext cx="2662237" cy="2968625"/>
            <a:chOff x="2154" y="255"/>
            <a:chExt cx="1677" cy="1870"/>
          </a:xfrm>
        </p:grpSpPr>
        <p:pic>
          <p:nvPicPr>
            <p:cNvPr id="2663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6" y="255"/>
              <a:ext cx="1238" cy="1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7" name="Text Box 9"/>
            <p:cNvSpPr txBox="1">
              <a:spLocks noChangeArrowheads="1"/>
            </p:cNvSpPr>
            <p:nvPr/>
          </p:nvSpPr>
          <p:spPr bwMode="auto">
            <a:xfrm>
              <a:off x="2154" y="1837"/>
              <a:ext cx="1677" cy="288"/>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lang="zh-CN" altLang="en-US" sz="2400" b="1"/>
                <a:t>欧姆</a:t>
              </a:r>
              <a:r>
                <a:rPr lang="zh-CN" altLang="en-US" sz="2000" b="1"/>
                <a:t>（</a:t>
              </a:r>
              <a:r>
                <a:rPr lang="en-US" altLang="zh-CN" sz="2000" b="1"/>
                <a:t>1787-1845</a:t>
              </a:r>
              <a:r>
                <a:rPr lang="zh-CN" altLang="en-US" sz="2000" b="1"/>
                <a:t>）  </a:t>
              </a:r>
            </a:p>
          </p:txBody>
        </p:sp>
      </p:grpSp>
      <p:grpSp>
        <p:nvGrpSpPr>
          <p:cNvPr id="87050" name="Group 10"/>
          <p:cNvGrpSpPr>
            <a:grpSpLocks/>
          </p:cNvGrpSpPr>
          <p:nvPr/>
        </p:nvGrpSpPr>
        <p:grpSpPr bwMode="auto">
          <a:xfrm>
            <a:off x="5907088" y="404813"/>
            <a:ext cx="2913062" cy="2952750"/>
            <a:chOff x="3923" y="300"/>
            <a:chExt cx="1835" cy="1860"/>
          </a:xfrm>
        </p:grpSpPr>
        <p:sp>
          <p:nvSpPr>
            <p:cNvPr id="26634" name="Text Box 11"/>
            <p:cNvSpPr txBox="1">
              <a:spLocks noChangeArrowheads="1"/>
            </p:cNvSpPr>
            <p:nvPr/>
          </p:nvSpPr>
          <p:spPr bwMode="auto">
            <a:xfrm>
              <a:off x="3923" y="1872"/>
              <a:ext cx="1835" cy="288"/>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lang="zh-CN" altLang="en-US" sz="2400" b="1"/>
                <a:t>法拉第</a:t>
              </a:r>
              <a:r>
                <a:rPr lang="zh-CN" altLang="en-US" sz="2000" b="1"/>
                <a:t>（</a:t>
              </a:r>
              <a:r>
                <a:rPr lang="en-US" altLang="zh-CN" sz="2000" b="1"/>
                <a:t>1791-1867</a:t>
              </a:r>
              <a:r>
                <a:rPr lang="zh-CN" altLang="en-US" sz="2000" b="1"/>
                <a:t>）</a:t>
              </a:r>
              <a:r>
                <a:rPr lang="zh-CN" altLang="en-US" sz="2400" b="1"/>
                <a:t> </a:t>
              </a:r>
            </a:p>
          </p:txBody>
        </p:sp>
        <p:pic>
          <p:nvPicPr>
            <p:cNvPr id="26635"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8" y="300"/>
              <a:ext cx="1283" cy="1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7053" name="Text Box 13"/>
          <p:cNvSpPr txBox="1">
            <a:spLocks noChangeArrowheads="1"/>
          </p:cNvSpPr>
          <p:nvPr/>
        </p:nvSpPr>
        <p:spPr bwMode="auto">
          <a:xfrm>
            <a:off x="3014663" y="3644900"/>
            <a:ext cx="3070225" cy="701675"/>
          </a:xfrm>
          <a:prstGeom prst="rect">
            <a:avLst/>
          </a:prstGeom>
          <a:gradFill rotWithShape="1">
            <a:gsLst>
              <a:gs pos="0">
                <a:srgbClr val="FFCCFF"/>
              </a:gs>
              <a:gs pos="50000">
                <a:srgbClr val="FFF7FF"/>
              </a:gs>
              <a:gs pos="100000">
                <a:srgbClr val="FFCCFF"/>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r>
              <a:rPr lang="en-US" altLang="zh-CN" sz="4000" b="1">
                <a:solidFill>
                  <a:srgbClr val="FF0000"/>
                </a:solidFill>
              </a:rPr>
              <a:t> </a:t>
            </a:r>
            <a:r>
              <a:rPr lang="zh-CN" altLang="en-US" sz="4000" b="1">
                <a:solidFill>
                  <a:srgbClr val="FF0000"/>
                </a:solidFill>
              </a:rPr>
              <a:t>电 动 力 学  </a:t>
            </a:r>
          </a:p>
        </p:txBody>
      </p:sp>
      <p:sp>
        <p:nvSpPr>
          <p:cNvPr id="87054" name="Line 14"/>
          <p:cNvSpPr>
            <a:spLocks noChangeShapeType="1"/>
          </p:cNvSpPr>
          <p:nvPr/>
        </p:nvSpPr>
        <p:spPr bwMode="auto">
          <a:xfrm>
            <a:off x="6227763" y="5229225"/>
            <a:ext cx="1584325" cy="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55" name="Line 15"/>
          <p:cNvSpPr>
            <a:spLocks noChangeShapeType="1"/>
          </p:cNvSpPr>
          <p:nvPr/>
        </p:nvSpPr>
        <p:spPr bwMode="auto">
          <a:xfrm>
            <a:off x="3635375" y="5661025"/>
            <a:ext cx="1871663" cy="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39</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7044"/>
                                        </p:tgtEl>
                                        <p:attrNameLst>
                                          <p:attrName>style.visibility</p:attrName>
                                        </p:attrNameLst>
                                      </p:cBhvr>
                                      <p:to>
                                        <p:strVal val="visible"/>
                                      </p:to>
                                    </p:set>
                                    <p:animEffect transition="in" filter="dissolve">
                                      <p:cBhvr>
                                        <p:cTn id="7" dur="500"/>
                                        <p:tgtEl>
                                          <p:spTgt spid="870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7053"/>
                                        </p:tgtEl>
                                        <p:attrNameLst>
                                          <p:attrName>style.visibility</p:attrName>
                                        </p:attrNameLst>
                                      </p:cBhvr>
                                      <p:to>
                                        <p:strVal val="visible"/>
                                      </p:to>
                                    </p:set>
                                    <p:animEffect transition="in" filter="dissolve">
                                      <p:cBhvr>
                                        <p:cTn id="12" dur="500"/>
                                        <p:tgtEl>
                                          <p:spTgt spid="870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7047"/>
                                        </p:tgtEl>
                                        <p:attrNameLst>
                                          <p:attrName>style.visibility</p:attrName>
                                        </p:attrNameLst>
                                      </p:cBhvr>
                                      <p:to>
                                        <p:strVal val="visible"/>
                                      </p:to>
                                    </p:set>
                                    <p:animEffect transition="in" filter="dissolve">
                                      <p:cBhvr>
                                        <p:cTn id="17" dur="500"/>
                                        <p:tgtEl>
                                          <p:spTgt spid="870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87054"/>
                                        </p:tgtEl>
                                        <p:attrNameLst>
                                          <p:attrName>style.visibility</p:attrName>
                                        </p:attrNameLst>
                                      </p:cBhvr>
                                      <p:to>
                                        <p:strVal val="visible"/>
                                      </p:to>
                                    </p:set>
                                    <p:animEffect transition="in" filter="slide(fromLeft)">
                                      <p:cBhvr>
                                        <p:cTn id="22" dur="500"/>
                                        <p:tgtEl>
                                          <p:spTgt spid="8705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87050"/>
                                        </p:tgtEl>
                                        <p:attrNameLst>
                                          <p:attrName>style.visibility</p:attrName>
                                        </p:attrNameLst>
                                      </p:cBhvr>
                                      <p:to>
                                        <p:strVal val="visible"/>
                                      </p:to>
                                    </p:set>
                                    <p:animEffect transition="in" filter="dissolve">
                                      <p:cBhvr>
                                        <p:cTn id="27" dur="500"/>
                                        <p:tgtEl>
                                          <p:spTgt spid="8705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87055"/>
                                        </p:tgtEl>
                                        <p:attrNameLst>
                                          <p:attrName>style.visibility</p:attrName>
                                        </p:attrNameLst>
                                      </p:cBhvr>
                                      <p:to>
                                        <p:strVal val="visible"/>
                                      </p:to>
                                    </p:set>
                                    <p:animEffect transition="in" filter="slide(fromLeft)">
                                      <p:cBhvr>
                                        <p:cTn id="32" dur="500"/>
                                        <p:tgtEl>
                                          <p:spTgt spid="870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53" grpId="0" animBg="1"/>
      <p:bldP spid="87054" grpId="0" animBg="1"/>
      <p:bldP spid="87055"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27651"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27652"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25958"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27654" name="Group 7"/>
          <p:cNvGrpSpPr>
            <a:grpSpLocks/>
          </p:cNvGrpSpPr>
          <p:nvPr/>
        </p:nvGrpSpPr>
        <p:grpSpPr bwMode="auto">
          <a:xfrm>
            <a:off x="684213" y="5300663"/>
            <a:ext cx="6846887" cy="1368425"/>
            <a:chOff x="431" y="3339"/>
            <a:chExt cx="4313" cy="862"/>
          </a:xfrm>
        </p:grpSpPr>
        <p:sp>
          <p:nvSpPr>
            <p:cNvPr id="125960" name="WordArt 8"/>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27685" name="Text Box 9"/>
            <p:cNvSpPr txBox="1">
              <a:spLocks noChangeArrowheads="1"/>
            </p:cNvSpPr>
            <p:nvPr/>
          </p:nvSpPr>
          <p:spPr bwMode="auto">
            <a:xfrm>
              <a:off x="1519" y="3753"/>
              <a:ext cx="3225"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 </a:t>
              </a:r>
            </a:p>
          </p:txBody>
        </p:sp>
        <p:sp>
          <p:nvSpPr>
            <p:cNvPr id="27686" name="Line 10"/>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87" name="Line 11"/>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655" name="Group 12"/>
          <p:cNvGrpSpPr>
            <a:grpSpLocks/>
          </p:cNvGrpSpPr>
          <p:nvPr/>
        </p:nvGrpSpPr>
        <p:grpSpPr bwMode="auto">
          <a:xfrm>
            <a:off x="1042988" y="5013325"/>
            <a:ext cx="4322762" cy="782638"/>
            <a:chOff x="657" y="3158"/>
            <a:chExt cx="2723" cy="493"/>
          </a:xfrm>
        </p:grpSpPr>
        <p:sp>
          <p:nvSpPr>
            <p:cNvPr id="125965" name="WordArt 13"/>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27682" name="Text Box 14"/>
            <p:cNvSpPr txBox="1">
              <a:spLocks noChangeArrowheads="1"/>
            </p:cNvSpPr>
            <p:nvPr/>
          </p:nvSpPr>
          <p:spPr bwMode="auto">
            <a:xfrm>
              <a:off x="1882" y="3203"/>
              <a:ext cx="1498"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  </a:t>
              </a:r>
            </a:p>
          </p:txBody>
        </p:sp>
        <p:sp>
          <p:nvSpPr>
            <p:cNvPr id="27683" name="Line 15"/>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656" name="Group 16"/>
          <p:cNvGrpSpPr>
            <a:grpSpLocks/>
          </p:cNvGrpSpPr>
          <p:nvPr/>
        </p:nvGrpSpPr>
        <p:grpSpPr bwMode="auto">
          <a:xfrm>
            <a:off x="1619250" y="4724400"/>
            <a:ext cx="6553200" cy="711200"/>
            <a:chOff x="1020" y="2976"/>
            <a:chExt cx="4128" cy="448"/>
          </a:xfrm>
        </p:grpSpPr>
        <p:sp>
          <p:nvSpPr>
            <p:cNvPr id="125969" name="WordArt 17"/>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27679" name="Text Box 18"/>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27680" name="Line 19"/>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657" name="Group 20"/>
          <p:cNvGrpSpPr>
            <a:grpSpLocks/>
          </p:cNvGrpSpPr>
          <p:nvPr/>
        </p:nvGrpSpPr>
        <p:grpSpPr bwMode="auto">
          <a:xfrm>
            <a:off x="755650" y="3227388"/>
            <a:ext cx="1285875" cy="1354137"/>
            <a:chOff x="476" y="2033"/>
            <a:chExt cx="810" cy="853"/>
          </a:xfrm>
        </p:grpSpPr>
        <p:sp>
          <p:nvSpPr>
            <p:cNvPr id="27676" name="Text Box 21"/>
            <p:cNvSpPr txBox="1">
              <a:spLocks noChangeArrowheads="1"/>
            </p:cNvSpPr>
            <p:nvPr/>
          </p:nvSpPr>
          <p:spPr bwMode="auto">
            <a:xfrm>
              <a:off x="476" y="2033"/>
              <a:ext cx="81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 </a:t>
              </a:r>
            </a:p>
          </p:txBody>
        </p:sp>
        <p:sp>
          <p:nvSpPr>
            <p:cNvPr id="27677" name="Line 22"/>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658" name="Group 23"/>
          <p:cNvGrpSpPr>
            <a:grpSpLocks/>
          </p:cNvGrpSpPr>
          <p:nvPr/>
        </p:nvGrpSpPr>
        <p:grpSpPr bwMode="auto">
          <a:xfrm>
            <a:off x="76200" y="3948113"/>
            <a:ext cx="1611313" cy="1281112"/>
            <a:chOff x="48" y="2487"/>
            <a:chExt cx="1015" cy="807"/>
          </a:xfrm>
        </p:grpSpPr>
        <p:sp>
          <p:nvSpPr>
            <p:cNvPr id="27674" name="Text Box 24"/>
            <p:cNvSpPr txBox="1">
              <a:spLocks noChangeArrowheads="1"/>
            </p:cNvSpPr>
            <p:nvPr/>
          </p:nvSpPr>
          <p:spPr bwMode="auto">
            <a:xfrm>
              <a:off x="48" y="2487"/>
              <a:ext cx="1015"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  </a:t>
              </a:r>
            </a:p>
            <a:p>
              <a:pPr algn="just" eaLnBrk="1" hangingPunct="1"/>
              <a:r>
                <a:rPr lang="zh-CN" altLang="en-US" sz="2000" b="1">
                  <a:solidFill>
                    <a:srgbClr val="006600"/>
                  </a:solidFill>
                </a:rPr>
                <a:t>    微积分</a:t>
              </a:r>
            </a:p>
          </p:txBody>
        </p:sp>
        <p:sp>
          <p:nvSpPr>
            <p:cNvPr id="27675" name="Line 25"/>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659" name="Group 26"/>
          <p:cNvGrpSpPr>
            <a:grpSpLocks/>
          </p:cNvGrpSpPr>
          <p:nvPr/>
        </p:nvGrpSpPr>
        <p:grpSpPr bwMode="auto">
          <a:xfrm>
            <a:off x="2051050" y="4221163"/>
            <a:ext cx="3744913" cy="406400"/>
            <a:chOff x="1292" y="2659"/>
            <a:chExt cx="2359" cy="256"/>
          </a:xfrm>
        </p:grpSpPr>
        <p:sp>
          <p:nvSpPr>
            <p:cNvPr id="125979" name="WordArt 27"/>
            <p:cNvSpPr>
              <a:spLocks noChangeArrowheads="1" noChangeShapeType="1" noTextEdit="1"/>
            </p:cNvSpPr>
            <p:nvPr/>
          </p:nvSpPr>
          <p:spPr bwMode="auto">
            <a:xfrm>
              <a:off x="1292" y="2704"/>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27672" name="Text Box 28"/>
            <p:cNvSpPr txBox="1">
              <a:spLocks noChangeArrowheads="1"/>
            </p:cNvSpPr>
            <p:nvPr/>
          </p:nvSpPr>
          <p:spPr bwMode="auto">
            <a:xfrm>
              <a:off x="2562" y="2659"/>
              <a:ext cx="1089"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伏达发明电堆</a:t>
              </a:r>
            </a:p>
          </p:txBody>
        </p:sp>
        <p:sp>
          <p:nvSpPr>
            <p:cNvPr id="27673" name="Line 29"/>
            <p:cNvSpPr>
              <a:spLocks noChangeShapeType="1"/>
            </p:cNvSpPr>
            <p:nvPr/>
          </p:nvSpPr>
          <p:spPr bwMode="auto">
            <a:xfrm>
              <a:off x="1927" y="279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5995" name="Group 43"/>
          <p:cNvGrpSpPr>
            <a:grpSpLocks/>
          </p:cNvGrpSpPr>
          <p:nvPr/>
        </p:nvGrpSpPr>
        <p:grpSpPr bwMode="auto">
          <a:xfrm>
            <a:off x="2195513" y="3644900"/>
            <a:ext cx="6121400" cy="1016000"/>
            <a:chOff x="1383" y="2296"/>
            <a:chExt cx="3856" cy="640"/>
          </a:xfrm>
        </p:grpSpPr>
        <p:sp>
          <p:nvSpPr>
            <p:cNvPr id="125983" name="WordArt 31"/>
            <p:cNvSpPr>
              <a:spLocks noChangeArrowheads="1" noChangeShapeType="1" noTextEdit="1"/>
            </p:cNvSpPr>
            <p:nvPr/>
          </p:nvSpPr>
          <p:spPr bwMode="auto">
            <a:xfrm>
              <a:off x="1383" y="2523"/>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1820-30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27669" name="Text Box 32"/>
            <p:cNvSpPr txBox="1">
              <a:spLocks noChangeArrowheads="1"/>
            </p:cNvSpPr>
            <p:nvPr/>
          </p:nvSpPr>
          <p:spPr bwMode="auto">
            <a:xfrm>
              <a:off x="3787" y="2296"/>
              <a:ext cx="1452" cy="64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安培定律</a:t>
              </a:r>
            </a:p>
            <a:p>
              <a:pPr algn="just" eaLnBrk="1" hangingPunct="1"/>
              <a:r>
                <a:rPr lang="zh-CN" altLang="en-US" sz="2000" b="1" dirty="0">
                  <a:solidFill>
                    <a:srgbClr val="660066"/>
                  </a:solidFill>
                </a:rPr>
                <a:t>欧姆定律</a:t>
              </a:r>
            </a:p>
            <a:p>
              <a:pPr algn="just" eaLnBrk="1" hangingPunct="1"/>
              <a:r>
                <a:rPr lang="zh-CN" altLang="en-US" sz="2000" b="1" dirty="0">
                  <a:solidFill>
                    <a:srgbClr val="660066"/>
                  </a:solidFill>
                </a:rPr>
                <a:t>法拉第电磁感应</a:t>
              </a:r>
            </a:p>
          </p:txBody>
        </p:sp>
        <p:sp>
          <p:nvSpPr>
            <p:cNvPr id="27670" name="Line 33"/>
            <p:cNvSpPr>
              <a:spLocks noChangeShapeType="1"/>
            </p:cNvSpPr>
            <p:nvPr/>
          </p:nvSpPr>
          <p:spPr bwMode="auto">
            <a:xfrm>
              <a:off x="2290" y="2568"/>
              <a:ext cx="149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6001" name="Group 49"/>
          <p:cNvGrpSpPr>
            <a:grpSpLocks/>
          </p:cNvGrpSpPr>
          <p:nvPr/>
        </p:nvGrpSpPr>
        <p:grpSpPr bwMode="auto">
          <a:xfrm>
            <a:off x="2700338" y="3573463"/>
            <a:ext cx="3024187" cy="466725"/>
            <a:chOff x="1701" y="2251"/>
            <a:chExt cx="1905" cy="294"/>
          </a:xfrm>
        </p:grpSpPr>
        <p:sp>
          <p:nvSpPr>
            <p:cNvPr id="126002" name="WordArt 50"/>
            <p:cNvSpPr>
              <a:spLocks noChangeArrowheads="1" noChangeShapeType="1" noTextEdit="1"/>
            </p:cNvSpPr>
            <p:nvPr/>
          </p:nvSpPr>
          <p:spPr bwMode="auto">
            <a:xfrm>
              <a:off x="1701" y="2341"/>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a:t>
              </a:r>
              <a:r>
                <a:rPr lang="zh-CN" altLang="en-US" kern="10">
                  <a:ln w="9525" cap="sq">
                    <a:solidFill>
                      <a:schemeClr val="tx1"/>
                    </a:solidFill>
                    <a:round/>
                    <a:headEnd type="none" w="sm" len="sm"/>
                    <a:tailEnd type="none" w="sm" len="sm"/>
                  </a:ln>
                  <a:solidFill>
                    <a:srgbClr val="FF0000"/>
                  </a:solidFill>
                  <a:latin typeface="宋体"/>
                  <a:ea typeface="宋体"/>
                </a:rPr>
                <a:t>世纪中叶</a:t>
              </a:r>
            </a:p>
          </p:txBody>
        </p:sp>
        <p:sp>
          <p:nvSpPr>
            <p:cNvPr id="27667" name="Text Box 51"/>
            <p:cNvSpPr txBox="1">
              <a:spLocks noChangeArrowheads="1"/>
            </p:cNvSpPr>
            <p:nvPr/>
          </p:nvSpPr>
          <p:spPr bwMode="auto">
            <a:xfrm>
              <a:off x="2608" y="2251"/>
              <a:ext cx="998" cy="29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400" b="1">
                  <a:solidFill>
                    <a:srgbClr val="A50021"/>
                  </a:solidFill>
                </a:rPr>
                <a:t>电磁理论</a:t>
              </a:r>
            </a:p>
          </p:txBody>
        </p:sp>
      </p:grpSp>
      <p:grpSp>
        <p:nvGrpSpPr>
          <p:cNvPr id="27662" name="Group 52"/>
          <p:cNvGrpSpPr>
            <a:grpSpLocks/>
          </p:cNvGrpSpPr>
          <p:nvPr/>
        </p:nvGrpSpPr>
        <p:grpSpPr bwMode="auto">
          <a:xfrm>
            <a:off x="1692275" y="2219325"/>
            <a:ext cx="2378075" cy="1354138"/>
            <a:chOff x="476" y="2033"/>
            <a:chExt cx="1498" cy="853"/>
          </a:xfrm>
        </p:grpSpPr>
        <p:sp>
          <p:nvSpPr>
            <p:cNvPr id="27664" name="Text Box 53"/>
            <p:cNvSpPr txBox="1">
              <a:spLocks noChangeArrowheads="1"/>
            </p:cNvSpPr>
            <p:nvPr/>
          </p:nvSpPr>
          <p:spPr bwMode="auto">
            <a:xfrm>
              <a:off x="476" y="2033"/>
              <a:ext cx="1498"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分析数学的发展期  </a:t>
              </a:r>
            </a:p>
          </p:txBody>
        </p:sp>
        <p:sp>
          <p:nvSpPr>
            <p:cNvPr id="27665" name="Line 54"/>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7663" name="Rectangle 58"/>
          <p:cNvSpPr>
            <a:spLocks noChangeArrowheads="1"/>
          </p:cNvSpPr>
          <p:nvPr/>
        </p:nvSpPr>
        <p:spPr bwMode="auto">
          <a:xfrm>
            <a:off x="468313" y="-100013"/>
            <a:ext cx="8229600" cy="1139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5100">
                <a:solidFill>
                  <a:srgbClr val="663300"/>
                </a:solidFill>
                <a:ea typeface="隶书" pitchFamily="49" charset="-122"/>
              </a:rPr>
              <a:t>电磁学和分析数学的发展史</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40</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25995"/>
                                        </p:tgtEl>
                                        <p:attrNameLst>
                                          <p:attrName>style.visibility</p:attrName>
                                        </p:attrNameLst>
                                      </p:cBhvr>
                                      <p:to>
                                        <p:strVal val="visible"/>
                                      </p:to>
                                    </p:set>
                                    <p:anim calcmode="lin" valueType="num">
                                      <p:cBhvr>
                                        <p:cTn id="7" dur="500" fill="hold"/>
                                        <p:tgtEl>
                                          <p:spTgt spid="125995"/>
                                        </p:tgtEl>
                                        <p:attrNameLst>
                                          <p:attrName>ppt_w</p:attrName>
                                        </p:attrNameLst>
                                      </p:cBhvr>
                                      <p:tavLst>
                                        <p:tav tm="0">
                                          <p:val>
                                            <p:strVal val="#ppt_w*0.70"/>
                                          </p:val>
                                        </p:tav>
                                        <p:tav tm="100000">
                                          <p:val>
                                            <p:strVal val="#ppt_w"/>
                                          </p:val>
                                        </p:tav>
                                      </p:tavLst>
                                    </p:anim>
                                    <p:anim calcmode="lin" valueType="num">
                                      <p:cBhvr>
                                        <p:cTn id="8" dur="500" fill="hold"/>
                                        <p:tgtEl>
                                          <p:spTgt spid="125995"/>
                                        </p:tgtEl>
                                        <p:attrNameLst>
                                          <p:attrName>ppt_h</p:attrName>
                                        </p:attrNameLst>
                                      </p:cBhvr>
                                      <p:tavLst>
                                        <p:tav tm="0">
                                          <p:val>
                                            <p:strVal val="#ppt_h"/>
                                          </p:val>
                                        </p:tav>
                                        <p:tav tm="100000">
                                          <p:val>
                                            <p:strVal val="#ppt_h"/>
                                          </p:val>
                                        </p:tav>
                                      </p:tavLst>
                                    </p:anim>
                                    <p:animEffect transition="in" filter="fade">
                                      <p:cBhvr>
                                        <p:cTn id="9" dur="500"/>
                                        <p:tgtEl>
                                          <p:spTgt spid="12599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26001"/>
                                        </p:tgtEl>
                                        <p:attrNameLst>
                                          <p:attrName>style.visibility</p:attrName>
                                        </p:attrNameLst>
                                      </p:cBhvr>
                                      <p:to>
                                        <p:strVal val="visible"/>
                                      </p:to>
                                    </p:set>
                                    <p:anim calcmode="lin" valueType="num">
                                      <p:cBhvr>
                                        <p:cTn id="14" dur="500" fill="hold"/>
                                        <p:tgtEl>
                                          <p:spTgt spid="126001"/>
                                        </p:tgtEl>
                                        <p:attrNameLst>
                                          <p:attrName>ppt_w</p:attrName>
                                        </p:attrNameLst>
                                      </p:cBhvr>
                                      <p:tavLst>
                                        <p:tav tm="0">
                                          <p:val>
                                            <p:strVal val="#ppt_w*0.70"/>
                                          </p:val>
                                        </p:tav>
                                        <p:tav tm="100000">
                                          <p:val>
                                            <p:strVal val="#ppt_w"/>
                                          </p:val>
                                        </p:tav>
                                      </p:tavLst>
                                    </p:anim>
                                    <p:anim calcmode="lin" valueType="num">
                                      <p:cBhvr>
                                        <p:cTn id="15" dur="500" fill="hold"/>
                                        <p:tgtEl>
                                          <p:spTgt spid="126001"/>
                                        </p:tgtEl>
                                        <p:attrNameLst>
                                          <p:attrName>ppt_h</p:attrName>
                                        </p:attrNameLst>
                                      </p:cBhvr>
                                      <p:tavLst>
                                        <p:tav tm="0">
                                          <p:val>
                                            <p:strVal val="#ppt_h"/>
                                          </p:val>
                                        </p:tav>
                                        <p:tav tm="100000">
                                          <p:val>
                                            <p:strVal val="#ppt_h"/>
                                          </p:val>
                                        </p:tav>
                                      </p:tavLst>
                                    </p:anim>
                                    <p:animEffect transition="in" filter="fade">
                                      <p:cBhvr>
                                        <p:cTn id="16" dur="500"/>
                                        <p:tgtEl>
                                          <p:spTgt spid="1260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body" idx="1"/>
          </p:nvPr>
        </p:nvSpPr>
        <p:spPr>
          <a:xfrm>
            <a:off x="330721" y="1628800"/>
            <a:ext cx="5321399" cy="4752528"/>
          </a:xfrm>
        </p:spPr>
        <p:txBody>
          <a:bodyPr/>
          <a:lstStyle/>
          <a:p>
            <a:pPr eaLnBrk="1" hangingPunct="1"/>
            <a:r>
              <a:rPr lang="zh-CN" altLang="en-US" sz="2400" dirty="0"/>
              <a:t>基尔霍夫（电路）定律</a:t>
            </a:r>
            <a:r>
              <a:rPr lang="en-US" altLang="zh-CN" sz="2400" dirty="0"/>
              <a:t>(Kirchhoff laws)</a:t>
            </a:r>
            <a:r>
              <a:rPr lang="zh-CN" altLang="en-US" sz="2400" dirty="0"/>
              <a:t>是电路中电压和电流所遵循的基本规律，是分析和计算较为复杂电路的基础，</a:t>
            </a:r>
            <a:r>
              <a:rPr lang="en-US" altLang="zh-CN" sz="2400" dirty="0"/>
              <a:t>1845</a:t>
            </a:r>
            <a:r>
              <a:rPr lang="zh-CN" altLang="en-US" sz="2400" dirty="0"/>
              <a:t>年由德国物理学家</a:t>
            </a:r>
            <a:r>
              <a:rPr lang="en-US" altLang="zh-CN" sz="2400" dirty="0"/>
              <a:t>G.R.</a:t>
            </a:r>
            <a:r>
              <a:rPr lang="zh-CN" altLang="en-US" sz="2400" dirty="0"/>
              <a:t>基尔霍夫（</a:t>
            </a:r>
            <a:r>
              <a:rPr lang="en-US" altLang="zh-CN" sz="2400" dirty="0"/>
              <a:t>Gustav Robert Kirchhoff</a:t>
            </a:r>
            <a:r>
              <a:rPr lang="zh-CN" altLang="en-US" sz="2400" dirty="0"/>
              <a:t>，</a:t>
            </a:r>
            <a:r>
              <a:rPr lang="en-US" altLang="zh-CN" sz="2400" dirty="0"/>
              <a:t>1824</a:t>
            </a:r>
            <a:r>
              <a:rPr lang="zh-CN" altLang="en-US" sz="2400" dirty="0"/>
              <a:t>～</a:t>
            </a:r>
            <a:r>
              <a:rPr lang="en-US" altLang="zh-CN" sz="2400" dirty="0"/>
              <a:t>1887</a:t>
            </a:r>
            <a:r>
              <a:rPr lang="zh-CN" altLang="en-US" sz="2400" dirty="0"/>
              <a:t>）提出。基尔霍夫（电路）定律包括基尔霍夫电流定律（</a:t>
            </a:r>
            <a:r>
              <a:rPr lang="en-US" altLang="zh-CN" sz="2400" dirty="0"/>
              <a:t>KCL</a:t>
            </a:r>
            <a:r>
              <a:rPr lang="zh-CN" altLang="en-US" sz="2400" dirty="0"/>
              <a:t>）和基尔霍夫电压定律（</a:t>
            </a:r>
            <a:r>
              <a:rPr lang="en-US" altLang="zh-CN" sz="2400" dirty="0"/>
              <a:t>KVL</a:t>
            </a:r>
            <a:r>
              <a:rPr lang="zh-CN" altLang="en-US" sz="2400" dirty="0"/>
              <a:t>）。</a:t>
            </a:r>
            <a:endParaRPr lang="zh-CN" altLang="en-US" sz="2000" dirty="0"/>
          </a:p>
        </p:txBody>
      </p:sp>
      <p:sp>
        <p:nvSpPr>
          <p:cNvPr id="28675" name="Rectangle 3"/>
          <p:cNvSpPr>
            <a:spLocks noChangeArrowheads="1"/>
          </p:cNvSpPr>
          <p:nvPr/>
        </p:nvSpPr>
        <p:spPr bwMode="auto">
          <a:xfrm>
            <a:off x="519113" y="26035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4800">
                <a:solidFill>
                  <a:schemeClr val="accent2"/>
                </a:solidFill>
                <a:ea typeface="隶书" pitchFamily="49" charset="-122"/>
              </a:rPr>
              <a:t>人类认识电与磁的历史</a:t>
            </a:r>
          </a:p>
        </p:txBody>
      </p:sp>
      <p:sp>
        <p:nvSpPr>
          <p:cNvPr id="5" name="灯片编号占位符 4"/>
          <p:cNvSpPr>
            <a:spLocks noGrp="1"/>
          </p:cNvSpPr>
          <p:nvPr>
            <p:ph type="sldNum" sz="quarter" idx="10"/>
          </p:nvPr>
        </p:nvSpPr>
        <p:spPr/>
        <p:txBody>
          <a:bodyPr/>
          <a:lstStyle/>
          <a:p>
            <a:fld id="{B58AC878-8C27-4018-8291-912A1A823CD1}" type="slidenum">
              <a:rPr lang="zh-CN" altLang="en-US" smtClean="0"/>
              <a:pPr/>
              <a:t>41</a:t>
            </a:fld>
            <a:endParaRPr lang="zh-CN" altLang="en-US" dirty="0"/>
          </a:p>
        </p:txBody>
      </p:sp>
      <p:pic>
        <p:nvPicPr>
          <p:cNvPr id="63490" name="Picture 2" descr="古斯塔夫·罗伯特·基尔霍夫"/>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9357" y="1484783"/>
            <a:ext cx="2552700" cy="360045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6286852" y="5217239"/>
            <a:ext cx="2877711" cy="369332"/>
          </a:xfrm>
          <a:prstGeom prst="rect">
            <a:avLst/>
          </a:prstGeom>
          <a:noFill/>
        </p:spPr>
        <p:txBody>
          <a:bodyPr wrap="none" rtlCol="0">
            <a:spAutoFit/>
          </a:bodyPr>
          <a:lstStyle/>
          <a:p>
            <a:r>
              <a:rPr lang="zh-CN" altLang="en-US" sz="1800" b="1" dirty="0">
                <a:solidFill>
                  <a:schemeClr val="accent6">
                    <a:lumMod val="60000"/>
                    <a:lumOff val="40000"/>
                  </a:schemeClr>
                </a:solidFill>
              </a:rPr>
              <a:t>古斯塔夫</a:t>
            </a:r>
            <a:r>
              <a:rPr lang="en-US" altLang="zh-CN" sz="1800" b="1" dirty="0">
                <a:solidFill>
                  <a:schemeClr val="accent6">
                    <a:lumMod val="60000"/>
                    <a:lumOff val="40000"/>
                  </a:schemeClr>
                </a:solidFill>
              </a:rPr>
              <a:t>·</a:t>
            </a:r>
            <a:r>
              <a:rPr lang="zh-CN" altLang="en-US" sz="1800" b="1" dirty="0">
                <a:solidFill>
                  <a:schemeClr val="accent6">
                    <a:lumMod val="60000"/>
                    <a:lumOff val="40000"/>
                  </a:schemeClr>
                </a:solidFill>
              </a:rPr>
              <a:t>罗伯特</a:t>
            </a:r>
            <a:r>
              <a:rPr lang="en-US" altLang="zh-CN" sz="1800" b="1" dirty="0">
                <a:solidFill>
                  <a:schemeClr val="accent6">
                    <a:lumMod val="60000"/>
                    <a:lumOff val="40000"/>
                  </a:schemeClr>
                </a:solidFill>
              </a:rPr>
              <a:t>·</a:t>
            </a:r>
            <a:r>
              <a:rPr lang="zh-CN" altLang="en-US" sz="1800" b="1" dirty="0">
                <a:solidFill>
                  <a:schemeClr val="accent6">
                    <a:lumMod val="60000"/>
                    <a:lumOff val="40000"/>
                  </a:schemeClr>
                </a:solidFill>
              </a:rPr>
              <a:t>基尔霍夫</a:t>
            </a:r>
          </a:p>
        </p:txBody>
      </p:sp>
      <p:sp>
        <p:nvSpPr>
          <p:cNvPr id="3" name="TextBox 2"/>
          <p:cNvSpPr txBox="1"/>
          <p:nvPr/>
        </p:nvSpPr>
        <p:spPr>
          <a:xfrm>
            <a:off x="2699792" y="5586571"/>
            <a:ext cx="2492990" cy="646331"/>
          </a:xfrm>
          <a:prstGeom prst="rect">
            <a:avLst/>
          </a:prstGeom>
          <a:noFill/>
          <a:ln>
            <a:solidFill>
              <a:srgbClr val="FFC000"/>
            </a:solidFill>
          </a:ln>
        </p:spPr>
        <p:txBody>
          <a:bodyPr wrap="none" rtlCol="0">
            <a:spAutoFit/>
          </a:bodyPr>
          <a:lstStyle/>
          <a:p>
            <a:r>
              <a:rPr lang="zh-CN" altLang="en-US" b="1" dirty="0"/>
              <a:t>电势↔电路</a:t>
            </a:r>
          </a:p>
        </p:txBody>
      </p:sp>
    </p:spTree>
    <p:extLst>
      <p:ext uri="{BB962C8B-B14F-4D97-AF65-F5344CB8AC3E}">
        <p14:creationId xmlns:p14="http://schemas.microsoft.com/office/powerpoint/2010/main" val="414495814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2"/>
          <p:cNvSpPr>
            <a:spLocks noGrp="1" noChangeArrowheads="1"/>
          </p:cNvSpPr>
          <p:nvPr>
            <p:ph type="body" idx="1"/>
          </p:nvPr>
        </p:nvSpPr>
        <p:spPr>
          <a:xfrm>
            <a:off x="251520" y="1268760"/>
            <a:ext cx="6263927" cy="4708525"/>
          </a:xfrm>
        </p:spPr>
        <p:txBody>
          <a:bodyPr/>
          <a:lstStyle/>
          <a:p>
            <a:pPr eaLnBrk="1" hangingPunct="1"/>
            <a:r>
              <a:rPr lang="en-US" altLang="zh-CN" sz="2800" dirty="0">
                <a:solidFill>
                  <a:srgbClr val="A50021"/>
                </a:solidFill>
              </a:rPr>
              <a:t>19</a:t>
            </a:r>
            <a:r>
              <a:rPr lang="zh-CN" altLang="en-US" sz="2800" dirty="0">
                <a:solidFill>
                  <a:srgbClr val="A50021"/>
                </a:solidFill>
              </a:rPr>
              <a:t>世纪中叶，电磁理论得以建立</a:t>
            </a:r>
          </a:p>
          <a:p>
            <a:pPr lvl="1" eaLnBrk="1" hangingPunct="1"/>
            <a:r>
              <a:rPr lang="zh-CN" altLang="en-US" sz="2400" dirty="0"/>
              <a:t>安培没有把静电场与电流作用统一起来</a:t>
            </a:r>
          </a:p>
          <a:p>
            <a:pPr lvl="1" eaLnBrk="1" hangingPunct="1"/>
            <a:r>
              <a:rPr lang="en-US" altLang="zh-CN" sz="2400" dirty="0"/>
              <a:t>1822</a:t>
            </a:r>
            <a:r>
              <a:rPr lang="zh-CN" altLang="en-US" sz="2400" dirty="0"/>
              <a:t>年傅立叶发表</a:t>
            </a:r>
            <a:r>
              <a:rPr lang="en-US" altLang="zh-CN" sz="2400" dirty="0"/>
              <a:t>《</a:t>
            </a:r>
            <a:r>
              <a:rPr lang="zh-CN" altLang="en-US" sz="2400" dirty="0"/>
              <a:t>热的解析理论</a:t>
            </a:r>
            <a:r>
              <a:rPr lang="en-US" altLang="zh-CN" sz="2400" dirty="0"/>
              <a:t>》</a:t>
            </a:r>
            <a:r>
              <a:rPr lang="zh-CN" altLang="en-US" sz="2400" dirty="0"/>
              <a:t>，建立了热传导方程</a:t>
            </a:r>
          </a:p>
          <a:p>
            <a:pPr lvl="1" eaLnBrk="1" hangingPunct="1"/>
            <a:r>
              <a:rPr lang="zh-CN" altLang="en-US" sz="2400" dirty="0"/>
              <a:t>威廉</a:t>
            </a:r>
            <a:r>
              <a:rPr lang="en-US" altLang="zh-CN" sz="2400" dirty="0">
                <a:latin typeface="Adobe 仿宋 Std R"/>
                <a:ea typeface="Adobe 仿宋 Std R"/>
              </a:rPr>
              <a:t>·</a:t>
            </a:r>
            <a:r>
              <a:rPr lang="zh-CN" altLang="en-US" sz="2400" dirty="0"/>
              <a:t>汤姆生（即开尔文）深受傅立叶的影响，他通过把电磁现象与热流现象类比，并利用法拉第的力线思想，借鉴傅立叶的热解析方法，初步建立了电磁作用的统一理论</a:t>
            </a:r>
          </a:p>
        </p:txBody>
      </p:sp>
      <p:sp>
        <p:nvSpPr>
          <p:cNvPr id="28675" name="Rectangle 3"/>
          <p:cNvSpPr>
            <a:spLocks noChangeArrowheads="1"/>
          </p:cNvSpPr>
          <p:nvPr/>
        </p:nvSpPr>
        <p:spPr bwMode="auto">
          <a:xfrm>
            <a:off x="519113" y="26035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4800">
                <a:solidFill>
                  <a:schemeClr val="accent2"/>
                </a:solidFill>
                <a:ea typeface="隶书" pitchFamily="49" charset="-122"/>
              </a:rPr>
              <a:t>人类认识电与磁的历史</a:t>
            </a:r>
          </a:p>
        </p:txBody>
      </p:sp>
      <p:sp>
        <p:nvSpPr>
          <p:cNvPr id="8" name="Rectangle 2"/>
          <p:cNvSpPr txBox="1">
            <a:spLocks noChangeArrowheads="1"/>
          </p:cNvSpPr>
          <p:nvPr/>
        </p:nvSpPr>
        <p:spPr bwMode="auto">
          <a:xfrm>
            <a:off x="251520" y="4941168"/>
            <a:ext cx="8526785" cy="1916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a:solidFill>
                  <a:srgbClr val="333300"/>
                </a:solidFill>
                <a:latin typeface="+mn-lt"/>
                <a:ea typeface="+mn-ea"/>
                <a:cs typeface="+mn-cs"/>
              </a:defRPr>
            </a:lvl1pPr>
            <a:lvl2pPr marL="742950" indent="-285750" algn="l" rtl="0" eaLnBrk="0" fontAlgn="base" hangingPunct="0">
              <a:spcBef>
                <a:spcPct val="20000"/>
              </a:spcBef>
              <a:spcAft>
                <a:spcPct val="0"/>
              </a:spcAft>
              <a:buChar char="–"/>
              <a:defRPr sz="2800" b="1">
                <a:solidFill>
                  <a:srgbClr val="333300"/>
                </a:solidFill>
                <a:latin typeface="+mn-lt"/>
                <a:ea typeface="+mn-ea"/>
              </a:defRPr>
            </a:lvl2pPr>
            <a:lvl3pPr marL="1143000" indent="-228600" algn="l" rtl="0" eaLnBrk="0" fontAlgn="base" hangingPunct="0">
              <a:spcBef>
                <a:spcPct val="20000"/>
              </a:spcBef>
              <a:spcAft>
                <a:spcPct val="0"/>
              </a:spcAft>
              <a:buChar char="•"/>
              <a:defRPr sz="2400" b="1">
                <a:solidFill>
                  <a:srgbClr val="333300"/>
                </a:solidFill>
                <a:latin typeface="+mn-lt"/>
                <a:ea typeface="+mn-ea"/>
              </a:defRPr>
            </a:lvl3pPr>
            <a:lvl4pPr marL="1600200" indent="-228600" algn="l" rtl="0" eaLnBrk="0" fontAlgn="base" hangingPunct="0">
              <a:spcBef>
                <a:spcPct val="20000"/>
              </a:spcBef>
              <a:spcAft>
                <a:spcPct val="0"/>
              </a:spcAft>
              <a:buChar char="–"/>
              <a:defRPr sz="2000" b="1">
                <a:solidFill>
                  <a:srgbClr val="333300"/>
                </a:solidFill>
                <a:latin typeface="+mn-lt"/>
                <a:ea typeface="+mn-ea"/>
              </a:defRPr>
            </a:lvl4pPr>
            <a:lvl5pPr marL="2057400" indent="-228600" algn="l" rtl="0" eaLnBrk="0" fontAlgn="base" hangingPunct="0">
              <a:spcBef>
                <a:spcPct val="20000"/>
              </a:spcBef>
              <a:spcAft>
                <a:spcPct val="0"/>
              </a:spcAft>
              <a:buChar char="»"/>
              <a:defRPr sz="2000" b="1">
                <a:solidFill>
                  <a:srgbClr val="333300"/>
                </a:solidFill>
                <a:latin typeface="+mn-lt"/>
                <a:ea typeface="+mn-ea"/>
              </a:defRPr>
            </a:lvl5pPr>
            <a:lvl6pPr marL="2514600" indent="-228600" algn="l" rtl="0" fontAlgn="base">
              <a:spcBef>
                <a:spcPct val="20000"/>
              </a:spcBef>
              <a:spcAft>
                <a:spcPct val="0"/>
              </a:spcAft>
              <a:buChar char="»"/>
              <a:defRPr sz="2000" b="1">
                <a:solidFill>
                  <a:srgbClr val="333300"/>
                </a:solidFill>
                <a:latin typeface="+mn-lt"/>
                <a:ea typeface="+mn-ea"/>
              </a:defRPr>
            </a:lvl6pPr>
            <a:lvl7pPr marL="2971800" indent="-228600" algn="l" rtl="0" fontAlgn="base">
              <a:spcBef>
                <a:spcPct val="20000"/>
              </a:spcBef>
              <a:spcAft>
                <a:spcPct val="0"/>
              </a:spcAft>
              <a:buChar char="»"/>
              <a:defRPr sz="2000" b="1">
                <a:solidFill>
                  <a:srgbClr val="333300"/>
                </a:solidFill>
                <a:latin typeface="+mn-lt"/>
                <a:ea typeface="+mn-ea"/>
              </a:defRPr>
            </a:lvl7pPr>
            <a:lvl8pPr marL="3429000" indent="-228600" algn="l" rtl="0" fontAlgn="base">
              <a:spcBef>
                <a:spcPct val="20000"/>
              </a:spcBef>
              <a:spcAft>
                <a:spcPct val="0"/>
              </a:spcAft>
              <a:buChar char="»"/>
              <a:defRPr sz="2000" b="1">
                <a:solidFill>
                  <a:srgbClr val="333300"/>
                </a:solidFill>
                <a:latin typeface="+mn-lt"/>
                <a:ea typeface="+mn-ea"/>
              </a:defRPr>
            </a:lvl8pPr>
            <a:lvl9pPr marL="3886200" indent="-228600" algn="l" rtl="0" fontAlgn="base">
              <a:spcBef>
                <a:spcPct val="20000"/>
              </a:spcBef>
              <a:spcAft>
                <a:spcPct val="0"/>
              </a:spcAft>
              <a:buChar char="»"/>
              <a:defRPr sz="2000" b="1">
                <a:solidFill>
                  <a:srgbClr val="333300"/>
                </a:solidFill>
                <a:latin typeface="+mn-lt"/>
                <a:ea typeface="+mn-ea"/>
              </a:defRPr>
            </a:lvl9pPr>
          </a:lstStyle>
          <a:p>
            <a:pPr lvl="1" eaLnBrk="1" hangingPunct="1"/>
            <a:r>
              <a:rPr lang="zh-CN" altLang="en-US" sz="2400" kern="0" dirty="0"/>
              <a:t>在汤姆生的影响下，麦克斯韦从</a:t>
            </a:r>
            <a:r>
              <a:rPr lang="en-US" altLang="zh-CN" sz="2400" kern="0" dirty="0"/>
              <a:t>1855</a:t>
            </a:r>
            <a:r>
              <a:rPr lang="zh-CN" altLang="en-US" sz="2400" kern="0" dirty="0"/>
              <a:t>年起学习电学，他大学刚毕业就着手研究用数学分析方法表述法拉第的力线思想。</a:t>
            </a:r>
            <a:r>
              <a:rPr lang="en-US" altLang="zh-CN" sz="2400" kern="0" dirty="0"/>
              <a:t>1856</a:t>
            </a:r>
            <a:r>
              <a:rPr lang="zh-CN" altLang="en-US" sz="2400" kern="0" dirty="0"/>
              <a:t>年他发表了</a:t>
            </a:r>
            <a:r>
              <a:rPr lang="en-US" altLang="zh-CN" sz="2400" kern="0" dirty="0"/>
              <a:t>《</a:t>
            </a:r>
            <a:r>
              <a:rPr lang="zh-CN" altLang="en-US" sz="2400" kern="0" dirty="0"/>
              <a:t>论法拉第力线</a:t>
            </a:r>
            <a:r>
              <a:rPr lang="en-US" altLang="zh-CN" sz="2400" kern="0" dirty="0"/>
              <a:t>》</a:t>
            </a:r>
            <a:r>
              <a:rPr lang="zh-CN" altLang="en-US" sz="2400" kern="0" dirty="0"/>
              <a:t>。</a:t>
            </a:r>
            <a:r>
              <a:rPr lang="en-US" altLang="zh-CN" sz="2400" kern="0" dirty="0"/>
              <a:t>1861</a:t>
            </a:r>
            <a:r>
              <a:rPr lang="zh-CN" altLang="en-US" sz="2400" kern="0" dirty="0"/>
              <a:t>和</a:t>
            </a:r>
            <a:r>
              <a:rPr lang="en-US" altLang="zh-CN" sz="2400" kern="0" dirty="0"/>
              <a:t>1862</a:t>
            </a:r>
            <a:r>
              <a:rPr lang="zh-CN" altLang="en-US" sz="2400" kern="0" dirty="0"/>
              <a:t>年发表了</a:t>
            </a:r>
            <a:r>
              <a:rPr lang="en-US" altLang="zh-CN" sz="2400" kern="0" dirty="0"/>
              <a:t>《</a:t>
            </a:r>
            <a:r>
              <a:rPr lang="zh-CN" altLang="en-US" sz="2400" kern="0" dirty="0"/>
              <a:t>论物理力线</a:t>
            </a:r>
            <a:r>
              <a:rPr lang="en-US" altLang="zh-CN" sz="2400" kern="0" dirty="0"/>
              <a:t>》</a:t>
            </a:r>
            <a:r>
              <a:rPr lang="zh-CN" altLang="en-US" sz="2400" kern="0" dirty="0"/>
              <a:t>。</a:t>
            </a:r>
            <a:r>
              <a:rPr lang="en-US" altLang="zh-CN" sz="2400" kern="0" dirty="0"/>
              <a:t>1865</a:t>
            </a:r>
            <a:r>
              <a:rPr lang="zh-CN" altLang="en-US" sz="2400" kern="0" dirty="0"/>
              <a:t>年发表了</a:t>
            </a:r>
            <a:r>
              <a:rPr lang="en-US" altLang="zh-CN" sz="2400" kern="0" dirty="0"/>
              <a:t>《</a:t>
            </a:r>
            <a:r>
              <a:rPr lang="zh-CN" altLang="en-US" sz="2400" kern="0" dirty="0"/>
              <a:t>电磁场的动力学理论</a:t>
            </a:r>
            <a:r>
              <a:rPr lang="en-US" altLang="zh-CN" sz="2400" kern="0" dirty="0"/>
              <a:t>》</a:t>
            </a:r>
            <a:r>
              <a:rPr lang="zh-CN" altLang="en-US" sz="2400" kern="0" dirty="0"/>
              <a:t>，全面阐述了电磁场理论</a:t>
            </a:r>
          </a:p>
        </p:txBody>
      </p:sp>
      <p:pic>
        <p:nvPicPr>
          <p:cNvPr id="2867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0891" y="1340768"/>
            <a:ext cx="2487613" cy="335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灯片编号占位符 4"/>
          <p:cNvSpPr>
            <a:spLocks noGrp="1"/>
          </p:cNvSpPr>
          <p:nvPr>
            <p:ph type="sldNum" sz="quarter" idx="10"/>
          </p:nvPr>
        </p:nvSpPr>
        <p:spPr/>
        <p:txBody>
          <a:bodyPr/>
          <a:lstStyle/>
          <a:p>
            <a:fld id="{B58AC878-8C27-4018-8291-912A1A823CD1}" type="slidenum">
              <a:rPr lang="zh-CN" altLang="en-US" smtClean="0"/>
              <a:pPr/>
              <a:t>42</a:t>
            </a:fld>
            <a:endParaRPr lang="zh-CN" altLang="en-US" dirty="0"/>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Text Box 17"/>
          <p:cNvSpPr txBox="1">
            <a:spLocks noChangeArrowheads="1"/>
          </p:cNvSpPr>
          <p:nvPr/>
        </p:nvSpPr>
        <p:spPr bwMode="auto">
          <a:xfrm>
            <a:off x="3132138" y="1196975"/>
            <a:ext cx="5688012"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lang="zh-CN" altLang="en-US" sz="2800" b="1"/>
              <a:t>建立起电磁场理论，将电学、磁学、光学统一起来，预言了电磁波的存在。指出光是电磁波的一种形式。在前人成就的基础上，对整个电磁现象作了系统、全面的研究，凭借他高深的数学造诣和丰富的想象力对前人和他自己的工作进行了综合概括，将电磁场理论用简洁、对称、完美数学形式表示出来</a:t>
            </a:r>
          </a:p>
        </p:txBody>
      </p:sp>
      <p:sp>
        <p:nvSpPr>
          <p:cNvPr id="191491" name="Rectangle 3"/>
          <p:cNvSpPr>
            <a:spLocks noChangeArrowheads="1"/>
          </p:cNvSpPr>
          <p:nvPr/>
        </p:nvSpPr>
        <p:spPr bwMode="auto">
          <a:xfrm flipV="1">
            <a:off x="304800" y="914400"/>
            <a:ext cx="8599488" cy="42863"/>
          </a:xfrm>
          <a:prstGeom prst="rect">
            <a:avLst/>
          </a:prstGeom>
          <a:gradFill rotWithShape="0">
            <a:gsLst>
              <a:gs pos="0">
                <a:schemeClr val="bg2">
                  <a:gamma/>
                  <a:tint val="0"/>
                  <a:invGamma/>
                </a:schemeClr>
              </a:gs>
              <a:gs pos="100000">
                <a:schemeClr val="bg2"/>
              </a:gs>
            </a:gsLst>
            <a:path path="shape">
              <a:fillToRect l="50000" t="50000" r="50000" b="50000"/>
            </a:path>
          </a:gradFill>
          <a:ln w="12700">
            <a:noFill/>
            <a:miter lim="800000"/>
            <a:headEnd type="none" w="sm" len="sm"/>
            <a:tailEnd type="none" w="sm" len="sm"/>
          </a:ln>
          <a:effectLst/>
        </p:spPr>
        <p:txBody>
          <a:bodyPr wrap="none" anchor="ctr"/>
          <a:lstStyle/>
          <a:p>
            <a:pPr algn="l">
              <a:defRPr/>
            </a:pPr>
            <a:endParaRPr lang="zh-CN" altLang="en-US" sz="2400" b="1">
              <a:latin typeface="Arial" charset="0"/>
            </a:endParaRPr>
          </a:p>
        </p:txBody>
      </p:sp>
      <p:grpSp>
        <p:nvGrpSpPr>
          <p:cNvPr id="29700" name="Group 18"/>
          <p:cNvGrpSpPr>
            <a:grpSpLocks/>
          </p:cNvGrpSpPr>
          <p:nvPr/>
        </p:nvGrpSpPr>
        <p:grpSpPr bwMode="auto">
          <a:xfrm>
            <a:off x="0" y="1125538"/>
            <a:ext cx="3313113" cy="4017962"/>
            <a:chOff x="0" y="709"/>
            <a:chExt cx="2087" cy="2531"/>
          </a:xfrm>
        </p:grpSpPr>
        <p:pic>
          <p:nvPicPr>
            <p:cNvPr id="29708" name="Picture 11" descr="maxwe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 y="709"/>
              <a:ext cx="1513" cy="1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9" name="Rectangle 12"/>
            <p:cNvSpPr>
              <a:spLocks noChangeArrowheads="1"/>
            </p:cNvSpPr>
            <p:nvPr/>
          </p:nvSpPr>
          <p:spPr bwMode="auto">
            <a:xfrm>
              <a:off x="0" y="2568"/>
              <a:ext cx="2087"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lang="en-US" altLang="zh-CN" sz="3200" b="1"/>
                <a:t>     </a:t>
              </a:r>
              <a:r>
                <a:rPr lang="zh-CN" altLang="en-US" sz="3200" b="1"/>
                <a:t>麦克斯韦 </a:t>
              </a:r>
            </a:p>
            <a:p>
              <a:pPr algn="l" eaLnBrk="1" hangingPunct="1"/>
              <a:r>
                <a:rPr lang="zh-CN" altLang="en-US" sz="3200" b="1"/>
                <a:t> </a:t>
              </a:r>
              <a:r>
                <a:rPr lang="en-US" altLang="zh-CN" sz="3200" b="1"/>
                <a:t>(1831</a:t>
              </a:r>
              <a:r>
                <a:rPr lang="zh-CN" altLang="en-US" sz="3200" b="1"/>
                <a:t>－</a:t>
              </a:r>
              <a:r>
                <a:rPr lang="en-US" altLang="zh-CN" sz="3200" b="1"/>
                <a:t>1879) </a:t>
              </a:r>
            </a:p>
          </p:txBody>
        </p:sp>
      </p:grpSp>
      <p:sp>
        <p:nvSpPr>
          <p:cNvPr id="29701" name="Rectangle 8"/>
          <p:cNvSpPr>
            <a:spLocks noChangeArrowheads="1"/>
          </p:cNvSpPr>
          <p:nvPr/>
        </p:nvSpPr>
        <p:spPr bwMode="auto">
          <a:xfrm>
            <a:off x="0" y="1125538"/>
            <a:ext cx="9144000" cy="142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29702" name="Rectangle 9"/>
          <p:cNvSpPr>
            <a:spLocks noChangeArrowheads="1"/>
          </p:cNvSpPr>
          <p:nvPr/>
        </p:nvSpPr>
        <p:spPr bwMode="auto">
          <a:xfrm>
            <a:off x="519113" y="-26988"/>
            <a:ext cx="8229600" cy="1143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4800">
                <a:solidFill>
                  <a:schemeClr val="accent2"/>
                </a:solidFill>
                <a:ea typeface="隶书" pitchFamily="49" charset="-122"/>
              </a:rPr>
              <a:t>人类认识电与磁的历史</a:t>
            </a:r>
          </a:p>
        </p:txBody>
      </p:sp>
      <p:grpSp>
        <p:nvGrpSpPr>
          <p:cNvPr id="89109" name="Group 21"/>
          <p:cNvGrpSpPr>
            <a:grpSpLocks/>
          </p:cNvGrpSpPr>
          <p:nvPr/>
        </p:nvGrpSpPr>
        <p:grpSpPr bwMode="auto">
          <a:xfrm>
            <a:off x="3922713" y="1300386"/>
            <a:ext cx="4681735" cy="3959001"/>
            <a:chOff x="2471" y="981"/>
            <a:chExt cx="2994" cy="3084"/>
          </a:xfrm>
        </p:grpSpPr>
        <p:sp>
          <p:nvSpPr>
            <p:cNvPr id="29704" name="Rectangle 17"/>
            <p:cNvSpPr>
              <a:spLocks noChangeArrowheads="1"/>
            </p:cNvSpPr>
            <p:nvPr/>
          </p:nvSpPr>
          <p:spPr bwMode="auto">
            <a:xfrm>
              <a:off x="2471" y="1344"/>
              <a:ext cx="2994" cy="2721"/>
            </a:xfrm>
            <a:prstGeom prst="rect">
              <a:avLst/>
            </a:prstGeom>
            <a:solidFill>
              <a:srgbClr val="FFFF66"/>
            </a:solidFill>
            <a:ln w="38100" algn="ctr">
              <a:solidFill>
                <a:srgbClr val="66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grpSp>
          <p:nvGrpSpPr>
            <p:cNvPr id="29705" name="Group 20"/>
            <p:cNvGrpSpPr>
              <a:grpSpLocks/>
            </p:cNvGrpSpPr>
            <p:nvPr/>
          </p:nvGrpSpPr>
          <p:grpSpPr bwMode="auto">
            <a:xfrm>
              <a:off x="2697" y="981"/>
              <a:ext cx="2543" cy="3022"/>
              <a:chOff x="2697" y="981"/>
              <a:chExt cx="2543" cy="3022"/>
            </a:xfrm>
          </p:grpSpPr>
          <p:sp>
            <p:nvSpPr>
              <p:cNvPr id="29706" name="Text Box 18"/>
              <p:cNvSpPr txBox="1">
                <a:spLocks noChangeArrowheads="1"/>
              </p:cNvSpPr>
              <p:nvPr/>
            </p:nvSpPr>
            <p:spPr bwMode="auto">
              <a:xfrm>
                <a:off x="2880" y="981"/>
                <a:ext cx="2299" cy="404"/>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lang="zh-CN" altLang="en-US" b="1" dirty="0">
                    <a:solidFill>
                      <a:srgbClr val="CC0000"/>
                    </a:solidFill>
                  </a:rPr>
                  <a:t>麦克斯韦方程组  </a:t>
                </a:r>
              </a:p>
            </p:txBody>
          </p:sp>
          <p:graphicFrame>
            <p:nvGraphicFramePr>
              <p:cNvPr id="29707" name="Object 15"/>
              <p:cNvGraphicFramePr>
                <a:graphicFrameLocks noChangeAspect="1"/>
              </p:cNvGraphicFramePr>
              <p:nvPr/>
            </p:nvGraphicFramePr>
            <p:xfrm>
              <a:off x="2697" y="1344"/>
              <a:ext cx="2543" cy="2659"/>
            </p:xfrm>
            <a:graphic>
              <a:graphicData uri="http://schemas.openxmlformats.org/presentationml/2006/ole">
                <mc:AlternateContent xmlns:mc="http://schemas.openxmlformats.org/markup-compatibility/2006">
                  <mc:Choice xmlns:v="urn:schemas-microsoft-com:vml" Requires="v">
                    <p:oleObj spid="_x0000_s29758" name="公式" r:id="rId4" imgW="1460500" imgH="1524000" progId="Equation.3">
                      <p:embed/>
                    </p:oleObj>
                  </mc:Choice>
                  <mc:Fallback>
                    <p:oleObj name="公式" r:id="rId4" imgW="1460500" imgH="1524000" progId="Equation.3">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7" y="1344"/>
                            <a:ext cx="2543" cy="2659"/>
                          </a:xfrm>
                          <a:prstGeom prst="rect">
                            <a:avLst/>
                          </a:prstGeom>
                          <a:noFill/>
                          <a:ln>
                            <a:noFill/>
                          </a:ln>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sp>
        <p:nvSpPr>
          <p:cNvPr id="2" name="灯片编号占位符 1"/>
          <p:cNvSpPr>
            <a:spLocks noGrp="1"/>
          </p:cNvSpPr>
          <p:nvPr>
            <p:ph type="sldNum" sz="quarter" idx="10"/>
          </p:nvPr>
        </p:nvSpPr>
        <p:spPr/>
        <p:txBody>
          <a:bodyPr/>
          <a:lstStyle/>
          <a:p>
            <a:fld id="{B58AC878-8C27-4018-8291-912A1A823CD1}" type="slidenum">
              <a:rPr lang="zh-CN" altLang="en-US" smtClean="0"/>
              <a:pPr/>
              <a:t>43</a:t>
            </a:fld>
            <a:endParaRPr lang="zh-CN" altLang="en-US" dirty="0"/>
          </a:p>
        </p:txBody>
      </p:sp>
      <p:sp>
        <p:nvSpPr>
          <p:cNvPr id="15" name="TextBox 14"/>
          <p:cNvSpPr txBox="1"/>
          <p:nvPr/>
        </p:nvSpPr>
        <p:spPr>
          <a:xfrm>
            <a:off x="3024361" y="6200933"/>
            <a:ext cx="2962671" cy="646331"/>
          </a:xfrm>
          <a:prstGeom prst="rect">
            <a:avLst/>
          </a:prstGeom>
          <a:noFill/>
          <a:ln>
            <a:solidFill>
              <a:srgbClr val="FFC000"/>
            </a:solidFill>
          </a:ln>
        </p:spPr>
        <p:txBody>
          <a:bodyPr wrap="none" rtlCol="0">
            <a:spAutoFit/>
          </a:bodyPr>
          <a:lstStyle/>
          <a:p>
            <a:r>
              <a:rPr lang="zh-CN" altLang="en-US" b="1" dirty="0"/>
              <a:t>场↔电荷载体</a:t>
            </a:r>
          </a:p>
        </p:txBody>
      </p:sp>
      <p:sp>
        <p:nvSpPr>
          <p:cNvPr id="16" name="TextBox 15"/>
          <p:cNvSpPr txBox="1"/>
          <p:nvPr/>
        </p:nvSpPr>
        <p:spPr>
          <a:xfrm>
            <a:off x="3259201" y="5277851"/>
            <a:ext cx="2492990" cy="646331"/>
          </a:xfrm>
          <a:prstGeom prst="rect">
            <a:avLst/>
          </a:prstGeom>
          <a:noFill/>
          <a:ln>
            <a:solidFill>
              <a:srgbClr val="FFC000"/>
            </a:solidFill>
          </a:ln>
        </p:spPr>
        <p:txBody>
          <a:bodyPr wrap="none" rtlCol="0">
            <a:spAutoFit/>
          </a:bodyPr>
          <a:lstStyle/>
          <a:p>
            <a:r>
              <a:rPr lang="zh-CN" altLang="en-US" b="1" dirty="0"/>
              <a:t>电势↔电路</a:t>
            </a:r>
          </a:p>
        </p:txBody>
      </p:sp>
      <p:cxnSp>
        <p:nvCxnSpPr>
          <p:cNvPr id="4" name="直接箭头连接符 3"/>
          <p:cNvCxnSpPr>
            <a:stCxn id="16" idx="2"/>
            <a:endCxn id="15" idx="0"/>
          </p:cNvCxnSpPr>
          <p:nvPr/>
        </p:nvCxnSpPr>
        <p:spPr bwMode="auto">
          <a:xfrm>
            <a:off x="4505696" y="5924182"/>
            <a:ext cx="1" cy="276751"/>
          </a:xfrm>
          <a:prstGeom prst="straightConnector1">
            <a:avLst/>
          </a:prstGeom>
          <a:noFill/>
          <a:ln w="25400" cap="flat" cmpd="sng" algn="ctr">
            <a:solidFill>
              <a:srgbClr val="FFC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9109"/>
                                        </p:tgtEl>
                                        <p:attrNameLst>
                                          <p:attrName>style.visibility</p:attrName>
                                        </p:attrNameLst>
                                      </p:cBhvr>
                                      <p:to>
                                        <p:strVal val="visible"/>
                                      </p:to>
                                    </p:set>
                                    <p:animEffect transition="in" filter="dissolve">
                                      <p:cBhvr>
                                        <p:cTn id="7" dur="500"/>
                                        <p:tgtEl>
                                          <p:spTgt spid="8910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additive="base">
                                        <p:cTn id="12" dur="500" fill="hold"/>
                                        <p:tgtEl>
                                          <p:spTgt spid="16"/>
                                        </p:tgtEl>
                                        <p:attrNameLst>
                                          <p:attrName>ppt_x</p:attrName>
                                        </p:attrNameLst>
                                      </p:cBhvr>
                                      <p:tavLst>
                                        <p:tav tm="0">
                                          <p:val>
                                            <p:strVal val="#ppt_x"/>
                                          </p:val>
                                        </p:tav>
                                        <p:tav tm="100000">
                                          <p:val>
                                            <p:strVal val="#ppt_x"/>
                                          </p:val>
                                        </p:tav>
                                      </p:tavLst>
                                    </p:anim>
                                    <p:anim calcmode="lin" valueType="num">
                                      <p:cBhvr additive="base">
                                        <p:cTn id="13"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ppt_x"/>
                                          </p:val>
                                        </p:tav>
                                        <p:tav tm="100000">
                                          <p:val>
                                            <p:strVal val="#ppt_x"/>
                                          </p:val>
                                        </p:tav>
                                      </p:tavLst>
                                    </p:anim>
                                    <p:anim calcmode="lin" valueType="num">
                                      <p:cBhvr additive="base">
                                        <p:cTn id="1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additive="base">
                                        <p:cTn id="24" dur="500" fill="hold"/>
                                        <p:tgtEl>
                                          <p:spTgt spid="15"/>
                                        </p:tgtEl>
                                        <p:attrNameLst>
                                          <p:attrName>ppt_x</p:attrName>
                                        </p:attrNameLst>
                                      </p:cBhvr>
                                      <p:tavLst>
                                        <p:tav tm="0">
                                          <p:val>
                                            <p:strVal val="#ppt_x"/>
                                          </p:val>
                                        </p:tav>
                                        <p:tav tm="100000">
                                          <p:val>
                                            <p:strVal val="#ppt_x"/>
                                          </p:val>
                                        </p:tav>
                                      </p:tavLst>
                                    </p:anim>
                                    <p:anim calcmode="lin" valueType="num">
                                      <p:cBhvr additive="base">
                                        <p:cTn id="25"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0723"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0724"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26982"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30726" name="Group 7"/>
          <p:cNvGrpSpPr>
            <a:grpSpLocks/>
          </p:cNvGrpSpPr>
          <p:nvPr/>
        </p:nvGrpSpPr>
        <p:grpSpPr bwMode="auto">
          <a:xfrm>
            <a:off x="684213" y="5300663"/>
            <a:ext cx="6846887" cy="1368425"/>
            <a:chOff x="431" y="3339"/>
            <a:chExt cx="4313" cy="862"/>
          </a:xfrm>
        </p:grpSpPr>
        <p:sp>
          <p:nvSpPr>
            <p:cNvPr id="126984" name="WordArt 8"/>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0762" name="Text Box 9"/>
            <p:cNvSpPr txBox="1">
              <a:spLocks noChangeArrowheads="1"/>
            </p:cNvSpPr>
            <p:nvPr/>
          </p:nvSpPr>
          <p:spPr bwMode="auto">
            <a:xfrm>
              <a:off x="1519" y="3753"/>
              <a:ext cx="3225"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 </a:t>
              </a:r>
            </a:p>
          </p:txBody>
        </p:sp>
        <p:sp>
          <p:nvSpPr>
            <p:cNvPr id="30763" name="Line 10"/>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64" name="Line 11"/>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727" name="Group 12"/>
          <p:cNvGrpSpPr>
            <a:grpSpLocks/>
          </p:cNvGrpSpPr>
          <p:nvPr/>
        </p:nvGrpSpPr>
        <p:grpSpPr bwMode="auto">
          <a:xfrm>
            <a:off x="1042988" y="5013325"/>
            <a:ext cx="4322762" cy="782638"/>
            <a:chOff x="657" y="3158"/>
            <a:chExt cx="2723" cy="493"/>
          </a:xfrm>
        </p:grpSpPr>
        <p:sp>
          <p:nvSpPr>
            <p:cNvPr id="126989" name="WordArt 13"/>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0759" name="Text Box 14"/>
            <p:cNvSpPr txBox="1">
              <a:spLocks noChangeArrowheads="1"/>
            </p:cNvSpPr>
            <p:nvPr/>
          </p:nvSpPr>
          <p:spPr bwMode="auto">
            <a:xfrm>
              <a:off x="1882" y="3203"/>
              <a:ext cx="1498"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  </a:t>
              </a:r>
            </a:p>
          </p:txBody>
        </p:sp>
        <p:sp>
          <p:nvSpPr>
            <p:cNvPr id="30760" name="Line 15"/>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728" name="Group 16"/>
          <p:cNvGrpSpPr>
            <a:grpSpLocks/>
          </p:cNvGrpSpPr>
          <p:nvPr/>
        </p:nvGrpSpPr>
        <p:grpSpPr bwMode="auto">
          <a:xfrm>
            <a:off x="1619250" y="4724400"/>
            <a:ext cx="6553200" cy="711200"/>
            <a:chOff x="1020" y="2976"/>
            <a:chExt cx="4128" cy="448"/>
          </a:xfrm>
        </p:grpSpPr>
        <p:sp>
          <p:nvSpPr>
            <p:cNvPr id="126993" name="WordArt 17"/>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30756" name="Text Box 18"/>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30757" name="Line 19"/>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729" name="Group 20"/>
          <p:cNvGrpSpPr>
            <a:grpSpLocks/>
          </p:cNvGrpSpPr>
          <p:nvPr/>
        </p:nvGrpSpPr>
        <p:grpSpPr bwMode="auto">
          <a:xfrm>
            <a:off x="755650" y="3227388"/>
            <a:ext cx="1285875" cy="1354137"/>
            <a:chOff x="476" y="2033"/>
            <a:chExt cx="810" cy="853"/>
          </a:xfrm>
        </p:grpSpPr>
        <p:sp>
          <p:nvSpPr>
            <p:cNvPr id="30753" name="Text Box 21"/>
            <p:cNvSpPr txBox="1">
              <a:spLocks noChangeArrowheads="1"/>
            </p:cNvSpPr>
            <p:nvPr/>
          </p:nvSpPr>
          <p:spPr bwMode="auto">
            <a:xfrm>
              <a:off x="476" y="2033"/>
              <a:ext cx="81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 </a:t>
              </a:r>
            </a:p>
          </p:txBody>
        </p:sp>
        <p:sp>
          <p:nvSpPr>
            <p:cNvPr id="30754" name="Line 22"/>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730" name="Group 23"/>
          <p:cNvGrpSpPr>
            <a:grpSpLocks/>
          </p:cNvGrpSpPr>
          <p:nvPr/>
        </p:nvGrpSpPr>
        <p:grpSpPr bwMode="auto">
          <a:xfrm>
            <a:off x="76200" y="3948113"/>
            <a:ext cx="1541463" cy="1281112"/>
            <a:chOff x="48" y="2487"/>
            <a:chExt cx="971" cy="807"/>
          </a:xfrm>
        </p:grpSpPr>
        <p:sp>
          <p:nvSpPr>
            <p:cNvPr id="30751" name="Text Box 24"/>
            <p:cNvSpPr txBox="1">
              <a:spLocks noChangeArrowheads="1"/>
            </p:cNvSpPr>
            <p:nvPr/>
          </p:nvSpPr>
          <p:spPr bwMode="auto">
            <a:xfrm>
              <a:off x="48" y="2487"/>
              <a:ext cx="971"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 </a:t>
              </a:r>
            </a:p>
            <a:p>
              <a:pPr algn="just" eaLnBrk="1" hangingPunct="1"/>
              <a:r>
                <a:rPr lang="zh-CN" altLang="en-US" sz="2000" b="1">
                  <a:solidFill>
                    <a:srgbClr val="006600"/>
                  </a:solidFill>
                </a:rPr>
                <a:t>    微积分</a:t>
              </a:r>
            </a:p>
          </p:txBody>
        </p:sp>
        <p:sp>
          <p:nvSpPr>
            <p:cNvPr id="30752" name="Line 25"/>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731" name="Group 26"/>
          <p:cNvGrpSpPr>
            <a:grpSpLocks/>
          </p:cNvGrpSpPr>
          <p:nvPr/>
        </p:nvGrpSpPr>
        <p:grpSpPr bwMode="auto">
          <a:xfrm>
            <a:off x="2051050" y="4221163"/>
            <a:ext cx="3744913" cy="406400"/>
            <a:chOff x="1292" y="2659"/>
            <a:chExt cx="2359" cy="256"/>
          </a:xfrm>
        </p:grpSpPr>
        <p:sp>
          <p:nvSpPr>
            <p:cNvPr id="127003" name="WordArt 27"/>
            <p:cNvSpPr>
              <a:spLocks noChangeArrowheads="1" noChangeShapeType="1" noTextEdit="1"/>
            </p:cNvSpPr>
            <p:nvPr/>
          </p:nvSpPr>
          <p:spPr bwMode="auto">
            <a:xfrm>
              <a:off x="1292" y="2704"/>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0749" name="Text Box 28"/>
            <p:cNvSpPr txBox="1">
              <a:spLocks noChangeArrowheads="1"/>
            </p:cNvSpPr>
            <p:nvPr/>
          </p:nvSpPr>
          <p:spPr bwMode="auto">
            <a:xfrm>
              <a:off x="2562" y="2659"/>
              <a:ext cx="1089"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伏达发明电堆</a:t>
              </a:r>
            </a:p>
          </p:txBody>
        </p:sp>
        <p:sp>
          <p:nvSpPr>
            <p:cNvPr id="30750" name="Line 29"/>
            <p:cNvSpPr>
              <a:spLocks noChangeShapeType="1"/>
            </p:cNvSpPr>
            <p:nvPr/>
          </p:nvSpPr>
          <p:spPr bwMode="auto">
            <a:xfrm>
              <a:off x="1927" y="279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732" name="Group 30"/>
          <p:cNvGrpSpPr>
            <a:grpSpLocks/>
          </p:cNvGrpSpPr>
          <p:nvPr/>
        </p:nvGrpSpPr>
        <p:grpSpPr bwMode="auto">
          <a:xfrm>
            <a:off x="2195513" y="3644900"/>
            <a:ext cx="6121400" cy="1016000"/>
            <a:chOff x="1383" y="2296"/>
            <a:chExt cx="3856" cy="640"/>
          </a:xfrm>
        </p:grpSpPr>
        <p:sp>
          <p:nvSpPr>
            <p:cNvPr id="127007" name="WordArt 31"/>
            <p:cNvSpPr>
              <a:spLocks noChangeArrowheads="1" noChangeShapeType="1" noTextEdit="1"/>
            </p:cNvSpPr>
            <p:nvPr/>
          </p:nvSpPr>
          <p:spPr bwMode="auto">
            <a:xfrm>
              <a:off x="1383" y="2523"/>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1820-30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0746" name="Text Box 32"/>
            <p:cNvSpPr txBox="1">
              <a:spLocks noChangeArrowheads="1"/>
            </p:cNvSpPr>
            <p:nvPr/>
          </p:nvSpPr>
          <p:spPr bwMode="auto">
            <a:xfrm>
              <a:off x="3787" y="2296"/>
              <a:ext cx="1452" cy="64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安培定律</a:t>
              </a:r>
            </a:p>
            <a:p>
              <a:pPr algn="just" eaLnBrk="1" hangingPunct="1"/>
              <a:r>
                <a:rPr lang="zh-CN" altLang="en-US" sz="2000" b="1" dirty="0">
                  <a:solidFill>
                    <a:srgbClr val="660066"/>
                  </a:solidFill>
                </a:rPr>
                <a:t>欧姆定律</a:t>
              </a:r>
            </a:p>
            <a:p>
              <a:pPr algn="just" eaLnBrk="1" hangingPunct="1"/>
              <a:r>
                <a:rPr lang="zh-CN" altLang="en-US" sz="2000" b="1" dirty="0">
                  <a:solidFill>
                    <a:srgbClr val="660066"/>
                  </a:solidFill>
                </a:rPr>
                <a:t>法拉第电磁感应</a:t>
              </a:r>
            </a:p>
          </p:txBody>
        </p:sp>
        <p:sp>
          <p:nvSpPr>
            <p:cNvPr id="30747" name="Line 33"/>
            <p:cNvSpPr>
              <a:spLocks noChangeShapeType="1"/>
            </p:cNvSpPr>
            <p:nvPr/>
          </p:nvSpPr>
          <p:spPr bwMode="auto">
            <a:xfrm>
              <a:off x="2290" y="2568"/>
              <a:ext cx="149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733" name="Group 34"/>
          <p:cNvGrpSpPr>
            <a:grpSpLocks/>
          </p:cNvGrpSpPr>
          <p:nvPr/>
        </p:nvGrpSpPr>
        <p:grpSpPr bwMode="auto">
          <a:xfrm>
            <a:off x="2700338" y="3573463"/>
            <a:ext cx="3024187" cy="466725"/>
            <a:chOff x="1701" y="2251"/>
            <a:chExt cx="1905" cy="294"/>
          </a:xfrm>
        </p:grpSpPr>
        <p:sp>
          <p:nvSpPr>
            <p:cNvPr id="127011" name="WordArt 35"/>
            <p:cNvSpPr>
              <a:spLocks noChangeArrowheads="1" noChangeShapeType="1" noTextEdit="1"/>
            </p:cNvSpPr>
            <p:nvPr/>
          </p:nvSpPr>
          <p:spPr bwMode="auto">
            <a:xfrm>
              <a:off x="1701" y="2341"/>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a:t>
              </a:r>
              <a:r>
                <a:rPr lang="zh-CN" altLang="en-US" kern="10">
                  <a:ln w="9525" cap="sq">
                    <a:solidFill>
                      <a:schemeClr val="tx1"/>
                    </a:solidFill>
                    <a:round/>
                    <a:headEnd type="none" w="sm" len="sm"/>
                    <a:tailEnd type="none" w="sm" len="sm"/>
                  </a:ln>
                  <a:solidFill>
                    <a:srgbClr val="FF0000"/>
                  </a:solidFill>
                  <a:latin typeface="宋体"/>
                  <a:ea typeface="宋体"/>
                </a:rPr>
                <a:t>世纪中叶</a:t>
              </a:r>
            </a:p>
          </p:txBody>
        </p:sp>
        <p:sp>
          <p:nvSpPr>
            <p:cNvPr id="30744" name="Text Box 36"/>
            <p:cNvSpPr txBox="1">
              <a:spLocks noChangeArrowheads="1"/>
            </p:cNvSpPr>
            <p:nvPr/>
          </p:nvSpPr>
          <p:spPr bwMode="auto">
            <a:xfrm>
              <a:off x="2608" y="2251"/>
              <a:ext cx="998" cy="29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400" b="1">
                  <a:solidFill>
                    <a:srgbClr val="A50021"/>
                  </a:solidFill>
                </a:rPr>
                <a:t>电磁理论</a:t>
              </a:r>
            </a:p>
          </p:txBody>
        </p:sp>
      </p:grpSp>
      <p:grpSp>
        <p:nvGrpSpPr>
          <p:cNvPr id="127020" name="Group 44"/>
          <p:cNvGrpSpPr>
            <a:grpSpLocks/>
          </p:cNvGrpSpPr>
          <p:nvPr/>
        </p:nvGrpSpPr>
        <p:grpSpPr bwMode="auto">
          <a:xfrm>
            <a:off x="3490913" y="3094038"/>
            <a:ext cx="4897437" cy="406400"/>
            <a:chOff x="2199" y="1949"/>
            <a:chExt cx="3085" cy="256"/>
          </a:xfrm>
        </p:grpSpPr>
        <p:sp>
          <p:nvSpPr>
            <p:cNvPr id="127017" name="WordArt 41"/>
            <p:cNvSpPr>
              <a:spLocks noChangeArrowheads="1" noChangeShapeType="1" noTextEdit="1"/>
            </p:cNvSpPr>
            <p:nvPr/>
          </p:nvSpPr>
          <p:spPr bwMode="auto">
            <a:xfrm>
              <a:off x="2199" y="2069"/>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1886</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0741" name="Text Box 42"/>
            <p:cNvSpPr txBox="1">
              <a:spLocks noChangeArrowheads="1"/>
            </p:cNvSpPr>
            <p:nvPr/>
          </p:nvSpPr>
          <p:spPr bwMode="auto">
            <a:xfrm>
              <a:off x="3424" y="1949"/>
              <a:ext cx="186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赫兹证明电磁波的存在</a:t>
              </a:r>
            </a:p>
          </p:txBody>
        </p:sp>
        <p:sp>
          <p:nvSpPr>
            <p:cNvPr id="30742" name="Line 43"/>
            <p:cNvSpPr>
              <a:spLocks noChangeShapeType="1"/>
            </p:cNvSpPr>
            <p:nvPr/>
          </p:nvSpPr>
          <p:spPr bwMode="auto">
            <a:xfrm>
              <a:off x="2835" y="216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186371" name="Picture 3" descr="Hz-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2238" y="1412875"/>
            <a:ext cx="5124450"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6372" name="Picture 4" descr="Hz-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412875"/>
            <a:ext cx="5113338"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6373" name="Picture 5" descr="Hz-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1412875"/>
            <a:ext cx="511175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376" name="Text Box 8"/>
          <p:cNvSpPr txBox="1">
            <a:spLocks noChangeArrowheads="1"/>
          </p:cNvSpPr>
          <p:nvPr/>
        </p:nvSpPr>
        <p:spPr bwMode="auto">
          <a:xfrm>
            <a:off x="1692275" y="762000"/>
            <a:ext cx="3511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lang="en-US" altLang="zh-CN" sz="3200" b="1" i="1">
                <a:solidFill>
                  <a:srgbClr val="A50021"/>
                </a:solidFill>
                <a:latin typeface="Times New Roman" pitchFamily="18" charset="0"/>
              </a:rPr>
              <a:t>Hz — </a:t>
            </a:r>
            <a:r>
              <a:rPr lang="zh-CN" altLang="en-US" sz="3200" b="1" i="1">
                <a:solidFill>
                  <a:srgbClr val="A50021"/>
                </a:solidFill>
                <a:latin typeface="Times New Roman" pitchFamily="18" charset="0"/>
              </a:rPr>
              <a:t>频率的单位  </a:t>
            </a:r>
          </a:p>
        </p:txBody>
      </p:sp>
      <p:sp>
        <p:nvSpPr>
          <p:cNvPr id="30739" name="Rectangle 50"/>
          <p:cNvSpPr>
            <a:spLocks noChangeArrowheads="1"/>
          </p:cNvSpPr>
          <p:nvPr/>
        </p:nvSpPr>
        <p:spPr bwMode="auto">
          <a:xfrm>
            <a:off x="468313" y="-100013"/>
            <a:ext cx="8229600" cy="1139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5100">
                <a:solidFill>
                  <a:srgbClr val="663300"/>
                </a:solidFill>
                <a:ea typeface="隶书" pitchFamily="49" charset="-122"/>
              </a:rPr>
              <a:t>电磁学和分析数学的发展史</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44</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27020"/>
                                        </p:tgtEl>
                                        <p:attrNameLst>
                                          <p:attrName>style.visibility</p:attrName>
                                        </p:attrNameLst>
                                      </p:cBhvr>
                                      <p:to>
                                        <p:strVal val="visible"/>
                                      </p:to>
                                    </p:set>
                                    <p:anim calcmode="lin" valueType="num">
                                      <p:cBhvr>
                                        <p:cTn id="7" dur="500" fill="hold"/>
                                        <p:tgtEl>
                                          <p:spTgt spid="127020"/>
                                        </p:tgtEl>
                                        <p:attrNameLst>
                                          <p:attrName>ppt_w</p:attrName>
                                        </p:attrNameLst>
                                      </p:cBhvr>
                                      <p:tavLst>
                                        <p:tav tm="0">
                                          <p:val>
                                            <p:strVal val="#ppt_w*0.70"/>
                                          </p:val>
                                        </p:tav>
                                        <p:tav tm="100000">
                                          <p:val>
                                            <p:strVal val="#ppt_w"/>
                                          </p:val>
                                        </p:tav>
                                      </p:tavLst>
                                    </p:anim>
                                    <p:anim calcmode="lin" valueType="num">
                                      <p:cBhvr>
                                        <p:cTn id="8" dur="500" fill="hold"/>
                                        <p:tgtEl>
                                          <p:spTgt spid="127020"/>
                                        </p:tgtEl>
                                        <p:attrNameLst>
                                          <p:attrName>ppt_h</p:attrName>
                                        </p:attrNameLst>
                                      </p:cBhvr>
                                      <p:tavLst>
                                        <p:tav tm="0">
                                          <p:val>
                                            <p:strVal val="#ppt_h"/>
                                          </p:val>
                                        </p:tav>
                                        <p:tav tm="100000">
                                          <p:val>
                                            <p:strVal val="#ppt_h"/>
                                          </p:val>
                                        </p:tav>
                                      </p:tavLst>
                                    </p:anim>
                                    <p:animEffect transition="in" filter="fade">
                                      <p:cBhvr>
                                        <p:cTn id="9" dur="500"/>
                                        <p:tgtEl>
                                          <p:spTgt spid="127020"/>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3" presetClass="entr" presetSubtype="10" fill="hold" nodeType="clickEffect">
                                  <p:stCondLst>
                                    <p:cond delay="0"/>
                                  </p:stCondLst>
                                  <p:childTnLst>
                                    <p:set>
                                      <p:cBhvr>
                                        <p:cTn id="13" dur="1" fill="hold">
                                          <p:stCondLst>
                                            <p:cond delay="0"/>
                                          </p:stCondLst>
                                        </p:cTn>
                                        <p:tgtEl>
                                          <p:spTgt spid="186371"/>
                                        </p:tgtEl>
                                        <p:attrNameLst>
                                          <p:attrName>style.visibility</p:attrName>
                                        </p:attrNameLst>
                                      </p:cBhvr>
                                      <p:to>
                                        <p:strVal val="visible"/>
                                      </p:to>
                                    </p:set>
                                    <p:animEffect transition="in" filter="blinds(horizontal)">
                                      <p:cBhvr>
                                        <p:cTn id="14" dur="500"/>
                                        <p:tgtEl>
                                          <p:spTgt spid="186371"/>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8637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8637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41" presetClass="entr" presetSubtype="0" fill="hold" grpId="0" nodeType="clickEffect">
                                  <p:stCondLst>
                                    <p:cond delay="0"/>
                                  </p:stCondLst>
                                  <p:iterate type="lt">
                                    <p:tmPct val="10000"/>
                                  </p:iterate>
                                  <p:childTnLst>
                                    <p:set>
                                      <p:cBhvr>
                                        <p:cTn id="26" dur="1" fill="hold">
                                          <p:stCondLst>
                                            <p:cond delay="0"/>
                                          </p:stCondLst>
                                        </p:cTn>
                                        <p:tgtEl>
                                          <p:spTgt spid="186376"/>
                                        </p:tgtEl>
                                        <p:attrNameLst>
                                          <p:attrName>style.visibility</p:attrName>
                                        </p:attrNameLst>
                                      </p:cBhvr>
                                      <p:to>
                                        <p:strVal val="visible"/>
                                      </p:to>
                                    </p:set>
                                    <p:anim calcmode="lin" valueType="num">
                                      <p:cBhvr>
                                        <p:cTn id="27" dur="500" fill="hold"/>
                                        <p:tgtEl>
                                          <p:spTgt spid="186376"/>
                                        </p:tgtEl>
                                        <p:attrNameLst>
                                          <p:attrName>ppt_x</p:attrName>
                                        </p:attrNameLst>
                                      </p:cBhvr>
                                      <p:tavLst>
                                        <p:tav tm="0">
                                          <p:val>
                                            <p:strVal val="#ppt_x"/>
                                          </p:val>
                                        </p:tav>
                                        <p:tav tm="50000">
                                          <p:val>
                                            <p:strVal val="#ppt_x+.1"/>
                                          </p:val>
                                        </p:tav>
                                        <p:tav tm="100000">
                                          <p:val>
                                            <p:strVal val="#ppt_x"/>
                                          </p:val>
                                        </p:tav>
                                      </p:tavLst>
                                    </p:anim>
                                    <p:anim calcmode="lin" valueType="num">
                                      <p:cBhvr>
                                        <p:cTn id="28" dur="500" fill="hold"/>
                                        <p:tgtEl>
                                          <p:spTgt spid="186376"/>
                                        </p:tgtEl>
                                        <p:attrNameLst>
                                          <p:attrName>ppt_y</p:attrName>
                                        </p:attrNameLst>
                                      </p:cBhvr>
                                      <p:tavLst>
                                        <p:tav tm="0">
                                          <p:val>
                                            <p:strVal val="#ppt_y"/>
                                          </p:val>
                                        </p:tav>
                                        <p:tav tm="100000">
                                          <p:val>
                                            <p:strVal val="#ppt_y"/>
                                          </p:val>
                                        </p:tav>
                                      </p:tavLst>
                                    </p:anim>
                                    <p:anim calcmode="lin" valueType="num">
                                      <p:cBhvr>
                                        <p:cTn id="29" dur="500" fill="hold"/>
                                        <p:tgtEl>
                                          <p:spTgt spid="186376"/>
                                        </p:tgtEl>
                                        <p:attrNameLst>
                                          <p:attrName>ppt_h</p:attrName>
                                        </p:attrNameLst>
                                      </p:cBhvr>
                                      <p:tavLst>
                                        <p:tav tm="0">
                                          <p:val>
                                            <p:strVal val="#ppt_h/10"/>
                                          </p:val>
                                        </p:tav>
                                        <p:tav tm="50000">
                                          <p:val>
                                            <p:strVal val="#ppt_h+.01"/>
                                          </p:val>
                                        </p:tav>
                                        <p:tav tm="100000">
                                          <p:val>
                                            <p:strVal val="#ppt_h"/>
                                          </p:val>
                                        </p:tav>
                                      </p:tavLst>
                                    </p:anim>
                                    <p:anim calcmode="lin" valueType="num">
                                      <p:cBhvr>
                                        <p:cTn id="30" dur="500" fill="hold"/>
                                        <p:tgtEl>
                                          <p:spTgt spid="186376"/>
                                        </p:tgtEl>
                                        <p:attrNameLst>
                                          <p:attrName>ppt_w</p:attrName>
                                        </p:attrNameLst>
                                      </p:cBhvr>
                                      <p:tavLst>
                                        <p:tav tm="0">
                                          <p:val>
                                            <p:strVal val="#ppt_w/10"/>
                                          </p:val>
                                        </p:tav>
                                        <p:tav tm="50000">
                                          <p:val>
                                            <p:strVal val="#ppt_w+.01"/>
                                          </p:val>
                                        </p:tav>
                                        <p:tav tm="100000">
                                          <p:val>
                                            <p:strVal val="#ppt_w"/>
                                          </p:val>
                                        </p:tav>
                                      </p:tavLst>
                                    </p:anim>
                                    <p:animEffect transition="in" filter="fade">
                                      <p:cBhvr>
                                        <p:cTn id="31" dur="500" tmFilter="0,0; .5, 1; 1, 1"/>
                                        <p:tgtEl>
                                          <p:spTgt spid="186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6" grpId="0"/>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1747"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1748"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69990"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31750" name="Group 7"/>
          <p:cNvGrpSpPr>
            <a:grpSpLocks/>
          </p:cNvGrpSpPr>
          <p:nvPr/>
        </p:nvGrpSpPr>
        <p:grpSpPr bwMode="auto">
          <a:xfrm>
            <a:off x="684213" y="5300663"/>
            <a:ext cx="6846887" cy="1368425"/>
            <a:chOff x="431" y="3339"/>
            <a:chExt cx="4313" cy="862"/>
          </a:xfrm>
        </p:grpSpPr>
        <p:sp>
          <p:nvSpPr>
            <p:cNvPr id="169992" name="WordArt 8"/>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1792" name="Text Box 9"/>
            <p:cNvSpPr txBox="1">
              <a:spLocks noChangeArrowheads="1"/>
            </p:cNvSpPr>
            <p:nvPr/>
          </p:nvSpPr>
          <p:spPr bwMode="auto">
            <a:xfrm>
              <a:off x="1519" y="3753"/>
              <a:ext cx="3225"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 </a:t>
              </a:r>
            </a:p>
          </p:txBody>
        </p:sp>
        <p:sp>
          <p:nvSpPr>
            <p:cNvPr id="31793" name="Line 10"/>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94" name="Line 11"/>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1751" name="Group 12"/>
          <p:cNvGrpSpPr>
            <a:grpSpLocks/>
          </p:cNvGrpSpPr>
          <p:nvPr/>
        </p:nvGrpSpPr>
        <p:grpSpPr bwMode="auto">
          <a:xfrm>
            <a:off x="1042988" y="5013325"/>
            <a:ext cx="4322762" cy="782638"/>
            <a:chOff x="657" y="3158"/>
            <a:chExt cx="2723" cy="493"/>
          </a:xfrm>
        </p:grpSpPr>
        <p:sp>
          <p:nvSpPr>
            <p:cNvPr id="169997" name="WordArt 13"/>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1789" name="Text Box 14"/>
            <p:cNvSpPr txBox="1">
              <a:spLocks noChangeArrowheads="1"/>
            </p:cNvSpPr>
            <p:nvPr/>
          </p:nvSpPr>
          <p:spPr bwMode="auto">
            <a:xfrm>
              <a:off x="1882" y="3203"/>
              <a:ext cx="1498"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  </a:t>
              </a:r>
            </a:p>
          </p:txBody>
        </p:sp>
        <p:sp>
          <p:nvSpPr>
            <p:cNvPr id="31790" name="Line 15"/>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1752" name="Group 16"/>
          <p:cNvGrpSpPr>
            <a:grpSpLocks/>
          </p:cNvGrpSpPr>
          <p:nvPr/>
        </p:nvGrpSpPr>
        <p:grpSpPr bwMode="auto">
          <a:xfrm>
            <a:off x="1619250" y="4724400"/>
            <a:ext cx="6553200" cy="711200"/>
            <a:chOff x="1020" y="2976"/>
            <a:chExt cx="4128" cy="448"/>
          </a:xfrm>
        </p:grpSpPr>
        <p:sp>
          <p:nvSpPr>
            <p:cNvPr id="170001" name="WordArt 17"/>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31786" name="Text Box 18"/>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31787" name="Line 19"/>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1753" name="Group 20"/>
          <p:cNvGrpSpPr>
            <a:grpSpLocks/>
          </p:cNvGrpSpPr>
          <p:nvPr/>
        </p:nvGrpSpPr>
        <p:grpSpPr bwMode="auto">
          <a:xfrm>
            <a:off x="755650" y="3227388"/>
            <a:ext cx="1285875" cy="1354137"/>
            <a:chOff x="476" y="2033"/>
            <a:chExt cx="810" cy="853"/>
          </a:xfrm>
        </p:grpSpPr>
        <p:sp>
          <p:nvSpPr>
            <p:cNvPr id="31783" name="Text Box 21"/>
            <p:cNvSpPr txBox="1">
              <a:spLocks noChangeArrowheads="1"/>
            </p:cNvSpPr>
            <p:nvPr/>
          </p:nvSpPr>
          <p:spPr bwMode="auto">
            <a:xfrm>
              <a:off x="476" y="2033"/>
              <a:ext cx="81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 </a:t>
              </a:r>
            </a:p>
          </p:txBody>
        </p:sp>
        <p:sp>
          <p:nvSpPr>
            <p:cNvPr id="31784" name="Line 22"/>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1754" name="Group 23"/>
          <p:cNvGrpSpPr>
            <a:grpSpLocks/>
          </p:cNvGrpSpPr>
          <p:nvPr/>
        </p:nvGrpSpPr>
        <p:grpSpPr bwMode="auto">
          <a:xfrm>
            <a:off x="76200" y="3948113"/>
            <a:ext cx="1541463" cy="1281112"/>
            <a:chOff x="48" y="2487"/>
            <a:chExt cx="971" cy="807"/>
          </a:xfrm>
        </p:grpSpPr>
        <p:sp>
          <p:nvSpPr>
            <p:cNvPr id="31781" name="Text Box 24"/>
            <p:cNvSpPr txBox="1">
              <a:spLocks noChangeArrowheads="1"/>
            </p:cNvSpPr>
            <p:nvPr/>
          </p:nvSpPr>
          <p:spPr bwMode="auto">
            <a:xfrm>
              <a:off x="48" y="2487"/>
              <a:ext cx="971"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 </a:t>
              </a:r>
            </a:p>
            <a:p>
              <a:pPr algn="just" eaLnBrk="1" hangingPunct="1"/>
              <a:r>
                <a:rPr lang="zh-CN" altLang="en-US" sz="2000" b="1">
                  <a:solidFill>
                    <a:srgbClr val="006600"/>
                  </a:solidFill>
                </a:rPr>
                <a:t>    微积分</a:t>
              </a:r>
            </a:p>
          </p:txBody>
        </p:sp>
        <p:sp>
          <p:nvSpPr>
            <p:cNvPr id="31782" name="Line 25"/>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1755" name="Group 26"/>
          <p:cNvGrpSpPr>
            <a:grpSpLocks/>
          </p:cNvGrpSpPr>
          <p:nvPr/>
        </p:nvGrpSpPr>
        <p:grpSpPr bwMode="auto">
          <a:xfrm>
            <a:off x="2051050" y="4221163"/>
            <a:ext cx="3744913" cy="406400"/>
            <a:chOff x="1292" y="2659"/>
            <a:chExt cx="2359" cy="256"/>
          </a:xfrm>
        </p:grpSpPr>
        <p:sp>
          <p:nvSpPr>
            <p:cNvPr id="170011" name="WordArt 27"/>
            <p:cNvSpPr>
              <a:spLocks noChangeArrowheads="1" noChangeShapeType="1" noTextEdit="1"/>
            </p:cNvSpPr>
            <p:nvPr/>
          </p:nvSpPr>
          <p:spPr bwMode="auto">
            <a:xfrm>
              <a:off x="1292" y="2704"/>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1779" name="Text Box 28"/>
            <p:cNvSpPr txBox="1">
              <a:spLocks noChangeArrowheads="1"/>
            </p:cNvSpPr>
            <p:nvPr/>
          </p:nvSpPr>
          <p:spPr bwMode="auto">
            <a:xfrm>
              <a:off x="2562" y="2659"/>
              <a:ext cx="1089"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伏达发明电堆</a:t>
              </a:r>
            </a:p>
          </p:txBody>
        </p:sp>
        <p:sp>
          <p:nvSpPr>
            <p:cNvPr id="31780" name="Line 29"/>
            <p:cNvSpPr>
              <a:spLocks noChangeShapeType="1"/>
            </p:cNvSpPr>
            <p:nvPr/>
          </p:nvSpPr>
          <p:spPr bwMode="auto">
            <a:xfrm>
              <a:off x="1927" y="279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1756" name="Group 30"/>
          <p:cNvGrpSpPr>
            <a:grpSpLocks/>
          </p:cNvGrpSpPr>
          <p:nvPr/>
        </p:nvGrpSpPr>
        <p:grpSpPr bwMode="auto">
          <a:xfrm>
            <a:off x="2195513" y="3644900"/>
            <a:ext cx="6121400" cy="1016000"/>
            <a:chOff x="1383" y="2296"/>
            <a:chExt cx="3856" cy="640"/>
          </a:xfrm>
        </p:grpSpPr>
        <p:sp>
          <p:nvSpPr>
            <p:cNvPr id="170015" name="WordArt 31"/>
            <p:cNvSpPr>
              <a:spLocks noChangeArrowheads="1" noChangeShapeType="1" noTextEdit="1"/>
            </p:cNvSpPr>
            <p:nvPr/>
          </p:nvSpPr>
          <p:spPr bwMode="auto">
            <a:xfrm>
              <a:off x="1383" y="2523"/>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1820-30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1776" name="Text Box 32"/>
            <p:cNvSpPr txBox="1">
              <a:spLocks noChangeArrowheads="1"/>
            </p:cNvSpPr>
            <p:nvPr/>
          </p:nvSpPr>
          <p:spPr bwMode="auto">
            <a:xfrm>
              <a:off x="3787" y="2296"/>
              <a:ext cx="1452" cy="64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安培定律</a:t>
              </a:r>
            </a:p>
            <a:p>
              <a:pPr algn="just" eaLnBrk="1" hangingPunct="1"/>
              <a:r>
                <a:rPr lang="zh-CN" altLang="en-US" sz="2000" b="1" dirty="0">
                  <a:solidFill>
                    <a:srgbClr val="660066"/>
                  </a:solidFill>
                </a:rPr>
                <a:t>欧姆定律</a:t>
              </a:r>
            </a:p>
            <a:p>
              <a:pPr algn="just" eaLnBrk="1" hangingPunct="1"/>
              <a:r>
                <a:rPr lang="zh-CN" altLang="en-US" sz="2000" b="1" dirty="0">
                  <a:solidFill>
                    <a:srgbClr val="660066"/>
                  </a:solidFill>
                </a:rPr>
                <a:t>法拉第电磁感应</a:t>
              </a:r>
            </a:p>
          </p:txBody>
        </p:sp>
        <p:sp>
          <p:nvSpPr>
            <p:cNvPr id="31777" name="Line 33"/>
            <p:cNvSpPr>
              <a:spLocks noChangeShapeType="1"/>
            </p:cNvSpPr>
            <p:nvPr/>
          </p:nvSpPr>
          <p:spPr bwMode="auto">
            <a:xfrm>
              <a:off x="2290" y="2568"/>
              <a:ext cx="149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1757" name="Group 34"/>
          <p:cNvGrpSpPr>
            <a:grpSpLocks/>
          </p:cNvGrpSpPr>
          <p:nvPr/>
        </p:nvGrpSpPr>
        <p:grpSpPr bwMode="auto">
          <a:xfrm>
            <a:off x="2700338" y="3573463"/>
            <a:ext cx="3024187" cy="466725"/>
            <a:chOff x="1701" y="2251"/>
            <a:chExt cx="1905" cy="294"/>
          </a:xfrm>
        </p:grpSpPr>
        <p:sp>
          <p:nvSpPr>
            <p:cNvPr id="170019" name="WordArt 35"/>
            <p:cNvSpPr>
              <a:spLocks noChangeArrowheads="1" noChangeShapeType="1" noTextEdit="1"/>
            </p:cNvSpPr>
            <p:nvPr/>
          </p:nvSpPr>
          <p:spPr bwMode="auto">
            <a:xfrm>
              <a:off x="1701" y="2341"/>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a:t>
              </a:r>
              <a:r>
                <a:rPr lang="zh-CN" altLang="en-US" kern="10">
                  <a:ln w="9525" cap="sq">
                    <a:solidFill>
                      <a:schemeClr val="tx1"/>
                    </a:solidFill>
                    <a:round/>
                    <a:headEnd type="none" w="sm" len="sm"/>
                    <a:tailEnd type="none" w="sm" len="sm"/>
                  </a:ln>
                  <a:solidFill>
                    <a:srgbClr val="FF0000"/>
                  </a:solidFill>
                  <a:latin typeface="宋体"/>
                  <a:ea typeface="宋体"/>
                </a:rPr>
                <a:t>世纪中叶</a:t>
              </a:r>
            </a:p>
          </p:txBody>
        </p:sp>
        <p:sp>
          <p:nvSpPr>
            <p:cNvPr id="31774" name="Text Box 36"/>
            <p:cNvSpPr txBox="1">
              <a:spLocks noChangeArrowheads="1"/>
            </p:cNvSpPr>
            <p:nvPr/>
          </p:nvSpPr>
          <p:spPr bwMode="auto">
            <a:xfrm>
              <a:off x="2608" y="2251"/>
              <a:ext cx="998" cy="29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400" b="1">
                  <a:solidFill>
                    <a:srgbClr val="A50021"/>
                  </a:solidFill>
                </a:rPr>
                <a:t>电磁理论</a:t>
              </a:r>
            </a:p>
          </p:txBody>
        </p:sp>
      </p:grpSp>
      <p:grpSp>
        <p:nvGrpSpPr>
          <p:cNvPr id="31758" name="Group 37"/>
          <p:cNvGrpSpPr>
            <a:grpSpLocks/>
          </p:cNvGrpSpPr>
          <p:nvPr/>
        </p:nvGrpSpPr>
        <p:grpSpPr bwMode="auto">
          <a:xfrm>
            <a:off x="1692275" y="2219325"/>
            <a:ext cx="2122488" cy="1354138"/>
            <a:chOff x="476" y="2033"/>
            <a:chExt cx="1337" cy="853"/>
          </a:xfrm>
        </p:grpSpPr>
        <p:sp>
          <p:nvSpPr>
            <p:cNvPr id="31771" name="Text Box 38"/>
            <p:cNvSpPr txBox="1">
              <a:spLocks noChangeArrowheads="1"/>
            </p:cNvSpPr>
            <p:nvPr/>
          </p:nvSpPr>
          <p:spPr bwMode="auto">
            <a:xfrm>
              <a:off x="476" y="2033"/>
              <a:ext cx="1337"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分析数学发展期  </a:t>
              </a:r>
            </a:p>
          </p:txBody>
        </p:sp>
        <p:sp>
          <p:nvSpPr>
            <p:cNvPr id="31772" name="Line 39"/>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1759" name="Group 40"/>
          <p:cNvGrpSpPr>
            <a:grpSpLocks/>
          </p:cNvGrpSpPr>
          <p:nvPr/>
        </p:nvGrpSpPr>
        <p:grpSpPr bwMode="auto">
          <a:xfrm>
            <a:off x="3348038" y="3167063"/>
            <a:ext cx="4897437" cy="406400"/>
            <a:chOff x="2199" y="1949"/>
            <a:chExt cx="3085" cy="256"/>
          </a:xfrm>
        </p:grpSpPr>
        <p:sp>
          <p:nvSpPr>
            <p:cNvPr id="170025" name="WordArt 41"/>
            <p:cNvSpPr>
              <a:spLocks noChangeArrowheads="1" noChangeShapeType="1" noTextEdit="1"/>
            </p:cNvSpPr>
            <p:nvPr/>
          </p:nvSpPr>
          <p:spPr bwMode="auto">
            <a:xfrm>
              <a:off x="2199" y="2069"/>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1886</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1769" name="Text Box 42"/>
            <p:cNvSpPr txBox="1">
              <a:spLocks noChangeArrowheads="1"/>
            </p:cNvSpPr>
            <p:nvPr/>
          </p:nvSpPr>
          <p:spPr bwMode="auto">
            <a:xfrm>
              <a:off x="3424" y="1949"/>
              <a:ext cx="186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赫兹证明电磁波的存在</a:t>
              </a:r>
            </a:p>
          </p:txBody>
        </p:sp>
        <p:sp>
          <p:nvSpPr>
            <p:cNvPr id="31770" name="Line 43"/>
            <p:cNvSpPr>
              <a:spLocks noChangeShapeType="1"/>
            </p:cNvSpPr>
            <p:nvPr/>
          </p:nvSpPr>
          <p:spPr bwMode="auto">
            <a:xfrm>
              <a:off x="2835" y="216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0028" name="Group 44"/>
          <p:cNvGrpSpPr>
            <a:grpSpLocks/>
          </p:cNvGrpSpPr>
          <p:nvPr/>
        </p:nvGrpSpPr>
        <p:grpSpPr bwMode="auto">
          <a:xfrm>
            <a:off x="4140200" y="2492375"/>
            <a:ext cx="4752975" cy="708025"/>
            <a:chOff x="2608" y="1570"/>
            <a:chExt cx="2994" cy="446"/>
          </a:xfrm>
        </p:grpSpPr>
        <p:sp>
          <p:nvSpPr>
            <p:cNvPr id="170029" name="WordArt 45"/>
            <p:cNvSpPr>
              <a:spLocks noChangeArrowheads="1" noChangeShapeType="1" noTextEdit="1"/>
            </p:cNvSpPr>
            <p:nvPr/>
          </p:nvSpPr>
          <p:spPr bwMode="auto">
            <a:xfrm>
              <a:off x="2608" y="1752"/>
              <a:ext cx="68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1896-7</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1766" name="Text Box 46"/>
            <p:cNvSpPr txBox="1">
              <a:spLocks noChangeArrowheads="1"/>
            </p:cNvSpPr>
            <p:nvPr/>
          </p:nvSpPr>
          <p:spPr bwMode="auto">
            <a:xfrm>
              <a:off x="3742" y="1570"/>
              <a:ext cx="1860" cy="44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洛伦兹提出电子论</a:t>
              </a:r>
            </a:p>
            <a:p>
              <a:pPr algn="just" eaLnBrk="1" hangingPunct="1"/>
              <a:r>
                <a:rPr lang="en-US" altLang="zh-CN" sz="2000" b="1" dirty="0">
                  <a:solidFill>
                    <a:srgbClr val="660066"/>
                  </a:solidFill>
                </a:rPr>
                <a:t>J.J.</a:t>
              </a:r>
              <a:r>
                <a:rPr lang="zh-CN" altLang="en-US" sz="2000" b="1" dirty="0">
                  <a:solidFill>
                    <a:srgbClr val="660066"/>
                  </a:solidFill>
                </a:rPr>
                <a:t>汤姆生证明电子存在</a:t>
              </a:r>
            </a:p>
          </p:txBody>
        </p:sp>
        <p:sp>
          <p:nvSpPr>
            <p:cNvPr id="31767" name="Line 47"/>
            <p:cNvSpPr>
              <a:spLocks noChangeShapeType="1"/>
            </p:cNvSpPr>
            <p:nvPr/>
          </p:nvSpPr>
          <p:spPr bwMode="auto">
            <a:xfrm>
              <a:off x="3334" y="1842"/>
              <a:ext cx="40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0041" name="Group 57"/>
          <p:cNvGrpSpPr>
            <a:grpSpLocks/>
          </p:cNvGrpSpPr>
          <p:nvPr/>
        </p:nvGrpSpPr>
        <p:grpSpPr bwMode="auto">
          <a:xfrm>
            <a:off x="827088" y="908050"/>
            <a:ext cx="2233612" cy="3241675"/>
            <a:chOff x="521" y="572"/>
            <a:chExt cx="1407" cy="2042"/>
          </a:xfrm>
        </p:grpSpPr>
        <p:pic>
          <p:nvPicPr>
            <p:cNvPr id="31763" name="Picture 5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 y="572"/>
              <a:ext cx="1407" cy="2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64" name="Text Box 59"/>
            <p:cNvSpPr txBox="1">
              <a:spLocks noChangeArrowheads="1"/>
            </p:cNvSpPr>
            <p:nvPr/>
          </p:nvSpPr>
          <p:spPr bwMode="auto">
            <a:xfrm>
              <a:off x="567" y="2202"/>
              <a:ext cx="1291" cy="366"/>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80000"/>
                </a:lnSpc>
              </a:pPr>
              <a:r>
                <a:rPr lang="en-US" altLang="zh-CN" sz="2000" b="1"/>
                <a:t>      </a:t>
              </a:r>
              <a:r>
                <a:rPr lang="zh-CN" altLang="en-US" sz="2000" b="1">
                  <a:solidFill>
                    <a:srgbClr val="0000FF"/>
                  </a:solidFill>
                </a:rPr>
                <a:t>洛伦兹</a:t>
              </a:r>
            </a:p>
            <a:p>
              <a:pPr algn="just" eaLnBrk="1" hangingPunct="1">
                <a:lnSpc>
                  <a:spcPct val="80000"/>
                </a:lnSpc>
              </a:pPr>
              <a:r>
                <a:rPr lang="zh-CN" altLang="en-US" sz="2000" b="1">
                  <a:solidFill>
                    <a:srgbClr val="0000FF"/>
                  </a:solidFill>
                </a:rPr>
                <a:t>（</a:t>
              </a:r>
              <a:r>
                <a:rPr lang="en-US" altLang="zh-CN" sz="2000" b="1">
                  <a:solidFill>
                    <a:srgbClr val="0000FF"/>
                  </a:solidFill>
                </a:rPr>
                <a:t>1853-1928</a:t>
              </a:r>
              <a:r>
                <a:rPr lang="zh-CN" altLang="en-US" sz="2000" b="1">
                  <a:solidFill>
                    <a:srgbClr val="0000FF"/>
                  </a:solidFill>
                </a:rPr>
                <a:t>）</a:t>
              </a:r>
              <a:r>
                <a:rPr lang="zh-CN" altLang="en-US" sz="2000" b="1"/>
                <a:t>  </a:t>
              </a:r>
            </a:p>
          </p:txBody>
        </p:sp>
      </p:grpSp>
      <p:sp>
        <p:nvSpPr>
          <p:cNvPr id="31762" name="Rectangle 61"/>
          <p:cNvSpPr>
            <a:spLocks noChangeArrowheads="1"/>
          </p:cNvSpPr>
          <p:nvPr/>
        </p:nvSpPr>
        <p:spPr bwMode="auto">
          <a:xfrm>
            <a:off x="468313" y="-100013"/>
            <a:ext cx="8229600" cy="1139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5100">
                <a:solidFill>
                  <a:srgbClr val="663300"/>
                </a:solidFill>
                <a:ea typeface="隶书" pitchFamily="49" charset="-122"/>
              </a:rPr>
              <a:t>电磁学和分析数学的发展史</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45</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70028"/>
                                        </p:tgtEl>
                                        <p:attrNameLst>
                                          <p:attrName>style.visibility</p:attrName>
                                        </p:attrNameLst>
                                      </p:cBhvr>
                                      <p:to>
                                        <p:strVal val="visible"/>
                                      </p:to>
                                    </p:set>
                                    <p:anim calcmode="lin" valueType="num">
                                      <p:cBhvr>
                                        <p:cTn id="7" dur="500" fill="hold"/>
                                        <p:tgtEl>
                                          <p:spTgt spid="170028"/>
                                        </p:tgtEl>
                                        <p:attrNameLst>
                                          <p:attrName>ppt_w</p:attrName>
                                        </p:attrNameLst>
                                      </p:cBhvr>
                                      <p:tavLst>
                                        <p:tav tm="0">
                                          <p:val>
                                            <p:strVal val="#ppt_w*0.70"/>
                                          </p:val>
                                        </p:tav>
                                        <p:tav tm="100000">
                                          <p:val>
                                            <p:strVal val="#ppt_w"/>
                                          </p:val>
                                        </p:tav>
                                      </p:tavLst>
                                    </p:anim>
                                    <p:anim calcmode="lin" valueType="num">
                                      <p:cBhvr>
                                        <p:cTn id="8" dur="500" fill="hold"/>
                                        <p:tgtEl>
                                          <p:spTgt spid="170028"/>
                                        </p:tgtEl>
                                        <p:attrNameLst>
                                          <p:attrName>ppt_h</p:attrName>
                                        </p:attrNameLst>
                                      </p:cBhvr>
                                      <p:tavLst>
                                        <p:tav tm="0">
                                          <p:val>
                                            <p:strVal val="#ppt_h"/>
                                          </p:val>
                                        </p:tav>
                                        <p:tav tm="100000">
                                          <p:val>
                                            <p:strVal val="#ppt_h"/>
                                          </p:val>
                                        </p:tav>
                                      </p:tavLst>
                                    </p:anim>
                                    <p:animEffect transition="in" filter="fade">
                                      <p:cBhvr>
                                        <p:cTn id="9" dur="500"/>
                                        <p:tgtEl>
                                          <p:spTgt spid="17002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9" presetClass="entr" presetSubtype="0" fill="hold" nodeType="clickEffect">
                                  <p:stCondLst>
                                    <p:cond delay="0"/>
                                  </p:stCondLst>
                                  <p:childTnLst>
                                    <p:set>
                                      <p:cBhvr>
                                        <p:cTn id="13" dur="1" fill="hold">
                                          <p:stCondLst>
                                            <p:cond delay="0"/>
                                          </p:stCondLst>
                                        </p:cTn>
                                        <p:tgtEl>
                                          <p:spTgt spid="170041"/>
                                        </p:tgtEl>
                                        <p:attrNameLst>
                                          <p:attrName>style.visibility</p:attrName>
                                        </p:attrNameLst>
                                      </p:cBhvr>
                                      <p:to>
                                        <p:strVal val="visible"/>
                                      </p:to>
                                    </p:set>
                                    <p:animEffect transition="in" filter="dissolve">
                                      <p:cBhvr>
                                        <p:cTn id="14" dur="500"/>
                                        <p:tgtEl>
                                          <p:spTgt spid="1700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2771"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2772"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31078"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32774" name="Group 7"/>
          <p:cNvGrpSpPr>
            <a:grpSpLocks/>
          </p:cNvGrpSpPr>
          <p:nvPr/>
        </p:nvGrpSpPr>
        <p:grpSpPr bwMode="auto">
          <a:xfrm>
            <a:off x="684213" y="5300663"/>
            <a:ext cx="6846887" cy="1368425"/>
            <a:chOff x="431" y="3339"/>
            <a:chExt cx="4313" cy="862"/>
          </a:xfrm>
        </p:grpSpPr>
        <p:sp>
          <p:nvSpPr>
            <p:cNvPr id="131080" name="WordArt 8"/>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2818" name="Text Box 9"/>
            <p:cNvSpPr txBox="1">
              <a:spLocks noChangeArrowheads="1"/>
            </p:cNvSpPr>
            <p:nvPr/>
          </p:nvSpPr>
          <p:spPr bwMode="auto">
            <a:xfrm>
              <a:off x="1519" y="3753"/>
              <a:ext cx="3225"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 </a:t>
              </a:r>
            </a:p>
          </p:txBody>
        </p:sp>
        <p:sp>
          <p:nvSpPr>
            <p:cNvPr id="32819" name="Line 10"/>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20" name="Line 11"/>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775" name="Group 12"/>
          <p:cNvGrpSpPr>
            <a:grpSpLocks/>
          </p:cNvGrpSpPr>
          <p:nvPr/>
        </p:nvGrpSpPr>
        <p:grpSpPr bwMode="auto">
          <a:xfrm>
            <a:off x="1042988" y="5013325"/>
            <a:ext cx="4322762" cy="782638"/>
            <a:chOff x="657" y="3158"/>
            <a:chExt cx="2723" cy="493"/>
          </a:xfrm>
        </p:grpSpPr>
        <p:sp>
          <p:nvSpPr>
            <p:cNvPr id="131085" name="WordArt 13"/>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2815" name="Text Box 14"/>
            <p:cNvSpPr txBox="1">
              <a:spLocks noChangeArrowheads="1"/>
            </p:cNvSpPr>
            <p:nvPr/>
          </p:nvSpPr>
          <p:spPr bwMode="auto">
            <a:xfrm>
              <a:off x="1882" y="3203"/>
              <a:ext cx="1498"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  </a:t>
              </a:r>
            </a:p>
          </p:txBody>
        </p:sp>
        <p:sp>
          <p:nvSpPr>
            <p:cNvPr id="32816" name="Line 15"/>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776" name="Group 16"/>
          <p:cNvGrpSpPr>
            <a:grpSpLocks/>
          </p:cNvGrpSpPr>
          <p:nvPr/>
        </p:nvGrpSpPr>
        <p:grpSpPr bwMode="auto">
          <a:xfrm>
            <a:off x="1619250" y="4724400"/>
            <a:ext cx="6553200" cy="711200"/>
            <a:chOff x="1020" y="2976"/>
            <a:chExt cx="4128" cy="448"/>
          </a:xfrm>
        </p:grpSpPr>
        <p:sp>
          <p:nvSpPr>
            <p:cNvPr id="131089" name="WordArt 17"/>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32812" name="Text Box 18"/>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32813" name="Line 19"/>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777" name="Group 20"/>
          <p:cNvGrpSpPr>
            <a:grpSpLocks/>
          </p:cNvGrpSpPr>
          <p:nvPr/>
        </p:nvGrpSpPr>
        <p:grpSpPr bwMode="auto">
          <a:xfrm>
            <a:off x="755650" y="3227388"/>
            <a:ext cx="1285875" cy="1354137"/>
            <a:chOff x="476" y="2033"/>
            <a:chExt cx="810" cy="853"/>
          </a:xfrm>
        </p:grpSpPr>
        <p:sp>
          <p:nvSpPr>
            <p:cNvPr id="32809" name="Text Box 21"/>
            <p:cNvSpPr txBox="1">
              <a:spLocks noChangeArrowheads="1"/>
            </p:cNvSpPr>
            <p:nvPr/>
          </p:nvSpPr>
          <p:spPr bwMode="auto">
            <a:xfrm>
              <a:off x="476" y="2033"/>
              <a:ext cx="81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 </a:t>
              </a:r>
            </a:p>
          </p:txBody>
        </p:sp>
        <p:sp>
          <p:nvSpPr>
            <p:cNvPr id="32810" name="Line 22"/>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778" name="Group 23"/>
          <p:cNvGrpSpPr>
            <a:grpSpLocks/>
          </p:cNvGrpSpPr>
          <p:nvPr/>
        </p:nvGrpSpPr>
        <p:grpSpPr bwMode="auto">
          <a:xfrm>
            <a:off x="76200" y="3948113"/>
            <a:ext cx="1541463" cy="1281112"/>
            <a:chOff x="48" y="2487"/>
            <a:chExt cx="971" cy="807"/>
          </a:xfrm>
        </p:grpSpPr>
        <p:sp>
          <p:nvSpPr>
            <p:cNvPr id="32807" name="Text Box 24"/>
            <p:cNvSpPr txBox="1">
              <a:spLocks noChangeArrowheads="1"/>
            </p:cNvSpPr>
            <p:nvPr/>
          </p:nvSpPr>
          <p:spPr bwMode="auto">
            <a:xfrm>
              <a:off x="48" y="2487"/>
              <a:ext cx="971"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 </a:t>
              </a:r>
            </a:p>
            <a:p>
              <a:pPr algn="just" eaLnBrk="1" hangingPunct="1"/>
              <a:r>
                <a:rPr lang="zh-CN" altLang="en-US" sz="2000" b="1">
                  <a:solidFill>
                    <a:srgbClr val="006600"/>
                  </a:solidFill>
                </a:rPr>
                <a:t>    微积分</a:t>
              </a:r>
            </a:p>
          </p:txBody>
        </p:sp>
        <p:sp>
          <p:nvSpPr>
            <p:cNvPr id="32808" name="Line 25"/>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779" name="Group 26"/>
          <p:cNvGrpSpPr>
            <a:grpSpLocks/>
          </p:cNvGrpSpPr>
          <p:nvPr/>
        </p:nvGrpSpPr>
        <p:grpSpPr bwMode="auto">
          <a:xfrm>
            <a:off x="2051050" y="4221163"/>
            <a:ext cx="3744913" cy="406400"/>
            <a:chOff x="1292" y="2659"/>
            <a:chExt cx="2359" cy="256"/>
          </a:xfrm>
        </p:grpSpPr>
        <p:sp>
          <p:nvSpPr>
            <p:cNvPr id="131099" name="WordArt 27"/>
            <p:cNvSpPr>
              <a:spLocks noChangeArrowheads="1" noChangeShapeType="1" noTextEdit="1"/>
            </p:cNvSpPr>
            <p:nvPr/>
          </p:nvSpPr>
          <p:spPr bwMode="auto">
            <a:xfrm>
              <a:off x="1292" y="2704"/>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2805" name="Text Box 28"/>
            <p:cNvSpPr txBox="1">
              <a:spLocks noChangeArrowheads="1"/>
            </p:cNvSpPr>
            <p:nvPr/>
          </p:nvSpPr>
          <p:spPr bwMode="auto">
            <a:xfrm>
              <a:off x="2562" y="2659"/>
              <a:ext cx="1089"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伏达发明电堆</a:t>
              </a:r>
            </a:p>
          </p:txBody>
        </p:sp>
        <p:sp>
          <p:nvSpPr>
            <p:cNvPr id="32806" name="Line 29"/>
            <p:cNvSpPr>
              <a:spLocks noChangeShapeType="1"/>
            </p:cNvSpPr>
            <p:nvPr/>
          </p:nvSpPr>
          <p:spPr bwMode="auto">
            <a:xfrm>
              <a:off x="1927" y="279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780" name="Group 30"/>
          <p:cNvGrpSpPr>
            <a:grpSpLocks/>
          </p:cNvGrpSpPr>
          <p:nvPr/>
        </p:nvGrpSpPr>
        <p:grpSpPr bwMode="auto">
          <a:xfrm>
            <a:off x="2195513" y="3644900"/>
            <a:ext cx="6121400" cy="1016000"/>
            <a:chOff x="1383" y="2296"/>
            <a:chExt cx="3856" cy="640"/>
          </a:xfrm>
        </p:grpSpPr>
        <p:sp>
          <p:nvSpPr>
            <p:cNvPr id="131103" name="WordArt 31"/>
            <p:cNvSpPr>
              <a:spLocks noChangeArrowheads="1" noChangeShapeType="1" noTextEdit="1"/>
            </p:cNvSpPr>
            <p:nvPr/>
          </p:nvSpPr>
          <p:spPr bwMode="auto">
            <a:xfrm>
              <a:off x="1383" y="2523"/>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1820-30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2802" name="Text Box 32"/>
            <p:cNvSpPr txBox="1">
              <a:spLocks noChangeArrowheads="1"/>
            </p:cNvSpPr>
            <p:nvPr/>
          </p:nvSpPr>
          <p:spPr bwMode="auto">
            <a:xfrm>
              <a:off x="3787" y="2296"/>
              <a:ext cx="1452" cy="64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安培定律</a:t>
              </a:r>
            </a:p>
            <a:p>
              <a:pPr algn="just" eaLnBrk="1" hangingPunct="1"/>
              <a:r>
                <a:rPr lang="zh-CN" altLang="en-US" sz="2000" b="1" dirty="0">
                  <a:solidFill>
                    <a:srgbClr val="660066"/>
                  </a:solidFill>
                </a:rPr>
                <a:t>欧姆定律</a:t>
              </a:r>
            </a:p>
            <a:p>
              <a:pPr algn="just" eaLnBrk="1" hangingPunct="1"/>
              <a:r>
                <a:rPr lang="zh-CN" altLang="en-US" sz="2000" b="1" dirty="0">
                  <a:solidFill>
                    <a:srgbClr val="660066"/>
                  </a:solidFill>
                </a:rPr>
                <a:t>法拉第电磁感应</a:t>
              </a:r>
            </a:p>
          </p:txBody>
        </p:sp>
        <p:sp>
          <p:nvSpPr>
            <p:cNvPr id="32803" name="Line 33"/>
            <p:cNvSpPr>
              <a:spLocks noChangeShapeType="1"/>
            </p:cNvSpPr>
            <p:nvPr/>
          </p:nvSpPr>
          <p:spPr bwMode="auto">
            <a:xfrm>
              <a:off x="2290" y="2568"/>
              <a:ext cx="149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781" name="Group 34"/>
          <p:cNvGrpSpPr>
            <a:grpSpLocks/>
          </p:cNvGrpSpPr>
          <p:nvPr/>
        </p:nvGrpSpPr>
        <p:grpSpPr bwMode="auto">
          <a:xfrm>
            <a:off x="2700338" y="3573463"/>
            <a:ext cx="3024187" cy="466725"/>
            <a:chOff x="1701" y="2251"/>
            <a:chExt cx="1905" cy="294"/>
          </a:xfrm>
        </p:grpSpPr>
        <p:sp>
          <p:nvSpPr>
            <p:cNvPr id="131107" name="WordArt 35"/>
            <p:cNvSpPr>
              <a:spLocks noChangeArrowheads="1" noChangeShapeType="1" noTextEdit="1"/>
            </p:cNvSpPr>
            <p:nvPr/>
          </p:nvSpPr>
          <p:spPr bwMode="auto">
            <a:xfrm>
              <a:off x="1701" y="2341"/>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a:t>
              </a:r>
              <a:r>
                <a:rPr lang="zh-CN" altLang="en-US" kern="10">
                  <a:ln w="9525" cap="sq">
                    <a:solidFill>
                      <a:schemeClr val="tx1"/>
                    </a:solidFill>
                    <a:round/>
                    <a:headEnd type="none" w="sm" len="sm"/>
                    <a:tailEnd type="none" w="sm" len="sm"/>
                  </a:ln>
                  <a:solidFill>
                    <a:srgbClr val="FF0000"/>
                  </a:solidFill>
                  <a:latin typeface="宋体"/>
                  <a:ea typeface="宋体"/>
                </a:rPr>
                <a:t>世纪中叶</a:t>
              </a:r>
            </a:p>
          </p:txBody>
        </p:sp>
        <p:sp>
          <p:nvSpPr>
            <p:cNvPr id="32800" name="Text Box 36"/>
            <p:cNvSpPr txBox="1">
              <a:spLocks noChangeArrowheads="1"/>
            </p:cNvSpPr>
            <p:nvPr/>
          </p:nvSpPr>
          <p:spPr bwMode="auto">
            <a:xfrm>
              <a:off x="2608" y="2251"/>
              <a:ext cx="998" cy="29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400" b="1">
                  <a:solidFill>
                    <a:srgbClr val="A50021"/>
                  </a:solidFill>
                </a:rPr>
                <a:t>电磁理论</a:t>
              </a:r>
            </a:p>
          </p:txBody>
        </p:sp>
      </p:grpSp>
      <p:grpSp>
        <p:nvGrpSpPr>
          <p:cNvPr id="32782" name="Group 37"/>
          <p:cNvGrpSpPr>
            <a:grpSpLocks/>
          </p:cNvGrpSpPr>
          <p:nvPr/>
        </p:nvGrpSpPr>
        <p:grpSpPr bwMode="auto">
          <a:xfrm>
            <a:off x="1692275" y="2219325"/>
            <a:ext cx="2122488" cy="1354138"/>
            <a:chOff x="476" y="2033"/>
            <a:chExt cx="1337" cy="853"/>
          </a:xfrm>
        </p:grpSpPr>
        <p:sp>
          <p:nvSpPr>
            <p:cNvPr id="32797" name="Text Box 38"/>
            <p:cNvSpPr txBox="1">
              <a:spLocks noChangeArrowheads="1"/>
            </p:cNvSpPr>
            <p:nvPr/>
          </p:nvSpPr>
          <p:spPr bwMode="auto">
            <a:xfrm>
              <a:off x="476" y="2033"/>
              <a:ext cx="1337"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分析数学发展期  </a:t>
              </a:r>
            </a:p>
          </p:txBody>
        </p:sp>
        <p:sp>
          <p:nvSpPr>
            <p:cNvPr id="32798" name="Line 39"/>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783" name="Group 40"/>
          <p:cNvGrpSpPr>
            <a:grpSpLocks/>
          </p:cNvGrpSpPr>
          <p:nvPr/>
        </p:nvGrpSpPr>
        <p:grpSpPr bwMode="auto">
          <a:xfrm>
            <a:off x="3348038" y="3167063"/>
            <a:ext cx="4897437" cy="406400"/>
            <a:chOff x="2199" y="1949"/>
            <a:chExt cx="3085" cy="256"/>
          </a:xfrm>
        </p:grpSpPr>
        <p:sp>
          <p:nvSpPr>
            <p:cNvPr id="131113" name="WordArt 41"/>
            <p:cNvSpPr>
              <a:spLocks noChangeArrowheads="1" noChangeShapeType="1" noTextEdit="1"/>
            </p:cNvSpPr>
            <p:nvPr/>
          </p:nvSpPr>
          <p:spPr bwMode="auto">
            <a:xfrm>
              <a:off x="2199" y="2069"/>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1886</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2795" name="Text Box 42"/>
            <p:cNvSpPr txBox="1">
              <a:spLocks noChangeArrowheads="1"/>
            </p:cNvSpPr>
            <p:nvPr/>
          </p:nvSpPr>
          <p:spPr bwMode="auto">
            <a:xfrm>
              <a:off x="3424" y="1949"/>
              <a:ext cx="186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赫兹证明电磁波的存在</a:t>
              </a:r>
            </a:p>
          </p:txBody>
        </p:sp>
        <p:sp>
          <p:nvSpPr>
            <p:cNvPr id="32796" name="Line 43"/>
            <p:cNvSpPr>
              <a:spLocks noChangeShapeType="1"/>
            </p:cNvSpPr>
            <p:nvPr/>
          </p:nvSpPr>
          <p:spPr bwMode="auto">
            <a:xfrm>
              <a:off x="2835" y="216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784" name="Group 66"/>
          <p:cNvGrpSpPr>
            <a:grpSpLocks/>
          </p:cNvGrpSpPr>
          <p:nvPr/>
        </p:nvGrpSpPr>
        <p:grpSpPr bwMode="auto">
          <a:xfrm>
            <a:off x="4140200" y="2492375"/>
            <a:ext cx="4752975" cy="708025"/>
            <a:chOff x="2608" y="1570"/>
            <a:chExt cx="2994" cy="446"/>
          </a:xfrm>
        </p:grpSpPr>
        <p:sp>
          <p:nvSpPr>
            <p:cNvPr id="131117" name="WordArt 45"/>
            <p:cNvSpPr>
              <a:spLocks noChangeArrowheads="1" noChangeShapeType="1" noTextEdit="1"/>
            </p:cNvSpPr>
            <p:nvPr/>
          </p:nvSpPr>
          <p:spPr bwMode="auto">
            <a:xfrm>
              <a:off x="2608" y="1752"/>
              <a:ext cx="68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1896-7</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2792" name="Text Box 46"/>
            <p:cNvSpPr txBox="1">
              <a:spLocks noChangeArrowheads="1"/>
            </p:cNvSpPr>
            <p:nvPr/>
          </p:nvSpPr>
          <p:spPr bwMode="auto">
            <a:xfrm>
              <a:off x="3742" y="1570"/>
              <a:ext cx="1860" cy="44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洛伦兹提出电子论</a:t>
              </a:r>
            </a:p>
            <a:p>
              <a:pPr algn="just" eaLnBrk="1" hangingPunct="1"/>
              <a:r>
                <a:rPr lang="en-US" altLang="zh-CN" sz="2000" b="1" dirty="0">
                  <a:solidFill>
                    <a:srgbClr val="660066"/>
                  </a:solidFill>
                </a:rPr>
                <a:t>J.J.</a:t>
              </a:r>
              <a:r>
                <a:rPr lang="zh-CN" altLang="en-US" sz="2000" b="1" dirty="0">
                  <a:solidFill>
                    <a:srgbClr val="660066"/>
                  </a:solidFill>
                </a:rPr>
                <a:t>汤姆生证明电子存在</a:t>
              </a:r>
            </a:p>
          </p:txBody>
        </p:sp>
        <p:sp>
          <p:nvSpPr>
            <p:cNvPr id="32793" name="Line 47"/>
            <p:cNvSpPr>
              <a:spLocks noChangeShapeType="1"/>
            </p:cNvSpPr>
            <p:nvPr/>
          </p:nvSpPr>
          <p:spPr bwMode="auto">
            <a:xfrm>
              <a:off x="3334" y="1842"/>
              <a:ext cx="40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1139" name="Group 67"/>
          <p:cNvGrpSpPr>
            <a:grpSpLocks/>
          </p:cNvGrpSpPr>
          <p:nvPr/>
        </p:nvGrpSpPr>
        <p:grpSpPr bwMode="auto">
          <a:xfrm>
            <a:off x="4930775" y="2132013"/>
            <a:ext cx="4068763" cy="406400"/>
            <a:chOff x="3106" y="1343"/>
            <a:chExt cx="2563" cy="256"/>
          </a:xfrm>
        </p:grpSpPr>
        <p:sp>
          <p:nvSpPr>
            <p:cNvPr id="32787" name="Line 51"/>
            <p:cNvSpPr>
              <a:spLocks noChangeShapeType="1"/>
            </p:cNvSpPr>
            <p:nvPr/>
          </p:nvSpPr>
          <p:spPr bwMode="auto">
            <a:xfrm>
              <a:off x="3696" y="152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2788" name="Group 65"/>
            <p:cNvGrpSpPr>
              <a:grpSpLocks/>
            </p:cNvGrpSpPr>
            <p:nvPr/>
          </p:nvGrpSpPr>
          <p:grpSpPr bwMode="auto">
            <a:xfrm>
              <a:off x="3106" y="1343"/>
              <a:ext cx="2563" cy="256"/>
              <a:chOff x="3106" y="1343"/>
              <a:chExt cx="2563" cy="256"/>
            </a:xfrm>
          </p:grpSpPr>
          <p:sp>
            <p:nvSpPr>
              <p:cNvPr id="131124" name="WordArt 52"/>
              <p:cNvSpPr>
                <a:spLocks noChangeArrowheads="1" noChangeShapeType="1" noTextEdit="1"/>
              </p:cNvSpPr>
              <p:nvPr/>
            </p:nvSpPr>
            <p:spPr bwMode="auto">
              <a:xfrm>
                <a:off x="3106" y="1434"/>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1905</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2790" name="Text Box 50"/>
              <p:cNvSpPr txBox="1">
                <a:spLocks noChangeArrowheads="1"/>
              </p:cNvSpPr>
              <p:nvPr/>
            </p:nvSpPr>
            <p:spPr bwMode="auto">
              <a:xfrm>
                <a:off x="4195" y="1343"/>
                <a:ext cx="1474" cy="25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爱因斯坦</a:t>
                </a:r>
                <a:r>
                  <a:rPr lang="en-US" altLang="zh-CN" sz="2000" b="1">
                    <a:solidFill>
                      <a:srgbClr val="660066"/>
                    </a:solidFill>
                  </a:rPr>
                  <a:t>5</a:t>
                </a:r>
                <a:r>
                  <a:rPr lang="zh-CN" altLang="en-US" sz="2000" b="1">
                    <a:solidFill>
                      <a:srgbClr val="660066"/>
                    </a:solidFill>
                  </a:rPr>
                  <a:t>篇论文</a:t>
                </a:r>
              </a:p>
            </p:txBody>
          </p:sp>
        </p:grpSp>
      </p:grpSp>
      <p:sp>
        <p:nvSpPr>
          <p:cNvPr id="32786" name="Rectangle 72"/>
          <p:cNvSpPr>
            <a:spLocks noChangeArrowheads="1"/>
          </p:cNvSpPr>
          <p:nvPr/>
        </p:nvSpPr>
        <p:spPr bwMode="auto">
          <a:xfrm>
            <a:off x="468313" y="-100013"/>
            <a:ext cx="8229600" cy="1139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5100">
                <a:solidFill>
                  <a:srgbClr val="663300"/>
                </a:solidFill>
                <a:ea typeface="隶书" pitchFamily="49" charset="-122"/>
              </a:rPr>
              <a:t>电磁学和分析数学的发展史</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46</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31139"/>
                                        </p:tgtEl>
                                        <p:attrNameLst>
                                          <p:attrName>style.visibility</p:attrName>
                                        </p:attrNameLst>
                                      </p:cBhvr>
                                      <p:to>
                                        <p:strVal val="visible"/>
                                      </p:to>
                                    </p:set>
                                    <p:anim calcmode="lin" valueType="num">
                                      <p:cBhvr>
                                        <p:cTn id="7" dur="500" fill="hold"/>
                                        <p:tgtEl>
                                          <p:spTgt spid="131139"/>
                                        </p:tgtEl>
                                        <p:attrNameLst>
                                          <p:attrName>ppt_w</p:attrName>
                                        </p:attrNameLst>
                                      </p:cBhvr>
                                      <p:tavLst>
                                        <p:tav tm="0">
                                          <p:val>
                                            <p:strVal val="#ppt_w*0.70"/>
                                          </p:val>
                                        </p:tav>
                                        <p:tav tm="100000">
                                          <p:val>
                                            <p:strVal val="#ppt_w"/>
                                          </p:val>
                                        </p:tav>
                                      </p:tavLst>
                                    </p:anim>
                                    <p:anim calcmode="lin" valueType="num">
                                      <p:cBhvr>
                                        <p:cTn id="8" dur="500" fill="hold"/>
                                        <p:tgtEl>
                                          <p:spTgt spid="131139"/>
                                        </p:tgtEl>
                                        <p:attrNameLst>
                                          <p:attrName>ppt_h</p:attrName>
                                        </p:attrNameLst>
                                      </p:cBhvr>
                                      <p:tavLst>
                                        <p:tav tm="0">
                                          <p:val>
                                            <p:strVal val="#ppt_h"/>
                                          </p:val>
                                        </p:tav>
                                        <p:tav tm="100000">
                                          <p:val>
                                            <p:strVal val="#ppt_h"/>
                                          </p:val>
                                        </p:tav>
                                      </p:tavLst>
                                    </p:anim>
                                    <p:animEffect transition="in" filter="fade">
                                      <p:cBhvr>
                                        <p:cTn id="9" dur="500"/>
                                        <p:tgtEl>
                                          <p:spTgt spid="131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68313" y="274638"/>
            <a:ext cx="8229601" cy="1143000"/>
          </a:xfrm>
        </p:spPr>
        <p:txBody>
          <a:bodyPr/>
          <a:lstStyle/>
          <a:p>
            <a:pPr eaLnBrk="1" hangingPunct="1"/>
            <a:r>
              <a:rPr lang="zh-CN" altLang="en-US" sz="4800" b="0">
                <a:ea typeface="隶书" pitchFamily="49" charset="-122"/>
              </a:rPr>
              <a:t>爱因斯坦的五篇论文</a:t>
            </a:r>
          </a:p>
        </p:txBody>
      </p:sp>
      <p:sp>
        <p:nvSpPr>
          <p:cNvPr id="33795" name="Rectangle 3"/>
          <p:cNvSpPr>
            <a:spLocks noGrp="1" noChangeArrowheads="1"/>
          </p:cNvSpPr>
          <p:nvPr>
            <p:ph type="body" idx="1"/>
          </p:nvPr>
        </p:nvSpPr>
        <p:spPr>
          <a:xfrm>
            <a:off x="457200" y="1916113"/>
            <a:ext cx="8229600" cy="4995862"/>
          </a:xfrm>
        </p:spPr>
        <p:txBody>
          <a:bodyPr/>
          <a:lstStyle/>
          <a:p>
            <a:pPr eaLnBrk="1" hangingPunct="1">
              <a:lnSpc>
                <a:spcPct val="90000"/>
              </a:lnSpc>
            </a:pPr>
            <a:r>
              <a:rPr lang="zh-CN" altLang="en-US" sz="2400"/>
              <a:t>开头是一篇论及分子大小的论文</a:t>
            </a:r>
            <a:r>
              <a:rPr lang="en-US" altLang="zh-CN" sz="2400"/>
              <a:t>(</a:t>
            </a:r>
            <a:r>
              <a:rPr lang="zh-CN" altLang="en-US" sz="2400"/>
              <a:t>论文</a:t>
            </a:r>
            <a:r>
              <a:rPr lang="en-US" altLang="zh-CN" sz="2400"/>
              <a:t>1)</a:t>
            </a:r>
          </a:p>
          <a:p>
            <a:pPr eaLnBrk="1" hangingPunct="1">
              <a:lnSpc>
                <a:spcPct val="90000"/>
              </a:lnSpc>
            </a:pPr>
            <a:r>
              <a:rPr lang="zh-CN" altLang="en-US" sz="2400"/>
              <a:t>接着是一篇关于布朗运动的论文</a:t>
            </a:r>
            <a:r>
              <a:rPr lang="en-US" altLang="zh-CN" sz="2400"/>
              <a:t>(</a:t>
            </a:r>
            <a:r>
              <a:rPr lang="zh-CN" altLang="en-US" sz="2400"/>
              <a:t>论文</a:t>
            </a:r>
            <a:r>
              <a:rPr lang="en-US" altLang="zh-CN" sz="2400"/>
              <a:t>2)</a:t>
            </a:r>
          </a:p>
          <a:p>
            <a:pPr eaLnBrk="1" hangingPunct="1">
              <a:lnSpc>
                <a:spcPct val="90000"/>
              </a:lnSpc>
            </a:pPr>
            <a:r>
              <a:rPr lang="zh-CN" altLang="en-US" sz="2400"/>
              <a:t>然后是两篇狭义相对论的论文：第一篇发动了“相对论”革命，现在这对物理学家是非常熟悉的了</a:t>
            </a:r>
            <a:r>
              <a:rPr lang="en-US" altLang="zh-CN" sz="2400"/>
              <a:t>(</a:t>
            </a:r>
            <a:r>
              <a:rPr lang="zh-CN" altLang="en-US" sz="2400"/>
              <a:t>而且也为一般公众所了解</a:t>
            </a:r>
            <a:r>
              <a:rPr lang="en-US" altLang="zh-CN" sz="2400"/>
              <a:t>)</a:t>
            </a:r>
            <a:r>
              <a:rPr lang="zh-CN" altLang="en-US" sz="2400"/>
              <a:t>，在这场革命中废除了绝对时间的概念</a:t>
            </a:r>
            <a:r>
              <a:rPr lang="en-US" altLang="zh-CN" sz="2400"/>
              <a:t>(</a:t>
            </a:r>
            <a:r>
              <a:rPr lang="zh-CN" altLang="en-US" sz="2400"/>
              <a:t>论文</a:t>
            </a:r>
            <a:r>
              <a:rPr lang="en-US" altLang="zh-CN" sz="2400"/>
              <a:t>3)</a:t>
            </a:r>
            <a:r>
              <a:rPr lang="zh-CN" altLang="en-US" sz="2400"/>
              <a:t>；第二篇是一篇短文，其中推导出了爱因斯坦的著名公式“</a:t>
            </a:r>
            <a:r>
              <a:rPr lang="en-US" altLang="zh-CN" sz="2400">
                <a:solidFill>
                  <a:srgbClr val="A50021"/>
                </a:solidFill>
              </a:rPr>
              <a:t>E=mc</a:t>
            </a:r>
            <a:r>
              <a:rPr lang="en-US" altLang="zh-CN" sz="2400" baseline="30000">
                <a:solidFill>
                  <a:srgbClr val="A50021"/>
                </a:solidFill>
              </a:rPr>
              <a:t>2</a:t>
            </a:r>
            <a:r>
              <a:rPr lang="en-US" altLang="zh-CN" sz="2400"/>
              <a:t>”(</a:t>
            </a:r>
            <a:r>
              <a:rPr lang="zh-CN" altLang="en-US" sz="2400"/>
              <a:t>论文</a:t>
            </a:r>
            <a:r>
              <a:rPr lang="en-US" altLang="zh-CN" sz="2400"/>
              <a:t>4)</a:t>
            </a:r>
          </a:p>
          <a:p>
            <a:pPr eaLnBrk="1" hangingPunct="1">
              <a:lnSpc>
                <a:spcPct val="90000"/>
              </a:lnSpc>
            </a:pPr>
            <a:r>
              <a:rPr lang="zh-CN" altLang="en-US" sz="2400"/>
              <a:t>最后，是</a:t>
            </a:r>
            <a:r>
              <a:rPr lang="en-US" altLang="zh-CN" sz="2400"/>
              <a:t>(</a:t>
            </a:r>
            <a:r>
              <a:rPr lang="zh-CN" altLang="en-US" sz="2400"/>
              <a:t>惟一</a:t>
            </a:r>
            <a:r>
              <a:rPr lang="en-US" altLang="zh-CN" sz="2400"/>
              <a:t>)</a:t>
            </a:r>
            <a:r>
              <a:rPr lang="zh-CN" altLang="en-US" sz="2400"/>
              <a:t>一篇爱因斯坦自己实际上称其为“革命性的”论文，它论证在某种意义上，我们必须回到</a:t>
            </a:r>
            <a:r>
              <a:rPr lang="en-US" altLang="zh-CN" sz="2400"/>
              <a:t>(</a:t>
            </a:r>
            <a:r>
              <a:rPr lang="zh-CN" altLang="en-US" sz="2400"/>
              <a:t>牛顿的</a:t>
            </a:r>
            <a:r>
              <a:rPr lang="en-US" altLang="zh-CN" sz="2400"/>
              <a:t>)</a:t>
            </a:r>
            <a:r>
              <a:rPr lang="zh-CN" altLang="en-US" sz="2400"/>
              <a:t>光由粒子组成的想法</a:t>
            </a:r>
            <a:r>
              <a:rPr lang="en-US" altLang="zh-CN" sz="2400"/>
              <a:t>——</a:t>
            </a:r>
            <a:r>
              <a:rPr lang="zh-CN" altLang="en-US" sz="2400"/>
              <a:t>而此时我们正好刚习惯于光仅仅由电磁波组成的想法</a:t>
            </a:r>
            <a:r>
              <a:rPr lang="en-US" altLang="zh-CN" sz="2400"/>
              <a:t>(</a:t>
            </a:r>
            <a:r>
              <a:rPr lang="zh-CN" altLang="en-US" sz="2400"/>
              <a:t>论文</a:t>
            </a:r>
            <a:r>
              <a:rPr lang="en-US" altLang="zh-CN" sz="2400"/>
              <a:t>5)</a:t>
            </a:r>
            <a:r>
              <a:rPr lang="zh-CN" altLang="en-US" sz="2400"/>
              <a:t>。正是从这个表观的佯谬出发，产生了量子力学的一个重要组成部分。</a:t>
            </a:r>
            <a:r>
              <a:rPr lang="zh-CN" altLang="en-US" sz="2000"/>
              <a:t> </a:t>
            </a:r>
          </a:p>
        </p:txBody>
      </p:sp>
      <p:pic>
        <p:nvPicPr>
          <p:cNvPr id="33796" name="Picture 4" descr="xin_58060223151606229260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3425" y="73025"/>
            <a:ext cx="2025650" cy="263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7" name="Text Box 5"/>
          <p:cNvSpPr txBox="1">
            <a:spLocks noChangeArrowheads="1"/>
          </p:cNvSpPr>
          <p:nvPr/>
        </p:nvSpPr>
        <p:spPr bwMode="auto">
          <a:xfrm>
            <a:off x="468313" y="1341438"/>
            <a:ext cx="1531937"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lnSpc>
                <a:spcPct val="80000"/>
              </a:lnSpc>
              <a:spcBef>
                <a:spcPct val="20000"/>
              </a:spcBef>
            </a:pPr>
            <a:r>
              <a:rPr lang="en-US" altLang="zh-CN" sz="2800" b="1">
                <a:solidFill>
                  <a:srgbClr val="000066"/>
                </a:solidFill>
              </a:rPr>
              <a:t>1905</a:t>
            </a:r>
            <a:r>
              <a:rPr lang="zh-CN" altLang="en-US" sz="2800" b="1">
                <a:solidFill>
                  <a:srgbClr val="000066"/>
                </a:solidFill>
              </a:rPr>
              <a:t>年  </a:t>
            </a:r>
            <a:endParaRPr lang="zh-CN" altLang="en-US" sz="2800"/>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47</a:t>
            </a:fld>
            <a:endParaRPr lang="zh-CN" altLang="en-US" dirty="0"/>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4819"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4820"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37222"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34822" name="Group 7"/>
          <p:cNvGrpSpPr>
            <a:grpSpLocks/>
          </p:cNvGrpSpPr>
          <p:nvPr/>
        </p:nvGrpSpPr>
        <p:grpSpPr bwMode="auto">
          <a:xfrm>
            <a:off x="684213" y="5300663"/>
            <a:ext cx="6916737" cy="1368425"/>
            <a:chOff x="431" y="3339"/>
            <a:chExt cx="4357" cy="862"/>
          </a:xfrm>
        </p:grpSpPr>
        <p:sp>
          <p:nvSpPr>
            <p:cNvPr id="137224" name="WordArt 8"/>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4868" name="Text Box 9"/>
            <p:cNvSpPr txBox="1">
              <a:spLocks noChangeArrowheads="1"/>
            </p:cNvSpPr>
            <p:nvPr/>
          </p:nvSpPr>
          <p:spPr bwMode="auto">
            <a:xfrm>
              <a:off x="1519" y="3753"/>
              <a:ext cx="32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  </a:t>
              </a:r>
            </a:p>
          </p:txBody>
        </p:sp>
        <p:sp>
          <p:nvSpPr>
            <p:cNvPr id="34869" name="Line 10"/>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70" name="Line 11"/>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23" name="Group 12"/>
          <p:cNvGrpSpPr>
            <a:grpSpLocks/>
          </p:cNvGrpSpPr>
          <p:nvPr/>
        </p:nvGrpSpPr>
        <p:grpSpPr bwMode="auto">
          <a:xfrm>
            <a:off x="1042988" y="5013325"/>
            <a:ext cx="4322762" cy="782638"/>
            <a:chOff x="657" y="3158"/>
            <a:chExt cx="2723" cy="493"/>
          </a:xfrm>
        </p:grpSpPr>
        <p:sp>
          <p:nvSpPr>
            <p:cNvPr id="137229" name="WordArt 13"/>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4865" name="Text Box 14"/>
            <p:cNvSpPr txBox="1">
              <a:spLocks noChangeArrowheads="1"/>
            </p:cNvSpPr>
            <p:nvPr/>
          </p:nvSpPr>
          <p:spPr bwMode="auto">
            <a:xfrm>
              <a:off x="1882" y="3203"/>
              <a:ext cx="1498"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  </a:t>
              </a:r>
            </a:p>
          </p:txBody>
        </p:sp>
        <p:sp>
          <p:nvSpPr>
            <p:cNvPr id="34866" name="Line 15"/>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24" name="Group 16"/>
          <p:cNvGrpSpPr>
            <a:grpSpLocks/>
          </p:cNvGrpSpPr>
          <p:nvPr/>
        </p:nvGrpSpPr>
        <p:grpSpPr bwMode="auto">
          <a:xfrm>
            <a:off x="1619250" y="4724400"/>
            <a:ext cx="6553200" cy="711200"/>
            <a:chOff x="1020" y="2976"/>
            <a:chExt cx="4128" cy="448"/>
          </a:xfrm>
        </p:grpSpPr>
        <p:sp>
          <p:nvSpPr>
            <p:cNvPr id="137233" name="WordArt 17"/>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34862" name="Text Box 18"/>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34863" name="Line 19"/>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25" name="Group 20"/>
          <p:cNvGrpSpPr>
            <a:grpSpLocks/>
          </p:cNvGrpSpPr>
          <p:nvPr/>
        </p:nvGrpSpPr>
        <p:grpSpPr bwMode="auto">
          <a:xfrm>
            <a:off x="755650" y="3227388"/>
            <a:ext cx="1285875" cy="1354137"/>
            <a:chOff x="476" y="2033"/>
            <a:chExt cx="810" cy="853"/>
          </a:xfrm>
        </p:grpSpPr>
        <p:sp>
          <p:nvSpPr>
            <p:cNvPr id="34859" name="Text Box 21"/>
            <p:cNvSpPr txBox="1">
              <a:spLocks noChangeArrowheads="1"/>
            </p:cNvSpPr>
            <p:nvPr/>
          </p:nvSpPr>
          <p:spPr bwMode="auto">
            <a:xfrm>
              <a:off x="476" y="2033"/>
              <a:ext cx="81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 </a:t>
              </a:r>
            </a:p>
          </p:txBody>
        </p:sp>
        <p:sp>
          <p:nvSpPr>
            <p:cNvPr id="34860" name="Line 22"/>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26" name="Group 23"/>
          <p:cNvGrpSpPr>
            <a:grpSpLocks/>
          </p:cNvGrpSpPr>
          <p:nvPr/>
        </p:nvGrpSpPr>
        <p:grpSpPr bwMode="auto">
          <a:xfrm>
            <a:off x="76200" y="3948113"/>
            <a:ext cx="1611313" cy="1281112"/>
            <a:chOff x="48" y="2487"/>
            <a:chExt cx="1015" cy="807"/>
          </a:xfrm>
        </p:grpSpPr>
        <p:sp>
          <p:nvSpPr>
            <p:cNvPr id="34857" name="Text Box 24"/>
            <p:cNvSpPr txBox="1">
              <a:spLocks noChangeArrowheads="1"/>
            </p:cNvSpPr>
            <p:nvPr/>
          </p:nvSpPr>
          <p:spPr bwMode="auto">
            <a:xfrm>
              <a:off x="48" y="2487"/>
              <a:ext cx="1015"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  </a:t>
              </a:r>
            </a:p>
            <a:p>
              <a:pPr algn="just" eaLnBrk="1" hangingPunct="1"/>
              <a:r>
                <a:rPr lang="zh-CN" altLang="en-US" sz="2000" b="1">
                  <a:solidFill>
                    <a:srgbClr val="006600"/>
                  </a:solidFill>
                </a:rPr>
                <a:t>    微积分</a:t>
              </a:r>
            </a:p>
          </p:txBody>
        </p:sp>
        <p:sp>
          <p:nvSpPr>
            <p:cNvPr id="34858" name="Line 25"/>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27" name="Group 26"/>
          <p:cNvGrpSpPr>
            <a:grpSpLocks/>
          </p:cNvGrpSpPr>
          <p:nvPr/>
        </p:nvGrpSpPr>
        <p:grpSpPr bwMode="auto">
          <a:xfrm>
            <a:off x="2051050" y="4221163"/>
            <a:ext cx="3744913" cy="406400"/>
            <a:chOff x="1292" y="2659"/>
            <a:chExt cx="2359" cy="256"/>
          </a:xfrm>
        </p:grpSpPr>
        <p:sp>
          <p:nvSpPr>
            <p:cNvPr id="137243" name="WordArt 27"/>
            <p:cNvSpPr>
              <a:spLocks noChangeArrowheads="1" noChangeShapeType="1" noTextEdit="1"/>
            </p:cNvSpPr>
            <p:nvPr/>
          </p:nvSpPr>
          <p:spPr bwMode="auto">
            <a:xfrm>
              <a:off x="1292" y="2704"/>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4855" name="Text Box 28"/>
            <p:cNvSpPr txBox="1">
              <a:spLocks noChangeArrowheads="1"/>
            </p:cNvSpPr>
            <p:nvPr/>
          </p:nvSpPr>
          <p:spPr bwMode="auto">
            <a:xfrm>
              <a:off x="2562" y="2659"/>
              <a:ext cx="1089"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伏特发明电堆</a:t>
              </a:r>
            </a:p>
          </p:txBody>
        </p:sp>
        <p:sp>
          <p:nvSpPr>
            <p:cNvPr id="34856" name="Line 29"/>
            <p:cNvSpPr>
              <a:spLocks noChangeShapeType="1"/>
            </p:cNvSpPr>
            <p:nvPr/>
          </p:nvSpPr>
          <p:spPr bwMode="auto">
            <a:xfrm>
              <a:off x="1927" y="279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28" name="Group 30"/>
          <p:cNvGrpSpPr>
            <a:grpSpLocks/>
          </p:cNvGrpSpPr>
          <p:nvPr/>
        </p:nvGrpSpPr>
        <p:grpSpPr bwMode="auto">
          <a:xfrm>
            <a:off x="2195513" y="3644900"/>
            <a:ext cx="6121400" cy="1016000"/>
            <a:chOff x="1383" y="2296"/>
            <a:chExt cx="3856" cy="640"/>
          </a:xfrm>
        </p:grpSpPr>
        <p:sp>
          <p:nvSpPr>
            <p:cNvPr id="137247" name="WordArt 31"/>
            <p:cNvSpPr>
              <a:spLocks noChangeArrowheads="1" noChangeShapeType="1" noTextEdit="1"/>
            </p:cNvSpPr>
            <p:nvPr/>
          </p:nvSpPr>
          <p:spPr bwMode="auto">
            <a:xfrm>
              <a:off x="1383" y="2523"/>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1820-30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4852" name="Text Box 32"/>
            <p:cNvSpPr txBox="1">
              <a:spLocks noChangeArrowheads="1"/>
            </p:cNvSpPr>
            <p:nvPr/>
          </p:nvSpPr>
          <p:spPr bwMode="auto">
            <a:xfrm>
              <a:off x="3787" y="2296"/>
              <a:ext cx="1452" cy="64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安培定律</a:t>
              </a:r>
            </a:p>
            <a:p>
              <a:pPr algn="just" eaLnBrk="1" hangingPunct="1"/>
              <a:r>
                <a:rPr lang="zh-CN" altLang="en-US" sz="2000" b="1" dirty="0">
                  <a:solidFill>
                    <a:srgbClr val="660066"/>
                  </a:solidFill>
                </a:rPr>
                <a:t>欧姆定律</a:t>
              </a:r>
            </a:p>
            <a:p>
              <a:pPr algn="just" eaLnBrk="1" hangingPunct="1"/>
              <a:r>
                <a:rPr lang="zh-CN" altLang="en-US" sz="2000" b="1" dirty="0">
                  <a:solidFill>
                    <a:srgbClr val="660066"/>
                  </a:solidFill>
                </a:rPr>
                <a:t>法拉第电磁感应</a:t>
              </a:r>
            </a:p>
          </p:txBody>
        </p:sp>
        <p:sp>
          <p:nvSpPr>
            <p:cNvPr id="34853" name="Line 33"/>
            <p:cNvSpPr>
              <a:spLocks noChangeShapeType="1"/>
            </p:cNvSpPr>
            <p:nvPr/>
          </p:nvSpPr>
          <p:spPr bwMode="auto">
            <a:xfrm>
              <a:off x="2290" y="2568"/>
              <a:ext cx="149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29" name="Group 34"/>
          <p:cNvGrpSpPr>
            <a:grpSpLocks/>
          </p:cNvGrpSpPr>
          <p:nvPr/>
        </p:nvGrpSpPr>
        <p:grpSpPr bwMode="auto">
          <a:xfrm>
            <a:off x="2700338" y="3573463"/>
            <a:ext cx="3024187" cy="466725"/>
            <a:chOff x="1701" y="2251"/>
            <a:chExt cx="1905" cy="294"/>
          </a:xfrm>
        </p:grpSpPr>
        <p:sp>
          <p:nvSpPr>
            <p:cNvPr id="137251" name="WordArt 35"/>
            <p:cNvSpPr>
              <a:spLocks noChangeArrowheads="1" noChangeShapeType="1" noTextEdit="1"/>
            </p:cNvSpPr>
            <p:nvPr/>
          </p:nvSpPr>
          <p:spPr bwMode="auto">
            <a:xfrm>
              <a:off x="1701" y="2341"/>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a:t>
              </a:r>
              <a:r>
                <a:rPr lang="zh-CN" altLang="en-US" kern="10">
                  <a:ln w="9525" cap="sq">
                    <a:solidFill>
                      <a:schemeClr val="tx1"/>
                    </a:solidFill>
                    <a:round/>
                    <a:headEnd type="none" w="sm" len="sm"/>
                    <a:tailEnd type="none" w="sm" len="sm"/>
                  </a:ln>
                  <a:solidFill>
                    <a:srgbClr val="FF0000"/>
                  </a:solidFill>
                  <a:latin typeface="宋体"/>
                  <a:ea typeface="宋体"/>
                </a:rPr>
                <a:t>世纪中叶</a:t>
              </a:r>
            </a:p>
          </p:txBody>
        </p:sp>
        <p:sp>
          <p:nvSpPr>
            <p:cNvPr id="34850" name="Text Box 36"/>
            <p:cNvSpPr txBox="1">
              <a:spLocks noChangeArrowheads="1"/>
            </p:cNvSpPr>
            <p:nvPr/>
          </p:nvSpPr>
          <p:spPr bwMode="auto">
            <a:xfrm>
              <a:off x="2608" y="2251"/>
              <a:ext cx="998" cy="29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400" b="1">
                  <a:solidFill>
                    <a:srgbClr val="A50021"/>
                  </a:solidFill>
                </a:rPr>
                <a:t>电磁理论</a:t>
              </a:r>
            </a:p>
          </p:txBody>
        </p:sp>
      </p:grpSp>
      <p:grpSp>
        <p:nvGrpSpPr>
          <p:cNvPr id="34830" name="Group 37"/>
          <p:cNvGrpSpPr>
            <a:grpSpLocks/>
          </p:cNvGrpSpPr>
          <p:nvPr/>
        </p:nvGrpSpPr>
        <p:grpSpPr bwMode="auto">
          <a:xfrm>
            <a:off x="1692275" y="2219325"/>
            <a:ext cx="2122488" cy="1354138"/>
            <a:chOff x="476" y="2033"/>
            <a:chExt cx="1337" cy="853"/>
          </a:xfrm>
        </p:grpSpPr>
        <p:sp>
          <p:nvSpPr>
            <p:cNvPr id="34847" name="Text Box 38"/>
            <p:cNvSpPr txBox="1">
              <a:spLocks noChangeArrowheads="1"/>
            </p:cNvSpPr>
            <p:nvPr/>
          </p:nvSpPr>
          <p:spPr bwMode="auto">
            <a:xfrm>
              <a:off x="476" y="2033"/>
              <a:ext cx="1337"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分析数学发展期  </a:t>
              </a:r>
            </a:p>
          </p:txBody>
        </p:sp>
        <p:sp>
          <p:nvSpPr>
            <p:cNvPr id="34848" name="Line 39"/>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31" name="Group 40"/>
          <p:cNvGrpSpPr>
            <a:grpSpLocks/>
          </p:cNvGrpSpPr>
          <p:nvPr/>
        </p:nvGrpSpPr>
        <p:grpSpPr bwMode="auto">
          <a:xfrm>
            <a:off x="3490913" y="3094038"/>
            <a:ext cx="4897437" cy="406400"/>
            <a:chOff x="2199" y="1949"/>
            <a:chExt cx="3085" cy="256"/>
          </a:xfrm>
        </p:grpSpPr>
        <p:sp>
          <p:nvSpPr>
            <p:cNvPr id="137257" name="WordArt 41"/>
            <p:cNvSpPr>
              <a:spLocks noChangeArrowheads="1" noChangeShapeType="1" noTextEdit="1"/>
            </p:cNvSpPr>
            <p:nvPr/>
          </p:nvSpPr>
          <p:spPr bwMode="auto">
            <a:xfrm>
              <a:off x="2199" y="2069"/>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1886</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4845" name="Text Box 42"/>
            <p:cNvSpPr txBox="1">
              <a:spLocks noChangeArrowheads="1"/>
            </p:cNvSpPr>
            <p:nvPr/>
          </p:nvSpPr>
          <p:spPr bwMode="auto">
            <a:xfrm>
              <a:off x="3424" y="1949"/>
              <a:ext cx="186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赫兹证明电磁波的存在</a:t>
              </a:r>
            </a:p>
          </p:txBody>
        </p:sp>
        <p:sp>
          <p:nvSpPr>
            <p:cNvPr id="34846" name="Line 43"/>
            <p:cNvSpPr>
              <a:spLocks noChangeShapeType="1"/>
            </p:cNvSpPr>
            <p:nvPr/>
          </p:nvSpPr>
          <p:spPr bwMode="auto">
            <a:xfrm>
              <a:off x="2835" y="216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7277" name="Text Box 61"/>
          <p:cNvSpPr txBox="1">
            <a:spLocks noChangeArrowheads="1"/>
          </p:cNvSpPr>
          <p:nvPr/>
        </p:nvSpPr>
        <p:spPr bwMode="auto">
          <a:xfrm>
            <a:off x="3132138" y="1052513"/>
            <a:ext cx="2159000" cy="10160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特征函数</a:t>
            </a:r>
          </a:p>
          <a:p>
            <a:pPr algn="just" eaLnBrk="1" hangingPunct="1"/>
            <a:r>
              <a:rPr lang="zh-CN" altLang="en-US" sz="2000" b="1">
                <a:solidFill>
                  <a:srgbClr val="006600"/>
                </a:solidFill>
              </a:rPr>
              <a:t>广义傅里叶展开</a:t>
            </a:r>
          </a:p>
          <a:p>
            <a:pPr algn="just" eaLnBrk="1" hangingPunct="1"/>
            <a:r>
              <a:rPr lang="zh-CN" altLang="en-US" sz="2000" b="1">
                <a:solidFill>
                  <a:srgbClr val="006600"/>
                </a:solidFill>
              </a:rPr>
              <a:t>抽象函数空间</a:t>
            </a:r>
          </a:p>
        </p:txBody>
      </p:sp>
      <p:grpSp>
        <p:nvGrpSpPr>
          <p:cNvPr id="34833" name="Group 65"/>
          <p:cNvGrpSpPr>
            <a:grpSpLocks/>
          </p:cNvGrpSpPr>
          <p:nvPr/>
        </p:nvGrpSpPr>
        <p:grpSpPr bwMode="auto">
          <a:xfrm>
            <a:off x="4140200" y="2492375"/>
            <a:ext cx="4752975" cy="711200"/>
            <a:chOff x="2608" y="1570"/>
            <a:chExt cx="2994" cy="448"/>
          </a:xfrm>
        </p:grpSpPr>
        <p:sp>
          <p:nvSpPr>
            <p:cNvPr id="137282" name="WordArt 66"/>
            <p:cNvSpPr>
              <a:spLocks noChangeArrowheads="1" noChangeShapeType="1" noTextEdit="1"/>
            </p:cNvSpPr>
            <p:nvPr/>
          </p:nvSpPr>
          <p:spPr bwMode="auto">
            <a:xfrm>
              <a:off x="2608" y="1752"/>
              <a:ext cx="68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1896-7</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4842" name="Text Box 67"/>
            <p:cNvSpPr txBox="1">
              <a:spLocks noChangeArrowheads="1"/>
            </p:cNvSpPr>
            <p:nvPr/>
          </p:nvSpPr>
          <p:spPr bwMode="auto">
            <a:xfrm>
              <a:off x="3742" y="1570"/>
              <a:ext cx="1860" cy="448"/>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洛伦兹提出电子论</a:t>
              </a:r>
            </a:p>
            <a:p>
              <a:pPr algn="just" eaLnBrk="1" hangingPunct="1"/>
              <a:r>
                <a:rPr lang="zh-CN" altLang="en-US" sz="2000" b="1">
                  <a:solidFill>
                    <a:srgbClr val="660066"/>
                  </a:solidFill>
                </a:rPr>
                <a:t>汤姆生证明电子的存在</a:t>
              </a:r>
            </a:p>
          </p:txBody>
        </p:sp>
        <p:sp>
          <p:nvSpPr>
            <p:cNvPr id="34843" name="Line 68"/>
            <p:cNvSpPr>
              <a:spLocks noChangeShapeType="1"/>
            </p:cNvSpPr>
            <p:nvPr/>
          </p:nvSpPr>
          <p:spPr bwMode="auto">
            <a:xfrm>
              <a:off x="3334" y="1842"/>
              <a:ext cx="40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34" name="Group 77"/>
          <p:cNvGrpSpPr>
            <a:grpSpLocks/>
          </p:cNvGrpSpPr>
          <p:nvPr/>
        </p:nvGrpSpPr>
        <p:grpSpPr bwMode="auto">
          <a:xfrm>
            <a:off x="4930775" y="2132013"/>
            <a:ext cx="4068763" cy="406400"/>
            <a:chOff x="3106" y="1343"/>
            <a:chExt cx="2563" cy="256"/>
          </a:xfrm>
        </p:grpSpPr>
        <p:sp>
          <p:nvSpPr>
            <p:cNvPr id="34837" name="Line 78"/>
            <p:cNvSpPr>
              <a:spLocks noChangeShapeType="1"/>
            </p:cNvSpPr>
            <p:nvPr/>
          </p:nvSpPr>
          <p:spPr bwMode="auto">
            <a:xfrm>
              <a:off x="3696" y="152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4838" name="Group 79"/>
            <p:cNvGrpSpPr>
              <a:grpSpLocks/>
            </p:cNvGrpSpPr>
            <p:nvPr/>
          </p:nvGrpSpPr>
          <p:grpSpPr bwMode="auto">
            <a:xfrm>
              <a:off x="3106" y="1343"/>
              <a:ext cx="2563" cy="256"/>
              <a:chOff x="3106" y="1343"/>
              <a:chExt cx="2563" cy="256"/>
            </a:xfrm>
          </p:grpSpPr>
          <p:sp>
            <p:nvSpPr>
              <p:cNvPr id="137296" name="WordArt 80"/>
              <p:cNvSpPr>
                <a:spLocks noChangeArrowheads="1" noChangeShapeType="1" noTextEdit="1"/>
              </p:cNvSpPr>
              <p:nvPr/>
            </p:nvSpPr>
            <p:spPr bwMode="auto">
              <a:xfrm>
                <a:off x="3106" y="1434"/>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1905</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4840" name="Text Box 81"/>
              <p:cNvSpPr txBox="1">
                <a:spLocks noChangeArrowheads="1"/>
              </p:cNvSpPr>
              <p:nvPr/>
            </p:nvSpPr>
            <p:spPr bwMode="auto">
              <a:xfrm>
                <a:off x="4195" y="1343"/>
                <a:ext cx="1474" cy="25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爱因斯坦</a:t>
                </a:r>
                <a:r>
                  <a:rPr lang="en-US" altLang="zh-CN" sz="2000" b="1">
                    <a:solidFill>
                      <a:srgbClr val="660066"/>
                    </a:solidFill>
                  </a:rPr>
                  <a:t>5</a:t>
                </a:r>
                <a:r>
                  <a:rPr lang="zh-CN" altLang="en-US" sz="2000" b="1">
                    <a:solidFill>
                      <a:srgbClr val="660066"/>
                    </a:solidFill>
                  </a:rPr>
                  <a:t>篇论文</a:t>
                </a:r>
              </a:p>
            </p:txBody>
          </p:sp>
        </p:grpSp>
      </p:grpSp>
      <p:sp>
        <p:nvSpPr>
          <p:cNvPr id="137279" name="Rectangle 63"/>
          <p:cNvSpPr>
            <a:spLocks noGrp="1" noChangeArrowheads="1"/>
          </p:cNvSpPr>
          <p:nvPr>
            <p:ph type="body" idx="1"/>
          </p:nvPr>
        </p:nvSpPr>
        <p:spPr>
          <a:xfrm>
            <a:off x="395288" y="1484313"/>
            <a:ext cx="8229600" cy="3816350"/>
          </a:xfrm>
          <a:solidFill>
            <a:schemeClr val="bg1"/>
          </a:solidFill>
          <a:ln>
            <a:solidFill>
              <a:srgbClr val="FF00FF"/>
            </a:solidFill>
            <a:miter lim="800000"/>
            <a:headEnd/>
            <a:tailEnd/>
          </a:ln>
        </p:spPr>
        <p:txBody>
          <a:bodyPr/>
          <a:lstStyle/>
          <a:p>
            <a:pPr eaLnBrk="1" hangingPunct="1">
              <a:lnSpc>
                <a:spcPct val="90000"/>
              </a:lnSpc>
            </a:pPr>
            <a:r>
              <a:rPr lang="en-US" altLang="zh-CN" sz="2800"/>
              <a:t>1900</a:t>
            </a:r>
            <a:r>
              <a:rPr lang="zh-CN" altLang="en-US" sz="2800"/>
              <a:t>年</a:t>
            </a:r>
            <a:r>
              <a:rPr lang="en-US" altLang="zh-CN" sz="2800"/>
              <a:t>Fredholm</a:t>
            </a:r>
            <a:r>
              <a:rPr lang="zh-CN" altLang="en-US" sz="2800"/>
              <a:t>把特征值的概念应用于积分方程求解，改进了</a:t>
            </a:r>
            <a:r>
              <a:rPr lang="en-US" altLang="zh-CN" sz="2800"/>
              <a:t>Volterra</a:t>
            </a:r>
            <a:r>
              <a:rPr lang="zh-CN" altLang="en-US" sz="2800"/>
              <a:t>的工作。特征值集合称为谱，相应于特征值的解称为特征函数</a:t>
            </a:r>
          </a:p>
          <a:p>
            <a:pPr eaLnBrk="1" hangingPunct="1">
              <a:lnSpc>
                <a:spcPct val="90000"/>
              </a:lnSpc>
            </a:pPr>
            <a:r>
              <a:rPr lang="en-US" altLang="zh-CN" sz="2800"/>
              <a:t>1904-10</a:t>
            </a:r>
            <a:r>
              <a:rPr lang="zh-CN" altLang="en-US" sz="2800"/>
              <a:t>年，</a:t>
            </a:r>
            <a:r>
              <a:rPr lang="en-US" altLang="zh-CN" sz="2800"/>
              <a:t>Hilbert</a:t>
            </a:r>
            <a:r>
              <a:rPr lang="zh-CN" altLang="en-US" sz="2800"/>
              <a:t>发现了积分方程与微分方程的关系，发现了广义傅立叶展开</a:t>
            </a:r>
          </a:p>
          <a:p>
            <a:pPr eaLnBrk="1" hangingPunct="1">
              <a:lnSpc>
                <a:spcPct val="90000"/>
              </a:lnSpc>
            </a:pPr>
            <a:r>
              <a:rPr lang="en-US" altLang="zh-CN" sz="2800">
                <a:solidFill>
                  <a:srgbClr val="A50021"/>
                </a:solidFill>
              </a:rPr>
              <a:t>1907 Schmidt</a:t>
            </a:r>
            <a:r>
              <a:rPr lang="zh-CN" altLang="en-US" sz="2800">
                <a:solidFill>
                  <a:srgbClr val="A50021"/>
                </a:solidFill>
              </a:rPr>
              <a:t>利用正交函数集建立起抽象函数空间的概念</a:t>
            </a:r>
          </a:p>
          <a:p>
            <a:pPr eaLnBrk="1" hangingPunct="1">
              <a:lnSpc>
                <a:spcPct val="90000"/>
              </a:lnSpc>
            </a:pPr>
            <a:r>
              <a:rPr lang="en-US" altLang="zh-CN" sz="2800">
                <a:solidFill>
                  <a:srgbClr val="A50021"/>
                </a:solidFill>
              </a:rPr>
              <a:t>1929-30</a:t>
            </a:r>
            <a:r>
              <a:rPr lang="zh-CN" altLang="en-US" sz="2800">
                <a:solidFill>
                  <a:srgbClr val="A50021"/>
                </a:solidFill>
              </a:rPr>
              <a:t>，由 </a:t>
            </a:r>
            <a:r>
              <a:rPr lang="en-US" altLang="zh-CN" sz="2800">
                <a:solidFill>
                  <a:srgbClr val="A50021"/>
                </a:solidFill>
              </a:rPr>
              <a:t>Riesz, Banach, Von Neumann, etc.</a:t>
            </a:r>
            <a:r>
              <a:rPr lang="zh-CN" altLang="en-US" sz="2800">
                <a:solidFill>
                  <a:srgbClr val="A50021"/>
                </a:solidFill>
              </a:rPr>
              <a:t>建立起抽象函数空间的公理体系</a:t>
            </a:r>
          </a:p>
        </p:txBody>
      </p:sp>
      <p:sp>
        <p:nvSpPr>
          <p:cNvPr id="34836" name="Rectangle 83"/>
          <p:cNvSpPr>
            <a:spLocks noChangeArrowheads="1"/>
          </p:cNvSpPr>
          <p:nvPr/>
        </p:nvSpPr>
        <p:spPr bwMode="auto">
          <a:xfrm>
            <a:off x="468313" y="-100013"/>
            <a:ext cx="8229600" cy="1139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5100">
                <a:solidFill>
                  <a:srgbClr val="663300"/>
                </a:solidFill>
                <a:ea typeface="隶书" pitchFamily="49" charset="-122"/>
              </a:rPr>
              <a:t>电磁学和分析数学的发展史</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48</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37277"/>
                                        </p:tgtEl>
                                        <p:attrNameLst>
                                          <p:attrName>style.visibility</p:attrName>
                                        </p:attrNameLst>
                                      </p:cBhvr>
                                      <p:to>
                                        <p:strVal val="visible"/>
                                      </p:to>
                                    </p:set>
                                    <p:anim calcmode="lin" valueType="num">
                                      <p:cBhvr>
                                        <p:cTn id="7" dur="500" fill="hold"/>
                                        <p:tgtEl>
                                          <p:spTgt spid="137277"/>
                                        </p:tgtEl>
                                        <p:attrNameLst>
                                          <p:attrName>ppt_w</p:attrName>
                                        </p:attrNameLst>
                                      </p:cBhvr>
                                      <p:tavLst>
                                        <p:tav tm="0">
                                          <p:val>
                                            <p:strVal val="#ppt_w*0.70"/>
                                          </p:val>
                                        </p:tav>
                                        <p:tav tm="100000">
                                          <p:val>
                                            <p:strVal val="#ppt_w"/>
                                          </p:val>
                                        </p:tav>
                                      </p:tavLst>
                                    </p:anim>
                                    <p:anim calcmode="lin" valueType="num">
                                      <p:cBhvr>
                                        <p:cTn id="8" dur="500" fill="hold"/>
                                        <p:tgtEl>
                                          <p:spTgt spid="137277"/>
                                        </p:tgtEl>
                                        <p:attrNameLst>
                                          <p:attrName>ppt_h</p:attrName>
                                        </p:attrNameLst>
                                      </p:cBhvr>
                                      <p:tavLst>
                                        <p:tav tm="0">
                                          <p:val>
                                            <p:strVal val="#ppt_h"/>
                                          </p:val>
                                        </p:tav>
                                        <p:tav tm="100000">
                                          <p:val>
                                            <p:strVal val="#ppt_h"/>
                                          </p:val>
                                        </p:tav>
                                      </p:tavLst>
                                    </p:anim>
                                    <p:animEffect transition="in" filter="fade">
                                      <p:cBhvr>
                                        <p:cTn id="9" dur="500"/>
                                        <p:tgtEl>
                                          <p:spTgt spid="13727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137279">
                                            <p:bg/>
                                          </p:spTgt>
                                        </p:tgtEl>
                                        <p:attrNameLst>
                                          <p:attrName>style.visibility</p:attrName>
                                        </p:attrNameLst>
                                      </p:cBhvr>
                                      <p:to>
                                        <p:strVal val="visible"/>
                                      </p:to>
                                    </p:set>
                                    <p:animEffect transition="in" filter="dissolve">
                                      <p:cBhvr>
                                        <p:cTn id="14" dur="500"/>
                                        <p:tgtEl>
                                          <p:spTgt spid="137279">
                                            <p:bg/>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37279">
                                            <p:txEl>
                                              <p:pRg st="0" end="0"/>
                                            </p:txEl>
                                          </p:spTgt>
                                        </p:tgtEl>
                                        <p:attrNameLst>
                                          <p:attrName>style.visibility</p:attrName>
                                        </p:attrNameLst>
                                      </p:cBhvr>
                                      <p:to>
                                        <p:strVal val="visible"/>
                                      </p:to>
                                    </p:set>
                                    <p:animEffect transition="in" filter="dissolve">
                                      <p:cBhvr>
                                        <p:cTn id="19" dur="500"/>
                                        <p:tgtEl>
                                          <p:spTgt spid="137279">
                                            <p:txEl>
                                              <p:pRg st="0" end="0"/>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37279">
                                            <p:txEl>
                                              <p:pRg st="1" end="1"/>
                                            </p:txEl>
                                          </p:spTgt>
                                        </p:tgtEl>
                                        <p:attrNameLst>
                                          <p:attrName>style.visibility</p:attrName>
                                        </p:attrNameLst>
                                      </p:cBhvr>
                                      <p:to>
                                        <p:strVal val="visible"/>
                                      </p:to>
                                    </p:set>
                                    <p:animEffect transition="in" filter="dissolve">
                                      <p:cBhvr>
                                        <p:cTn id="24" dur="500"/>
                                        <p:tgtEl>
                                          <p:spTgt spid="137279">
                                            <p:txEl>
                                              <p:pRg st="1" end="1"/>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37279">
                                            <p:txEl>
                                              <p:pRg st="2" end="2"/>
                                            </p:txEl>
                                          </p:spTgt>
                                        </p:tgtEl>
                                        <p:attrNameLst>
                                          <p:attrName>style.visibility</p:attrName>
                                        </p:attrNameLst>
                                      </p:cBhvr>
                                      <p:to>
                                        <p:strVal val="visible"/>
                                      </p:to>
                                    </p:set>
                                    <p:animEffect transition="in" filter="dissolve">
                                      <p:cBhvr>
                                        <p:cTn id="29" dur="500"/>
                                        <p:tgtEl>
                                          <p:spTgt spid="137279">
                                            <p:txEl>
                                              <p:pRg st="2" end="2"/>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37279">
                                            <p:txEl>
                                              <p:pRg st="3" end="3"/>
                                            </p:txEl>
                                          </p:spTgt>
                                        </p:tgtEl>
                                        <p:attrNameLst>
                                          <p:attrName>style.visibility</p:attrName>
                                        </p:attrNameLst>
                                      </p:cBhvr>
                                      <p:to>
                                        <p:strVal val="visible"/>
                                      </p:to>
                                    </p:set>
                                    <p:animEffect transition="in" filter="dissolve">
                                      <p:cBhvr>
                                        <p:cTn id="34" dur="500"/>
                                        <p:tgtEl>
                                          <p:spTgt spid="1372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77" grpId="0" animBg="1"/>
      <p:bldP spid="137279" grpId="0" build="p"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9327" name="Rectangle 63"/>
          <p:cNvSpPr>
            <a:spLocks noChangeArrowheads="1"/>
          </p:cNvSpPr>
          <p:nvPr/>
        </p:nvSpPr>
        <p:spPr bwMode="auto">
          <a:xfrm>
            <a:off x="6011863" y="3644900"/>
            <a:ext cx="2305050" cy="1008063"/>
          </a:xfrm>
          <a:prstGeom prst="rect">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139326" name="Rectangle 62"/>
          <p:cNvSpPr>
            <a:spLocks noChangeArrowheads="1"/>
          </p:cNvSpPr>
          <p:nvPr/>
        </p:nvSpPr>
        <p:spPr bwMode="auto">
          <a:xfrm>
            <a:off x="4140200" y="3573463"/>
            <a:ext cx="1584325" cy="431800"/>
          </a:xfrm>
          <a:prstGeom prst="rect">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5844"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5845"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5846"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39270"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35848" name="Group 7"/>
          <p:cNvGrpSpPr>
            <a:grpSpLocks/>
          </p:cNvGrpSpPr>
          <p:nvPr/>
        </p:nvGrpSpPr>
        <p:grpSpPr bwMode="auto">
          <a:xfrm>
            <a:off x="684213" y="5300663"/>
            <a:ext cx="6777037" cy="1368425"/>
            <a:chOff x="431" y="3339"/>
            <a:chExt cx="4269" cy="862"/>
          </a:xfrm>
        </p:grpSpPr>
        <p:sp>
          <p:nvSpPr>
            <p:cNvPr id="139272" name="WordArt 8"/>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5910" name="Text Box 9"/>
            <p:cNvSpPr txBox="1">
              <a:spLocks noChangeArrowheads="1"/>
            </p:cNvSpPr>
            <p:nvPr/>
          </p:nvSpPr>
          <p:spPr bwMode="auto">
            <a:xfrm>
              <a:off x="1519" y="3753"/>
              <a:ext cx="3181"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a:t>
              </a:r>
            </a:p>
          </p:txBody>
        </p:sp>
        <p:sp>
          <p:nvSpPr>
            <p:cNvPr id="35911" name="Line 10"/>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2" name="Line 11"/>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5849" name="Group 12"/>
          <p:cNvGrpSpPr>
            <a:grpSpLocks/>
          </p:cNvGrpSpPr>
          <p:nvPr/>
        </p:nvGrpSpPr>
        <p:grpSpPr bwMode="auto">
          <a:xfrm>
            <a:off x="1042988" y="5013325"/>
            <a:ext cx="4183062" cy="782638"/>
            <a:chOff x="657" y="3158"/>
            <a:chExt cx="2635" cy="493"/>
          </a:xfrm>
        </p:grpSpPr>
        <p:sp>
          <p:nvSpPr>
            <p:cNvPr id="139277" name="WordArt 13"/>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5907" name="Text Box 14"/>
            <p:cNvSpPr txBox="1">
              <a:spLocks noChangeArrowheads="1"/>
            </p:cNvSpPr>
            <p:nvPr/>
          </p:nvSpPr>
          <p:spPr bwMode="auto">
            <a:xfrm>
              <a:off x="1882" y="3203"/>
              <a:ext cx="1410"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a:t>
              </a:r>
            </a:p>
          </p:txBody>
        </p:sp>
        <p:sp>
          <p:nvSpPr>
            <p:cNvPr id="35908" name="Line 15"/>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5850" name="Group 16"/>
          <p:cNvGrpSpPr>
            <a:grpSpLocks/>
          </p:cNvGrpSpPr>
          <p:nvPr/>
        </p:nvGrpSpPr>
        <p:grpSpPr bwMode="auto">
          <a:xfrm>
            <a:off x="1619250" y="4724400"/>
            <a:ext cx="6553200" cy="711200"/>
            <a:chOff x="1020" y="2976"/>
            <a:chExt cx="4128" cy="448"/>
          </a:xfrm>
        </p:grpSpPr>
        <p:sp>
          <p:nvSpPr>
            <p:cNvPr id="139281" name="WordArt 17"/>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35904" name="Text Box 18"/>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35905" name="Line 19"/>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5851" name="Group 20"/>
          <p:cNvGrpSpPr>
            <a:grpSpLocks/>
          </p:cNvGrpSpPr>
          <p:nvPr/>
        </p:nvGrpSpPr>
        <p:grpSpPr bwMode="auto">
          <a:xfrm>
            <a:off x="755650" y="3227388"/>
            <a:ext cx="1285875" cy="1354137"/>
            <a:chOff x="476" y="2033"/>
            <a:chExt cx="810" cy="853"/>
          </a:xfrm>
        </p:grpSpPr>
        <p:sp>
          <p:nvSpPr>
            <p:cNvPr id="35901" name="Text Box 21"/>
            <p:cNvSpPr txBox="1">
              <a:spLocks noChangeArrowheads="1"/>
            </p:cNvSpPr>
            <p:nvPr/>
          </p:nvSpPr>
          <p:spPr bwMode="auto">
            <a:xfrm>
              <a:off x="476" y="2033"/>
              <a:ext cx="81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 </a:t>
              </a:r>
            </a:p>
          </p:txBody>
        </p:sp>
        <p:sp>
          <p:nvSpPr>
            <p:cNvPr id="35902" name="Line 22"/>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5852" name="Group 23"/>
          <p:cNvGrpSpPr>
            <a:grpSpLocks/>
          </p:cNvGrpSpPr>
          <p:nvPr/>
        </p:nvGrpSpPr>
        <p:grpSpPr bwMode="auto">
          <a:xfrm>
            <a:off x="76200" y="3933825"/>
            <a:ext cx="1471613" cy="1295400"/>
            <a:chOff x="48" y="2478"/>
            <a:chExt cx="927" cy="816"/>
          </a:xfrm>
        </p:grpSpPr>
        <p:sp>
          <p:nvSpPr>
            <p:cNvPr id="35899" name="Text Box 24"/>
            <p:cNvSpPr txBox="1">
              <a:spLocks noChangeArrowheads="1"/>
            </p:cNvSpPr>
            <p:nvPr/>
          </p:nvSpPr>
          <p:spPr bwMode="auto">
            <a:xfrm>
              <a:off x="48" y="2478"/>
              <a:ext cx="927"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a:t>
              </a:r>
            </a:p>
            <a:p>
              <a:pPr algn="just" eaLnBrk="1" hangingPunct="1"/>
              <a:r>
                <a:rPr lang="zh-CN" altLang="en-US" sz="2000" b="1">
                  <a:solidFill>
                    <a:srgbClr val="006600"/>
                  </a:solidFill>
                </a:rPr>
                <a:t>    微积分</a:t>
              </a:r>
            </a:p>
          </p:txBody>
        </p:sp>
        <p:sp>
          <p:nvSpPr>
            <p:cNvPr id="35900" name="Line 25"/>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5853" name="Group 26"/>
          <p:cNvGrpSpPr>
            <a:grpSpLocks/>
          </p:cNvGrpSpPr>
          <p:nvPr/>
        </p:nvGrpSpPr>
        <p:grpSpPr bwMode="auto">
          <a:xfrm>
            <a:off x="2051050" y="4221163"/>
            <a:ext cx="3744913" cy="406400"/>
            <a:chOff x="1292" y="2659"/>
            <a:chExt cx="2359" cy="256"/>
          </a:xfrm>
        </p:grpSpPr>
        <p:sp>
          <p:nvSpPr>
            <p:cNvPr id="139291" name="WordArt 27"/>
            <p:cNvSpPr>
              <a:spLocks noChangeArrowheads="1" noChangeShapeType="1" noTextEdit="1"/>
            </p:cNvSpPr>
            <p:nvPr/>
          </p:nvSpPr>
          <p:spPr bwMode="auto">
            <a:xfrm>
              <a:off x="1292" y="2704"/>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5897" name="Text Box 28"/>
            <p:cNvSpPr txBox="1">
              <a:spLocks noChangeArrowheads="1"/>
            </p:cNvSpPr>
            <p:nvPr/>
          </p:nvSpPr>
          <p:spPr bwMode="auto">
            <a:xfrm>
              <a:off x="2562" y="2659"/>
              <a:ext cx="1089"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伏特发明电堆</a:t>
              </a:r>
            </a:p>
          </p:txBody>
        </p:sp>
        <p:sp>
          <p:nvSpPr>
            <p:cNvPr id="35898" name="Line 29"/>
            <p:cNvSpPr>
              <a:spLocks noChangeShapeType="1"/>
            </p:cNvSpPr>
            <p:nvPr/>
          </p:nvSpPr>
          <p:spPr bwMode="auto">
            <a:xfrm>
              <a:off x="1927" y="279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5854" name="Group 30"/>
          <p:cNvGrpSpPr>
            <a:grpSpLocks/>
          </p:cNvGrpSpPr>
          <p:nvPr/>
        </p:nvGrpSpPr>
        <p:grpSpPr bwMode="auto">
          <a:xfrm>
            <a:off x="2195513" y="3644900"/>
            <a:ext cx="6121400" cy="1016000"/>
            <a:chOff x="1383" y="2296"/>
            <a:chExt cx="3856" cy="640"/>
          </a:xfrm>
        </p:grpSpPr>
        <p:sp>
          <p:nvSpPr>
            <p:cNvPr id="139295" name="WordArt 31"/>
            <p:cNvSpPr>
              <a:spLocks noChangeArrowheads="1" noChangeShapeType="1" noTextEdit="1"/>
            </p:cNvSpPr>
            <p:nvPr/>
          </p:nvSpPr>
          <p:spPr bwMode="auto">
            <a:xfrm>
              <a:off x="1383" y="2523"/>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1820-30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5894" name="Text Box 32"/>
            <p:cNvSpPr txBox="1">
              <a:spLocks noChangeArrowheads="1"/>
            </p:cNvSpPr>
            <p:nvPr/>
          </p:nvSpPr>
          <p:spPr bwMode="auto">
            <a:xfrm>
              <a:off x="3787" y="2296"/>
              <a:ext cx="1452" cy="64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安培定律</a:t>
              </a:r>
            </a:p>
            <a:p>
              <a:pPr algn="just" eaLnBrk="1" hangingPunct="1"/>
              <a:r>
                <a:rPr lang="zh-CN" altLang="en-US" sz="2000" b="1" dirty="0">
                  <a:solidFill>
                    <a:srgbClr val="660066"/>
                  </a:solidFill>
                </a:rPr>
                <a:t>欧姆定律</a:t>
              </a:r>
            </a:p>
            <a:p>
              <a:pPr algn="just" eaLnBrk="1" hangingPunct="1"/>
              <a:r>
                <a:rPr lang="zh-CN" altLang="en-US" sz="2000" b="1" dirty="0">
                  <a:solidFill>
                    <a:srgbClr val="660066"/>
                  </a:solidFill>
                </a:rPr>
                <a:t>法拉第电磁感应</a:t>
              </a:r>
            </a:p>
          </p:txBody>
        </p:sp>
        <p:sp>
          <p:nvSpPr>
            <p:cNvPr id="35895" name="Line 33"/>
            <p:cNvSpPr>
              <a:spLocks noChangeShapeType="1"/>
            </p:cNvSpPr>
            <p:nvPr/>
          </p:nvSpPr>
          <p:spPr bwMode="auto">
            <a:xfrm>
              <a:off x="2290" y="2568"/>
              <a:ext cx="149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5855" name="Group 34"/>
          <p:cNvGrpSpPr>
            <a:grpSpLocks/>
          </p:cNvGrpSpPr>
          <p:nvPr/>
        </p:nvGrpSpPr>
        <p:grpSpPr bwMode="auto">
          <a:xfrm>
            <a:off x="2700338" y="3573463"/>
            <a:ext cx="3024187" cy="466725"/>
            <a:chOff x="1701" y="2251"/>
            <a:chExt cx="1905" cy="294"/>
          </a:xfrm>
        </p:grpSpPr>
        <p:sp>
          <p:nvSpPr>
            <p:cNvPr id="139299" name="WordArt 35"/>
            <p:cNvSpPr>
              <a:spLocks noChangeArrowheads="1" noChangeShapeType="1" noTextEdit="1"/>
            </p:cNvSpPr>
            <p:nvPr/>
          </p:nvSpPr>
          <p:spPr bwMode="auto">
            <a:xfrm>
              <a:off x="1701" y="2341"/>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a:t>
              </a:r>
              <a:r>
                <a:rPr lang="zh-CN" altLang="en-US" kern="10">
                  <a:ln w="9525" cap="sq">
                    <a:solidFill>
                      <a:schemeClr val="tx1"/>
                    </a:solidFill>
                    <a:round/>
                    <a:headEnd type="none" w="sm" len="sm"/>
                    <a:tailEnd type="none" w="sm" len="sm"/>
                  </a:ln>
                  <a:solidFill>
                    <a:srgbClr val="FF0000"/>
                  </a:solidFill>
                  <a:latin typeface="宋体"/>
                  <a:ea typeface="宋体"/>
                </a:rPr>
                <a:t>世纪中叶</a:t>
              </a:r>
            </a:p>
          </p:txBody>
        </p:sp>
        <p:sp>
          <p:nvSpPr>
            <p:cNvPr id="35892" name="Text Box 36"/>
            <p:cNvSpPr txBox="1">
              <a:spLocks noChangeArrowheads="1"/>
            </p:cNvSpPr>
            <p:nvPr/>
          </p:nvSpPr>
          <p:spPr bwMode="auto">
            <a:xfrm>
              <a:off x="2608" y="2251"/>
              <a:ext cx="998" cy="29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400" b="1">
                  <a:solidFill>
                    <a:srgbClr val="A50021"/>
                  </a:solidFill>
                </a:rPr>
                <a:t>电磁理论</a:t>
              </a:r>
            </a:p>
          </p:txBody>
        </p:sp>
      </p:grpSp>
      <p:grpSp>
        <p:nvGrpSpPr>
          <p:cNvPr id="35856" name="Group 37"/>
          <p:cNvGrpSpPr>
            <a:grpSpLocks/>
          </p:cNvGrpSpPr>
          <p:nvPr/>
        </p:nvGrpSpPr>
        <p:grpSpPr bwMode="auto">
          <a:xfrm>
            <a:off x="1692275" y="2219325"/>
            <a:ext cx="1285875" cy="1354138"/>
            <a:chOff x="476" y="2033"/>
            <a:chExt cx="810" cy="853"/>
          </a:xfrm>
        </p:grpSpPr>
        <p:sp>
          <p:nvSpPr>
            <p:cNvPr id="35889" name="Text Box 38"/>
            <p:cNvSpPr txBox="1">
              <a:spLocks noChangeArrowheads="1"/>
            </p:cNvSpPr>
            <p:nvPr/>
          </p:nvSpPr>
          <p:spPr bwMode="auto">
            <a:xfrm>
              <a:off x="476" y="2033"/>
              <a:ext cx="81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分析数学 </a:t>
              </a:r>
            </a:p>
          </p:txBody>
        </p:sp>
        <p:sp>
          <p:nvSpPr>
            <p:cNvPr id="35890" name="Line 39"/>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5857" name="Group 40"/>
          <p:cNvGrpSpPr>
            <a:grpSpLocks/>
          </p:cNvGrpSpPr>
          <p:nvPr/>
        </p:nvGrpSpPr>
        <p:grpSpPr bwMode="auto">
          <a:xfrm>
            <a:off x="3490913" y="3094038"/>
            <a:ext cx="4897437" cy="406400"/>
            <a:chOff x="2199" y="1949"/>
            <a:chExt cx="3085" cy="256"/>
          </a:xfrm>
        </p:grpSpPr>
        <p:sp>
          <p:nvSpPr>
            <p:cNvPr id="139305" name="WordArt 41"/>
            <p:cNvSpPr>
              <a:spLocks noChangeArrowheads="1" noChangeShapeType="1" noTextEdit="1"/>
            </p:cNvSpPr>
            <p:nvPr/>
          </p:nvSpPr>
          <p:spPr bwMode="auto">
            <a:xfrm>
              <a:off x="2199" y="2069"/>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1886</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5887" name="Text Box 42"/>
            <p:cNvSpPr txBox="1">
              <a:spLocks noChangeArrowheads="1"/>
            </p:cNvSpPr>
            <p:nvPr/>
          </p:nvSpPr>
          <p:spPr bwMode="auto">
            <a:xfrm>
              <a:off x="3424" y="1949"/>
              <a:ext cx="186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赫兹证明电磁波的存在</a:t>
              </a:r>
            </a:p>
          </p:txBody>
        </p:sp>
        <p:sp>
          <p:nvSpPr>
            <p:cNvPr id="35888" name="Line 43"/>
            <p:cNvSpPr>
              <a:spLocks noChangeShapeType="1"/>
            </p:cNvSpPr>
            <p:nvPr/>
          </p:nvSpPr>
          <p:spPr bwMode="auto">
            <a:xfrm>
              <a:off x="2835" y="216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5858" name="Text Box 60"/>
          <p:cNvSpPr txBox="1">
            <a:spLocks noChangeArrowheads="1"/>
          </p:cNvSpPr>
          <p:nvPr/>
        </p:nvSpPr>
        <p:spPr bwMode="auto">
          <a:xfrm>
            <a:off x="3132138" y="1052513"/>
            <a:ext cx="2159000" cy="10160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特征函数</a:t>
            </a:r>
          </a:p>
          <a:p>
            <a:pPr algn="just" eaLnBrk="1" hangingPunct="1"/>
            <a:r>
              <a:rPr lang="zh-CN" altLang="en-US" sz="2000" b="1">
                <a:solidFill>
                  <a:srgbClr val="006600"/>
                </a:solidFill>
              </a:rPr>
              <a:t>广义傅里叶展开</a:t>
            </a:r>
          </a:p>
          <a:p>
            <a:pPr algn="just" eaLnBrk="1" hangingPunct="1"/>
            <a:r>
              <a:rPr lang="zh-CN" altLang="en-US" sz="2000" b="1">
                <a:solidFill>
                  <a:srgbClr val="006600"/>
                </a:solidFill>
              </a:rPr>
              <a:t>抽象函数空间</a:t>
            </a:r>
          </a:p>
        </p:txBody>
      </p:sp>
      <p:grpSp>
        <p:nvGrpSpPr>
          <p:cNvPr id="139343" name="Group 79"/>
          <p:cNvGrpSpPr>
            <a:grpSpLocks/>
          </p:cNvGrpSpPr>
          <p:nvPr/>
        </p:nvGrpSpPr>
        <p:grpSpPr bwMode="auto">
          <a:xfrm>
            <a:off x="5148263" y="4508500"/>
            <a:ext cx="3276600" cy="1196975"/>
            <a:chOff x="3243" y="2840"/>
            <a:chExt cx="2064" cy="754"/>
          </a:xfrm>
        </p:grpSpPr>
        <p:sp>
          <p:nvSpPr>
            <p:cNvPr id="35884" name="AutoShape 65"/>
            <p:cNvSpPr>
              <a:spLocks noChangeArrowheads="1"/>
            </p:cNvSpPr>
            <p:nvPr/>
          </p:nvSpPr>
          <p:spPr bwMode="auto">
            <a:xfrm>
              <a:off x="3243" y="2840"/>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5885" name="Text Box 64"/>
            <p:cNvSpPr txBox="1">
              <a:spLocks noChangeArrowheads="1"/>
            </p:cNvSpPr>
            <p:nvPr/>
          </p:nvSpPr>
          <p:spPr bwMode="auto">
            <a:xfrm>
              <a:off x="3560" y="2996"/>
              <a:ext cx="14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000" b="1"/>
                <a:t>      </a:t>
              </a:r>
              <a:r>
                <a:rPr lang="zh-CN" altLang="en-US" sz="2400" b="1"/>
                <a:t>发电机</a:t>
              </a:r>
            </a:p>
            <a:p>
              <a:pPr algn="just" eaLnBrk="1" hangingPunct="1">
                <a:lnSpc>
                  <a:spcPct val="75000"/>
                </a:lnSpc>
              </a:pPr>
              <a:r>
                <a:rPr lang="zh-CN" altLang="en-US" sz="2000" b="1"/>
                <a:t>（</a:t>
              </a:r>
              <a:r>
                <a:rPr lang="en-US" altLang="zh-CN" sz="2000" b="1"/>
                <a:t>1831-</a:t>
              </a:r>
              <a:r>
                <a:rPr lang="zh-CN" altLang="en-US" sz="2000" b="1"/>
                <a:t>法拉第）</a:t>
              </a:r>
              <a:r>
                <a:rPr lang="zh-CN" altLang="en-US" sz="3200" b="1"/>
                <a:t> </a:t>
              </a:r>
            </a:p>
          </p:txBody>
        </p:sp>
      </p:grpSp>
      <p:grpSp>
        <p:nvGrpSpPr>
          <p:cNvPr id="139345" name="Group 81"/>
          <p:cNvGrpSpPr>
            <a:grpSpLocks/>
          </p:cNvGrpSpPr>
          <p:nvPr/>
        </p:nvGrpSpPr>
        <p:grpSpPr bwMode="auto">
          <a:xfrm>
            <a:off x="1979613" y="4508500"/>
            <a:ext cx="4537075" cy="1800225"/>
            <a:chOff x="1247" y="2840"/>
            <a:chExt cx="2858" cy="1134"/>
          </a:xfrm>
        </p:grpSpPr>
        <p:sp>
          <p:nvSpPr>
            <p:cNvPr id="35882" name="AutoShape 68"/>
            <p:cNvSpPr>
              <a:spLocks noChangeArrowheads="1"/>
            </p:cNvSpPr>
            <p:nvPr/>
          </p:nvSpPr>
          <p:spPr bwMode="auto">
            <a:xfrm>
              <a:off x="1247" y="2840"/>
              <a:ext cx="2858" cy="113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5883" name="Text Box 69"/>
            <p:cNvSpPr txBox="1">
              <a:spLocks noChangeArrowheads="1"/>
            </p:cNvSpPr>
            <p:nvPr/>
          </p:nvSpPr>
          <p:spPr bwMode="auto">
            <a:xfrm>
              <a:off x="1792" y="3112"/>
              <a:ext cx="1914" cy="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电报</a:t>
              </a:r>
            </a:p>
            <a:p>
              <a:pPr algn="just" eaLnBrk="1" hangingPunct="1">
                <a:lnSpc>
                  <a:spcPct val="75000"/>
                </a:lnSpc>
              </a:pPr>
              <a:r>
                <a:rPr lang="zh-CN" altLang="en-US" sz="2000" b="1"/>
                <a:t>（</a:t>
              </a:r>
              <a:r>
                <a:rPr lang="en-US" altLang="zh-CN" sz="2000" b="1"/>
                <a:t>1837-</a:t>
              </a:r>
              <a:r>
                <a:rPr lang="zh-CN" altLang="en-US" sz="2000" b="1"/>
                <a:t>库克</a:t>
              </a:r>
              <a:r>
                <a:rPr lang="en-US" altLang="zh-CN" sz="2000" b="1"/>
                <a:t>&amp;</a:t>
              </a:r>
              <a:r>
                <a:rPr lang="zh-CN" altLang="en-US" sz="2000" b="1"/>
                <a:t>维特专利</a:t>
              </a:r>
            </a:p>
            <a:p>
              <a:pPr algn="just" eaLnBrk="1" hangingPunct="1">
                <a:lnSpc>
                  <a:spcPct val="75000"/>
                </a:lnSpc>
              </a:pPr>
              <a:r>
                <a:rPr lang="zh-CN" altLang="en-US" sz="2000" b="1"/>
                <a:t>        </a:t>
              </a:r>
              <a:r>
                <a:rPr lang="en-US" altLang="zh-CN" sz="2000" b="1"/>
                <a:t>1844-</a:t>
              </a:r>
              <a:r>
                <a:rPr lang="zh-CN" altLang="en-US" sz="2000" b="1"/>
                <a:t>摩尔斯实现）</a:t>
              </a:r>
              <a:r>
                <a:rPr lang="zh-CN" altLang="en-US" sz="3200" b="1"/>
                <a:t> </a:t>
              </a:r>
            </a:p>
          </p:txBody>
        </p:sp>
      </p:grpSp>
      <p:grpSp>
        <p:nvGrpSpPr>
          <p:cNvPr id="35861" name="Group 105"/>
          <p:cNvGrpSpPr>
            <a:grpSpLocks/>
          </p:cNvGrpSpPr>
          <p:nvPr/>
        </p:nvGrpSpPr>
        <p:grpSpPr bwMode="auto">
          <a:xfrm>
            <a:off x="4140200" y="2492375"/>
            <a:ext cx="4752975" cy="711200"/>
            <a:chOff x="2608" y="1570"/>
            <a:chExt cx="2994" cy="448"/>
          </a:xfrm>
        </p:grpSpPr>
        <p:sp>
          <p:nvSpPr>
            <p:cNvPr id="139370" name="WordArt 106"/>
            <p:cNvSpPr>
              <a:spLocks noChangeArrowheads="1" noChangeShapeType="1" noTextEdit="1"/>
            </p:cNvSpPr>
            <p:nvPr/>
          </p:nvSpPr>
          <p:spPr bwMode="auto">
            <a:xfrm>
              <a:off x="2608" y="1752"/>
              <a:ext cx="68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1896-7</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5880" name="Text Box 107"/>
            <p:cNvSpPr txBox="1">
              <a:spLocks noChangeArrowheads="1"/>
            </p:cNvSpPr>
            <p:nvPr/>
          </p:nvSpPr>
          <p:spPr bwMode="auto">
            <a:xfrm>
              <a:off x="3742" y="1570"/>
              <a:ext cx="1860" cy="448"/>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洛伦兹提出电子论</a:t>
              </a:r>
            </a:p>
            <a:p>
              <a:pPr algn="just" eaLnBrk="1" hangingPunct="1"/>
              <a:r>
                <a:rPr lang="zh-CN" altLang="en-US" sz="2000" b="1">
                  <a:solidFill>
                    <a:srgbClr val="660066"/>
                  </a:solidFill>
                </a:rPr>
                <a:t>汤姆生证明电子的存在</a:t>
              </a:r>
            </a:p>
          </p:txBody>
        </p:sp>
        <p:sp>
          <p:nvSpPr>
            <p:cNvPr id="35881" name="Line 108"/>
            <p:cNvSpPr>
              <a:spLocks noChangeShapeType="1"/>
            </p:cNvSpPr>
            <p:nvPr/>
          </p:nvSpPr>
          <p:spPr bwMode="auto">
            <a:xfrm>
              <a:off x="3334" y="1842"/>
              <a:ext cx="40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5862" name="Group 117"/>
          <p:cNvGrpSpPr>
            <a:grpSpLocks/>
          </p:cNvGrpSpPr>
          <p:nvPr/>
        </p:nvGrpSpPr>
        <p:grpSpPr bwMode="auto">
          <a:xfrm>
            <a:off x="4930775" y="2132013"/>
            <a:ext cx="4068763" cy="406400"/>
            <a:chOff x="3106" y="1343"/>
            <a:chExt cx="2563" cy="256"/>
          </a:xfrm>
        </p:grpSpPr>
        <p:sp>
          <p:nvSpPr>
            <p:cNvPr id="35875" name="Line 118"/>
            <p:cNvSpPr>
              <a:spLocks noChangeShapeType="1"/>
            </p:cNvSpPr>
            <p:nvPr/>
          </p:nvSpPr>
          <p:spPr bwMode="auto">
            <a:xfrm>
              <a:off x="3696" y="152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5876" name="Group 119"/>
            <p:cNvGrpSpPr>
              <a:grpSpLocks/>
            </p:cNvGrpSpPr>
            <p:nvPr/>
          </p:nvGrpSpPr>
          <p:grpSpPr bwMode="auto">
            <a:xfrm>
              <a:off x="3106" y="1343"/>
              <a:ext cx="2563" cy="256"/>
              <a:chOff x="3106" y="1343"/>
              <a:chExt cx="2563" cy="256"/>
            </a:xfrm>
          </p:grpSpPr>
          <p:sp>
            <p:nvSpPr>
              <p:cNvPr id="139384" name="WordArt 120"/>
              <p:cNvSpPr>
                <a:spLocks noChangeArrowheads="1" noChangeShapeType="1" noTextEdit="1"/>
              </p:cNvSpPr>
              <p:nvPr/>
            </p:nvSpPr>
            <p:spPr bwMode="auto">
              <a:xfrm>
                <a:off x="3106" y="1434"/>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1905</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5878" name="Text Box 121"/>
              <p:cNvSpPr txBox="1">
                <a:spLocks noChangeArrowheads="1"/>
              </p:cNvSpPr>
              <p:nvPr/>
            </p:nvSpPr>
            <p:spPr bwMode="auto">
              <a:xfrm>
                <a:off x="4195" y="1343"/>
                <a:ext cx="1474" cy="25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爱因斯坦</a:t>
                </a:r>
                <a:r>
                  <a:rPr lang="en-US" altLang="zh-CN" sz="2000" b="1">
                    <a:solidFill>
                      <a:srgbClr val="660066"/>
                    </a:solidFill>
                  </a:rPr>
                  <a:t>5</a:t>
                </a:r>
                <a:r>
                  <a:rPr lang="zh-CN" altLang="en-US" sz="2000" b="1">
                    <a:solidFill>
                      <a:srgbClr val="660066"/>
                    </a:solidFill>
                  </a:rPr>
                  <a:t>篇论文</a:t>
                </a:r>
              </a:p>
            </p:txBody>
          </p:sp>
        </p:grpSp>
      </p:grpSp>
      <p:grpSp>
        <p:nvGrpSpPr>
          <p:cNvPr id="139355" name="Group 91"/>
          <p:cNvGrpSpPr>
            <a:grpSpLocks/>
          </p:cNvGrpSpPr>
          <p:nvPr/>
        </p:nvGrpSpPr>
        <p:grpSpPr bwMode="auto">
          <a:xfrm>
            <a:off x="0" y="1773238"/>
            <a:ext cx="9144000" cy="3460750"/>
            <a:chOff x="0" y="1976"/>
            <a:chExt cx="5760" cy="2180"/>
          </a:xfrm>
        </p:grpSpPr>
        <p:sp>
          <p:nvSpPr>
            <p:cNvPr id="35865" name="Rectangle 92"/>
            <p:cNvSpPr>
              <a:spLocks noChangeArrowheads="1"/>
            </p:cNvSpPr>
            <p:nvPr/>
          </p:nvSpPr>
          <p:spPr bwMode="auto">
            <a:xfrm>
              <a:off x="476" y="1979"/>
              <a:ext cx="4853" cy="2177"/>
            </a:xfrm>
            <a:prstGeom prst="rect">
              <a:avLst/>
            </a:prstGeom>
            <a:solidFill>
              <a:srgbClr val="99FFCC"/>
            </a:solidFill>
            <a:ln w="9525" algn="ctr">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grpSp>
          <p:nvGrpSpPr>
            <p:cNvPr id="35866" name="Group 93"/>
            <p:cNvGrpSpPr>
              <a:grpSpLocks/>
            </p:cNvGrpSpPr>
            <p:nvPr/>
          </p:nvGrpSpPr>
          <p:grpSpPr bwMode="auto">
            <a:xfrm>
              <a:off x="0" y="1976"/>
              <a:ext cx="5760" cy="2134"/>
              <a:chOff x="0" y="1976"/>
              <a:chExt cx="5760" cy="2134"/>
            </a:xfrm>
          </p:grpSpPr>
          <p:pic>
            <p:nvPicPr>
              <p:cNvPr id="35867" name="Picture 9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 y="2339"/>
                <a:ext cx="2664" cy="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68" name="Picture 9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 y="2929"/>
                <a:ext cx="2208" cy="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69" name="Picture 9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5" y="2929"/>
                <a:ext cx="2184" cy="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70" name="Picture 9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3" y="3564"/>
                <a:ext cx="2322" cy="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71" name="Picture 9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6" y="3564"/>
                <a:ext cx="2136"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72" name="Rectangle 99"/>
              <p:cNvSpPr>
                <a:spLocks noChangeArrowheads="1"/>
              </p:cNvSpPr>
              <p:nvPr/>
            </p:nvSpPr>
            <p:spPr bwMode="auto">
              <a:xfrm>
                <a:off x="0" y="1976"/>
                <a:ext cx="576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5873" name="Rectangle 100"/>
              <p:cNvSpPr>
                <a:spLocks noChangeArrowheads="1"/>
              </p:cNvSpPr>
              <p:nvPr/>
            </p:nvSpPr>
            <p:spPr bwMode="auto">
              <a:xfrm>
                <a:off x="0" y="3134"/>
                <a:ext cx="576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5874" name="Text Box 101"/>
              <p:cNvSpPr txBox="1">
                <a:spLocks noChangeArrowheads="1"/>
              </p:cNvSpPr>
              <p:nvPr/>
            </p:nvSpPr>
            <p:spPr bwMode="auto">
              <a:xfrm>
                <a:off x="642" y="1991"/>
                <a:ext cx="2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spcBef>
                    <a:spcPct val="20000"/>
                  </a:spcBef>
                </a:pPr>
                <a:r>
                  <a:rPr lang="zh-CN" altLang="en-US" sz="2400" b="1" i="1">
                    <a:solidFill>
                      <a:srgbClr val="660066"/>
                    </a:solidFill>
                  </a:rPr>
                  <a:t>摩尔斯的第一封电报：  </a:t>
                </a:r>
                <a:endParaRPr lang="zh-CN" altLang="en-US" sz="2400" b="1">
                  <a:solidFill>
                    <a:srgbClr val="660066"/>
                  </a:solidFill>
                </a:endParaRPr>
              </a:p>
            </p:txBody>
          </p:sp>
        </p:grpSp>
      </p:grpSp>
      <p:sp>
        <p:nvSpPr>
          <p:cNvPr id="35864" name="Rectangle 125"/>
          <p:cNvSpPr>
            <a:spLocks noGrp="1" noChangeArrowheads="1"/>
          </p:cNvSpPr>
          <p:nvPr>
            <p:ph type="title"/>
          </p:nvPr>
        </p:nvSpPr>
        <p:spPr>
          <a:xfrm>
            <a:off x="457200" y="-100013"/>
            <a:ext cx="8229600" cy="1143001"/>
          </a:xfrm>
          <a:noFill/>
        </p:spPr>
        <p:txBody>
          <a:bodyPr/>
          <a:lstStyle/>
          <a:p>
            <a:pPr eaLnBrk="1" hangingPunct="1"/>
            <a:r>
              <a:rPr lang="zh-CN" altLang="en-US" sz="4800" b="0">
                <a:ea typeface="隶书" pitchFamily="49" charset="-122"/>
              </a:rPr>
              <a:t>人类利用电与磁的历史</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49</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9327"/>
                                        </p:tgtEl>
                                        <p:attrNameLst>
                                          <p:attrName>style.visibility</p:attrName>
                                        </p:attrNameLst>
                                      </p:cBhvr>
                                      <p:to>
                                        <p:strVal val="visible"/>
                                      </p:to>
                                    </p:set>
                                    <p:animEffect transition="in" filter="dissolve">
                                      <p:cBhvr>
                                        <p:cTn id="7" dur="500"/>
                                        <p:tgtEl>
                                          <p:spTgt spid="13932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39326"/>
                                        </p:tgtEl>
                                        <p:attrNameLst>
                                          <p:attrName>style.visibility</p:attrName>
                                        </p:attrNameLst>
                                      </p:cBhvr>
                                      <p:to>
                                        <p:strVal val="visible"/>
                                      </p:to>
                                    </p:set>
                                    <p:animEffect transition="in" filter="dissolve">
                                      <p:cBhvr>
                                        <p:cTn id="10" dur="500"/>
                                        <p:tgtEl>
                                          <p:spTgt spid="13932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139343"/>
                                        </p:tgtEl>
                                        <p:attrNameLst>
                                          <p:attrName>style.visibility</p:attrName>
                                        </p:attrNameLst>
                                      </p:cBhvr>
                                      <p:to>
                                        <p:strVal val="visible"/>
                                      </p:to>
                                    </p:set>
                                    <p:animEffect transition="in" filter="dissolve">
                                      <p:cBhvr>
                                        <p:cTn id="15" dur="500"/>
                                        <p:tgtEl>
                                          <p:spTgt spid="13934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139345"/>
                                        </p:tgtEl>
                                        <p:attrNameLst>
                                          <p:attrName>style.visibility</p:attrName>
                                        </p:attrNameLst>
                                      </p:cBhvr>
                                      <p:to>
                                        <p:strVal val="visible"/>
                                      </p:to>
                                    </p:set>
                                    <p:animEffect transition="in" filter="dissolve">
                                      <p:cBhvr>
                                        <p:cTn id="20" dur="500"/>
                                        <p:tgtEl>
                                          <p:spTgt spid="13934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139355"/>
                                        </p:tgtEl>
                                        <p:attrNameLst>
                                          <p:attrName>style.visibility</p:attrName>
                                        </p:attrNameLst>
                                      </p:cBhvr>
                                      <p:to>
                                        <p:strVal val="visible"/>
                                      </p:to>
                                    </p:set>
                                    <p:animEffect transition="in" filter="dissolve">
                                      <p:cBhvr>
                                        <p:cTn id="25" dur="500"/>
                                        <p:tgtEl>
                                          <p:spTgt spid="1393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327" grpId="0" animBg="1"/>
      <p:bldP spid="139326"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6011863" y="3644900"/>
            <a:ext cx="2305050" cy="1008063"/>
          </a:xfrm>
          <a:prstGeom prst="rect">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6867" name="Rectangle 3"/>
          <p:cNvSpPr>
            <a:spLocks noChangeArrowheads="1"/>
          </p:cNvSpPr>
          <p:nvPr/>
        </p:nvSpPr>
        <p:spPr bwMode="auto">
          <a:xfrm>
            <a:off x="4140200" y="3573463"/>
            <a:ext cx="1584325" cy="431800"/>
          </a:xfrm>
          <a:prstGeom prst="rect">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6868" name="Rectangle 4"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6869" name="AutoShape 5"/>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6870" name="WordArt 7"/>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50536" name="WordArt 8"/>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36872" name="Group 9"/>
          <p:cNvGrpSpPr>
            <a:grpSpLocks/>
          </p:cNvGrpSpPr>
          <p:nvPr/>
        </p:nvGrpSpPr>
        <p:grpSpPr bwMode="auto">
          <a:xfrm>
            <a:off x="684213" y="5300663"/>
            <a:ext cx="6777037" cy="1368425"/>
            <a:chOff x="431" y="3339"/>
            <a:chExt cx="4269" cy="862"/>
          </a:xfrm>
        </p:grpSpPr>
        <p:sp>
          <p:nvSpPr>
            <p:cNvPr id="150538" name="WordArt 10"/>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6932" name="Text Box 11"/>
            <p:cNvSpPr txBox="1">
              <a:spLocks noChangeArrowheads="1"/>
            </p:cNvSpPr>
            <p:nvPr/>
          </p:nvSpPr>
          <p:spPr bwMode="auto">
            <a:xfrm>
              <a:off x="1519" y="3753"/>
              <a:ext cx="3181"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a:t>
              </a:r>
            </a:p>
          </p:txBody>
        </p:sp>
        <p:sp>
          <p:nvSpPr>
            <p:cNvPr id="36933" name="Line 12"/>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34" name="Line 13"/>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6873" name="Group 14"/>
          <p:cNvGrpSpPr>
            <a:grpSpLocks/>
          </p:cNvGrpSpPr>
          <p:nvPr/>
        </p:nvGrpSpPr>
        <p:grpSpPr bwMode="auto">
          <a:xfrm>
            <a:off x="1042988" y="5013325"/>
            <a:ext cx="4183062" cy="782638"/>
            <a:chOff x="657" y="3158"/>
            <a:chExt cx="2635" cy="493"/>
          </a:xfrm>
        </p:grpSpPr>
        <p:sp>
          <p:nvSpPr>
            <p:cNvPr id="150543" name="WordArt 15"/>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6929" name="Text Box 16"/>
            <p:cNvSpPr txBox="1">
              <a:spLocks noChangeArrowheads="1"/>
            </p:cNvSpPr>
            <p:nvPr/>
          </p:nvSpPr>
          <p:spPr bwMode="auto">
            <a:xfrm>
              <a:off x="1882" y="3203"/>
              <a:ext cx="1410"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a:t>
              </a:r>
            </a:p>
          </p:txBody>
        </p:sp>
        <p:sp>
          <p:nvSpPr>
            <p:cNvPr id="36930" name="Line 17"/>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6874" name="Group 18"/>
          <p:cNvGrpSpPr>
            <a:grpSpLocks/>
          </p:cNvGrpSpPr>
          <p:nvPr/>
        </p:nvGrpSpPr>
        <p:grpSpPr bwMode="auto">
          <a:xfrm>
            <a:off x="1619250" y="4724400"/>
            <a:ext cx="6553200" cy="711200"/>
            <a:chOff x="1020" y="2976"/>
            <a:chExt cx="4128" cy="448"/>
          </a:xfrm>
        </p:grpSpPr>
        <p:sp>
          <p:nvSpPr>
            <p:cNvPr id="150547" name="WordArt 19"/>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36926" name="Text Box 20"/>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36927" name="Line 21"/>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6875" name="Group 22"/>
          <p:cNvGrpSpPr>
            <a:grpSpLocks/>
          </p:cNvGrpSpPr>
          <p:nvPr/>
        </p:nvGrpSpPr>
        <p:grpSpPr bwMode="auto">
          <a:xfrm>
            <a:off x="755650" y="3227388"/>
            <a:ext cx="1355725" cy="1354137"/>
            <a:chOff x="476" y="2033"/>
            <a:chExt cx="854" cy="853"/>
          </a:xfrm>
        </p:grpSpPr>
        <p:sp>
          <p:nvSpPr>
            <p:cNvPr id="36923" name="Text Box 23"/>
            <p:cNvSpPr txBox="1">
              <a:spLocks noChangeArrowheads="1"/>
            </p:cNvSpPr>
            <p:nvPr/>
          </p:nvSpPr>
          <p:spPr bwMode="auto">
            <a:xfrm>
              <a:off x="476" y="2033"/>
              <a:ext cx="854"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  </a:t>
              </a:r>
            </a:p>
          </p:txBody>
        </p:sp>
        <p:sp>
          <p:nvSpPr>
            <p:cNvPr id="36924" name="Line 24"/>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6876" name="Group 25"/>
          <p:cNvGrpSpPr>
            <a:grpSpLocks/>
          </p:cNvGrpSpPr>
          <p:nvPr/>
        </p:nvGrpSpPr>
        <p:grpSpPr bwMode="auto">
          <a:xfrm>
            <a:off x="76200" y="3933825"/>
            <a:ext cx="1471613" cy="1295400"/>
            <a:chOff x="48" y="2478"/>
            <a:chExt cx="927" cy="816"/>
          </a:xfrm>
        </p:grpSpPr>
        <p:sp>
          <p:nvSpPr>
            <p:cNvPr id="36921" name="Text Box 26"/>
            <p:cNvSpPr txBox="1">
              <a:spLocks noChangeArrowheads="1"/>
            </p:cNvSpPr>
            <p:nvPr/>
          </p:nvSpPr>
          <p:spPr bwMode="auto">
            <a:xfrm>
              <a:off x="48" y="2478"/>
              <a:ext cx="927"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a:t>
              </a:r>
            </a:p>
            <a:p>
              <a:pPr algn="just" eaLnBrk="1" hangingPunct="1"/>
              <a:r>
                <a:rPr lang="zh-CN" altLang="en-US" sz="2000" b="1">
                  <a:solidFill>
                    <a:srgbClr val="006600"/>
                  </a:solidFill>
                </a:rPr>
                <a:t>    微积分</a:t>
              </a:r>
            </a:p>
          </p:txBody>
        </p:sp>
        <p:sp>
          <p:nvSpPr>
            <p:cNvPr id="36922" name="Line 27"/>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6877" name="Group 28"/>
          <p:cNvGrpSpPr>
            <a:grpSpLocks/>
          </p:cNvGrpSpPr>
          <p:nvPr/>
        </p:nvGrpSpPr>
        <p:grpSpPr bwMode="auto">
          <a:xfrm>
            <a:off x="2051050" y="4221163"/>
            <a:ext cx="3744913" cy="406400"/>
            <a:chOff x="1292" y="2659"/>
            <a:chExt cx="2359" cy="256"/>
          </a:xfrm>
        </p:grpSpPr>
        <p:sp>
          <p:nvSpPr>
            <p:cNvPr id="150557" name="WordArt 29"/>
            <p:cNvSpPr>
              <a:spLocks noChangeArrowheads="1" noChangeShapeType="1" noTextEdit="1"/>
            </p:cNvSpPr>
            <p:nvPr/>
          </p:nvSpPr>
          <p:spPr bwMode="auto">
            <a:xfrm>
              <a:off x="1292" y="2704"/>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6919" name="Text Box 30"/>
            <p:cNvSpPr txBox="1">
              <a:spLocks noChangeArrowheads="1"/>
            </p:cNvSpPr>
            <p:nvPr/>
          </p:nvSpPr>
          <p:spPr bwMode="auto">
            <a:xfrm>
              <a:off x="2562" y="2659"/>
              <a:ext cx="1089"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伏特发明电堆</a:t>
              </a:r>
            </a:p>
          </p:txBody>
        </p:sp>
        <p:sp>
          <p:nvSpPr>
            <p:cNvPr id="36920" name="Line 31"/>
            <p:cNvSpPr>
              <a:spLocks noChangeShapeType="1"/>
            </p:cNvSpPr>
            <p:nvPr/>
          </p:nvSpPr>
          <p:spPr bwMode="auto">
            <a:xfrm>
              <a:off x="1927" y="279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6878" name="Group 32"/>
          <p:cNvGrpSpPr>
            <a:grpSpLocks/>
          </p:cNvGrpSpPr>
          <p:nvPr/>
        </p:nvGrpSpPr>
        <p:grpSpPr bwMode="auto">
          <a:xfrm>
            <a:off x="2195513" y="3644900"/>
            <a:ext cx="6121400" cy="1016000"/>
            <a:chOff x="1383" y="2296"/>
            <a:chExt cx="3856" cy="640"/>
          </a:xfrm>
        </p:grpSpPr>
        <p:sp>
          <p:nvSpPr>
            <p:cNvPr id="150561" name="WordArt 33"/>
            <p:cNvSpPr>
              <a:spLocks noChangeArrowheads="1" noChangeShapeType="1" noTextEdit="1"/>
            </p:cNvSpPr>
            <p:nvPr/>
          </p:nvSpPr>
          <p:spPr bwMode="auto">
            <a:xfrm>
              <a:off x="1383" y="2523"/>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1820-30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6916" name="Text Box 34"/>
            <p:cNvSpPr txBox="1">
              <a:spLocks noChangeArrowheads="1"/>
            </p:cNvSpPr>
            <p:nvPr/>
          </p:nvSpPr>
          <p:spPr bwMode="auto">
            <a:xfrm>
              <a:off x="3787" y="2296"/>
              <a:ext cx="1452" cy="64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安培定律</a:t>
              </a:r>
            </a:p>
            <a:p>
              <a:pPr algn="just" eaLnBrk="1" hangingPunct="1"/>
              <a:r>
                <a:rPr lang="zh-CN" altLang="en-US" sz="2000" b="1" dirty="0">
                  <a:solidFill>
                    <a:srgbClr val="660066"/>
                  </a:solidFill>
                </a:rPr>
                <a:t>欧姆定律</a:t>
              </a:r>
            </a:p>
            <a:p>
              <a:pPr algn="just" eaLnBrk="1" hangingPunct="1"/>
              <a:r>
                <a:rPr lang="zh-CN" altLang="en-US" sz="2000" b="1" dirty="0">
                  <a:solidFill>
                    <a:srgbClr val="660066"/>
                  </a:solidFill>
                </a:rPr>
                <a:t>法拉第电磁感应</a:t>
              </a:r>
            </a:p>
          </p:txBody>
        </p:sp>
        <p:sp>
          <p:nvSpPr>
            <p:cNvPr id="36917" name="Line 35"/>
            <p:cNvSpPr>
              <a:spLocks noChangeShapeType="1"/>
            </p:cNvSpPr>
            <p:nvPr/>
          </p:nvSpPr>
          <p:spPr bwMode="auto">
            <a:xfrm>
              <a:off x="2290" y="2568"/>
              <a:ext cx="149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6879" name="Group 36"/>
          <p:cNvGrpSpPr>
            <a:grpSpLocks/>
          </p:cNvGrpSpPr>
          <p:nvPr/>
        </p:nvGrpSpPr>
        <p:grpSpPr bwMode="auto">
          <a:xfrm>
            <a:off x="2700338" y="3573463"/>
            <a:ext cx="3024187" cy="466725"/>
            <a:chOff x="1701" y="2251"/>
            <a:chExt cx="1905" cy="294"/>
          </a:xfrm>
        </p:grpSpPr>
        <p:sp>
          <p:nvSpPr>
            <p:cNvPr id="150565" name="WordArt 37"/>
            <p:cNvSpPr>
              <a:spLocks noChangeArrowheads="1" noChangeShapeType="1" noTextEdit="1"/>
            </p:cNvSpPr>
            <p:nvPr/>
          </p:nvSpPr>
          <p:spPr bwMode="auto">
            <a:xfrm>
              <a:off x="1701" y="2341"/>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a:t>
              </a:r>
              <a:r>
                <a:rPr lang="zh-CN" altLang="en-US" kern="10">
                  <a:ln w="9525" cap="sq">
                    <a:solidFill>
                      <a:schemeClr val="tx1"/>
                    </a:solidFill>
                    <a:round/>
                    <a:headEnd type="none" w="sm" len="sm"/>
                    <a:tailEnd type="none" w="sm" len="sm"/>
                  </a:ln>
                  <a:solidFill>
                    <a:srgbClr val="FF0000"/>
                  </a:solidFill>
                  <a:latin typeface="宋体"/>
                  <a:ea typeface="宋体"/>
                </a:rPr>
                <a:t>世纪中叶</a:t>
              </a:r>
            </a:p>
          </p:txBody>
        </p:sp>
        <p:sp>
          <p:nvSpPr>
            <p:cNvPr id="36914" name="Text Box 38"/>
            <p:cNvSpPr txBox="1">
              <a:spLocks noChangeArrowheads="1"/>
            </p:cNvSpPr>
            <p:nvPr/>
          </p:nvSpPr>
          <p:spPr bwMode="auto">
            <a:xfrm>
              <a:off x="2608" y="2251"/>
              <a:ext cx="998" cy="29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400" b="1">
                  <a:solidFill>
                    <a:srgbClr val="A50021"/>
                  </a:solidFill>
                </a:rPr>
                <a:t>电磁理论</a:t>
              </a:r>
            </a:p>
          </p:txBody>
        </p:sp>
      </p:grpSp>
      <p:grpSp>
        <p:nvGrpSpPr>
          <p:cNvPr id="36880" name="Group 39"/>
          <p:cNvGrpSpPr>
            <a:grpSpLocks/>
          </p:cNvGrpSpPr>
          <p:nvPr/>
        </p:nvGrpSpPr>
        <p:grpSpPr bwMode="auto">
          <a:xfrm>
            <a:off x="1692275" y="2219325"/>
            <a:ext cx="1285875" cy="1354138"/>
            <a:chOff x="476" y="2033"/>
            <a:chExt cx="810" cy="853"/>
          </a:xfrm>
        </p:grpSpPr>
        <p:sp>
          <p:nvSpPr>
            <p:cNvPr id="36911" name="Text Box 40"/>
            <p:cNvSpPr txBox="1">
              <a:spLocks noChangeArrowheads="1"/>
            </p:cNvSpPr>
            <p:nvPr/>
          </p:nvSpPr>
          <p:spPr bwMode="auto">
            <a:xfrm>
              <a:off x="476" y="2033"/>
              <a:ext cx="81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分析数学 </a:t>
              </a:r>
            </a:p>
          </p:txBody>
        </p:sp>
        <p:sp>
          <p:nvSpPr>
            <p:cNvPr id="36912" name="Line 41"/>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6881" name="Group 42"/>
          <p:cNvGrpSpPr>
            <a:grpSpLocks/>
          </p:cNvGrpSpPr>
          <p:nvPr/>
        </p:nvGrpSpPr>
        <p:grpSpPr bwMode="auto">
          <a:xfrm>
            <a:off x="3490913" y="3094038"/>
            <a:ext cx="4897437" cy="406400"/>
            <a:chOff x="2199" y="1949"/>
            <a:chExt cx="3085" cy="256"/>
          </a:xfrm>
        </p:grpSpPr>
        <p:sp>
          <p:nvSpPr>
            <p:cNvPr id="150571" name="WordArt 43"/>
            <p:cNvSpPr>
              <a:spLocks noChangeArrowheads="1" noChangeShapeType="1" noTextEdit="1"/>
            </p:cNvSpPr>
            <p:nvPr/>
          </p:nvSpPr>
          <p:spPr bwMode="auto">
            <a:xfrm>
              <a:off x="2199" y="2069"/>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1886</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6909" name="Text Box 44"/>
            <p:cNvSpPr txBox="1">
              <a:spLocks noChangeArrowheads="1"/>
            </p:cNvSpPr>
            <p:nvPr/>
          </p:nvSpPr>
          <p:spPr bwMode="auto">
            <a:xfrm>
              <a:off x="3424" y="1949"/>
              <a:ext cx="186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赫兹证明电磁波的存在</a:t>
              </a:r>
            </a:p>
          </p:txBody>
        </p:sp>
        <p:sp>
          <p:nvSpPr>
            <p:cNvPr id="36910" name="Line 45"/>
            <p:cNvSpPr>
              <a:spLocks noChangeShapeType="1"/>
            </p:cNvSpPr>
            <p:nvPr/>
          </p:nvSpPr>
          <p:spPr bwMode="auto">
            <a:xfrm>
              <a:off x="2835" y="216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6882" name="Text Box 62"/>
          <p:cNvSpPr txBox="1">
            <a:spLocks noChangeArrowheads="1"/>
          </p:cNvSpPr>
          <p:nvPr/>
        </p:nvSpPr>
        <p:spPr bwMode="auto">
          <a:xfrm>
            <a:off x="3132138" y="1052513"/>
            <a:ext cx="2159000" cy="10160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特征函数</a:t>
            </a:r>
          </a:p>
          <a:p>
            <a:pPr algn="just" eaLnBrk="1" hangingPunct="1"/>
            <a:r>
              <a:rPr lang="zh-CN" altLang="en-US" sz="2000" b="1">
                <a:solidFill>
                  <a:srgbClr val="006600"/>
                </a:solidFill>
              </a:rPr>
              <a:t>广义傅里叶展开</a:t>
            </a:r>
          </a:p>
          <a:p>
            <a:pPr algn="just" eaLnBrk="1" hangingPunct="1"/>
            <a:r>
              <a:rPr lang="zh-CN" altLang="en-US" sz="2000" b="1">
                <a:solidFill>
                  <a:srgbClr val="006600"/>
                </a:solidFill>
              </a:rPr>
              <a:t>抽象函数空间</a:t>
            </a:r>
          </a:p>
        </p:txBody>
      </p:sp>
      <p:grpSp>
        <p:nvGrpSpPr>
          <p:cNvPr id="36883" name="Group 63"/>
          <p:cNvGrpSpPr>
            <a:grpSpLocks/>
          </p:cNvGrpSpPr>
          <p:nvPr/>
        </p:nvGrpSpPr>
        <p:grpSpPr bwMode="auto">
          <a:xfrm>
            <a:off x="5148263" y="4508500"/>
            <a:ext cx="3276600" cy="1196975"/>
            <a:chOff x="3243" y="2840"/>
            <a:chExt cx="2064" cy="754"/>
          </a:xfrm>
        </p:grpSpPr>
        <p:sp>
          <p:nvSpPr>
            <p:cNvPr id="36906" name="AutoShape 64"/>
            <p:cNvSpPr>
              <a:spLocks noChangeArrowheads="1"/>
            </p:cNvSpPr>
            <p:nvPr/>
          </p:nvSpPr>
          <p:spPr bwMode="auto">
            <a:xfrm>
              <a:off x="3243" y="2840"/>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6907" name="Text Box 65"/>
            <p:cNvSpPr txBox="1">
              <a:spLocks noChangeArrowheads="1"/>
            </p:cNvSpPr>
            <p:nvPr/>
          </p:nvSpPr>
          <p:spPr bwMode="auto">
            <a:xfrm>
              <a:off x="3560" y="2996"/>
              <a:ext cx="14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000" b="1"/>
                <a:t>      </a:t>
              </a:r>
              <a:r>
                <a:rPr lang="zh-CN" altLang="en-US" sz="2400" b="1"/>
                <a:t>发电机</a:t>
              </a:r>
            </a:p>
            <a:p>
              <a:pPr algn="just" eaLnBrk="1" hangingPunct="1">
                <a:lnSpc>
                  <a:spcPct val="75000"/>
                </a:lnSpc>
              </a:pPr>
              <a:r>
                <a:rPr lang="zh-CN" altLang="en-US" sz="2000" b="1"/>
                <a:t>（</a:t>
              </a:r>
              <a:r>
                <a:rPr lang="en-US" altLang="zh-CN" sz="2000" b="1"/>
                <a:t>1831-</a:t>
              </a:r>
              <a:r>
                <a:rPr lang="zh-CN" altLang="en-US" sz="2000" b="1"/>
                <a:t>法拉第）</a:t>
              </a:r>
              <a:r>
                <a:rPr lang="zh-CN" altLang="en-US" sz="3200" b="1"/>
                <a:t> </a:t>
              </a:r>
            </a:p>
          </p:txBody>
        </p:sp>
      </p:grpSp>
      <p:grpSp>
        <p:nvGrpSpPr>
          <p:cNvPr id="36884" name="Group 66"/>
          <p:cNvGrpSpPr>
            <a:grpSpLocks/>
          </p:cNvGrpSpPr>
          <p:nvPr/>
        </p:nvGrpSpPr>
        <p:grpSpPr bwMode="auto">
          <a:xfrm>
            <a:off x="1979613" y="4508500"/>
            <a:ext cx="4537075" cy="1800225"/>
            <a:chOff x="1247" y="2840"/>
            <a:chExt cx="2858" cy="1134"/>
          </a:xfrm>
        </p:grpSpPr>
        <p:sp>
          <p:nvSpPr>
            <p:cNvPr id="36904" name="AutoShape 67"/>
            <p:cNvSpPr>
              <a:spLocks noChangeArrowheads="1"/>
            </p:cNvSpPr>
            <p:nvPr/>
          </p:nvSpPr>
          <p:spPr bwMode="auto">
            <a:xfrm>
              <a:off x="1247" y="2840"/>
              <a:ext cx="2858" cy="113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6905" name="Text Box 68"/>
            <p:cNvSpPr txBox="1">
              <a:spLocks noChangeArrowheads="1"/>
            </p:cNvSpPr>
            <p:nvPr/>
          </p:nvSpPr>
          <p:spPr bwMode="auto">
            <a:xfrm>
              <a:off x="1792" y="3112"/>
              <a:ext cx="1914" cy="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电报</a:t>
              </a:r>
            </a:p>
            <a:p>
              <a:pPr algn="just" eaLnBrk="1" hangingPunct="1">
                <a:lnSpc>
                  <a:spcPct val="75000"/>
                </a:lnSpc>
              </a:pPr>
              <a:r>
                <a:rPr lang="zh-CN" altLang="en-US" sz="2000" b="1"/>
                <a:t>（</a:t>
              </a:r>
              <a:r>
                <a:rPr lang="en-US" altLang="zh-CN" sz="2000" b="1"/>
                <a:t>1837-</a:t>
              </a:r>
              <a:r>
                <a:rPr lang="zh-CN" altLang="en-US" sz="2000" b="1"/>
                <a:t>库克</a:t>
              </a:r>
              <a:r>
                <a:rPr lang="en-US" altLang="zh-CN" sz="2000" b="1"/>
                <a:t>&amp;</a:t>
              </a:r>
              <a:r>
                <a:rPr lang="zh-CN" altLang="en-US" sz="2000" b="1"/>
                <a:t>维特专利</a:t>
              </a:r>
            </a:p>
            <a:p>
              <a:pPr algn="just" eaLnBrk="1" hangingPunct="1">
                <a:lnSpc>
                  <a:spcPct val="75000"/>
                </a:lnSpc>
              </a:pPr>
              <a:r>
                <a:rPr lang="zh-CN" altLang="en-US" sz="2000" b="1"/>
                <a:t>        </a:t>
              </a:r>
              <a:r>
                <a:rPr lang="en-US" altLang="zh-CN" sz="2000" b="1"/>
                <a:t>1844-</a:t>
              </a:r>
              <a:r>
                <a:rPr lang="zh-CN" altLang="en-US" sz="2000" b="1"/>
                <a:t>摩尔斯实现）</a:t>
              </a:r>
              <a:r>
                <a:rPr lang="zh-CN" altLang="en-US" sz="3200" b="1"/>
                <a:t> </a:t>
              </a:r>
            </a:p>
          </p:txBody>
        </p:sp>
      </p:grpSp>
      <p:grpSp>
        <p:nvGrpSpPr>
          <p:cNvPr id="150608" name="Group 80"/>
          <p:cNvGrpSpPr>
            <a:grpSpLocks/>
          </p:cNvGrpSpPr>
          <p:nvPr/>
        </p:nvGrpSpPr>
        <p:grpSpPr bwMode="auto">
          <a:xfrm>
            <a:off x="5867400" y="5445125"/>
            <a:ext cx="3276600" cy="1196975"/>
            <a:chOff x="3696" y="3430"/>
            <a:chExt cx="2064" cy="754"/>
          </a:xfrm>
        </p:grpSpPr>
        <p:sp>
          <p:nvSpPr>
            <p:cNvPr id="36902" name="AutoShape 81"/>
            <p:cNvSpPr>
              <a:spLocks noChangeArrowheads="1"/>
            </p:cNvSpPr>
            <p:nvPr/>
          </p:nvSpPr>
          <p:spPr bwMode="auto">
            <a:xfrm>
              <a:off x="3696" y="3430"/>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6903" name="Text Box 82"/>
            <p:cNvSpPr txBox="1">
              <a:spLocks noChangeArrowheads="1"/>
            </p:cNvSpPr>
            <p:nvPr/>
          </p:nvSpPr>
          <p:spPr bwMode="auto">
            <a:xfrm>
              <a:off x="4059" y="3612"/>
              <a:ext cx="1240"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t>      </a:t>
              </a:r>
              <a:r>
                <a:rPr lang="zh-CN" altLang="en-US" sz="2400" b="1"/>
                <a:t>电话</a:t>
              </a:r>
            </a:p>
            <a:p>
              <a:pPr algn="just" eaLnBrk="1" hangingPunct="1">
                <a:lnSpc>
                  <a:spcPct val="65000"/>
                </a:lnSpc>
              </a:pPr>
              <a:r>
                <a:rPr lang="zh-CN" altLang="en-US" sz="2000" b="1"/>
                <a:t>（</a:t>
              </a:r>
              <a:r>
                <a:rPr lang="en-US" altLang="zh-CN" sz="2000" b="1"/>
                <a:t>1876-</a:t>
              </a:r>
              <a:r>
                <a:rPr lang="zh-CN" altLang="en-US" sz="2000" b="1"/>
                <a:t>贝尔）</a:t>
              </a:r>
              <a:r>
                <a:rPr lang="zh-CN" altLang="en-US" sz="3200" b="1"/>
                <a:t> </a:t>
              </a:r>
            </a:p>
          </p:txBody>
        </p:sp>
      </p:grpSp>
      <p:grpSp>
        <p:nvGrpSpPr>
          <p:cNvPr id="150611" name="Group 83"/>
          <p:cNvGrpSpPr>
            <a:grpSpLocks/>
          </p:cNvGrpSpPr>
          <p:nvPr/>
        </p:nvGrpSpPr>
        <p:grpSpPr bwMode="auto">
          <a:xfrm>
            <a:off x="755650" y="3644900"/>
            <a:ext cx="3276600" cy="1196975"/>
            <a:chOff x="0" y="527"/>
            <a:chExt cx="2064" cy="754"/>
          </a:xfrm>
        </p:grpSpPr>
        <p:sp>
          <p:nvSpPr>
            <p:cNvPr id="36900" name="AutoShape 84"/>
            <p:cNvSpPr>
              <a:spLocks noChangeArrowheads="1"/>
            </p:cNvSpPr>
            <p:nvPr/>
          </p:nvSpPr>
          <p:spPr bwMode="auto">
            <a:xfrm>
              <a:off x="0" y="527"/>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6901" name="Text Box 85"/>
            <p:cNvSpPr txBox="1">
              <a:spLocks noChangeArrowheads="1"/>
            </p:cNvSpPr>
            <p:nvPr/>
          </p:nvSpPr>
          <p:spPr bwMode="auto">
            <a:xfrm>
              <a:off x="436" y="709"/>
              <a:ext cx="14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变压器</a:t>
              </a:r>
            </a:p>
            <a:p>
              <a:pPr algn="just" eaLnBrk="1" hangingPunct="1">
                <a:lnSpc>
                  <a:spcPct val="75000"/>
                </a:lnSpc>
              </a:pPr>
              <a:r>
                <a:rPr lang="zh-CN" altLang="en-US" sz="2000" b="1"/>
                <a:t>（</a:t>
              </a:r>
              <a:r>
                <a:rPr lang="en-US" altLang="zh-CN" sz="2000" b="1"/>
                <a:t>1885-</a:t>
              </a:r>
              <a:r>
                <a:rPr lang="zh-CN" altLang="en-US" sz="2000" b="1"/>
                <a:t>斯坦利）</a:t>
              </a:r>
              <a:r>
                <a:rPr lang="zh-CN" altLang="en-US" sz="3200" b="1"/>
                <a:t> </a:t>
              </a:r>
            </a:p>
          </p:txBody>
        </p:sp>
      </p:grpSp>
      <p:grpSp>
        <p:nvGrpSpPr>
          <p:cNvPr id="150614" name="Group 86"/>
          <p:cNvGrpSpPr>
            <a:grpSpLocks/>
          </p:cNvGrpSpPr>
          <p:nvPr/>
        </p:nvGrpSpPr>
        <p:grpSpPr bwMode="auto">
          <a:xfrm>
            <a:off x="287338" y="5229225"/>
            <a:ext cx="3276600" cy="1196975"/>
            <a:chOff x="0" y="482"/>
            <a:chExt cx="2064" cy="754"/>
          </a:xfrm>
        </p:grpSpPr>
        <p:sp>
          <p:nvSpPr>
            <p:cNvPr id="36898" name="AutoShape 87"/>
            <p:cNvSpPr>
              <a:spLocks noChangeArrowheads="1"/>
            </p:cNvSpPr>
            <p:nvPr/>
          </p:nvSpPr>
          <p:spPr bwMode="auto">
            <a:xfrm>
              <a:off x="0" y="482"/>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6899" name="Text Box 88"/>
            <p:cNvSpPr txBox="1">
              <a:spLocks noChangeArrowheads="1"/>
            </p:cNvSpPr>
            <p:nvPr/>
          </p:nvSpPr>
          <p:spPr bwMode="auto">
            <a:xfrm>
              <a:off x="345" y="618"/>
              <a:ext cx="14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电灯</a:t>
              </a:r>
            </a:p>
            <a:p>
              <a:pPr algn="just" eaLnBrk="1" hangingPunct="1">
                <a:lnSpc>
                  <a:spcPct val="75000"/>
                </a:lnSpc>
              </a:pPr>
              <a:r>
                <a:rPr lang="zh-CN" altLang="en-US" sz="2000" b="1"/>
                <a:t>（</a:t>
              </a:r>
              <a:r>
                <a:rPr lang="en-US" altLang="zh-CN" sz="2000" b="1"/>
                <a:t>1879-</a:t>
              </a:r>
              <a:r>
                <a:rPr lang="zh-CN" altLang="en-US" sz="2000" b="1"/>
                <a:t>爱迪生）</a:t>
              </a:r>
              <a:r>
                <a:rPr lang="zh-CN" altLang="en-US" sz="3200" b="1"/>
                <a:t> </a:t>
              </a:r>
            </a:p>
          </p:txBody>
        </p:sp>
      </p:grpSp>
      <p:grpSp>
        <p:nvGrpSpPr>
          <p:cNvPr id="36888" name="Group 89"/>
          <p:cNvGrpSpPr>
            <a:grpSpLocks/>
          </p:cNvGrpSpPr>
          <p:nvPr/>
        </p:nvGrpSpPr>
        <p:grpSpPr bwMode="auto">
          <a:xfrm>
            <a:off x="4140200" y="2492375"/>
            <a:ext cx="4752975" cy="708025"/>
            <a:chOff x="2608" y="1570"/>
            <a:chExt cx="2994" cy="446"/>
          </a:xfrm>
        </p:grpSpPr>
        <p:sp>
          <p:nvSpPr>
            <p:cNvPr id="150618" name="WordArt 90"/>
            <p:cNvSpPr>
              <a:spLocks noChangeArrowheads="1" noChangeShapeType="1" noTextEdit="1"/>
            </p:cNvSpPr>
            <p:nvPr/>
          </p:nvSpPr>
          <p:spPr bwMode="auto">
            <a:xfrm>
              <a:off x="2608" y="1752"/>
              <a:ext cx="68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1896-7</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6896" name="Text Box 91"/>
            <p:cNvSpPr txBox="1">
              <a:spLocks noChangeArrowheads="1"/>
            </p:cNvSpPr>
            <p:nvPr/>
          </p:nvSpPr>
          <p:spPr bwMode="auto">
            <a:xfrm>
              <a:off x="3742" y="1570"/>
              <a:ext cx="1860" cy="44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洛伦兹提出电子论</a:t>
              </a:r>
            </a:p>
            <a:p>
              <a:pPr algn="just" eaLnBrk="1" hangingPunct="1"/>
              <a:r>
                <a:rPr lang="en-US" altLang="zh-CN" sz="2000" b="1" dirty="0">
                  <a:solidFill>
                    <a:srgbClr val="660066"/>
                  </a:solidFill>
                </a:rPr>
                <a:t>J.J.</a:t>
              </a:r>
              <a:r>
                <a:rPr lang="zh-CN" altLang="en-US" sz="2000" b="1" dirty="0">
                  <a:solidFill>
                    <a:srgbClr val="660066"/>
                  </a:solidFill>
                </a:rPr>
                <a:t>汤姆生证明电子存在</a:t>
              </a:r>
            </a:p>
          </p:txBody>
        </p:sp>
        <p:sp>
          <p:nvSpPr>
            <p:cNvPr id="36897" name="Line 92"/>
            <p:cNvSpPr>
              <a:spLocks noChangeShapeType="1"/>
            </p:cNvSpPr>
            <p:nvPr/>
          </p:nvSpPr>
          <p:spPr bwMode="auto">
            <a:xfrm>
              <a:off x="3334" y="1842"/>
              <a:ext cx="40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6889" name="Group 101"/>
          <p:cNvGrpSpPr>
            <a:grpSpLocks/>
          </p:cNvGrpSpPr>
          <p:nvPr/>
        </p:nvGrpSpPr>
        <p:grpSpPr bwMode="auto">
          <a:xfrm>
            <a:off x="4930775" y="2132013"/>
            <a:ext cx="4068763" cy="406400"/>
            <a:chOff x="3106" y="1343"/>
            <a:chExt cx="2563" cy="256"/>
          </a:xfrm>
        </p:grpSpPr>
        <p:sp>
          <p:nvSpPr>
            <p:cNvPr id="36891" name="Line 102"/>
            <p:cNvSpPr>
              <a:spLocks noChangeShapeType="1"/>
            </p:cNvSpPr>
            <p:nvPr/>
          </p:nvSpPr>
          <p:spPr bwMode="auto">
            <a:xfrm>
              <a:off x="3696" y="152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6892" name="Group 103"/>
            <p:cNvGrpSpPr>
              <a:grpSpLocks/>
            </p:cNvGrpSpPr>
            <p:nvPr/>
          </p:nvGrpSpPr>
          <p:grpSpPr bwMode="auto">
            <a:xfrm>
              <a:off x="3106" y="1343"/>
              <a:ext cx="2563" cy="256"/>
              <a:chOff x="3106" y="1343"/>
              <a:chExt cx="2563" cy="256"/>
            </a:xfrm>
          </p:grpSpPr>
          <p:sp>
            <p:nvSpPr>
              <p:cNvPr id="150632" name="WordArt 104"/>
              <p:cNvSpPr>
                <a:spLocks noChangeArrowheads="1" noChangeShapeType="1" noTextEdit="1"/>
              </p:cNvSpPr>
              <p:nvPr/>
            </p:nvSpPr>
            <p:spPr bwMode="auto">
              <a:xfrm>
                <a:off x="3106" y="1434"/>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1905</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6894" name="Text Box 105"/>
              <p:cNvSpPr txBox="1">
                <a:spLocks noChangeArrowheads="1"/>
              </p:cNvSpPr>
              <p:nvPr/>
            </p:nvSpPr>
            <p:spPr bwMode="auto">
              <a:xfrm>
                <a:off x="4195" y="1343"/>
                <a:ext cx="1474" cy="25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爱因斯坦</a:t>
                </a:r>
                <a:r>
                  <a:rPr lang="en-US" altLang="zh-CN" sz="2000" b="1">
                    <a:solidFill>
                      <a:srgbClr val="660066"/>
                    </a:solidFill>
                  </a:rPr>
                  <a:t>5</a:t>
                </a:r>
                <a:r>
                  <a:rPr lang="zh-CN" altLang="en-US" sz="2000" b="1">
                    <a:solidFill>
                      <a:srgbClr val="660066"/>
                    </a:solidFill>
                  </a:rPr>
                  <a:t>篇论文</a:t>
                </a:r>
              </a:p>
            </p:txBody>
          </p:sp>
        </p:grpSp>
      </p:grpSp>
      <p:sp>
        <p:nvSpPr>
          <p:cNvPr id="36890" name="Rectangle 108"/>
          <p:cNvSpPr>
            <a:spLocks noGrp="1" noChangeArrowheads="1"/>
          </p:cNvSpPr>
          <p:nvPr>
            <p:ph type="title"/>
          </p:nvPr>
        </p:nvSpPr>
        <p:spPr>
          <a:xfrm>
            <a:off x="457200" y="-100013"/>
            <a:ext cx="8229600" cy="1143001"/>
          </a:xfrm>
          <a:noFill/>
        </p:spPr>
        <p:txBody>
          <a:bodyPr/>
          <a:lstStyle/>
          <a:p>
            <a:pPr eaLnBrk="1" hangingPunct="1"/>
            <a:r>
              <a:rPr lang="zh-CN" altLang="en-US" sz="4800" b="0">
                <a:ea typeface="隶书" pitchFamily="49" charset="-122"/>
              </a:rPr>
              <a:t>人类利用电与磁的历史</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50</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150608"/>
                                        </p:tgtEl>
                                        <p:attrNameLst>
                                          <p:attrName>style.visibility</p:attrName>
                                        </p:attrNameLst>
                                      </p:cBhvr>
                                      <p:to>
                                        <p:strVal val="visible"/>
                                      </p:to>
                                    </p:set>
                                    <p:animEffect transition="in" filter="slide(fromBottom)">
                                      <p:cBhvr>
                                        <p:cTn id="7" dur="500"/>
                                        <p:tgtEl>
                                          <p:spTgt spid="1506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50614"/>
                                        </p:tgtEl>
                                        <p:attrNameLst>
                                          <p:attrName>style.visibility</p:attrName>
                                        </p:attrNameLst>
                                      </p:cBhvr>
                                      <p:to>
                                        <p:strVal val="visible"/>
                                      </p:to>
                                    </p:set>
                                    <p:animEffect transition="in" filter="dissolve">
                                      <p:cBhvr>
                                        <p:cTn id="12" dur="500"/>
                                        <p:tgtEl>
                                          <p:spTgt spid="1506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50611"/>
                                        </p:tgtEl>
                                        <p:attrNameLst>
                                          <p:attrName>style.visibility</p:attrName>
                                        </p:attrNameLst>
                                      </p:cBhvr>
                                      <p:to>
                                        <p:strVal val="visible"/>
                                      </p:to>
                                    </p:set>
                                    <p:animEffect transition="in" filter="dissolve">
                                      <p:cBhvr>
                                        <p:cTn id="17" dur="500"/>
                                        <p:tgtEl>
                                          <p:spTgt spid="150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AutoShape 5"/>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grpSp>
        <p:nvGrpSpPr>
          <p:cNvPr id="37891" name="Group 101"/>
          <p:cNvGrpSpPr>
            <a:grpSpLocks/>
          </p:cNvGrpSpPr>
          <p:nvPr/>
        </p:nvGrpSpPr>
        <p:grpSpPr bwMode="auto">
          <a:xfrm>
            <a:off x="4140200" y="2492375"/>
            <a:ext cx="4752975" cy="708025"/>
            <a:chOff x="2608" y="1570"/>
            <a:chExt cx="2994" cy="446"/>
          </a:xfrm>
        </p:grpSpPr>
        <p:sp>
          <p:nvSpPr>
            <p:cNvPr id="149606" name="WordArt 102"/>
            <p:cNvSpPr>
              <a:spLocks noChangeArrowheads="1" noChangeShapeType="1" noTextEdit="1"/>
            </p:cNvSpPr>
            <p:nvPr/>
          </p:nvSpPr>
          <p:spPr bwMode="auto">
            <a:xfrm>
              <a:off x="2608" y="1752"/>
              <a:ext cx="68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1896-7</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7962" name="Text Box 103"/>
            <p:cNvSpPr txBox="1">
              <a:spLocks noChangeArrowheads="1"/>
            </p:cNvSpPr>
            <p:nvPr/>
          </p:nvSpPr>
          <p:spPr bwMode="auto">
            <a:xfrm>
              <a:off x="3742" y="1570"/>
              <a:ext cx="1860" cy="44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洛伦兹提出电子论</a:t>
              </a:r>
            </a:p>
            <a:p>
              <a:pPr algn="just" eaLnBrk="1" hangingPunct="1"/>
              <a:r>
                <a:rPr lang="en-US" altLang="zh-CN" sz="2000" b="1" dirty="0">
                  <a:solidFill>
                    <a:srgbClr val="660066"/>
                  </a:solidFill>
                </a:rPr>
                <a:t>J.J.</a:t>
              </a:r>
              <a:r>
                <a:rPr lang="zh-CN" altLang="en-US" sz="2000" b="1" dirty="0">
                  <a:solidFill>
                    <a:srgbClr val="660066"/>
                  </a:solidFill>
                </a:rPr>
                <a:t>汤姆生证明电子存在</a:t>
              </a:r>
            </a:p>
          </p:txBody>
        </p:sp>
        <p:sp>
          <p:nvSpPr>
            <p:cNvPr id="37963" name="Line 104"/>
            <p:cNvSpPr>
              <a:spLocks noChangeShapeType="1"/>
            </p:cNvSpPr>
            <p:nvPr/>
          </p:nvSpPr>
          <p:spPr bwMode="auto">
            <a:xfrm>
              <a:off x="3334" y="1842"/>
              <a:ext cx="40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9507" name="Rectangle 3"/>
          <p:cNvSpPr>
            <a:spLocks noChangeArrowheads="1"/>
          </p:cNvSpPr>
          <p:nvPr/>
        </p:nvSpPr>
        <p:spPr bwMode="auto">
          <a:xfrm>
            <a:off x="5435600" y="3068638"/>
            <a:ext cx="2952750" cy="431800"/>
          </a:xfrm>
          <a:prstGeom prst="rect">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7893" name="Rectangle 4"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7894" name="WordArt 7"/>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49512" name="WordArt 8"/>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37896" name="Group 9"/>
          <p:cNvGrpSpPr>
            <a:grpSpLocks/>
          </p:cNvGrpSpPr>
          <p:nvPr/>
        </p:nvGrpSpPr>
        <p:grpSpPr bwMode="auto">
          <a:xfrm>
            <a:off x="684213" y="5300663"/>
            <a:ext cx="6777037" cy="1368425"/>
            <a:chOff x="431" y="3339"/>
            <a:chExt cx="4269" cy="862"/>
          </a:xfrm>
        </p:grpSpPr>
        <p:sp>
          <p:nvSpPr>
            <p:cNvPr id="149514" name="WordArt 10"/>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7958" name="Text Box 11"/>
            <p:cNvSpPr txBox="1">
              <a:spLocks noChangeArrowheads="1"/>
            </p:cNvSpPr>
            <p:nvPr/>
          </p:nvSpPr>
          <p:spPr bwMode="auto">
            <a:xfrm>
              <a:off x="1519" y="3753"/>
              <a:ext cx="3181"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a:t>
              </a:r>
            </a:p>
          </p:txBody>
        </p:sp>
        <p:sp>
          <p:nvSpPr>
            <p:cNvPr id="37959" name="Line 12"/>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60" name="Line 13"/>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7897" name="Group 14"/>
          <p:cNvGrpSpPr>
            <a:grpSpLocks/>
          </p:cNvGrpSpPr>
          <p:nvPr/>
        </p:nvGrpSpPr>
        <p:grpSpPr bwMode="auto">
          <a:xfrm>
            <a:off x="1042988" y="5013325"/>
            <a:ext cx="4183062" cy="782638"/>
            <a:chOff x="657" y="3158"/>
            <a:chExt cx="2635" cy="493"/>
          </a:xfrm>
        </p:grpSpPr>
        <p:sp>
          <p:nvSpPr>
            <p:cNvPr id="149519" name="WordArt 15"/>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7955" name="Text Box 16"/>
            <p:cNvSpPr txBox="1">
              <a:spLocks noChangeArrowheads="1"/>
            </p:cNvSpPr>
            <p:nvPr/>
          </p:nvSpPr>
          <p:spPr bwMode="auto">
            <a:xfrm>
              <a:off x="1882" y="3203"/>
              <a:ext cx="1410"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a:t>
              </a:r>
            </a:p>
          </p:txBody>
        </p:sp>
        <p:sp>
          <p:nvSpPr>
            <p:cNvPr id="37956" name="Line 17"/>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7898" name="Group 18"/>
          <p:cNvGrpSpPr>
            <a:grpSpLocks/>
          </p:cNvGrpSpPr>
          <p:nvPr/>
        </p:nvGrpSpPr>
        <p:grpSpPr bwMode="auto">
          <a:xfrm>
            <a:off x="1619250" y="4724400"/>
            <a:ext cx="6553200" cy="711200"/>
            <a:chOff x="1020" y="2976"/>
            <a:chExt cx="4128" cy="448"/>
          </a:xfrm>
        </p:grpSpPr>
        <p:sp>
          <p:nvSpPr>
            <p:cNvPr id="149523" name="WordArt 19"/>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37952" name="Text Box 20"/>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37953" name="Line 21"/>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7899" name="Group 22"/>
          <p:cNvGrpSpPr>
            <a:grpSpLocks/>
          </p:cNvGrpSpPr>
          <p:nvPr/>
        </p:nvGrpSpPr>
        <p:grpSpPr bwMode="auto">
          <a:xfrm>
            <a:off x="755650" y="3227388"/>
            <a:ext cx="1285875" cy="1354137"/>
            <a:chOff x="476" y="2033"/>
            <a:chExt cx="810" cy="853"/>
          </a:xfrm>
        </p:grpSpPr>
        <p:sp>
          <p:nvSpPr>
            <p:cNvPr id="37949" name="Text Box 23"/>
            <p:cNvSpPr txBox="1">
              <a:spLocks noChangeArrowheads="1"/>
            </p:cNvSpPr>
            <p:nvPr/>
          </p:nvSpPr>
          <p:spPr bwMode="auto">
            <a:xfrm>
              <a:off x="476" y="2033"/>
              <a:ext cx="81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 </a:t>
              </a:r>
            </a:p>
          </p:txBody>
        </p:sp>
        <p:sp>
          <p:nvSpPr>
            <p:cNvPr id="37950" name="Line 24"/>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7900" name="Group 25"/>
          <p:cNvGrpSpPr>
            <a:grpSpLocks/>
          </p:cNvGrpSpPr>
          <p:nvPr/>
        </p:nvGrpSpPr>
        <p:grpSpPr bwMode="auto">
          <a:xfrm>
            <a:off x="76200" y="3933825"/>
            <a:ext cx="1471613" cy="1295400"/>
            <a:chOff x="48" y="2478"/>
            <a:chExt cx="927" cy="816"/>
          </a:xfrm>
        </p:grpSpPr>
        <p:sp>
          <p:nvSpPr>
            <p:cNvPr id="37947" name="Text Box 26"/>
            <p:cNvSpPr txBox="1">
              <a:spLocks noChangeArrowheads="1"/>
            </p:cNvSpPr>
            <p:nvPr/>
          </p:nvSpPr>
          <p:spPr bwMode="auto">
            <a:xfrm>
              <a:off x="48" y="2478"/>
              <a:ext cx="927"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a:t>
              </a:r>
            </a:p>
            <a:p>
              <a:pPr algn="just" eaLnBrk="1" hangingPunct="1"/>
              <a:r>
                <a:rPr lang="zh-CN" altLang="en-US" sz="2000" b="1">
                  <a:solidFill>
                    <a:srgbClr val="006600"/>
                  </a:solidFill>
                </a:rPr>
                <a:t>    微积分</a:t>
              </a:r>
            </a:p>
          </p:txBody>
        </p:sp>
        <p:sp>
          <p:nvSpPr>
            <p:cNvPr id="37948" name="Line 27"/>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7901" name="Group 28"/>
          <p:cNvGrpSpPr>
            <a:grpSpLocks/>
          </p:cNvGrpSpPr>
          <p:nvPr/>
        </p:nvGrpSpPr>
        <p:grpSpPr bwMode="auto">
          <a:xfrm>
            <a:off x="2051050" y="4221163"/>
            <a:ext cx="3744913" cy="406400"/>
            <a:chOff x="1292" y="2659"/>
            <a:chExt cx="2359" cy="256"/>
          </a:xfrm>
        </p:grpSpPr>
        <p:sp>
          <p:nvSpPr>
            <p:cNvPr id="149533" name="WordArt 29"/>
            <p:cNvSpPr>
              <a:spLocks noChangeArrowheads="1" noChangeShapeType="1" noTextEdit="1"/>
            </p:cNvSpPr>
            <p:nvPr/>
          </p:nvSpPr>
          <p:spPr bwMode="auto">
            <a:xfrm>
              <a:off x="1292" y="2704"/>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7945" name="Text Box 30"/>
            <p:cNvSpPr txBox="1">
              <a:spLocks noChangeArrowheads="1"/>
            </p:cNvSpPr>
            <p:nvPr/>
          </p:nvSpPr>
          <p:spPr bwMode="auto">
            <a:xfrm>
              <a:off x="2562" y="2659"/>
              <a:ext cx="1089"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伏特发明电堆</a:t>
              </a:r>
            </a:p>
          </p:txBody>
        </p:sp>
        <p:sp>
          <p:nvSpPr>
            <p:cNvPr id="37946" name="Line 31"/>
            <p:cNvSpPr>
              <a:spLocks noChangeShapeType="1"/>
            </p:cNvSpPr>
            <p:nvPr/>
          </p:nvSpPr>
          <p:spPr bwMode="auto">
            <a:xfrm>
              <a:off x="1927" y="279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7902" name="Group 32"/>
          <p:cNvGrpSpPr>
            <a:grpSpLocks/>
          </p:cNvGrpSpPr>
          <p:nvPr/>
        </p:nvGrpSpPr>
        <p:grpSpPr bwMode="auto">
          <a:xfrm>
            <a:off x="2195513" y="3644900"/>
            <a:ext cx="6121400" cy="1016000"/>
            <a:chOff x="1383" y="2296"/>
            <a:chExt cx="3856" cy="640"/>
          </a:xfrm>
        </p:grpSpPr>
        <p:sp>
          <p:nvSpPr>
            <p:cNvPr id="149537" name="WordArt 33"/>
            <p:cNvSpPr>
              <a:spLocks noChangeArrowheads="1" noChangeShapeType="1" noTextEdit="1"/>
            </p:cNvSpPr>
            <p:nvPr/>
          </p:nvSpPr>
          <p:spPr bwMode="auto">
            <a:xfrm>
              <a:off x="1383" y="2523"/>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1820-30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7942" name="Text Box 34"/>
            <p:cNvSpPr txBox="1">
              <a:spLocks noChangeArrowheads="1"/>
            </p:cNvSpPr>
            <p:nvPr/>
          </p:nvSpPr>
          <p:spPr bwMode="auto">
            <a:xfrm>
              <a:off x="3787" y="2296"/>
              <a:ext cx="1452" cy="64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安培定律</a:t>
              </a:r>
            </a:p>
            <a:p>
              <a:pPr algn="just" eaLnBrk="1" hangingPunct="1"/>
              <a:r>
                <a:rPr lang="zh-CN" altLang="en-US" sz="2000" b="1" dirty="0">
                  <a:solidFill>
                    <a:srgbClr val="660066"/>
                  </a:solidFill>
                </a:rPr>
                <a:t>欧姆定律</a:t>
              </a:r>
            </a:p>
            <a:p>
              <a:pPr algn="just" eaLnBrk="1" hangingPunct="1"/>
              <a:r>
                <a:rPr lang="zh-CN" altLang="en-US" sz="2000" b="1" dirty="0">
                  <a:solidFill>
                    <a:srgbClr val="660066"/>
                  </a:solidFill>
                </a:rPr>
                <a:t>法拉第电磁感应</a:t>
              </a:r>
            </a:p>
          </p:txBody>
        </p:sp>
        <p:sp>
          <p:nvSpPr>
            <p:cNvPr id="37943" name="Line 35"/>
            <p:cNvSpPr>
              <a:spLocks noChangeShapeType="1"/>
            </p:cNvSpPr>
            <p:nvPr/>
          </p:nvSpPr>
          <p:spPr bwMode="auto">
            <a:xfrm>
              <a:off x="2290" y="2568"/>
              <a:ext cx="149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7903" name="Group 36"/>
          <p:cNvGrpSpPr>
            <a:grpSpLocks/>
          </p:cNvGrpSpPr>
          <p:nvPr/>
        </p:nvGrpSpPr>
        <p:grpSpPr bwMode="auto">
          <a:xfrm>
            <a:off x="2700338" y="3573463"/>
            <a:ext cx="3024187" cy="466725"/>
            <a:chOff x="1701" y="2251"/>
            <a:chExt cx="1905" cy="294"/>
          </a:xfrm>
        </p:grpSpPr>
        <p:sp>
          <p:nvSpPr>
            <p:cNvPr id="149541" name="WordArt 37"/>
            <p:cNvSpPr>
              <a:spLocks noChangeArrowheads="1" noChangeShapeType="1" noTextEdit="1"/>
            </p:cNvSpPr>
            <p:nvPr/>
          </p:nvSpPr>
          <p:spPr bwMode="auto">
            <a:xfrm>
              <a:off x="1701" y="2341"/>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a:t>
              </a:r>
              <a:r>
                <a:rPr lang="zh-CN" altLang="en-US" kern="10">
                  <a:ln w="9525" cap="sq">
                    <a:solidFill>
                      <a:schemeClr val="tx1"/>
                    </a:solidFill>
                    <a:round/>
                    <a:headEnd type="none" w="sm" len="sm"/>
                    <a:tailEnd type="none" w="sm" len="sm"/>
                  </a:ln>
                  <a:solidFill>
                    <a:srgbClr val="FF0000"/>
                  </a:solidFill>
                  <a:latin typeface="宋体"/>
                  <a:ea typeface="宋体"/>
                </a:rPr>
                <a:t>世纪中叶</a:t>
              </a:r>
            </a:p>
          </p:txBody>
        </p:sp>
        <p:sp>
          <p:nvSpPr>
            <p:cNvPr id="37940" name="Text Box 38"/>
            <p:cNvSpPr txBox="1">
              <a:spLocks noChangeArrowheads="1"/>
            </p:cNvSpPr>
            <p:nvPr/>
          </p:nvSpPr>
          <p:spPr bwMode="auto">
            <a:xfrm>
              <a:off x="2608" y="2251"/>
              <a:ext cx="998" cy="29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400" b="1">
                  <a:solidFill>
                    <a:srgbClr val="A50021"/>
                  </a:solidFill>
                </a:rPr>
                <a:t>电磁理论</a:t>
              </a:r>
            </a:p>
          </p:txBody>
        </p:sp>
      </p:grpSp>
      <p:grpSp>
        <p:nvGrpSpPr>
          <p:cNvPr id="37904" name="Group 39"/>
          <p:cNvGrpSpPr>
            <a:grpSpLocks/>
          </p:cNvGrpSpPr>
          <p:nvPr/>
        </p:nvGrpSpPr>
        <p:grpSpPr bwMode="auto">
          <a:xfrm>
            <a:off x="1692275" y="2219325"/>
            <a:ext cx="1285875" cy="1354138"/>
            <a:chOff x="476" y="2033"/>
            <a:chExt cx="810" cy="853"/>
          </a:xfrm>
        </p:grpSpPr>
        <p:sp>
          <p:nvSpPr>
            <p:cNvPr id="37937" name="Text Box 40"/>
            <p:cNvSpPr txBox="1">
              <a:spLocks noChangeArrowheads="1"/>
            </p:cNvSpPr>
            <p:nvPr/>
          </p:nvSpPr>
          <p:spPr bwMode="auto">
            <a:xfrm>
              <a:off x="476" y="2033"/>
              <a:ext cx="81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分析数学 </a:t>
              </a:r>
            </a:p>
          </p:txBody>
        </p:sp>
        <p:sp>
          <p:nvSpPr>
            <p:cNvPr id="37938" name="Line 41"/>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7905" name="Group 42"/>
          <p:cNvGrpSpPr>
            <a:grpSpLocks/>
          </p:cNvGrpSpPr>
          <p:nvPr/>
        </p:nvGrpSpPr>
        <p:grpSpPr bwMode="auto">
          <a:xfrm>
            <a:off x="3490913" y="3094038"/>
            <a:ext cx="4897437" cy="406400"/>
            <a:chOff x="2199" y="1949"/>
            <a:chExt cx="3085" cy="256"/>
          </a:xfrm>
        </p:grpSpPr>
        <p:sp>
          <p:nvSpPr>
            <p:cNvPr id="149547" name="WordArt 43"/>
            <p:cNvSpPr>
              <a:spLocks noChangeArrowheads="1" noChangeShapeType="1" noTextEdit="1"/>
            </p:cNvSpPr>
            <p:nvPr/>
          </p:nvSpPr>
          <p:spPr bwMode="auto">
            <a:xfrm>
              <a:off x="2199" y="2069"/>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1886</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7935" name="Text Box 44"/>
            <p:cNvSpPr txBox="1">
              <a:spLocks noChangeArrowheads="1"/>
            </p:cNvSpPr>
            <p:nvPr/>
          </p:nvSpPr>
          <p:spPr bwMode="auto">
            <a:xfrm>
              <a:off x="3424" y="1949"/>
              <a:ext cx="186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赫兹证明电磁波的存在</a:t>
              </a:r>
            </a:p>
          </p:txBody>
        </p:sp>
        <p:sp>
          <p:nvSpPr>
            <p:cNvPr id="37936" name="Line 45"/>
            <p:cNvSpPr>
              <a:spLocks noChangeShapeType="1"/>
            </p:cNvSpPr>
            <p:nvPr/>
          </p:nvSpPr>
          <p:spPr bwMode="auto">
            <a:xfrm>
              <a:off x="2835" y="216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7906" name="Text Box 62"/>
          <p:cNvSpPr txBox="1">
            <a:spLocks noChangeArrowheads="1"/>
          </p:cNvSpPr>
          <p:nvPr/>
        </p:nvSpPr>
        <p:spPr bwMode="auto">
          <a:xfrm>
            <a:off x="3132138" y="1052513"/>
            <a:ext cx="2159000" cy="10160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特征函数</a:t>
            </a:r>
          </a:p>
          <a:p>
            <a:pPr algn="just" eaLnBrk="1" hangingPunct="1"/>
            <a:r>
              <a:rPr lang="zh-CN" altLang="en-US" sz="2000" b="1">
                <a:solidFill>
                  <a:srgbClr val="006600"/>
                </a:solidFill>
              </a:rPr>
              <a:t>广义傅里叶展开</a:t>
            </a:r>
          </a:p>
          <a:p>
            <a:pPr algn="just" eaLnBrk="1" hangingPunct="1"/>
            <a:r>
              <a:rPr lang="zh-CN" altLang="en-US" sz="2000" b="1">
                <a:solidFill>
                  <a:srgbClr val="006600"/>
                </a:solidFill>
              </a:rPr>
              <a:t>抽象函数空间</a:t>
            </a:r>
          </a:p>
        </p:txBody>
      </p:sp>
      <p:grpSp>
        <p:nvGrpSpPr>
          <p:cNvPr id="37907" name="Group 63"/>
          <p:cNvGrpSpPr>
            <a:grpSpLocks/>
          </p:cNvGrpSpPr>
          <p:nvPr/>
        </p:nvGrpSpPr>
        <p:grpSpPr bwMode="auto">
          <a:xfrm>
            <a:off x="5148263" y="4508500"/>
            <a:ext cx="3276600" cy="1196975"/>
            <a:chOff x="3243" y="2840"/>
            <a:chExt cx="2064" cy="754"/>
          </a:xfrm>
        </p:grpSpPr>
        <p:sp>
          <p:nvSpPr>
            <p:cNvPr id="37932" name="AutoShape 64"/>
            <p:cNvSpPr>
              <a:spLocks noChangeArrowheads="1"/>
            </p:cNvSpPr>
            <p:nvPr/>
          </p:nvSpPr>
          <p:spPr bwMode="auto">
            <a:xfrm>
              <a:off x="3243" y="2840"/>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7933" name="Text Box 65"/>
            <p:cNvSpPr txBox="1">
              <a:spLocks noChangeArrowheads="1"/>
            </p:cNvSpPr>
            <p:nvPr/>
          </p:nvSpPr>
          <p:spPr bwMode="auto">
            <a:xfrm>
              <a:off x="3560" y="2996"/>
              <a:ext cx="14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000" b="1"/>
                <a:t>      </a:t>
              </a:r>
              <a:r>
                <a:rPr lang="zh-CN" altLang="en-US" sz="2400" b="1"/>
                <a:t>发电机</a:t>
              </a:r>
            </a:p>
            <a:p>
              <a:pPr algn="just" eaLnBrk="1" hangingPunct="1">
                <a:lnSpc>
                  <a:spcPct val="75000"/>
                </a:lnSpc>
              </a:pPr>
              <a:r>
                <a:rPr lang="zh-CN" altLang="en-US" sz="2000" b="1"/>
                <a:t>（</a:t>
              </a:r>
              <a:r>
                <a:rPr lang="en-US" altLang="zh-CN" sz="2000" b="1"/>
                <a:t>1831-</a:t>
              </a:r>
              <a:r>
                <a:rPr lang="zh-CN" altLang="en-US" sz="2000" b="1"/>
                <a:t>法拉第）</a:t>
              </a:r>
              <a:r>
                <a:rPr lang="zh-CN" altLang="en-US" sz="3200" b="1"/>
                <a:t> </a:t>
              </a:r>
            </a:p>
          </p:txBody>
        </p:sp>
      </p:grpSp>
      <p:grpSp>
        <p:nvGrpSpPr>
          <p:cNvPr id="37908" name="Group 66"/>
          <p:cNvGrpSpPr>
            <a:grpSpLocks/>
          </p:cNvGrpSpPr>
          <p:nvPr/>
        </p:nvGrpSpPr>
        <p:grpSpPr bwMode="auto">
          <a:xfrm>
            <a:off x="1979613" y="4508500"/>
            <a:ext cx="4537075" cy="1800225"/>
            <a:chOff x="1247" y="2840"/>
            <a:chExt cx="2858" cy="1134"/>
          </a:xfrm>
        </p:grpSpPr>
        <p:sp>
          <p:nvSpPr>
            <p:cNvPr id="37930" name="AutoShape 67"/>
            <p:cNvSpPr>
              <a:spLocks noChangeArrowheads="1"/>
            </p:cNvSpPr>
            <p:nvPr/>
          </p:nvSpPr>
          <p:spPr bwMode="auto">
            <a:xfrm>
              <a:off x="1247" y="2840"/>
              <a:ext cx="2858" cy="113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7931" name="Text Box 68"/>
            <p:cNvSpPr txBox="1">
              <a:spLocks noChangeArrowheads="1"/>
            </p:cNvSpPr>
            <p:nvPr/>
          </p:nvSpPr>
          <p:spPr bwMode="auto">
            <a:xfrm>
              <a:off x="1792" y="3112"/>
              <a:ext cx="1914" cy="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电报</a:t>
              </a:r>
            </a:p>
            <a:p>
              <a:pPr algn="just" eaLnBrk="1" hangingPunct="1">
                <a:lnSpc>
                  <a:spcPct val="75000"/>
                </a:lnSpc>
              </a:pPr>
              <a:r>
                <a:rPr lang="zh-CN" altLang="en-US" sz="2000" b="1"/>
                <a:t>（</a:t>
              </a:r>
              <a:r>
                <a:rPr lang="en-US" altLang="zh-CN" sz="2000" b="1"/>
                <a:t>1837-</a:t>
              </a:r>
              <a:r>
                <a:rPr lang="zh-CN" altLang="en-US" sz="2000" b="1"/>
                <a:t>库克</a:t>
              </a:r>
              <a:r>
                <a:rPr lang="en-US" altLang="zh-CN" sz="2000" b="1"/>
                <a:t>&amp;</a:t>
              </a:r>
              <a:r>
                <a:rPr lang="zh-CN" altLang="en-US" sz="2000" b="1"/>
                <a:t>维特专利</a:t>
              </a:r>
            </a:p>
            <a:p>
              <a:pPr algn="just" eaLnBrk="1" hangingPunct="1">
                <a:lnSpc>
                  <a:spcPct val="75000"/>
                </a:lnSpc>
              </a:pPr>
              <a:r>
                <a:rPr lang="zh-CN" altLang="en-US" sz="2000" b="1"/>
                <a:t>        </a:t>
              </a:r>
              <a:r>
                <a:rPr lang="en-US" altLang="zh-CN" sz="2000" b="1"/>
                <a:t>1844-</a:t>
              </a:r>
              <a:r>
                <a:rPr lang="zh-CN" altLang="en-US" sz="2000" b="1"/>
                <a:t>摩尔斯实现）</a:t>
              </a:r>
              <a:r>
                <a:rPr lang="zh-CN" altLang="en-US" sz="3200" b="1"/>
                <a:t> </a:t>
              </a:r>
            </a:p>
          </p:txBody>
        </p:sp>
      </p:grpSp>
      <p:grpSp>
        <p:nvGrpSpPr>
          <p:cNvPr id="37909" name="Group 83"/>
          <p:cNvGrpSpPr>
            <a:grpSpLocks/>
          </p:cNvGrpSpPr>
          <p:nvPr/>
        </p:nvGrpSpPr>
        <p:grpSpPr bwMode="auto">
          <a:xfrm>
            <a:off x="5867400" y="5445125"/>
            <a:ext cx="3276600" cy="1196975"/>
            <a:chOff x="3696" y="3430"/>
            <a:chExt cx="2064" cy="754"/>
          </a:xfrm>
        </p:grpSpPr>
        <p:sp>
          <p:nvSpPr>
            <p:cNvPr id="37928" name="AutoShape 84"/>
            <p:cNvSpPr>
              <a:spLocks noChangeArrowheads="1"/>
            </p:cNvSpPr>
            <p:nvPr/>
          </p:nvSpPr>
          <p:spPr bwMode="auto">
            <a:xfrm>
              <a:off x="3696" y="3430"/>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7929" name="Text Box 85"/>
            <p:cNvSpPr txBox="1">
              <a:spLocks noChangeArrowheads="1"/>
            </p:cNvSpPr>
            <p:nvPr/>
          </p:nvSpPr>
          <p:spPr bwMode="auto">
            <a:xfrm>
              <a:off x="4059" y="3612"/>
              <a:ext cx="1240"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t>      </a:t>
              </a:r>
              <a:r>
                <a:rPr lang="zh-CN" altLang="en-US" sz="2400" b="1"/>
                <a:t>电话</a:t>
              </a:r>
            </a:p>
            <a:p>
              <a:pPr algn="just" eaLnBrk="1" hangingPunct="1">
                <a:lnSpc>
                  <a:spcPct val="65000"/>
                </a:lnSpc>
              </a:pPr>
              <a:r>
                <a:rPr lang="zh-CN" altLang="en-US" sz="2000" b="1"/>
                <a:t>（</a:t>
              </a:r>
              <a:r>
                <a:rPr lang="en-US" altLang="zh-CN" sz="2000" b="1"/>
                <a:t>1876-</a:t>
              </a:r>
              <a:r>
                <a:rPr lang="zh-CN" altLang="en-US" sz="2000" b="1"/>
                <a:t>贝尔）</a:t>
              </a:r>
              <a:r>
                <a:rPr lang="zh-CN" altLang="en-US" sz="3200" b="1"/>
                <a:t> </a:t>
              </a:r>
            </a:p>
          </p:txBody>
        </p:sp>
      </p:grpSp>
      <p:grpSp>
        <p:nvGrpSpPr>
          <p:cNvPr id="37910" name="Group 89"/>
          <p:cNvGrpSpPr>
            <a:grpSpLocks/>
          </p:cNvGrpSpPr>
          <p:nvPr/>
        </p:nvGrpSpPr>
        <p:grpSpPr bwMode="auto">
          <a:xfrm>
            <a:off x="755650" y="3644900"/>
            <a:ext cx="3276600" cy="1196975"/>
            <a:chOff x="0" y="527"/>
            <a:chExt cx="2064" cy="754"/>
          </a:xfrm>
        </p:grpSpPr>
        <p:sp>
          <p:nvSpPr>
            <p:cNvPr id="37926" name="AutoShape 90"/>
            <p:cNvSpPr>
              <a:spLocks noChangeArrowheads="1"/>
            </p:cNvSpPr>
            <p:nvPr/>
          </p:nvSpPr>
          <p:spPr bwMode="auto">
            <a:xfrm>
              <a:off x="0" y="527"/>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7927" name="Text Box 91"/>
            <p:cNvSpPr txBox="1">
              <a:spLocks noChangeArrowheads="1"/>
            </p:cNvSpPr>
            <p:nvPr/>
          </p:nvSpPr>
          <p:spPr bwMode="auto">
            <a:xfrm>
              <a:off x="436" y="709"/>
              <a:ext cx="14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变压器</a:t>
              </a:r>
            </a:p>
            <a:p>
              <a:pPr algn="just" eaLnBrk="1" hangingPunct="1">
                <a:lnSpc>
                  <a:spcPct val="75000"/>
                </a:lnSpc>
              </a:pPr>
              <a:r>
                <a:rPr lang="zh-CN" altLang="en-US" sz="2000" b="1"/>
                <a:t>（</a:t>
              </a:r>
              <a:r>
                <a:rPr lang="en-US" altLang="zh-CN" sz="2000" b="1"/>
                <a:t>1885-</a:t>
              </a:r>
              <a:r>
                <a:rPr lang="zh-CN" altLang="en-US" sz="2000" b="1"/>
                <a:t>斯坦利）</a:t>
              </a:r>
              <a:r>
                <a:rPr lang="zh-CN" altLang="en-US" sz="3200" b="1"/>
                <a:t> </a:t>
              </a:r>
            </a:p>
          </p:txBody>
        </p:sp>
      </p:grpSp>
      <p:grpSp>
        <p:nvGrpSpPr>
          <p:cNvPr id="37911" name="Group 92"/>
          <p:cNvGrpSpPr>
            <a:grpSpLocks/>
          </p:cNvGrpSpPr>
          <p:nvPr/>
        </p:nvGrpSpPr>
        <p:grpSpPr bwMode="auto">
          <a:xfrm>
            <a:off x="287338" y="5229225"/>
            <a:ext cx="3276600" cy="1196975"/>
            <a:chOff x="0" y="482"/>
            <a:chExt cx="2064" cy="754"/>
          </a:xfrm>
        </p:grpSpPr>
        <p:sp>
          <p:nvSpPr>
            <p:cNvPr id="37924" name="AutoShape 93"/>
            <p:cNvSpPr>
              <a:spLocks noChangeArrowheads="1"/>
            </p:cNvSpPr>
            <p:nvPr/>
          </p:nvSpPr>
          <p:spPr bwMode="auto">
            <a:xfrm>
              <a:off x="0" y="482"/>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7925" name="Text Box 94"/>
            <p:cNvSpPr txBox="1">
              <a:spLocks noChangeArrowheads="1"/>
            </p:cNvSpPr>
            <p:nvPr/>
          </p:nvSpPr>
          <p:spPr bwMode="auto">
            <a:xfrm>
              <a:off x="345" y="618"/>
              <a:ext cx="14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电灯</a:t>
              </a:r>
            </a:p>
            <a:p>
              <a:pPr algn="just" eaLnBrk="1" hangingPunct="1">
                <a:lnSpc>
                  <a:spcPct val="75000"/>
                </a:lnSpc>
              </a:pPr>
              <a:r>
                <a:rPr lang="zh-CN" altLang="en-US" sz="2000" b="1"/>
                <a:t>（</a:t>
              </a:r>
              <a:r>
                <a:rPr lang="en-US" altLang="zh-CN" sz="2000" b="1"/>
                <a:t>1879-</a:t>
              </a:r>
              <a:r>
                <a:rPr lang="zh-CN" altLang="en-US" sz="2000" b="1"/>
                <a:t>爱迪生）</a:t>
              </a:r>
              <a:r>
                <a:rPr lang="zh-CN" altLang="en-US" sz="3200" b="1"/>
                <a:t> </a:t>
              </a:r>
            </a:p>
          </p:txBody>
        </p:sp>
      </p:grpSp>
      <p:grpSp>
        <p:nvGrpSpPr>
          <p:cNvPr id="149599" name="Group 95"/>
          <p:cNvGrpSpPr>
            <a:grpSpLocks/>
          </p:cNvGrpSpPr>
          <p:nvPr/>
        </p:nvGrpSpPr>
        <p:grpSpPr bwMode="auto">
          <a:xfrm>
            <a:off x="2232025" y="3240088"/>
            <a:ext cx="3276600" cy="1196975"/>
            <a:chOff x="0" y="527"/>
            <a:chExt cx="2064" cy="754"/>
          </a:xfrm>
        </p:grpSpPr>
        <p:sp>
          <p:nvSpPr>
            <p:cNvPr id="37922" name="AutoShape 96"/>
            <p:cNvSpPr>
              <a:spLocks noChangeArrowheads="1"/>
            </p:cNvSpPr>
            <p:nvPr/>
          </p:nvSpPr>
          <p:spPr bwMode="auto">
            <a:xfrm>
              <a:off x="0" y="527"/>
              <a:ext cx="2064" cy="754"/>
            </a:xfrm>
            <a:prstGeom prst="irregularSeal1">
              <a:avLst/>
            </a:prstGeom>
            <a:gradFill rotWithShape="1">
              <a:gsLst>
                <a:gs pos="0">
                  <a:srgbClr val="FF00FF"/>
                </a:gs>
                <a:gs pos="50000">
                  <a:srgbClr val="FFEFFF"/>
                </a:gs>
                <a:gs pos="100000">
                  <a:srgbClr val="FF00FF"/>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7923" name="Text Box 97"/>
            <p:cNvSpPr txBox="1">
              <a:spLocks noChangeArrowheads="1"/>
            </p:cNvSpPr>
            <p:nvPr/>
          </p:nvSpPr>
          <p:spPr bwMode="auto">
            <a:xfrm>
              <a:off x="415" y="709"/>
              <a:ext cx="1433"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交流输电系统  </a:t>
              </a:r>
            </a:p>
            <a:p>
              <a:pPr algn="just" eaLnBrk="1" hangingPunct="1">
                <a:lnSpc>
                  <a:spcPct val="75000"/>
                </a:lnSpc>
              </a:pPr>
              <a:r>
                <a:rPr lang="zh-CN" altLang="en-US" sz="2000" b="1"/>
                <a:t>（</a:t>
              </a:r>
              <a:r>
                <a:rPr lang="en-US" altLang="zh-CN" sz="2000" b="1"/>
                <a:t>1890-</a:t>
              </a:r>
              <a:r>
                <a:rPr lang="zh-CN" altLang="en-US" sz="2000" b="1"/>
                <a:t>美国）</a:t>
              </a:r>
              <a:r>
                <a:rPr lang="zh-CN" altLang="en-US" sz="3200" b="1"/>
                <a:t> </a:t>
              </a:r>
            </a:p>
          </p:txBody>
        </p:sp>
      </p:grpSp>
      <p:grpSp>
        <p:nvGrpSpPr>
          <p:cNvPr id="149602" name="Group 98"/>
          <p:cNvGrpSpPr>
            <a:grpSpLocks/>
          </p:cNvGrpSpPr>
          <p:nvPr/>
        </p:nvGrpSpPr>
        <p:grpSpPr bwMode="auto">
          <a:xfrm>
            <a:off x="4643438" y="3429000"/>
            <a:ext cx="3924300" cy="1512888"/>
            <a:chOff x="0" y="527"/>
            <a:chExt cx="2472" cy="953"/>
          </a:xfrm>
        </p:grpSpPr>
        <p:sp>
          <p:nvSpPr>
            <p:cNvPr id="37920" name="AutoShape 99"/>
            <p:cNvSpPr>
              <a:spLocks noChangeArrowheads="1"/>
            </p:cNvSpPr>
            <p:nvPr/>
          </p:nvSpPr>
          <p:spPr bwMode="auto">
            <a:xfrm>
              <a:off x="0" y="527"/>
              <a:ext cx="2472" cy="953"/>
            </a:xfrm>
            <a:prstGeom prst="irregularSeal1">
              <a:avLst/>
            </a:prstGeom>
            <a:gradFill rotWithShape="1">
              <a:gsLst>
                <a:gs pos="0">
                  <a:srgbClr val="FF00FF"/>
                </a:gs>
                <a:gs pos="50000">
                  <a:srgbClr val="FFEFFF"/>
                </a:gs>
                <a:gs pos="100000">
                  <a:srgbClr val="FF00FF"/>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7921" name="Text Box 100"/>
            <p:cNvSpPr txBox="1">
              <a:spLocks noChangeArrowheads="1"/>
            </p:cNvSpPr>
            <p:nvPr/>
          </p:nvSpPr>
          <p:spPr bwMode="auto">
            <a:xfrm>
              <a:off x="22" y="792"/>
              <a:ext cx="2222"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无线通信</a:t>
              </a:r>
            </a:p>
            <a:p>
              <a:pPr algn="just" eaLnBrk="1" hangingPunct="1">
                <a:lnSpc>
                  <a:spcPct val="75000"/>
                </a:lnSpc>
              </a:pPr>
              <a:r>
                <a:rPr lang="zh-CN" altLang="en-US" sz="2000" b="1"/>
                <a:t>（</a:t>
              </a:r>
              <a:r>
                <a:rPr lang="en-US" altLang="zh-CN" sz="2000" b="1"/>
                <a:t>1895-96 </a:t>
              </a:r>
              <a:r>
                <a:rPr lang="zh-CN" altLang="en-US" sz="2000" b="1"/>
                <a:t>马可尼</a:t>
              </a:r>
              <a:r>
                <a:rPr lang="en-US" altLang="zh-CN" sz="2000" b="1"/>
                <a:t>&amp;</a:t>
              </a:r>
              <a:r>
                <a:rPr lang="zh-CN" altLang="en-US" sz="2000" b="1"/>
                <a:t>波波夫）</a:t>
              </a:r>
              <a:r>
                <a:rPr lang="zh-CN" altLang="en-US" sz="3200" b="1"/>
                <a:t> </a:t>
              </a:r>
            </a:p>
          </p:txBody>
        </p:sp>
      </p:grpSp>
      <p:grpSp>
        <p:nvGrpSpPr>
          <p:cNvPr id="37914" name="Group 118"/>
          <p:cNvGrpSpPr>
            <a:grpSpLocks/>
          </p:cNvGrpSpPr>
          <p:nvPr/>
        </p:nvGrpSpPr>
        <p:grpSpPr bwMode="auto">
          <a:xfrm>
            <a:off x="4930775" y="2132013"/>
            <a:ext cx="4068763" cy="406400"/>
            <a:chOff x="3106" y="1343"/>
            <a:chExt cx="2563" cy="256"/>
          </a:xfrm>
        </p:grpSpPr>
        <p:sp>
          <p:nvSpPr>
            <p:cNvPr id="37916" name="Line 119"/>
            <p:cNvSpPr>
              <a:spLocks noChangeShapeType="1"/>
            </p:cNvSpPr>
            <p:nvPr/>
          </p:nvSpPr>
          <p:spPr bwMode="auto">
            <a:xfrm>
              <a:off x="3696" y="152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7917" name="Group 120"/>
            <p:cNvGrpSpPr>
              <a:grpSpLocks/>
            </p:cNvGrpSpPr>
            <p:nvPr/>
          </p:nvGrpSpPr>
          <p:grpSpPr bwMode="auto">
            <a:xfrm>
              <a:off x="3106" y="1343"/>
              <a:ext cx="2563" cy="256"/>
              <a:chOff x="3106" y="1343"/>
              <a:chExt cx="2563" cy="256"/>
            </a:xfrm>
          </p:grpSpPr>
          <p:sp>
            <p:nvSpPr>
              <p:cNvPr id="149625" name="WordArt 121"/>
              <p:cNvSpPr>
                <a:spLocks noChangeArrowheads="1" noChangeShapeType="1" noTextEdit="1"/>
              </p:cNvSpPr>
              <p:nvPr/>
            </p:nvSpPr>
            <p:spPr bwMode="auto">
              <a:xfrm>
                <a:off x="3106" y="1434"/>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1905</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7919" name="Text Box 122"/>
              <p:cNvSpPr txBox="1">
                <a:spLocks noChangeArrowheads="1"/>
              </p:cNvSpPr>
              <p:nvPr/>
            </p:nvSpPr>
            <p:spPr bwMode="auto">
              <a:xfrm>
                <a:off x="4195" y="1343"/>
                <a:ext cx="1474" cy="25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爱因斯坦</a:t>
                </a:r>
                <a:r>
                  <a:rPr lang="en-US" altLang="zh-CN" sz="2000" b="1">
                    <a:solidFill>
                      <a:srgbClr val="660066"/>
                    </a:solidFill>
                  </a:rPr>
                  <a:t>5</a:t>
                </a:r>
                <a:r>
                  <a:rPr lang="zh-CN" altLang="en-US" sz="2000" b="1">
                    <a:solidFill>
                      <a:srgbClr val="660066"/>
                    </a:solidFill>
                  </a:rPr>
                  <a:t>篇论文</a:t>
                </a:r>
              </a:p>
            </p:txBody>
          </p:sp>
        </p:grpSp>
      </p:grpSp>
      <p:sp>
        <p:nvSpPr>
          <p:cNvPr id="37915" name="Rectangle 128"/>
          <p:cNvSpPr>
            <a:spLocks noGrp="1" noChangeArrowheads="1"/>
          </p:cNvSpPr>
          <p:nvPr>
            <p:ph type="title"/>
          </p:nvPr>
        </p:nvSpPr>
        <p:spPr>
          <a:xfrm>
            <a:off x="457200" y="-100013"/>
            <a:ext cx="8229600" cy="1143001"/>
          </a:xfrm>
          <a:noFill/>
        </p:spPr>
        <p:txBody>
          <a:bodyPr/>
          <a:lstStyle/>
          <a:p>
            <a:pPr eaLnBrk="1" hangingPunct="1"/>
            <a:r>
              <a:rPr lang="zh-CN" altLang="en-US" sz="4800" b="0">
                <a:ea typeface="隶书" pitchFamily="49" charset="-122"/>
              </a:rPr>
              <a:t>人类利用电与磁的历史</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51</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9507"/>
                                        </p:tgtEl>
                                        <p:attrNameLst>
                                          <p:attrName>style.visibility</p:attrName>
                                        </p:attrNameLst>
                                      </p:cBhvr>
                                      <p:to>
                                        <p:strVal val="visible"/>
                                      </p:to>
                                    </p:set>
                                    <p:animEffect transition="in" filter="dissolve">
                                      <p:cBhvr>
                                        <p:cTn id="7" dur="500"/>
                                        <p:tgtEl>
                                          <p:spTgt spid="1495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49599"/>
                                        </p:tgtEl>
                                        <p:attrNameLst>
                                          <p:attrName>style.visibility</p:attrName>
                                        </p:attrNameLst>
                                      </p:cBhvr>
                                      <p:to>
                                        <p:strVal val="visible"/>
                                      </p:to>
                                    </p:set>
                                    <p:animEffect transition="in" filter="dissolve">
                                      <p:cBhvr>
                                        <p:cTn id="12" dur="500"/>
                                        <p:tgtEl>
                                          <p:spTgt spid="1495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49602"/>
                                        </p:tgtEl>
                                        <p:attrNameLst>
                                          <p:attrName>style.visibility</p:attrName>
                                        </p:attrNameLst>
                                      </p:cBhvr>
                                      <p:to>
                                        <p:strVal val="visible"/>
                                      </p:to>
                                    </p:set>
                                    <p:animEffect transition="in" filter="dissolve">
                                      <p:cBhvr>
                                        <p:cTn id="17" dur="500"/>
                                        <p:tgtEl>
                                          <p:spTgt spid="149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8914" name="Group 3"/>
          <p:cNvGrpSpPr>
            <a:grpSpLocks/>
          </p:cNvGrpSpPr>
          <p:nvPr/>
        </p:nvGrpSpPr>
        <p:grpSpPr bwMode="auto">
          <a:xfrm>
            <a:off x="3490913" y="3094038"/>
            <a:ext cx="4897437" cy="406400"/>
            <a:chOff x="2199" y="1949"/>
            <a:chExt cx="3085" cy="256"/>
          </a:xfrm>
        </p:grpSpPr>
        <p:sp>
          <p:nvSpPr>
            <p:cNvPr id="152580" name="WordArt 4"/>
            <p:cNvSpPr>
              <a:spLocks noChangeArrowheads="1" noChangeShapeType="1" noTextEdit="1"/>
            </p:cNvSpPr>
            <p:nvPr/>
          </p:nvSpPr>
          <p:spPr bwMode="auto">
            <a:xfrm>
              <a:off x="2199" y="2069"/>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1886</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8989" name="Text Box 5"/>
            <p:cNvSpPr txBox="1">
              <a:spLocks noChangeArrowheads="1"/>
            </p:cNvSpPr>
            <p:nvPr/>
          </p:nvSpPr>
          <p:spPr bwMode="auto">
            <a:xfrm>
              <a:off x="3424" y="1949"/>
              <a:ext cx="186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赫兹证明电磁波的存在</a:t>
              </a:r>
            </a:p>
          </p:txBody>
        </p:sp>
        <p:sp>
          <p:nvSpPr>
            <p:cNvPr id="38990" name="Line 6"/>
            <p:cNvSpPr>
              <a:spLocks noChangeShapeType="1"/>
            </p:cNvSpPr>
            <p:nvPr/>
          </p:nvSpPr>
          <p:spPr bwMode="auto">
            <a:xfrm>
              <a:off x="2835" y="216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8915" name="Rectangle 7"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8916" name="AutoShape 8"/>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8917" name="WordArt 10"/>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52587" name="WordArt 11"/>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38919" name="Group 12"/>
          <p:cNvGrpSpPr>
            <a:grpSpLocks/>
          </p:cNvGrpSpPr>
          <p:nvPr/>
        </p:nvGrpSpPr>
        <p:grpSpPr bwMode="auto">
          <a:xfrm>
            <a:off x="684213" y="5300663"/>
            <a:ext cx="6777037" cy="1368425"/>
            <a:chOff x="431" y="3339"/>
            <a:chExt cx="4269" cy="862"/>
          </a:xfrm>
        </p:grpSpPr>
        <p:sp>
          <p:nvSpPr>
            <p:cNvPr id="152589" name="WordArt 13"/>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8985" name="Text Box 14"/>
            <p:cNvSpPr txBox="1">
              <a:spLocks noChangeArrowheads="1"/>
            </p:cNvSpPr>
            <p:nvPr/>
          </p:nvSpPr>
          <p:spPr bwMode="auto">
            <a:xfrm>
              <a:off x="1519" y="3753"/>
              <a:ext cx="3181"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a:t>
              </a:r>
            </a:p>
          </p:txBody>
        </p:sp>
        <p:sp>
          <p:nvSpPr>
            <p:cNvPr id="38986" name="Line 15"/>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87" name="Line 16"/>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8920" name="Group 17"/>
          <p:cNvGrpSpPr>
            <a:grpSpLocks/>
          </p:cNvGrpSpPr>
          <p:nvPr/>
        </p:nvGrpSpPr>
        <p:grpSpPr bwMode="auto">
          <a:xfrm>
            <a:off x="1042988" y="5013325"/>
            <a:ext cx="4183062" cy="782638"/>
            <a:chOff x="657" y="3158"/>
            <a:chExt cx="2635" cy="493"/>
          </a:xfrm>
        </p:grpSpPr>
        <p:sp>
          <p:nvSpPr>
            <p:cNvPr id="152594" name="WordArt 18"/>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8982" name="Text Box 19"/>
            <p:cNvSpPr txBox="1">
              <a:spLocks noChangeArrowheads="1"/>
            </p:cNvSpPr>
            <p:nvPr/>
          </p:nvSpPr>
          <p:spPr bwMode="auto">
            <a:xfrm>
              <a:off x="1882" y="3203"/>
              <a:ext cx="1410"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a:t>
              </a:r>
            </a:p>
          </p:txBody>
        </p:sp>
        <p:sp>
          <p:nvSpPr>
            <p:cNvPr id="38983" name="Line 20"/>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8921" name="Group 21"/>
          <p:cNvGrpSpPr>
            <a:grpSpLocks/>
          </p:cNvGrpSpPr>
          <p:nvPr/>
        </p:nvGrpSpPr>
        <p:grpSpPr bwMode="auto">
          <a:xfrm>
            <a:off x="1619250" y="4724400"/>
            <a:ext cx="6553200" cy="711200"/>
            <a:chOff x="1020" y="2976"/>
            <a:chExt cx="4128" cy="448"/>
          </a:xfrm>
        </p:grpSpPr>
        <p:sp>
          <p:nvSpPr>
            <p:cNvPr id="152598" name="WordArt 22"/>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38979" name="Text Box 23"/>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38980" name="Line 24"/>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8922" name="Group 25"/>
          <p:cNvGrpSpPr>
            <a:grpSpLocks/>
          </p:cNvGrpSpPr>
          <p:nvPr/>
        </p:nvGrpSpPr>
        <p:grpSpPr bwMode="auto">
          <a:xfrm>
            <a:off x="755650" y="3227388"/>
            <a:ext cx="1285875" cy="1354137"/>
            <a:chOff x="476" y="2033"/>
            <a:chExt cx="810" cy="853"/>
          </a:xfrm>
        </p:grpSpPr>
        <p:sp>
          <p:nvSpPr>
            <p:cNvPr id="38976" name="Text Box 26"/>
            <p:cNvSpPr txBox="1">
              <a:spLocks noChangeArrowheads="1"/>
            </p:cNvSpPr>
            <p:nvPr/>
          </p:nvSpPr>
          <p:spPr bwMode="auto">
            <a:xfrm>
              <a:off x="476" y="2033"/>
              <a:ext cx="81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 </a:t>
              </a:r>
            </a:p>
          </p:txBody>
        </p:sp>
        <p:sp>
          <p:nvSpPr>
            <p:cNvPr id="38977" name="Line 27"/>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8923" name="Group 28"/>
          <p:cNvGrpSpPr>
            <a:grpSpLocks/>
          </p:cNvGrpSpPr>
          <p:nvPr/>
        </p:nvGrpSpPr>
        <p:grpSpPr bwMode="auto">
          <a:xfrm>
            <a:off x="76200" y="3933825"/>
            <a:ext cx="1471613" cy="1295400"/>
            <a:chOff x="48" y="2478"/>
            <a:chExt cx="927" cy="816"/>
          </a:xfrm>
        </p:grpSpPr>
        <p:sp>
          <p:nvSpPr>
            <p:cNvPr id="38974" name="Text Box 29"/>
            <p:cNvSpPr txBox="1">
              <a:spLocks noChangeArrowheads="1"/>
            </p:cNvSpPr>
            <p:nvPr/>
          </p:nvSpPr>
          <p:spPr bwMode="auto">
            <a:xfrm>
              <a:off x="48" y="2478"/>
              <a:ext cx="927"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a:t>
              </a:r>
            </a:p>
            <a:p>
              <a:pPr algn="just" eaLnBrk="1" hangingPunct="1"/>
              <a:r>
                <a:rPr lang="zh-CN" altLang="en-US" sz="2000" b="1">
                  <a:solidFill>
                    <a:srgbClr val="006600"/>
                  </a:solidFill>
                </a:rPr>
                <a:t>    微积分</a:t>
              </a:r>
            </a:p>
          </p:txBody>
        </p:sp>
        <p:sp>
          <p:nvSpPr>
            <p:cNvPr id="38975" name="Line 30"/>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8924" name="Group 31"/>
          <p:cNvGrpSpPr>
            <a:grpSpLocks/>
          </p:cNvGrpSpPr>
          <p:nvPr/>
        </p:nvGrpSpPr>
        <p:grpSpPr bwMode="auto">
          <a:xfrm>
            <a:off x="2051050" y="4221163"/>
            <a:ext cx="3744913" cy="406400"/>
            <a:chOff x="1292" y="2659"/>
            <a:chExt cx="2359" cy="256"/>
          </a:xfrm>
        </p:grpSpPr>
        <p:sp>
          <p:nvSpPr>
            <p:cNvPr id="152608" name="WordArt 32"/>
            <p:cNvSpPr>
              <a:spLocks noChangeArrowheads="1" noChangeShapeType="1" noTextEdit="1"/>
            </p:cNvSpPr>
            <p:nvPr/>
          </p:nvSpPr>
          <p:spPr bwMode="auto">
            <a:xfrm>
              <a:off x="1292" y="2704"/>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8972" name="Text Box 33"/>
            <p:cNvSpPr txBox="1">
              <a:spLocks noChangeArrowheads="1"/>
            </p:cNvSpPr>
            <p:nvPr/>
          </p:nvSpPr>
          <p:spPr bwMode="auto">
            <a:xfrm>
              <a:off x="2562" y="2659"/>
              <a:ext cx="1089"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伏特发明电堆</a:t>
              </a:r>
            </a:p>
          </p:txBody>
        </p:sp>
        <p:sp>
          <p:nvSpPr>
            <p:cNvPr id="38973" name="Line 34"/>
            <p:cNvSpPr>
              <a:spLocks noChangeShapeType="1"/>
            </p:cNvSpPr>
            <p:nvPr/>
          </p:nvSpPr>
          <p:spPr bwMode="auto">
            <a:xfrm>
              <a:off x="1927" y="279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8925" name="Group 35"/>
          <p:cNvGrpSpPr>
            <a:grpSpLocks/>
          </p:cNvGrpSpPr>
          <p:nvPr/>
        </p:nvGrpSpPr>
        <p:grpSpPr bwMode="auto">
          <a:xfrm>
            <a:off x="2195513" y="3644900"/>
            <a:ext cx="6121400" cy="1016000"/>
            <a:chOff x="1383" y="2296"/>
            <a:chExt cx="3856" cy="640"/>
          </a:xfrm>
        </p:grpSpPr>
        <p:sp>
          <p:nvSpPr>
            <p:cNvPr id="152612" name="WordArt 36"/>
            <p:cNvSpPr>
              <a:spLocks noChangeArrowheads="1" noChangeShapeType="1" noTextEdit="1"/>
            </p:cNvSpPr>
            <p:nvPr/>
          </p:nvSpPr>
          <p:spPr bwMode="auto">
            <a:xfrm>
              <a:off x="1383" y="2523"/>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1820-30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8969" name="Text Box 37"/>
            <p:cNvSpPr txBox="1">
              <a:spLocks noChangeArrowheads="1"/>
            </p:cNvSpPr>
            <p:nvPr/>
          </p:nvSpPr>
          <p:spPr bwMode="auto">
            <a:xfrm>
              <a:off x="3787" y="2296"/>
              <a:ext cx="1452" cy="64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安培定律</a:t>
              </a:r>
            </a:p>
            <a:p>
              <a:pPr algn="just" eaLnBrk="1" hangingPunct="1"/>
              <a:r>
                <a:rPr lang="zh-CN" altLang="en-US" sz="2000" b="1" dirty="0">
                  <a:solidFill>
                    <a:srgbClr val="660066"/>
                  </a:solidFill>
                </a:rPr>
                <a:t>欧姆定律</a:t>
              </a:r>
            </a:p>
            <a:p>
              <a:pPr algn="just" eaLnBrk="1" hangingPunct="1"/>
              <a:r>
                <a:rPr lang="zh-CN" altLang="en-US" sz="2000" b="1" dirty="0">
                  <a:solidFill>
                    <a:srgbClr val="660066"/>
                  </a:solidFill>
                </a:rPr>
                <a:t>法拉第电磁感应</a:t>
              </a:r>
            </a:p>
          </p:txBody>
        </p:sp>
        <p:sp>
          <p:nvSpPr>
            <p:cNvPr id="38970" name="Line 38"/>
            <p:cNvSpPr>
              <a:spLocks noChangeShapeType="1"/>
            </p:cNvSpPr>
            <p:nvPr/>
          </p:nvSpPr>
          <p:spPr bwMode="auto">
            <a:xfrm>
              <a:off x="2290" y="2568"/>
              <a:ext cx="149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8926" name="Group 39"/>
          <p:cNvGrpSpPr>
            <a:grpSpLocks/>
          </p:cNvGrpSpPr>
          <p:nvPr/>
        </p:nvGrpSpPr>
        <p:grpSpPr bwMode="auto">
          <a:xfrm>
            <a:off x="2700338" y="3573463"/>
            <a:ext cx="3024187" cy="466725"/>
            <a:chOff x="1701" y="2251"/>
            <a:chExt cx="1905" cy="294"/>
          </a:xfrm>
        </p:grpSpPr>
        <p:sp>
          <p:nvSpPr>
            <p:cNvPr id="152616" name="WordArt 40"/>
            <p:cNvSpPr>
              <a:spLocks noChangeArrowheads="1" noChangeShapeType="1" noTextEdit="1"/>
            </p:cNvSpPr>
            <p:nvPr/>
          </p:nvSpPr>
          <p:spPr bwMode="auto">
            <a:xfrm>
              <a:off x="1701" y="2341"/>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a:t>
              </a:r>
              <a:r>
                <a:rPr lang="zh-CN" altLang="en-US" kern="10">
                  <a:ln w="9525" cap="sq">
                    <a:solidFill>
                      <a:schemeClr val="tx1"/>
                    </a:solidFill>
                    <a:round/>
                    <a:headEnd type="none" w="sm" len="sm"/>
                    <a:tailEnd type="none" w="sm" len="sm"/>
                  </a:ln>
                  <a:solidFill>
                    <a:srgbClr val="FF0000"/>
                  </a:solidFill>
                  <a:latin typeface="宋体"/>
                  <a:ea typeface="宋体"/>
                </a:rPr>
                <a:t>世纪中叶</a:t>
              </a:r>
            </a:p>
          </p:txBody>
        </p:sp>
        <p:sp>
          <p:nvSpPr>
            <p:cNvPr id="38967" name="Text Box 41"/>
            <p:cNvSpPr txBox="1">
              <a:spLocks noChangeArrowheads="1"/>
            </p:cNvSpPr>
            <p:nvPr/>
          </p:nvSpPr>
          <p:spPr bwMode="auto">
            <a:xfrm>
              <a:off x="2608" y="2251"/>
              <a:ext cx="998" cy="29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400" b="1">
                  <a:solidFill>
                    <a:srgbClr val="A50021"/>
                  </a:solidFill>
                </a:rPr>
                <a:t>电磁理论</a:t>
              </a:r>
            </a:p>
          </p:txBody>
        </p:sp>
      </p:grpSp>
      <p:grpSp>
        <p:nvGrpSpPr>
          <p:cNvPr id="38927" name="Group 42"/>
          <p:cNvGrpSpPr>
            <a:grpSpLocks/>
          </p:cNvGrpSpPr>
          <p:nvPr/>
        </p:nvGrpSpPr>
        <p:grpSpPr bwMode="auto">
          <a:xfrm>
            <a:off x="1692275" y="2219325"/>
            <a:ext cx="1285875" cy="1354138"/>
            <a:chOff x="476" y="2033"/>
            <a:chExt cx="810" cy="853"/>
          </a:xfrm>
        </p:grpSpPr>
        <p:sp>
          <p:nvSpPr>
            <p:cNvPr id="38964" name="Text Box 43"/>
            <p:cNvSpPr txBox="1">
              <a:spLocks noChangeArrowheads="1"/>
            </p:cNvSpPr>
            <p:nvPr/>
          </p:nvSpPr>
          <p:spPr bwMode="auto">
            <a:xfrm>
              <a:off x="476" y="2033"/>
              <a:ext cx="81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分析数学 </a:t>
              </a:r>
            </a:p>
          </p:txBody>
        </p:sp>
        <p:sp>
          <p:nvSpPr>
            <p:cNvPr id="38965" name="Line 44"/>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8928" name="Text Box 45"/>
          <p:cNvSpPr txBox="1">
            <a:spLocks noChangeArrowheads="1"/>
          </p:cNvSpPr>
          <p:nvPr/>
        </p:nvSpPr>
        <p:spPr bwMode="auto">
          <a:xfrm>
            <a:off x="3132138" y="1052513"/>
            <a:ext cx="2159000" cy="10160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特征函数</a:t>
            </a:r>
          </a:p>
          <a:p>
            <a:pPr algn="just" eaLnBrk="1" hangingPunct="1"/>
            <a:r>
              <a:rPr lang="zh-CN" altLang="en-US" sz="2000" b="1">
                <a:solidFill>
                  <a:srgbClr val="006600"/>
                </a:solidFill>
              </a:rPr>
              <a:t>广义傅里叶展开</a:t>
            </a:r>
          </a:p>
          <a:p>
            <a:pPr algn="just" eaLnBrk="1" hangingPunct="1"/>
            <a:r>
              <a:rPr lang="zh-CN" altLang="en-US" sz="2000" b="1">
                <a:solidFill>
                  <a:srgbClr val="006600"/>
                </a:solidFill>
              </a:rPr>
              <a:t>抽象函数空间</a:t>
            </a:r>
          </a:p>
        </p:txBody>
      </p:sp>
      <p:grpSp>
        <p:nvGrpSpPr>
          <p:cNvPr id="38929" name="Group 46"/>
          <p:cNvGrpSpPr>
            <a:grpSpLocks/>
          </p:cNvGrpSpPr>
          <p:nvPr/>
        </p:nvGrpSpPr>
        <p:grpSpPr bwMode="auto">
          <a:xfrm>
            <a:off x="5148263" y="4508500"/>
            <a:ext cx="3276600" cy="1196975"/>
            <a:chOff x="3243" y="2840"/>
            <a:chExt cx="2064" cy="754"/>
          </a:xfrm>
        </p:grpSpPr>
        <p:sp>
          <p:nvSpPr>
            <p:cNvPr id="38962" name="AutoShape 47"/>
            <p:cNvSpPr>
              <a:spLocks noChangeArrowheads="1"/>
            </p:cNvSpPr>
            <p:nvPr/>
          </p:nvSpPr>
          <p:spPr bwMode="auto">
            <a:xfrm>
              <a:off x="3243" y="2840"/>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8963" name="Text Box 48"/>
            <p:cNvSpPr txBox="1">
              <a:spLocks noChangeArrowheads="1"/>
            </p:cNvSpPr>
            <p:nvPr/>
          </p:nvSpPr>
          <p:spPr bwMode="auto">
            <a:xfrm>
              <a:off x="3560" y="2996"/>
              <a:ext cx="14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000" b="1"/>
                <a:t>      </a:t>
              </a:r>
              <a:r>
                <a:rPr lang="zh-CN" altLang="en-US" sz="2400" b="1"/>
                <a:t>发电机</a:t>
              </a:r>
            </a:p>
            <a:p>
              <a:pPr algn="just" eaLnBrk="1" hangingPunct="1">
                <a:lnSpc>
                  <a:spcPct val="75000"/>
                </a:lnSpc>
              </a:pPr>
              <a:r>
                <a:rPr lang="zh-CN" altLang="en-US" sz="2000" b="1"/>
                <a:t>（</a:t>
              </a:r>
              <a:r>
                <a:rPr lang="en-US" altLang="zh-CN" sz="2000" b="1"/>
                <a:t>1831-</a:t>
              </a:r>
              <a:r>
                <a:rPr lang="zh-CN" altLang="en-US" sz="2000" b="1"/>
                <a:t>法拉第）</a:t>
              </a:r>
              <a:r>
                <a:rPr lang="zh-CN" altLang="en-US" sz="3200" b="1"/>
                <a:t> </a:t>
              </a:r>
            </a:p>
          </p:txBody>
        </p:sp>
      </p:grpSp>
      <p:grpSp>
        <p:nvGrpSpPr>
          <p:cNvPr id="38930" name="Group 49"/>
          <p:cNvGrpSpPr>
            <a:grpSpLocks/>
          </p:cNvGrpSpPr>
          <p:nvPr/>
        </p:nvGrpSpPr>
        <p:grpSpPr bwMode="auto">
          <a:xfrm>
            <a:off x="1979613" y="4508500"/>
            <a:ext cx="4537075" cy="1800225"/>
            <a:chOff x="1247" y="2840"/>
            <a:chExt cx="2858" cy="1134"/>
          </a:xfrm>
        </p:grpSpPr>
        <p:sp>
          <p:nvSpPr>
            <p:cNvPr id="38960" name="AutoShape 50"/>
            <p:cNvSpPr>
              <a:spLocks noChangeArrowheads="1"/>
            </p:cNvSpPr>
            <p:nvPr/>
          </p:nvSpPr>
          <p:spPr bwMode="auto">
            <a:xfrm>
              <a:off x="1247" y="2840"/>
              <a:ext cx="2858" cy="113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8961" name="Text Box 51"/>
            <p:cNvSpPr txBox="1">
              <a:spLocks noChangeArrowheads="1"/>
            </p:cNvSpPr>
            <p:nvPr/>
          </p:nvSpPr>
          <p:spPr bwMode="auto">
            <a:xfrm>
              <a:off x="1792" y="3112"/>
              <a:ext cx="1914" cy="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电报</a:t>
              </a:r>
            </a:p>
            <a:p>
              <a:pPr algn="just" eaLnBrk="1" hangingPunct="1">
                <a:lnSpc>
                  <a:spcPct val="75000"/>
                </a:lnSpc>
              </a:pPr>
              <a:r>
                <a:rPr lang="zh-CN" altLang="en-US" sz="2000" b="1"/>
                <a:t>（</a:t>
              </a:r>
              <a:r>
                <a:rPr lang="en-US" altLang="zh-CN" sz="2000" b="1"/>
                <a:t>1837-</a:t>
              </a:r>
              <a:r>
                <a:rPr lang="zh-CN" altLang="en-US" sz="2000" b="1"/>
                <a:t>库克</a:t>
              </a:r>
              <a:r>
                <a:rPr lang="en-US" altLang="zh-CN" sz="2000" b="1"/>
                <a:t>&amp;</a:t>
              </a:r>
              <a:r>
                <a:rPr lang="zh-CN" altLang="en-US" sz="2000" b="1"/>
                <a:t>维特专利</a:t>
              </a:r>
            </a:p>
            <a:p>
              <a:pPr algn="just" eaLnBrk="1" hangingPunct="1">
                <a:lnSpc>
                  <a:spcPct val="75000"/>
                </a:lnSpc>
              </a:pPr>
              <a:r>
                <a:rPr lang="zh-CN" altLang="en-US" sz="2000" b="1"/>
                <a:t>        </a:t>
              </a:r>
              <a:r>
                <a:rPr lang="en-US" altLang="zh-CN" sz="2000" b="1"/>
                <a:t>1844-</a:t>
              </a:r>
              <a:r>
                <a:rPr lang="zh-CN" altLang="en-US" sz="2000" b="1"/>
                <a:t>摩尔斯实现）</a:t>
              </a:r>
              <a:r>
                <a:rPr lang="zh-CN" altLang="en-US" sz="3200" b="1"/>
                <a:t> </a:t>
              </a:r>
            </a:p>
          </p:txBody>
        </p:sp>
      </p:grpSp>
      <p:grpSp>
        <p:nvGrpSpPr>
          <p:cNvPr id="38931" name="Group 52"/>
          <p:cNvGrpSpPr>
            <a:grpSpLocks/>
          </p:cNvGrpSpPr>
          <p:nvPr/>
        </p:nvGrpSpPr>
        <p:grpSpPr bwMode="auto">
          <a:xfrm>
            <a:off x="5867400" y="5445125"/>
            <a:ext cx="3276600" cy="1196975"/>
            <a:chOff x="3696" y="3430"/>
            <a:chExt cx="2064" cy="754"/>
          </a:xfrm>
        </p:grpSpPr>
        <p:sp>
          <p:nvSpPr>
            <p:cNvPr id="38958" name="AutoShape 53"/>
            <p:cNvSpPr>
              <a:spLocks noChangeArrowheads="1"/>
            </p:cNvSpPr>
            <p:nvPr/>
          </p:nvSpPr>
          <p:spPr bwMode="auto">
            <a:xfrm>
              <a:off x="3696" y="3430"/>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8959" name="Text Box 54"/>
            <p:cNvSpPr txBox="1">
              <a:spLocks noChangeArrowheads="1"/>
            </p:cNvSpPr>
            <p:nvPr/>
          </p:nvSpPr>
          <p:spPr bwMode="auto">
            <a:xfrm>
              <a:off x="4059" y="3612"/>
              <a:ext cx="1240"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t>      </a:t>
              </a:r>
              <a:r>
                <a:rPr lang="zh-CN" altLang="en-US" sz="2400" b="1"/>
                <a:t>电话</a:t>
              </a:r>
            </a:p>
            <a:p>
              <a:pPr algn="just" eaLnBrk="1" hangingPunct="1">
                <a:lnSpc>
                  <a:spcPct val="65000"/>
                </a:lnSpc>
              </a:pPr>
              <a:r>
                <a:rPr lang="zh-CN" altLang="en-US" sz="2000" b="1"/>
                <a:t>（</a:t>
              </a:r>
              <a:r>
                <a:rPr lang="en-US" altLang="zh-CN" sz="2000" b="1"/>
                <a:t>1876-</a:t>
              </a:r>
              <a:r>
                <a:rPr lang="zh-CN" altLang="en-US" sz="2000" b="1"/>
                <a:t>贝尔）</a:t>
              </a:r>
              <a:r>
                <a:rPr lang="zh-CN" altLang="en-US" sz="3200" b="1"/>
                <a:t> </a:t>
              </a:r>
            </a:p>
          </p:txBody>
        </p:sp>
      </p:grpSp>
      <p:grpSp>
        <p:nvGrpSpPr>
          <p:cNvPr id="38932" name="Group 55"/>
          <p:cNvGrpSpPr>
            <a:grpSpLocks/>
          </p:cNvGrpSpPr>
          <p:nvPr/>
        </p:nvGrpSpPr>
        <p:grpSpPr bwMode="auto">
          <a:xfrm>
            <a:off x="755650" y="3644900"/>
            <a:ext cx="3276600" cy="1196975"/>
            <a:chOff x="0" y="527"/>
            <a:chExt cx="2064" cy="754"/>
          </a:xfrm>
        </p:grpSpPr>
        <p:sp>
          <p:nvSpPr>
            <p:cNvPr id="38956" name="AutoShape 56"/>
            <p:cNvSpPr>
              <a:spLocks noChangeArrowheads="1"/>
            </p:cNvSpPr>
            <p:nvPr/>
          </p:nvSpPr>
          <p:spPr bwMode="auto">
            <a:xfrm>
              <a:off x="0" y="527"/>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8957" name="Text Box 57"/>
            <p:cNvSpPr txBox="1">
              <a:spLocks noChangeArrowheads="1"/>
            </p:cNvSpPr>
            <p:nvPr/>
          </p:nvSpPr>
          <p:spPr bwMode="auto">
            <a:xfrm>
              <a:off x="436" y="709"/>
              <a:ext cx="14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变压器</a:t>
              </a:r>
            </a:p>
            <a:p>
              <a:pPr algn="just" eaLnBrk="1" hangingPunct="1">
                <a:lnSpc>
                  <a:spcPct val="75000"/>
                </a:lnSpc>
              </a:pPr>
              <a:r>
                <a:rPr lang="zh-CN" altLang="en-US" sz="2000" b="1"/>
                <a:t>（</a:t>
              </a:r>
              <a:r>
                <a:rPr lang="en-US" altLang="zh-CN" sz="2000" b="1"/>
                <a:t>1885-</a:t>
              </a:r>
              <a:r>
                <a:rPr lang="zh-CN" altLang="en-US" sz="2000" b="1"/>
                <a:t>斯坦利）</a:t>
              </a:r>
              <a:r>
                <a:rPr lang="zh-CN" altLang="en-US" sz="3200" b="1"/>
                <a:t> </a:t>
              </a:r>
            </a:p>
          </p:txBody>
        </p:sp>
      </p:grpSp>
      <p:grpSp>
        <p:nvGrpSpPr>
          <p:cNvPr id="38933" name="Group 58"/>
          <p:cNvGrpSpPr>
            <a:grpSpLocks/>
          </p:cNvGrpSpPr>
          <p:nvPr/>
        </p:nvGrpSpPr>
        <p:grpSpPr bwMode="auto">
          <a:xfrm>
            <a:off x="287338" y="5229225"/>
            <a:ext cx="3276600" cy="1196975"/>
            <a:chOff x="0" y="482"/>
            <a:chExt cx="2064" cy="754"/>
          </a:xfrm>
        </p:grpSpPr>
        <p:sp>
          <p:nvSpPr>
            <p:cNvPr id="38954" name="AutoShape 59"/>
            <p:cNvSpPr>
              <a:spLocks noChangeArrowheads="1"/>
            </p:cNvSpPr>
            <p:nvPr/>
          </p:nvSpPr>
          <p:spPr bwMode="auto">
            <a:xfrm>
              <a:off x="0" y="482"/>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8955" name="Text Box 60"/>
            <p:cNvSpPr txBox="1">
              <a:spLocks noChangeArrowheads="1"/>
            </p:cNvSpPr>
            <p:nvPr/>
          </p:nvSpPr>
          <p:spPr bwMode="auto">
            <a:xfrm>
              <a:off x="345" y="618"/>
              <a:ext cx="14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电灯</a:t>
              </a:r>
            </a:p>
            <a:p>
              <a:pPr algn="just" eaLnBrk="1" hangingPunct="1">
                <a:lnSpc>
                  <a:spcPct val="75000"/>
                </a:lnSpc>
              </a:pPr>
              <a:r>
                <a:rPr lang="zh-CN" altLang="en-US" sz="2000" b="1"/>
                <a:t>（</a:t>
              </a:r>
              <a:r>
                <a:rPr lang="en-US" altLang="zh-CN" sz="2000" b="1"/>
                <a:t>1879-</a:t>
              </a:r>
              <a:r>
                <a:rPr lang="zh-CN" altLang="en-US" sz="2000" b="1"/>
                <a:t>爱迪生）</a:t>
              </a:r>
              <a:r>
                <a:rPr lang="zh-CN" altLang="en-US" sz="3200" b="1"/>
                <a:t> </a:t>
              </a:r>
            </a:p>
          </p:txBody>
        </p:sp>
      </p:grpSp>
      <p:grpSp>
        <p:nvGrpSpPr>
          <p:cNvPr id="38934" name="Group 61"/>
          <p:cNvGrpSpPr>
            <a:grpSpLocks/>
          </p:cNvGrpSpPr>
          <p:nvPr/>
        </p:nvGrpSpPr>
        <p:grpSpPr bwMode="auto">
          <a:xfrm>
            <a:off x="2232025" y="3240088"/>
            <a:ext cx="3276600" cy="1196975"/>
            <a:chOff x="0" y="527"/>
            <a:chExt cx="2064" cy="754"/>
          </a:xfrm>
        </p:grpSpPr>
        <p:sp>
          <p:nvSpPr>
            <p:cNvPr id="38952" name="AutoShape 62"/>
            <p:cNvSpPr>
              <a:spLocks noChangeArrowheads="1"/>
            </p:cNvSpPr>
            <p:nvPr/>
          </p:nvSpPr>
          <p:spPr bwMode="auto">
            <a:xfrm>
              <a:off x="0" y="527"/>
              <a:ext cx="2064" cy="754"/>
            </a:xfrm>
            <a:prstGeom prst="irregularSeal1">
              <a:avLst/>
            </a:prstGeom>
            <a:gradFill rotWithShape="1">
              <a:gsLst>
                <a:gs pos="0">
                  <a:srgbClr val="FF00FF"/>
                </a:gs>
                <a:gs pos="50000">
                  <a:srgbClr val="FFEFFF"/>
                </a:gs>
                <a:gs pos="100000">
                  <a:srgbClr val="FF00FF"/>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8953" name="Text Box 63"/>
            <p:cNvSpPr txBox="1">
              <a:spLocks noChangeArrowheads="1"/>
            </p:cNvSpPr>
            <p:nvPr/>
          </p:nvSpPr>
          <p:spPr bwMode="auto">
            <a:xfrm>
              <a:off x="415" y="709"/>
              <a:ext cx="1327"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交流输电系统</a:t>
              </a:r>
            </a:p>
            <a:p>
              <a:pPr algn="just" eaLnBrk="1" hangingPunct="1">
                <a:lnSpc>
                  <a:spcPct val="75000"/>
                </a:lnSpc>
              </a:pPr>
              <a:r>
                <a:rPr lang="zh-CN" altLang="en-US" sz="2000" b="1"/>
                <a:t>（</a:t>
              </a:r>
              <a:r>
                <a:rPr lang="en-US" altLang="zh-CN" sz="2000" b="1"/>
                <a:t>1890-</a:t>
              </a:r>
              <a:r>
                <a:rPr lang="zh-CN" altLang="en-US" sz="2000" b="1"/>
                <a:t>美国）</a:t>
              </a:r>
              <a:r>
                <a:rPr lang="zh-CN" altLang="en-US" sz="3200" b="1"/>
                <a:t> </a:t>
              </a:r>
            </a:p>
          </p:txBody>
        </p:sp>
      </p:grpSp>
      <p:grpSp>
        <p:nvGrpSpPr>
          <p:cNvPr id="38935" name="Group 64"/>
          <p:cNvGrpSpPr>
            <a:grpSpLocks/>
          </p:cNvGrpSpPr>
          <p:nvPr/>
        </p:nvGrpSpPr>
        <p:grpSpPr bwMode="auto">
          <a:xfrm>
            <a:off x="4643438" y="3429000"/>
            <a:ext cx="3924300" cy="1512888"/>
            <a:chOff x="0" y="527"/>
            <a:chExt cx="2472" cy="953"/>
          </a:xfrm>
        </p:grpSpPr>
        <p:sp>
          <p:nvSpPr>
            <p:cNvPr id="38950" name="AutoShape 65"/>
            <p:cNvSpPr>
              <a:spLocks noChangeArrowheads="1"/>
            </p:cNvSpPr>
            <p:nvPr/>
          </p:nvSpPr>
          <p:spPr bwMode="auto">
            <a:xfrm>
              <a:off x="0" y="527"/>
              <a:ext cx="2472" cy="953"/>
            </a:xfrm>
            <a:prstGeom prst="irregularSeal1">
              <a:avLst/>
            </a:prstGeom>
            <a:gradFill rotWithShape="1">
              <a:gsLst>
                <a:gs pos="0">
                  <a:srgbClr val="FF00FF"/>
                </a:gs>
                <a:gs pos="50000">
                  <a:srgbClr val="FFEFFF"/>
                </a:gs>
                <a:gs pos="100000">
                  <a:srgbClr val="FF00FF"/>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8951" name="Text Box 66"/>
            <p:cNvSpPr txBox="1">
              <a:spLocks noChangeArrowheads="1"/>
            </p:cNvSpPr>
            <p:nvPr/>
          </p:nvSpPr>
          <p:spPr bwMode="auto">
            <a:xfrm>
              <a:off x="22" y="792"/>
              <a:ext cx="2222"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无线通信</a:t>
              </a:r>
            </a:p>
            <a:p>
              <a:pPr algn="just" eaLnBrk="1" hangingPunct="1">
                <a:lnSpc>
                  <a:spcPct val="75000"/>
                </a:lnSpc>
              </a:pPr>
              <a:r>
                <a:rPr lang="zh-CN" altLang="en-US" sz="2000" b="1"/>
                <a:t>（</a:t>
              </a:r>
              <a:r>
                <a:rPr lang="en-US" altLang="zh-CN" sz="2000" b="1"/>
                <a:t>1895-96 </a:t>
              </a:r>
              <a:r>
                <a:rPr lang="zh-CN" altLang="en-US" sz="2000" b="1"/>
                <a:t>马可尼</a:t>
              </a:r>
              <a:r>
                <a:rPr lang="en-US" altLang="zh-CN" sz="2000" b="1"/>
                <a:t>&amp;</a:t>
              </a:r>
              <a:r>
                <a:rPr lang="zh-CN" altLang="en-US" sz="2000" b="1"/>
                <a:t>波波夫）</a:t>
              </a:r>
              <a:r>
                <a:rPr lang="zh-CN" altLang="en-US" sz="3200" b="1"/>
                <a:t> </a:t>
              </a:r>
            </a:p>
          </p:txBody>
        </p:sp>
      </p:grpSp>
      <p:grpSp>
        <p:nvGrpSpPr>
          <p:cNvPr id="38936" name="Group 68"/>
          <p:cNvGrpSpPr>
            <a:grpSpLocks/>
          </p:cNvGrpSpPr>
          <p:nvPr/>
        </p:nvGrpSpPr>
        <p:grpSpPr bwMode="auto">
          <a:xfrm>
            <a:off x="4140200" y="2492375"/>
            <a:ext cx="4752975" cy="708025"/>
            <a:chOff x="2608" y="1570"/>
            <a:chExt cx="2994" cy="446"/>
          </a:xfrm>
        </p:grpSpPr>
        <p:sp>
          <p:nvSpPr>
            <p:cNvPr id="152645" name="WordArt 69"/>
            <p:cNvSpPr>
              <a:spLocks noChangeArrowheads="1" noChangeShapeType="1" noTextEdit="1"/>
            </p:cNvSpPr>
            <p:nvPr/>
          </p:nvSpPr>
          <p:spPr bwMode="auto">
            <a:xfrm>
              <a:off x="2608" y="1752"/>
              <a:ext cx="68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1896-7</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8948" name="Text Box 70"/>
            <p:cNvSpPr txBox="1">
              <a:spLocks noChangeArrowheads="1"/>
            </p:cNvSpPr>
            <p:nvPr/>
          </p:nvSpPr>
          <p:spPr bwMode="auto">
            <a:xfrm>
              <a:off x="3742" y="1570"/>
              <a:ext cx="1860" cy="44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洛伦兹提出电子论</a:t>
              </a:r>
            </a:p>
            <a:p>
              <a:pPr algn="just" eaLnBrk="1" hangingPunct="1"/>
              <a:r>
                <a:rPr lang="en-US" altLang="zh-CN" sz="2000" b="1" dirty="0">
                  <a:solidFill>
                    <a:srgbClr val="660066"/>
                  </a:solidFill>
                </a:rPr>
                <a:t>J.J.</a:t>
              </a:r>
              <a:r>
                <a:rPr lang="zh-CN" altLang="en-US" sz="2000" b="1" dirty="0">
                  <a:solidFill>
                    <a:srgbClr val="660066"/>
                  </a:solidFill>
                </a:rPr>
                <a:t>汤姆生证明电子存在</a:t>
              </a:r>
            </a:p>
          </p:txBody>
        </p:sp>
        <p:sp>
          <p:nvSpPr>
            <p:cNvPr id="38949" name="Line 71"/>
            <p:cNvSpPr>
              <a:spLocks noChangeShapeType="1"/>
            </p:cNvSpPr>
            <p:nvPr/>
          </p:nvSpPr>
          <p:spPr bwMode="auto">
            <a:xfrm>
              <a:off x="3334" y="1842"/>
              <a:ext cx="40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8937" name="Group 80"/>
          <p:cNvGrpSpPr>
            <a:grpSpLocks/>
          </p:cNvGrpSpPr>
          <p:nvPr/>
        </p:nvGrpSpPr>
        <p:grpSpPr bwMode="auto">
          <a:xfrm>
            <a:off x="4930775" y="2132013"/>
            <a:ext cx="4068763" cy="406400"/>
            <a:chOff x="3106" y="1343"/>
            <a:chExt cx="2563" cy="256"/>
          </a:xfrm>
        </p:grpSpPr>
        <p:sp>
          <p:nvSpPr>
            <p:cNvPr id="38943" name="Line 81"/>
            <p:cNvSpPr>
              <a:spLocks noChangeShapeType="1"/>
            </p:cNvSpPr>
            <p:nvPr/>
          </p:nvSpPr>
          <p:spPr bwMode="auto">
            <a:xfrm>
              <a:off x="3696" y="152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8944" name="Group 82"/>
            <p:cNvGrpSpPr>
              <a:grpSpLocks/>
            </p:cNvGrpSpPr>
            <p:nvPr/>
          </p:nvGrpSpPr>
          <p:grpSpPr bwMode="auto">
            <a:xfrm>
              <a:off x="3106" y="1343"/>
              <a:ext cx="2563" cy="256"/>
              <a:chOff x="3106" y="1343"/>
              <a:chExt cx="2563" cy="256"/>
            </a:xfrm>
          </p:grpSpPr>
          <p:sp>
            <p:nvSpPr>
              <p:cNvPr id="152659" name="WordArt 83"/>
              <p:cNvSpPr>
                <a:spLocks noChangeArrowheads="1" noChangeShapeType="1" noTextEdit="1"/>
              </p:cNvSpPr>
              <p:nvPr/>
            </p:nvSpPr>
            <p:spPr bwMode="auto">
              <a:xfrm>
                <a:off x="3106" y="1434"/>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1905</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8946" name="Text Box 84"/>
              <p:cNvSpPr txBox="1">
                <a:spLocks noChangeArrowheads="1"/>
              </p:cNvSpPr>
              <p:nvPr/>
            </p:nvSpPr>
            <p:spPr bwMode="auto">
              <a:xfrm>
                <a:off x="4195" y="1343"/>
                <a:ext cx="1474" cy="25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爱因斯坦</a:t>
                </a:r>
                <a:r>
                  <a:rPr lang="en-US" altLang="zh-CN" sz="2000" b="1">
                    <a:solidFill>
                      <a:srgbClr val="660066"/>
                    </a:solidFill>
                  </a:rPr>
                  <a:t>5</a:t>
                </a:r>
                <a:r>
                  <a:rPr lang="zh-CN" altLang="en-US" sz="2000" b="1">
                    <a:solidFill>
                      <a:srgbClr val="660066"/>
                    </a:solidFill>
                  </a:rPr>
                  <a:t>篇论文</a:t>
                </a:r>
              </a:p>
            </p:txBody>
          </p:sp>
        </p:grpSp>
      </p:grpSp>
      <p:grpSp>
        <p:nvGrpSpPr>
          <p:cNvPr id="152664" name="Group 88"/>
          <p:cNvGrpSpPr>
            <a:grpSpLocks/>
          </p:cNvGrpSpPr>
          <p:nvPr/>
        </p:nvGrpSpPr>
        <p:grpSpPr bwMode="auto">
          <a:xfrm>
            <a:off x="6119813" y="2924175"/>
            <a:ext cx="3276600" cy="1196975"/>
            <a:chOff x="3696" y="3430"/>
            <a:chExt cx="2064" cy="754"/>
          </a:xfrm>
        </p:grpSpPr>
        <p:sp>
          <p:nvSpPr>
            <p:cNvPr id="38941" name="AutoShape 89"/>
            <p:cNvSpPr>
              <a:spLocks noChangeArrowheads="1"/>
            </p:cNvSpPr>
            <p:nvPr/>
          </p:nvSpPr>
          <p:spPr bwMode="auto">
            <a:xfrm>
              <a:off x="3696" y="3430"/>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8942" name="Text Box 90"/>
            <p:cNvSpPr txBox="1">
              <a:spLocks noChangeArrowheads="1"/>
            </p:cNvSpPr>
            <p:nvPr/>
          </p:nvSpPr>
          <p:spPr bwMode="auto">
            <a:xfrm>
              <a:off x="4059" y="3612"/>
              <a:ext cx="1540"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t>       </a:t>
              </a:r>
              <a:r>
                <a:rPr lang="zh-CN" altLang="en-US" sz="2400" b="1"/>
                <a:t>电影机</a:t>
              </a:r>
            </a:p>
            <a:p>
              <a:pPr algn="just" eaLnBrk="1" hangingPunct="1">
                <a:lnSpc>
                  <a:spcPct val="65000"/>
                </a:lnSpc>
              </a:pPr>
              <a:r>
                <a:rPr lang="zh-CN" altLang="en-US" sz="2000" b="1"/>
                <a:t>（</a:t>
              </a:r>
              <a:r>
                <a:rPr lang="en-US" altLang="zh-CN" sz="2000" b="1"/>
                <a:t>1895-Lumiere</a:t>
              </a:r>
              <a:r>
                <a:rPr lang="zh-CN" altLang="en-US" sz="2000" b="1"/>
                <a:t>）</a:t>
              </a:r>
              <a:r>
                <a:rPr lang="zh-CN" altLang="en-US" sz="3200" b="1"/>
                <a:t> </a:t>
              </a:r>
            </a:p>
          </p:txBody>
        </p:sp>
      </p:grpSp>
      <p:pic>
        <p:nvPicPr>
          <p:cNvPr id="152667" name="Picture 91" descr="open side view of Lumiere Cinematographe camera-projec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981075"/>
            <a:ext cx="4249737" cy="353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40" name="Rectangle 94"/>
          <p:cNvSpPr>
            <a:spLocks noGrp="1" noChangeArrowheads="1"/>
          </p:cNvSpPr>
          <p:nvPr>
            <p:ph type="title"/>
          </p:nvPr>
        </p:nvSpPr>
        <p:spPr>
          <a:xfrm>
            <a:off x="457200" y="-100013"/>
            <a:ext cx="8229600" cy="1143001"/>
          </a:xfrm>
          <a:noFill/>
        </p:spPr>
        <p:txBody>
          <a:bodyPr/>
          <a:lstStyle/>
          <a:p>
            <a:pPr eaLnBrk="1" hangingPunct="1"/>
            <a:r>
              <a:rPr lang="zh-CN" altLang="en-US" sz="4800" b="0">
                <a:ea typeface="隶书" pitchFamily="49" charset="-122"/>
              </a:rPr>
              <a:t>人类利用电与磁的历史</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52</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52664"/>
                                        </p:tgtEl>
                                        <p:attrNameLst>
                                          <p:attrName>style.visibility</p:attrName>
                                        </p:attrNameLst>
                                      </p:cBhvr>
                                      <p:to>
                                        <p:strVal val="visible"/>
                                      </p:to>
                                    </p:set>
                                    <p:anim calcmode="lin" valueType="num">
                                      <p:cBhvr>
                                        <p:cTn id="7" dur="500" fill="hold"/>
                                        <p:tgtEl>
                                          <p:spTgt spid="152664"/>
                                        </p:tgtEl>
                                        <p:attrNameLst>
                                          <p:attrName>ppt_w</p:attrName>
                                        </p:attrNameLst>
                                      </p:cBhvr>
                                      <p:tavLst>
                                        <p:tav tm="0">
                                          <p:val>
                                            <p:strVal val="#ppt_w*0.70"/>
                                          </p:val>
                                        </p:tav>
                                        <p:tav tm="100000">
                                          <p:val>
                                            <p:strVal val="#ppt_w"/>
                                          </p:val>
                                        </p:tav>
                                      </p:tavLst>
                                    </p:anim>
                                    <p:anim calcmode="lin" valueType="num">
                                      <p:cBhvr>
                                        <p:cTn id="8" dur="500" fill="hold"/>
                                        <p:tgtEl>
                                          <p:spTgt spid="152664"/>
                                        </p:tgtEl>
                                        <p:attrNameLst>
                                          <p:attrName>ppt_h</p:attrName>
                                        </p:attrNameLst>
                                      </p:cBhvr>
                                      <p:tavLst>
                                        <p:tav tm="0">
                                          <p:val>
                                            <p:strVal val="#ppt_h"/>
                                          </p:val>
                                        </p:tav>
                                        <p:tav tm="100000">
                                          <p:val>
                                            <p:strVal val="#ppt_h"/>
                                          </p:val>
                                        </p:tav>
                                      </p:tavLst>
                                    </p:anim>
                                    <p:animEffect transition="in" filter="fade">
                                      <p:cBhvr>
                                        <p:cTn id="9" dur="500"/>
                                        <p:tgtEl>
                                          <p:spTgt spid="15266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 presetClass="entr" presetSubtype="10" fill="hold" nodeType="clickEffect">
                                  <p:stCondLst>
                                    <p:cond delay="0"/>
                                  </p:stCondLst>
                                  <p:childTnLst>
                                    <p:set>
                                      <p:cBhvr>
                                        <p:cTn id="13" dur="1" fill="hold">
                                          <p:stCondLst>
                                            <p:cond delay="0"/>
                                          </p:stCondLst>
                                        </p:cTn>
                                        <p:tgtEl>
                                          <p:spTgt spid="152667"/>
                                        </p:tgtEl>
                                        <p:attrNameLst>
                                          <p:attrName>style.visibility</p:attrName>
                                        </p:attrNameLst>
                                      </p:cBhvr>
                                      <p:to>
                                        <p:strVal val="visible"/>
                                      </p:to>
                                    </p:set>
                                    <p:animEffect transition="in" filter="checkerboard(across)">
                                      <p:cBhvr>
                                        <p:cTn id="14" dur="500"/>
                                        <p:tgtEl>
                                          <p:spTgt spid="152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1554" name="Rectangle 2"/>
          <p:cNvSpPr>
            <a:spLocks noChangeArrowheads="1"/>
          </p:cNvSpPr>
          <p:nvPr/>
        </p:nvSpPr>
        <p:spPr bwMode="auto">
          <a:xfrm>
            <a:off x="5940425" y="2492375"/>
            <a:ext cx="2952750" cy="720725"/>
          </a:xfrm>
          <a:prstGeom prst="rect">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grpSp>
        <p:nvGrpSpPr>
          <p:cNvPr id="39939" name="Group 41"/>
          <p:cNvGrpSpPr>
            <a:grpSpLocks/>
          </p:cNvGrpSpPr>
          <p:nvPr/>
        </p:nvGrpSpPr>
        <p:grpSpPr bwMode="auto">
          <a:xfrm>
            <a:off x="3490913" y="3094038"/>
            <a:ext cx="4897437" cy="406400"/>
            <a:chOff x="2199" y="1949"/>
            <a:chExt cx="3085" cy="256"/>
          </a:xfrm>
        </p:grpSpPr>
        <p:sp>
          <p:nvSpPr>
            <p:cNvPr id="151594" name="WordArt 42"/>
            <p:cNvSpPr>
              <a:spLocks noChangeArrowheads="1" noChangeShapeType="1" noTextEdit="1"/>
            </p:cNvSpPr>
            <p:nvPr/>
          </p:nvSpPr>
          <p:spPr bwMode="auto">
            <a:xfrm>
              <a:off x="2199" y="2069"/>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1886</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0017" name="Text Box 43"/>
            <p:cNvSpPr txBox="1">
              <a:spLocks noChangeArrowheads="1"/>
            </p:cNvSpPr>
            <p:nvPr/>
          </p:nvSpPr>
          <p:spPr bwMode="auto">
            <a:xfrm>
              <a:off x="3424" y="1949"/>
              <a:ext cx="186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赫兹证明电磁波的存在</a:t>
              </a:r>
            </a:p>
          </p:txBody>
        </p:sp>
        <p:sp>
          <p:nvSpPr>
            <p:cNvPr id="40018" name="Line 44"/>
            <p:cNvSpPr>
              <a:spLocks noChangeShapeType="1"/>
            </p:cNvSpPr>
            <p:nvPr/>
          </p:nvSpPr>
          <p:spPr bwMode="auto">
            <a:xfrm>
              <a:off x="2835" y="216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9940" name="Rectangle 3"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9941" name="AutoShape 4"/>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9942" name="WordArt 6"/>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51559" name="WordArt 7"/>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39944" name="Group 8"/>
          <p:cNvGrpSpPr>
            <a:grpSpLocks/>
          </p:cNvGrpSpPr>
          <p:nvPr/>
        </p:nvGrpSpPr>
        <p:grpSpPr bwMode="auto">
          <a:xfrm>
            <a:off x="684213" y="5300663"/>
            <a:ext cx="6777037" cy="1368425"/>
            <a:chOff x="431" y="3339"/>
            <a:chExt cx="4269" cy="862"/>
          </a:xfrm>
        </p:grpSpPr>
        <p:sp>
          <p:nvSpPr>
            <p:cNvPr id="151561" name="WordArt 9"/>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0013" name="Text Box 10"/>
            <p:cNvSpPr txBox="1">
              <a:spLocks noChangeArrowheads="1"/>
            </p:cNvSpPr>
            <p:nvPr/>
          </p:nvSpPr>
          <p:spPr bwMode="auto">
            <a:xfrm>
              <a:off x="1519" y="3753"/>
              <a:ext cx="3181"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a:t>
              </a:r>
            </a:p>
          </p:txBody>
        </p:sp>
        <p:sp>
          <p:nvSpPr>
            <p:cNvPr id="40014" name="Line 11"/>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015" name="Line 12"/>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9945" name="Group 13"/>
          <p:cNvGrpSpPr>
            <a:grpSpLocks/>
          </p:cNvGrpSpPr>
          <p:nvPr/>
        </p:nvGrpSpPr>
        <p:grpSpPr bwMode="auto">
          <a:xfrm>
            <a:off x="1042988" y="5013325"/>
            <a:ext cx="4183062" cy="782638"/>
            <a:chOff x="657" y="3158"/>
            <a:chExt cx="2635" cy="493"/>
          </a:xfrm>
        </p:grpSpPr>
        <p:sp>
          <p:nvSpPr>
            <p:cNvPr id="151566" name="WordArt 14"/>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0010" name="Text Box 15"/>
            <p:cNvSpPr txBox="1">
              <a:spLocks noChangeArrowheads="1"/>
            </p:cNvSpPr>
            <p:nvPr/>
          </p:nvSpPr>
          <p:spPr bwMode="auto">
            <a:xfrm>
              <a:off x="1882" y="3203"/>
              <a:ext cx="1410"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a:t>
              </a:r>
            </a:p>
          </p:txBody>
        </p:sp>
        <p:sp>
          <p:nvSpPr>
            <p:cNvPr id="40011" name="Line 16"/>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9946" name="Group 17"/>
          <p:cNvGrpSpPr>
            <a:grpSpLocks/>
          </p:cNvGrpSpPr>
          <p:nvPr/>
        </p:nvGrpSpPr>
        <p:grpSpPr bwMode="auto">
          <a:xfrm>
            <a:off x="1619250" y="4724400"/>
            <a:ext cx="6553200" cy="711200"/>
            <a:chOff x="1020" y="2976"/>
            <a:chExt cx="4128" cy="448"/>
          </a:xfrm>
        </p:grpSpPr>
        <p:sp>
          <p:nvSpPr>
            <p:cNvPr id="151570" name="WordArt 18"/>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40007" name="Text Box 19"/>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40008" name="Line 20"/>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9947" name="Group 21"/>
          <p:cNvGrpSpPr>
            <a:grpSpLocks/>
          </p:cNvGrpSpPr>
          <p:nvPr/>
        </p:nvGrpSpPr>
        <p:grpSpPr bwMode="auto">
          <a:xfrm>
            <a:off x="755650" y="3227388"/>
            <a:ext cx="1285875" cy="1354137"/>
            <a:chOff x="476" y="2033"/>
            <a:chExt cx="810" cy="853"/>
          </a:xfrm>
        </p:grpSpPr>
        <p:sp>
          <p:nvSpPr>
            <p:cNvPr id="40004" name="Text Box 22"/>
            <p:cNvSpPr txBox="1">
              <a:spLocks noChangeArrowheads="1"/>
            </p:cNvSpPr>
            <p:nvPr/>
          </p:nvSpPr>
          <p:spPr bwMode="auto">
            <a:xfrm>
              <a:off x="476" y="2033"/>
              <a:ext cx="81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 </a:t>
              </a:r>
            </a:p>
          </p:txBody>
        </p:sp>
        <p:sp>
          <p:nvSpPr>
            <p:cNvPr id="40005" name="Line 23"/>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9948" name="Group 24"/>
          <p:cNvGrpSpPr>
            <a:grpSpLocks/>
          </p:cNvGrpSpPr>
          <p:nvPr/>
        </p:nvGrpSpPr>
        <p:grpSpPr bwMode="auto">
          <a:xfrm>
            <a:off x="76200" y="3933825"/>
            <a:ext cx="1471613" cy="1295400"/>
            <a:chOff x="48" y="2478"/>
            <a:chExt cx="927" cy="816"/>
          </a:xfrm>
        </p:grpSpPr>
        <p:sp>
          <p:nvSpPr>
            <p:cNvPr id="40002" name="Text Box 25"/>
            <p:cNvSpPr txBox="1">
              <a:spLocks noChangeArrowheads="1"/>
            </p:cNvSpPr>
            <p:nvPr/>
          </p:nvSpPr>
          <p:spPr bwMode="auto">
            <a:xfrm>
              <a:off x="48" y="2478"/>
              <a:ext cx="927"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a:t>
              </a:r>
            </a:p>
            <a:p>
              <a:pPr algn="just" eaLnBrk="1" hangingPunct="1"/>
              <a:r>
                <a:rPr lang="zh-CN" altLang="en-US" sz="2000" b="1">
                  <a:solidFill>
                    <a:srgbClr val="006600"/>
                  </a:solidFill>
                </a:rPr>
                <a:t>    微积分</a:t>
              </a:r>
            </a:p>
          </p:txBody>
        </p:sp>
        <p:sp>
          <p:nvSpPr>
            <p:cNvPr id="40003" name="Line 26"/>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9949" name="Group 27"/>
          <p:cNvGrpSpPr>
            <a:grpSpLocks/>
          </p:cNvGrpSpPr>
          <p:nvPr/>
        </p:nvGrpSpPr>
        <p:grpSpPr bwMode="auto">
          <a:xfrm>
            <a:off x="2051050" y="4221163"/>
            <a:ext cx="3744913" cy="406400"/>
            <a:chOff x="1292" y="2659"/>
            <a:chExt cx="2359" cy="256"/>
          </a:xfrm>
        </p:grpSpPr>
        <p:sp>
          <p:nvSpPr>
            <p:cNvPr id="151580" name="WordArt 28"/>
            <p:cNvSpPr>
              <a:spLocks noChangeArrowheads="1" noChangeShapeType="1" noTextEdit="1"/>
            </p:cNvSpPr>
            <p:nvPr/>
          </p:nvSpPr>
          <p:spPr bwMode="auto">
            <a:xfrm>
              <a:off x="1292" y="2704"/>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0000" name="Text Box 29"/>
            <p:cNvSpPr txBox="1">
              <a:spLocks noChangeArrowheads="1"/>
            </p:cNvSpPr>
            <p:nvPr/>
          </p:nvSpPr>
          <p:spPr bwMode="auto">
            <a:xfrm>
              <a:off x="2562" y="2659"/>
              <a:ext cx="1089"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伏特发明电堆</a:t>
              </a:r>
            </a:p>
          </p:txBody>
        </p:sp>
        <p:sp>
          <p:nvSpPr>
            <p:cNvPr id="40001" name="Line 30"/>
            <p:cNvSpPr>
              <a:spLocks noChangeShapeType="1"/>
            </p:cNvSpPr>
            <p:nvPr/>
          </p:nvSpPr>
          <p:spPr bwMode="auto">
            <a:xfrm>
              <a:off x="1927" y="279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9950" name="Group 31"/>
          <p:cNvGrpSpPr>
            <a:grpSpLocks/>
          </p:cNvGrpSpPr>
          <p:nvPr/>
        </p:nvGrpSpPr>
        <p:grpSpPr bwMode="auto">
          <a:xfrm>
            <a:off x="2195513" y="3644900"/>
            <a:ext cx="6121400" cy="1016000"/>
            <a:chOff x="1383" y="2296"/>
            <a:chExt cx="3856" cy="640"/>
          </a:xfrm>
        </p:grpSpPr>
        <p:sp>
          <p:nvSpPr>
            <p:cNvPr id="151584" name="WordArt 32"/>
            <p:cNvSpPr>
              <a:spLocks noChangeArrowheads="1" noChangeShapeType="1" noTextEdit="1"/>
            </p:cNvSpPr>
            <p:nvPr/>
          </p:nvSpPr>
          <p:spPr bwMode="auto">
            <a:xfrm>
              <a:off x="1383" y="2523"/>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1820-30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9997" name="Text Box 33"/>
            <p:cNvSpPr txBox="1">
              <a:spLocks noChangeArrowheads="1"/>
            </p:cNvSpPr>
            <p:nvPr/>
          </p:nvSpPr>
          <p:spPr bwMode="auto">
            <a:xfrm>
              <a:off x="3787" y="2296"/>
              <a:ext cx="1452" cy="64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安培定律</a:t>
              </a:r>
            </a:p>
            <a:p>
              <a:pPr algn="just" eaLnBrk="1" hangingPunct="1"/>
              <a:r>
                <a:rPr lang="zh-CN" altLang="en-US" sz="2000" b="1">
                  <a:solidFill>
                    <a:srgbClr val="660066"/>
                  </a:solidFill>
                </a:rPr>
                <a:t>欧姆定律</a:t>
              </a:r>
            </a:p>
            <a:p>
              <a:pPr algn="just" eaLnBrk="1" hangingPunct="1"/>
              <a:r>
                <a:rPr lang="zh-CN" altLang="en-US" sz="2000" b="1">
                  <a:solidFill>
                    <a:srgbClr val="660066"/>
                  </a:solidFill>
                </a:rPr>
                <a:t>法拉第电磁感应</a:t>
              </a:r>
            </a:p>
          </p:txBody>
        </p:sp>
        <p:sp>
          <p:nvSpPr>
            <p:cNvPr id="39998" name="Line 34"/>
            <p:cNvSpPr>
              <a:spLocks noChangeShapeType="1"/>
            </p:cNvSpPr>
            <p:nvPr/>
          </p:nvSpPr>
          <p:spPr bwMode="auto">
            <a:xfrm>
              <a:off x="2290" y="2568"/>
              <a:ext cx="149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9951" name="Group 35"/>
          <p:cNvGrpSpPr>
            <a:grpSpLocks/>
          </p:cNvGrpSpPr>
          <p:nvPr/>
        </p:nvGrpSpPr>
        <p:grpSpPr bwMode="auto">
          <a:xfrm>
            <a:off x="2700338" y="3573463"/>
            <a:ext cx="3024187" cy="466725"/>
            <a:chOff x="1701" y="2251"/>
            <a:chExt cx="1905" cy="294"/>
          </a:xfrm>
        </p:grpSpPr>
        <p:sp>
          <p:nvSpPr>
            <p:cNvPr id="151588" name="WordArt 36"/>
            <p:cNvSpPr>
              <a:spLocks noChangeArrowheads="1" noChangeShapeType="1" noTextEdit="1"/>
            </p:cNvSpPr>
            <p:nvPr/>
          </p:nvSpPr>
          <p:spPr bwMode="auto">
            <a:xfrm>
              <a:off x="1701" y="2341"/>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a:t>
              </a:r>
              <a:r>
                <a:rPr lang="zh-CN" altLang="en-US" kern="10">
                  <a:ln w="9525" cap="sq">
                    <a:solidFill>
                      <a:schemeClr val="tx1"/>
                    </a:solidFill>
                    <a:round/>
                    <a:headEnd type="none" w="sm" len="sm"/>
                    <a:tailEnd type="none" w="sm" len="sm"/>
                  </a:ln>
                  <a:solidFill>
                    <a:srgbClr val="FF0000"/>
                  </a:solidFill>
                  <a:latin typeface="宋体"/>
                  <a:ea typeface="宋体"/>
                </a:rPr>
                <a:t>世纪中叶</a:t>
              </a:r>
            </a:p>
          </p:txBody>
        </p:sp>
        <p:sp>
          <p:nvSpPr>
            <p:cNvPr id="39995" name="Text Box 37"/>
            <p:cNvSpPr txBox="1">
              <a:spLocks noChangeArrowheads="1"/>
            </p:cNvSpPr>
            <p:nvPr/>
          </p:nvSpPr>
          <p:spPr bwMode="auto">
            <a:xfrm>
              <a:off x="2608" y="2251"/>
              <a:ext cx="998" cy="29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400" b="1">
                  <a:solidFill>
                    <a:srgbClr val="A50021"/>
                  </a:solidFill>
                </a:rPr>
                <a:t>电磁理论</a:t>
              </a:r>
            </a:p>
          </p:txBody>
        </p:sp>
      </p:grpSp>
      <p:grpSp>
        <p:nvGrpSpPr>
          <p:cNvPr id="39952" name="Group 38"/>
          <p:cNvGrpSpPr>
            <a:grpSpLocks/>
          </p:cNvGrpSpPr>
          <p:nvPr/>
        </p:nvGrpSpPr>
        <p:grpSpPr bwMode="auto">
          <a:xfrm>
            <a:off x="1692275" y="2219325"/>
            <a:ext cx="1355725" cy="1354138"/>
            <a:chOff x="476" y="2033"/>
            <a:chExt cx="854" cy="853"/>
          </a:xfrm>
        </p:grpSpPr>
        <p:sp>
          <p:nvSpPr>
            <p:cNvPr id="39992" name="Text Box 39"/>
            <p:cNvSpPr txBox="1">
              <a:spLocks noChangeArrowheads="1"/>
            </p:cNvSpPr>
            <p:nvPr/>
          </p:nvSpPr>
          <p:spPr bwMode="auto">
            <a:xfrm>
              <a:off x="476" y="2033"/>
              <a:ext cx="854"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分析数学  </a:t>
              </a:r>
            </a:p>
          </p:txBody>
        </p:sp>
        <p:sp>
          <p:nvSpPr>
            <p:cNvPr id="39993" name="Line 40"/>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9953" name="Text Box 61"/>
          <p:cNvSpPr txBox="1">
            <a:spLocks noChangeArrowheads="1"/>
          </p:cNvSpPr>
          <p:nvPr/>
        </p:nvSpPr>
        <p:spPr bwMode="auto">
          <a:xfrm>
            <a:off x="3132138" y="1052513"/>
            <a:ext cx="2159000" cy="10160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特征函数</a:t>
            </a:r>
          </a:p>
          <a:p>
            <a:pPr algn="just" eaLnBrk="1" hangingPunct="1"/>
            <a:r>
              <a:rPr lang="zh-CN" altLang="en-US" sz="2000" b="1">
                <a:solidFill>
                  <a:srgbClr val="006600"/>
                </a:solidFill>
              </a:rPr>
              <a:t>广义傅里叶展开</a:t>
            </a:r>
          </a:p>
          <a:p>
            <a:pPr algn="just" eaLnBrk="1" hangingPunct="1"/>
            <a:r>
              <a:rPr lang="zh-CN" altLang="en-US" sz="2000" b="1">
                <a:solidFill>
                  <a:srgbClr val="006600"/>
                </a:solidFill>
              </a:rPr>
              <a:t>抽象函数空间</a:t>
            </a:r>
          </a:p>
        </p:txBody>
      </p:sp>
      <p:grpSp>
        <p:nvGrpSpPr>
          <p:cNvPr id="39954" name="Group 62"/>
          <p:cNvGrpSpPr>
            <a:grpSpLocks/>
          </p:cNvGrpSpPr>
          <p:nvPr/>
        </p:nvGrpSpPr>
        <p:grpSpPr bwMode="auto">
          <a:xfrm>
            <a:off x="5148263" y="4508500"/>
            <a:ext cx="3276600" cy="1196975"/>
            <a:chOff x="3243" y="2840"/>
            <a:chExt cx="2064" cy="754"/>
          </a:xfrm>
        </p:grpSpPr>
        <p:sp>
          <p:nvSpPr>
            <p:cNvPr id="39990" name="AutoShape 63"/>
            <p:cNvSpPr>
              <a:spLocks noChangeArrowheads="1"/>
            </p:cNvSpPr>
            <p:nvPr/>
          </p:nvSpPr>
          <p:spPr bwMode="auto">
            <a:xfrm>
              <a:off x="3243" y="2840"/>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9991" name="Text Box 64"/>
            <p:cNvSpPr txBox="1">
              <a:spLocks noChangeArrowheads="1"/>
            </p:cNvSpPr>
            <p:nvPr/>
          </p:nvSpPr>
          <p:spPr bwMode="auto">
            <a:xfrm>
              <a:off x="3560" y="2996"/>
              <a:ext cx="14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000" b="1"/>
                <a:t>      </a:t>
              </a:r>
              <a:r>
                <a:rPr lang="zh-CN" altLang="en-US" sz="2400" b="1"/>
                <a:t>发电机</a:t>
              </a:r>
            </a:p>
            <a:p>
              <a:pPr algn="just" eaLnBrk="1" hangingPunct="1">
                <a:lnSpc>
                  <a:spcPct val="75000"/>
                </a:lnSpc>
              </a:pPr>
              <a:r>
                <a:rPr lang="zh-CN" altLang="en-US" sz="2000" b="1"/>
                <a:t>（</a:t>
              </a:r>
              <a:r>
                <a:rPr lang="en-US" altLang="zh-CN" sz="2000" b="1"/>
                <a:t>1831-</a:t>
              </a:r>
              <a:r>
                <a:rPr lang="zh-CN" altLang="en-US" sz="2000" b="1"/>
                <a:t>法拉第）</a:t>
              </a:r>
              <a:r>
                <a:rPr lang="zh-CN" altLang="en-US" sz="3200" b="1"/>
                <a:t> </a:t>
              </a:r>
            </a:p>
          </p:txBody>
        </p:sp>
      </p:grpSp>
      <p:grpSp>
        <p:nvGrpSpPr>
          <p:cNvPr id="39955" name="Group 65"/>
          <p:cNvGrpSpPr>
            <a:grpSpLocks/>
          </p:cNvGrpSpPr>
          <p:nvPr/>
        </p:nvGrpSpPr>
        <p:grpSpPr bwMode="auto">
          <a:xfrm>
            <a:off x="1979613" y="4508500"/>
            <a:ext cx="4537075" cy="1800225"/>
            <a:chOff x="1247" y="2840"/>
            <a:chExt cx="2858" cy="1134"/>
          </a:xfrm>
        </p:grpSpPr>
        <p:sp>
          <p:nvSpPr>
            <p:cNvPr id="39988" name="AutoShape 66"/>
            <p:cNvSpPr>
              <a:spLocks noChangeArrowheads="1"/>
            </p:cNvSpPr>
            <p:nvPr/>
          </p:nvSpPr>
          <p:spPr bwMode="auto">
            <a:xfrm>
              <a:off x="1247" y="2840"/>
              <a:ext cx="2858" cy="113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9989" name="Text Box 67"/>
            <p:cNvSpPr txBox="1">
              <a:spLocks noChangeArrowheads="1"/>
            </p:cNvSpPr>
            <p:nvPr/>
          </p:nvSpPr>
          <p:spPr bwMode="auto">
            <a:xfrm>
              <a:off x="1792" y="3112"/>
              <a:ext cx="1914" cy="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电报</a:t>
              </a:r>
            </a:p>
            <a:p>
              <a:pPr algn="just" eaLnBrk="1" hangingPunct="1">
                <a:lnSpc>
                  <a:spcPct val="75000"/>
                </a:lnSpc>
              </a:pPr>
              <a:r>
                <a:rPr lang="zh-CN" altLang="en-US" sz="2000" b="1"/>
                <a:t>（</a:t>
              </a:r>
              <a:r>
                <a:rPr lang="en-US" altLang="zh-CN" sz="2000" b="1"/>
                <a:t>1837-</a:t>
              </a:r>
              <a:r>
                <a:rPr lang="zh-CN" altLang="en-US" sz="2000" b="1"/>
                <a:t>库克</a:t>
              </a:r>
              <a:r>
                <a:rPr lang="en-US" altLang="zh-CN" sz="2000" b="1"/>
                <a:t>&amp;</a:t>
              </a:r>
              <a:r>
                <a:rPr lang="zh-CN" altLang="en-US" sz="2000" b="1"/>
                <a:t>维特专利</a:t>
              </a:r>
            </a:p>
            <a:p>
              <a:pPr algn="just" eaLnBrk="1" hangingPunct="1">
                <a:lnSpc>
                  <a:spcPct val="75000"/>
                </a:lnSpc>
              </a:pPr>
              <a:r>
                <a:rPr lang="zh-CN" altLang="en-US" sz="2000" b="1"/>
                <a:t>        </a:t>
              </a:r>
              <a:r>
                <a:rPr lang="en-US" altLang="zh-CN" sz="2000" b="1"/>
                <a:t>1844-</a:t>
              </a:r>
              <a:r>
                <a:rPr lang="zh-CN" altLang="en-US" sz="2000" b="1"/>
                <a:t>摩尔斯实现）</a:t>
              </a:r>
              <a:r>
                <a:rPr lang="zh-CN" altLang="en-US" sz="3200" b="1"/>
                <a:t> </a:t>
              </a:r>
            </a:p>
          </p:txBody>
        </p:sp>
      </p:grpSp>
      <p:grpSp>
        <p:nvGrpSpPr>
          <p:cNvPr id="39956" name="Group 68"/>
          <p:cNvGrpSpPr>
            <a:grpSpLocks/>
          </p:cNvGrpSpPr>
          <p:nvPr/>
        </p:nvGrpSpPr>
        <p:grpSpPr bwMode="auto">
          <a:xfrm>
            <a:off x="5867400" y="5445125"/>
            <a:ext cx="3276600" cy="1196975"/>
            <a:chOff x="3696" y="3430"/>
            <a:chExt cx="2064" cy="754"/>
          </a:xfrm>
        </p:grpSpPr>
        <p:sp>
          <p:nvSpPr>
            <p:cNvPr id="39986" name="AutoShape 69"/>
            <p:cNvSpPr>
              <a:spLocks noChangeArrowheads="1"/>
            </p:cNvSpPr>
            <p:nvPr/>
          </p:nvSpPr>
          <p:spPr bwMode="auto">
            <a:xfrm>
              <a:off x="3696" y="3430"/>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9987" name="Text Box 70"/>
            <p:cNvSpPr txBox="1">
              <a:spLocks noChangeArrowheads="1"/>
            </p:cNvSpPr>
            <p:nvPr/>
          </p:nvSpPr>
          <p:spPr bwMode="auto">
            <a:xfrm>
              <a:off x="4059" y="3612"/>
              <a:ext cx="1240"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t>      </a:t>
              </a:r>
              <a:r>
                <a:rPr lang="zh-CN" altLang="en-US" sz="2400" b="1"/>
                <a:t>电话</a:t>
              </a:r>
            </a:p>
            <a:p>
              <a:pPr algn="just" eaLnBrk="1" hangingPunct="1">
                <a:lnSpc>
                  <a:spcPct val="65000"/>
                </a:lnSpc>
              </a:pPr>
              <a:r>
                <a:rPr lang="zh-CN" altLang="en-US" sz="2000" b="1"/>
                <a:t>（</a:t>
              </a:r>
              <a:r>
                <a:rPr lang="en-US" altLang="zh-CN" sz="2000" b="1"/>
                <a:t>1876-</a:t>
              </a:r>
              <a:r>
                <a:rPr lang="zh-CN" altLang="en-US" sz="2000" b="1"/>
                <a:t>贝尔）</a:t>
              </a:r>
              <a:r>
                <a:rPr lang="zh-CN" altLang="en-US" sz="3200" b="1"/>
                <a:t> </a:t>
              </a:r>
            </a:p>
          </p:txBody>
        </p:sp>
      </p:grpSp>
      <p:grpSp>
        <p:nvGrpSpPr>
          <p:cNvPr id="39957" name="Group 71"/>
          <p:cNvGrpSpPr>
            <a:grpSpLocks/>
          </p:cNvGrpSpPr>
          <p:nvPr/>
        </p:nvGrpSpPr>
        <p:grpSpPr bwMode="auto">
          <a:xfrm>
            <a:off x="755650" y="3644900"/>
            <a:ext cx="3276600" cy="1196975"/>
            <a:chOff x="0" y="527"/>
            <a:chExt cx="2064" cy="754"/>
          </a:xfrm>
        </p:grpSpPr>
        <p:sp>
          <p:nvSpPr>
            <p:cNvPr id="39984" name="AutoShape 72"/>
            <p:cNvSpPr>
              <a:spLocks noChangeArrowheads="1"/>
            </p:cNvSpPr>
            <p:nvPr/>
          </p:nvSpPr>
          <p:spPr bwMode="auto">
            <a:xfrm>
              <a:off x="0" y="527"/>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9985" name="Text Box 73"/>
            <p:cNvSpPr txBox="1">
              <a:spLocks noChangeArrowheads="1"/>
            </p:cNvSpPr>
            <p:nvPr/>
          </p:nvSpPr>
          <p:spPr bwMode="auto">
            <a:xfrm>
              <a:off x="436" y="709"/>
              <a:ext cx="14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变压器</a:t>
              </a:r>
            </a:p>
            <a:p>
              <a:pPr algn="just" eaLnBrk="1" hangingPunct="1">
                <a:lnSpc>
                  <a:spcPct val="75000"/>
                </a:lnSpc>
              </a:pPr>
              <a:r>
                <a:rPr lang="zh-CN" altLang="en-US" sz="2000" b="1"/>
                <a:t>（</a:t>
              </a:r>
              <a:r>
                <a:rPr lang="en-US" altLang="zh-CN" sz="2000" b="1"/>
                <a:t>1885-</a:t>
              </a:r>
              <a:r>
                <a:rPr lang="zh-CN" altLang="en-US" sz="2000" b="1"/>
                <a:t>斯坦利）</a:t>
              </a:r>
              <a:r>
                <a:rPr lang="zh-CN" altLang="en-US" sz="3200" b="1"/>
                <a:t> </a:t>
              </a:r>
            </a:p>
          </p:txBody>
        </p:sp>
      </p:grpSp>
      <p:grpSp>
        <p:nvGrpSpPr>
          <p:cNvPr id="39958" name="Group 74"/>
          <p:cNvGrpSpPr>
            <a:grpSpLocks/>
          </p:cNvGrpSpPr>
          <p:nvPr/>
        </p:nvGrpSpPr>
        <p:grpSpPr bwMode="auto">
          <a:xfrm>
            <a:off x="287338" y="5229225"/>
            <a:ext cx="3276600" cy="1196975"/>
            <a:chOff x="0" y="482"/>
            <a:chExt cx="2064" cy="754"/>
          </a:xfrm>
        </p:grpSpPr>
        <p:sp>
          <p:nvSpPr>
            <p:cNvPr id="39982" name="AutoShape 75"/>
            <p:cNvSpPr>
              <a:spLocks noChangeArrowheads="1"/>
            </p:cNvSpPr>
            <p:nvPr/>
          </p:nvSpPr>
          <p:spPr bwMode="auto">
            <a:xfrm>
              <a:off x="0" y="482"/>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9983" name="Text Box 76"/>
            <p:cNvSpPr txBox="1">
              <a:spLocks noChangeArrowheads="1"/>
            </p:cNvSpPr>
            <p:nvPr/>
          </p:nvSpPr>
          <p:spPr bwMode="auto">
            <a:xfrm>
              <a:off x="345" y="618"/>
              <a:ext cx="14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电灯</a:t>
              </a:r>
            </a:p>
            <a:p>
              <a:pPr algn="just" eaLnBrk="1" hangingPunct="1">
                <a:lnSpc>
                  <a:spcPct val="75000"/>
                </a:lnSpc>
              </a:pPr>
              <a:r>
                <a:rPr lang="zh-CN" altLang="en-US" sz="2000" b="1"/>
                <a:t>（</a:t>
              </a:r>
              <a:r>
                <a:rPr lang="en-US" altLang="zh-CN" sz="2000" b="1"/>
                <a:t>1879-</a:t>
              </a:r>
              <a:r>
                <a:rPr lang="zh-CN" altLang="en-US" sz="2000" b="1"/>
                <a:t>爱迪生）</a:t>
              </a:r>
              <a:r>
                <a:rPr lang="zh-CN" altLang="en-US" sz="3200" b="1"/>
                <a:t> </a:t>
              </a:r>
            </a:p>
          </p:txBody>
        </p:sp>
      </p:grpSp>
      <p:grpSp>
        <p:nvGrpSpPr>
          <p:cNvPr id="39959" name="Group 77"/>
          <p:cNvGrpSpPr>
            <a:grpSpLocks/>
          </p:cNvGrpSpPr>
          <p:nvPr/>
        </p:nvGrpSpPr>
        <p:grpSpPr bwMode="auto">
          <a:xfrm>
            <a:off x="2232025" y="3240088"/>
            <a:ext cx="3276600" cy="1196975"/>
            <a:chOff x="0" y="527"/>
            <a:chExt cx="2064" cy="754"/>
          </a:xfrm>
        </p:grpSpPr>
        <p:sp>
          <p:nvSpPr>
            <p:cNvPr id="39980" name="AutoShape 78"/>
            <p:cNvSpPr>
              <a:spLocks noChangeArrowheads="1"/>
            </p:cNvSpPr>
            <p:nvPr/>
          </p:nvSpPr>
          <p:spPr bwMode="auto">
            <a:xfrm>
              <a:off x="0" y="527"/>
              <a:ext cx="2064" cy="754"/>
            </a:xfrm>
            <a:prstGeom prst="irregularSeal1">
              <a:avLst/>
            </a:prstGeom>
            <a:gradFill rotWithShape="1">
              <a:gsLst>
                <a:gs pos="0">
                  <a:srgbClr val="FF00FF"/>
                </a:gs>
                <a:gs pos="50000">
                  <a:srgbClr val="FFEFFF"/>
                </a:gs>
                <a:gs pos="100000">
                  <a:srgbClr val="FF00FF"/>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9981" name="Text Box 79"/>
            <p:cNvSpPr txBox="1">
              <a:spLocks noChangeArrowheads="1"/>
            </p:cNvSpPr>
            <p:nvPr/>
          </p:nvSpPr>
          <p:spPr bwMode="auto">
            <a:xfrm>
              <a:off x="415" y="709"/>
              <a:ext cx="1327"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交流输电系统</a:t>
              </a:r>
            </a:p>
            <a:p>
              <a:pPr algn="just" eaLnBrk="1" hangingPunct="1">
                <a:lnSpc>
                  <a:spcPct val="75000"/>
                </a:lnSpc>
              </a:pPr>
              <a:r>
                <a:rPr lang="zh-CN" altLang="en-US" sz="2000" b="1"/>
                <a:t>（</a:t>
              </a:r>
              <a:r>
                <a:rPr lang="en-US" altLang="zh-CN" sz="2000" b="1"/>
                <a:t>1890-</a:t>
              </a:r>
              <a:r>
                <a:rPr lang="zh-CN" altLang="en-US" sz="2000" b="1"/>
                <a:t>美国）</a:t>
              </a:r>
              <a:r>
                <a:rPr lang="zh-CN" altLang="en-US" sz="3200" b="1"/>
                <a:t> </a:t>
              </a:r>
            </a:p>
          </p:txBody>
        </p:sp>
      </p:grpSp>
      <p:grpSp>
        <p:nvGrpSpPr>
          <p:cNvPr id="39960" name="Group 80"/>
          <p:cNvGrpSpPr>
            <a:grpSpLocks/>
          </p:cNvGrpSpPr>
          <p:nvPr/>
        </p:nvGrpSpPr>
        <p:grpSpPr bwMode="auto">
          <a:xfrm>
            <a:off x="4643438" y="3429000"/>
            <a:ext cx="3924300" cy="1512888"/>
            <a:chOff x="0" y="527"/>
            <a:chExt cx="2472" cy="953"/>
          </a:xfrm>
        </p:grpSpPr>
        <p:sp>
          <p:nvSpPr>
            <p:cNvPr id="39978" name="AutoShape 81"/>
            <p:cNvSpPr>
              <a:spLocks noChangeArrowheads="1"/>
            </p:cNvSpPr>
            <p:nvPr/>
          </p:nvSpPr>
          <p:spPr bwMode="auto">
            <a:xfrm>
              <a:off x="0" y="527"/>
              <a:ext cx="2472" cy="953"/>
            </a:xfrm>
            <a:prstGeom prst="irregularSeal1">
              <a:avLst/>
            </a:prstGeom>
            <a:gradFill rotWithShape="1">
              <a:gsLst>
                <a:gs pos="0">
                  <a:srgbClr val="FF00FF"/>
                </a:gs>
                <a:gs pos="50000">
                  <a:srgbClr val="FFEFFF"/>
                </a:gs>
                <a:gs pos="100000">
                  <a:srgbClr val="FF00FF"/>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9979" name="Text Box 82"/>
            <p:cNvSpPr txBox="1">
              <a:spLocks noChangeArrowheads="1"/>
            </p:cNvSpPr>
            <p:nvPr/>
          </p:nvSpPr>
          <p:spPr bwMode="auto">
            <a:xfrm>
              <a:off x="22" y="792"/>
              <a:ext cx="2222"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无线通信</a:t>
              </a:r>
            </a:p>
            <a:p>
              <a:pPr algn="just" eaLnBrk="1" hangingPunct="1">
                <a:lnSpc>
                  <a:spcPct val="75000"/>
                </a:lnSpc>
              </a:pPr>
              <a:r>
                <a:rPr lang="zh-CN" altLang="en-US" sz="2000" b="1"/>
                <a:t>（</a:t>
              </a:r>
              <a:r>
                <a:rPr lang="en-US" altLang="zh-CN" sz="2000" b="1"/>
                <a:t>1895-96 </a:t>
              </a:r>
              <a:r>
                <a:rPr lang="zh-CN" altLang="en-US" sz="2000" b="1"/>
                <a:t>马可尼</a:t>
              </a:r>
              <a:r>
                <a:rPr lang="en-US" altLang="zh-CN" sz="2000" b="1"/>
                <a:t>&amp;</a:t>
              </a:r>
              <a:r>
                <a:rPr lang="zh-CN" altLang="en-US" sz="2000" b="1"/>
                <a:t>波波夫）</a:t>
              </a:r>
              <a:r>
                <a:rPr lang="zh-CN" altLang="en-US" sz="3200" b="1"/>
                <a:t> </a:t>
              </a:r>
            </a:p>
          </p:txBody>
        </p:sp>
      </p:grpSp>
      <p:sp>
        <p:nvSpPr>
          <p:cNvPr id="151640" name="Text Box 88"/>
          <p:cNvSpPr txBox="1">
            <a:spLocks noChangeArrowheads="1"/>
          </p:cNvSpPr>
          <p:nvPr/>
        </p:nvSpPr>
        <p:spPr bwMode="auto">
          <a:xfrm>
            <a:off x="358775" y="4652963"/>
            <a:ext cx="8316913" cy="946150"/>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800" b="1">
                <a:solidFill>
                  <a:srgbClr val="CC0000"/>
                </a:solidFill>
              </a:rPr>
              <a:t>电子管的发明使得振荡器、滤波器、放大器的实现成为可能，大大推动了无线电通信向实用化发展</a:t>
            </a:r>
          </a:p>
        </p:txBody>
      </p:sp>
      <p:grpSp>
        <p:nvGrpSpPr>
          <p:cNvPr id="39962" name="Group 101"/>
          <p:cNvGrpSpPr>
            <a:grpSpLocks/>
          </p:cNvGrpSpPr>
          <p:nvPr/>
        </p:nvGrpSpPr>
        <p:grpSpPr bwMode="auto">
          <a:xfrm>
            <a:off x="4930775" y="2132013"/>
            <a:ext cx="4068763" cy="406400"/>
            <a:chOff x="3106" y="1343"/>
            <a:chExt cx="2563" cy="256"/>
          </a:xfrm>
        </p:grpSpPr>
        <p:sp>
          <p:nvSpPr>
            <p:cNvPr id="39974" name="Line 102"/>
            <p:cNvSpPr>
              <a:spLocks noChangeShapeType="1"/>
            </p:cNvSpPr>
            <p:nvPr/>
          </p:nvSpPr>
          <p:spPr bwMode="auto">
            <a:xfrm>
              <a:off x="3696" y="152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9975" name="Group 103"/>
            <p:cNvGrpSpPr>
              <a:grpSpLocks/>
            </p:cNvGrpSpPr>
            <p:nvPr/>
          </p:nvGrpSpPr>
          <p:grpSpPr bwMode="auto">
            <a:xfrm>
              <a:off x="3106" y="1343"/>
              <a:ext cx="2563" cy="256"/>
              <a:chOff x="3106" y="1343"/>
              <a:chExt cx="2563" cy="256"/>
            </a:xfrm>
          </p:grpSpPr>
          <p:sp>
            <p:nvSpPr>
              <p:cNvPr id="151656" name="WordArt 104"/>
              <p:cNvSpPr>
                <a:spLocks noChangeArrowheads="1" noChangeShapeType="1" noTextEdit="1"/>
              </p:cNvSpPr>
              <p:nvPr/>
            </p:nvSpPr>
            <p:spPr bwMode="auto">
              <a:xfrm>
                <a:off x="3106" y="1434"/>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1905</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9977" name="Text Box 105"/>
              <p:cNvSpPr txBox="1">
                <a:spLocks noChangeArrowheads="1"/>
              </p:cNvSpPr>
              <p:nvPr/>
            </p:nvSpPr>
            <p:spPr bwMode="auto">
              <a:xfrm>
                <a:off x="4195" y="1343"/>
                <a:ext cx="1474" cy="25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爱因斯坦</a:t>
                </a:r>
                <a:r>
                  <a:rPr lang="en-US" altLang="zh-CN" sz="2000" b="1">
                    <a:solidFill>
                      <a:srgbClr val="660066"/>
                    </a:solidFill>
                  </a:rPr>
                  <a:t>5</a:t>
                </a:r>
                <a:r>
                  <a:rPr lang="zh-CN" altLang="en-US" sz="2000" b="1">
                    <a:solidFill>
                      <a:srgbClr val="660066"/>
                    </a:solidFill>
                  </a:rPr>
                  <a:t>篇论文</a:t>
                </a:r>
              </a:p>
            </p:txBody>
          </p:sp>
        </p:grpSp>
      </p:grpSp>
      <p:grpSp>
        <p:nvGrpSpPr>
          <p:cNvPr id="151658" name="Group 106"/>
          <p:cNvGrpSpPr>
            <a:grpSpLocks/>
          </p:cNvGrpSpPr>
          <p:nvPr/>
        </p:nvGrpSpPr>
        <p:grpSpPr bwMode="auto">
          <a:xfrm>
            <a:off x="468313" y="1557338"/>
            <a:ext cx="5041900" cy="1655762"/>
            <a:chOff x="-341" y="527"/>
            <a:chExt cx="3176" cy="1043"/>
          </a:xfrm>
        </p:grpSpPr>
        <p:sp>
          <p:nvSpPr>
            <p:cNvPr id="39972" name="AutoShape 84"/>
            <p:cNvSpPr>
              <a:spLocks noChangeArrowheads="1"/>
            </p:cNvSpPr>
            <p:nvPr/>
          </p:nvSpPr>
          <p:spPr bwMode="auto">
            <a:xfrm>
              <a:off x="-341" y="527"/>
              <a:ext cx="3176" cy="1043"/>
            </a:xfrm>
            <a:prstGeom prst="irregularSeal1">
              <a:avLst/>
            </a:prstGeom>
            <a:gradFill rotWithShape="1">
              <a:gsLst>
                <a:gs pos="0">
                  <a:srgbClr val="FF6600"/>
                </a:gs>
                <a:gs pos="50000">
                  <a:srgbClr val="FFF9F5"/>
                </a:gs>
                <a:gs pos="100000">
                  <a:srgbClr val="FF66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9973" name="Text Box 85"/>
            <p:cNvSpPr txBox="1">
              <a:spLocks noChangeArrowheads="1"/>
            </p:cNvSpPr>
            <p:nvPr/>
          </p:nvSpPr>
          <p:spPr bwMode="auto">
            <a:xfrm>
              <a:off x="-47" y="789"/>
              <a:ext cx="25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zh-CN" altLang="en-US" sz="2400" b="1"/>
                <a:t>电子二极管</a:t>
              </a:r>
              <a:r>
                <a:rPr lang="zh-CN" altLang="en-US" sz="2000" b="1"/>
                <a:t>（</a:t>
              </a:r>
              <a:r>
                <a:rPr lang="en-US" altLang="zh-CN" sz="2000" b="1"/>
                <a:t>1904-</a:t>
              </a:r>
              <a:r>
                <a:rPr lang="zh-CN" altLang="en-US" sz="2000" b="1"/>
                <a:t>弗莱明）</a:t>
              </a:r>
            </a:p>
            <a:p>
              <a:pPr algn="just" eaLnBrk="1" hangingPunct="1">
                <a:lnSpc>
                  <a:spcPct val="75000"/>
                </a:lnSpc>
              </a:pPr>
              <a:r>
                <a:rPr lang="zh-CN" altLang="en-US" sz="2400" b="1"/>
                <a:t>电子三极管</a:t>
              </a:r>
              <a:r>
                <a:rPr lang="zh-CN" altLang="en-US" sz="2000" b="1"/>
                <a:t>（</a:t>
              </a:r>
              <a:r>
                <a:rPr lang="en-US" altLang="zh-CN" sz="2000" b="1"/>
                <a:t>1906-</a:t>
              </a:r>
              <a:r>
                <a:rPr lang="zh-CN" altLang="en-US" sz="2000" b="1"/>
                <a:t>福雷斯特） </a:t>
              </a:r>
            </a:p>
          </p:txBody>
        </p:sp>
      </p:grpSp>
      <p:grpSp>
        <p:nvGrpSpPr>
          <p:cNvPr id="39964" name="Group 107"/>
          <p:cNvGrpSpPr>
            <a:grpSpLocks/>
          </p:cNvGrpSpPr>
          <p:nvPr/>
        </p:nvGrpSpPr>
        <p:grpSpPr bwMode="auto">
          <a:xfrm>
            <a:off x="6119813" y="2924175"/>
            <a:ext cx="3276600" cy="1196975"/>
            <a:chOff x="3696" y="3430"/>
            <a:chExt cx="2064" cy="754"/>
          </a:xfrm>
        </p:grpSpPr>
        <p:sp>
          <p:nvSpPr>
            <p:cNvPr id="39970" name="AutoShape 108"/>
            <p:cNvSpPr>
              <a:spLocks noChangeArrowheads="1"/>
            </p:cNvSpPr>
            <p:nvPr/>
          </p:nvSpPr>
          <p:spPr bwMode="auto">
            <a:xfrm>
              <a:off x="3696" y="3430"/>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39971" name="Text Box 109"/>
            <p:cNvSpPr txBox="1">
              <a:spLocks noChangeArrowheads="1"/>
            </p:cNvSpPr>
            <p:nvPr/>
          </p:nvSpPr>
          <p:spPr bwMode="auto">
            <a:xfrm>
              <a:off x="4059" y="3612"/>
              <a:ext cx="1540"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t>       </a:t>
              </a:r>
              <a:r>
                <a:rPr lang="zh-CN" altLang="en-US" sz="2400" b="1"/>
                <a:t>电影机</a:t>
              </a:r>
            </a:p>
            <a:p>
              <a:pPr algn="just" eaLnBrk="1" hangingPunct="1">
                <a:lnSpc>
                  <a:spcPct val="65000"/>
                </a:lnSpc>
              </a:pPr>
              <a:r>
                <a:rPr lang="zh-CN" altLang="en-US" sz="2000" b="1"/>
                <a:t>（</a:t>
              </a:r>
              <a:r>
                <a:rPr lang="en-US" altLang="zh-CN" sz="2000" b="1"/>
                <a:t>1895-Lumiere</a:t>
              </a:r>
              <a:r>
                <a:rPr lang="zh-CN" altLang="en-US" sz="2000" b="1"/>
                <a:t>）</a:t>
              </a:r>
              <a:r>
                <a:rPr lang="zh-CN" altLang="en-US" sz="3200" b="1"/>
                <a:t> </a:t>
              </a:r>
            </a:p>
          </p:txBody>
        </p:sp>
      </p:grpSp>
      <p:grpSp>
        <p:nvGrpSpPr>
          <p:cNvPr id="39965" name="Group 89"/>
          <p:cNvGrpSpPr>
            <a:grpSpLocks/>
          </p:cNvGrpSpPr>
          <p:nvPr/>
        </p:nvGrpSpPr>
        <p:grpSpPr bwMode="auto">
          <a:xfrm>
            <a:off x="4140200" y="2492375"/>
            <a:ext cx="4752975" cy="708025"/>
            <a:chOff x="2608" y="1570"/>
            <a:chExt cx="2994" cy="446"/>
          </a:xfrm>
        </p:grpSpPr>
        <p:sp>
          <p:nvSpPr>
            <p:cNvPr id="151642" name="WordArt 90"/>
            <p:cNvSpPr>
              <a:spLocks noChangeArrowheads="1" noChangeShapeType="1" noTextEdit="1"/>
            </p:cNvSpPr>
            <p:nvPr/>
          </p:nvSpPr>
          <p:spPr bwMode="auto">
            <a:xfrm>
              <a:off x="2608" y="1752"/>
              <a:ext cx="68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1896-7</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39968" name="Text Box 91"/>
            <p:cNvSpPr txBox="1">
              <a:spLocks noChangeArrowheads="1"/>
            </p:cNvSpPr>
            <p:nvPr/>
          </p:nvSpPr>
          <p:spPr bwMode="auto">
            <a:xfrm>
              <a:off x="3742" y="1570"/>
              <a:ext cx="1860" cy="44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洛伦兹提出电子论</a:t>
              </a:r>
            </a:p>
            <a:p>
              <a:pPr algn="just" eaLnBrk="1" hangingPunct="1"/>
              <a:r>
                <a:rPr lang="en-US" altLang="zh-CN" sz="2000" b="1" dirty="0">
                  <a:solidFill>
                    <a:srgbClr val="660066"/>
                  </a:solidFill>
                </a:rPr>
                <a:t>J.J.</a:t>
              </a:r>
              <a:r>
                <a:rPr lang="zh-CN" altLang="en-US" sz="2000" b="1" dirty="0">
                  <a:solidFill>
                    <a:srgbClr val="660066"/>
                  </a:solidFill>
                </a:rPr>
                <a:t>汤姆生证明电子存在</a:t>
              </a:r>
            </a:p>
          </p:txBody>
        </p:sp>
        <p:sp>
          <p:nvSpPr>
            <p:cNvPr id="39969" name="Line 92"/>
            <p:cNvSpPr>
              <a:spLocks noChangeShapeType="1"/>
            </p:cNvSpPr>
            <p:nvPr/>
          </p:nvSpPr>
          <p:spPr bwMode="auto">
            <a:xfrm>
              <a:off x="3334" y="1842"/>
              <a:ext cx="40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9966" name="Rectangle 112"/>
          <p:cNvSpPr>
            <a:spLocks noGrp="1" noChangeArrowheads="1"/>
          </p:cNvSpPr>
          <p:nvPr>
            <p:ph type="title"/>
          </p:nvPr>
        </p:nvSpPr>
        <p:spPr>
          <a:xfrm>
            <a:off x="457200" y="-100013"/>
            <a:ext cx="8229600" cy="1143001"/>
          </a:xfrm>
          <a:noFill/>
        </p:spPr>
        <p:txBody>
          <a:bodyPr/>
          <a:lstStyle/>
          <a:p>
            <a:pPr eaLnBrk="1" hangingPunct="1"/>
            <a:r>
              <a:rPr lang="zh-CN" altLang="en-US" sz="4800" b="0">
                <a:ea typeface="隶书" pitchFamily="49" charset="-122"/>
              </a:rPr>
              <a:t>人类利用电与磁的历史</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53</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1554"/>
                                        </p:tgtEl>
                                        <p:attrNameLst>
                                          <p:attrName>style.visibility</p:attrName>
                                        </p:attrNameLst>
                                      </p:cBhvr>
                                      <p:to>
                                        <p:strVal val="visible"/>
                                      </p:to>
                                    </p:set>
                                    <p:animEffect transition="in" filter="dissolve">
                                      <p:cBhvr>
                                        <p:cTn id="7" dur="500"/>
                                        <p:tgtEl>
                                          <p:spTgt spid="1515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5" presetClass="entr" presetSubtype="0" fill="hold" nodeType="clickEffect">
                                  <p:stCondLst>
                                    <p:cond delay="0"/>
                                  </p:stCondLst>
                                  <p:childTnLst>
                                    <p:set>
                                      <p:cBhvr>
                                        <p:cTn id="11" dur="1" fill="hold">
                                          <p:stCondLst>
                                            <p:cond delay="0"/>
                                          </p:stCondLst>
                                        </p:cTn>
                                        <p:tgtEl>
                                          <p:spTgt spid="151658"/>
                                        </p:tgtEl>
                                        <p:attrNameLst>
                                          <p:attrName>style.visibility</p:attrName>
                                        </p:attrNameLst>
                                      </p:cBhvr>
                                      <p:to>
                                        <p:strVal val="visible"/>
                                      </p:to>
                                    </p:set>
                                    <p:anim calcmode="lin" valueType="num">
                                      <p:cBhvr>
                                        <p:cTn id="12" dur="500" fill="hold"/>
                                        <p:tgtEl>
                                          <p:spTgt spid="151658"/>
                                        </p:tgtEl>
                                        <p:attrNameLst>
                                          <p:attrName>ppt_w</p:attrName>
                                        </p:attrNameLst>
                                      </p:cBhvr>
                                      <p:tavLst>
                                        <p:tav tm="0">
                                          <p:val>
                                            <p:strVal val="#ppt_w*0.70"/>
                                          </p:val>
                                        </p:tav>
                                        <p:tav tm="100000">
                                          <p:val>
                                            <p:strVal val="#ppt_w"/>
                                          </p:val>
                                        </p:tav>
                                      </p:tavLst>
                                    </p:anim>
                                    <p:anim calcmode="lin" valueType="num">
                                      <p:cBhvr>
                                        <p:cTn id="13" dur="500" fill="hold"/>
                                        <p:tgtEl>
                                          <p:spTgt spid="151658"/>
                                        </p:tgtEl>
                                        <p:attrNameLst>
                                          <p:attrName>ppt_h</p:attrName>
                                        </p:attrNameLst>
                                      </p:cBhvr>
                                      <p:tavLst>
                                        <p:tav tm="0">
                                          <p:val>
                                            <p:strVal val="#ppt_h"/>
                                          </p:val>
                                        </p:tav>
                                        <p:tav tm="100000">
                                          <p:val>
                                            <p:strVal val="#ppt_h"/>
                                          </p:val>
                                        </p:tav>
                                      </p:tavLst>
                                    </p:anim>
                                    <p:animEffect transition="in" filter="fade">
                                      <p:cBhvr>
                                        <p:cTn id="14" dur="500"/>
                                        <p:tgtEl>
                                          <p:spTgt spid="151658"/>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1640"/>
                                        </p:tgtEl>
                                        <p:attrNameLst>
                                          <p:attrName>style.visibility</p:attrName>
                                        </p:attrNameLst>
                                      </p:cBhvr>
                                      <p:to>
                                        <p:strVal val="visible"/>
                                      </p:to>
                                    </p:set>
                                    <p:anim calcmode="lin" valueType="num">
                                      <p:cBhvr additive="base">
                                        <p:cTn id="19" dur="500" fill="hold"/>
                                        <p:tgtEl>
                                          <p:spTgt spid="151640"/>
                                        </p:tgtEl>
                                        <p:attrNameLst>
                                          <p:attrName>ppt_x</p:attrName>
                                        </p:attrNameLst>
                                      </p:cBhvr>
                                      <p:tavLst>
                                        <p:tav tm="0">
                                          <p:val>
                                            <p:strVal val="#ppt_x"/>
                                          </p:val>
                                        </p:tav>
                                        <p:tav tm="100000">
                                          <p:val>
                                            <p:strVal val="#ppt_x"/>
                                          </p:val>
                                        </p:tav>
                                      </p:tavLst>
                                    </p:anim>
                                    <p:anim calcmode="lin" valueType="num">
                                      <p:cBhvr additive="base">
                                        <p:cTn id="20" dur="500" fill="hold"/>
                                        <p:tgtEl>
                                          <p:spTgt spid="1516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4" grpId="0" animBg="1"/>
      <p:bldP spid="151640" grpId="0" animBg="1"/>
    </p:bld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0962" name="Group 2"/>
          <p:cNvGrpSpPr>
            <a:grpSpLocks/>
          </p:cNvGrpSpPr>
          <p:nvPr/>
        </p:nvGrpSpPr>
        <p:grpSpPr bwMode="auto">
          <a:xfrm>
            <a:off x="3490913" y="3094038"/>
            <a:ext cx="4897437" cy="406400"/>
            <a:chOff x="2199" y="1949"/>
            <a:chExt cx="3085" cy="256"/>
          </a:xfrm>
        </p:grpSpPr>
        <p:sp>
          <p:nvSpPr>
            <p:cNvPr id="157699" name="WordArt 3"/>
            <p:cNvSpPr>
              <a:spLocks noChangeArrowheads="1" noChangeShapeType="1" noTextEdit="1"/>
            </p:cNvSpPr>
            <p:nvPr/>
          </p:nvSpPr>
          <p:spPr bwMode="auto">
            <a:xfrm>
              <a:off x="2199" y="2069"/>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1886</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1043" name="Text Box 4"/>
            <p:cNvSpPr txBox="1">
              <a:spLocks noChangeArrowheads="1"/>
            </p:cNvSpPr>
            <p:nvPr/>
          </p:nvSpPr>
          <p:spPr bwMode="auto">
            <a:xfrm>
              <a:off x="3424" y="1949"/>
              <a:ext cx="186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赫兹证明电磁波的存在</a:t>
              </a:r>
            </a:p>
          </p:txBody>
        </p:sp>
        <p:sp>
          <p:nvSpPr>
            <p:cNvPr id="41044" name="Line 5"/>
            <p:cNvSpPr>
              <a:spLocks noChangeShapeType="1"/>
            </p:cNvSpPr>
            <p:nvPr/>
          </p:nvSpPr>
          <p:spPr bwMode="auto">
            <a:xfrm>
              <a:off x="2835" y="216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0963" name="Rectangle 6"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0964" name="AutoShape 7"/>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0965" name="WordArt 9"/>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57706" name="WordArt 10"/>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40967" name="Group 11"/>
          <p:cNvGrpSpPr>
            <a:grpSpLocks/>
          </p:cNvGrpSpPr>
          <p:nvPr/>
        </p:nvGrpSpPr>
        <p:grpSpPr bwMode="auto">
          <a:xfrm>
            <a:off x="684213" y="5300663"/>
            <a:ext cx="6777037" cy="1368425"/>
            <a:chOff x="431" y="3339"/>
            <a:chExt cx="4269" cy="862"/>
          </a:xfrm>
        </p:grpSpPr>
        <p:sp>
          <p:nvSpPr>
            <p:cNvPr id="157708" name="WordArt 12"/>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1039" name="Text Box 13"/>
            <p:cNvSpPr txBox="1">
              <a:spLocks noChangeArrowheads="1"/>
            </p:cNvSpPr>
            <p:nvPr/>
          </p:nvSpPr>
          <p:spPr bwMode="auto">
            <a:xfrm>
              <a:off x="1519" y="3753"/>
              <a:ext cx="3181"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a:t>
              </a:r>
            </a:p>
          </p:txBody>
        </p:sp>
        <p:sp>
          <p:nvSpPr>
            <p:cNvPr id="41040" name="Line 14"/>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41" name="Line 15"/>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0968" name="Group 16"/>
          <p:cNvGrpSpPr>
            <a:grpSpLocks/>
          </p:cNvGrpSpPr>
          <p:nvPr/>
        </p:nvGrpSpPr>
        <p:grpSpPr bwMode="auto">
          <a:xfrm>
            <a:off x="1042988" y="5013325"/>
            <a:ext cx="4183062" cy="782638"/>
            <a:chOff x="657" y="3158"/>
            <a:chExt cx="2635" cy="493"/>
          </a:xfrm>
        </p:grpSpPr>
        <p:sp>
          <p:nvSpPr>
            <p:cNvPr id="157713" name="WordArt 17"/>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1036" name="Text Box 18"/>
            <p:cNvSpPr txBox="1">
              <a:spLocks noChangeArrowheads="1"/>
            </p:cNvSpPr>
            <p:nvPr/>
          </p:nvSpPr>
          <p:spPr bwMode="auto">
            <a:xfrm>
              <a:off x="1882" y="3203"/>
              <a:ext cx="1410"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a:t>
              </a:r>
            </a:p>
          </p:txBody>
        </p:sp>
        <p:sp>
          <p:nvSpPr>
            <p:cNvPr id="41037" name="Line 19"/>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0969" name="Group 20"/>
          <p:cNvGrpSpPr>
            <a:grpSpLocks/>
          </p:cNvGrpSpPr>
          <p:nvPr/>
        </p:nvGrpSpPr>
        <p:grpSpPr bwMode="auto">
          <a:xfrm>
            <a:off x="1619250" y="4724400"/>
            <a:ext cx="6553200" cy="711200"/>
            <a:chOff x="1020" y="2976"/>
            <a:chExt cx="4128" cy="448"/>
          </a:xfrm>
        </p:grpSpPr>
        <p:sp>
          <p:nvSpPr>
            <p:cNvPr id="157717" name="WordArt 21"/>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41033" name="Text Box 22"/>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41034" name="Line 23"/>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0970" name="Group 24"/>
          <p:cNvGrpSpPr>
            <a:grpSpLocks/>
          </p:cNvGrpSpPr>
          <p:nvPr/>
        </p:nvGrpSpPr>
        <p:grpSpPr bwMode="auto">
          <a:xfrm>
            <a:off x="755650" y="3213100"/>
            <a:ext cx="1223963" cy="1368425"/>
            <a:chOff x="476" y="2024"/>
            <a:chExt cx="771" cy="862"/>
          </a:xfrm>
        </p:grpSpPr>
        <p:sp>
          <p:nvSpPr>
            <p:cNvPr id="41030" name="Text Box 25"/>
            <p:cNvSpPr txBox="1">
              <a:spLocks noChangeArrowheads="1"/>
            </p:cNvSpPr>
            <p:nvPr/>
          </p:nvSpPr>
          <p:spPr bwMode="auto">
            <a:xfrm>
              <a:off x="476" y="2024"/>
              <a:ext cx="766"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a:t>
              </a:r>
            </a:p>
          </p:txBody>
        </p:sp>
        <p:sp>
          <p:nvSpPr>
            <p:cNvPr id="41031" name="Line 26"/>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0971" name="Group 27"/>
          <p:cNvGrpSpPr>
            <a:grpSpLocks/>
          </p:cNvGrpSpPr>
          <p:nvPr/>
        </p:nvGrpSpPr>
        <p:grpSpPr bwMode="auto">
          <a:xfrm>
            <a:off x="76200" y="3933825"/>
            <a:ext cx="1471613" cy="1295400"/>
            <a:chOff x="48" y="2478"/>
            <a:chExt cx="927" cy="816"/>
          </a:xfrm>
        </p:grpSpPr>
        <p:sp>
          <p:nvSpPr>
            <p:cNvPr id="41028" name="Text Box 28"/>
            <p:cNvSpPr txBox="1">
              <a:spLocks noChangeArrowheads="1"/>
            </p:cNvSpPr>
            <p:nvPr/>
          </p:nvSpPr>
          <p:spPr bwMode="auto">
            <a:xfrm>
              <a:off x="48" y="2478"/>
              <a:ext cx="927"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a:t>
              </a:r>
            </a:p>
            <a:p>
              <a:pPr algn="just" eaLnBrk="1" hangingPunct="1"/>
              <a:r>
                <a:rPr lang="zh-CN" altLang="en-US" sz="2000" b="1">
                  <a:solidFill>
                    <a:srgbClr val="006600"/>
                  </a:solidFill>
                </a:rPr>
                <a:t>    微积分</a:t>
              </a:r>
            </a:p>
          </p:txBody>
        </p:sp>
        <p:sp>
          <p:nvSpPr>
            <p:cNvPr id="41029" name="Line 29"/>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0972" name="Group 30"/>
          <p:cNvGrpSpPr>
            <a:grpSpLocks/>
          </p:cNvGrpSpPr>
          <p:nvPr/>
        </p:nvGrpSpPr>
        <p:grpSpPr bwMode="auto">
          <a:xfrm>
            <a:off x="2051050" y="4221163"/>
            <a:ext cx="3744913" cy="406400"/>
            <a:chOff x="1292" y="2659"/>
            <a:chExt cx="2359" cy="256"/>
          </a:xfrm>
        </p:grpSpPr>
        <p:sp>
          <p:nvSpPr>
            <p:cNvPr id="157727" name="WordArt 31"/>
            <p:cNvSpPr>
              <a:spLocks noChangeArrowheads="1" noChangeShapeType="1" noTextEdit="1"/>
            </p:cNvSpPr>
            <p:nvPr/>
          </p:nvSpPr>
          <p:spPr bwMode="auto">
            <a:xfrm>
              <a:off x="1292" y="2704"/>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1026" name="Text Box 32"/>
            <p:cNvSpPr txBox="1">
              <a:spLocks noChangeArrowheads="1"/>
            </p:cNvSpPr>
            <p:nvPr/>
          </p:nvSpPr>
          <p:spPr bwMode="auto">
            <a:xfrm>
              <a:off x="2562" y="2659"/>
              <a:ext cx="1089"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伏特发明电堆</a:t>
              </a:r>
            </a:p>
          </p:txBody>
        </p:sp>
        <p:sp>
          <p:nvSpPr>
            <p:cNvPr id="41027" name="Line 33"/>
            <p:cNvSpPr>
              <a:spLocks noChangeShapeType="1"/>
            </p:cNvSpPr>
            <p:nvPr/>
          </p:nvSpPr>
          <p:spPr bwMode="auto">
            <a:xfrm>
              <a:off x="1927" y="279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0973" name="Group 34"/>
          <p:cNvGrpSpPr>
            <a:grpSpLocks/>
          </p:cNvGrpSpPr>
          <p:nvPr/>
        </p:nvGrpSpPr>
        <p:grpSpPr bwMode="auto">
          <a:xfrm>
            <a:off x="2195513" y="3644900"/>
            <a:ext cx="6121400" cy="1016000"/>
            <a:chOff x="1383" y="2296"/>
            <a:chExt cx="3856" cy="640"/>
          </a:xfrm>
        </p:grpSpPr>
        <p:sp>
          <p:nvSpPr>
            <p:cNvPr id="157731" name="WordArt 35"/>
            <p:cNvSpPr>
              <a:spLocks noChangeArrowheads="1" noChangeShapeType="1" noTextEdit="1"/>
            </p:cNvSpPr>
            <p:nvPr/>
          </p:nvSpPr>
          <p:spPr bwMode="auto">
            <a:xfrm>
              <a:off x="1383" y="2523"/>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1820-30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1023" name="Text Box 36"/>
            <p:cNvSpPr txBox="1">
              <a:spLocks noChangeArrowheads="1"/>
            </p:cNvSpPr>
            <p:nvPr/>
          </p:nvSpPr>
          <p:spPr bwMode="auto">
            <a:xfrm>
              <a:off x="3787" y="2296"/>
              <a:ext cx="1452" cy="64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安培定律</a:t>
              </a:r>
            </a:p>
            <a:p>
              <a:pPr algn="just" eaLnBrk="1" hangingPunct="1"/>
              <a:r>
                <a:rPr lang="zh-CN" altLang="en-US" sz="2000" b="1">
                  <a:solidFill>
                    <a:srgbClr val="660066"/>
                  </a:solidFill>
                </a:rPr>
                <a:t>欧姆定律</a:t>
              </a:r>
            </a:p>
            <a:p>
              <a:pPr algn="just" eaLnBrk="1" hangingPunct="1"/>
              <a:r>
                <a:rPr lang="zh-CN" altLang="en-US" sz="2000" b="1">
                  <a:solidFill>
                    <a:srgbClr val="660066"/>
                  </a:solidFill>
                </a:rPr>
                <a:t>法拉第电磁感应</a:t>
              </a:r>
            </a:p>
          </p:txBody>
        </p:sp>
        <p:sp>
          <p:nvSpPr>
            <p:cNvPr id="41024" name="Line 37"/>
            <p:cNvSpPr>
              <a:spLocks noChangeShapeType="1"/>
            </p:cNvSpPr>
            <p:nvPr/>
          </p:nvSpPr>
          <p:spPr bwMode="auto">
            <a:xfrm>
              <a:off x="2290" y="2568"/>
              <a:ext cx="149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0974" name="Group 38"/>
          <p:cNvGrpSpPr>
            <a:grpSpLocks/>
          </p:cNvGrpSpPr>
          <p:nvPr/>
        </p:nvGrpSpPr>
        <p:grpSpPr bwMode="auto">
          <a:xfrm>
            <a:off x="2700338" y="3573463"/>
            <a:ext cx="3024187" cy="466725"/>
            <a:chOff x="1701" y="2251"/>
            <a:chExt cx="1905" cy="294"/>
          </a:xfrm>
        </p:grpSpPr>
        <p:sp>
          <p:nvSpPr>
            <p:cNvPr id="157735" name="WordArt 39"/>
            <p:cNvSpPr>
              <a:spLocks noChangeArrowheads="1" noChangeShapeType="1" noTextEdit="1"/>
            </p:cNvSpPr>
            <p:nvPr/>
          </p:nvSpPr>
          <p:spPr bwMode="auto">
            <a:xfrm>
              <a:off x="1701" y="2341"/>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a:t>
              </a:r>
              <a:r>
                <a:rPr lang="zh-CN" altLang="en-US" kern="10">
                  <a:ln w="9525" cap="sq">
                    <a:solidFill>
                      <a:schemeClr val="tx1"/>
                    </a:solidFill>
                    <a:round/>
                    <a:headEnd type="none" w="sm" len="sm"/>
                    <a:tailEnd type="none" w="sm" len="sm"/>
                  </a:ln>
                  <a:solidFill>
                    <a:srgbClr val="FF0000"/>
                  </a:solidFill>
                  <a:latin typeface="宋体"/>
                  <a:ea typeface="宋体"/>
                </a:rPr>
                <a:t>世纪中叶</a:t>
              </a:r>
            </a:p>
          </p:txBody>
        </p:sp>
        <p:sp>
          <p:nvSpPr>
            <p:cNvPr id="41021" name="Text Box 40"/>
            <p:cNvSpPr txBox="1">
              <a:spLocks noChangeArrowheads="1"/>
            </p:cNvSpPr>
            <p:nvPr/>
          </p:nvSpPr>
          <p:spPr bwMode="auto">
            <a:xfrm>
              <a:off x="2608" y="2251"/>
              <a:ext cx="998" cy="29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400" b="1">
                  <a:solidFill>
                    <a:srgbClr val="A50021"/>
                  </a:solidFill>
                </a:rPr>
                <a:t>电磁理论</a:t>
              </a:r>
            </a:p>
          </p:txBody>
        </p:sp>
      </p:grpSp>
      <p:grpSp>
        <p:nvGrpSpPr>
          <p:cNvPr id="40975" name="Group 41"/>
          <p:cNvGrpSpPr>
            <a:grpSpLocks/>
          </p:cNvGrpSpPr>
          <p:nvPr/>
        </p:nvGrpSpPr>
        <p:grpSpPr bwMode="auto">
          <a:xfrm>
            <a:off x="1692275" y="2205038"/>
            <a:ext cx="1223963" cy="1368425"/>
            <a:chOff x="476" y="2024"/>
            <a:chExt cx="771" cy="862"/>
          </a:xfrm>
        </p:grpSpPr>
        <p:sp>
          <p:nvSpPr>
            <p:cNvPr id="41018" name="Text Box 42"/>
            <p:cNvSpPr txBox="1">
              <a:spLocks noChangeArrowheads="1"/>
            </p:cNvSpPr>
            <p:nvPr/>
          </p:nvSpPr>
          <p:spPr bwMode="auto">
            <a:xfrm>
              <a:off x="476" y="2024"/>
              <a:ext cx="766"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分析数学</a:t>
              </a:r>
            </a:p>
          </p:txBody>
        </p:sp>
        <p:sp>
          <p:nvSpPr>
            <p:cNvPr id="41019" name="Line 43"/>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0976" name="Text Box 44"/>
          <p:cNvSpPr txBox="1">
            <a:spLocks noChangeArrowheads="1"/>
          </p:cNvSpPr>
          <p:nvPr/>
        </p:nvSpPr>
        <p:spPr bwMode="auto">
          <a:xfrm>
            <a:off x="3132138" y="1052513"/>
            <a:ext cx="2159000" cy="10160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特征函数</a:t>
            </a:r>
          </a:p>
          <a:p>
            <a:pPr algn="just" eaLnBrk="1" hangingPunct="1"/>
            <a:r>
              <a:rPr lang="zh-CN" altLang="en-US" sz="2000" b="1">
                <a:solidFill>
                  <a:srgbClr val="006600"/>
                </a:solidFill>
              </a:rPr>
              <a:t>广义傅里叶展开</a:t>
            </a:r>
          </a:p>
          <a:p>
            <a:pPr algn="just" eaLnBrk="1" hangingPunct="1"/>
            <a:r>
              <a:rPr lang="zh-CN" altLang="en-US" sz="2000" b="1">
                <a:solidFill>
                  <a:srgbClr val="006600"/>
                </a:solidFill>
              </a:rPr>
              <a:t>抽象函数空间</a:t>
            </a:r>
          </a:p>
        </p:txBody>
      </p:sp>
      <p:grpSp>
        <p:nvGrpSpPr>
          <p:cNvPr id="40977" name="Group 45"/>
          <p:cNvGrpSpPr>
            <a:grpSpLocks/>
          </p:cNvGrpSpPr>
          <p:nvPr/>
        </p:nvGrpSpPr>
        <p:grpSpPr bwMode="auto">
          <a:xfrm>
            <a:off x="5148263" y="4508500"/>
            <a:ext cx="3276600" cy="1196975"/>
            <a:chOff x="3243" y="2840"/>
            <a:chExt cx="2064" cy="754"/>
          </a:xfrm>
        </p:grpSpPr>
        <p:sp>
          <p:nvSpPr>
            <p:cNvPr id="41016" name="AutoShape 46"/>
            <p:cNvSpPr>
              <a:spLocks noChangeArrowheads="1"/>
            </p:cNvSpPr>
            <p:nvPr/>
          </p:nvSpPr>
          <p:spPr bwMode="auto">
            <a:xfrm>
              <a:off x="3243" y="2840"/>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1017" name="Text Box 47"/>
            <p:cNvSpPr txBox="1">
              <a:spLocks noChangeArrowheads="1"/>
            </p:cNvSpPr>
            <p:nvPr/>
          </p:nvSpPr>
          <p:spPr bwMode="auto">
            <a:xfrm>
              <a:off x="3560" y="2996"/>
              <a:ext cx="14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000" b="1"/>
                <a:t>      </a:t>
              </a:r>
              <a:r>
                <a:rPr lang="zh-CN" altLang="en-US" sz="2400" b="1"/>
                <a:t>发电机</a:t>
              </a:r>
            </a:p>
            <a:p>
              <a:pPr algn="just" eaLnBrk="1" hangingPunct="1">
                <a:lnSpc>
                  <a:spcPct val="75000"/>
                </a:lnSpc>
              </a:pPr>
              <a:r>
                <a:rPr lang="zh-CN" altLang="en-US" sz="2000" b="1"/>
                <a:t>（</a:t>
              </a:r>
              <a:r>
                <a:rPr lang="en-US" altLang="zh-CN" sz="2000" b="1"/>
                <a:t>1831-</a:t>
              </a:r>
              <a:r>
                <a:rPr lang="zh-CN" altLang="en-US" sz="2000" b="1"/>
                <a:t>法拉第）</a:t>
              </a:r>
              <a:r>
                <a:rPr lang="zh-CN" altLang="en-US" sz="3200" b="1"/>
                <a:t> </a:t>
              </a:r>
            </a:p>
          </p:txBody>
        </p:sp>
      </p:grpSp>
      <p:grpSp>
        <p:nvGrpSpPr>
          <p:cNvPr id="40978" name="Group 48"/>
          <p:cNvGrpSpPr>
            <a:grpSpLocks/>
          </p:cNvGrpSpPr>
          <p:nvPr/>
        </p:nvGrpSpPr>
        <p:grpSpPr bwMode="auto">
          <a:xfrm>
            <a:off x="1979613" y="4508500"/>
            <a:ext cx="4537075" cy="1800225"/>
            <a:chOff x="1247" y="2840"/>
            <a:chExt cx="2858" cy="1134"/>
          </a:xfrm>
        </p:grpSpPr>
        <p:sp>
          <p:nvSpPr>
            <p:cNvPr id="41014" name="AutoShape 49"/>
            <p:cNvSpPr>
              <a:spLocks noChangeArrowheads="1"/>
            </p:cNvSpPr>
            <p:nvPr/>
          </p:nvSpPr>
          <p:spPr bwMode="auto">
            <a:xfrm>
              <a:off x="1247" y="2840"/>
              <a:ext cx="2858" cy="113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1015" name="Text Box 50"/>
            <p:cNvSpPr txBox="1">
              <a:spLocks noChangeArrowheads="1"/>
            </p:cNvSpPr>
            <p:nvPr/>
          </p:nvSpPr>
          <p:spPr bwMode="auto">
            <a:xfrm>
              <a:off x="1792" y="3112"/>
              <a:ext cx="1914" cy="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电报</a:t>
              </a:r>
            </a:p>
            <a:p>
              <a:pPr algn="just" eaLnBrk="1" hangingPunct="1">
                <a:lnSpc>
                  <a:spcPct val="75000"/>
                </a:lnSpc>
              </a:pPr>
              <a:r>
                <a:rPr lang="zh-CN" altLang="en-US" sz="2000" b="1"/>
                <a:t>（</a:t>
              </a:r>
              <a:r>
                <a:rPr lang="en-US" altLang="zh-CN" sz="2000" b="1"/>
                <a:t>1837-</a:t>
              </a:r>
              <a:r>
                <a:rPr lang="zh-CN" altLang="en-US" sz="2000" b="1"/>
                <a:t>库克</a:t>
              </a:r>
              <a:r>
                <a:rPr lang="en-US" altLang="zh-CN" sz="2000" b="1"/>
                <a:t>&amp;</a:t>
              </a:r>
              <a:r>
                <a:rPr lang="zh-CN" altLang="en-US" sz="2000" b="1"/>
                <a:t>维特专利</a:t>
              </a:r>
            </a:p>
            <a:p>
              <a:pPr algn="just" eaLnBrk="1" hangingPunct="1">
                <a:lnSpc>
                  <a:spcPct val="75000"/>
                </a:lnSpc>
              </a:pPr>
              <a:r>
                <a:rPr lang="zh-CN" altLang="en-US" sz="2000" b="1"/>
                <a:t>        </a:t>
              </a:r>
              <a:r>
                <a:rPr lang="en-US" altLang="zh-CN" sz="2000" b="1"/>
                <a:t>1844-</a:t>
              </a:r>
              <a:r>
                <a:rPr lang="zh-CN" altLang="en-US" sz="2000" b="1"/>
                <a:t>摩尔斯实现）</a:t>
              </a:r>
              <a:r>
                <a:rPr lang="zh-CN" altLang="en-US" sz="3200" b="1"/>
                <a:t> </a:t>
              </a:r>
            </a:p>
          </p:txBody>
        </p:sp>
      </p:grpSp>
      <p:grpSp>
        <p:nvGrpSpPr>
          <p:cNvPr id="40979" name="Group 51"/>
          <p:cNvGrpSpPr>
            <a:grpSpLocks/>
          </p:cNvGrpSpPr>
          <p:nvPr/>
        </p:nvGrpSpPr>
        <p:grpSpPr bwMode="auto">
          <a:xfrm>
            <a:off x="5867400" y="5445125"/>
            <a:ext cx="3276600" cy="1196975"/>
            <a:chOff x="3696" y="3430"/>
            <a:chExt cx="2064" cy="754"/>
          </a:xfrm>
        </p:grpSpPr>
        <p:sp>
          <p:nvSpPr>
            <p:cNvPr id="41012" name="AutoShape 52"/>
            <p:cNvSpPr>
              <a:spLocks noChangeArrowheads="1"/>
            </p:cNvSpPr>
            <p:nvPr/>
          </p:nvSpPr>
          <p:spPr bwMode="auto">
            <a:xfrm>
              <a:off x="3696" y="3430"/>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1013" name="Text Box 53"/>
            <p:cNvSpPr txBox="1">
              <a:spLocks noChangeArrowheads="1"/>
            </p:cNvSpPr>
            <p:nvPr/>
          </p:nvSpPr>
          <p:spPr bwMode="auto">
            <a:xfrm>
              <a:off x="4059" y="3612"/>
              <a:ext cx="1240"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t>      </a:t>
              </a:r>
              <a:r>
                <a:rPr lang="zh-CN" altLang="en-US" sz="2400" b="1"/>
                <a:t>电话</a:t>
              </a:r>
            </a:p>
            <a:p>
              <a:pPr algn="just" eaLnBrk="1" hangingPunct="1">
                <a:lnSpc>
                  <a:spcPct val="65000"/>
                </a:lnSpc>
              </a:pPr>
              <a:r>
                <a:rPr lang="zh-CN" altLang="en-US" sz="2000" b="1"/>
                <a:t>（</a:t>
              </a:r>
              <a:r>
                <a:rPr lang="en-US" altLang="zh-CN" sz="2000" b="1"/>
                <a:t>1876-</a:t>
              </a:r>
              <a:r>
                <a:rPr lang="zh-CN" altLang="en-US" sz="2000" b="1"/>
                <a:t>贝尔）</a:t>
              </a:r>
              <a:r>
                <a:rPr lang="zh-CN" altLang="en-US" sz="3200" b="1"/>
                <a:t> </a:t>
              </a:r>
            </a:p>
          </p:txBody>
        </p:sp>
      </p:grpSp>
      <p:grpSp>
        <p:nvGrpSpPr>
          <p:cNvPr id="40980" name="Group 54"/>
          <p:cNvGrpSpPr>
            <a:grpSpLocks/>
          </p:cNvGrpSpPr>
          <p:nvPr/>
        </p:nvGrpSpPr>
        <p:grpSpPr bwMode="auto">
          <a:xfrm>
            <a:off x="755650" y="3644900"/>
            <a:ext cx="3276600" cy="1196975"/>
            <a:chOff x="0" y="527"/>
            <a:chExt cx="2064" cy="754"/>
          </a:xfrm>
        </p:grpSpPr>
        <p:sp>
          <p:nvSpPr>
            <p:cNvPr id="41010" name="AutoShape 55"/>
            <p:cNvSpPr>
              <a:spLocks noChangeArrowheads="1"/>
            </p:cNvSpPr>
            <p:nvPr/>
          </p:nvSpPr>
          <p:spPr bwMode="auto">
            <a:xfrm>
              <a:off x="0" y="527"/>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1011" name="Text Box 56"/>
            <p:cNvSpPr txBox="1">
              <a:spLocks noChangeArrowheads="1"/>
            </p:cNvSpPr>
            <p:nvPr/>
          </p:nvSpPr>
          <p:spPr bwMode="auto">
            <a:xfrm>
              <a:off x="436" y="709"/>
              <a:ext cx="14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变压器</a:t>
              </a:r>
            </a:p>
            <a:p>
              <a:pPr algn="just" eaLnBrk="1" hangingPunct="1">
                <a:lnSpc>
                  <a:spcPct val="75000"/>
                </a:lnSpc>
              </a:pPr>
              <a:r>
                <a:rPr lang="zh-CN" altLang="en-US" sz="2000" b="1"/>
                <a:t>（</a:t>
              </a:r>
              <a:r>
                <a:rPr lang="en-US" altLang="zh-CN" sz="2000" b="1"/>
                <a:t>1885-</a:t>
              </a:r>
              <a:r>
                <a:rPr lang="zh-CN" altLang="en-US" sz="2000" b="1"/>
                <a:t>斯坦利）</a:t>
              </a:r>
              <a:r>
                <a:rPr lang="zh-CN" altLang="en-US" sz="3200" b="1"/>
                <a:t> </a:t>
              </a:r>
            </a:p>
          </p:txBody>
        </p:sp>
      </p:grpSp>
      <p:grpSp>
        <p:nvGrpSpPr>
          <p:cNvPr id="40981" name="Group 57"/>
          <p:cNvGrpSpPr>
            <a:grpSpLocks/>
          </p:cNvGrpSpPr>
          <p:nvPr/>
        </p:nvGrpSpPr>
        <p:grpSpPr bwMode="auto">
          <a:xfrm>
            <a:off x="287338" y="5229225"/>
            <a:ext cx="3276600" cy="1196975"/>
            <a:chOff x="0" y="482"/>
            <a:chExt cx="2064" cy="754"/>
          </a:xfrm>
        </p:grpSpPr>
        <p:sp>
          <p:nvSpPr>
            <p:cNvPr id="41008" name="AutoShape 58"/>
            <p:cNvSpPr>
              <a:spLocks noChangeArrowheads="1"/>
            </p:cNvSpPr>
            <p:nvPr/>
          </p:nvSpPr>
          <p:spPr bwMode="auto">
            <a:xfrm>
              <a:off x="0" y="482"/>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1009" name="Text Box 59"/>
            <p:cNvSpPr txBox="1">
              <a:spLocks noChangeArrowheads="1"/>
            </p:cNvSpPr>
            <p:nvPr/>
          </p:nvSpPr>
          <p:spPr bwMode="auto">
            <a:xfrm>
              <a:off x="345" y="618"/>
              <a:ext cx="14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电灯</a:t>
              </a:r>
            </a:p>
            <a:p>
              <a:pPr algn="just" eaLnBrk="1" hangingPunct="1">
                <a:lnSpc>
                  <a:spcPct val="75000"/>
                </a:lnSpc>
              </a:pPr>
              <a:r>
                <a:rPr lang="zh-CN" altLang="en-US" sz="2000" b="1"/>
                <a:t>（</a:t>
              </a:r>
              <a:r>
                <a:rPr lang="en-US" altLang="zh-CN" sz="2000" b="1"/>
                <a:t>1879-</a:t>
              </a:r>
              <a:r>
                <a:rPr lang="zh-CN" altLang="en-US" sz="2000" b="1"/>
                <a:t>爱迪生）</a:t>
              </a:r>
              <a:r>
                <a:rPr lang="zh-CN" altLang="en-US" sz="3200" b="1"/>
                <a:t> </a:t>
              </a:r>
            </a:p>
          </p:txBody>
        </p:sp>
      </p:grpSp>
      <p:grpSp>
        <p:nvGrpSpPr>
          <p:cNvPr id="40982" name="Group 60"/>
          <p:cNvGrpSpPr>
            <a:grpSpLocks/>
          </p:cNvGrpSpPr>
          <p:nvPr/>
        </p:nvGrpSpPr>
        <p:grpSpPr bwMode="auto">
          <a:xfrm>
            <a:off x="2232025" y="3240088"/>
            <a:ext cx="3276600" cy="1196975"/>
            <a:chOff x="0" y="527"/>
            <a:chExt cx="2064" cy="754"/>
          </a:xfrm>
        </p:grpSpPr>
        <p:sp>
          <p:nvSpPr>
            <p:cNvPr id="41006" name="AutoShape 61"/>
            <p:cNvSpPr>
              <a:spLocks noChangeArrowheads="1"/>
            </p:cNvSpPr>
            <p:nvPr/>
          </p:nvSpPr>
          <p:spPr bwMode="auto">
            <a:xfrm>
              <a:off x="0" y="527"/>
              <a:ext cx="2064" cy="754"/>
            </a:xfrm>
            <a:prstGeom prst="irregularSeal1">
              <a:avLst/>
            </a:prstGeom>
            <a:gradFill rotWithShape="1">
              <a:gsLst>
                <a:gs pos="0">
                  <a:srgbClr val="FF00FF"/>
                </a:gs>
                <a:gs pos="50000">
                  <a:srgbClr val="FFEFFF"/>
                </a:gs>
                <a:gs pos="100000">
                  <a:srgbClr val="FF00FF"/>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1007" name="Text Box 62"/>
            <p:cNvSpPr txBox="1">
              <a:spLocks noChangeArrowheads="1"/>
            </p:cNvSpPr>
            <p:nvPr/>
          </p:nvSpPr>
          <p:spPr bwMode="auto">
            <a:xfrm>
              <a:off x="415" y="709"/>
              <a:ext cx="1327"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交流输电系统</a:t>
              </a:r>
            </a:p>
            <a:p>
              <a:pPr algn="just" eaLnBrk="1" hangingPunct="1">
                <a:lnSpc>
                  <a:spcPct val="75000"/>
                </a:lnSpc>
              </a:pPr>
              <a:r>
                <a:rPr lang="zh-CN" altLang="en-US" sz="2000" b="1"/>
                <a:t>（</a:t>
              </a:r>
              <a:r>
                <a:rPr lang="en-US" altLang="zh-CN" sz="2000" b="1"/>
                <a:t>1890-</a:t>
              </a:r>
              <a:r>
                <a:rPr lang="zh-CN" altLang="en-US" sz="2000" b="1"/>
                <a:t>美国）</a:t>
              </a:r>
              <a:r>
                <a:rPr lang="zh-CN" altLang="en-US" sz="3200" b="1"/>
                <a:t> </a:t>
              </a:r>
            </a:p>
          </p:txBody>
        </p:sp>
      </p:grpSp>
      <p:grpSp>
        <p:nvGrpSpPr>
          <p:cNvPr id="40983" name="Group 63"/>
          <p:cNvGrpSpPr>
            <a:grpSpLocks/>
          </p:cNvGrpSpPr>
          <p:nvPr/>
        </p:nvGrpSpPr>
        <p:grpSpPr bwMode="auto">
          <a:xfrm>
            <a:off x="4643438" y="3429000"/>
            <a:ext cx="3924300" cy="1512888"/>
            <a:chOff x="0" y="527"/>
            <a:chExt cx="2472" cy="953"/>
          </a:xfrm>
        </p:grpSpPr>
        <p:sp>
          <p:nvSpPr>
            <p:cNvPr id="41004" name="AutoShape 64"/>
            <p:cNvSpPr>
              <a:spLocks noChangeArrowheads="1"/>
            </p:cNvSpPr>
            <p:nvPr/>
          </p:nvSpPr>
          <p:spPr bwMode="auto">
            <a:xfrm>
              <a:off x="0" y="527"/>
              <a:ext cx="2472" cy="953"/>
            </a:xfrm>
            <a:prstGeom prst="irregularSeal1">
              <a:avLst/>
            </a:prstGeom>
            <a:gradFill rotWithShape="1">
              <a:gsLst>
                <a:gs pos="0">
                  <a:srgbClr val="FF00FF"/>
                </a:gs>
                <a:gs pos="50000">
                  <a:srgbClr val="FFEFFF"/>
                </a:gs>
                <a:gs pos="100000">
                  <a:srgbClr val="FF00FF"/>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1005" name="Text Box 65"/>
            <p:cNvSpPr txBox="1">
              <a:spLocks noChangeArrowheads="1"/>
            </p:cNvSpPr>
            <p:nvPr/>
          </p:nvSpPr>
          <p:spPr bwMode="auto">
            <a:xfrm>
              <a:off x="22" y="792"/>
              <a:ext cx="2222"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无线通信</a:t>
              </a:r>
            </a:p>
            <a:p>
              <a:pPr algn="just" eaLnBrk="1" hangingPunct="1">
                <a:lnSpc>
                  <a:spcPct val="75000"/>
                </a:lnSpc>
              </a:pPr>
              <a:r>
                <a:rPr lang="zh-CN" altLang="en-US" sz="2000" b="1"/>
                <a:t>（</a:t>
              </a:r>
              <a:r>
                <a:rPr lang="en-US" altLang="zh-CN" sz="2000" b="1"/>
                <a:t>1895-96 </a:t>
              </a:r>
              <a:r>
                <a:rPr lang="zh-CN" altLang="en-US" sz="2000" b="1"/>
                <a:t>马可尼</a:t>
              </a:r>
              <a:r>
                <a:rPr lang="en-US" altLang="zh-CN" sz="2000" b="1"/>
                <a:t>&amp;</a:t>
              </a:r>
              <a:r>
                <a:rPr lang="zh-CN" altLang="en-US" sz="2000" b="1"/>
                <a:t>波波夫）</a:t>
              </a:r>
              <a:r>
                <a:rPr lang="zh-CN" altLang="en-US" sz="3200" b="1"/>
                <a:t> </a:t>
              </a:r>
            </a:p>
          </p:txBody>
        </p:sp>
      </p:grpSp>
      <p:grpSp>
        <p:nvGrpSpPr>
          <p:cNvPr id="40984" name="Group 66"/>
          <p:cNvGrpSpPr>
            <a:grpSpLocks/>
          </p:cNvGrpSpPr>
          <p:nvPr/>
        </p:nvGrpSpPr>
        <p:grpSpPr bwMode="auto">
          <a:xfrm>
            <a:off x="4140200" y="2492375"/>
            <a:ext cx="4752975" cy="711200"/>
            <a:chOff x="2608" y="1570"/>
            <a:chExt cx="2994" cy="448"/>
          </a:xfrm>
        </p:grpSpPr>
        <p:sp>
          <p:nvSpPr>
            <p:cNvPr id="157763" name="WordArt 67"/>
            <p:cNvSpPr>
              <a:spLocks noChangeArrowheads="1" noChangeShapeType="1" noTextEdit="1"/>
            </p:cNvSpPr>
            <p:nvPr/>
          </p:nvSpPr>
          <p:spPr bwMode="auto">
            <a:xfrm>
              <a:off x="2608" y="1752"/>
              <a:ext cx="68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1896-7</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1002" name="Text Box 68"/>
            <p:cNvSpPr txBox="1">
              <a:spLocks noChangeArrowheads="1"/>
            </p:cNvSpPr>
            <p:nvPr/>
          </p:nvSpPr>
          <p:spPr bwMode="auto">
            <a:xfrm>
              <a:off x="3742" y="1570"/>
              <a:ext cx="1860"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洛伦兹提出电子论</a:t>
              </a:r>
            </a:p>
            <a:p>
              <a:pPr algn="just" eaLnBrk="1" hangingPunct="1"/>
              <a:r>
                <a:rPr lang="en-US" altLang="zh-CN" sz="2000" b="1" dirty="0">
                  <a:solidFill>
                    <a:srgbClr val="660066"/>
                  </a:solidFill>
                </a:rPr>
                <a:t>J.J.</a:t>
              </a:r>
              <a:r>
                <a:rPr lang="zh-CN" altLang="en-US" sz="2000" b="1" dirty="0">
                  <a:solidFill>
                    <a:srgbClr val="660066"/>
                  </a:solidFill>
                </a:rPr>
                <a:t>汤姆生证明电子存在</a:t>
              </a:r>
            </a:p>
          </p:txBody>
        </p:sp>
        <p:sp>
          <p:nvSpPr>
            <p:cNvPr id="41003" name="Line 69"/>
            <p:cNvSpPr>
              <a:spLocks noChangeShapeType="1"/>
            </p:cNvSpPr>
            <p:nvPr/>
          </p:nvSpPr>
          <p:spPr bwMode="auto">
            <a:xfrm>
              <a:off x="3334" y="1842"/>
              <a:ext cx="40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0985" name="Group 74"/>
          <p:cNvGrpSpPr>
            <a:grpSpLocks/>
          </p:cNvGrpSpPr>
          <p:nvPr/>
        </p:nvGrpSpPr>
        <p:grpSpPr bwMode="auto">
          <a:xfrm>
            <a:off x="4930775" y="2132013"/>
            <a:ext cx="4068763" cy="406400"/>
            <a:chOff x="3106" y="1343"/>
            <a:chExt cx="2563" cy="256"/>
          </a:xfrm>
        </p:grpSpPr>
        <p:sp>
          <p:nvSpPr>
            <p:cNvPr id="40997" name="Line 75"/>
            <p:cNvSpPr>
              <a:spLocks noChangeShapeType="1"/>
            </p:cNvSpPr>
            <p:nvPr/>
          </p:nvSpPr>
          <p:spPr bwMode="auto">
            <a:xfrm>
              <a:off x="3696" y="152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0998" name="Group 76"/>
            <p:cNvGrpSpPr>
              <a:grpSpLocks/>
            </p:cNvGrpSpPr>
            <p:nvPr/>
          </p:nvGrpSpPr>
          <p:grpSpPr bwMode="auto">
            <a:xfrm>
              <a:off x="3106" y="1343"/>
              <a:ext cx="2563" cy="256"/>
              <a:chOff x="3106" y="1343"/>
              <a:chExt cx="2563" cy="256"/>
            </a:xfrm>
          </p:grpSpPr>
          <p:sp>
            <p:nvSpPr>
              <p:cNvPr id="157773" name="WordArt 77"/>
              <p:cNvSpPr>
                <a:spLocks noChangeArrowheads="1" noChangeShapeType="1" noTextEdit="1"/>
              </p:cNvSpPr>
              <p:nvPr/>
            </p:nvSpPr>
            <p:spPr bwMode="auto">
              <a:xfrm>
                <a:off x="3106" y="1434"/>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1905</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1000" name="Text Box 78"/>
              <p:cNvSpPr txBox="1">
                <a:spLocks noChangeArrowheads="1"/>
              </p:cNvSpPr>
              <p:nvPr/>
            </p:nvSpPr>
            <p:spPr bwMode="auto">
              <a:xfrm>
                <a:off x="4195" y="1343"/>
                <a:ext cx="1474" cy="25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爱因斯坦</a:t>
                </a:r>
                <a:r>
                  <a:rPr lang="en-US" altLang="zh-CN" sz="2000" b="1">
                    <a:solidFill>
                      <a:srgbClr val="660066"/>
                    </a:solidFill>
                  </a:rPr>
                  <a:t>5</a:t>
                </a:r>
                <a:r>
                  <a:rPr lang="zh-CN" altLang="en-US" sz="2000" b="1">
                    <a:solidFill>
                      <a:srgbClr val="660066"/>
                    </a:solidFill>
                  </a:rPr>
                  <a:t>篇论文</a:t>
                </a:r>
              </a:p>
            </p:txBody>
          </p:sp>
        </p:grpSp>
      </p:grpSp>
      <p:grpSp>
        <p:nvGrpSpPr>
          <p:cNvPr id="40986" name="Group 86"/>
          <p:cNvGrpSpPr>
            <a:grpSpLocks/>
          </p:cNvGrpSpPr>
          <p:nvPr/>
        </p:nvGrpSpPr>
        <p:grpSpPr bwMode="auto">
          <a:xfrm>
            <a:off x="6119813" y="2924175"/>
            <a:ext cx="3276600" cy="1196975"/>
            <a:chOff x="3696" y="3430"/>
            <a:chExt cx="2064" cy="754"/>
          </a:xfrm>
        </p:grpSpPr>
        <p:sp>
          <p:nvSpPr>
            <p:cNvPr id="40995" name="AutoShape 87"/>
            <p:cNvSpPr>
              <a:spLocks noChangeArrowheads="1"/>
            </p:cNvSpPr>
            <p:nvPr/>
          </p:nvSpPr>
          <p:spPr bwMode="auto">
            <a:xfrm>
              <a:off x="3696" y="3430"/>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0996" name="Text Box 88"/>
            <p:cNvSpPr txBox="1">
              <a:spLocks noChangeArrowheads="1"/>
            </p:cNvSpPr>
            <p:nvPr/>
          </p:nvSpPr>
          <p:spPr bwMode="auto">
            <a:xfrm>
              <a:off x="4059" y="3612"/>
              <a:ext cx="1540"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t>       </a:t>
              </a:r>
              <a:r>
                <a:rPr lang="zh-CN" altLang="en-US" sz="2400" b="1"/>
                <a:t>电影机</a:t>
              </a:r>
            </a:p>
            <a:p>
              <a:pPr algn="just" eaLnBrk="1" hangingPunct="1">
                <a:lnSpc>
                  <a:spcPct val="65000"/>
                </a:lnSpc>
              </a:pPr>
              <a:r>
                <a:rPr lang="zh-CN" altLang="en-US" sz="2000" b="1"/>
                <a:t>（</a:t>
              </a:r>
              <a:r>
                <a:rPr lang="en-US" altLang="zh-CN" sz="2000" b="1"/>
                <a:t>1895-Lumiere</a:t>
              </a:r>
              <a:r>
                <a:rPr lang="zh-CN" altLang="en-US" sz="2000" b="1"/>
                <a:t>）</a:t>
              </a:r>
              <a:r>
                <a:rPr lang="zh-CN" altLang="en-US" sz="3200" b="1"/>
                <a:t> </a:t>
              </a:r>
            </a:p>
          </p:txBody>
        </p:sp>
      </p:grpSp>
      <p:grpSp>
        <p:nvGrpSpPr>
          <p:cNvPr id="157788" name="Group 92"/>
          <p:cNvGrpSpPr>
            <a:grpSpLocks/>
          </p:cNvGrpSpPr>
          <p:nvPr/>
        </p:nvGrpSpPr>
        <p:grpSpPr bwMode="auto">
          <a:xfrm>
            <a:off x="971550" y="692150"/>
            <a:ext cx="3313113" cy="1223963"/>
            <a:chOff x="612" y="436"/>
            <a:chExt cx="2087" cy="771"/>
          </a:xfrm>
        </p:grpSpPr>
        <p:sp>
          <p:nvSpPr>
            <p:cNvPr id="40993" name="AutoShape 90"/>
            <p:cNvSpPr>
              <a:spLocks noChangeArrowheads="1"/>
            </p:cNvSpPr>
            <p:nvPr/>
          </p:nvSpPr>
          <p:spPr bwMode="auto">
            <a:xfrm>
              <a:off x="612" y="436"/>
              <a:ext cx="2087" cy="771"/>
            </a:xfrm>
            <a:prstGeom prst="irregularSeal1">
              <a:avLst/>
            </a:prstGeom>
            <a:gradFill rotWithShape="1">
              <a:gsLst>
                <a:gs pos="0">
                  <a:srgbClr val="FF6600"/>
                </a:gs>
                <a:gs pos="50000">
                  <a:srgbClr val="FFF9F5"/>
                </a:gs>
                <a:gs pos="100000">
                  <a:srgbClr val="FF66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0994" name="Text Box 91"/>
            <p:cNvSpPr txBox="1">
              <a:spLocks noChangeArrowheads="1"/>
            </p:cNvSpPr>
            <p:nvPr/>
          </p:nvSpPr>
          <p:spPr bwMode="auto">
            <a:xfrm>
              <a:off x="1053" y="698"/>
              <a:ext cx="14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zh-CN" altLang="en-US" sz="2400" b="1"/>
                <a:t>晶体管</a:t>
              </a:r>
              <a:r>
                <a:rPr lang="zh-CN" altLang="en-US" sz="2000" b="1"/>
                <a:t>（</a:t>
              </a:r>
              <a:r>
                <a:rPr lang="en-US" altLang="zh-CN" sz="2000" b="1"/>
                <a:t>1947</a:t>
              </a:r>
              <a:r>
                <a:rPr lang="zh-CN" altLang="en-US" sz="2000" b="1"/>
                <a:t>） </a:t>
              </a:r>
            </a:p>
          </p:txBody>
        </p:sp>
      </p:grpSp>
      <p:pic>
        <p:nvPicPr>
          <p:cNvPr id="157789" name="Picture 93" descr="transistor-19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2852738"/>
            <a:ext cx="3759200" cy="374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0989" name="Group 94"/>
          <p:cNvGrpSpPr>
            <a:grpSpLocks/>
          </p:cNvGrpSpPr>
          <p:nvPr/>
        </p:nvGrpSpPr>
        <p:grpSpPr bwMode="auto">
          <a:xfrm>
            <a:off x="468313" y="1557338"/>
            <a:ext cx="5041900" cy="1655762"/>
            <a:chOff x="-341" y="527"/>
            <a:chExt cx="3176" cy="1043"/>
          </a:xfrm>
        </p:grpSpPr>
        <p:sp>
          <p:nvSpPr>
            <p:cNvPr id="40991" name="AutoShape 95"/>
            <p:cNvSpPr>
              <a:spLocks noChangeArrowheads="1"/>
            </p:cNvSpPr>
            <p:nvPr/>
          </p:nvSpPr>
          <p:spPr bwMode="auto">
            <a:xfrm>
              <a:off x="-341" y="527"/>
              <a:ext cx="3176" cy="1043"/>
            </a:xfrm>
            <a:prstGeom prst="irregularSeal1">
              <a:avLst/>
            </a:prstGeom>
            <a:gradFill rotWithShape="1">
              <a:gsLst>
                <a:gs pos="0">
                  <a:srgbClr val="FF6600"/>
                </a:gs>
                <a:gs pos="50000">
                  <a:srgbClr val="FFF9F5"/>
                </a:gs>
                <a:gs pos="100000">
                  <a:srgbClr val="FF66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0992" name="Text Box 96"/>
            <p:cNvSpPr txBox="1">
              <a:spLocks noChangeArrowheads="1"/>
            </p:cNvSpPr>
            <p:nvPr/>
          </p:nvSpPr>
          <p:spPr bwMode="auto">
            <a:xfrm>
              <a:off x="-47" y="789"/>
              <a:ext cx="245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zh-CN" altLang="en-US" sz="2400" b="1"/>
                <a:t>电子二极管</a:t>
              </a:r>
              <a:r>
                <a:rPr lang="zh-CN" altLang="en-US" sz="2000" b="1"/>
                <a:t>（</a:t>
              </a:r>
              <a:r>
                <a:rPr lang="en-US" altLang="zh-CN" sz="2000" b="1"/>
                <a:t>1904-</a:t>
              </a:r>
              <a:r>
                <a:rPr lang="zh-CN" altLang="en-US" sz="2000" b="1"/>
                <a:t>弗莱明）</a:t>
              </a:r>
            </a:p>
            <a:p>
              <a:pPr algn="just" eaLnBrk="1" hangingPunct="1">
                <a:lnSpc>
                  <a:spcPct val="75000"/>
                </a:lnSpc>
              </a:pPr>
              <a:r>
                <a:rPr lang="zh-CN" altLang="en-US" sz="2400" b="1"/>
                <a:t>电子三极管</a:t>
              </a:r>
              <a:r>
                <a:rPr lang="zh-CN" altLang="en-US" sz="2000" b="1"/>
                <a:t>（</a:t>
              </a:r>
              <a:r>
                <a:rPr lang="en-US" altLang="zh-CN" sz="2000" b="1"/>
                <a:t>1906-</a:t>
              </a:r>
              <a:r>
                <a:rPr lang="zh-CN" altLang="en-US" sz="2000" b="1"/>
                <a:t>福雷斯特）</a:t>
              </a:r>
            </a:p>
          </p:txBody>
        </p:sp>
      </p:grpSp>
      <p:sp>
        <p:nvSpPr>
          <p:cNvPr id="40990" name="Rectangle 100"/>
          <p:cNvSpPr>
            <a:spLocks noGrp="1" noChangeArrowheads="1"/>
          </p:cNvSpPr>
          <p:nvPr>
            <p:ph type="title"/>
          </p:nvPr>
        </p:nvSpPr>
        <p:spPr>
          <a:xfrm>
            <a:off x="457200" y="-100013"/>
            <a:ext cx="8229600" cy="1143001"/>
          </a:xfrm>
          <a:noFill/>
        </p:spPr>
        <p:txBody>
          <a:bodyPr/>
          <a:lstStyle/>
          <a:p>
            <a:pPr eaLnBrk="1" hangingPunct="1"/>
            <a:r>
              <a:rPr lang="zh-CN" altLang="en-US" sz="4800" b="0">
                <a:ea typeface="隶书" pitchFamily="49" charset="-122"/>
              </a:rPr>
              <a:t>人类利用电与磁的历史</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54</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57788"/>
                                        </p:tgtEl>
                                        <p:attrNameLst>
                                          <p:attrName>style.visibility</p:attrName>
                                        </p:attrNameLst>
                                      </p:cBhvr>
                                      <p:to>
                                        <p:strVal val="visible"/>
                                      </p:to>
                                    </p:set>
                                    <p:animEffect transition="in" filter="dissolve">
                                      <p:cBhvr>
                                        <p:cTn id="7" dur="500"/>
                                        <p:tgtEl>
                                          <p:spTgt spid="1577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1577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1986" name="Group 2"/>
          <p:cNvGrpSpPr>
            <a:grpSpLocks/>
          </p:cNvGrpSpPr>
          <p:nvPr/>
        </p:nvGrpSpPr>
        <p:grpSpPr bwMode="auto">
          <a:xfrm>
            <a:off x="3490913" y="3094038"/>
            <a:ext cx="4897437" cy="406400"/>
            <a:chOff x="2199" y="1949"/>
            <a:chExt cx="3085" cy="256"/>
          </a:xfrm>
        </p:grpSpPr>
        <p:sp>
          <p:nvSpPr>
            <p:cNvPr id="182275" name="WordArt 3"/>
            <p:cNvSpPr>
              <a:spLocks noChangeArrowheads="1" noChangeShapeType="1" noTextEdit="1"/>
            </p:cNvSpPr>
            <p:nvPr/>
          </p:nvSpPr>
          <p:spPr bwMode="auto">
            <a:xfrm>
              <a:off x="2199" y="2069"/>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1886</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2070" name="Text Box 4"/>
            <p:cNvSpPr txBox="1">
              <a:spLocks noChangeArrowheads="1"/>
            </p:cNvSpPr>
            <p:nvPr/>
          </p:nvSpPr>
          <p:spPr bwMode="auto">
            <a:xfrm>
              <a:off x="3424" y="1949"/>
              <a:ext cx="186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赫兹证明电磁波的存在</a:t>
              </a:r>
            </a:p>
          </p:txBody>
        </p:sp>
        <p:sp>
          <p:nvSpPr>
            <p:cNvPr id="42071" name="Line 5"/>
            <p:cNvSpPr>
              <a:spLocks noChangeShapeType="1"/>
            </p:cNvSpPr>
            <p:nvPr/>
          </p:nvSpPr>
          <p:spPr bwMode="auto">
            <a:xfrm>
              <a:off x="2835" y="216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1987" name="Rectangle 6"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1988" name="AutoShape 7"/>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1989" name="WordArt 8"/>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82281" name="WordArt 9"/>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41991" name="Group 10"/>
          <p:cNvGrpSpPr>
            <a:grpSpLocks/>
          </p:cNvGrpSpPr>
          <p:nvPr/>
        </p:nvGrpSpPr>
        <p:grpSpPr bwMode="auto">
          <a:xfrm>
            <a:off x="684213" y="5300663"/>
            <a:ext cx="6777037" cy="1368425"/>
            <a:chOff x="431" y="3339"/>
            <a:chExt cx="4269" cy="862"/>
          </a:xfrm>
        </p:grpSpPr>
        <p:sp>
          <p:nvSpPr>
            <p:cNvPr id="182283" name="WordArt 11"/>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2066" name="Text Box 12"/>
            <p:cNvSpPr txBox="1">
              <a:spLocks noChangeArrowheads="1"/>
            </p:cNvSpPr>
            <p:nvPr/>
          </p:nvSpPr>
          <p:spPr bwMode="auto">
            <a:xfrm>
              <a:off x="1519" y="3753"/>
              <a:ext cx="3181"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a:t>
              </a:r>
            </a:p>
          </p:txBody>
        </p:sp>
        <p:sp>
          <p:nvSpPr>
            <p:cNvPr id="42067" name="Line 13"/>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68" name="Line 14"/>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992" name="Group 15"/>
          <p:cNvGrpSpPr>
            <a:grpSpLocks/>
          </p:cNvGrpSpPr>
          <p:nvPr/>
        </p:nvGrpSpPr>
        <p:grpSpPr bwMode="auto">
          <a:xfrm>
            <a:off x="1042988" y="5013325"/>
            <a:ext cx="4183062" cy="782638"/>
            <a:chOff x="657" y="3158"/>
            <a:chExt cx="2635" cy="493"/>
          </a:xfrm>
        </p:grpSpPr>
        <p:sp>
          <p:nvSpPr>
            <p:cNvPr id="182288" name="WordArt 16"/>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2063" name="Text Box 17"/>
            <p:cNvSpPr txBox="1">
              <a:spLocks noChangeArrowheads="1"/>
            </p:cNvSpPr>
            <p:nvPr/>
          </p:nvSpPr>
          <p:spPr bwMode="auto">
            <a:xfrm>
              <a:off x="1882" y="3203"/>
              <a:ext cx="1410"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a:t>
              </a:r>
            </a:p>
          </p:txBody>
        </p:sp>
        <p:sp>
          <p:nvSpPr>
            <p:cNvPr id="42064" name="Line 18"/>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993" name="Group 19"/>
          <p:cNvGrpSpPr>
            <a:grpSpLocks/>
          </p:cNvGrpSpPr>
          <p:nvPr/>
        </p:nvGrpSpPr>
        <p:grpSpPr bwMode="auto">
          <a:xfrm>
            <a:off x="1619250" y="4724400"/>
            <a:ext cx="6553200" cy="711200"/>
            <a:chOff x="1020" y="2976"/>
            <a:chExt cx="4128" cy="448"/>
          </a:xfrm>
        </p:grpSpPr>
        <p:sp>
          <p:nvSpPr>
            <p:cNvPr id="182292" name="WordArt 20"/>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42060" name="Text Box 21"/>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42061" name="Line 22"/>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994" name="Group 23"/>
          <p:cNvGrpSpPr>
            <a:grpSpLocks/>
          </p:cNvGrpSpPr>
          <p:nvPr/>
        </p:nvGrpSpPr>
        <p:grpSpPr bwMode="auto">
          <a:xfrm>
            <a:off x="755650" y="3213100"/>
            <a:ext cx="1223963" cy="1368425"/>
            <a:chOff x="476" y="2024"/>
            <a:chExt cx="771" cy="862"/>
          </a:xfrm>
        </p:grpSpPr>
        <p:sp>
          <p:nvSpPr>
            <p:cNvPr id="42057" name="Text Box 24"/>
            <p:cNvSpPr txBox="1">
              <a:spLocks noChangeArrowheads="1"/>
            </p:cNvSpPr>
            <p:nvPr/>
          </p:nvSpPr>
          <p:spPr bwMode="auto">
            <a:xfrm>
              <a:off x="476" y="2024"/>
              <a:ext cx="766"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a:t>
              </a:r>
            </a:p>
          </p:txBody>
        </p:sp>
        <p:sp>
          <p:nvSpPr>
            <p:cNvPr id="42058" name="Line 25"/>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995" name="Group 26"/>
          <p:cNvGrpSpPr>
            <a:grpSpLocks/>
          </p:cNvGrpSpPr>
          <p:nvPr/>
        </p:nvGrpSpPr>
        <p:grpSpPr bwMode="auto">
          <a:xfrm>
            <a:off x="76200" y="3933825"/>
            <a:ext cx="1471613" cy="1295400"/>
            <a:chOff x="48" y="2478"/>
            <a:chExt cx="927" cy="816"/>
          </a:xfrm>
        </p:grpSpPr>
        <p:sp>
          <p:nvSpPr>
            <p:cNvPr id="42055" name="Text Box 27"/>
            <p:cNvSpPr txBox="1">
              <a:spLocks noChangeArrowheads="1"/>
            </p:cNvSpPr>
            <p:nvPr/>
          </p:nvSpPr>
          <p:spPr bwMode="auto">
            <a:xfrm>
              <a:off x="48" y="2478"/>
              <a:ext cx="927"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a:t>
              </a:r>
            </a:p>
            <a:p>
              <a:pPr algn="just" eaLnBrk="1" hangingPunct="1"/>
              <a:r>
                <a:rPr lang="zh-CN" altLang="en-US" sz="2000" b="1">
                  <a:solidFill>
                    <a:srgbClr val="006600"/>
                  </a:solidFill>
                </a:rPr>
                <a:t>    微积分</a:t>
              </a:r>
            </a:p>
          </p:txBody>
        </p:sp>
        <p:sp>
          <p:nvSpPr>
            <p:cNvPr id="42056" name="Line 28"/>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996" name="Group 29"/>
          <p:cNvGrpSpPr>
            <a:grpSpLocks/>
          </p:cNvGrpSpPr>
          <p:nvPr/>
        </p:nvGrpSpPr>
        <p:grpSpPr bwMode="auto">
          <a:xfrm>
            <a:off x="2051050" y="4221163"/>
            <a:ext cx="3744913" cy="406400"/>
            <a:chOff x="1292" y="2659"/>
            <a:chExt cx="2359" cy="256"/>
          </a:xfrm>
        </p:grpSpPr>
        <p:sp>
          <p:nvSpPr>
            <p:cNvPr id="182302" name="WordArt 30"/>
            <p:cNvSpPr>
              <a:spLocks noChangeArrowheads="1" noChangeShapeType="1" noTextEdit="1"/>
            </p:cNvSpPr>
            <p:nvPr/>
          </p:nvSpPr>
          <p:spPr bwMode="auto">
            <a:xfrm>
              <a:off x="1292" y="2704"/>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2053" name="Text Box 31"/>
            <p:cNvSpPr txBox="1">
              <a:spLocks noChangeArrowheads="1"/>
            </p:cNvSpPr>
            <p:nvPr/>
          </p:nvSpPr>
          <p:spPr bwMode="auto">
            <a:xfrm>
              <a:off x="2562" y="2659"/>
              <a:ext cx="1089"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伏特发明电堆</a:t>
              </a:r>
            </a:p>
          </p:txBody>
        </p:sp>
        <p:sp>
          <p:nvSpPr>
            <p:cNvPr id="42054" name="Line 32"/>
            <p:cNvSpPr>
              <a:spLocks noChangeShapeType="1"/>
            </p:cNvSpPr>
            <p:nvPr/>
          </p:nvSpPr>
          <p:spPr bwMode="auto">
            <a:xfrm>
              <a:off x="1927" y="279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997" name="Group 33"/>
          <p:cNvGrpSpPr>
            <a:grpSpLocks/>
          </p:cNvGrpSpPr>
          <p:nvPr/>
        </p:nvGrpSpPr>
        <p:grpSpPr bwMode="auto">
          <a:xfrm>
            <a:off x="2195513" y="3644900"/>
            <a:ext cx="6121400" cy="1016000"/>
            <a:chOff x="1383" y="2296"/>
            <a:chExt cx="3856" cy="640"/>
          </a:xfrm>
        </p:grpSpPr>
        <p:sp>
          <p:nvSpPr>
            <p:cNvPr id="182306" name="WordArt 34"/>
            <p:cNvSpPr>
              <a:spLocks noChangeArrowheads="1" noChangeShapeType="1" noTextEdit="1"/>
            </p:cNvSpPr>
            <p:nvPr/>
          </p:nvSpPr>
          <p:spPr bwMode="auto">
            <a:xfrm>
              <a:off x="1383" y="2523"/>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1820-30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2050" name="Text Box 35"/>
            <p:cNvSpPr txBox="1">
              <a:spLocks noChangeArrowheads="1"/>
            </p:cNvSpPr>
            <p:nvPr/>
          </p:nvSpPr>
          <p:spPr bwMode="auto">
            <a:xfrm>
              <a:off x="3787" y="2296"/>
              <a:ext cx="1452" cy="64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安培定律</a:t>
              </a:r>
            </a:p>
            <a:p>
              <a:pPr algn="just" eaLnBrk="1" hangingPunct="1"/>
              <a:r>
                <a:rPr lang="zh-CN" altLang="en-US" sz="2000" b="1">
                  <a:solidFill>
                    <a:srgbClr val="660066"/>
                  </a:solidFill>
                </a:rPr>
                <a:t>欧姆定律</a:t>
              </a:r>
            </a:p>
            <a:p>
              <a:pPr algn="just" eaLnBrk="1" hangingPunct="1"/>
              <a:r>
                <a:rPr lang="zh-CN" altLang="en-US" sz="2000" b="1">
                  <a:solidFill>
                    <a:srgbClr val="660066"/>
                  </a:solidFill>
                </a:rPr>
                <a:t>法拉第电磁感应</a:t>
              </a:r>
            </a:p>
          </p:txBody>
        </p:sp>
        <p:sp>
          <p:nvSpPr>
            <p:cNvPr id="42051" name="Line 36"/>
            <p:cNvSpPr>
              <a:spLocks noChangeShapeType="1"/>
            </p:cNvSpPr>
            <p:nvPr/>
          </p:nvSpPr>
          <p:spPr bwMode="auto">
            <a:xfrm>
              <a:off x="2290" y="2568"/>
              <a:ext cx="149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998" name="Group 37"/>
          <p:cNvGrpSpPr>
            <a:grpSpLocks/>
          </p:cNvGrpSpPr>
          <p:nvPr/>
        </p:nvGrpSpPr>
        <p:grpSpPr bwMode="auto">
          <a:xfrm>
            <a:off x="2700338" y="3573463"/>
            <a:ext cx="3024187" cy="466725"/>
            <a:chOff x="1701" y="2251"/>
            <a:chExt cx="1905" cy="294"/>
          </a:xfrm>
        </p:grpSpPr>
        <p:sp>
          <p:nvSpPr>
            <p:cNvPr id="182310" name="WordArt 38"/>
            <p:cNvSpPr>
              <a:spLocks noChangeArrowheads="1" noChangeShapeType="1" noTextEdit="1"/>
            </p:cNvSpPr>
            <p:nvPr/>
          </p:nvSpPr>
          <p:spPr bwMode="auto">
            <a:xfrm>
              <a:off x="1701" y="2341"/>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a:t>
              </a:r>
              <a:r>
                <a:rPr lang="zh-CN" altLang="en-US" kern="10">
                  <a:ln w="9525" cap="sq">
                    <a:solidFill>
                      <a:schemeClr val="tx1"/>
                    </a:solidFill>
                    <a:round/>
                    <a:headEnd type="none" w="sm" len="sm"/>
                    <a:tailEnd type="none" w="sm" len="sm"/>
                  </a:ln>
                  <a:solidFill>
                    <a:srgbClr val="FF0000"/>
                  </a:solidFill>
                  <a:latin typeface="宋体"/>
                  <a:ea typeface="宋体"/>
                </a:rPr>
                <a:t>世纪中叶</a:t>
              </a:r>
            </a:p>
          </p:txBody>
        </p:sp>
        <p:sp>
          <p:nvSpPr>
            <p:cNvPr id="42048" name="Text Box 39"/>
            <p:cNvSpPr txBox="1">
              <a:spLocks noChangeArrowheads="1"/>
            </p:cNvSpPr>
            <p:nvPr/>
          </p:nvSpPr>
          <p:spPr bwMode="auto">
            <a:xfrm>
              <a:off x="2608" y="2251"/>
              <a:ext cx="998" cy="29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400" b="1">
                  <a:solidFill>
                    <a:srgbClr val="A50021"/>
                  </a:solidFill>
                </a:rPr>
                <a:t>电磁理论</a:t>
              </a:r>
            </a:p>
          </p:txBody>
        </p:sp>
      </p:grpSp>
      <p:grpSp>
        <p:nvGrpSpPr>
          <p:cNvPr id="41999" name="Group 40"/>
          <p:cNvGrpSpPr>
            <a:grpSpLocks/>
          </p:cNvGrpSpPr>
          <p:nvPr/>
        </p:nvGrpSpPr>
        <p:grpSpPr bwMode="auto">
          <a:xfrm>
            <a:off x="1692275" y="2205038"/>
            <a:ext cx="1223963" cy="1368425"/>
            <a:chOff x="476" y="2024"/>
            <a:chExt cx="771" cy="862"/>
          </a:xfrm>
        </p:grpSpPr>
        <p:sp>
          <p:nvSpPr>
            <p:cNvPr id="42045" name="Text Box 41"/>
            <p:cNvSpPr txBox="1">
              <a:spLocks noChangeArrowheads="1"/>
            </p:cNvSpPr>
            <p:nvPr/>
          </p:nvSpPr>
          <p:spPr bwMode="auto">
            <a:xfrm>
              <a:off x="476" y="2024"/>
              <a:ext cx="766"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分析数学</a:t>
              </a:r>
            </a:p>
          </p:txBody>
        </p:sp>
        <p:sp>
          <p:nvSpPr>
            <p:cNvPr id="42046" name="Line 42"/>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2000" name="Text Box 43"/>
          <p:cNvSpPr txBox="1">
            <a:spLocks noChangeArrowheads="1"/>
          </p:cNvSpPr>
          <p:nvPr/>
        </p:nvSpPr>
        <p:spPr bwMode="auto">
          <a:xfrm>
            <a:off x="3132138" y="1052513"/>
            <a:ext cx="2159000" cy="10160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特征函数</a:t>
            </a:r>
          </a:p>
          <a:p>
            <a:pPr algn="just" eaLnBrk="1" hangingPunct="1"/>
            <a:r>
              <a:rPr lang="zh-CN" altLang="en-US" sz="2000" b="1">
                <a:solidFill>
                  <a:srgbClr val="006600"/>
                </a:solidFill>
              </a:rPr>
              <a:t>广义傅里叶展开</a:t>
            </a:r>
          </a:p>
          <a:p>
            <a:pPr algn="just" eaLnBrk="1" hangingPunct="1"/>
            <a:r>
              <a:rPr lang="zh-CN" altLang="en-US" sz="2000" b="1">
                <a:solidFill>
                  <a:srgbClr val="006600"/>
                </a:solidFill>
              </a:rPr>
              <a:t>抽象函数空间</a:t>
            </a:r>
          </a:p>
        </p:txBody>
      </p:sp>
      <p:grpSp>
        <p:nvGrpSpPr>
          <p:cNvPr id="42001" name="Group 44"/>
          <p:cNvGrpSpPr>
            <a:grpSpLocks/>
          </p:cNvGrpSpPr>
          <p:nvPr/>
        </p:nvGrpSpPr>
        <p:grpSpPr bwMode="auto">
          <a:xfrm>
            <a:off x="5148263" y="4508500"/>
            <a:ext cx="3276600" cy="1196975"/>
            <a:chOff x="3243" y="2840"/>
            <a:chExt cx="2064" cy="754"/>
          </a:xfrm>
        </p:grpSpPr>
        <p:sp>
          <p:nvSpPr>
            <p:cNvPr id="42043" name="AutoShape 45"/>
            <p:cNvSpPr>
              <a:spLocks noChangeArrowheads="1"/>
            </p:cNvSpPr>
            <p:nvPr/>
          </p:nvSpPr>
          <p:spPr bwMode="auto">
            <a:xfrm>
              <a:off x="3243" y="2840"/>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2044" name="Text Box 46"/>
            <p:cNvSpPr txBox="1">
              <a:spLocks noChangeArrowheads="1"/>
            </p:cNvSpPr>
            <p:nvPr/>
          </p:nvSpPr>
          <p:spPr bwMode="auto">
            <a:xfrm>
              <a:off x="3560" y="2996"/>
              <a:ext cx="14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000" b="1"/>
                <a:t>      </a:t>
              </a:r>
              <a:r>
                <a:rPr lang="zh-CN" altLang="en-US" sz="2400" b="1"/>
                <a:t>发电机</a:t>
              </a:r>
            </a:p>
            <a:p>
              <a:pPr algn="just" eaLnBrk="1" hangingPunct="1">
                <a:lnSpc>
                  <a:spcPct val="75000"/>
                </a:lnSpc>
              </a:pPr>
              <a:r>
                <a:rPr lang="zh-CN" altLang="en-US" sz="2000" b="1"/>
                <a:t>（</a:t>
              </a:r>
              <a:r>
                <a:rPr lang="en-US" altLang="zh-CN" sz="2000" b="1"/>
                <a:t>1831-</a:t>
              </a:r>
              <a:r>
                <a:rPr lang="zh-CN" altLang="en-US" sz="2000" b="1"/>
                <a:t>法拉第）</a:t>
              </a:r>
              <a:r>
                <a:rPr lang="zh-CN" altLang="en-US" sz="3200" b="1"/>
                <a:t> </a:t>
              </a:r>
            </a:p>
          </p:txBody>
        </p:sp>
      </p:grpSp>
      <p:grpSp>
        <p:nvGrpSpPr>
          <p:cNvPr id="42002" name="Group 47"/>
          <p:cNvGrpSpPr>
            <a:grpSpLocks/>
          </p:cNvGrpSpPr>
          <p:nvPr/>
        </p:nvGrpSpPr>
        <p:grpSpPr bwMode="auto">
          <a:xfrm>
            <a:off x="1979613" y="4508500"/>
            <a:ext cx="4537075" cy="1800225"/>
            <a:chOff x="1247" y="2840"/>
            <a:chExt cx="2858" cy="1134"/>
          </a:xfrm>
        </p:grpSpPr>
        <p:sp>
          <p:nvSpPr>
            <p:cNvPr id="42041" name="AutoShape 48"/>
            <p:cNvSpPr>
              <a:spLocks noChangeArrowheads="1"/>
            </p:cNvSpPr>
            <p:nvPr/>
          </p:nvSpPr>
          <p:spPr bwMode="auto">
            <a:xfrm>
              <a:off x="1247" y="2840"/>
              <a:ext cx="2858" cy="113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2042" name="Text Box 49"/>
            <p:cNvSpPr txBox="1">
              <a:spLocks noChangeArrowheads="1"/>
            </p:cNvSpPr>
            <p:nvPr/>
          </p:nvSpPr>
          <p:spPr bwMode="auto">
            <a:xfrm>
              <a:off x="1792" y="3112"/>
              <a:ext cx="1914" cy="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电报</a:t>
              </a:r>
            </a:p>
            <a:p>
              <a:pPr algn="just" eaLnBrk="1" hangingPunct="1">
                <a:lnSpc>
                  <a:spcPct val="75000"/>
                </a:lnSpc>
              </a:pPr>
              <a:r>
                <a:rPr lang="zh-CN" altLang="en-US" sz="2000" b="1"/>
                <a:t>（</a:t>
              </a:r>
              <a:r>
                <a:rPr lang="en-US" altLang="zh-CN" sz="2000" b="1"/>
                <a:t>1837-</a:t>
              </a:r>
              <a:r>
                <a:rPr lang="zh-CN" altLang="en-US" sz="2000" b="1"/>
                <a:t>库克</a:t>
              </a:r>
              <a:r>
                <a:rPr lang="en-US" altLang="zh-CN" sz="2000" b="1"/>
                <a:t>&amp;</a:t>
              </a:r>
              <a:r>
                <a:rPr lang="zh-CN" altLang="en-US" sz="2000" b="1"/>
                <a:t>维特专利</a:t>
              </a:r>
            </a:p>
            <a:p>
              <a:pPr algn="just" eaLnBrk="1" hangingPunct="1">
                <a:lnSpc>
                  <a:spcPct val="75000"/>
                </a:lnSpc>
              </a:pPr>
              <a:r>
                <a:rPr lang="zh-CN" altLang="en-US" sz="2000" b="1"/>
                <a:t>        </a:t>
              </a:r>
              <a:r>
                <a:rPr lang="en-US" altLang="zh-CN" sz="2000" b="1"/>
                <a:t>1844-</a:t>
              </a:r>
              <a:r>
                <a:rPr lang="zh-CN" altLang="en-US" sz="2000" b="1"/>
                <a:t>摩尔斯实现）</a:t>
              </a:r>
              <a:r>
                <a:rPr lang="zh-CN" altLang="en-US" sz="3200" b="1"/>
                <a:t> </a:t>
              </a:r>
            </a:p>
          </p:txBody>
        </p:sp>
      </p:grpSp>
      <p:grpSp>
        <p:nvGrpSpPr>
          <p:cNvPr id="42003" name="Group 50"/>
          <p:cNvGrpSpPr>
            <a:grpSpLocks/>
          </p:cNvGrpSpPr>
          <p:nvPr/>
        </p:nvGrpSpPr>
        <p:grpSpPr bwMode="auto">
          <a:xfrm>
            <a:off x="5867400" y="5445125"/>
            <a:ext cx="3276600" cy="1196975"/>
            <a:chOff x="3696" y="3430"/>
            <a:chExt cx="2064" cy="754"/>
          </a:xfrm>
        </p:grpSpPr>
        <p:sp>
          <p:nvSpPr>
            <p:cNvPr id="42039" name="AutoShape 51"/>
            <p:cNvSpPr>
              <a:spLocks noChangeArrowheads="1"/>
            </p:cNvSpPr>
            <p:nvPr/>
          </p:nvSpPr>
          <p:spPr bwMode="auto">
            <a:xfrm>
              <a:off x="3696" y="3430"/>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2040" name="Text Box 52"/>
            <p:cNvSpPr txBox="1">
              <a:spLocks noChangeArrowheads="1"/>
            </p:cNvSpPr>
            <p:nvPr/>
          </p:nvSpPr>
          <p:spPr bwMode="auto">
            <a:xfrm>
              <a:off x="4059" y="3612"/>
              <a:ext cx="1240"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t>      </a:t>
              </a:r>
              <a:r>
                <a:rPr lang="zh-CN" altLang="en-US" sz="2400" b="1"/>
                <a:t>电话</a:t>
              </a:r>
            </a:p>
            <a:p>
              <a:pPr algn="just" eaLnBrk="1" hangingPunct="1">
                <a:lnSpc>
                  <a:spcPct val="65000"/>
                </a:lnSpc>
              </a:pPr>
              <a:r>
                <a:rPr lang="zh-CN" altLang="en-US" sz="2000" b="1"/>
                <a:t>（</a:t>
              </a:r>
              <a:r>
                <a:rPr lang="en-US" altLang="zh-CN" sz="2000" b="1"/>
                <a:t>1876-</a:t>
              </a:r>
              <a:r>
                <a:rPr lang="zh-CN" altLang="en-US" sz="2000" b="1"/>
                <a:t>贝尔）</a:t>
              </a:r>
              <a:r>
                <a:rPr lang="zh-CN" altLang="en-US" sz="3200" b="1"/>
                <a:t> </a:t>
              </a:r>
            </a:p>
          </p:txBody>
        </p:sp>
      </p:grpSp>
      <p:grpSp>
        <p:nvGrpSpPr>
          <p:cNvPr id="42004" name="Group 53"/>
          <p:cNvGrpSpPr>
            <a:grpSpLocks/>
          </p:cNvGrpSpPr>
          <p:nvPr/>
        </p:nvGrpSpPr>
        <p:grpSpPr bwMode="auto">
          <a:xfrm>
            <a:off x="755650" y="3644900"/>
            <a:ext cx="3276600" cy="1196975"/>
            <a:chOff x="0" y="527"/>
            <a:chExt cx="2064" cy="754"/>
          </a:xfrm>
        </p:grpSpPr>
        <p:sp>
          <p:nvSpPr>
            <p:cNvPr id="42037" name="AutoShape 54"/>
            <p:cNvSpPr>
              <a:spLocks noChangeArrowheads="1"/>
            </p:cNvSpPr>
            <p:nvPr/>
          </p:nvSpPr>
          <p:spPr bwMode="auto">
            <a:xfrm>
              <a:off x="0" y="527"/>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2038" name="Text Box 55"/>
            <p:cNvSpPr txBox="1">
              <a:spLocks noChangeArrowheads="1"/>
            </p:cNvSpPr>
            <p:nvPr/>
          </p:nvSpPr>
          <p:spPr bwMode="auto">
            <a:xfrm>
              <a:off x="436" y="709"/>
              <a:ext cx="14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变压器</a:t>
              </a:r>
            </a:p>
            <a:p>
              <a:pPr algn="just" eaLnBrk="1" hangingPunct="1">
                <a:lnSpc>
                  <a:spcPct val="75000"/>
                </a:lnSpc>
              </a:pPr>
              <a:r>
                <a:rPr lang="zh-CN" altLang="en-US" sz="2000" b="1"/>
                <a:t>（</a:t>
              </a:r>
              <a:r>
                <a:rPr lang="en-US" altLang="zh-CN" sz="2000" b="1"/>
                <a:t>1885-</a:t>
              </a:r>
              <a:r>
                <a:rPr lang="zh-CN" altLang="en-US" sz="2000" b="1"/>
                <a:t>斯坦利）</a:t>
              </a:r>
              <a:r>
                <a:rPr lang="zh-CN" altLang="en-US" sz="3200" b="1"/>
                <a:t> </a:t>
              </a:r>
            </a:p>
          </p:txBody>
        </p:sp>
      </p:grpSp>
      <p:grpSp>
        <p:nvGrpSpPr>
          <p:cNvPr id="42005" name="Group 56"/>
          <p:cNvGrpSpPr>
            <a:grpSpLocks/>
          </p:cNvGrpSpPr>
          <p:nvPr/>
        </p:nvGrpSpPr>
        <p:grpSpPr bwMode="auto">
          <a:xfrm>
            <a:off x="287338" y="5229225"/>
            <a:ext cx="3276600" cy="1196975"/>
            <a:chOff x="0" y="482"/>
            <a:chExt cx="2064" cy="754"/>
          </a:xfrm>
        </p:grpSpPr>
        <p:sp>
          <p:nvSpPr>
            <p:cNvPr id="42035" name="AutoShape 57"/>
            <p:cNvSpPr>
              <a:spLocks noChangeArrowheads="1"/>
            </p:cNvSpPr>
            <p:nvPr/>
          </p:nvSpPr>
          <p:spPr bwMode="auto">
            <a:xfrm>
              <a:off x="0" y="482"/>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2036" name="Text Box 58"/>
            <p:cNvSpPr txBox="1">
              <a:spLocks noChangeArrowheads="1"/>
            </p:cNvSpPr>
            <p:nvPr/>
          </p:nvSpPr>
          <p:spPr bwMode="auto">
            <a:xfrm>
              <a:off x="345" y="618"/>
              <a:ext cx="14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电灯</a:t>
              </a:r>
            </a:p>
            <a:p>
              <a:pPr algn="just" eaLnBrk="1" hangingPunct="1">
                <a:lnSpc>
                  <a:spcPct val="75000"/>
                </a:lnSpc>
              </a:pPr>
              <a:r>
                <a:rPr lang="zh-CN" altLang="en-US" sz="2000" b="1"/>
                <a:t>（</a:t>
              </a:r>
              <a:r>
                <a:rPr lang="en-US" altLang="zh-CN" sz="2000" b="1"/>
                <a:t>1879-</a:t>
              </a:r>
              <a:r>
                <a:rPr lang="zh-CN" altLang="en-US" sz="2000" b="1"/>
                <a:t>爱迪生）</a:t>
              </a:r>
              <a:r>
                <a:rPr lang="zh-CN" altLang="en-US" sz="3200" b="1"/>
                <a:t> </a:t>
              </a:r>
            </a:p>
          </p:txBody>
        </p:sp>
      </p:grpSp>
      <p:grpSp>
        <p:nvGrpSpPr>
          <p:cNvPr id="42006" name="Group 59"/>
          <p:cNvGrpSpPr>
            <a:grpSpLocks/>
          </p:cNvGrpSpPr>
          <p:nvPr/>
        </p:nvGrpSpPr>
        <p:grpSpPr bwMode="auto">
          <a:xfrm>
            <a:off x="2232025" y="3240088"/>
            <a:ext cx="3276600" cy="1196975"/>
            <a:chOff x="0" y="527"/>
            <a:chExt cx="2064" cy="754"/>
          </a:xfrm>
        </p:grpSpPr>
        <p:sp>
          <p:nvSpPr>
            <p:cNvPr id="42033" name="AutoShape 60"/>
            <p:cNvSpPr>
              <a:spLocks noChangeArrowheads="1"/>
            </p:cNvSpPr>
            <p:nvPr/>
          </p:nvSpPr>
          <p:spPr bwMode="auto">
            <a:xfrm>
              <a:off x="0" y="527"/>
              <a:ext cx="2064" cy="754"/>
            </a:xfrm>
            <a:prstGeom prst="irregularSeal1">
              <a:avLst/>
            </a:prstGeom>
            <a:gradFill rotWithShape="1">
              <a:gsLst>
                <a:gs pos="0">
                  <a:srgbClr val="FF00FF"/>
                </a:gs>
                <a:gs pos="50000">
                  <a:srgbClr val="FFEFFF"/>
                </a:gs>
                <a:gs pos="100000">
                  <a:srgbClr val="FF00FF"/>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2034" name="Text Box 61"/>
            <p:cNvSpPr txBox="1">
              <a:spLocks noChangeArrowheads="1"/>
            </p:cNvSpPr>
            <p:nvPr/>
          </p:nvSpPr>
          <p:spPr bwMode="auto">
            <a:xfrm>
              <a:off x="415" y="709"/>
              <a:ext cx="1327"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交流输电系统</a:t>
              </a:r>
            </a:p>
            <a:p>
              <a:pPr algn="just" eaLnBrk="1" hangingPunct="1">
                <a:lnSpc>
                  <a:spcPct val="75000"/>
                </a:lnSpc>
              </a:pPr>
              <a:r>
                <a:rPr lang="zh-CN" altLang="en-US" sz="2000" b="1"/>
                <a:t>（</a:t>
              </a:r>
              <a:r>
                <a:rPr lang="en-US" altLang="zh-CN" sz="2000" b="1"/>
                <a:t>1890-</a:t>
              </a:r>
              <a:r>
                <a:rPr lang="zh-CN" altLang="en-US" sz="2000" b="1"/>
                <a:t>美国）</a:t>
              </a:r>
              <a:r>
                <a:rPr lang="zh-CN" altLang="en-US" sz="3200" b="1"/>
                <a:t> </a:t>
              </a:r>
            </a:p>
          </p:txBody>
        </p:sp>
      </p:grpSp>
      <p:grpSp>
        <p:nvGrpSpPr>
          <p:cNvPr id="42007" name="Group 62"/>
          <p:cNvGrpSpPr>
            <a:grpSpLocks/>
          </p:cNvGrpSpPr>
          <p:nvPr/>
        </p:nvGrpSpPr>
        <p:grpSpPr bwMode="auto">
          <a:xfrm>
            <a:off x="4643438" y="3429000"/>
            <a:ext cx="3924300" cy="1512888"/>
            <a:chOff x="0" y="527"/>
            <a:chExt cx="2472" cy="953"/>
          </a:xfrm>
        </p:grpSpPr>
        <p:sp>
          <p:nvSpPr>
            <p:cNvPr id="42031" name="AutoShape 63"/>
            <p:cNvSpPr>
              <a:spLocks noChangeArrowheads="1"/>
            </p:cNvSpPr>
            <p:nvPr/>
          </p:nvSpPr>
          <p:spPr bwMode="auto">
            <a:xfrm>
              <a:off x="0" y="527"/>
              <a:ext cx="2472" cy="953"/>
            </a:xfrm>
            <a:prstGeom prst="irregularSeal1">
              <a:avLst/>
            </a:prstGeom>
            <a:gradFill rotWithShape="1">
              <a:gsLst>
                <a:gs pos="0">
                  <a:srgbClr val="FF00FF"/>
                </a:gs>
                <a:gs pos="50000">
                  <a:srgbClr val="FFEFFF"/>
                </a:gs>
                <a:gs pos="100000">
                  <a:srgbClr val="FF00FF"/>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2032" name="Text Box 64"/>
            <p:cNvSpPr txBox="1">
              <a:spLocks noChangeArrowheads="1"/>
            </p:cNvSpPr>
            <p:nvPr/>
          </p:nvSpPr>
          <p:spPr bwMode="auto">
            <a:xfrm>
              <a:off x="22" y="792"/>
              <a:ext cx="2222"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en-US" altLang="zh-CN" sz="2400" b="1"/>
                <a:t>              </a:t>
              </a:r>
              <a:r>
                <a:rPr lang="zh-CN" altLang="en-US" sz="2400" b="1"/>
                <a:t>无线通信</a:t>
              </a:r>
            </a:p>
            <a:p>
              <a:pPr algn="just" eaLnBrk="1" hangingPunct="1">
                <a:lnSpc>
                  <a:spcPct val="75000"/>
                </a:lnSpc>
              </a:pPr>
              <a:r>
                <a:rPr lang="zh-CN" altLang="en-US" sz="2000" b="1"/>
                <a:t>（</a:t>
              </a:r>
              <a:r>
                <a:rPr lang="en-US" altLang="zh-CN" sz="2000" b="1"/>
                <a:t>1895-96 </a:t>
              </a:r>
              <a:r>
                <a:rPr lang="zh-CN" altLang="en-US" sz="2000" b="1"/>
                <a:t>马可尼</a:t>
              </a:r>
              <a:r>
                <a:rPr lang="en-US" altLang="zh-CN" sz="2000" b="1"/>
                <a:t>&amp;</a:t>
              </a:r>
              <a:r>
                <a:rPr lang="zh-CN" altLang="en-US" sz="2000" b="1"/>
                <a:t>波波夫）</a:t>
              </a:r>
              <a:r>
                <a:rPr lang="zh-CN" altLang="en-US" sz="3200" b="1"/>
                <a:t> </a:t>
              </a:r>
            </a:p>
          </p:txBody>
        </p:sp>
      </p:grpSp>
      <p:grpSp>
        <p:nvGrpSpPr>
          <p:cNvPr id="42008" name="Group 65"/>
          <p:cNvGrpSpPr>
            <a:grpSpLocks/>
          </p:cNvGrpSpPr>
          <p:nvPr/>
        </p:nvGrpSpPr>
        <p:grpSpPr bwMode="auto">
          <a:xfrm>
            <a:off x="4140200" y="2492375"/>
            <a:ext cx="4752975" cy="708025"/>
            <a:chOff x="2608" y="1570"/>
            <a:chExt cx="2994" cy="446"/>
          </a:xfrm>
        </p:grpSpPr>
        <p:sp>
          <p:nvSpPr>
            <p:cNvPr id="182338" name="WordArt 66"/>
            <p:cNvSpPr>
              <a:spLocks noChangeArrowheads="1" noChangeShapeType="1" noTextEdit="1"/>
            </p:cNvSpPr>
            <p:nvPr/>
          </p:nvSpPr>
          <p:spPr bwMode="auto">
            <a:xfrm>
              <a:off x="2608" y="1752"/>
              <a:ext cx="68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1896-7</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2029" name="Text Box 67"/>
            <p:cNvSpPr txBox="1">
              <a:spLocks noChangeArrowheads="1"/>
            </p:cNvSpPr>
            <p:nvPr/>
          </p:nvSpPr>
          <p:spPr bwMode="auto">
            <a:xfrm>
              <a:off x="3742" y="1570"/>
              <a:ext cx="1860" cy="44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洛伦兹提出电子论</a:t>
              </a:r>
            </a:p>
            <a:p>
              <a:pPr algn="just" eaLnBrk="1" hangingPunct="1"/>
              <a:r>
                <a:rPr lang="en-US" altLang="zh-CN" sz="2000" b="1" dirty="0">
                  <a:solidFill>
                    <a:srgbClr val="660066"/>
                  </a:solidFill>
                </a:rPr>
                <a:t>J.J.</a:t>
              </a:r>
              <a:r>
                <a:rPr lang="zh-CN" altLang="en-US" sz="2000" b="1" dirty="0">
                  <a:solidFill>
                    <a:srgbClr val="660066"/>
                  </a:solidFill>
                </a:rPr>
                <a:t>汤姆生证明电子存在</a:t>
              </a:r>
            </a:p>
          </p:txBody>
        </p:sp>
        <p:sp>
          <p:nvSpPr>
            <p:cNvPr id="42030" name="Line 68"/>
            <p:cNvSpPr>
              <a:spLocks noChangeShapeType="1"/>
            </p:cNvSpPr>
            <p:nvPr/>
          </p:nvSpPr>
          <p:spPr bwMode="auto">
            <a:xfrm>
              <a:off x="3334" y="1842"/>
              <a:ext cx="40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2009" name="Group 74"/>
          <p:cNvGrpSpPr>
            <a:grpSpLocks/>
          </p:cNvGrpSpPr>
          <p:nvPr/>
        </p:nvGrpSpPr>
        <p:grpSpPr bwMode="auto">
          <a:xfrm>
            <a:off x="6119813" y="2924175"/>
            <a:ext cx="3276600" cy="1196975"/>
            <a:chOff x="3696" y="3430"/>
            <a:chExt cx="2064" cy="754"/>
          </a:xfrm>
        </p:grpSpPr>
        <p:sp>
          <p:nvSpPr>
            <p:cNvPr id="42026" name="AutoShape 75"/>
            <p:cNvSpPr>
              <a:spLocks noChangeArrowheads="1"/>
            </p:cNvSpPr>
            <p:nvPr/>
          </p:nvSpPr>
          <p:spPr bwMode="auto">
            <a:xfrm>
              <a:off x="3696" y="3430"/>
              <a:ext cx="2064" cy="754"/>
            </a:xfrm>
            <a:prstGeom prst="irregularSeal1">
              <a:avLst/>
            </a:prstGeom>
            <a:gradFill rotWithShape="1">
              <a:gsLst>
                <a:gs pos="0">
                  <a:srgbClr val="00FF00"/>
                </a:gs>
                <a:gs pos="50000">
                  <a:srgbClr val="FFFFFF"/>
                </a:gs>
                <a:gs pos="100000">
                  <a:srgbClr val="00FF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2027" name="Text Box 76"/>
            <p:cNvSpPr txBox="1">
              <a:spLocks noChangeArrowheads="1"/>
            </p:cNvSpPr>
            <p:nvPr/>
          </p:nvSpPr>
          <p:spPr bwMode="auto">
            <a:xfrm>
              <a:off x="4059" y="3612"/>
              <a:ext cx="1540"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t>       </a:t>
              </a:r>
              <a:r>
                <a:rPr lang="zh-CN" altLang="en-US" sz="2400" b="1"/>
                <a:t>电影机</a:t>
              </a:r>
            </a:p>
            <a:p>
              <a:pPr algn="just" eaLnBrk="1" hangingPunct="1">
                <a:lnSpc>
                  <a:spcPct val="65000"/>
                </a:lnSpc>
              </a:pPr>
              <a:r>
                <a:rPr lang="zh-CN" altLang="en-US" sz="2000" b="1"/>
                <a:t>（</a:t>
              </a:r>
              <a:r>
                <a:rPr lang="en-US" altLang="zh-CN" sz="2000" b="1"/>
                <a:t>1895-Lumiere</a:t>
              </a:r>
              <a:r>
                <a:rPr lang="zh-CN" altLang="en-US" sz="2000" b="1"/>
                <a:t>）</a:t>
              </a:r>
              <a:r>
                <a:rPr lang="zh-CN" altLang="en-US" sz="3200" b="1"/>
                <a:t> </a:t>
              </a:r>
            </a:p>
          </p:txBody>
        </p:sp>
      </p:grpSp>
      <p:grpSp>
        <p:nvGrpSpPr>
          <p:cNvPr id="42010" name="Group 77"/>
          <p:cNvGrpSpPr>
            <a:grpSpLocks/>
          </p:cNvGrpSpPr>
          <p:nvPr/>
        </p:nvGrpSpPr>
        <p:grpSpPr bwMode="auto">
          <a:xfrm>
            <a:off x="971550" y="692150"/>
            <a:ext cx="3313113" cy="1223963"/>
            <a:chOff x="612" y="436"/>
            <a:chExt cx="2087" cy="771"/>
          </a:xfrm>
        </p:grpSpPr>
        <p:sp>
          <p:nvSpPr>
            <p:cNvPr id="42024" name="AutoShape 78"/>
            <p:cNvSpPr>
              <a:spLocks noChangeArrowheads="1"/>
            </p:cNvSpPr>
            <p:nvPr/>
          </p:nvSpPr>
          <p:spPr bwMode="auto">
            <a:xfrm>
              <a:off x="612" y="436"/>
              <a:ext cx="2087" cy="771"/>
            </a:xfrm>
            <a:prstGeom prst="irregularSeal1">
              <a:avLst/>
            </a:prstGeom>
            <a:gradFill rotWithShape="1">
              <a:gsLst>
                <a:gs pos="0">
                  <a:srgbClr val="FF6600"/>
                </a:gs>
                <a:gs pos="50000">
                  <a:srgbClr val="FFF9F5"/>
                </a:gs>
                <a:gs pos="100000">
                  <a:srgbClr val="FF66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2025" name="Text Box 79"/>
            <p:cNvSpPr txBox="1">
              <a:spLocks noChangeArrowheads="1"/>
            </p:cNvSpPr>
            <p:nvPr/>
          </p:nvSpPr>
          <p:spPr bwMode="auto">
            <a:xfrm>
              <a:off x="1053" y="698"/>
              <a:ext cx="14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zh-CN" altLang="en-US" sz="2400" b="1"/>
                <a:t>晶体管</a:t>
              </a:r>
              <a:r>
                <a:rPr lang="zh-CN" altLang="en-US" sz="2000" b="1"/>
                <a:t>（</a:t>
              </a:r>
              <a:r>
                <a:rPr lang="en-US" altLang="zh-CN" sz="2000" b="1"/>
                <a:t>1947</a:t>
              </a:r>
              <a:r>
                <a:rPr lang="zh-CN" altLang="en-US" sz="2000" b="1"/>
                <a:t>） </a:t>
              </a:r>
            </a:p>
          </p:txBody>
        </p:sp>
      </p:grpSp>
      <p:grpSp>
        <p:nvGrpSpPr>
          <p:cNvPr id="42011" name="Group 81"/>
          <p:cNvGrpSpPr>
            <a:grpSpLocks/>
          </p:cNvGrpSpPr>
          <p:nvPr/>
        </p:nvGrpSpPr>
        <p:grpSpPr bwMode="auto">
          <a:xfrm>
            <a:off x="468313" y="1557338"/>
            <a:ext cx="5041900" cy="1655762"/>
            <a:chOff x="-341" y="527"/>
            <a:chExt cx="3176" cy="1043"/>
          </a:xfrm>
        </p:grpSpPr>
        <p:sp>
          <p:nvSpPr>
            <p:cNvPr id="42022" name="AutoShape 82"/>
            <p:cNvSpPr>
              <a:spLocks noChangeArrowheads="1"/>
            </p:cNvSpPr>
            <p:nvPr/>
          </p:nvSpPr>
          <p:spPr bwMode="auto">
            <a:xfrm>
              <a:off x="-341" y="527"/>
              <a:ext cx="3176" cy="1043"/>
            </a:xfrm>
            <a:prstGeom prst="irregularSeal1">
              <a:avLst/>
            </a:prstGeom>
            <a:gradFill rotWithShape="1">
              <a:gsLst>
                <a:gs pos="0">
                  <a:srgbClr val="FF6600"/>
                </a:gs>
                <a:gs pos="50000">
                  <a:srgbClr val="FFF9F5"/>
                </a:gs>
                <a:gs pos="100000">
                  <a:srgbClr val="FF6600"/>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2023" name="Text Box 83"/>
            <p:cNvSpPr txBox="1">
              <a:spLocks noChangeArrowheads="1"/>
            </p:cNvSpPr>
            <p:nvPr/>
          </p:nvSpPr>
          <p:spPr bwMode="auto">
            <a:xfrm>
              <a:off x="-47" y="789"/>
              <a:ext cx="245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zh-CN" altLang="en-US" sz="2400" b="1"/>
                <a:t>电子二极管</a:t>
              </a:r>
              <a:r>
                <a:rPr lang="zh-CN" altLang="en-US" sz="2000" b="1"/>
                <a:t>（</a:t>
              </a:r>
              <a:r>
                <a:rPr lang="en-US" altLang="zh-CN" sz="2000" b="1"/>
                <a:t>1904-</a:t>
              </a:r>
              <a:r>
                <a:rPr lang="zh-CN" altLang="en-US" sz="2000" b="1"/>
                <a:t>弗莱明）</a:t>
              </a:r>
            </a:p>
            <a:p>
              <a:pPr algn="just" eaLnBrk="1" hangingPunct="1">
                <a:lnSpc>
                  <a:spcPct val="75000"/>
                </a:lnSpc>
              </a:pPr>
              <a:r>
                <a:rPr lang="zh-CN" altLang="en-US" sz="2400" b="1"/>
                <a:t>电子三极管</a:t>
              </a:r>
              <a:r>
                <a:rPr lang="zh-CN" altLang="en-US" sz="2000" b="1"/>
                <a:t>（</a:t>
              </a:r>
              <a:r>
                <a:rPr lang="en-US" altLang="zh-CN" sz="2000" b="1"/>
                <a:t>1906-</a:t>
              </a:r>
              <a:r>
                <a:rPr lang="zh-CN" altLang="en-US" sz="2000" b="1"/>
                <a:t>福雷斯特）</a:t>
              </a:r>
            </a:p>
          </p:txBody>
        </p:sp>
      </p:grpSp>
      <p:sp>
        <p:nvSpPr>
          <p:cNvPr id="42012" name="Rectangle 84"/>
          <p:cNvSpPr>
            <a:spLocks noGrp="1" noChangeArrowheads="1"/>
          </p:cNvSpPr>
          <p:nvPr>
            <p:ph type="title"/>
          </p:nvPr>
        </p:nvSpPr>
        <p:spPr>
          <a:xfrm>
            <a:off x="457200" y="-100013"/>
            <a:ext cx="8229600" cy="1143001"/>
          </a:xfrm>
          <a:noFill/>
        </p:spPr>
        <p:txBody>
          <a:bodyPr/>
          <a:lstStyle/>
          <a:p>
            <a:pPr eaLnBrk="1" hangingPunct="1"/>
            <a:r>
              <a:rPr lang="zh-CN" altLang="en-US" sz="4800" b="0">
                <a:ea typeface="隶书" pitchFamily="49" charset="-122"/>
              </a:rPr>
              <a:t>人类利用电与磁的历史</a:t>
            </a:r>
          </a:p>
        </p:txBody>
      </p:sp>
      <p:grpSp>
        <p:nvGrpSpPr>
          <p:cNvPr id="182360" name="Group 88"/>
          <p:cNvGrpSpPr>
            <a:grpSpLocks/>
          </p:cNvGrpSpPr>
          <p:nvPr/>
        </p:nvGrpSpPr>
        <p:grpSpPr bwMode="auto">
          <a:xfrm>
            <a:off x="5830888" y="765175"/>
            <a:ext cx="3313112" cy="1223963"/>
            <a:chOff x="3673" y="482"/>
            <a:chExt cx="2087" cy="771"/>
          </a:xfrm>
        </p:grpSpPr>
        <p:sp>
          <p:nvSpPr>
            <p:cNvPr id="42020" name="AutoShape 86"/>
            <p:cNvSpPr>
              <a:spLocks noChangeArrowheads="1"/>
            </p:cNvSpPr>
            <p:nvPr/>
          </p:nvSpPr>
          <p:spPr bwMode="auto">
            <a:xfrm>
              <a:off x="3673" y="482"/>
              <a:ext cx="2087" cy="771"/>
            </a:xfrm>
            <a:prstGeom prst="irregularSeal1">
              <a:avLst/>
            </a:prstGeom>
            <a:gradFill rotWithShape="1">
              <a:gsLst>
                <a:gs pos="0">
                  <a:srgbClr val="FF0000"/>
                </a:gs>
                <a:gs pos="50000">
                  <a:srgbClr val="FFFFFF"/>
                </a:gs>
                <a:gs pos="100000">
                  <a:srgbClr val="FF0000"/>
                </a:gs>
              </a:gsLst>
              <a:lin ang="5400000" scaled="1"/>
            </a:gradFill>
            <a:ln>
              <a:noFill/>
            </a:ln>
            <a:effectLst/>
            <a:extLst>
              <a:ext uri="{91240B29-F687-4F45-9708-019B960494DF}">
                <a14:hiddenLine xmlns:a14="http://schemas.microsoft.com/office/drawing/2010/main" w="9525" algn="ctr">
                  <a:solidFill>
                    <a:srgbClr val="66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2021" name="Text Box 87"/>
            <p:cNvSpPr txBox="1">
              <a:spLocks noChangeArrowheads="1"/>
            </p:cNvSpPr>
            <p:nvPr/>
          </p:nvSpPr>
          <p:spPr bwMode="auto">
            <a:xfrm>
              <a:off x="4114" y="744"/>
              <a:ext cx="1417" cy="231"/>
            </a:xfrm>
            <a:prstGeom prst="rect">
              <a:avLst/>
            </a:prstGeom>
            <a:noFill/>
            <a:ln>
              <a:noFill/>
            </a:ln>
            <a:effectLst/>
            <a:extLst>
              <a:ext uri="{909E8E84-426E-40DD-AFC4-6F175D3DCCD1}">
                <a14:hiddenFill xmlns:a14="http://schemas.microsoft.com/office/drawing/2010/main">
                  <a:gradFill rotWithShape="1">
                    <a:gsLst>
                      <a:gs pos="0">
                        <a:srgbClr val="990033"/>
                      </a:gs>
                      <a:gs pos="50000">
                        <a:srgbClr val="E2B6C5"/>
                      </a:gs>
                      <a:gs pos="100000">
                        <a:srgbClr val="990033"/>
                      </a:gs>
                    </a:gsLst>
                    <a:lin ang="5400000" scaled="1"/>
                  </a:gra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75000"/>
                </a:lnSpc>
              </a:pPr>
              <a:r>
                <a:rPr lang="zh-CN" altLang="en-US" sz="2400" b="1"/>
                <a:t>激光器</a:t>
              </a:r>
              <a:r>
                <a:rPr lang="zh-CN" altLang="en-US" sz="2000" b="1"/>
                <a:t>（</a:t>
              </a:r>
              <a:r>
                <a:rPr lang="en-US" altLang="zh-CN" sz="2000" b="1"/>
                <a:t>1960</a:t>
              </a:r>
              <a:r>
                <a:rPr lang="zh-CN" altLang="en-US" sz="2000" b="1"/>
                <a:t>） </a:t>
              </a:r>
            </a:p>
          </p:txBody>
        </p:sp>
      </p:grpSp>
      <p:sp>
        <p:nvSpPr>
          <p:cNvPr id="182361" name="Rectangle 89"/>
          <p:cNvSpPr>
            <a:spLocks noChangeArrowheads="1"/>
          </p:cNvSpPr>
          <p:nvPr/>
        </p:nvSpPr>
        <p:spPr bwMode="auto">
          <a:xfrm>
            <a:off x="6659563" y="2133600"/>
            <a:ext cx="2233612" cy="358775"/>
          </a:xfrm>
          <a:prstGeom prst="rect">
            <a:avLst/>
          </a:prstGeom>
          <a:solidFill>
            <a:srgbClr val="FFFF66"/>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grpSp>
        <p:nvGrpSpPr>
          <p:cNvPr id="42015" name="Group 69"/>
          <p:cNvGrpSpPr>
            <a:grpSpLocks/>
          </p:cNvGrpSpPr>
          <p:nvPr/>
        </p:nvGrpSpPr>
        <p:grpSpPr bwMode="auto">
          <a:xfrm>
            <a:off x="4930775" y="2132013"/>
            <a:ext cx="4068763" cy="406400"/>
            <a:chOff x="3106" y="1343"/>
            <a:chExt cx="2563" cy="256"/>
          </a:xfrm>
        </p:grpSpPr>
        <p:sp>
          <p:nvSpPr>
            <p:cNvPr id="42016" name="Line 70"/>
            <p:cNvSpPr>
              <a:spLocks noChangeShapeType="1"/>
            </p:cNvSpPr>
            <p:nvPr/>
          </p:nvSpPr>
          <p:spPr bwMode="auto">
            <a:xfrm>
              <a:off x="3696" y="152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2017" name="Group 71"/>
            <p:cNvGrpSpPr>
              <a:grpSpLocks/>
            </p:cNvGrpSpPr>
            <p:nvPr/>
          </p:nvGrpSpPr>
          <p:grpSpPr bwMode="auto">
            <a:xfrm>
              <a:off x="3106" y="1343"/>
              <a:ext cx="2563" cy="256"/>
              <a:chOff x="3106" y="1343"/>
              <a:chExt cx="2563" cy="256"/>
            </a:xfrm>
          </p:grpSpPr>
          <p:sp>
            <p:nvSpPr>
              <p:cNvPr id="182344" name="WordArt 72"/>
              <p:cNvSpPr>
                <a:spLocks noChangeArrowheads="1" noChangeShapeType="1" noTextEdit="1"/>
              </p:cNvSpPr>
              <p:nvPr/>
            </p:nvSpPr>
            <p:spPr bwMode="auto">
              <a:xfrm>
                <a:off x="3106" y="1434"/>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1905</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2019" name="Text Box 73"/>
              <p:cNvSpPr txBox="1">
                <a:spLocks noChangeArrowheads="1"/>
              </p:cNvSpPr>
              <p:nvPr/>
            </p:nvSpPr>
            <p:spPr bwMode="auto">
              <a:xfrm>
                <a:off x="4195" y="1343"/>
                <a:ext cx="1474"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爱因斯坦</a:t>
                </a:r>
                <a:r>
                  <a:rPr lang="en-US" altLang="zh-CN" sz="2000" b="1">
                    <a:solidFill>
                      <a:srgbClr val="660066"/>
                    </a:solidFill>
                  </a:rPr>
                  <a:t>5</a:t>
                </a:r>
                <a:r>
                  <a:rPr lang="zh-CN" altLang="en-US" sz="2000" b="1">
                    <a:solidFill>
                      <a:srgbClr val="660066"/>
                    </a:solidFill>
                  </a:rPr>
                  <a:t>篇论文</a:t>
                </a:r>
              </a:p>
            </p:txBody>
          </p:sp>
        </p:grpSp>
      </p:grpSp>
      <p:sp>
        <p:nvSpPr>
          <p:cNvPr id="2" name="灯片编号占位符 1"/>
          <p:cNvSpPr>
            <a:spLocks noGrp="1"/>
          </p:cNvSpPr>
          <p:nvPr>
            <p:ph type="sldNum" sz="quarter" idx="10"/>
          </p:nvPr>
        </p:nvSpPr>
        <p:spPr/>
        <p:txBody>
          <a:bodyPr/>
          <a:lstStyle/>
          <a:p>
            <a:fld id="{B58AC878-8C27-4018-8291-912A1A823CD1}" type="slidenum">
              <a:rPr lang="zh-CN" altLang="en-US" smtClean="0"/>
              <a:pPr/>
              <a:t>55</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2361"/>
                                        </p:tgtEl>
                                        <p:attrNameLst>
                                          <p:attrName>style.visibility</p:attrName>
                                        </p:attrNameLst>
                                      </p:cBhvr>
                                      <p:to>
                                        <p:strVal val="visible"/>
                                      </p:to>
                                    </p:set>
                                    <p:animEffect transition="in" filter="dissolve">
                                      <p:cBhvr>
                                        <p:cTn id="7" dur="500"/>
                                        <p:tgtEl>
                                          <p:spTgt spid="1823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82360"/>
                                        </p:tgtEl>
                                        <p:attrNameLst>
                                          <p:attrName>style.visibility</p:attrName>
                                        </p:attrNameLst>
                                      </p:cBhvr>
                                      <p:to>
                                        <p:strVal val="visible"/>
                                      </p:to>
                                    </p:set>
                                    <p:animEffect transition="in" filter="dissolve">
                                      <p:cBhvr>
                                        <p:cTn id="12" dur="500"/>
                                        <p:tgtEl>
                                          <p:spTgt spid="182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361" grpId="0" animBg="1"/>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3011"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3012" name="Rectangle 4"/>
          <p:cNvSpPr>
            <a:spLocks noGrp="1" noChangeArrowheads="1"/>
          </p:cNvSpPr>
          <p:nvPr>
            <p:ph type="title"/>
          </p:nvPr>
        </p:nvSpPr>
        <p:spPr>
          <a:xfrm>
            <a:off x="250825" y="-374650"/>
            <a:ext cx="8929688" cy="1139825"/>
          </a:xfrm>
        </p:spPr>
        <p:txBody>
          <a:bodyPr/>
          <a:lstStyle/>
          <a:p>
            <a:pPr eaLnBrk="1" hangingPunct="1">
              <a:lnSpc>
                <a:spcPct val="75000"/>
              </a:lnSpc>
            </a:pPr>
            <a:br>
              <a:rPr lang="en-US" altLang="zh-CN" sz="4000" b="0">
                <a:ea typeface="隶书" pitchFamily="49" charset="-122"/>
              </a:rPr>
            </a:br>
            <a:r>
              <a:rPr lang="zh-CN" altLang="en-US" sz="4000" b="0">
                <a:ea typeface="隶书" pitchFamily="49" charset="-122"/>
              </a:rPr>
              <a:t>信息技术的发展</a:t>
            </a:r>
            <a:r>
              <a:rPr lang="en-US" altLang="zh-CN" sz="2800" b="0">
                <a:ea typeface="隶书" pitchFamily="49" charset="-122"/>
              </a:rPr>
              <a:t>—</a:t>
            </a:r>
            <a:r>
              <a:rPr lang="zh-CN" altLang="en-US" sz="2800">
                <a:solidFill>
                  <a:srgbClr val="A50021"/>
                </a:solidFill>
              </a:rPr>
              <a:t>信号处理理论和电子电路技术</a:t>
            </a:r>
          </a:p>
        </p:txBody>
      </p:sp>
      <p:sp>
        <p:nvSpPr>
          <p:cNvPr id="43013"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55654"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43015" name="Group 7"/>
          <p:cNvGrpSpPr>
            <a:grpSpLocks/>
          </p:cNvGrpSpPr>
          <p:nvPr/>
        </p:nvGrpSpPr>
        <p:grpSpPr bwMode="auto">
          <a:xfrm>
            <a:off x="684213" y="5300663"/>
            <a:ext cx="6916737" cy="1368425"/>
            <a:chOff x="431" y="3339"/>
            <a:chExt cx="4357" cy="862"/>
          </a:xfrm>
        </p:grpSpPr>
        <p:sp>
          <p:nvSpPr>
            <p:cNvPr id="155656" name="WordArt 8"/>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3068" name="Text Box 9"/>
            <p:cNvSpPr txBox="1">
              <a:spLocks noChangeArrowheads="1"/>
            </p:cNvSpPr>
            <p:nvPr/>
          </p:nvSpPr>
          <p:spPr bwMode="auto">
            <a:xfrm>
              <a:off x="1519" y="3753"/>
              <a:ext cx="32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  </a:t>
              </a:r>
            </a:p>
          </p:txBody>
        </p:sp>
        <p:sp>
          <p:nvSpPr>
            <p:cNvPr id="43069" name="Line 10"/>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70" name="Line 11"/>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016" name="Group 12"/>
          <p:cNvGrpSpPr>
            <a:grpSpLocks/>
          </p:cNvGrpSpPr>
          <p:nvPr/>
        </p:nvGrpSpPr>
        <p:grpSpPr bwMode="auto">
          <a:xfrm>
            <a:off x="1042988" y="5013325"/>
            <a:ext cx="4322762" cy="782638"/>
            <a:chOff x="657" y="3158"/>
            <a:chExt cx="2723" cy="493"/>
          </a:xfrm>
        </p:grpSpPr>
        <p:sp>
          <p:nvSpPr>
            <p:cNvPr id="155661" name="WordArt 13"/>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3065" name="Text Box 14"/>
            <p:cNvSpPr txBox="1">
              <a:spLocks noChangeArrowheads="1"/>
            </p:cNvSpPr>
            <p:nvPr/>
          </p:nvSpPr>
          <p:spPr bwMode="auto">
            <a:xfrm>
              <a:off x="1882" y="3203"/>
              <a:ext cx="1498"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  </a:t>
              </a:r>
            </a:p>
          </p:txBody>
        </p:sp>
        <p:sp>
          <p:nvSpPr>
            <p:cNvPr id="43066" name="Line 15"/>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017" name="Group 16"/>
          <p:cNvGrpSpPr>
            <a:grpSpLocks/>
          </p:cNvGrpSpPr>
          <p:nvPr/>
        </p:nvGrpSpPr>
        <p:grpSpPr bwMode="auto">
          <a:xfrm>
            <a:off x="1619250" y="4724400"/>
            <a:ext cx="6553200" cy="711200"/>
            <a:chOff x="1020" y="2976"/>
            <a:chExt cx="4128" cy="448"/>
          </a:xfrm>
        </p:grpSpPr>
        <p:sp>
          <p:nvSpPr>
            <p:cNvPr id="155665" name="WordArt 17"/>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43062" name="Text Box 18"/>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43063" name="Line 19"/>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018" name="Group 20"/>
          <p:cNvGrpSpPr>
            <a:grpSpLocks/>
          </p:cNvGrpSpPr>
          <p:nvPr/>
        </p:nvGrpSpPr>
        <p:grpSpPr bwMode="auto">
          <a:xfrm>
            <a:off x="755650" y="3227388"/>
            <a:ext cx="1285875" cy="1354137"/>
            <a:chOff x="476" y="2033"/>
            <a:chExt cx="810" cy="853"/>
          </a:xfrm>
        </p:grpSpPr>
        <p:sp>
          <p:nvSpPr>
            <p:cNvPr id="43059" name="Text Box 21"/>
            <p:cNvSpPr txBox="1">
              <a:spLocks noChangeArrowheads="1"/>
            </p:cNvSpPr>
            <p:nvPr/>
          </p:nvSpPr>
          <p:spPr bwMode="auto">
            <a:xfrm>
              <a:off x="476" y="2033"/>
              <a:ext cx="81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 </a:t>
              </a:r>
            </a:p>
          </p:txBody>
        </p:sp>
        <p:sp>
          <p:nvSpPr>
            <p:cNvPr id="43060" name="Line 22"/>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019" name="Group 23"/>
          <p:cNvGrpSpPr>
            <a:grpSpLocks/>
          </p:cNvGrpSpPr>
          <p:nvPr/>
        </p:nvGrpSpPr>
        <p:grpSpPr bwMode="auto">
          <a:xfrm>
            <a:off x="76200" y="3948113"/>
            <a:ext cx="1611313" cy="1281112"/>
            <a:chOff x="48" y="2487"/>
            <a:chExt cx="1015" cy="807"/>
          </a:xfrm>
        </p:grpSpPr>
        <p:sp>
          <p:nvSpPr>
            <p:cNvPr id="43057" name="Text Box 24"/>
            <p:cNvSpPr txBox="1">
              <a:spLocks noChangeArrowheads="1"/>
            </p:cNvSpPr>
            <p:nvPr/>
          </p:nvSpPr>
          <p:spPr bwMode="auto">
            <a:xfrm>
              <a:off x="48" y="2487"/>
              <a:ext cx="1015"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  </a:t>
              </a:r>
            </a:p>
            <a:p>
              <a:pPr algn="just" eaLnBrk="1" hangingPunct="1"/>
              <a:r>
                <a:rPr lang="zh-CN" altLang="en-US" sz="2000" b="1">
                  <a:solidFill>
                    <a:srgbClr val="006600"/>
                  </a:solidFill>
                </a:rPr>
                <a:t>    微积分</a:t>
              </a:r>
            </a:p>
          </p:txBody>
        </p:sp>
        <p:sp>
          <p:nvSpPr>
            <p:cNvPr id="43058" name="Line 25"/>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020" name="Group 26"/>
          <p:cNvGrpSpPr>
            <a:grpSpLocks/>
          </p:cNvGrpSpPr>
          <p:nvPr/>
        </p:nvGrpSpPr>
        <p:grpSpPr bwMode="auto">
          <a:xfrm>
            <a:off x="2051050" y="4221163"/>
            <a:ext cx="3744913" cy="406400"/>
            <a:chOff x="1292" y="2659"/>
            <a:chExt cx="2359" cy="256"/>
          </a:xfrm>
        </p:grpSpPr>
        <p:sp>
          <p:nvSpPr>
            <p:cNvPr id="155675" name="WordArt 27"/>
            <p:cNvSpPr>
              <a:spLocks noChangeArrowheads="1" noChangeShapeType="1" noTextEdit="1"/>
            </p:cNvSpPr>
            <p:nvPr/>
          </p:nvSpPr>
          <p:spPr bwMode="auto">
            <a:xfrm>
              <a:off x="1292" y="2704"/>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3055" name="Text Box 28"/>
            <p:cNvSpPr txBox="1">
              <a:spLocks noChangeArrowheads="1"/>
            </p:cNvSpPr>
            <p:nvPr/>
          </p:nvSpPr>
          <p:spPr bwMode="auto">
            <a:xfrm>
              <a:off x="2562" y="2659"/>
              <a:ext cx="1089"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伏特发明电堆</a:t>
              </a:r>
            </a:p>
          </p:txBody>
        </p:sp>
        <p:sp>
          <p:nvSpPr>
            <p:cNvPr id="43056" name="Line 29"/>
            <p:cNvSpPr>
              <a:spLocks noChangeShapeType="1"/>
            </p:cNvSpPr>
            <p:nvPr/>
          </p:nvSpPr>
          <p:spPr bwMode="auto">
            <a:xfrm>
              <a:off x="1927" y="279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021" name="Group 30"/>
          <p:cNvGrpSpPr>
            <a:grpSpLocks/>
          </p:cNvGrpSpPr>
          <p:nvPr/>
        </p:nvGrpSpPr>
        <p:grpSpPr bwMode="auto">
          <a:xfrm>
            <a:off x="2195513" y="3644900"/>
            <a:ext cx="6121400" cy="1016000"/>
            <a:chOff x="1383" y="2296"/>
            <a:chExt cx="3856" cy="640"/>
          </a:xfrm>
        </p:grpSpPr>
        <p:sp>
          <p:nvSpPr>
            <p:cNvPr id="155679" name="WordArt 31"/>
            <p:cNvSpPr>
              <a:spLocks noChangeArrowheads="1" noChangeShapeType="1" noTextEdit="1"/>
            </p:cNvSpPr>
            <p:nvPr/>
          </p:nvSpPr>
          <p:spPr bwMode="auto">
            <a:xfrm>
              <a:off x="1383" y="2523"/>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1820-30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3052" name="Text Box 32"/>
            <p:cNvSpPr txBox="1">
              <a:spLocks noChangeArrowheads="1"/>
            </p:cNvSpPr>
            <p:nvPr/>
          </p:nvSpPr>
          <p:spPr bwMode="auto">
            <a:xfrm>
              <a:off x="3787" y="2296"/>
              <a:ext cx="1452" cy="64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安培定律</a:t>
              </a:r>
            </a:p>
            <a:p>
              <a:pPr algn="just" eaLnBrk="1" hangingPunct="1"/>
              <a:r>
                <a:rPr lang="zh-CN" altLang="en-US" sz="2000" b="1">
                  <a:solidFill>
                    <a:srgbClr val="660066"/>
                  </a:solidFill>
                </a:rPr>
                <a:t>欧姆定律</a:t>
              </a:r>
            </a:p>
            <a:p>
              <a:pPr algn="just" eaLnBrk="1" hangingPunct="1"/>
              <a:r>
                <a:rPr lang="zh-CN" altLang="en-US" sz="2000" b="1">
                  <a:solidFill>
                    <a:srgbClr val="660066"/>
                  </a:solidFill>
                </a:rPr>
                <a:t>法拉第电磁感应</a:t>
              </a:r>
            </a:p>
          </p:txBody>
        </p:sp>
        <p:sp>
          <p:nvSpPr>
            <p:cNvPr id="43053" name="Line 33"/>
            <p:cNvSpPr>
              <a:spLocks noChangeShapeType="1"/>
            </p:cNvSpPr>
            <p:nvPr/>
          </p:nvSpPr>
          <p:spPr bwMode="auto">
            <a:xfrm>
              <a:off x="2290" y="2568"/>
              <a:ext cx="149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022" name="Group 34"/>
          <p:cNvGrpSpPr>
            <a:grpSpLocks/>
          </p:cNvGrpSpPr>
          <p:nvPr/>
        </p:nvGrpSpPr>
        <p:grpSpPr bwMode="auto">
          <a:xfrm>
            <a:off x="2700338" y="3573463"/>
            <a:ext cx="3024187" cy="466725"/>
            <a:chOff x="1701" y="2251"/>
            <a:chExt cx="1905" cy="294"/>
          </a:xfrm>
        </p:grpSpPr>
        <p:sp>
          <p:nvSpPr>
            <p:cNvPr id="155683" name="WordArt 35"/>
            <p:cNvSpPr>
              <a:spLocks noChangeArrowheads="1" noChangeShapeType="1" noTextEdit="1"/>
            </p:cNvSpPr>
            <p:nvPr/>
          </p:nvSpPr>
          <p:spPr bwMode="auto">
            <a:xfrm>
              <a:off x="1701" y="2341"/>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a:t>
              </a:r>
              <a:r>
                <a:rPr lang="zh-CN" altLang="en-US" kern="10">
                  <a:ln w="9525" cap="sq">
                    <a:solidFill>
                      <a:schemeClr val="tx1"/>
                    </a:solidFill>
                    <a:round/>
                    <a:headEnd type="none" w="sm" len="sm"/>
                    <a:tailEnd type="none" w="sm" len="sm"/>
                  </a:ln>
                  <a:solidFill>
                    <a:srgbClr val="FF0000"/>
                  </a:solidFill>
                  <a:latin typeface="宋体"/>
                  <a:ea typeface="宋体"/>
                </a:rPr>
                <a:t>世纪中叶</a:t>
              </a:r>
            </a:p>
          </p:txBody>
        </p:sp>
        <p:sp>
          <p:nvSpPr>
            <p:cNvPr id="43050" name="Text Box 36"/>
            <p:cNvSpPr txBox="1">
              <a:spLocks noChangeArrowheads="1"/>
            </p:cNvSpPr>
            <p:nvPr/>
          </p:nvSpPr>
          <p:spPr bwMode="auto">
            <a:xfrm>
              <a:off x="2608" y="2251"/>
              <a:ext cx="998" cy="29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400" b="1">
                  <a:solidFill>
                    <a:srgbClr val="A50021"/>
                  </a:solidFill>
                </a:rPr>
                <a:t>电磁理论</a:t>
              </a:r>
            </a:p>
          </p:txBody>
        </p:sp>
      </p:grpSp>
      <p:grpSp>
        <p:nvGrpSpPr>
          <p:cNvPr id="43023" name="Group 37"/>
          <p:cNvGrpSpPr>
            <a:grpSpLocks/>
          </p:cNvGrpSpPr>
          <p:nvPr/>
        </p:nvGrpSpPr>
        <p:grpSpPr bwMode="auto">
          <a:xfrm>
            <a:off x="1692275" y="2219325"/>
            <a:ext cx="2122488" cy="1354138"/>
            <a:chOff x="476" y="2033"/>
            <a:chExt cx="1337" cy="853"/>
          </a:xfrm>
        </p:grpSpPr>
        <p:sp>
          <p:nvSpPr>
            <p:cNvPr id="43047" name="Text Box 38"/>
            <p:cNvSpPr txBox="1">
              <a:spLocks noChangeArrowheads="1"/>
            </p:cNvSpPr>
            <p:nvPr/>
          </p:nvSpPr>
          <p:spPr bwMode="auto">
            <a:xfrm>
              <a:off x="476" y="2033"/>
              <a:ext cx="1337"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分析数学发展期  </a:t>
              </a:r>
            </a:p>
          </p:txBody>
        </p:sp>
        <p:sp>
          <p:nvSpPr>
            <p:cNvPr id="43048" name="Line 39"/>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024" name="Group 40"/>
          <p:cNvGrpSpPr>
            <a:grpSpLocks/>
          </p:cNvGrpSpPr>
          <p:nvPr/>
        </p:nvGrpSpPr>
        <p:grpSpPr bwMode="auto">
          <a:xfrm>
            <a:off x="3490913" y="3094038"/>
            <a:ext cx="4897437" cy="406400"/>
            <a:chOff x="2199" y="1949"/>
            <a:chExt cx="3085" cy="256"/>
          </a:xfrm>
        </p:grpSpPr>
        <p:sp>
          <p:nvSpPr>
            <p:cNvPr id="155689" name="WordArt 41"/>
            <p:cNvSpPr>
              <a:spLocks noChangeArrowheads="1" noChangeShapeType="1" noTextEdit="1"/>
            </p:cNvSpPr>
            <p:nvPr/>
          </p:nvSpPr>
          <p:spPr bwMode="auto">
            <a:xfrm>
              <a:off x="2199" y="2069"/>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1886</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3045" name="Text Box 42"/>
            <p:cNvSpPr txBox="1">
              <a:spLocks noChangeArrowheads="1"/>
            </p:cNvSpPr>
            <p:nvPr/>
          </p:nvSpPr>
          <p:spPr bwMode="auto">
            <a:xfrm>
              <a:off x="3424" y="1949"/>
              <a:ext cx="186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赫兹证明电磁波的存在</a:t>
              </a:r>
            </a:p>
          </p:txBody>
        </p:sp>
        <p:sp>
          <p:nvSpPr>
            <p:cNvPr id="43046" name="Line 43"/>
            <p:cNvSpPr>
              <a:spLocks noChangeShapeType="1"/>
            </p:cNvSpPr>
            <p:nvPr/>
          </p:nvSpPr>
          <p:spPr bwMode="auto">
            <a:xfrm>
              <a:off x="2835" y="216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3025" name="Text Box 44"/>
          <p:cNvSpPr txBox="1">
            <a:spLocks noChangeArrowheads="1"/>
          </p:cNvSpPr>
          <p:nvPr/>
        </p:nvSpPr>
        <p:spPr bwMode="auto">
          <a:xfrm>
            <a:off x="3132138" y="1052513"/>
            <a:ext cx="2159000" cy="10160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特征函数</a:t>
            </a:r>
          </a:p>
          <a:p>
            <a:pPr algn="just" eaLnBrk="1" hangingPunct="1"/>
            <a:r>
              <a:rPr lang="zh-CN" altLang="en-US" sz="2000" b="1">
                <a:solidFill>
                  <a:srgbClr val="006600"/>
                </a:solidFill>
              </a:rPr>
              <a:t>广义傅里叶展开</a:t>
            </a:r>
          </a:p>
          <a:p>
            <a:pPr algn="just" eaLnBrk="1" hangingPunct="1"/>
            <a:r>
              <a:rPr lang="zh-CN" altLang="en-US" sz="2000" b="1">
                <a:solidFill>
                  <a:srgbClr val="006600"/>
                </a:solidFill>
              </a:rPr>
              <a:t>抽象函数空间</a:t>
            </a:r>
          </a:p>
        </p:txBody>
      </p:sp>
      <p:grpSp>
        <p:nvGrpSpPr>
          <p:cNvPr id="43026" name="Group 45"/>
          <p:cNvGrpSpPr>
            <a:grpSpLocks/>
          </p:cNvGrpSpPr>
          <p:nvPr/>
        </p:nvGrpSpPr>
        <p:grpSpPr bwMode="auto">
          <a:xfrm>
            <a:off x="4140200" y="2492375"/>
            <a:ext cx="4752975" cy="708025"/>
            <a:chOff x="2608" y="1570"/>
            <a:chExt cx="2994" cy="446"/>
          </a:xfrm>
        </p:grpSpPr>
        <p:sp>
          <p:nvSpPr>
            <p:cNvPr id="155694" name="WordArt 46"/>
            <p:cNvSpPr>
              <a:spLocks noChangeArrowheads="1" noChangeShapeType="1" noTextEdit="1"/>
            </p:cNvSpPr>
            <p:nvPr/>
          </p:nvSpPr>
          <p:spPr bwMode="auto">
            <a:xfrm>
              <a:off x="2608" y="1752"/>
              <a:ext cx="68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1896-7</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3042" name="Text Box 47"/>
            <p:cNvSpPr txBox="1">
              <a:spLocks noChangeArrowheads="1"/>
            </p:cNvSpPr>
            <p:nvPr/>
          </p:nvSpPr>
          <p:spPr bwMode="auto">
            <a:xfrm>
              <a:off x="3742" y="1570"/>
              <a:ext cx="1860" cy="44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洛伦兹提出电子论</a:t>
              </a:r>
            </a:p>
            <a:p>
              <a:pPr algn="just" eaLnBrk="1" hangingPunct="1"/>
              <a:r>
                <a:rPr lang="en-US" altLang="zh-CN" sz="2000" b="1" dirty="0">
                  <a:solidFill>
                    <a:srgbClr val="660066"/>
                  </a:solidFill>
                </a:rPr>
                <a:t>J.J.</a:t>
              </a:r>
              <a:r>
                <a:rPr lang="zh-CN" altLang="en-US" sz="2000" b="1" dirty="0">
                  <a:solidFill>
                    <a:srgbClr val="660066"/>
                  </a:solidFill>
                </a:rPr>
                <a:t>汤姆生证明电子存在</a:t>
              </a:r>
            </a:p>
          </p:txBody>
        </p:sp>
        <p:sp>
          <p:nvSpPr>
            <p:cNvPr id="43043" name="Line 48"/>
            <p:cNvSpPr>
              <a:spLocks noChangeShapeType="1"/>
            </p:cNvSpPr>
            <p:nvPr/>
          </p:nvSpPr>
          <p:spPr bwMode="auto">
            <a:xfrm>
              <a:off x="3334" y="1842"/>
              <a:ext cx="40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027" name="Group 57"/>
          <p:cNvGrpSpPr>
            <a:grpSpLocks/>
          </p:cNvGrpSpPr>
          <p:nvPr/>
        </p:nvGrpSpPr>
        <p:grpSpPr bwMode="auto">
          <a:xfrm>
            <a:off x="4930775" y="2132013"/>
            <a:ext cx="4068763" cy="406400"/>
            <a:chOff x="3106" y="1343"/>
            <a:chExt cx="2563" cy="256"/>
          </a:xfrm>
        </p:grpSpPr>
        <p:sp>
          <p:nvSpPr>
            <p:cNvPr id="43037" name="Line 58"/>
            <p:cNvSpPr>
              <a:spLocks noChangeShapeType="1"/>
            </p:cNvSpPr>
            <p:nvPr/>
          </p:nvSpPr>
          <p:spPr bwMode="auto">
            <a:xfrm>
              <a:off x="3696" y="152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3038" name="Group 59"/>
            <p:cNvGrpSpPr>
              <a:grpSpLocks/>
            </p:cNvGrpSpPr>
            <p:nvPr/>
          </p:nvGrpSpPr>
          <p:grpSpPr bwMode="auto">
            <a:xfrm>
              <a:off x="3106" y="1343"/>
              <a:ext cx="2563" cy="256"/>
              <a:chOff x="3106" y="1343"/>
              <a:chExt cx="2563" cy="256"/>
            </a:xfrm>
          </p:grpSpPr>
          <p:sp>
            <p:nvSpPr>
              <p:cNvPr id="155708" name="WordArt 60"/>
              <p:cNvSpPr>
                <a:spLocks noChangeArrowheads="1" noChangeShapeType="1" noTextEdit="1"/>
              </p:cNvSpPr>
              <p:nvPr/>
            </p:nvSpPr>
            <p:spPr bwMode="auto">
              <a:xfrm>
                <a:off x="3106" y="1434"/>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1905</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3040" name="Text Box 61"/>
              <p:cNvSpPr txBox="1">
                <a:spLocks noChangeArrowheads="1"/>
              </p:cNvSpPr>
              <p:nvPr/>
            </p:nvSpPr>
            <p:spPr bwMode="auto">
              <a:xfrm>
                <a:off x="4195" y="1343"/>
                <a:ext cx="1474" cy="25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爱因斯坦</a:t>
                </a:r>
                <a:r>
                  <a:rPr lang="en-US" altLang="zh-CN" sz="2000" b="1">
                    <a:solidFill>
                      <a:srgbClr val="660066"/>
                    </a:solidFill>
                  </a:rPr>
                  <a:t>5</a:t>
                </a:r>
                <a:r>
                  <a:rPr lang="zh-CN" altLang="en-US" sz="2000" b="1">
                    <a:solidFill>
                      <a:srgbClr val="660066"/>
                    </a:solidFill>
                  </a:rPr>
                  <a:t>篇论文</a:t>
                </a:r>
              </a:p>
            </p:txBody>
          </p:sp>
        </p:grpSp>
      </p:grpSp>
      <p:grpSp>
        <p:nvGrpSpPr>
          <p:cNvPr id="155717" name="Group 69"/>
          <p:cNvGrpSpPr>
            <a:grpSpLocks/>
          </p:cNvGrpSpPr>
          <p:nvPr/>
        </p:nvGrpSpPr>
        <p:grpSpPr bwMode="auto">
          <a:xfrm>
            <a:off x="1403350" y="692150"/>
            <a:ext cx="4321175" cy="1081088"/>
            <a:chOff x="884" y="436"/>
            <a:chExt cx="2722" cy="681"/>
          </a:xfrm>
        </p:grpSpPr>
        <p:sp>
          <p:nvSpPr>
            <p:cNvPr id="43035" name="Text Box 67"/>
            <p:cNvSpPr txBox="1">
              <a:spLocks noChangeArrowheads="1"/>
            </p:cNvSpPr>
            <p:nvPr/>
          </p:nvSpPr>
          <p:spPr bwMode="auto">
            <a:xfrm>
              <a:off x="884" y="436"/>
              <a:ext cx="2494" cy="448"/>
            </a:xfrm>
            <a:prstGeom prst="rect">
              <a:avLst/>
            </a:prstGeom>
            <a:solidFill>
              <a:srgbClr val="FFFF99"/>
            </a:solidFill>
            <a:ln w="9525" algn="ctr">
              <a:solidFill>
                <a:srgbClr val="66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en-US" altLang="zh-CN" sz="2000" b="1">
                  <a:solidFill>
                    <a:srgbClr val="333300"/>
                  </a:solidFill>
                </a:rPr>
                <a:t>1948- </a:t>
              </a:r>
              <a:r>
                <a:rPr lang="zh-CN" altLang="en-US" sz="2000" b="1">
                  <a:solidFill>
                    <a:srgbClr val="333300"/>
                  </a:solidFill>
                </a:rPr>
                <a:t>维纳发表控制论，香侬发表信息论，建立通信和滤波理论</a:t>
              </a:r>
            </a:p>
          </p:txBody>
        </p:sp>
        <p:sp>
          <p:nvSpPr>
            <p:cNvPr id="43036" name="Line 68"/>
            <p:cNvSpPr>
              <a:spLocks noChangeShapeType="1"/>
            </p:cNvSpPr>
            <p:nvPr/>
          </p:nvSpPr>
          <p:spPr bwMode="auto">
            <a:xfrm flipH="1" flipV="1">
              <a:off x="3379" y="754"/>
              <a:ext cx="227"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5722" name="Group 74"/>
          <p:cNvGrpSpPr>
            <a:grpSpLocks/>
          </p:cNvGrpSpPr>
          <p:nvPr/>
        </p:nvGrpSpPr>
        <p:grpSpPr bwMode="auto">
          <a:xfrm>
            <a:off x="73025" y="1989138"/>
            <a:ext cx="5219700" cy="1016000"/>
            <a:chOff x="46" y="1253"/>
            <a:chExt cx="3288" cy="640"/>
          </a:xfrm>
        </p:grpSpPr>
        <p:sp>
          <p:nvSpPr>
            <p:cNvPr id="43033" name="Text Box 65"/>
            <p:cNvSpPr txBox="1">
              <a:spLocks noChangeArrowheads="1"/>
            </p:cNvSpPr>
            <p:nvPr/>
          </p:nvSpPr>
          <p:spPr bwMode="auto">
            <a:xfrm>
              <a:off x="46" y="1253"/>
              <a:ext cx="2562" cy="640"/>
            </a:xfrm>
            <a:prstGeom prst="rect">
              <a:avLst/>
            </a:prstGeom>
            <a:solidFill>
              <a:srgbClr val="FFFF99"/>
            </a:solidFill>
            <a:ln w="9525" algn="ctr">
              <a:solidFill>
                <a:srgbClr val="66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en-US" altLang="zh-CN" sz="2000" b="1">
                  <a:solidFill>
                    <a:srgbClr val="333300"/>
                  </a:solidFill>
                </a:rPr>
                <a:t>1921-Rainey</a:t>
              </a:r>
              <a:r>
                <a:rPr lang="zh-CN" altLang="en-US" sz="2000" b="1">
                  <a:solidFill>
                    <a:srgbClr val="333300"/>
                  </a:solidFill>
                </a:rPr>
                <a:t>获得</a:t>
              </a:r>
              <a:r>
                <a:rPr lang="en-US" altLang="zh-CN" sz="2000" b="1">
                  <a:solidFill>
                    <a:srgbClr val="333300"/>
                  </a:solidFill>
                </a:rPr>
                <a:t>PCM</a:t>
              </a:r>
              <a:r>
                <a:rPr lang="zh-CN" altLang="en-US" sz="2000" b="1">
                  <a:solidFill>
                    <a:srgbClr val="333300"/>
                  </a:solidFill>
                </a:rPr>
                <a:t>编码专利</a:t>
              </a:r>
            </a:p>
            <a:p>
              <a:pPr algn="just" eaLnBrk="1" hangingPunct="1"/>
              <a:r>
                <a:rPr lang="zh-CN" altLang="en-US" sz="2000" b="1">
                  <a:solidFill>
                    <a:srgbClr val="333300"/>
                  </a:solidFill>
                </a:rPr>
                <a:t>提出</a:t>
              </a:r>
              <a:r>
                <a:rPr lang="en-US" altLang="zh-CN" sz="2000" b="1">
                  <a:solidFill>
                    <a:srgbClr val="333300"/>
                  </a:solidFill>
                </a:rPr>
                <a:t>A/D</a:t>
              </a:r>
              <a:r>
                <a:rPr lang="zh-CN" altLang="en-US" sz="2000" b="1">
                  <a:solidFill>
                    <a:srgbClr val="333300"/>
                  </a:solidFill>
                </a:rPr>
                <a:t>、串行传输、</a:t>
              </a:r>
              <a:r>
                <a:rPr lang="en-US" altLang="zh-CN" sz="2000" b="1">
                  <a:solidFill>
                    <a:srgbClr val="333300"/>
                  </a:solidFill>
                </a:rPr>
                <a:t>D/A</a:t>
              </a:r>
              <a:r>
                <a:rPr lang="zh-CN" altLang="en-US" sz="2000" b="1">
                  <a:solidFill>
                    <a:srgbClr val="333300"/>
                  </a:solidFill>
                </a:rPr>
                <a:t>思想</a:t>
              </a:r>
            </a:p>
            <a:p>
              <a:pPr algn="just" eaLnBrk="1" hangingPunct="1"/>
              <a:r>
                <a:rPr lang="zh-CN" altLang="en-US" sz="2000" b="1">
                  <a:solidFill>
                    <a:srgbClr val="333300"/>
                  </a:solidFill>
                </a:rPr>
                <a:t>离散处理技术发端</a:t>
              </a:r>
            </a:p>
          </p:txBody>
        </p:sp>
        <p:sp>
          <p:nvSpPr>
            <p:cNvPr id="43034" name="Line 70"/>
            <p:cNvSpPr>
              <a:spLocks noChangeShapeType="1"/>
            </p:cNvSpPr>
            <p:nvPr/>
          </p:nvSpPr>
          <p:spPr bwMode="auto">
            <a:xfrm flipH="1">
              <a:off x="2608" y="1344"/>
              <a:ext cx="726" cy="31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5720" name="Group 72"/>
          <p:cNvGrpSpPr>
            <a:grpSpLocks/>
          </p:cNvGrpSpPr>
          <p:nvPr/>
        </p:nvGrpSpPr>
        <p:grpSpPr bwMode="auto">
          <a:xfrm>
            <a:off x="1116013" y="1484313"/>
            <a:ext cx="4176712" cy="649287"/>
            <a:chOff x="703" y="935"/>
            <a:chExt cx="2631" cy="409"/>
          </a:xfrm>
        </p:grpSpPr>
        <p:sp>
          <p:nvSpPr>
            <p:cNvPr id="43031" name="Text Box 66"/>
            <p:cNvSpPr txBox="1">
              <a:spLocks noChangeArrowheads="1"/>
            </p:cNvSpPr>
            <p:nvPr/>
          </p:nvSpPr>
          <p:spPr bwMode="auto">
            <a:xfrm>
              <a:off x="703" y="935"/>
              <a:ext cx="2359" cy="256"/>
            </a:xfrm>
            <a:prstGeom prst="rect">
              <a:avLst/>
            </a:prstGeom>
            <a:solidFill>
              <a:srgbClr val="FFFF99"/>
            </a:solidFill>
            <a:ln w="9525" algn="ctr">
              <a:solidFill>
                <a:srgbClr val="66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en-US" altLang="zh-CN" sz="2000" b="1">
                  <a:solidFill>
                    <a:srgbClr val="333300"/>
                  </a:solidFill>
                </a:rPr>
                <a:t>1924-28Nyquist</a:t>
              </a:r>
              <a:r>
                <a:rPr lang="zh-CN" altLang="en-US" sz="2000" b="1">
                  <a:solidFill>
                    <a:srgbClr val="333300"/>
                  </a:solidFill>
                </a:rPr>
                <a:t>发表采样理论</a:t>
              </a:r>
            </a:p>
          </p:txBody>
        </p:sp>
        <p:sp>
          <p:nvSpPr>
            <p:cNvPr id="43032" name="Line 71"/>
            <p:cNvSpPr>
              <a:spLocks noChangeShapeType="1"/>
            </p:cNvSpPr>
            <p:nvPr/>
          </p:nvSpPr>
          <p:spPr bwMode="auto">
            <a:xfrm flipH="1" flipV="1">
              <a:off x="3061" y="1117"/>
              <a:ext cx="273" cy="22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灯片编号占位符 1"/>
          <p:cNvSpPr>
            <a:spLocks noGrp="1"/>
          </p:cNvSpPr>
          <p:nvPr>
            <p:ph type="sldNum" sz="quarter" idx="10"/>
          </p:nvPr>
        </p:nvSpPr>
        <p:spPr/>
        <p:txBody>
          <a:bodyPr/>
          <a:lstStyle/>
          <a:p>
            <a:fld id="{B58AC878-8C27-4018-8291-912A1A823CD1}" type="slidenum">
              <a:rPr lang="zh-CN" altLang="en-US" smtClean="0"/>
              <a:pPr/>
              <a:t>56</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55722"/>
                                        </p:tgtEl>
                                        <p:attrNameLst>
                                          <p:attrName>style.visibility</p:attrName>
                                        </p:attrNameLst>
                                      </p:cBhvr>
                                      <p:to>
                                        <p:strVal val="visible"/>
                                      </p:to>
                                    </p:set>
                                    <p:anim calcmode="lin" valueType="num">
                                      <p:cBhvr>
                                        <p:cTn id="7" dur="500" fill="hold"/>
                                        <p:tgtEl>
                                          <p:spTgt spid="155722"/>
                                        </p:tgtEl>
                                        <p:attrNameLst>
                                          <p:attrName>ppt_w</p:attrName>
                                        </p:attrNameLst>
                                      </p:cBhvr>
                                      <p:tavLst>
                                        <p:tav tm="0">
                                          <p:val>
                                            <p:strVal val="#ppt_w*0.70"/>
                                          </p:val>
                                        </p:tav>
                                        <p:tav tm="100000">
                                          <p:val>
                                            <p:strVal val="#ppt_w"/>
                                          </p:val>
                                        </p:tav>
                                      </p:tavLst>
                                    </p:anim>
                                    <p:anim calcmode="lin" valueType="num">
                                      <p:cBhvr>
                                        <p:cTn id="8" dur="500" fill="hold"/>
                                        <p:tgtEl>
                                          <p:spTgt spid="155722"/>
                                        </p:tgtEl>
                                        <p:attrNameLst>
                                          <p:attrName>ppt_h</p:attrName>
                                        </p:attrNameLst>
                                      </p:cBhvr>
                                      <p:tavLst>
                                        <p:tav tm="0">
                                          <p:val>
                                            <p:strVal val="#ppt_h"/>
                                          </p:val>
                                        </p:tav>
                                        <p:tav tm="100000">
                                          <p:val>
                                            <p:strVal val="#ppt_h"/>
                                          </p:val>
                                        </p:tav>
                                      </p:tavLst>
                                    </p:anim>
                                    <p:animEffect transition="in" filter="fade">
                                      <p:cBhvr>
                                        <p:cTn id="9" dur="500"/>
                                        <p:tgtEl>
                                          <p:spTgt spid="15572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55720"/>
                                        </p:tgtEl>
                                        <p:attrNameLst>
                                          <p:attrName>style.visibility</p:attrName>
                                        </p:attrNameLst>
                                      </p:cBhvr>
                                      <p:to>
                                        <p:strVal val="visible"/>
                                      </p:to>
                                    </p:set>
                                    <p:anim calcmode="lin" valueType="num">
                                      <p:cBhvr>
                                        <p:cTn id="14" dur="500" fill="hold"/>
                                        <p:tgtEl>
                                          <p:spTgt spid="155720"/>
                                        </p:tgtEl>
                                        <p:attrNameLst>
                                          <p:attrName>ppt_w</p:attrName>
                                        </p:attrNameLst>
                                      </p:cBhvr>
                                      <p:tavLst>
                                        <p:tav tm="0">
                                          <p:val>
                                            <p:strVal val="#ppt_w*0.70"/>
                                          </p:val>
                                        </p:tav>
                                        <p:tav tm="100000">
                                          <p:val>
                                            <p:strVal val="#ppt_w"/>
                                          </p:val>
                                        </p:tav>
                                      </p:tavLst>
                                    </p:anim>
                                    <p:anim calcmode="lin" valueType="num">
                                      <p:cBhvr>
                                        <p:cTn id="15" dur="500" fill="hold"/>
                                        <p:tgtEl>
                                          <p:spTgt spid="155720"/>
                                        </p:tgtEl>
                                        <p:attrNameLst>
                                          <p:attrName>ppt_h</p:attrName>
                                        </p:attrNameLst>
                                      </p:cBhvr>
                                      <p:tavLst>
                                        <p:tav tm="0">
                                          <p:val>
                                            <p:strVal val="#ppt_h"/>
                                          </p:val>
                                        </p:tav>
                                        <p:tav tm="100000">
                                          <p:val>
                                            <p:strVal val="#ppt_h"/>
                                          </p:val>
                                        </p:tav>
                                      </p:tavLst>
                                    </p:anim>
                                    <p:animEffect transition="in" filter="fade">
                                      <p:cBhvr>
                                        <p:cTn id="16" dur="500"/>
                                        <p:tgtEl>
                                          <p:spTgt spid="15572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155717"/>
                                        </p:tgtEl>
                                        <p:attrNameLst>
                                          <p:attrName>style.visibility</p:attrName>
                                        </p:attrNameLst>
                                      </p:cBhvr>
                                      <p:to>
                                        <p:strVal val="visible"/>
                                      </p:to>
                                    </p:set>
                                    <p:animEffect transition="in" filter="dissolve">
                                      <p:cBhvr>
                                        <p:cTn id="21" dur="500"/>
                                        <p:tgtEl>
                                          <p:spTgt spid="155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4035"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4036" name="Rectangle 4"/>
          <p:cNvSpPr>
            <a:spLocks noGrp="1" noChangeArrowheads="1"/>
          </p:cNvSpPr>
          <p:nvPr>
            <p:ph type="title"/>
          </p:nvPr>
        </p:nvSpPr>
        <p:spPr>
          <a:xfrm>
            <a:off x="250825" y="-374650"/>
            <a:ext cx="8929688" cy="1139825"/>
          </a:xfrm>
        </p:spPr>
        <p:txBody>
          <a:bodyPr/>
          <a:lstStyle/>
          <a:p>
            <a:pPr eaLnBrk="1" hangingPunct="1">
              <a:lnSpc>
                <a:spcPct val="75000"/>
              </a:lnSpc>
            </a:pPr>
            <a:br>
              <a:rPr lang="en-US" altLang="zh-CN" sz="4000" b="0">
                <a:ea typeface="隶书" pitchFamily="49" charset="-122"/>
              </a:rPr>
            </a:br>
            <a:r>
              <a:rPr lang="zh-CN" altLang="en-US" sz="4000" b="0">
                <a:ea typeface="隶书" pitchFamily="49" charset="-122"/>
              </a:rPr>
              <a:t>信息技术的发展</a:t>
            </a:r>
            <a:r>
              <a:rPr lang="en-US" altLang="zh-CN" sz="2800" b="0">
                <a:ea typeface="隶书" pitchFamily="49" charset="-122"/>
              </a:rPr>
              <a:t>—</a:t>
            </a:r>
            <a:r>
              <a:rPr lang="zh-CN" altLang="en-US" sz="2800">
                <a:solidFill>
                  <a:srgbClr val="A50021"/>
                </a:solidFill>
              </a:rPr>
              <a:t>信号处理理论和电子电路技术</a:t>
            </a:r>
          </a:p>
        </p:txBody>
      </p:sp>
      <p:sp>
        <p:nvSpPr>
          <p:cNvPr id="44037"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59750"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44039" name="Group 7"/>
          <p:cNvGrpSpPr>
            <a:grpSpLocks/>
          </p:cNvGrpSpPr>
          <p:nvPr/>
        </p:nvGrpSpPr>
        <p:grpSpPr bwMode="auto">
          <a:xfrm>
            <a:off x="684213" y="5300663"/>
            <a:ext cx="6916737" cy="1368425"/>
            <a:chOff x="431" y="3339"/>
            <a:chExt cx="4357" cy="862"/>
          </a:xfrm>
        </p:grpSpPr>
        <p:sp>
          <p:nvSpPr>
            <p:cNvPr id="159752" name="WordArt 8"/>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4104" name="Text Box 9"/>
            <p:cNvSpPr txBox="1">
              <a:spLocks noChangeArrowheads="1"/>
            </p:cNvSpPr>
            <p:nvPr/>
          </p:nvSpPr>
          <p:spPr bwMode="auto">
            <a:xfrm>
              <a:off x="1519" y="3753"/>
              <a:ext cx="32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  </a:t>
              </a:r>
            </a:p>
          </p:txBody>
        </p:sp>
        <p:sp>
          <p:nvSpPr>
            <p:cNvPr id="44105" name="Line 10"/>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06" name="Line 11"/>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4040" name="Group 12"/>
          <p:cNvGrpSpPr>
            <a:grpSpLocks/>
          </p:cNvGrpSpPr>
          <p:nvPr/>
        </p:nvGrpSpPr>
        <p:grpSpPr bwMode="auto">
          <a:xfrm>
            <a:off x="1042988" y="5013325"/>
            <a:ext cx="4322762" cy="782638"/>
            <a:chOff x="657" y="3158"/>
            <a:chExt cx="2723" cy="493"/>
          </a:xfrm>
        </p:grpSpPr>
        <p:sp>
          <p:nvSpPr>
            <p:cNvPr id="159757" name="WordArt 13"/>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4101" name="Text Box 14"/>
            <p:cNvSpPr txBox="1">
              <a:spLocks noChangeArrowheads="1"/>
            </p:cNvSpPr>
            <p:nvPr/>
          </p:nvSpPr>
          <p:spPr bwMode="auto">
            <a:xfrm>
              <a:off x="1882" y="3203"/>
              <a:ext cx="1498"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  </a:t>
              </a:r>
            </a:p>
          </p:txBody>
        </p:sp>
        <p:sp>
          <p:nvSpPr>
            <p:cNvPr id="44102" name="Line 15"/>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4041" name="Group 16"/>
          <p:cNvGrpSpPr>
            <a:grpSpLocks/>
          </p:cNvGrpSpPr>
          <p:nvPr/>
        </p:nvGrpSpPr>
        <p:grpSpPr bwMode="auto">
          <a:xfrm>
            <a:off x="1619250" y="4724400"/>
            <a:ext cx="6553200" cy="711200"/>
            <a:chOff x="1020" y="2976"/>
            <a:chExt cx="4128" cy="448"/>
          </a:xfrm>
        </p:grpSpPr>
        <p:sp>
          <p:nvSpPr>
            <p:cNvPr id="159761" name="WordArt 17"/>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44098" name="Text Box 18"/>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44099" name="Line 19"/>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4042" name="Group 20"/>
          <p:cNvGrpSpPr>
            <a:grpSpLocks/>
          </p:cNvGrpSpPr>
          <p:nvPr/>
        </p:nvGrpSpPr>
        <p:grpSpPr bwMode="auto">
          <a:xfrm>
            <a:off x="755650" y="3227388"/>
            <a:ext cx="1285875" cy="1354137"/>
            <a:chOff x="476" y="2033"/>
            <a:chExt cx="810" cy="853"/>
          </a:xfrm>
        </p:grpSpPr>
        <p:sp>
          <p:nvSpPr>
            <p:cNvPr id="44095" name="Text Box 21"/>
            <p:cNvSpPr txBox="1">
              <a:spLocks noChangeArrowheads="1"/>
            </p:cNvSpPr>
            <p:nvPr/>
          </p:nvSpPr>
          <p:spPr bwMode="auto">
            <a:xfrm>
              <a:off x="476" y="2033"/>
              <a:ext cx="81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 </a:t>
              </a:r>
            </a:p>
          </p:txBody>
        </p:sp>
        <p:sp>
          <p:nvSpPr>
            <p:cNvPr id="44096" name="Line 22"/>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4043" name="Group 23"/>
          <p:cNvGrpSpPr>
            <a:grpSpLocks/>
          </p:cNvGrpSpPr>
          <p:nvPr/>
        </p:nvGrpSpPr>
        <p:grpSpPr bwMode="auto">
          <a:xfrm>
            <a:off x="76200" y="3948113"/>
            <a:ext cx="1611313" cy="1281112"/>
            <a:chOff x="48" y="2487"/>
            <a:chExt cx="1015" cy="807"/>
          </a:xfrm>
        </p:grpSpPr>
        <p:sp>
          <p:nvSpPr>
            <p:cNvPr id="44093" name="Text Box 24"/>
            <p:cNvSpPr txBox="1">
              <a:spLocks noChangeArrowheads="1"/>
            </p:cNvSpPr>
            <p:nvPr/>
          </p:nvSpPr>
          <p:spPr bwMode="auto">
            <a:xfrm>
              <a:off x="48" y="2487"/>
              <a:ext cx="1015"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  </a:t>
              </a:r>
            </a:p>
            <a:p>
              <a:pPr algn="just" eaLnBrk="1" hangingPunct="1"/>
              <a:r>
                <a:rPr lang="zh-CN" altLang="en-US" sz="2000" b="1">
                  <a:solidFill>
                    <a:srgbClr val="006600"/>
                  </a:solidFill>
                </a:rPr>
                <a:t>    微积分</a:t>
              </a:r>
            </a:p>
          </p:txBody>
        </p:sp>
        <p:sp>
          <p:nvSpPr>
            <p:cNvPr id="44094" name="Line 25"/>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4044" name="Group 26"/>
          <p:cNvGrpSpPr>
            <a:grpSpLocks/>
          </p:cNvGrpSpPr>
          <p:nvPr/>
        </p:nvGrpSpPr>
        <p:grpSpPr bwMode="auto">
          <a:xfrm>
            <a:off x="2051050" y="4221163"/>
            <a:ext cx="3744913" cy="406400"/>
            <a:chOff x="1292" y="2659"/>
            <a:chExt cx="2359" cy="256"/>
          </a:xfrm>
        </p:grpSpPr>
        <p:sp>
          <p:nvSpPr>
            <p:cNvPr id="159771" name="WordArt 27"/>
            <p:cNvSpPr>
              <a:spLocks noChangeArrowheads="1" noChangeShapeType="1" noTextEdit="1"/>
            </p:cNvSpPr>
            <p:nvPr/>
          </p:nvSpPr>
          <p:spPr bwMode="auto">
            <a:xfrm>
              <a:off x="1292" y="2704"/>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4091" name="Text Box 28"/>
            <p:cNvSpPr txBox="1">
              <a:spLocks noChangeArrowheads="1"/>
            </p:cNvSpPr>
            <p:nvPr/>
          </p:nvSpPr>
          <p:spPr bwMode="auto">
            <a:xfrm>
              <a:off x="2562" y="2659"/>
              <a:ext cx="1089"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伏特发明电堆</a:t>
              </a:r>
            </a:p>
          </p:txBody>
        </p:sp>
        <p:sp>
          <p:nvSpPr>
            <p:cNvPr id="44092" name="Line 29"/>
            <p:cNvSpPr>
              <a:spLocks noChangeShapeType="1"/>
            </p:cNvSpPr>
            <p:nvPr/>
          </p:nvSpPr>
          <p:spPr bwMode="auto">
            <a:xfrm>
              <a:off x="1927" y="279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4045" name="Group 30"/>
          <p:cNvGrpSpPr>
            <a:grpSpLocks/>
          </p:cNvGrpSpPr>
          <p:nvPr/>
        </p:nvGrpSpPr>
        <p:grpSpPr bwMode="auto">
          <a:xfrm>
            <a:off x="2195513" y="3644900"/>
            <a:ext cx="6121400" cy="1016000"/>
            <a:chOff x="1383" y="2296"/>
            <a:chExt cx="3856" cy="640"/>
          </a:xfrm>
        </p:grpSpPr>
        <p:sp>
          <p:nvSpPr>
            <p:cNvPr id="159775" name="WordArt 31"/>
            <p:cNvSpPr>
              <a:spLocks noChangeArrowheads="1" noChangeShapeType="1" noTextEdit="1"/>
            </p:cNvSpPr>
            <p:nvPr/>
          </p:nvSpPr>
          <p:spPr bwMode="auto">
            <a:xfrm>
              <a:off x="1383" y="2523"/>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1820-30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4088" name="Text Box 32"/>
            <p:cNvSpPr txBox="1">
              <a:spLocks noChangeArrowheads="1"/>
            </p:cNvSpPr>
            <p:nvPr/>
          </p:nvSpPr>
          <p:spPr bwMode="auto">
            <a:xfrm>
              <a:off x="3787" y="2296"/>
              <a:ext cx="1452" cy="64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安培定律</a:t>
              </a:r>
            </a:p>
            <a:p>
              <a:pPr algn="just" eaLnBrk="1" hangingPunct="1"/>
              <a:r>
                <a:rPr lang="zh-CN" altLang="en-US" sz="2000" b="1">
                  <a:solidFill>
                    <a:srgbClr val="660066"/>
                  </a:solidFill>
                </a:rPr>
                <a:t>欧姆定律</a:t>
              </a:r>
            </a:p>
            <a:p>
              <a:pPr algn="just" eaLnBrk="1" hangingPunct="1"/>
              <a:r>
                <a:rPr lang="zh-CN" altLang="en-US" sz="2000" b="1">
                  <a:solidFill>
                    <a:srgbClr val="660066"/>
                  </a:solidFill>
                </a:rPr>
                <a:t>法拉第电磁感应</a:t>
              </a:r>
            </a:p>
          </p:txBody>
        </p:sp>
        <p:sp>
          <p:nvSpPr>
            <p:cNvPr id="44089" name="Line 33"/>
            <p:cNvSpPr>
              <a:spLocks noChangeShapeType="1"/>
            </p:cNvSpPr>
            <p:nvPr/>
          </p:nvSpPr>
          <p:spPr bwMode="auto">
            <a:xfrm>
              <a:off x="2290" y="2568"/>
              <a:ext cx="149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4046" name="Group 34"/>
          <p:cNvGrpSpPr>
            <a:grpSpLocks/>
          </p:cNvGrpSpPr>
          <p:nvPr/>
        </p:nvGrpSpPr>
        <p:grpSpPr bwMode="auto">
          <a:xfrm>
            <a:off x="2700338" y="3573463"/>
            <a:ext cx="3024187" cy="466725"/>
            <a:chOff x="1701" y="2251"/>
            <a:chExt cx="1905" cy="294"/>
          </a:xfrm>
        </p:grpSpPr>
        <p:sp>
          <p:nvSpPr>
            <p:cNvPr id="159779" name="WordArt 35"/>
            <p:cNvSpPr>
              <a:spLocks noChangeArrowheads="1" noChangeShapeType="1" noTextEdit="1"/>
            </p:cNvSpPr>
            <p:nvPr/>
          </p:nvSpPr>
          <p:spPr bwMode="auto">
            <a:xfrm>
              <a:off x="1701" y="2341"/>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a:t>
              </a:r>
              <a:r>
                <a:rPr lang="zh-CN" altLang="en-US" kern="10">
                  <a:ln w="9525" cap="sq">
                    <a:solidFill>
                      <a:schemeClr val="tx1"/>
                    </a:solidFill>
                    <a:round/>
                    <a:headEnd type="none" w="sm" len="sm"/>
                    <a:tailEnd type="none" w="sm" len="sm"/>
                  </a:ln>
                  <a:solidFill>
                    <a:srgbClr val="FF0000"/>
                  </a:solidFill>
                  <a:latin typeface="宋体"/>
                  <a:ea typeface="宋体"/>
                </a:rPr>
                <a:t>世纪中叶</a:t>
              </a:r>
            </a:p>
          </p:txBody>
        </p:sp>
        <p:sp>
          <p:nvSpPr>
            <p:cNvPr id="44086" name="Text Box 36"/>
            <p:cNvSpPr txBox="1">
              <a:spLocks noChangeArrowheads="1"/>
            </p:cNvSpPr>
            <p:nvPr/>
          </p:nvSpPr>
          <p:spPr bwMode="auto">
            <a:xfrm>
              <a:off x="2608" y="2251"/>
              <a:ext cx="998" cy="29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400" b="1">
                  <a:solidFill>
                    <a:srgbClr val="A50021"/>
                  </a:solidFill>
                </a:rPr>
                <a:t>电磁理论</a:t>
              </a:r>
            </a:p>
          </p:txBody>
        </p:sp>
      </p:grpSp>
      <p:grpSp>
        <p:nvGrpSpPr>
          <p:cNvPr id="44047" name="Group 37"/>
          <p:cNvGrpSpPr>
            <a:grpSpLocks/>
          </p:cNvGrpSpPr>
          <p:nvPr/>
        </p:nvGrpSpPr>
        <p:grpSpPr bwMode="auto">
          <a:xfrm>
            <a:off x="1692275" y="2219325"/>
            <a:ext cx="2122488" cy="1354138"/>
            <a:chOff x="476" y="2033"/>
            <a:chExt cx="1337" cy="853"/>
          </a:xfrm>
        </p:grpSpPr>
        <p:sp>
          <p:nvSpPr>
            <p:cNvPr id="44083" name="Text Box 38"/>
            <p:cNvSpPr txBox="1">
              <a:spLocks noChangeArrowheads="1"/>
            </p:cNvSpPr>
            <p:nvPr/>
          </p:nvSpPr>
          <p:spPr bwMode="auto">
            <a:xfrm>
              <a:off x="476" y="2033"/>
              <a:ext cx="1337"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分析数学发展期  </a:t>
              </a:r>
            </a:p>
          </p:txBody>
        </p:sp>
        <p:sp>
          <p:nvSpPr>
            <p:cNvPr id="44084" name="Line 39"/>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4048" name="Group 40"/>
          <p:cNvGrpSpPr>
            <a:grpSpLocks/>
          </p:cNvGrpSpPr>
          <p:nvPr/>
        </p:nvGrpSpPr>
        <p:grpSpPr bwMode="auto">
          <a:xfrm>
            <a:off x="3490913" y="3094038"/>
            <a:ext cx="4897437" cy="406400"/>
            <a:chOff x="2199" y="1949"/>
            <a:chExt cx="3085" cy="256"/>
          </a:xfrm>
        </p:grpSpPr>
        <p:sp>
          <p:nvSpPr>
            <p:cNvPr id="159785" name="WordArt 41"/>
            <p:cNvSpPr>
              <a:spLocks noChangeArrowheads="1" noChangeShapeType="1" noTextEdit="1"/>
            </p:cNvSpPr>
            <p:nvPr/>
          </p:nvSpPr>
          <p:spPr bwMode="auto">
            <a:xfrm>
              <a:off x="2199" y="2069"/>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1886</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4081" name="Text Box 42"/>
            <p:cNvSpPr txBox="1">
              <a:spLocks noChangeArrowheads="1"/>
            </p:cNvSpPr>
            <p:nvPr/>
          </p:nvSpPr>
          <p:spPr bwMode="auto">
            <a:xfrm>
              <a:off x="3424" y="1949"/>
              <a:ext cx="186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赫兹证明电磁波的存在</a:t>
              </a:r>
            </a:p>
          </p:txBody>
        </p:sp>
        <p:sp>
          <p:nvSpPr>
            <p:cNvPr id="44082" name="Line 43"/>
            <p:cNvSpPr>
              <a:spLocks noChangeShapeType="1"/>
            </p:cNvSpPr>
            <p:nvPr/>
          </p:nvSpPr>
          <p:spPr bwMode="auto">
            <a:xfrm>
              <a:off x="2835" y="216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4049" name="Text Box 44"/>
          <p:cNvSpPr txBox="1">
            <a:spLocks noChangeArrowheads="1"/>
          </p:cNvSpPr>
          <p:nvPr/>
        </p:nvSpPr>
        <p:spPr bwMode="auto">
          <a:xfrm>
            <a:off x="3132138" y="1052513"/>
            <a:ext cx="2159000" cy="10160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特征函数</a:t>
            </a:r>
          </a:p>
          <a:p>
            <a:pPr algn="just" eaLnBrk="1" hangingPunct="1"/>
            <a:r>
              <a:rPr lang="zh-CN" altLang="en-US" sz="2000" b="1">
                <a:solidFill>
                  <a:srgbClr val="006600"/>
                </a:solidFill>
              </a:rPr>
              <a:t>广义傅里叶展开</a:t>
            </a:r>
          </a:p>
          <a:p>
            <a:pPr algn="just" eaLnBrk="1" hangingPunct="1"/>
            <a:r>
              <a:rPr lang="zh-CN" altLang="en-US" sz="2000" b="1">
                <a:solidFill>
                  <a:srgbClr val="006600"/>
                </a:solidFill>
              </a:rPr>
              <a:t>抽象函数空间</a:t>
            </a:r>
          </a:p>
        </p:txBody>
      </p:sp>
      <p:grpSp>
        <p:nvGrpSpPr>
          <p:cNvPr id="44050" name="Group 45"/>
          <p:cNvGrpSpPr>
            <a:grpSpLocks/>
          </p:cNvGrpSpPr>
          <p:nvPr/>
        </p:nvGrpSpPr>
        <p:grpSpPr bwMode="auto">
          <a:xfrm>
            <a:off x="4140200" y="2492375"/>
            <a:ext cx="4752975" cy="708025"/>
            <a:chOff x="2608" y="1570"/>
            <a:chExt cx="2994" cy="446"/>
          </a:xfrm>
        </p:grpSpPr>
        <p:sp>
          <p:nvSpPr>
            <p:cNvPr id="159790" name="WordArt 46"/>
            <p:cNvSpPr>
              <a:spLocks noChangeArrowheads="1" noChangeShapeType="1" noTextEdit="1"/>
            </p:cNvSpPr>
            <p:nvPr/>
          </p:nvSpPr>
          <p:spPr bwMode="auto">
            <a:xfrm>
              <a:off x="2608" y="1752"/>
              <a:ext cx="68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1896-7</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4078" name="Text Box 47"/>
            <p:cNvSpPr txBox="1">
              <a:spLocks noChangeArrowheads="1"/>
            </p:cNvSpPr>
            <p:nvPr/>
          </p:nvSpPr>
          <p:spPr bwMode="auto">
            <a:xfrm>
              <a:off x="3742" y="1570"/>
              <a:ext cx="1860" cy="44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洛伦兹提出电子论</a:t>
              </a:r>
            </a:p>
            <a:p>
              <a:pPr algn="just" eaLnBrk="1" hangingPunct="1"/>
              <a:r>
                <a:rPr lang="en-US" altLang="zh-CN" sz="2000" b="1" dirty="0">
                  <a:solidFill>
                    <a:srgbClr val="660066"/>
                  </a:solidFill>
                </a:rPr>
                <a:t>J.J.</a:t>
              </a:r>
              <a:r>
                <a:rPr lang="zh-CN" altLang="en-US" sz="2000" b="1" dirty="0">
                  <a:solidFill>
                    <a:srgbClr val="660066"/>
                  </a:solidFill>
                </a:rPr>
                <a:t>汤姆生证明电子存在</a:t>
              </a:r>
            </a:p>
          </p:txBody>
        </p:sp>
        <p:sp>
          <p:nvSpPr>
            <p:cNvPr id="44079" name="Line 48"/>
            <p:cNvSpPr>
              <a:spLocks noChangeShapeType="1"/>
            </p:cNvSpPr>
            <p:nvPr/>
          </p:nvSpPr>
          <p:spPr bwMode="auto">
            <a:xfrm>
              <a:off x="3334" y="1842"/>
              <a:ext cx="40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4051" name="Group 57"/>
          <p:cNvGrpSpPr>
            <a:grpSpLocks/>
          </p:cNvGrpSpPr>
          <p:nvPr/>
        </p:nvGrpSpPr>
        <p:grpSpPr bwMode="auto">
          <a:xfrm>
            <a:off x="4930775" y="2132013"/>
            <a:ext cx="4068763" cy="406400"/>
            <a:chOff x="3106" y="1343"/>
            <a:chExt cx="2563" cy="256"/>
          </a:xfrm>
        </p:grpSpPr>
        <p:sp>
          <p:nvSpPr>
            <p:cNvPr id="44073" name="Line 58"/>
            <p:cNvSpPr>
              <a:spLocks noChangeShapeType="1"/>
            </p:cNvSpPr>
            <p:nvPr/>
          </p:nvSpPr>
          <p:spPr bwMode="auto">
            <a:xfrm>
              <a:off x="3696" y="152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4074" name="Group 59"/>
            <p:cNvGrpSpPr>
              <a:grpSpLocks/>
            </p:cNvGrpSpPr>
            <p:nvPr/>
          </p:nvGrpSpPr>
          <p:grpSpPr bwMode="auto">
            <a:xfrm>
              <a:off x="3106" y="1343"/>
              <a:ext cx="2563" cy="256"/>
              <a:chOff x="3106" y="1343"/>
              <a:chExt cx="2563" cy="256"/>
            </a:xfrm>
          </p:grpSpPr>
          <p:sp>
            <p:nvSpPr>
              <p:cNvPr id="159804" name="WordArt 60"/>
              <p:cNvSpPr>
                <a:spLocks noChangeArrowheads="1" noChangeShapeType="1" noTextEdit="1"/>
              </p:cNvSpPr>
              <p:nvPr/>
            </p:nvSpPr>
            <p:spPr bwMode="auto">
              <a:xfrm>
                <a:off x="3106" y="1434"/>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1905</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4076" name="Text Box 61"/>
              <p:cNvSpPr txBox="1">
                <a:spLocks noChangeArrowheads="1"/>
              </p:cNvSpPr>
              <p:nvPr/>
            </p:nvSpPr>
            <p:spPr bwMode="auto">
              <a:xfrm>
                <a:off x="4195" y="1343"/>
                <a:ext cx="1474" cy="25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爱因斯坦</a:t>
                </a:r>
                <a:r>
                  <a:rPr lang="en-US" altLang="zh-CN" sz="2000" b="1">
                    <a:solidFill>
                      <a:srgbClr val="660066"/>
                    </a:solidFill>
                  </a:rPr>
                  <a:t>5</a:t>
                </a:r>
                <a:r>
                  <a:rPr lang="zh-CN" altLang="en-US" sz="2000" b="1">
                    <a:solidFill>
                      <a:srgbClr val="660066"/>
                    </a:solidFill>
                  </a:rPr>
                  <a:t>篇论文</a:t>
                </a:r>
              </a:p>
            </p:txBody>
          </p:sp>
        </p:grpSp>
      </p:grpSp>
      <p:grpSp>
        <p:nvGrpSpPr>
          <p:cNvPr id="44052" name="Group 62"/>
          <p:cNvGrpSpPr>
            <a:grpSpLocks/>
          </p:cNvGrpSpPr>
          <p:nvPr/>
        </p:nvGrpSpPr>
        <p:grpSpPr bwMode="auto">
          <a:xfrm>
            <a:off x="1403350" y="692150"/>
            <a:ext cx="4321175" cy="1081088"/>
            <a:chOff x="884" y="436"/>
            <a:chExt cx="2722" cy="681"/>
          </a:xfrm>
        </p:grpSpPr>
        <p:sp>
          <p:nvSpPr>
            <p:cNvPr id="44071" name="Text Box 63"/>
            <p:cNvSpPr txBox="1">
              <a:spLocks noChangeArrowheads="1"/>
            </p:cNvSpPr>
            <p:nvPr/>
          </p:nvSpPr>
          <p:spPr bwMode="auto">
            <a:xfrm>
              <a:off x="884" y="436"/>
              <a:ext cx="2494" cy="448"/>
            </a:xfrm>
            <a:prstGeom prst="rect">
              <a:avLst/>
            </a:prstGeom>
            <a:solidFill>
              <a:srgbClr val="FFFF99"/>
            </a:solidFill>
            <a:ln w="9525" algn="ctr">
              <a:solidFill>
                <a:srgbClr val="66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en-US" altLang="zh-CN" sz="2000" b="1">
                  <a:solidFill>
                    <a:srgbClr val="333300"/>
                  </a:solidFill>
                </a:rPr>
                <a:t>1948- </a:t>
              </a:r>
              <a:r>
                <a:rPr lang="zh-CN" altLang="en-US" sz="2000" b="1">
                  <a:solidFill>
                    <a:srgbClr val="333300"/>
                  </a:solidFill>
                </a:rPr>
                <a:t>维纳发表控制论，香侬发表信息论，建立通信和滤波理论</a:t>
              </a:r>
            </a:p>
          </p:txBody>
        </p:sp>
        <p:sp>
          <p:nvSpPr>
            <p:cNvPr id="44072" name="Line 64"/>
            <p:cNvSpPr>
              <a:spLocks noChangeShapeType="1"/>
            </p:cNvSpPr>
            <p:nvPr/>
          </p:nvSpPr>
          <p:spPr bwMode="auto">
            <a:xfrm flipH="1" flipV="1">
              <a:off x="3379" y="754"/>
              <a:ext cx="227"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4053" name="Group 65"/>
          <p:cNvGrpSpPr>
            <a:grpSpLocks/>
          </p:cNvGrpSpPr>
          <p:nvPr/>
        </p:nvGrpSpPr>
        <p:grpSpPr bwMode="auto">
          <a:xfrm>
            <a:off x="73025" y="1989138"/>
            <a:ext cx="5219700" cy="1016000"/>
            <a:chOff x="46" y="1253"/>
            <a:chExt cx="3288" cy="640"/>
          </a:xfrm>
        </p:grpSpPr>
        <p:sp>
          <p:nvSpPr>
            <p:cNvPr id="44069" name="Text Box 66"/>
            <p:cNvSpPr txBox="1">
              <a:spLocks noChangeArrowheads="1"/>
            </p:cNvSpPr>
            <p:nvPr/>
          </p:nvSpPr>
          <p:spPr bwMode="auto">
            <a:xfrm>
              <a:off x="46" y="1253"/>
              <a:ext cx="2562" cy="640"/>
            </a:xfrm>
            <a:prstGeom prst="rect">
              <a:avLst/>
            </a:prstGeom>
            <a:solidFill>
              <a:srgbClr val="FFFF99"/>
            </a:solidFill>
            <a:ln w="9525" algn="ctr">
              <a:solidFill>
                <a:srgbClr val="66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en-US" altLang="zh-CN" sz="2000" b="1">
                  <a:solidFill>
                    <a:srgbClr val="333300"/>
                  </a:solidFill>
                </a:rPr>
                <a:t>1921-Rainey</a:t>
              </a:r>
              <a:r>
                <a:rPr lang="zh-CN" altLang="en-US" sz="2000" b="1">
                  <a:solidFill>
                    <a:srgbClr val="333300"/>
                  </a:solidFill>
                </a:rPr>
                <a:t>获得</a:t>
              </a:r>
              <a:r>
                <a:rPr lang="en-US" altLang="zh-CN" sz="2000" b="1">
                  <a:solidFill>
                    <a:srgbClr val="333300"/>
                  </a:solidFill>
                </a:rPr>
                <a:t>PCM</a:t>
              </a:r>
              <a:r>
                <a:rPr lang="zh-CN" altLang="en-US" sz="2000" b="1">
                  <a:solidFill>
                    <a:srgbClr val="333300"/>
                  </a:solidFill>
                </a:rPr>
                <a:t>编码专利</a:t>
              </a:r>
            </a:p>
            <a:p>
              <a:pPr algn="just" eaLnBrk="1" hangingPunct="1"/>
              <a:r>
                <a:rPr lang="zh-CN" altLang="en-US" sz="2000" b="1">
                  <a:solidFill>
                    <a:srgbClr val="333300"/>
                  </a:solidFill>
                </a:rPr>
                <a:t>提出</a:t>
              </a:r>
              <a:r>
                <a:rPr lang="en-US" altLang="zh-CN" sz="2000" b="1">
                  <a:solidFill>
                    <a:srgbClr val="333300"/>
                  </a:solidFill>
                </a:rPr>
                <a:t>A/D</a:t>
              </a:r>
              <a:r>
                <a:rPr lang="zh-CN" altLang="en-US" sz="2000" b="1">
                  <a:solidFill>
                    <a:srgbClr val="333300"/>
                  </a:solidFill>
                </a:rPr>
                <a:t>、串行传输、</a:t>
              </a:r>
              <a:r>
                <a:rPr lang="en-US" altLang="zh-CN" sz="2000" b="1">
                  <a:solidFill>
                    <a:srgbClr val="333300"/>
                  </a:solidFill>
                </a:rPr>
                <a:t>D/A</a:t>
              </a:r>
              <a:r>
                <a:rPr lang="zh-CN" altLang="en-US" sz="2000" b="1">
                  <a:solidFill>
                    <a:srgbClr val="333300"/>
                  </a:solidFill>
                </a:rPr>
                <a:t>思想</a:t>
              </a:r>
            </a:p>
            <a:p>
              <a:pPr algn="just" eaLnBrk="1" hangingPunct="1"/>
              <a:r>
                <a:rPr lang="zh-CN" altLang="en-US" sz="2000" b="1">
                  <a:solidFill>
                    <a:srgbClr val="333300"/>
                  </a:solidFill>
                </a:rPr>
                <a:t>离散处理技术发端</a:t>
              </a:r>
            </a:p>
          </p:txBody>
        </p:sp>
        <p:sp>
          <p:nvSpPr>
            <p:cNvPr id="44070" name="Line 67"/>
            <p:cNvSpPr>
              <a:spLocks noChangeShapeType="1"/>
            </p:cNvSpPr>
            <p:nvPr/>
          </p:nvSpPr>
          <p:spPr bwMode="auto">
            <a:xfrm flipH="1">
              <a:off x="2608" y="1344"/>
              <a:ext cx="726" cy="31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4054" name="Group 68"/>
          <p:cNvGrpSpPr>
            <a:grpSpLocks/>
          </p:cNvGrpSpPr>
          <p:nvPr/>
        </p:nvGrpSpPr>
        <p:grpSpPr bwMode="auto">
          <a:xfrm>
            <a:off x="1116013" y="1484313"/>
            <a:ext cx="4176712" cy="649287"/>
            <a:chOff x="703" y="935"/>
            <a:chExt cx="2631" cy="409"/>
          </a:xfrm>
        </p:grpSpPr>
        <p:sp>
          <p:nvSpPr>
            <p:cNvPr id="44067" name="Text Box 69"/>
            <p:cNvSpPr txBox="1">
              <a:spLocks noChangeArrowheads="1"/>
            </p:cNvSpPr>
            <p:nvPr/>
          </p:nvSpPr>
          <p:spPr bwMode="auto">
            <a:xfrm>
              <a:off x="703" y="935"/>
              <a:ext cx="2359" cy="256"/>
            </a:xfrm>
            <a:prstGeom prst="rect">
              <a:avLst/>
            </a:prstGeom>
            <a:solidFill>
              <a:srgbClr val="FFFF99"/>
            </a:solidFill>
            <a:ln w="9525" algn="ctr">
              <a:solidFill>
                <a:srgbClr val="66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en-US" altLang="zh-CN" sz="2000" b="1">
                  <a:solidFill>
                    <a:srgbClr val="333300"/>
                  </a:solidFill>
                </a:rPr>
                <a:t>1924-28Nyquist</a:t>
              </a:r>
              <a:r>
                <a:rPr lang="zh-CN" altLang="en-US" sz="2000" b="1">
                  <a:solidFill>
                    <a:srgbClr val="333300"/>
                  </a:solidFill>
                </a:rPr>
                <a:t>发表采样理论</a:t>
              </a:r>
            </a:p>
          </p:txBody>
        </p:sp>
        <p:sp>
          <p:nvSpPr>
            <p:cNvPr id="44068" name="Line 70"/>
            <p:cNvSpPr>
              <a:spLocks noChangeShapeType="1"/>
            </p:cNvSpPr>
            <p:nvPr/>
          </p:nvSpPr>
          <p:spPr bwMode="auto">
            <a:xfrm flipH="1" flipV="1">
              <a:off x="3061" y="1117"/>
              <a:ext cx="273" cy="22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9818" name="Group 74"/>
          <p:cNvGrpSpPr>
            <a:grpSpLocks/>
          </p:cNvGrpSpPr>
          <p:nvPr/>
        </p:nvGrpSpPr>
        <p:grpSpPr bwMode="auto">
          <a:xfrm>
            <a:off x="3059113" y="3789363"/>
            <a:ext cx="3276600" cy="1412875"/>
            <a:chOff x="3696" y="3385"/>
            <a:chExt cx="2064" cy="890"/>
          </a:xfrm>
        </p:grpSpPr>
        <p:sp>
          <p:nvSpPr>
            <p:cNvPr id="44065" name="AutoShape 72"/>
            <p:cNvSpPr>
              <a:spLocks noChangeArrowheads="1"/>
            </p:cNvSpPr>
            <p:nvPr/>
          </p:nvSpPr>
          <p:spPr bwMode="auto">
            <a:xfrm>
              <a:off x="3696" y="3385"/>
              <a:ext cx="2064" cy="890"/>
            </a:xfrm>
            <a:prstGeom prst="irregularSeal1">
              <a:avLst/>
            </a:prstGeom>
            <a:gradFill rotWithShape="1">
              <a:gsLst>
                <a:gs pos="0">
                  <a:srgbClr val="A50021"/>
                </a:gs>
                <a:gs pos="50000">
                  <a:srgbClr val="000000"/>
                </a:gs>
                <a:gs pos="100000">
                  <a:srgbClr val="A50021"/>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4066" name="Text Box 73"/>
            <p:cNvSpPr txBox="1">
              <a:spLocks noChangeArrowheads="1"/>
            </p:cNvSpPr>
            <p:nvPr/>
          </p:nvSpPr>
          <p:spPr bwMode="auto">
            <a:xfrm>
              <a:off x="4059" y="3657"/>
              <a:ext cx="1153"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solidFill>
                    <a:schemeClr val="bg1"/>
                  </a:solidFill>
                </a:rPr>
                <a:t>   </a:t>
              </a:r>
              <a:r>
                <a:rPr lang="zh-CN" altLang="en-US" sz="2400" b="1">
                  <a:solidFill>
                    <a:schemeClr val="bg1"/>
                  </a:solidFill>
                </a:rPr>
                <a:t>声音广播  </a:t>
              </a:r>
            </a:p>
            <a:p>
              <a:pPr algn="just" eaLnBrk="1" hangingPunct="1">
                <a:lnSpc>
                  <a:spcPct val="65000"/>
                </a:lnSpc>
              </a:pPr>
              <a:r>
                <a:rPr lang="zh-CN" altLang="en-US" sz="2000" b="1">
                  <a:solidFill>
                    <a:schemeClr val="bg1"/>
                  </a:solidFill>
                </a:rPr>
                <a:t>    （</a:t>
              </a:r>
              <a:r>
                <a:rPr lang="en-US" altLang="zh-CN" sz="2000" b="1">
                  <a:solidFill>
                    <a:schemeClr val="bg1"/>
                  </a:solidFill>
                </a:rPr>
                <a:t>1920</a:t>
              </a:r>
              <a:r>
                <a:rPr lang="zh-CN" altLang="en-US" sz="2000" b="1">
                  <a:solidFill>
                    <a:schemeClr val="bg1"/>
                  </a:solidFill>
                </a:rPr>
                <a:t>）</a:t>
              </a:r>
              <a:r>
                <a:rPr lang="zh-CN" altLang="en-US" sz="3200" b="1"/>
                <a:t> </a:t>
              </a:r>
            </a:p>
          </p:txBody>
        </p:sp>
      </p:grpSp>
      <p:grpSp>
        <p:nvGrpSpPr>
          <p:cNvPr id="159819" name="Group 75"/>
          <p:cNvGrpSpPr>
            <a:grpSpLocks/>
          </p:cNvGrpSpPr>
          <p:nvPr/>
        </p:nvGrpSpPr>
        <p:grpSpPr bwMode="auto">
          <a:xfrm>
            <a:off x="4787900" y="4797425"/>
            <a:ext cx="3276600" cy="1412875"/>
            <a:chOff x="3696" y="3385"/>
            <a:chExt cx="2064" cy="890"/>
          </a:xfrm>
        </p:grpSpPr>
        <p:sp>
          <p:nvSpPr>
            <p:cNvPr id="44063" name="AutoShape 76"/>
            <p:cNvSpPr>
              <a:spLocks noChangeArrowheads="1"/>
            </p:cNvSpPr>
            <p:nvPr/>
          </p:nvSpPr>
          <p:spPr bwMode="auto">
            <a:xfrm>
              <a:off x="3696" y="3385"/>
              <a:ext cx="2064" cy="890"/>
            </a:xfrm>
            <a:prstGeom prst="irregularSeal1">
              <a:avLst/>
            </a:prstGeom>
            <a:gradFill rotWithShape="1">
              <a:gsLst>
                <a:gs pos="0">
                  <a:srgbClr val="A50021"/>
                </a:gs>
                <a:gs pos="50000">
                  <a:srgbClr val="000000"/>
                </a:gs>
                <a:gs pos="100000">
                  <a:srgbClr val="A50021"/>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4064" name="Text Box 77"/>
            <p:cNvSpPr txBox="1">
              <a:spLocks noChangeArrowheads="1"/>
            </p:cNvSpPr>
            <p:nvPr/>
          </p:nvSpPr>
          <p:spPr bwMode="auto">
            <a:xfrm>
              <a:off x="4059" y="3657"/>
              <a:ext cx="1153"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solidFill>
                    <a:schemeClr val="bg1"/>
                  </a:solidFill>
                </a:rPr>
                <a:t>   </a:t>
              </a:r>
              <a:r>
                <a:rPr lang="zh-CN" altLang="en-US" sz="2400" b="1">
                  <a:solidFill>
                    <a:schemeClr val="bg1"/>
                  </a:solidFill>
                </a:rPr>
                <a:t>图像广播  </a:t>
              </a:r>
            </a:p>
            <a:p>
              <a:pPr algn="just" eaLnBrk="1" hangingPunct="1">
                <a:lnSpc>
                  <a:spcPct val="65000"/>
                </a:lnSpc>
              </a:pPr>
              <a:r>
                <a:rPr lang="zh-CN" altLang="en-US" sz="2000" b="1">
                  <a:solidFill>
                    <a:schemeClr val="bg1"/>
                  </a:solidFill>
                </a:rPr>
                <a:t>    （</a:t>
              </a:r>
              <a:r>
                <a:rPr lang="en-US" altLang="zh-CN" sz="2000" b="1">
                  <a:solidFill>
                    <a:schemeClr val="bg1"/>
                  </a:solidFill>
                </a:rPr>
                <a:t>1929</a:t>
              </a:r>
              <a:r>
                <a:rPr lang="zh-CN" altLang="en-US" sz="2000" b="1">
                  <a:solidFill>
                    <a:schemeClr val="bg1"/>
                  </a:solidFill>
                </a:rPr>
                <a:t>）</a:t>
              </a:r>
              <a:r>
                <a:rPr lang="zh-CN" altLang="en-US" sz="3200" b="1"/>
                <a:t> </a:t>
              </a:r>
            </a:p>
          </p:txBody>
        </p:sp>
      </p:grpSp>
      <p:grpSp>
        <p:nvGrpSpPr>
          <p:cNvPr id="159822" name="Group 78"/>
          <p:cNvGrpSpPr>
            <a:grpSpLocks/>
          </p:cNvGrpSpPr>
          <p:nvPr/>
        </p:nvGrpSpPr>
        <p:grpSpPr bwMode="auto">
          <a:xfrm>
            <a:off x="5867400" y="3213100"/>
            <a:ext cx="3276600" cy="1412875"/>
            <a:chOff x="3696" y="3385"/>
            <a:chExt cx="2064" cy="890"/>
          </a:xfrm>
        </p:grpSpPr>
        <p:sp>
          <p:nvSpPr>
            <p:cNvPr id="44061" name="AutoShape 79"/>
            <p:cNvSpPr>
              <a:spLocks noChangeArrowheads="1"/>
            </p:cNvSpPr>
            <p:nvPr/>
          </p:nvSpPr>
          <p:spPr bwMode="auto">
            <a:xfrm>
              <a:off x="3696" y="3385"/>
              <a:ext cx="2064" cy="890"/>
            </a:xfrm>
            <a:prstGeom prst="irregularSeal1">
              <a:avLst/>
            </a:prstGeom>
            <a:gradFill rotWithShape="1">
              <a:gsLst>
                <a:gs pos="0">
                  <a:srgbClr val="A50021"/>
                </a:gs>
                <a:gs pos="50000">
                  <a:srgbClr val="000000"/>
                </a:gs>
                <a:gs pos="100000">
                  <a:srgbClr val="A50021"/>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4062" name="Text Box 80"/>
            <p:cNvSpPr txBox="1">
              <a:spLocks noChangeArrowheads="1"/>
            </p:cNvSpPr>
            <p:nvPr/>
          </p:nvSpPr>
          <p:spPr bwMode="auto">
            <a:xfrm>
              <a:off x="4059" y="3657"/>
              <a:ext cx="1153"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solidFill>
                    <a:schemeClr val="bg1"/>
                  </a:solidFill>
                </a:rPr>
                <a:t>   </a:t>
              </a:r>
              <a:r>
                <a:rPr lang="zh-CN" altLang="en-US" sz="2400" b="1">
                  <a:solidFill>
                    <a:schemeClr val="bg1"/>
                  </a:solidFill>
                </a:rPr>
                <a:t>实用雷达  </a:t>
              </a:r>
            </a:p>
            <a:p>
              <a:pPr algn="just" eaLnBrk="1" hangingPunct="1">
                <a:lnSpc>
                  <a:spcPct val="65000"/>
                </a:lnSpc>
              </a:pPr>
              <a:r>
                <a:rPr lang="zh-CN" altLang="en-US" sz="2000" b="1">
                  <a:solidFill>
                    <a:schemeClr val="bg1"/>
                  </a:solidFill>
                </a:rPr>
                <a:t>    （</a:t>
              </a:r>
              <a:r>
                <a:rPr lang="en-US" altLang="zh-CN" sz="2000" b="1">
                  <a:solidFill>
                    <a:schemeClr val="bg1"/>
                  </a:solidFill>
                </a:rPr>
                <a:t>1935</a:t>
              </a:r>
              <a:r>
                <a:rPr lang="zh-CN" altLang="en-US" sz="2000" b="1">
                  <a:solidFill>
                    <a:schemeClr val="bg1"/>
                  </a:solidFill>
                </a:rPr>
                <a:t>）</a:t>
              </a:r>
              <a:r>
                <a:rPr lang="zh-CN" altLang="en-US" sz="3200" b="1"/>
                <a:t> </a:t>
              </a:r>
            </a:p>
          </p:txBody>
        </p:sp>
      </p:grpSp>
      <p:pic>
        <p:nvPicPr>
          <p:cNvPr id="159830" name="Picture 86" descr="2A2136F0"/>
          <p:cNvPicPr>
            <a:picLocks noChangeAspect="1" noChangeArrowheads="1"/>
          </p:cNvPicPr>
          <p:nvPr/>
        </p:nvPicPr>
        <p:blipFill>
          <a:blip r:embed="rId2" cstate="print">
            <a:extLst>
              <a:ext uri="{28A0092B-C50C-407E-A947-70E740481C1C}">
                <a14:useLocalDpi xmlns:a14="http://schemas.microsoft.com/office/drawing/2010/main" val="0"/>
              </a:ext>
            </a:extLst>
          </a:blip>
          <a:srcRect l="6815" t="677" r="6815" b="677"/>
          <a:stretch>
            <a:fillRect/>
          </a:stretch>
        </p:blipFill>
        <p:spPr bwMode="auto">
          <a:xfrm>
            <a:off x="250825" y="2420938"/>
            <a:ext cx="2652713"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9831" name="Picture 87" descr="5444EA7E"/>
          <p:cNvPicPr>
            <a:picLocks noChangeAspect="1" noChangeArrowheads="1"/>
          </p:cNvPicPr>
          <p:nvPr/>
        </p:nvPicPr>
        <p:blipFill>
          <a:blip r:embed="rId3">
            <a:extLst>
              <a:ext uri="{28A0092B-C50C-407E-A947-70E740481C1C}">
                <a14:useLocalDpi xmlns:a14="http://schemas.microsoft.com/office/drawing/2010/main" val="0"/>
              </a:ext>
            </a:extLst>
          </a:blip>
          <a:srcRect t="4315"/>
          <a:stretch>
            <a:fillRect/>
          </a:stretch>
        </p:blipFill>
        <p:spPr bwMode="auto">
          <a:xfrm>
            <a:off x="2051050" y="765175"/>
            <a:ext cx="3371850"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832" name="Text Box 88"/>
          <p:cNvSpPr txBox="1">
            <a:spLocks noChangeArrowheads="1"/>
          </p:cNvSpPr>
          <p:nvPr/>
        </p:nvSpPr>
        <p:spPr bwMode="auto">
          <a:xfrm>
            <a:off x="2195513" y="5876925"/>
            <a:ext cx="6408737" cy="822325"/>
          </a:xfrm>
          <a:prstGeom prst="rect">
            <a:avLst/>
          </a:prstGeom>
          <a:solidFill>
            <a:srgbClr val="CCFFC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400" b="1">
                <a:solidFill>
                  <a:srgbClr val="333300"/>
                </a:solidFill>
              </a:rPr>
              <a:t>英国人罗伯特</a:t>
            </a:r>
            <a:r>
              <a:rPr lang="en-US" altLang="zh-CN" sz="2400" b="1">
                <a:solidFill>
                  <a:srgbClr val="333300"/>
                </a:solidFill>
              </a:rPr>
              <a:t>·</a:t>
            </a:r>
            <a:r>
              <a:rPr lang="zh-CN" altLang="en-US" sz="2400" b="1">
                <a:solidFill>
                  <a:srgbClr val="333300"/>
                </a:solidFill>
              </a:rPr>
              <a:t>沃森─瓦特研制成实用雷达，</a:t>
            </a:r>
          </a:p>
          <a:p>
            <a:pPr algn="just" eaLnBrk="1" hangingPunct="1"/>
            <a:r>
              <a:rPr lang="zh-CN" altLang="en-US" sz="2400" b="1">
                <a:solidFill>
                  <a:srgbClr val="333300"/>
                </a:solidFill>
              </a:rPr>
              <a:t>二战爆发时已构建“本土链”雷达网</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57</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59818"/>
                                        </p:tgtEl>
                                        <p:attrNameLst>
                                          <p:attrName>style.visibility</p:attrName>
                                        </p:attrNameLst>
                                      </p:cBhvr>
                                      <p:to>
                                        <p:strVal val="visible"/>
                                      </p:to>
                                    </p:set>
                                    <p:animEffect transition="in" filter="dissolve">
                                      <p:cBhvr>
                                        <p:cTn id="7" dur="500"/>
                                        <p:tgtEl>
                                          <p:spTgt spid="1598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59819"/>
                                        </p:tgtEl>
                                        <p:attrNameLst>
                                          <p:attrName>style.visibility</p:attrName>
                                        </p:attrNameLst>
                                      </p:cBhvr>
                                      <p:to>
                                        <p:strVal val="visible"/>
                                      </p:to>
                                    </p:set>
                                    <p:animEffect transition="in" filter="dissolve">
                                      <p:cBhvr>
                                        <p:cTn id="12" dur="500"/>
                                        <p:tgtEl>
                                          <p:spTgt spid="1598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59822"/>
                                        </p:tgtEl>
                                        <p:attrNameLst>
                                          <p:attrName>style.visibility</p:attrName>
                                        </p:attrNameLst>
                                      </p:cBhvr>
                                      <p:to>
                                        <p:strVal val="visible"/>
                                      </p:to>
                                    </p:set>
                                    <p:animEffect transition="in" filter="dissolve">
                                      <p:cBhvr>
                                        <p:cTn id="17" dur="500"/>
                                        <p:tgtEl>
                                          <p:spTgt spid="1598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59830"/>
                                        </p:tgtEl>
                                        <p:attrNameLst>
                                          <p:attrName>style.visibility</p:attrName>
                                        </p:attrNameLst>
                                      </p:cBhvr>
                                      <p:to>
                                        <p:strVal val="visible"/>
                                      </p:to>
                                    </p:set>
                                    <p:animEffect transition="in" filter="dissolve">
                                      <p:cBhvr>
                                        <p:cTn id="22" dur="500"/>
                                        <p:tgtEl>
                                          <p:spTgt spid="1598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59832"/>
                                        </p:tgtEl>
                                        <p:attrNameLst>
                                          <p:attrName>style.visibility</p:attrName>
                                        </p:attrNameLst>
                                      </p:cBhvr>
                                      <p:to>
                                        <p:strVal val="visible"/>
                                      </p:to>
                                    </p:set>
                                    <p:animEffect transition="in" filter="dissolve">
                                      <p:cBhvr>
                                        <p:cTn id="27" dur="500"/>
                                        <p:tgtEl>
                                          <p:spTgt spid="1598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59831"/>
                                        </p:tgtEl>
                                        <p:attrNameLst>
                                          <p:attrName>style.visibility</p:attrName>
                                        </p:attrNameLst>
                                      </p:cBhvr>
                                      <p:to>
                                        <p:strVal val="visible"/>
                                      </p:to>
                                    </p:set>
                                    <p:animEffect transition="in" filter="dissolve">
                                      <p:cBhvr>
                                        <p:cTn id="32" dur="500"/>
                                        <p:tgtEl>
                                          <p:spTgt spid="159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832" grpId="0" animBg="1"/>
    </p:bld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5059"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5060" name="Rectangle 4"/>
          <p:cNvSpPr>
            <a:spLocks noGrp="1" noChangeArrowheads="1"/>
          </p:cNvSpPr>
          <p:nvPr>
            <p:ph type="title"/>
          </p:nvPr>
        </p:nvSpPr>
        <p:spPr>
          <a:xfrm>
            <a:off x="250825" y="-374650"/>
            <a:ext cx="8929688" cy="1139825"/>
          </a:xfrm>
        </p:spPr>
        <p:txBody>
          <a:bodyPr/>
          <a:lstStyle/>
          <a:p>
            <a:pPr eaLnBrk="1" hangingPunct="1">
              <a:lnSpc>
                <a:spcPct val="75000"/>
              </a:lnSpc>
            </a:pPr>
            <a:br>
              <a:rPr lang="en-US" altLang="zh-CN" sz="4000" b="0">
                <a:ea typeface="隶书" pitchFamily="49" charset="-122"/>
              </a:rPr>
            </a:br>
            <a:r>
              <a:rPr lang="zh-CN" altLang="en-US" sz="4000" b="0">
                <a:ea typeface="隶书" pitchFamily="49" charset="-122"/>
              </a:rPr>
              <a:t>信息技术的发展</a:t>
            </a:r>
            <a:r>
              <a:rPr lang="en-US" altLang="zh-CN" sz="2800" b="0">
                <a:ea typeface="隶书" pitchFamily="49" charset="-122"/>
              </a:rPr>
              <a:t>—</a:t>
            </a:r>
            <a:r>
              <a:rPr lang="zh-CN" altLang="en-US" sz="2800">
                <a:solidFill>
                  <a:srgbClr val="A50021"/>
                </a:solidFill>
              </a:rPr>
              <a:t>信号处理理论和电子电路技术</a:t>
            </a:r>
          </a:p>
        </p:txBody>
      </p:sp>
      <p:sp>
        <p:nvSpPr>
          <p:cNvPr id="45061"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61798"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45063" name="Group 7"/>
          <p:cNvGrpSpPr>
            <a:grpSpLocks/>
          </p:cNvGrpSpPr>
          <p:nvPr/>
        </p:nvGrpSpPr>
        <p:grpSpPr bwMode="auto">
          <a:xfrm>
            <a:off x="684213" y="5300663"/>
            <a:ext cx="6916737" cy="1368425"/>
            <a:chOff x="431" y="3339"/>
            <a:chExt cx="4357" cy="862"/>
          </a:xfrm>
        </p:grpSpPr>
        <p:sp>
          <p:nvSpPr>
            <p:cNvPr id="161800" name="WordArt 8"/>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5131" name="Text Box 9"/>
            <p:cNvSpPr txBox="1">
              <a:spLocks noChangeArrowheads="1"/>
            </p:cNvSpPr>
            <p:nvPr/>
          </p:nvSpPr>
          <p:spPr bwMode="auto">
            <a:xfrm>
              <a:off x="1519" y="3753"/>
              <a:ext cx="32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  </a:t>
              </a:r>
            </a:p>
          </p:txBody>
        </p:sp>
        <p:sp>
          <p:nvSpPr>
            <p:cNvPr id="45132" name="Line 10"/>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33" name="Line 11"/>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5064" name="Group 12"/>
          <p:cNvGrpSpPr>
            <a:grpSpLocks/>
          </p:cNvGrpSpPr>
          <p:nvPr/>
        </p:nvGrpSpPr>
        <p:grpSpPr bwMode="auto">
          <a:xfrm>
            <a:off x="1042988" y="5013325"/>
            <a:ext cx="4322762" cy="782638"/>
            <a:chOff x="657" y="3158"/>
            <a:chExt cx="2723" cy="493"/>
          </a:xfrm>
        </p:grpSpPr>
        <p:sp>
          <p:nvSpPr>
            <p:cNvPr id="161805" name="WordArt 13"/>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5128" name="Text Box 14"/>
            <p:cNvSpPr txBox="1">
              <a:spLocks noChangeArrowheads="1"/>
            </p:cNvSpPr>
            <p:nvPr/>
          </p:nvSpPr>
          <p:spPr bwMode="auto">
            <a:xfrm>
              <a:off x="1882" y="3203"/>
              <a:ext cx="1498"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  </a:t>
              </a:r>
            </a:p>
          </p:txBody>
        </p:sp>
        <p:sp>
          <p:nvSpPr>
            <p:cNvPr id="45129" name="Line 15"/>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5065" name="Group 16"/>
          <p:cNvGrpSpPr>
            <a:grpSpLocks/>
          </p:cNvGrpSpPr>
          <p:nvPr/>
        </p:nvGrpSpPr>
        <p:grpSpPr bwMode="auto">
          <a:xfrm>
            <a:off x="1619250" y="4724400"/>
            <a:ext cx="6553200" cy="711200"/>
            <a:chOff x="1020" y="2976"/>
            <a:chExt cx="4128" cy="448"/>
          </a:xfrm>
        </p:grpSpPr>
        <p:sp>
          <p:nvSpPr>
            <p:cNvPr id="161809" name="WordArt 17"/>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45125" name="Text Box 18"/>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45126" name="Line 19"/>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5066" name="Group 20"/>
          <p:cNvGrpSpPr>
            <a:grpSpLocks/>
          </p:cNvGrpSpPr>
          <p:nvPr/>
        </p:nvGrpSpPr>
        <p:grpSpPr bwMode="auto">
          <a:xfrm>
            <a:off x="755650" y="3227388"/>
            <a:ext cx="1285875" cy="1354137"/>
            <a:chOff x="476" y="2033"/>
            <a:chExt cx="810" cy="853"/>
          </a:xfrm>
        </p:grpSpPr>
        <p:sp>
          <p:nvSpPr>
            <p:cNvPr id="45122" name="Text Box 21"/>
            <p:cNvSpPr txBox="1">
              <a:spLocks noChangeArrowheads="1"/>
            </p:cNvSpPr>
            <p:nvPr/>
          </p:nvSpPr>
          <p:spPr bwMode="auto">
            <a:xfrm>
              <a:off x="476" y="2033"/>
              <a:ext cx="81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 </a:t>
              </a:r>
            </a:p>
          </p:txBody>
        </p:sp>
        <p:sp>
          <p:nvSpPr>
            <p:cNvPr id="45123" name="Line 22"/>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5067" name="Group 23"/>
          <p:cNvGrpSpPr>
            <a:grpSpLocks/>
          </p:cNvGrpSpPr>
          <p:nvPr/>
        </p:nvGrpSpPr>
        <p:grpSpPr bwMode="auto">
          <a:xfrm>
            <a:off x="76200" y="3948113"/>
            <a:ext cx="1611313" cy="1281112"/>
            <a:chOff x="48" y="2487"/>
            <a:chExt cx="1015" cy="807"/>
          </a:xfrm>
        </p:grpSpPr>
        <p:sp>
          <p:nvSpPr>
            <p:cNvPr id="45120" name="Text Box 24"/>
            <p:cNvSpPr txBox="1">
              <a:spLocks noChangeArrowheads="1"/>
            </p:cNvSpPr>
            <p:nvPr/>
          </p:nvSpPr>
          <p:spPr bwMode="auto">
            <a:xfrm>
              <a:off x="48" y="2487"/>
              <a:ext cx="1015"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  </a:t>
              </a:r>
            </a:p>
            <a:p>
              <a:pPr algn="just" eaLnBrk="1" hangingPunct="1"/>
              <a:r>
                <a:rPr lang="zh-CN" altLang="en-US" sz="2000" b="1">
                  <a:solidFill>
                    <a:srgbClr val="006600"/>
                  </a:solidFill>
                </a:rPr>
                <a:t>    微积分</a:t>
              </a:r>
            </a:p>
          </p:txBody>
        </p:sp>
        <p:sp>
          <p:nvSpPr>
            <p:cNvPr id="45121" name="Line 25"/>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5068" name="Group 26"/>
          <p:cNvGrpSpPr>
            <a:grpSpLocks/>
          </p:cNvGrpSpPr>
          <p:nvPr/>
        </p:nvGrpSpPr>
        <p:grpSpPr bwMode="auto">
          <a:xfrm>
            <a:off x="2051050" y="4221163"/>
            <a:ext cx="3744913" cy="406400"/>
            <a:chOff x="1292" y="2659"/>
            <a:chExt cx="2359" cy="256"/>
          </a:xfrm>
        </p:grpSpPr>
        <p:sp>
          <p:nvSpPr>
            <p:cNvPr id="161819" name="WordArt 27"/>
            <p:cNvSpPr>
              <a:spLocks noChangeArrowheads="1" noChangeShapeType="1" noTextEdit="1"/>
            </p:cNvSpPr>
            <p:nvPr/>
          </p:nvSpPr>
          <p:spPr bwMode="auto">
            <a:xfrm>
              <a:off x="1292" y="2704"/>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5118" name="Text Box 28"/>
            <p:cNvSpPr txBox="1">
              <a:spLocks noChangeArrowheads="1"/>
            </p:cNvSpPr>
            <p:nvPr/>
          </p:nvSpPr>
          <p:spPr bwMode="auto">
            <a:xfrm>
              <a:off x="2562" y="2659"/>
              <a:ext cx="1089"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伏特发明电堆</a:t>
              </a:r>
            </a:p>
          </p:txBody>
        </p:sp>
        <p:sp>
          <p:nvSpPr>
            <p:cNvPr id="45119" name="Line 29"/>
            <p:cNvSpPr>
              <a:spLocks noChangeShapeType="1"/>
            </p:cNvSpPr>
            <p:nvPr/>
          </p:nvSpPr>
          <p:spPr bwMode="auto">
            <a:xfrm>
              <a:off x="1927" y="279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5069" name="Group 30"/>
          <p:cNvGrpSpPr>
            <a:grpSpLocks/>
          </p:cNvGrpSpPr>
          <p:nvPr/>
        </p:nvGrpSpPr>
        <p:grpSpPr bwMode="auto">
          <a:xfrm>
            <a:off x="2195513" y="3644900"/>
            <a:ext cx="6121400" cy="1016000"/>
            <a:chOff x="1383" y="2296"/>
            <a:chExt cx="3856" cy="640"/>
          </a:xfrm>
        </p:grpSpPr>
        <p:sp>
          <p:nvSpPr>
            <p:cNvPr id="161823" name="WordArt 31"/>
            <p:cNvSpPr>
              <a:spLocks noChangeArrowheads="1" noChangeShapeType="1" noTextEdit="1"/>
            </p:cNvSpPr>
            <p:nvPr/>
          </p:nvSpPr>
          <p:spPr bwMode="auto">
            <a:xfrm>
              <a:off x="1383" y="2523"/>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1820-30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5115" name="Text Box 32"/>
            <p:cNvSpPr txBox="1">
              <a:spLocks noChangeArrowheads="1"/>
            </p:cNvSpPr>
            <p:nvPr/>
          </p:nvSpPr>
          <p:spPr bwMode="auto">
            <a:xfrm>
              <a:off x="3787" y="2296"/>
              <a:ext cx="1452" cy="64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安培定律</a:t>
              </a:r>
            </a:p>
            <a:p>
              <a:pPr algn="just" eaLnBrk="1" hangingPunct="1"/>
              <a:r>
                <a:rPr lang="zh-CN" altLang="en-US" sz="2000" b="1">
                  <a:solidFill>
                    <a:srgbClr val="660066"/>
                  </a:solidFill>
                </a:rPr>
                <a:t>欧姆定律</a:t>
              </a:r>
            </a:p>
            <a:p>
              <a:pPr algn="just" eaLnBrk="1" hangingPunct="1"/>
              <a:r>
                <a:rPr lang="zh-CN" altLang="en-US" sz="2000" b="1">
                  <a:solidFill>
                    <a:srgbClr val="660066"/>
                  </a:solidFill>
                </a:rPr>
                <a:t>法拉第电磁感应</a:t>
              </a:r>
            </a:p>
          </p:txBody>
        </p:sp>
        <p:sp>
          <p:nvSpPr>
            <p:cNvPr id="45116" name="Line 33"/>
            <p:cNvSpPr>
              <a:spLocks noChangeShapeType="1"/>
            </p:cNvSpPr>
            <p:nvPr/>
          </p:nvSpPr>
          <p:spPr bwMode="auto">
            <a:xfrm>
              <a:off x="2290" y="2568"/>
              <a:ext cx="149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5070" name="Group 34"/>
          <p:cNvGrpSpPr>
            <a:grpSpLocks/>
          </p:cNvGrpSpPr>
          <p:nvPr/>
        </p:nvGrpSpPr>
        <p:grpSpPr bwMode="auto">
          <a:xfrm>
            <a:off x="2700338" y="3573463"/>
            <a:ext cx="3024187" cy="466725"/>
            <a:chOff x="1701" y="2251"/>
            <a:chExt cx="1905" cy="294"/>
          </a:xfrm>
        </p:grpSpPr>
        <p:sp>
          <p:nvSpPr>
            <p:cNvPr id="161827" name="WordArt 35"/>
            <p:cNvSpPr>
              <a:spLocks noChangeArrowheads="1" noChangeShapeType="1" noTextEdit="1"/>
            </p:cNvSpPr>
            <p:nvPr/>
          </p:nvSpPr>
          <p:spPr bwMode="auto">
            <a:xfrm>
              <a:off x="1701" y="2341"/>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a:t>
              </a:r>
              <a:r>
                <a:rPr lang="zh-CN" altLang="en-US" kern="10">
                  <a:ln w="9525" cap="sq">
                    <a:solidFill>
                      <a:schemeClr val="tx1"/>
                    </a:solidFill>
                    <a:round/>
                    <a:headEnd type="none" w="sm" len="sm"/>
                    <a:tailEnd type="none" w="sm" len="sm"/>
                  </a:ln>
                  <a:solidFill>
                    <a:srgbClr val="FF0000"/>
                  </a:solidFill>
                  <a:latin typeface="宋体"/>
                  <a:ea typeface="宋体"/>
                </a:rPr>
                <a:t>世纪中叶</a:t>
              </a:r>
            </a:p>
          </p:txBody>
        </p:sp>
        <p:sp>
          <p:nvSpPr>
            <p:cNvPr id="45113" name="Text Box 36"/>
            <p:cNvSpPr txBox="1">
              <a:spLocks noChangeArrowheads="1"/>
            </p:cNvSpPr>
            <p:nvPr/>
          </p:nvSpPr>
          <p:spPr bwMode="auto">
            <a:xfrm>
              <a:off x="2608" y="2251"/>
              <a:ext cx="998" cy="29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400" b="1">
                  <a:solidFill>
                    <a:srgbClr val="A50021"/>
                  </a:solidFill>
                </a:rPr>
                <a:t>电磁理论</a:t>
              </a:r>
            </a:p>
          </p:txBody>
        </p:sp>
      </p:grpSp>
      <p:grpSp>
        <p:nvGrpSpPr>
          <p:cNvPr id="45071" name="Group 37"/>
          <p:cNvGrpSpPr>
            <a:grpSpLocks/>
          </p:cNvGrpSpPr>
          <p:nvPr/>
        </p:nvGrpSpPr>
        <p:grpSpPr bwMode="auto">
          <a:xfrm>
            <a:off x="1692275" y="2219325"/>
            <a:ext cx="2122488" cy="1354138"/>
            <a:chOff x="476" y="2033"/>
            <a:chExt cx="1337" cy="853"/>
          </a:xfrm>
        </p:grpSpPr>
        <p:sp>
          <p:nvSpPr>
            <p:cNvPr id="45110" name="Text Box 38"/>
            <p:cNvSpPr txBox="1">
              <a:spLocks noChangeArrowheads="1"/>
            </p:cNvSpPr>
            <p:nvPr/>
          </p:nvSpPr>
          <p:spPr bwMode="auto">
            <a:xfrm>
              <a:off x="476" y="2033"/>
              <a:ext cx="1337"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分析数学发展期  </a:t>
              </a:r>
            </a:p>
          </p:txBody>
        </p:sp>
        <p:sp>
          <p:nvSpPr>
            <p:cNvPr id="45111" name="Line 39"/>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5072" name="Group 40"/>
          <p:cNvGrpSpPr>
            <a:grpSpLocks/>
          </p:cNvGrpSpPr>
          <p:nvPr/>
        </p:nvGrpSpPr>
        <p:grpSpPr bwMode="auto">
          <a:xfrm>
            <a:off x="3490913" y="3094038"/>
            <a:ext cx="4897437" cy="406400"/>
            <a:chOff x="2199" y="1949"/>
            <a:chExt cx="3085" cy="256"/>
          </a:xfrm>
        </p:grpSpPr>
        <p:sp>
          <p:nvSpPr>
            <p:cNvPr id="161833" name="WordArt 41"/>
            <p:cNvSpPr>
              <a:spLocks noChangeArrowheads="1" noChangeShapeType="1" noTextEdit="1"/>
            </p:cNvSpPr>
            <p:nvPr/>
          </p:nvSpPr>
          <p:spPr bwMode="auto">
            <a:xfrm>
              <a:off x="2199" y="2069"/>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1886</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5108" name="Text Box 42"/>
            <p:cNvSpPr txBox="1">
              <a:spLocks noChangeArrowheads="1"/>
            </p:cNvSpPr>
            <p:nvPr/>
          </p:nvSpPr>
          <p:spPr bwMode="auto">
            <a:xfrm>
              <a:off x="3424" y="1949"/>
              <a:ext cx="186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赫兹证明电磁波的存在</a:t>
              </a:r>
            </a:p>
          </p:txBody>
        </p:sp>
        <p:sp>
          <p:nvSpPr>
            <p:cNvPr id="45109" name="Line 43"/>
            <p:cNvSpPr>
              <a:spLocks noChangeShapeType="1"/>
            </p:cNvSpPr>
            <p:nvPr/>
          </p:nvSpPr>
          <p:spPr bwMode="auto">
            <a:xfrm>
              <a:off x="2835" y="216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5073" name="Text Box 44"/>
          <p:cNvSpPr txBox="1">
            <a:spLocks noChangeArrowheads="1"/>
          </p:cNvSpPr>
          <p:nvPr/>
        </p:nvSpPr>
        <p:spPr bwMode="auto">
          <a:xfrm>
            <a:off x="3132138" y="1052513"/>
            <a:ext cx="2159000" cy="10160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特征函数</a:t>
            </a:r>
          </a:p>
          <a:p>
            <a:pPr algn="just" eaLnBrk="1" hangingPunct="1"/>
            <a:r>
              <a:rPr lang="zh-CN" altLang="en-US" sz="2000" b="1">
                <a:solidFill>
                  <a:srgbClr val="006600"/>
                </a:solidFill>
              </a:rPr>
              <a:t>广义傅里叶展开</a:t>
            </a:r>
          </a:p>
          <a:p>
            <a:pPr algn="just" eaLnBrk="1" hangingPunct="1"/>
            <a:r>
              <a:rPr lang="zh-CN" altLang="en-US" sz="2000" b="1">
                <a:solidFill>
                  <a:srgbClr val="006600"/>
                </a:solidFill>
              </a:rPr>
              <a:t>抽象函数空间</a:t>
            </a:r>
          </a:p>
        </p:txBody>
      </p:sp>
      <p:grpSp>
        <p:nvGrpSpPr>
          <p:cNvPr id="45074" name="Group 45"/>
          <p:cNvGrpSpPr>
            <a:grpSpLocks/>
          </p:cNvGrpSpPr>
          <p:nvPr/>
        </p:nvGrpSpPr>
        <p:grpSpPr bwMode="auto">
          <a:xfrm>
            <a:off x="4140200" y="2492375"/>
            <a:ext cx="4752975" cy="708025"/>
            <a:chOff x="2608" y="1570"/>
            <a:chExt cx="2994" cy="446"/>
          </a:xfrm>
        </p:grpSpPr>
        <p:sp>
          <p:nvSpPr>
            <p:cNvPr id="161838" name="WordArt 46"/>
            <p:cNvSpPr>
              <a:spLocks noChangeArrowheads="1" noChangeShapeType="1" noTextEdit="1"/>
            </p:cNvSpPr>
            <p:nvPr/>
          </p:nvSpPr>
          <p:spPr bwMode="auto">
            <a:xfrm>
              <a:off x="2608" y="1752"/>
              <a:ext cx="68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1896-7</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5105" name="Text Box 47"/>
            <p:cNvSpPr txBox="1">
              <a:spLocks noChangeArrowheads="1"/>
            </p:cNvSpPr>
            <p:nvPr/>
          </p:nvSpPr>
          <p:spPr bwMode="auto">
            <a:xfrm>
              <a:off x="3742" y="1570"/>
              <a:ext cx="1860" cy="44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洛伦兹提出电子论</a:t>
              </a:r>
            </a:p>
            <a:p>
              <a:pPr algn="just" eaLnBrk="1" hangingPunct="1"/>
              <a:r>
                <a:rPr lang="en-US" altLang="zh-CN" sz="2000" b="1" dirty="0">
                  <a:solidFill>
                    <a:srgbClr val="660066"/>
                  </a:solidFill>
                </a:rPr>
                <a:t>J.J.</a:t>
              </a:r>
              <a:r>
                <a:rPr lang="zh-CN" altLang="en-US" sz="2000" b="1" dirty="0">
                  <a:solidFill>
                    <a:srgbClr val="660066"/>
                  </a:solidFill>
                </a:rPr>
                <a:t>汤姆生证明电子存在</a:t>
              </a:r>
            </a:p>
          </p:txBody>
        </p:sp>
        <p:sp>
          <p:nvSpPr>
            <p:cNvPr id="45106" name="Line 48"/>
            <p:cNvSpPr>
              <a:spLocks noChangeShapeType="1"/>
            </p:cNvSpPr>
            <p:nvPr/>
          </p:nvSpPr>
          <p:spPr bwMode="auto">
            <a:xfrm>
              <a:off x="3334" y="1842"/>
              <a:ext cx="40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5075" name="Group 57"/>
          <p:cNvGrpSpPr>
            <a:grpSpLocks/>
          </p:cNvGrpSpPr>
          <p:nvPr/>
        </p:nvGrpSpPr>
        <p:grpSpPr bwMode="auto">
          <a:xfrm>
            <a:off x="4930775" y="2132013"/>
            <a:ext cx="4068763" cy="406400"/>
            <a:chOff x="3106" y="1343"/>
            <a:chExt cx="2563" cy="256"/>
          </a:xfrm>
        </p:grpSpPr>
        <p:sp>
          <p:nvSpPr>
            <p:cNvPr id="45100" name="Line 58"/>
            <p:cNvSpPr>
              <a:spLocks noChangeShapeType="1"/>
            </p:cNvSpPr>
            <p:nvPr/>
          </p:nvSpPr>
          <p:spPr bwMode="auto">
            <a:xfrm>
              <a:off x="3696" y="152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5101" name="Group 59"/>
            <p:cNvGrpSpPr>
              <a:grpSpLocks/>
            </p:cNvGrpSpPr>
            <p:nvPr/>
          </p:nvGrpSpPr>
          <p:grpSpPr bwMode="auto">
            <a:xfrm>
              <a:off x="3106" y="1343"/>
              <a:ext cx="2563" cy="256"/>
              <a:chOff x="3106" y="1343"/>
              <a:chExt cx="2563" cy="256"/>
            </a:xfrm>
          </p:grpSpPr>
          <p:sp>
            <p:nvSpPr>
              <p:cNvPr id="161852" name="WordArt 60"/>
              <p:cNvSpPr>
                <a:spLocks noChangeArrowheads="1" noChangeShapeType="1" noTextEdit="1"/>
              </p:cNvSpPr>
              <p:nvPr/>
            </p:nvSpPr>
            <p:spPr bwMode="auto">
              <a:xfrm>
                <a:off x="3106" y="1434"/>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1905</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5103" name="Text Box 61"/>
              <p:cNvSpPr txBox="1">
                <a:spLocks noChangeArrowheads="1"/>
              </p:cNvSpPr>
              <p:nvPr/>
            </p:nvSpPr>
            <p:spPr bwMode="auto">
              <a:xfrm>
                <a:off x="4195" y="1343"/>
                <a:ext cx="1474" cy="25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爱因斯坦</a:t>
                </a:r>
                <a:r>
                  <a:rPr lang="en-US" altLang="zh-CN" sz="2000" b="1">
                    <a:solidFill>
                      <a:srgbClr val="660066"/>
                    </a:solidFill>
                  </a:rPr>
                  <a:t>5</a:t>
                </a:r>
                <a:r>
                  <a:rPr lang="zh-CN" altLang="en-US" sz="2000" b="1">
                    <a:solidFill>
                      <a:srgbClr val="660066"/>
                    </a:solidFill>
                  </a:rPr>
                  <a:t>篇论文</a:t>
                </a:r>
              </a:p>
            </p:txBody>
          </p:sp>
        </p:grpSp>
      </p:grpSp>
      <p:grpSp>
        <p:nvGrpSpPr>
          <p:cNvPr id="45076" name="Group 62"/>
          <p:cNvGrpSpPr>
            <a:grpSpLocks/>
          </p:cNvGrpSpPr>
          <p:nvPr/>
        </p:nvGrpSpPr>
        <p:grpSpPr bwMode="auto">
          <a:xfrm>
            <a:off x="1403350" y="692150"/>
            <a:ext cx="4321175" cy="1081088"/>
            <a:chOff x="884" y="436"/>
            <a:chExt cx="2722" cy="681"/>
          </a:xfrm>
        </p:grpSpPr>
        <p:sp>
          <p:nvSpPr>
            <p:cNvPr id="45098" name="Text Box 63"/>
            <p:cNvSpPr txBox="1">
              <a:spLocks noChangeArrowheads="1"/>
            </p:cNvSpPr>
            <p:nvPr/>
          </p:nvSpPr>
          <p:spPr bwMode="auto">
            <a:xfrm>
              <a:off x="884" y="436"/>
              <a:ext cx="2494" cy="448"/>
            </a:xfrm>
            <a:prstGeom prst="rect">
              <a:avLst/>
            </a:prstGeom>
            <a:solidFill>
              <a:srgbClr val="FFFF99"/>
            </a:solidFill>
            <a:ln w="9525" algn="ctr">
              <a:solidFill>
                <a:srgbClr val="66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en-US" altLang="zh-CN" sz="2000" b="1">
                  <a:solidFill>
                    <a:srgbClr val="333300"/>
                  </a:solidFill>
                </a:rPr>
                <a:t>1948- </a:t>
              </a:r>
              <a:r>
                <a:rPr lang="zh-CN" altLang="en-US" sz="2000" b="1">
                  <a:solidFill>
                    <a:srgbClr val="333300"/>
                  </a:solidFill>
                </a:rPr>
                <a:t>维纳发表控制论，香侬发表信息论，建立通信和滤波理论</a:t>
              </a:r>
            </a:p>
          </p:txBody>
        </p:sp>
        <p:sp>
          <p:nvSpPr>
            <p:cNvPr id="45099" name="Line 64"/>
            <p:cNvSpPr>
              <a:spLocks noChangeShapeType="1"/>
            </p:cNvSpPr>
            <p:nvPr/>
          </p:nvSpPr>
          <p:spPr bwMode="auto">
            <a:xfrm flipH="1" flipV="1">
              <a:off x="3379" y="754"/>
              <a:ext cx="227"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5077" name="Group 65"/>
          <p:cNvGrpSpPr>
            <a:grpSpLocks/>
          </p:cNvGrpSpPr>
          <p:nvPr/>
        </p:nvGrpSpPr>
        <p:grpSpPr bwMode="auto">
          <a:xfrm>
            <a:off x="73025" y="1989138"/>
            <a:ext cx="5219700" cy="1016000"/>
            <a:chOff x="46" y="1253"/>
            <a:chExt cx="3288" cy="640"/>
          </a:xfrm>
        </p:grpSpPr>
        <p:sp>
          <p:nvSpPr>
            <p:cNvPr id="45096" name="Text Box 66"/>
            <p:cNvSpPr txBox="1">
              <a:spLocks noChangeArrowheads="1"/>
            </p:cNvSpPr>
            <p:nvPr/>
          </p:nvSpPr>
          <p:spPr bwMode="auto">
            <a:xfrm>
              <a:off x="46" y="1253"/>
              <a:ext cx="2562" cy="640"/>
            </a:xfrm>
            <a:prstGeom prst="rect">
              <a:avLst/>
            </a:prstGeom>
            <a:solidFill>
              <a:srgbClr val="FFFF99"/>
            </a:solidFill>
            <a:ln w="9525" algn="ctr">
              <a:solidFill>
                <a:srgbClr val="66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en-US" altLang="zh-CN" sz="2000" b="1">
                  <a:solidFill>
                    <a:srgbClr val="333300"/>
                  </a:solidFill>
                </a:rPr>
                <a:t>1921-Rainey</a:t>
              </a:r>
              <a:r>
                <a:rPr lang="zh-CN" altLang="en-US" sz="2000" b="1">
                  <a:solidFill>
                    <a:srgbClr val="333300"/>
                  </a:solidFill>
                </a:rPr>
                <a:t>获得</a:t>
              </a:r>
              <a:r>
                <a:rPr lang="en-US" altLang="zh-CN" sz="2000" b="1">
                  <a:solidFill>
                    <a:srgbClr val="333300"/>
                  </a:solidFill>
                </a:rPr>
                <a:t>PCM</a:t>
              </a:r>
              <a:r>
                <a:rPr lang="zh-CN" altLang="en-US" sz="2000" b="1">
                  <a:solidFill>
                    <a:srgbClr val="333300"/>
                  </a:solidFill>
                </a:rPr>
                <a:t>编码专利</a:t>
              </a:r>
            </a:p>
            <a:p>
              <a:pPr algn="just" eaLnBrk="1" hangingPunct="1"/>
              <a:r>
                <a:rPr lang="zh-CN" altLang="en-US" sz="2000" b="1">
                  <a:solidFill>
                    <a:srgbClr val="333300"/>
                  </a:solidFill>
                </a:rPr>
                <a:t>提出</a:t>
              </a:r>
              <a:r>
                <a:rPr lang="en-US" altLang="zh-CN" sz="2000" b="1">
                  <a:solidFill>
                    <a:srgbClr val="333300"/>
                  </a:solidFill>
                </a:rPr>
                <a:t>A/D</a:t>
              </a:r>
              <a:r>
                <a:rPr lang="zh-CN" altLang="en-US" sz="2000" b="1">
                  <a:solidFill>
                    <a:srgbClr val="333300"/>
                  </a:solidFill>
                </a:rPr>
                <a:t>、串行传输、</a:t>
              </a:r>
              <a:r>
                <a:rPr lang="en-US" altLang="zh-CN" sz="2000" b="1">
                  <a:solidFill>
                    <a:srgbClr val="333300"/>
                  </a:solidFill>
                </a:rPr>
                <a:t>D/A</a:t>
              </a:r>
              <a:r>
                <a:rPr lang="zh-CN" altLang="en-US" sz="2000" b="1">
                  <a:solidFill>
                    <a:srgbClr val="333300"/>
                  </a:solidFill>
                </a:rPr>
                <a:t>思想</a:t>
              </a:r>
            </a:p>
            <a:p>
              <a:pPr algn="just" eaLnBrk="1" hangingPunct="1"/>
              <a:r>
                <a:rPr lang="zh-CN" altLang="en-US" sz="2000" b="1">
                  <a:solidFill>
                    <a:srgbClr val="333300"/>
                  </a:solidFill>
                </a:rPr>
                <a:t>离散处理技术发端</a:t>
              </a:r>
            </a:p>
          </p:txBody>
        </p:sp>
        <p:sp>
          <p:nvSpPr>
            <p:cNvPr id="45097" name="Line 67"/>
            <p:cNvSpPr>
              <a:spLocks noChangeShapeType="1"/>
            </p:cNvSpPr>
            <p:nvPr/>
          </p:nvSpPr>
          <p:spPr bwMode="auto">
            <a:xfrm flipH="1">
              <a:off x="2608" y="1344"/>
              <a:ext cx="726" cy="31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5078" name="Group 68"/>
          <p:cNvGrpSpPr>
            <a:grpSpLocks/>
          </p:cNvGrpSpPr>
          <p:nvPr/>
        </p:nvGrpSpPr>
        <p:grpSpPr bwMode="auto">
          <a:xfrm>
            <a:off x="1116013" y="1484313"/>
            <a:ext cx="4176712" cy="649287"/>
            <a:chOff x="703" y="935"/>
            <a:chExt cx="2631" cy="409"/>
          </a:xfrm>
        </p:grpSpPr>
        <p:sp>
          <p:nvSpPr>
            <p:cNvPr id="45094" name="Text Box 69"/>
            <p:cNvSpPr txBox="1">
              <a:spLocks noChangeArrowheads="1"/>
            </p:cNvSpPr>
            <p:nvPr/>
          </p:nvSpPr>
          <p:spPr bwMode="auto">
            <a:xfrm>
              <a:off x="703" y="935"/>
              <a:ext cx="2359" cy="256"/>
            </a:xfrm>
            <a:prstGeom prst="rect">
              <a:avLst/>
            </a:prstGeom>
            <a:solidFill>
              <a:srgbClr val="FFFF99"/>
            </a:solidFill>
            <a:ln w="9525" algn="ctr">
              <a:solidFill>
                <a:srgbClr val="66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en-US" altLang="zh-CN" sz="2000" b="1">
                  <a:solidFill>
                    <a:srgbClr val="333300"/>
                  </a:solidFill>
                </a:rPr>
                <a:t>1924-28Nyquist</a:t>
              </a:r>
              <a:r>
                <a:rPr lang="zh-CN" altLang="en-US" sz="2000" b="1">
                  <a:solidFill>
                    <a:srgbClr val="333300"/>
                  </a:solidFill>
                </a:rPr>
                <a:t>发表采样理论</a:t>
              </a:r>
            </a:p>
          </p:txBody>
        </p:sp>
        <p:sp>
          <p:nvSpPr>
            <p:cNvPr id="45095" name="Line 70"/>
            <p:cNvSpPr>
              <a:spLocks noChangeShapeType="1"/>
            </p:cNvSpPr>
            <p:nvPr/>
          </p:nvSpPr>
          <p:spPr bwMode="auto">
            <a:xfrm flipH="1" flipV="1">
              <a:off x="3061" y="1117"/>
              <a:ext cx="273" cy="22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5079" name="Group 71"/>
          <p:cNvGrpSpPr>
            <a:grpSpLocks/>
          </p:cNvGrpSpPr>
          <p:nvPr/>
        </p:nvGrpSpPr>
        <p:grpSpPr bwMode="auto">
          <a:xfrm>
            <a:off x="3059113" y="3789363"/>
            <a:ext cx="3276600" cy="1412875"/>
            <a:chOff x="3696" y="3385"/>
            <a:chExt cx="2064" cy="890"/>
          </a:xfrm>
        </p:grpSpPr>
        <p:sp>
          <p:nvSpPr>
            <p:cNvPr id="45092" name="AutoShape 72"/>
            <p:cNvSpPr>
              <a:spLocks noChangeArrowheads="1"/>
            </p:cNvSpPr>
            <p:nvPr/>
          </p:nvSpPr>
          <p:spPr bwMode="auto">
            <a:xfrm>
              <a:off x="3696" y="3385"/>
              <a:ext cx="2064" cy="890"/>
            </a:xfrm>
            <a:prstGeom prst="irregularSeal1">
              <a:avLst/>
            </a:prstGeom>
            <a:gradFill rotWithShape="1">
              <a:gsLst>
                <a:gs pos="0">
                  <a:srgbClr val="A50021"/>
                </a:gs>
                <a:gs pos="50000">
                  <a:srgbClr val="000000"/>
                </a:gs>
                <a:gs pos="100000">
                  <a:srgbClr val="A50021"/>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5093" name="Text Box 73"/>
            <p:cNvSpPr txBox="1">
              <a:spLocks noChangeArrowheads="1"/>
            </p:cNvSpPr>
            <p:nvPr/>
          </p:nvSpPr>
          <p:spPr bwMode="auto">
            <a:xfrm>
              <a:off x="4059" y="3657"/>
              <a:ext cx="1153"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solidFill>
                    <a:schemeClr val="bg1"/>
                  </a:solidFill>
                </a:rPr>
                <a:t>   </a:t>
              </a:r>
              <a:r>
                <a:rPr lang="zh-CN" altLang="en-US" sz="2400" b="1">
                  <a:solidFill>
                    <a:schemeClr val="bg1"/>
                  </a:solidFill>
                </a:rPr>
                <a:t>声音广播  </a:t>
              </a:r>
            </a:p>
            <a:p>
              <a:pPr algn="just" eaLnBrk="1" hangingPunct="1">
                <a:lnSpc>
                  <a:spcPct val="65000"/>
                </a:lnSpc>
              </a:pPr>
              <a:r>
                <a:rPr lang="zh-CN" altLang="en-US" sz="2000" b="1">
                  <a:solidFill>
                    <a:schemeClr val="bg1"/>
                  </a:solidFill>
                </a:rPr>
                <a:t>    （</a:t>
              </a:r>
              <a:r>
                <a:rPr lang="en-US" altLang="zh-CN" sz="2000" b="1">
                  <a:solidFill>
                    <a:schemeClr val="bg1"/>
                  </a:solidFill>
                </a:rPr>
                <a:t>1920</a:t>
              </a:r>
              <a:r>
                <a:rPr lang="zh-CN" altLang="en-US" sz="2000" b="1">
                  <a:solidFill>
                    <a:schemeClr val="bg1"/>
                  </a:solidFill>
                </a:rPr>
                <a:t>）</a:t>
              </a:r>
              <a:r>
                <a:rPr lang="zh-CN" altLang="en-US" sz="3200" b="1"/>
                <a:t> </a:t>
              </a:r>
            </a:p>
          </p:txBody>
        </p:sp>
      </p:grpSp>
      <p:grpSp>
        <p:nvGrpSpPr>
          <p:cNvPr id="45080" name="Group 74"/>
          <p:cNvGrpSpPr>
            <a:grpSpLocks/>
          </p:cNvGrpSpPr>
          <p:nvPr/>
        </p:nvGrpSpPr>
        <p:grpSpPr bwMode="auto">
          <a:xfrm>
            <a:off x="4787900" y="4797425"/>
            <a:ext cx="3276600" cy="1412875"/>
            <a:chOff x="3696" y="3385"/>
            <a:chExt cx="2064" cy="890"/>
          </a:xfrm>
        </p:grpSpPr>
        <p:sp>
          <p:nvSpPr>
            <p:cNvPr id="45090" name="AutoShape 75"/>
            <p:cNvSpPr>
              <a:spLocks noChangeArrowheads="1"/>
            </p:cNvSpPr>
            <p:nvPr/>
          </p:nvSpPr>
          <p:spPr bwMode="auto">
            <a:xfrm>
              <a:off x="3696" y="3385"/>
              <a:ext cx="2064" cy="890"/>
            </a:xfrm>
            <a:prstGeom prst="irregularSeal1">
              <a:avLst/>
            </a:prstGeom>
            <a:gradFill rotWithShape="1">
              <a:gsLst>
                <a:gs pos="0">
                  <a:srgbClr val="A50021"/>
                </a:gs>
                <a:gs pos="50000">
                  <a:srgbClr val="000000"/>
                </a:gs>
                <a:gs pos="100000">
                  <a:srgbClr val="A50021"/>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5091" name="Text Box 76"/>
            <p:cNvSpPr txBox="1">
              <a:spLocks noChangeArrowheads="1"/>
            </p:cNvSpPr>
            <p:nvPr/>
          </p:nvSpPr>
          <p:spPr bwMode="auto">
            <a:xfrm>
              <a:off x="4059" y="3657"/>
              <a:ext cx="1206"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solidFill>
                    <a:schemeClr val="bg1"/>
                  </a:solidFill>
                </a:rPr>
                <a:t>   </a:t>
              </a:r>
              <a:r>
                <a:rPr lang="zh-CN" altLang="en-US" sz="2400" b="1">
                  <a:solidFill>
                    <a:schemeClr val="bg1"/>
                  </a:solidFill>
                </a:rPr>
                <a:t>图像广播   </a:t>
              </a:r>
            </a:p>
            <a:p>
              <a:pPr algn="just" eaLnBrk="1" hangingPunct="1">
                <a:lnSpc>
                  <a:spcPct val="65000"/>
                </a:lnSpc>
              </a:pPr>
              <a:r>
                <a:rPr lang="zh-CN" altLang="en-US" sz="2000" b="1">
                  <a:solidFill>
                    <a:schemeClr val="bg1"/>
                  </a:solidFill>
                </a:rPr>
                <a:t>    （</a:t>
              </a:r>
              <a:r>
                <a:rPr lang="en-US" altLang="zh-CN" sz="2000" b="1">
                  <a:solidFill>
                    <a:schemeClr val="bg1"/>
                  </a:solidFill>
                </a:rPr>
                <a:t>1929</a:t>
              </a:r>
              <a:r>
                <a:rPr lang="zh-CN" altLang="en-US" sz="2000" b="1">
                  <a:solidFill>
                    <a:schemeClr val="bg1"/>
                  </a:solidFill>
                </a:rPr>
                <a:t>）</a:t>
              </a:r>
              <a:r>
                <a:rPr lang="zh-CN" altLang="en-US" sz="3200" b="1"/>
                <a:t> </a:t>
              </a:r>
            </a:p>
          </p:txBody>
        </p:sp>
      </p:grpSp>
      <p:grpSp>
        <p:nvGrpSpPr>
          <p:cNvPr id="45081" name="Group 77"/>
          <p:cNvGrpSpPr>
            <a:grpSpLocks/>
          </p:cNvGrpSpPr>
          <p:nvPr/>
        </p:nvGrpSpPr>
        <p:grpSpPr bwMode="auto">
          <a:xfrm>
            <a:off x="5867400" y="3213100"/>
            <a:ext cx="3276600" cy="1412875"/>
            <a:chOff x="3696" y="3385"/>
            <a:chExt cx="2064" cy="890"/>
          </a:xfrm>
        </p:grpSpPr>
        <p:sp>
          <p:nvSpPr>
            <p:cNvPr id="45088" name="AutoShape 78"/>
            <p:cNvSpPr>
              <a:spLocks noChangeArrowheads="1"/>
            </p:cNvSpPr>
            <p:nvPr/>
          </p:nvSpPr>
          <p:spPr bwMode="auto">
            <a:xfrm>
              <a:off x="3696" y="3385"/>
              <a:ext cx="2064" cy="890"/>
            </a:xfrm>
            <a:prstGeom prst="irregularSeal1">
              <a:avLst/>
            </a:prstGeom>
            <a:gradFill rotWithShape="1">
              <a:gsLst>
                <a:gs pos="0">
                  <a:srgbClr val="A50021"/>
                </a:gs>
                <a:gs pos="50000">
                  <a:srgbClr val="000000"/>
                </a:gs>
                <a:gs pos="100000">
                  <a:srgbClr val="A50021"/>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5089" name="Text Box 79"/>
            <p:cNvSpPr txBox="1">
              <a:spLocks noChangeArrowheads="1"/>
            </p:cNvSpPr>
            <p:nvPr/>
          </p:nvSpPr>
          <p:spPr bwMode="auto">
            <a:xfrm>
              <a:off x="4059" y="3657"/>
              <a:ext cx="1153"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solidFill>
                    <a:schemeClr val="bg1"/>
                  </a:solidFill>
                </a:rPr>
                <a:t>   </a:t>
              </a:r>
              <a:r>
                <a:rPr lang="zh-CN" altLang="en-US" sz="2400" b="1">
                  <a:solidFill>
                    <a:schemeClr val="bg1"/>
                  </a:solidFill>
                </a:rPr>
                <a:t>实用雷达  </a:t>
              </a:r>
            </a:p>
            <a:p>
              <a:pPr algn="just" eaLnBrk="1" hangingPunct="1">
                <a:lnSpc>
                  <a:spcPct val="65000"/>
                </a:lnSpc>
              </a:pPr>
              <a:r>
                <a:rPr lang="zh-CN" altLang="en-US" sz="2000" b="1">
                  <a:solidFill>
                    <a:schemeClr val="bg1"/>
                  </a:solidFill>
                </a:rPr>
                <a:t>    （</a:t>
              </a:r>
              <a:r>
                <a:rPr lang="en-US" altLang="zh-CN" sz="2000" b="1">
                  <a:solidFill>
                    <a:schemeClr val="bg1"/>
                  </a:solidFill>
                </a:rPr>
                <a:t>1935</a:t>
              </a:r>
              <a:r>
                <a:rPr lang="zh-CN" altLang="en-US" sz="2000" b="1">
                  <a:solidFill>
                    <a:schemeClr val="bg1"/>
                  </a:solidFill>
                </a:rPr>
                <a:t>）</a:t>
              </a:r>
              <a:r>
                <a:rPr lang="zh-CN" altLang="en-US" sz="3200" b="1"/>
                <a:t> </a:t>
              </a:r>
            </a:p>
          </p:txBody>
        </p:sp>
      </p:grpSp>
      <p:sp>
        <p:nvSpPr>
          <p:cNvPr id="161878" name="Text Box 86"/>
          <p:cNvSpPr txBox="1">
            <a:spLocks noChangeArrowheads="1"/>
          </p:cNvSpPr>
          <p:nvPr/>
        </p:nvSpPr>
        <p:spPr bwMode="auto">
          <a:xfrm>
            <a:off x="179388" y="5305425"/>
            <a:ext cx="8856662" cy="1552575"/>
          </a:xfrm>
          <a:prstGeom prst="rect">
            <a:avLst/>
          </a:prstGeom>
          <a:solidFill>
            <a:srgbClr val="CCFFC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3600">
                <a:solidFill>
                  <a:schemeClr val="tx1"/>
                </a:solidFill>
                <a:latin typeface="Arial" pitchFamily="34" charset="0"/>
                <a:ea typeface="宋体" pitchFamily="2" charset="-122"/>
              </a:defRPr>
            </a:lvl1pPr>
            <a:lvl2pPr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lvl="1" algn="just" eaLnBrk="1" hangingPunct="1"/>
            <a:r>
              <a:rPr lang="zh-CN" altLang="en-US" sz="2400" b="1">
                <a:solidFill>
                  <a:srgbClr val="333300"/>
                </a:solidFill>
              </a:rPr>
              <a:t>使用了</a:t>
            </a:r>
            <a:r>
              <a:rPr lang="en-US" altLang="zh-CN" sz="2400" b="1">
                <a:solidFill>
                  <a:srgbClr val="333300"/>
                </a:solidFill>
              </a:rPr>
              <a:t>18800</a:t>
            </a:r>
            <a:r>
              <a:rPr lang="zh-CN" altLang="en-US" sz="2400" b="1">
                <a:solidFill>
                  <a:srgbClr val="333300"/>
                </a:solidFill>
              </a:rPr>
              <a:t>个真空管，占地</a:t>
            </a:r>
            <a:r>
              <a:rPr lang="en-US" altLang="zh-CN" sz="2400" b="1">
                <a:solidFill>
                  <a:srgbClr val="333300"/>
                </a:solidFill>
              </a:rPr>
              <a:t>1500</a:t>
            </a:r>
            <a:r>
              <a:rPr lang="zh-CN" altLang="en-US" sz="2400" b="1">
                <a:solidFill>
                  <a:srgbClr val="333300"/>
                </a:solidFill>
              </a:rPr>
              <a:t>平方英尺（约</a:t>
            </a:r>
            <a:r>
              <a:rPr lang="en-US" altLang="zh-CN" sz="2400" b="1">
                <a:solidFill>
                  <a:srgbClr val="333300"/>
                </a:solidFill>
              </a:rPr>
              <a:t>150</a:t>
            </a:r>
            <a:r>
              <a:rPr lang="zh-CN" altLang="en-US" sz="2400" b="1">
                <a:solidFill>
                  <a:srgbClr val="333300"/>
                </a:solidFill>
              </a:rPr>
              <a:t>平方米）</a:t>
            </a:r>
          </a:p>
          <a:p>
            <a:pPr lvl="1" algn="just" eaLnBrk="1" hangingPunct="1"/>
            <a:r>
              <a:rPr lang="zh-CN" altLang="en-US" sz="2400" b="1">
                <a:solidFill>
                  <a:srgbClr val="333300"/>
                </a:solidFill>
              </a:rPr>
              <a:t>重</a:t>
            </a:r>
            <a:r>
              <a:rPr lang="en-US" altLang="zh-CN" sz="2400" b="1">
                <a:solidFill>
                  <a:srgbClr val="333300"/>
                </a:solidFill>
              </a:rPr>
              <a:t>30</a:t>
            </a:r>
            <a:r>
              <a:rPr lang="zh-CN" altLang="en-US" sz="2400" b="1">
                <a:solidFill>
                  <a:srgbClr val="333300"/>
                </a:solidFill>
              </a:rPr>
              <a:t>吨（大约相当于</a:t>
            </a:r>
            <a:r>
              <a:rPr lang="en-US" altLang="zh-CN" sz="2400" b="1">
                <a:solidFill>
                  <a:srgbClr val="333300"/>
                </a:solidFill>
              </a:rPr>
              <a:t>15-20</a:t>
            </a:r>
            <a:r>
              <a:rPr lang="zh-CN" altLang="en-US" sz="2400" b="1">
                <a:solidFill>
                  <a:srgbClr val="333300"/>
                </a:solidFill>
              </a:rPr>
              <a:t>辆今天的小汽车）</a:t>
            </a:r>
          </a:p>
          <a:p>
            <a:pPr lvl="1" algn="just" eaLnBrk="1" hangingPunct="1"/>
            <a:r>
              <a:rPr lang="zh-CN" altLang="en-US" sz="2400" b="1">
                <a:solidFill>
                  <a:srgbClr val="333300"/>
                </a:solidFill>
              </a:rPr>
              <a:t>每秒</a:t>
            </a:r>
            <a:r>
              <a:rPr lang="en-US" altLang="zh-CN" sz="2400" b="1">
                <a:solidFill>
                  <a:srgbClr val="333300"/>
                </a:solidFill>
              </a:rPr>
              <a:t>5000</a:t>
            </a:r>
            <a:r>
              <a:rPr lang="zh-CN" altLang="en-US" sz="2400" b="1">
                <a:solidFill>
                  <a:srgbClr val="333300"/>
                </a:solidFill>
              </a:rPr>
              <a:t>次加法运算</a:t>
            </a:r>
          </a:p>
          <a:p>
            <a:pPr lvl="1" algn="just" eaLnBrk="1" hangingPunct="1"/>
            <a:r>
              <a:rPr lang="zh-CN" altLang="en-US" sz="2400" b="1">
                <a:solidFill>
                  <a:srgbClr val="333300"/>
                </a:solidFill>
              </a:rPr>
              <a:t>平均每</a:t>
            </a:r>
            <a:r>
              <a:rPr lang="en-US" altLang="zh-CN" sz="2400" b="1">
                <a:solidFill>
                  <a:srgbClr val="333300"/>
                </a:solidFill>
              </a:rPr>
              <a:t>15</a:t>
            </a:r>
            <a:r>
              <a:rPr lang="zh-CN" altLang="en-US" sz="2400" b="1">
                <a:solidFill>
                  <a:srgbClr val="333300"/>
                </a:solidFill>
              </a:rPr>
              <a:t>分钟有一只真空管损坏；耗电惊人：</a:t>
            </a:r>
            <a:r>
              <a:rPr lang="en-US" altLang="zh-CN" sz="2400" b="1">
                <a:solidFill>
                  <a:srgbClr val="333300"/>
                </a:solidFill>
              </a:rPr>
              <a:t>20</a:t>
            </a:r>
            <a:r>
              <a:rPr lang="zh-CN" altLang="en-US" sz="2400" b="1">
                <a:solidFill>
                  <a:srgbClr val="333300"/>
                </a:solidFill>
              </a:rPr>
              <a:t>万千瓦时</a:t>
            </a:r>
            <a:endParaRPr lang="zh-CN" altLang="en-US" sz="2400"/>
          </a:p>
        </p:txBody>
      </p:sp>
      <p:pic>
        <p:nvPicPr>
          <p:cNvPr id="161880" name="Picture 88" descr="060214_hd_vs2_news_eniac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218" y="569913"/>
            <a:ext cx="4679950" cy="365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881" name="Picture 89" descr="040316xcmyi11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506" y="3735388"/>
            <a:ext cx="4032250" cy="314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 name="AutoShape 76"/>
          <p:cNvSpPr>
            <a:spLocks noChangeArrowheads="1"/>
          </p:cNvSpPr>
          <p:nvPr/>
        </p:nvSpPr>
        <p:spPr bwMode="auto">
          <a:xfrm>
            <a:off x="5651500" y="1627634"/>
            <a:ext cx="3744913" cy="1657350"/>
          </a:xfrm>
          <a:prstGeom prst="irregularSeal1">
            <a:avLst/>
          </a:prstGeom>
          <a:gradFill rotWithShape="1">
            <a:gsLst>
              <a:gs pos="0">
                <a:srgbClr val="A50021"/>
              </a:gs>
              <a:gs pos="50000">
                <a:srgbClr val="000000"/>
              </a:gs>
              <a:gs pos="100000">
                <a:srgbClr val="A50021"/>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79" name="Text Box 77"/>
          <p:cNvSpPr txBox="1">
            <a:spLocks noChangeArrowheads="1"/>
          </p:cNvSpPr>
          <p:nvPr/>
        </p:nvSpPr>
        <p:spPr bwMode="auto">
          <a:xfrm>
            <a:off x="6011863" y="2276921"/>
            <a:ext cx="28876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dirty="0">
                <a:solidFill>
                  <a:schemeClr val="bg1"/>
                </a:solidFill>
              </a:rPr>
              <a:t> </a:t>
            </a:r>
            <a:r>
              <a:rPr lang="zh-CN" altLang="en-US" sz="2400" b="1" dirty="0">
                <a:solidFill>
                  <a:schemeClr val="bg1"/>
                </a:solidFill>
              </a:rPr>
              <a:t>真空电子管计算机  </a:t>
            </a:r>
          </a:p>
          <a:p>
            <a:pPr algn="just" eaLnBrk="1" hangingPunct="1">
              <a:lnSpc>
                <a:spcPct val="65000"/>
              </a:lnSpc>
            </a:pPr>
            <a:r>
              <a:rPr lang="zh-CN" altLang="en-US" sz="2000" b="1" dirty="0">
                <a:solidFill>
                  <a:schemeClr val="bg1"/>
                </a:solidFill>
              </a:rPr>
              <a:t>          （</a:t>
            </a:r>
            <a:r>
              <a:rPr lang="en-US" altLang="zh-CN" sz="2000" b="1" dirty="0">
                <a:solidFill>
                  <a:schemeClr val="bg1"/>
                </a:solidFill>
              </a:rPr>
              <a:t>1946</a:t>
            </a:r>
            <a:r>
              <a:rPr lang="zh-CN" altLang="en-US" sz="2000" b="1" dirty="0">
                <a:solidFill>
                  <a:schemeClr val="bg1"/>
                </a:solidFill>
              </a:rPr>
              <a:t>）</a:t>
            </a:r>
            <a:r>
              <a:rPr lang="zh-CN" altLang="en-US" sz="3200" b="1" dirty="0"/>
              <a:t> </a:t>
            </a:r>
          </a:p>
        </p:txBody>
      </p:sp>
      <p:pic>
        <p:nvPicPr>
          <p:cNvPr id="161879" name="Picture 87" descr="_44233920_eniac_spl_4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7357" y="1701801"/>
            <a:ext cx="4824412"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fld id="{B58AC878-8C27-4018-8291-912A1A823CD1}" type="slidenum">
              <a:rPr lang="zh-CN" altLang="en-US" smtClean="0"/>
              <a:pPr/>
              <a:t>58</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1878"/>
                                        </p:tgtEl>
                                        <p:attrNameLst>
                                          <p:attrName>style.visibility</p:attrName>
                                        </p:attrNameLst>
                                      </p:cBhvr>
                                      <p:to>
                                        <p:strVal val="visible"/>
                                      </p:to>
                                    </p:set>
                                    <p:anim calcmode="lin" valueType="num">
                                      <p:cBhvr additive="base">
                                        <p:cTn id="7" dur="500" fill="hold"/>
                                        <p:tgtEl>
                                          <p:spTgt spid="161878"/>
                                        </p:tgtEl>
                                        <p:attrNameLst>
                                          <p:attrName>ppt_x</p:attrName>
                                        </p:attrNameLst>
                                      </p:cBhvr>
                                      <p:tavLst>
                                        <p:tav tm="0">
                                          <p:val>
                                            <p:strVal val="#ppt_x"/>
                                          </p:val>
                                        </p:tav>
                                        <p:tav tm="100000">
                                          <p:val>
                                            <p:strVal val="#ppt_x"/>
                                          </p:val>
                                        </p:tav>
                                      </p:tavLst>
                                    </p:anim>
                                    <p:anim calcmode="lin" valueType="num">
                                      <p:cBhvr additive="base">
                                        <p:cTn id="8" dur="500" fill="hold"/>
                                        <p:tgtEl>
                                          <p:spTgt spid="16187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161880"/>
                                        </p:tgtEl>
                                        <p:attrNameLst>
                                          <p:attrName>style.visibility</p:attrName>
                                        </p:attrNameLst>
                                      </p:cBhvr>
                                      <p:to>
                                        <p:strVal val="visible"/>
                                      </p:to>
                                    </p:set>
                                    <p:animEffect transition="in" filter="dissolve">
                                      <p:cBhvr>
                                        <p:cTn id="13" dur="500"/>
                                        <p:tgtEl>
                                          <p:spTgt spid="16188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161881"/>
                                        </p:tgtEl>
                                        <p:attrNameLst>
                                          <p:attrName>style.visibility</p:attrName>
                                        </p:attrNameLst>
                                      </p:cBhvr>
                                      <p:to>
                                        <p:strVal val="visible"/>
                                      </p:to>
                                    </p:set>
                                    <p:animEffect transition="in" filter="dissolve">
                                      <p:cBhvr>
                                        <p:cTn id="18" dur="500"/>
                                        <p:tgtEl>
                                          <p:spTgt spid="16188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161879"/>
                                        </p:tgtEl>
                                        <p:attrNameLst>
                                          <p:attrName>style.visibility</p:attrName>
                                        </p:attrNameLst>
                                      </p:cBhvr>
                                      <p:to>
                                        <p:strVal val="visible"/>
                                      </p:to>
                                    </p:set>
                                    <p:animEffect transition="in" filter="dissolve">
                                      <p:cBhvr>
                                        <p:cTn id="23" dur="500"/>
                                        <p:tgtEl>
                                          <p:spTgt spid="1618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878"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6083"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6084" name="Rectangle 4"/>
          <p:cNvSpPr>
            <a:spLocks noGrp="1" noChangeArrowheads="1"/>
          </p:cNvSpPr>
          <p:nvPr>
            <p:ph type="title"/>
          </p:nvPr>
        </p:nvSpPr>
        <p:spPr>
          <a:xfrm>
            <a:off x="250825" y="-374650"/>
            <a:ext cx="8929688" cy="1139825"/>
          </a:xfrm>
        </p:spPr>
        <p:txBody>
          <a:bodyPr/>
          <a:lstStyle/>
          <a:p>
            <a:pPr eaLnBrk="1" hangingPunct="1">
              <a:lnSpc>
                <a:spcPct val="75000"/>
              </a:lnSpc>
            </a:pPr>
            <a:br>
              <a:rPr lang="en-US" altLang="zh-CN" sz="4000" b="0">
                <a:ea typeface="隶书" pitchFamily="49" charset="-122"/>
              </a:rPr>
            </a:br>
            <a:r>
              <a:rPr lang="zh-CN" altLang="en-US" sz="4000" b="0">
                <a:ea typeface="隶书" pitchFamily="49" charset="-122"/>
              </a:rPr>
              <a:t>信息技术的发展</a:t>
            </a:r>
            <a:r>
              <a:rPr lang="en-US" altLang="zh-CN" sz="2800" b="0">
                <a:ea typeface="隶书" pitchFamily="49" charset="-122"/>
              </a:rPr>
              <a:t>—</a:t>
            </a:r>
            <a:r>
              <a:rPr lang="zh-CN" altLang="en-US" sz="2800">
                <a:solidFill>
                  <a:srgbClr val="A50021"/>
                </a:solidFill>
              </a:rPr>
              <a:t>信号处理理论和电子电路技术</a:t>
            </a:r>
          </a:p>
        </p:txBody>
      </p:sp>
      <p:sp>
        <p:nvSpPr>
          <p:cNvPr id="46085" name="WordArt 5"/>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62822" name="WordArt 6"/>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46087" name="Group 7"/>
          <p:cNvGrpSpPr>
            <a:grpSpLocks/>
          </p:cNvGrpSpPr>
          <p:nvPr/>
        </p:nvGrpSpPr>
        <p:grpSpPr bwMode="auto">
          <a:xfrm>
            <a:off x="684213" y="5300663"/>
            <a:ext cx="6916737" cy="1368425"/>
            <a:chOff x="431" y="3339"/>
            <a:chExt cx="4357" cy="862"/>
          </a:xfrm>
        </p:grpSpPr>
        <p:sp>
          <p:nvSpPr>
            <p:cNvPr id="162824" name="WordArt 8"/>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6151" name="Text Box 9"/>
            <p:cNvSpPr txBox="1">
              <a:spLocks noChangeArrowheads="1"/>
            </p:cNvSpPr>
            <p:nvPr/>
          </p:nvSpPr>
          <p:spPr bwMode="auto">
            <a:xfrm>
              <a:off x="1519" y="3753"/>
              <a:ext cx="32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  </a:t>
              </a:r>
            </a:p>
          </p:txBody>
        </p:sp>
        <p:sp>
          <p:nvSpPr>
            <p:cNvPr id="46152" name="Line 10"/>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53" name="Line 11"/>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6088" name="Group 12"/>
          <p:cNvGrpSpPr>
            <a:grpSpLocks/>
          </p:cNvGrpSpPr>
          <p:nvPr/>
        </p:nvGrpSpPr>
        <p:grpSpPr bwMode="auto">
          <a:xfrm>
            <a:off x="1042988" y="5013325"/>
            <a:ext cx="4322762" cy="782638"/>
            <a:chOff x="657" y="3158"/>
            <a:chExt cx="2723" cy="493"/>
          </a:xfrm>
        </p:grpSpPr>
        <p:sp>
          <p:nvSpPr>
            <p:cNvPr id="162829" name="WordArt 13"/>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6148" name="Text Box 14"/>
            <p:cNvSpPr txBox="1">
              <a:spLocks noChangeArrowheads="1"/>
            </p:cNvSpPr>
            <p:nvPr/>
          </p:nvSpPr>
          <p:spPr bwMode="auto">
            <a:xfrm>
              <a:off x="1882" y="3203"/>
              <a:ext cx="1498"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  </a:t>
              </a:r>
            </a:p>
          </p:txBody>
        </p:sp>
        <p:sp>
          <p:nvSpPr>
            <p:cNvPr id="46149" name="Line 15"/>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6089" name="Group 16"/>
          <p:cNvGrpSpPr>
            <a:grpSpLocks/>
          </p:cNvGrpSpPr>
          <p:nvPr/>
        </p:nvGrpSpPr>
        <p:grpSpPr bwMode="auto">
          <a:xfrm>
            <a:off x="1619250" y="4724400"/>
            <a:ext cx="6553200" cy="711200"/>
            <a:chOff x="1020" y="2976"/>
            <a:chExt cx="4128" cy="448"/>
          </a:xfrm>
        </p:grpSpPr>
        <p:sp>
          <p:nvSpPr>
            <p:cNvPr id="162833" name="WordArt 17"/>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46145" name="Text Box 18"/>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46146" name="Line 19"/>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6090" name="Group 20"/>
          <p:cNvGrpSpPr>
            <a:grpSpLocks/>
          </p:cNvGrpSpPr>
          <p:nvPr/>
        </p:nvGrpSpPr>
        <p:grpSpPr bwMode="auto">
          <a:xfrm>
            <a:off x="755650" y="3227388"/>
            <a:ext cx="1285875" cy="1354137"/>
            <a:chOff x="476" y="2033"/>
            <a:chExt cx="810" cy="853"/>
          </a:xfrm>
        </p:grpSpPr>
        <p:sp>
          <p:nvSpPr>
            <p:cNvPr id="46142" name="Text Box 21"/>
            <p:cNvSpPr txBox="1">
              <a:spLocks noChangeArrowheads="1"/>
            </p:cNvSpPr>
            <p:nvPr/>
          </p:nvSpPr>
          <p:spPr bwMode="auto">
            <a:xfrm>
              <a:off x="476" y="2033"/>
              <a:ext cx="81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 </a:t>
              </a:r>
            </a:p>
          </p:txBody>
        </p:sp>
        <p:sp>
          <p:nvSpPr>
            <p:cNvPr id="46143" name="Line 22"/>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6091" name="Group 23"/>
          <p:cNvGrpSpPr>
            <a:grpSpLocks/>
          </p:cNvGrpSpPr>
          <p:nvPr/>
        </p:nvGrpSpPr>
        <p:grpSpPr bwMode="auto">
          <a:xfrm>
            <a:off x="76200" y="3948113"/>
            <a:ext cx="1611313" cy="1281112"/>
            <a:chOff x="48" y="2487"/>
            <a:chExt cx="1015" cy="807"/>
          </a:xfrm>
        </p:grpSpPr>
        <p:sp>
          <p:nvSpPr>
            <p:cNvPr id="46140" name="Text Box 24"/>
            <p:cNvSpPr txBox="1">
              <a:spLocks noChangeArrowheads="1"/>
            </p:cNvSpPr>
            <p:nvPr/>
          </p:nvSpPr>
          <p:spPr bwMode="auto">
            <a:xfrm>
              <a:off x="48" y="2487"/>
              <a:ext cx="1015"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  </a:t>
              </a:r>
            </a:p>
            <a:p>
              <a:pPr algn="just" eaLnBrk="1" hangingPunct="1"/>
              <a:r>
                <a:rPr lang="zh-CN" altLang="en-US" sz="2000" b="1">
                  <a:solidFill>
                    <a:srgbClr val="006600"/>
                  </a:solidFill>
                </a:rPr>
                <a:t>    微积分</a:t>
              </a:r>
            </a:p>
          </p:txBody>
        </p:sp>
        <p:sp>
          <p:nvSpPr>
            <p:cNvPr id="46141" name="Line 25"/>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6092" name="Group 26"/>
          <p:cNvGrpSpPr>
            <a:grpSpLocks/>
          </p:cNvGrpSpPr>
          <p:nvPr/>
        </p:nvGrpSpPr>
        <p:grpSpPr bwMode="auto">
          <a:xfrm>
            <a:off x="2051050" y="4221163"/>
            <a:ext cx="3744913" cy="406400"/>
            <a:chOff x="1292" y="2659"/>
            <a:chExt cx="2359" cy="256"/>
          </a:xfrm>
        </p:grpSpPr>
        <p:sp>
          <p:nvSpPr>
            <p:cNvPr id="162843" name="WordArt 27"/>
            <p:cNvSpPr>
              <a:spLocks noChangeArrowheads="1" noChangeShapeType="1" noTextEdit="1"/>
            </p:cNvSpPr>
            <p:nvPr/>
          </p:nvSpPr>
          <p:spPr bwMode="auto">
            <a:xfrm>
              <a:off x="1292" y="2704"/>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6138" name="Text Box 28"/>
            <p:cNvSpPr txBox="1">
              <a:spLocks noChangeArrowheads="1"/>
            </p:cNvSpPr>
            <p:nvPr/>
          </p:nvSpPr>
          <p:spPr bwMode="auto">
            <a:xfrm>
              <a:off x="2562" y="2659"/>
              <a:ext cx="1089"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伏特发明电堆</a:t>
              </a:r>
            </a:p>
          </p:txBody>
        </p:sp>
        <p:sp>
          <p:nvSpPr>
            <p:cNvPr id="46139" name="Line 29"/>
            <p:cNvSpPr>
              <a:spLocks noChangeShapeType="1"/>
            </p:cNvSpPr>
            <p:nvPr/>
          </p:nvSpPr>
          <p:spPr bwMode="auto">
            <a:xfrm>
              <a:off x="1927" y="279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6093" name="Group 30"/>
          <p:cNvGrpSpPr>
            <a:grpSpLocks/>
          </p:cNvGrpSpPr>
          <p:nvPr/>
        </p:nvGrpSpPr>
        <p:grpSpPr bwMode="auto">
          <a:xfrm>
            <a:off x="2195513" y="3644900"/>
            <a:ext cx="6121400" cy="1016000"/>
            <a:chOff x="1383" y="2296"/>
            <a:chExt cx="3856" cy="640"/>
          </a:xfrm>
        </p:grpSpPr>
        <p:sp>
          <p:nvSpPr>
            <p:cNvPr id="162847" name="WordArt 31"/>
            <p:cNvSpPr>
              <a:spLocks noChangeArrowheads="1" noChangeShapeType="1" noTextEdit="1"/>
            </p:cNvSpPr>
            <p:nvPr/>
          </p:nvSpPr>
          <p:spPr bwMode="auto">
            <a:xfrm>
              <a:off x="1383" y="2523"/>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1820-30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6135" name="Text Box 32"/>
            <p:cNvSpPr txBox="1">
              <a:spLocks noChangeArrowheads="1"/>
            </p:cNvSpPr>
            <p:nvPr/>
          </p:nvSpPr>
          <p:spPr bwMode="auto">
            <a:xfrm>
              <a:off x="3787" y="2296"/>
              <a:ext cx="1452" cy="64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安培定律</a:t>
              </a:r>
            </a:p>
            <a:p>
              <a:pPr algn="just" eaLnBrk="1" hangingPunct="1"/>
              <a:r>
                <a:rPr lang="zh-CN" altLang="en-US" sz="2000" b="1">
                  <a:solidFill>
                    <a:srgbClr val="660066"/>
                  </a:solidFill>
                </a:rPr>
                <a:t>欧姆定律</a:t>
              </a:r>
            </a:p>
            <a:p>
              <a:pPr algn="just" eaLnBrk="1" hangingPunct="1"/>
              <a:r>
                <a:rPr lang="zh-CN" altLang="en-US" sz="2000" b="1">
                  <a:solidFill>
                    <a:srgbClr val="660066"/>
                  </a:solidFill>
                </a:rPr>
                <a:t>法拉第电磁感应</a:t>
              </a:r>
            </a:p>
          </p:txBody>
        </p:sp>
        <p:sp>
          <p:nvSpPr>
            <p:cNvPr id="46136" name="Line 33"/>
            <p:cNvSpPr>
              <a:spLocks noChangeShapeType="1"/>
            </p:cNvSpPr>
            <p:nvPr/>
          </p:nvSpPr>
          <p:spPr bwMode="auto">
            <a:xfrm>
              <a:off x="2290" y="2568"/>
              <a:ext cx="149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6094" name="Group 34"/>
          <p:cNvGrpSpPr>
            <a:grpSpLocks/>
          </p:cNvGrpSpPr>
          <p:nvPr/>
        </p:nvGrpSpPr>
        <p:grpSpPr bwMode="auto">
          <a:xfrm>
            <a:off x="2700338" y="3573463"/>
            <a:ext cx="3024187" cy="466725"/>
            <a:chOff x="1701" y="2251"/>
            <a:chExt cx="1905" cy="294"/>
          </a:xfrm>
        </p:grpSpPr>
        <p:sp>
          <p:nvSpPr>
            <p:cNvPr id="162851" name="WordArt 35"/>
            <p:cNvSpPr>
              <a:spLocks noChangeArrowheads="1" noChangeShapeType="1" noTextEdit="1"/>
            </p:cNvSpPr>
            <p:nvPr/>
          </p:nvSpPr>
          <p:spPr bwMode="auto">
            <a:xfrm>
              <a:off x="1701" y="2341"/>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a:t>
              </a:r>
              <a:r>
                <a:rPr lang="zh-CN" altLang="en-US" kern="10">
                  <a:ln w="9525" cap="sq">
                    <a:solidFill>
                      <a:schemeClr val="tx1"/>
                    </a:solidFill>
                    <a:round/>
                    <a:headEnd type="none" w="sm" len="sm"/>
                    <a:tailEnd type="none" w="sm" len="sm"/>
                  </a:ln>
                  <a:solidFill>
                    <a:srgbClr val="FF0000"/>
                  </a:solidFill>
                  <a:latin typeface="宋体"/>
                  <a:ea typeface="宋体"/>
                </a:rPr>
                <a:t>世纪中叶</a:t>
              </a:r>
            </a:p>
          </p:txBody>
        </p:sp>
        <p:sp>
          <p:nvSpPr>
            <p:cNvPr id="46133" name="Text Box 36"/>
            <p:cNvSpPr txBox="1">
              <a:spLocks noChangeArrowheads="1"/>
            </p:cNvSpPr>
            <p:nvPr/>
          </p:nvSpPr>
          <p:spPr bwMode="auto">
            <a:xfrm>
              <a:off x="2608" y="2251"/>
              <a:ext cx="998" cy="29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400" b="1">
                  <a:solidFill>
                    <a:srgbClr val="A50021"/>
                  </a:solidFill>
                </a:rPr>
                <a:t>电磁理论</a:t>
              </a:r>
            </a:p>
          </p:txBody>
        </p:sp>
      </p:grpSp>
      <p:grpSp>
        <p:nvGrpSpPr>
          <p:cNvPr id="46095" name="Group 37"/>
          <p:cNvGrpSpPr>
            <a:grpSpLocks/>
          </p:cNvGrpSpPr>
          <p:nvPr/>
        </p:nvGrpSpPr>
        <p:grpSpPr bwMode="auto">
          <a:xfrm>
            <a:off x="1692275" y="2219325"/>
            <a:ext cx="2122488" cy="1354138"/>
            <a:chOff x="476" y="2033"/>
            <a:chExt cx="1337" cy="853"/>
          </a:xfrm>
        </p:grpSpPr>
        <p:sp>
          <p:nvSpPr>
            <p:cNvPr id="46130" name="Text Box 38"/>
            <p:cNvSpPr txBox="1">
              <a:spLocks noChangeArrowheads="1"/>
            </p:cNvSpPr>
            <p:nvPr/>
          </p:nvSpPr>
          <p:spPr bwMode="auto">
            <a:xfrm>
              <a:off x="476" y="2033"/>
              <a:ext cx="1337"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分析数学发展期  </a:t>
              </a:r>
            </a:p>
          </p:txBody>
        </p:sp>
        <p:sp>
          <p:nvSpPr>
            <p:cNvPr id="46131" name="Line 39"/>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6096" name="Group 40"/>
          <p:cNvGrpSpPr>
            <a:grpSpLocks/>
          </p:cNvGrpSpPr>
          <p:nvPr/>
        </p:nvGrpSpPr>
        <p:grpSpPr bwMode="auto">
          <a:xfrm>
            <a:off x="3490913" y="3094038"/>
            <a:ext cx="4897437" cy="406400"/>
            <a:chOff x="2199" y="1949"/>
            <a:chExt cx="3085" cy="256"/>
          </a:xfrm>
        </p:grpSpPr>
        <p:sp>
          <p:nvSpPr>
            <p:cNvPr id="162857" name="WordArt 41"/>
            <p:cNvSpPr>
              <a:spLocks noChangeArrowheads="1" noChangeShapeType="1" noTextEdit="1"/>
            </p:cNvSpPr>
            <p:nvPr/>
          </p:nvSpPr>
          <p:spPr bwMode="auto">
            <a:xfrm>
              <a:off x="2199" y="2069"/>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1886</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6128" name="Text Box 42"/>
            <p:cNvSpPr txBox="1">
              <a:spLocks noChangeArrowheads="1"/>
            </p:cNvSpPr>
            <p:nvPr/>
          </p:nvSpPr>
          <p:spPr bwMode="auto">
            <a:xfrm>
              <a:off x="3424" y="1949"/>
              <a:ext cx="186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赫兹证明电磁波的存在</a:t>
              </a:r>
            </a:p>
          </p:txBody>
        </p:sp>
        <p:sp>
          <p:nvSpPr>
            <p:cNvPr id="46129" name="Line 43"/>
            <p:cNvSpPr>
              <a:spLocks noChangeShapeType="1"/>
            </p:cNvSpPr>
            <p:nvPr/>
          </p:nvSpPr>
          <p:spPr bwMode="auto">
            <a:xfrm>
              <a:off x="2835" y="216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6097" name="Text Box 44"/>
          <p:cNvSpPr txBox="1">
            <a:spLocks noChangeArrowheads="1"/>
          </p:cNvSpPr>
          <p:nvPr/>
        </p:nvSpPr>
        <p:spPr bwMode="auto">
          <a:xfrm>
            <a:off x="3132138" y="1052513"/>
            <a:ext cx="2159000" cy="10160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特征函数</a:t>
            </a:r>
          </a:p>
          <a:p>
            <a:pPr algn="just" eaLnBrk="1" hangingPunct="1"/>
            <a:r>
              <a:rPr lang="zh-CN" altLang="en-US" sz="2000" b="1">
                <a:solidFill>
                  <a:srgbClr val="006600"/>
                </a:solidFill>
              </a:rPr>
              <a:t>广义傅里叶展开</a:t>
            </a:r>
          </a:p>
          <a:p>
            <a:pPr algn="just" eaLnBrk="1" hangingPunct="1"/>
            <a:r>
              <a:rPr lang="zh-CN" altLang="en-US" sz="2000" b="1">
                <a:solidFill>
                  <a:srgbClr val="006600"/>
                </a:solidFill>
              </a:rPr>
              <a:t>抽象函数空间</a:t>
            </a:r>
          </a:p>
        </p:txBody>
      </p:sp>
      <p:grpSp>
        <p:nvGrpSpPr>
          <p:cNvPr id="46098" name="Group 45"/>
          <p:cNvGrpSpPr>
            <a:grpSpLocks/>
          </p:cNvGrpSpPr>
          <p:nvPr/>
        </p:nvGrpSpPr>
        <p:grpSpPr bwMode="auto">
          <a:xfrm>
            <a:off x="4140200" y="2492375"/>
            <a:ext cx="4752975" cy="708025"/>
            <a:chOff x="2608" y="1570"/>
            <a:chExt cx="2994" cy="446"/>
          </a:xfrm>
        </p:grpSpPr>
        <p:sp>
          <p:nvSpPr>
            <p:cNvPr id="162862" name="WordArt 46"/>
            <p:cNvSpPr>
              <a:spLocks noChangeArrowheads="1" noChangeShapeType="1" noTextEdit="1"/>
            </p:cNvSpPr>
            <p:nvPr/>
          </p:nvSpPr>
          <p:spPr bwMode="auto">
            <a:xfrm>
              <a:off x="2608" y="1752"/>
              <a:ext cx="68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1896-7</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6125" name="Text Box 47"/>
            <p:cNvSpPr txBox="1">
              <a:spLocks noChangeArrowheads="1"/>
            </p:cNvSpPr>
            <p:nvPr/>
          </p:nvSpPr>
          <p:spPr bwMode="auto">
            <a:xfrm>
              <a:off x="3742" y="1570"/>
              <a:ext cx="1860" cy="44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洛伦兹提出电子论</a:t>
              </a:r>
            </a:p>
            <a:p>
              <a:pPr algn="just" eaLnBrk="1" hangingPunct="1"/>
              <a:r>
                <a:rPr lang="en-US" altLang="zh-CN" sz="2000" b="1" dirty="0">
                  <a:solidFill>
                    <a:srgbClr val="660066"/>
                  </a:solidFill>
                </a:rPr>
                <a:t>J.J.</a:t>
              </a:r>
              <a:r>
                <a:rPr lang="zh-CN" altLang="en-US" sz="2000" b="1" dirty="0">
                  <a:solidFill>
                    <a:srgbClr val="660066"/>
                  </a:solidFill>
                </a:rPr>
                <a:t>汤姆生证明电子存在</a:t>
              </a:r>
            </a:p>
          </p:txBody>
        </p:sp>
        <p:sp>
          <p:nvSpPr>
            <p:cNvPr id="46126" name="Line 48"/>
            <p:cNvSpPr>
              <a:spLocks noChangeShapeType="1"/>
            </p:cNvSpPr>
            <p:nvPr/>
          </p:nvSpPr>
          <p:spPr bwMode="auto">
            <a:xfrm>
              <a:off x="3334" y="1842"/>
              <a:ext cx="40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6099" name="Group 53"/>
          <p:cNvGrpSpPr>
            <a:grpSpLocks/>
          </p:cNvGrpSpPr>
          <p:nvPr/>
        </p:nvGrpSpPr>
        <p:grpSpPr bwMode="auto">
          <a:xfrm>
            <a:off x="4930775" y="2132013"/>
            <a:ext cx="4068763" cy="406400"/>
            <a:chOff x="3106" y="1343"/>
            <a:chExt cx="2563" cy="256"/>
          </a:xfrm>
        </p:grpSpPr>
        <p:sp>
          <p:nvSpPr>
            <p:cNvPr id="46120" name="Line 54"/>
            <p:cNvSpPr>
              <a:spLocks noChangeShapeType="1"/>
            </p:cNvSpPr>
            <p:nvPr/>
          </p:nvSpPr>
          <p:spPr bwMode="auto">
            <a:xfrm>
              <a:off x="3696" y="152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6121" name="Group 55"/>
            <p:cNvGrpSpPr>
              <a:grpSpLocks/>
            </p:cNvGrpSpPr>
            <p:nvPr/>
          </p:nvGrpSpPr>
          <p:grpSpPr bwMode="auto">
            <a:xfrm>
              <a:off x="3106" y="1343"/>
              <a:ext cx="2563" cy="256"/>
              <a:chOff x="3106" y="1343"/>
              <a:chExt cx="2563" cy="256"/>
            </a:xfrm>
          </p:grpSpPr>
          <p:sp>
            <p:nvSpPr>
              <p:cNvPr id="162872" name="WordArt 56"/>
              <p:cNvSpPr>
                <a:spLocks noChangeArrowheads="1" noChangeShapeType="1" noTextEdit="1"/>
              </p:cNvSpPr>
              <p:nvPr/>
            </p:nvSpPr>
            <p:spPr bwMode="auto">
              <a:xfrm>
                <a:off x="3106" y="1434"/>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1905</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46123" name="Text Box 57"/>
              <p:cNvSpPr txBox="1">
                <a:spLocks noChangeArrowheads="1"/>
              </p:cNvSpPr>
              <p:nvPr/>
            </p:nvSpPr>
            <p:spPr bwMode="auto">
              <a:xfrm>
                <a:off x="4195" y="1343"/>
                <a:ext cx="1474" cy="25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爱因斯坦</a:t>
                </a:r>
                <a:r>
                  <a:rPr lang="en-US" altLang="zh-CN" sz="2000" b="1">
                    <a:solidFill>
                      <a:srgbClr val="660066"/>
                    </a:solidFill>
                  </a:rPr>
                  <a:t>5</a:t>
                </a:r>
                <a:r>
                  <a:rPr lang="zh-CN" altLang="en-US" sz="2000" b="1">
                    <a:solidFill>
                      <a:srgbClr val="660066"/>
                    </a:solidFill>
                  </a:rPr>
                  <a:t>篇论文</a:t>
                </a:r>
              </a:p>
            </p:txBody>
          </p:sp>
        </p:grpSp>
      </p:grpSp>
      <p:grpSp>
        <p:nvGrpSpPr>
          <p:cNvPr id="46100" name="Group 58"/>
          <p:cNvGrpSpPr>
            <a:grpSpLocks/>
          </p:cNvGrpSpPr>
          <p:nvPr/>
        </p:nvGrpSpPr>
        <p:grpSpPr bwMode="auto">
          <a:xfrm>
            <a:off x="1403350" y="692150"/>
            <a:ext cx="4321175" cy="1081088"/>
            <a:chOff x="884" y="436"/>
            <a:chExt cx="2722" cy="681"/>
          </a:xfrm>
        </p:grpSpPr>
        <p:sp>
          <p:nvSpPr>
            <p:cNvPr id="46118" name="Text Box 59"/>
            <p:cNvSpPr txBox="1">
              <a:spLocks noChangeArrowheads="1"/>
            </p:cNvSpPr>
            <p:nvPr/>
          </p:nvSpPr>
          <p:spPr bwMode="auto">
            <a:xfrm>
              <a:off x="884" y="436"/>
              <a:ext cx="2494" cy="448"/>
            </a:xfrm>
            <a:prstGeom prst="rect">
              <a:avLst/>
            </a:prstGeom>
            <a:solidFill>
              <a:srgbClr val="FFFF99"/>
            </a:solidFill>
            <a:ln w="9525" algn="ctr">
              <a:solidFill>
                <a:srgbClr val="66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en-US" altLang="zh-CN" sz="2000" b="1">
                  <a:solidFill>
                    <a:srgbClr val="333300"/>
                  </a:solidFill>
                </a:rPr>
                <a:t>1948- </a:t>
              </a:r>
              <a:r>
                <a:rPr lang="zh-CN" altLang="en-US" sz="2000" b="1">
                  <a:solidFill>
                    <a:srgbClr val="333300"/>
                  </a:solidFill>
                </a:rPr>
                <a:t>维纳发表控制论，香侬发表信息论，建立通信和滤波理论</a:t>
              </a:r>
            </a:p>
          </p:txBody>
        </p:sp>
        <p:sp>
          <p:nvSpPr>
            <p:cNvPr id="46119" name="Line 60"/>
            <p:cNvSpPr>
              <a:spLocks noChangeShapeType="1"/>
            </p:cNvSpPr>
            <p:nvPr/>
          </p:nvSpPr>
          <p:spPr bwMode="auto">
            <a:xfrm flipH="1" flipV="1">
              <a:off x="3379" y="754"/>
              <a:ext cx="227"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6101" name="Group 61"/>
          <p:cNvGrpSpPr>
            <a:grpSpLocks/>
          </p:cNvGrpSpPr>
          <p:nvPr/>
        </p:nvGrpSpPr>
        <p:grpSpPr bwMode="auto">
          <a:xfrm>
            <a:off x="73025" y="1989138"/>
            <a:ext cx="5219700" cy="1016000"/>
            <a:chOff x="46" y="1253"/>
            <a:chExt cx="3288" cy="640"/>
          </a:xfrm>
        </p:grpSpPr>
        <p:sp>
          <p:nvSpPr>
            <p:cNvPr id="46116" name="Text Box 62"/>
            <p:cNvSpPr txBox="1">
              <a:spLocks noChangeArrowheads="1"/>
            </p:cNvSpPr>
            <p:nvPr/>
          </p:nvSpPr>
          <p:spPr bwMode="auto">
            <a:xfrm>
              <a:off x="46" y="1253"/>
              <a:ext cx="2562" cy="640"/>
            </a:xfrm>
            <a:prstGeom prst="rect">
              <a:avLst/>
            </a:prstGeom>
            <a:solidFill>
              <a:srgbClr val="FFFF99"/>
            </a:solidFill>
            <a:ln w="9525" algn="ctr">
              <a:solidFill>
                <a:srgbClr val="66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en-US" altLang="zh-CN" sz="2000" b="1">
                  <a:solidFill>
                    <a:srgbClr val="333300"/>
                  </a:solidFill>
                </a:rPr>
                <a:t>1921-Rainey</a:t>
              </a:r>
              <a:r>
                <a:rPr lang="zh-CN" altLang="en-US" sz="2000" b="1">
                  <a:solidFill>
                    <a:srgbClr val="333300"/>
                  </a:solidFill>
                </a:rPr>
                <a:t>获得</a:t>
              </a:r>
              <a:r>
                <a:rPr lang="en-US" altLang="zh-CN" sz="2000" b="1">
                  <a:solidFill>
                    <a:srgbClr val="333300"/>
                  </a:solidFill>
                </a:rPr>
                <a:t>PCM</a:t>
              </a:r>
              <a:r>
                <a:rPr lang="zh-CN" altLang="en-US" sz="2000" b="1">
                  <a:solidFill>
                    <a:srgbClr val="333300"/>
                  </a:solidFill>
                </a:rPr>
                <a:t>编码专利</a:t>
              </a:r>
            </a:p>
            <a:p>
              <a:pPr algn="just" eaLnBrk="1" hangingPunct="1"/>
              <a:r>
                <a:rPr lang="zh-CN" altLang="en-US" sz="2000" b="1">
                  <a:solidFill>
                    <a:srgbClr val="333300"/>
                  </a:solidFill>
                </a:rPr>
                <a:t>提出</a:t>
              </a:r>
              <a:r>
                <a:rPr lang="en-US" altLang="zh-CN" sz="2000" b="1">
                  <a:solidFill>
                    <a:srgbClr val="333300"/>
                  </a:solidFill>
                </a:rPr>
                <a:t>A/D</a:t>
              </a:r>
              <a:r>
                <a:rPr lang="zh-CN" altLang="en-US" sz="2000" b="1">
                  <a:solidFill>
                    <a:srgbClr val="333300"/>
                  </a:solidFill>
                </a:rPr>
                <a:t>、串行传输、</a:t>
              </a:r>
              <a:r>
                <a:rPr lang="en-US" altLang="zh-CN" sz="2000" b="1">
                  <a:solidFill>
                    <a:srgbClr val="333300"/>
                  </a:solidFill>
                </a:rPr>
                <a:t>D/A</a:t>
              </a:r>
              <a:r>
                <a:rPr lang="zh-CN" altLang="en-US" sz="2000" b="1">
                  <a:solidFill>
                    <a:srgbClr val="333300"/>
                  </a:solidFill>
                </a:rPr>
                <a:t>思想</a:t>
              </a:r>
            </a:p>
            <a:p>
              <a:pPr algn="just" eaLnBrk="1" hangingPunct="1"/>
              <a:r>
                <a:rPr lang="zh-CN" altLang="en-US" sz="2000" b="1">
                  <a:solidFill>
                    <a:srgbClr val="333300"/>
                  </a:solidFill>
                </a:rPr>
                <a:t>离散处理技术发端</a:t>
              </a:r>
            </a:p>
          </p:txBody>
        </p:sp>
        <p:sp>
          <p:nvSpPr>
            <p:cNvPr id="46117" name="Line 63"/>
            <p:cNvSpPr>
              <a:spLocks noChangeShapeType="1"/>
            </p:cNvSpPr>
            <p:nvPr/>
          </p:nvSpPr>
          <p:spPr bwMode="auto">
            <a:xfrm flipH="1">
              <a:off x="2608" y="1344"/>
              <a:ext cx="726" cy="31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6102" name="Group 64"/>
          <p:cNvGrpSpPr>
            <a:grpSpLocks/>
          </p:cNvGrpSpPr>
          <p:nvPr/>
        </p:nvGrpSpPr>
        <p:grpSpPr bwMode="auto">
          <a:xfrm>
            <a:off x="1116013" y="1484313"/>
            <a:ext cx="4176712" cy="649287"/>
            <a:chOff x="703" y="935"/>
            <a:chExt cx="2631" cy="409"/>
          </a:xfrm>
        </p:grpSpPr>
        <p:sp>
          <p:nvSpPr>
            <p:cNvPr id="46114" name="Text Box 65"/>
            <p:cNvSpPr txBox="1">
              <a:spLocks noChangeArrowheads="1"/>
            </p:cNvSpPr>
            <p:nvPr/>
          </p:nvSpPr>
          <p:spPr bwMode="auto">
            <a:xfrm>
              <a:off x="703" y="935"/>
              <a:ext cx="2359" cy="256"/>
            </a:xfrm>
            <a:prstGeom prst="rect">
              <a:avLst/>
            </a:prstGeom>
            <a:solidFill>
              <a:srgbClr val="FFFF99"/>
            </a:solidFill>
            <a:ln w="9525" algn="ctr">
              <a:solidFill>
                <a:srgbClr val="66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en-US" altLang="zh-CN" sz="2000" b="1">
                  <a:solidFill>
                    <a:srgbClr val="333300"/>
                  </a:solidFill>
                </a:rPr>
                <a:t>1924-28Nyquist</a:t>
              </a:r>
              <a:r>
                <a:rPr lang="zh-CN" altLang="en-US" sz="2000" b="1">
                  <a:solidFill>
                    <a:srgbClr val="333300"/>
                  </a:solidFill>
                </a:rPr>
                <a:t>发表采样理论</a:t>
              </a:r>
            </a:p>
          </p:txBody>
        </p:sp>
        <p:sp>
          <p:nvSpPr>
            <p:cNvPr id="46115" name="Line 66"/>
            <p:cNvSpPr>
              <a:spLocks noChangeShapeType="1"/>
            </p:cNvSpPr>
            <p:nvPr/>
          </p:nvSpPr>
          <p:spPr bwMode="auto">
            <a:xfrm flipH="1" flipV="1">
              <a:off x="3061" y="1117"/>
              <a:ext cx="273" cy="22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6103" name="Group 67"/>
          <p:cNvGrpSpPr>
            <a:grpSpLocks/>
          </p:cNvGrpSpPr>
          <p:nvPr/>
        </p:nvGrpSpPr>
        <p:grpSpPr bwMode="auto">
          <a:xfrm>
            <a:off x="3059113" y="3789363"/>
            <a:ext cx="3276600" cy="1412875"/>
            <a:chOff x="3696" y="3385"/>
            <a:chExt cx="2064" cy="890"/>
          </a:xfrm>
        </p:grpSpPr>
        <p:sp>
          <p:nvSpPr>
            <p:cNvPr id="46112" name="AutoShape 68"/>
            <p:cNvSpPr>
              <a:spLocks noChangeArrowheads="1"/>
            </p:cNvSpPr>
            <p:nvPr/>
          </p:nvSpPr>
          <p:spPr bwMode="auto">
            <a:xfrm>
              <a:off x="3696" y="3385"/>
              <a:ext cx="2064" cy="890"/>
            </a:xfrm>
            <a:prstGeom prst="irregularSeal1">
              <a:avLst/>
            </a:prstGeom>
            <a:gradFill rotWithShape="1">
              <a:gsLst>
                <a:gs pos="0">
                  <a:srgbClr val="A50021"/>
                </a:gs>
                <a:gs pos="50000">
                  <a:srgbClr val="000000"/>
                </a:gs>
                <a:gs pos="100000">
                  <a:srgbClr val="A50021"/>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6113" name="Text Box 69"/>
            <p:cNvSpPr txBox="1">
              <a:spLocks noChangeArrowheads="1"/>
            </p:cNvSpPr>
            <p:nvPr/>
          </p:nvSpPr>
          <p:spPr bwMode="auto">
            <a:xfrm>
              <a:off x="4059" y="3657"/>
              <a:ext cx="1153"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solidFill>
                    <a:schemeClr val="bg1"/>
                  </a:solidFill>
                </a:rPr>
                <a:t>   </a:t>
              </a:r>
              <a:r>
                <a:rPr lang="zh-CN" altLang="en-US" sz="2400" b="1">
                  <a:solidFill>
                    <a:schemeClr val="bg1"/>
                  </a:solidFill>
                </a:rPr>
                <a:t>声音广播  </a:t>
              </a:r>
            </a:p>
            <a:p>
              <a:pPr algn="just" eaLnBrk="1" hangingPunct="1">
                <a:lnSpc>
                  <a:spcPct val="65000"/>
                </a:lnSpc>
              </a:pPr>
              <a:r>
                <a:rPr lang="zh-CN" altLang="en-US" sz="2000" b="1">
                  <a:solidFill>
                    <a:schemeClr val="bg1"/>
                  </a:solidFill>
                </a:rPr>
                <a:t>    （</a:t>
              </a:r>
              <a:r>
                <a:rPr lang="en-US" altLang="zh-CN" sz="2000" b="1">
                  <a:solidFill>
                    <a:schemeClr val="bg1"/>
                  </a:solidFill>
                </a:rPr>
                <a:t>1920</a:t>
              </a:r>
              <a:r>
                <a:rPr lang="zh-CN" altLang="en-US" sz="2000" b="1">
                  <a:solidFill>
                    <a:schemeClr val="bg1"/>
                  </a:solidFill>
                </a:rPr>
                <a:t>）</a:t>
              </a:r>
              <a:r>
                <a:rPr lang="zh-CN" altLang="en-US" sz="3200" b="1"/>
                <a:t> </a:t>
              </a:r>
            </a:p>
          </p:txBody>
        </p:sp>
      </p:grpSp>
      <p:grpSp>
        <p:nvGrpSpPr>
          <p:cNvPr id="46104" name="Group 70"/>
          <p:cNvGrpSpPr>
            <a:grpSpLocks/>
          </p:cNvGrpSpPr>
          <p:nvPr/>
        </p:nvGrpSpPr>
        <p:grpSpPr bwMode="auto">
          <a:xfrm>
            <a:off x="4787900" y="4797425"/>
            <a:ext cx="3276600" cy="1412875"/>
            <a:chOff x="3696" y="3385"/>
            <a:chExt cx="2064" cy="890"/>
          </a:xfrm>
        </p:grpSpPr>
        <p:sp>
          <p:nvSpPr>
            <p:cNvPr id="46110" name="AutoShape 71"/>
            <p:cNvSpPr>
              <a:spLocks noChangeArrowheads="1"/>
            </p:cNvSpPr>
            <p:nvPr/>
          </p:nvSpPr>
          <p:spPr bwMode="auto">
            <a:xfrm>
              <a:off x="3696" y="3385"/>
              <a:ext cx="2064" cy="890"/>
            </a:xfrm>
            <a:prstGeom prst="irregularSeal1">
              <a:avLst/>
            </a:prstGeom>
            <a:gradFill rotWithShape="1">
              <a:gsLst>
                <a:gs pos="0">
                  <a:srgbClr val="A50021"/>
                </a:gs>
                <a:gs pos="50000">
                  <a:srgbClr val="000000"/>
                </a:gs>
                <a:gs pos="100000">
                  <a:srgbClr val="A50021"/>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6111" name="Text Box 72"/>
            <p:cNvSpPr txBox="1">
              <a:spLocks noChangeArrowheads="1"/>
            </p:cNvSpPr>
            <p:nvPr/>
          </p:nvSpPr>
          <p:spPr bwMode="auto">
            <a:xfrm>
              <a:off x="4059" y="3657"/>
              <a:ext cx="1153"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solidFill>
                    <a:schemeClr val="bg1"/>
                  </a:solidFill>
                </a:rPr>
                <a:t>   </a:t>
              </a:r>
              <a:r>
                <a:rPr lang="zh-CN" altLang="en-US" sz="2400" b="1">
                  <a:solidFill>
                    <a:schemeClr val="bg1"/>
                  </a:solidFill>
                </a:rPr>
                <a:t>图像广播  </a:t>
              </a:r>
            </a:p>
            <a:p>
              <a:pPr algn="just" eaLnBrk="1" hangingPunct="1">
                <a:lnSpc>
                  <a:spcPct val="65000"/>
                </a:lnSpc>
              </a:pPr>
              <a:r>
                <a:rPr lang="zh-CN" altLang="en-US" sz="2000" b="1">
                  <a:solidFill>
                    <a:schemeClr val="bg1"/>
                  </a:solidFill>
                </a:rPr>
                <a:t>    （</a:t>
              </a:r>
              <a:r>
                <a:rPr lang="en-US" altLang="zh-CN" sz="2000" b="1">
                  <a:solidFill>
                    <a:schemeClr val="bg1"/>
                  </a:solidFill>
                </a:rPr>
                <a:t>1929</a:t>
              </a:r>
              <a:r>
                <a:rPr lang="zh-CN" altLang="en-US" sz="2000" b="1">
                  <a:solidFill>
                    <a:schemeClr val="bg1"/>
                  </a:solidFill>
                </a:rPr>
                <a:t>）</a:t>
              </a:r>
              <a:r>
                <a:rPr lang="zh-CN" altLang="en-US" sz="3200" b="1"/>
                <a:t> </a:t>
              </a:r>
            </a:p>
          </p:txBody>
        </p:sp>
      </p:grpSp>
      <p:grpSp>
        <p:nvGrpSpPr>
          <p:cNvPr id="46105" name="Group 73"/>
          <p:cNvGrpSpPr>
            <a:grpSpLocks/>
          </p:cNvGrpSpPr>
          <p:nvPr/>
        </p:nvGrpSpPr>
        <p:grpSpPr bwMode="auto">
          <a:xfrm>
            <a:off x="5867400" y="3213100"/>
            <a:ext cx="3276600" cy="1412875"/>
            <a:chOff x="3696" y="3385"/>
            <a:chExt cx="2064" cy="890"/>
          </a:xfrm>
        </p:grpSpPr>
        <p:sp>
          <p:nvSpPr>
            <p:cNvPr id="46108" name="AutoShape 74"/>
            <p:cNvSpPr>
              <a:spLocks noChangeArrowheads="1"/>
            </p:cNvSpPr>
            <p:nvPr/>
          </p:nvSpPr>
          <p:spPr bwMode="auto">
            <a:xfrm>
              <a:off x="3696" y="3385"/>
              <a:ext cx="2064" cy="890"/>
            </a:xfrm>
            <a:prstGeom prst="irregularSeal1">
              <a:avLst/>
            </a:prstGeom>
            <a:gradFill rotWithShape="1">
              <a:gsLst>
                <a:gs pos="0">
                  <a:srgbClr val="A50021"/>
                </a:gs>
                <a:gs pos="50000">
                  <a:srgbClr val="000000"/>
                </a:gs>
                <a:gs pos="100000">
                  <a:srgbClr val="A50021"/>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6109" name="Text Box 75"/>
            <p:cNvSpPr txBox="1">
              <a:spLocks noChangeArrowheads="1"/>
            </p:cNvSpPr>
            <p:nvPr/>
          </p:nvSpPr>
          <p:spPr bwMode="auto">
            <a:xfrm>
              <a:off x="4059" y="3657"/>
              <a:ext cx="1153"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solidFill>
                    <a:schemeClr val="bg1"/>
                  </a:solidFill>
                </a:rPr>
                <a:t>   </a:t>
              </a:r>
              <a:r>
                <a:rPr lang="zh-CN" altLang="en-US" sz="2400" b="1">
                  <a:solidFill>
                    <a:schemeClr val="bg1"/>
                  </a:solidFill>
                </a:rPr>
                <a:t>实用雷达  </a:t>
              </a:r>
            </a:p>
            <a:p>
              <a:pPr algn="just" eaLnBrk="1" hangingPunct="1">
                <a:lnSpc>
                  <a:spcPct val="65000"/>
                </a:lnSpc>
              </a:pPr>
              <a:r>
                <a:rPr lang="zh-CN" altLang="en-US" sz="2000" b="1">
                  <a:solidFill>
                    <a:schemeClr val="bg1"/>
                  </a:solidFill>
                </a:rPr>
                <a:t>    （</a:t>
              </a:r>
              <a:r>
                <a:rPr lang="en-US" altLang="zh-CN" sz="2000" b="1">
                  <a:solidFill>
                    <a:schemeClr val="bg1"/>
                  </a:solidFill>
                </a:rPr>
                <a:t>1935</a:t>
              </a:r>
              <a:r>
                <a:rPr lang="zh-CN" altLang="en-US" sz="2000" b="1">
                  <a:solidFill>
                    <a:schemeClr val="bg1"/>
                  </a:solidFill>
                </a:rPr>
                <a:t>）</a:t>
              </a:r>
              <a:r>
                <a:rPr lang="zh-CN" altLang="en-US" sz="3200" b="1"/>
                <a:t> </a:t>
              </a:r>
            </a:p>
          </p:txBody>
        </p:sp>
      </p:grpSp>
      <p:sp>
        <p:nvSpPr>
          <p:cNvPr id="46106" name="AutoShape 76"/>
          <p:cNvSpPr>
            <a:spLocks noChangeArrowheads="1"/>
          </p:cNvSpPr>
          <p:nvPr/>
        </p:nvSpPr>
        <p:spPr bwMode="auto">
          <a:xfrm>
            <a:off x="5651500" y="1627634"/>
            <a:ext cx="3744913" cy="1657350"/>
          </a:xfrm>
          <a:prstGeom prst="irregularSeal1">
            <a:avLst/>
          </a:prstGeom>
          <a:gradFill rotWithShape="1">
            <a:gsLst>
              <a:gs pos="0">
                <a:srgbClr val="A50021"/>
              </a:gs>
              <a:gs pos="50000">
                <a:srgbClr val="000000"/>
              </a:gs>
              <a:gs pos="100000">
                <a:srgbClr val="A50021"/>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46107" name="Text Box 77"/>
          <p:cNvSpPr txBox="1">
            <a:spLocks noChangeArrowheads="1"/>
          </p:cNvSpPr>
          <p:nvPr/>
        </p:nvSpPr>
        <p:spPr bwMode="auto">
          <a:xfrm>
            <a:off x="6011863" y="2276921"/>
            <a:ext cx="28876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lnSpc>
                <a:spcPct val="65000"/>
              </a:lnSpc>
            </a:pPr>
            <a:r>
              <a:rPr lang="en-US" altLang="zh-CN" sz="2400" b="1">
                <a:solidFill>
                  <a:schemeClr val="bg1"/>
                </a:solidFill>
              </a:rPr>
              <a:t> </a:t>
            </a:r>
            <a:r>
              <a:rPr lang="zh-CN" altLang="en-US" sz="2400" b="1">
                <a:solidFill>
                  <a:schemeClr val="bg1"/>
                </a:solidFill>
              </a:rPr>
              <a:t>真空电子管计算机  </a:t>
            </a:r>
          </a:p>
          <a:p>
            <a:pPr algn="just" eaLnBrk="1" hangingPunct="1">
              <a:lnSpc>
                <a:spcPct val="65000"/>
              </a:lnSpc>
            </a:pPr>
            <a:r>
              <a:rPr lang="zh-CN" altLang="en-US" sz="2000" b="1">
                <a:solidFill>
                  <a:schemeClr val="bg1"/>
                </a:solidFill>
              </a:rPr>
              <a:t>          （</a:t>
            </a:r>
            <a:r>
              <a:rPr lang="en-US" altLang="zh-CN" sz="2000" b="1">
                <a:solidFill>
                  <a:schemeClr val="bg1"/>
                </a:solidFill>
              </a:rPr>
              <a:t>1946</a:t>
            </a:r>
            <a:r>
              <a:rPr lang="zh-CN" altLang="en-US" sz="2000" b="1">
                <a:solidFill>
                  <a:schemeClr val="bg1"/>
                </a:solidFill>
              </a:rPr>
              <a:t>）</a:t>
            </a:r>
            <a:r>
              <a:rPr lang="zh-CN" altLang="en-US" sz="3200" b="1"/>
              <a:t> </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59</a:t>
            </a:fld>
            <a:endParaRPr lang="zh-CN" altLang="en-US" dirty="0"/>
          </a:p>
        </p:txBody>
      </p:sp>
    </p:spTree>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Rectangle 3"/>
          <p:cNvSpPr>
            <a:spLocks noGrp="1" noChangeArrowheads="1"/>
          </p:cNvSpPr>
          <p:nvPr>
            <p:ph type="body" idx="1"/>
          </p:nvPr>
        </p:nvSpPr>
        <p:spPr>
          <a:xfrm>
            <a:off x="457200" y="1600200"/>
            <a:ext cx="8229600" cy="4924425"/>
          </a:xfrm>
        </p:spPr>
        <p:txBody>
          <a:bodyPr/>
          <a:lstStyle/>
          <a:p>
            <a:pPr eaLnBrk="1" hangingPunct="1"/>
            <a:r>
              <a:rPr lang="en-US" altLang="zh-CN" sz="2800"/>
              <a:t>20</a:t>
            </a:r>
            <a:r>
              <a:rPr lang="zh-CN" altLang="en-US" sz="2800"/>
              <a:t>世纪中叶，集成电路技术和信号处理理论相互促进，推动了电子信息技术的快速发展</a:t>
            </a:r>
          </a:p>
          <a:p>
            <a:pPr lvl="1" eaLnBrk="1" hangingPunct="1"/>
            <a:r>
              <a:rPr lang="en-US" altLang="zh-CN">
                <a:solidFill>
                  <a:srgbClr val="CC3300"/>
                </a:solidFill>
              </a:rPr>
              <a:t>1946</a:t>
            </a:r>
            <a:r>
              <a:rPr lang="zh-CN" altLang="en-US">
                <a:solidFill>
                  <a:srgbClr val="CC3300"/>
                </a:solidFill>
              </a:rPr>
              <a:t>年，美国宾州大学研制出真空电子管计算机</a:t>
            </a:r>
            <a:r>
              <a:rPr lang="en-US" altLang="zh-CN">
                <a:solidFill>
                  <a:srgbClr val="CC3300"/>
                </a:solidFill>
              </a:rPr>
              <a:t>ENIAC</a:t>
            </a:r>
          </a:p>
          <a:p>
            <a:pPr lvl="1" eaLnBrk="1" hangingPunct="1"/>
            <a:r>
              <a:rPr lang="en-US" altLang="zh-CN" sz="2400"/>
              <a:t>1950</a:t>
            </a:r>
            <a:r>
              <a:rPr lang="zh-CN" altLang="en-US" sz="2400"/>
              <a:t>年代中期</a:t>
            </a:r>
            <a:r>
              <a:rPr lang="en-US" altLang="zh-CN" sz="2400"/>
              <a:t>-1960</a:t>
            </a:r>
            <a:r>
              <a:rPr lang="zh-CN" altLang="en-US" sz="2400"/>
              <a:t>年代中期，出现以晶体管和固态电路为核心的滤波器电路</a:t>
            </a:r>
          </a:p>
          <a:p>
            <a:pPr lvl="2" eaLnBrk="1" hangingPunct="1"/>
            <a:r>
              <a:rPr lang="en-US" altLang="zh-CN" sz="2000"/>
              <a:t>1961</a:t>
            </a:r>
            <a:r>
              <a:rPr lang="zh-CN" altLang="en-US" sz="2000"/>
              <a:t>年</a:t>
            </a:r>
            <a:r>
              <a:rPr lang="en-US" altLang="zh-CN" sz="2000"/>
              <a:t>Fairchild</a:t>
            </a:r>
            <a:r>
              <a:rPr lang="zh-CN" altLang="en-US" sz="2000"/>
              <a:t>和</a:t>
            </a:r>
            <a:r>
              <a:rPr lang="en-US" altLang="zh-CN" sz="2000"/>
              <a:t>TI</a:t>
            </a:r>
            <a:r>
              <a:rPr lang="zh-CN" altLang="en-US" sz="2000"/>
              <a:t>推出商用</a:t>
            </a:r>
            <a:r>
              <a:rPr lang="en-US" altLang="zh-CN" sz="2000"/>
              <a:t>IC</a:t>
            </a:r>
          </a:p>
          <a:p>
            <a:pPr lvl="1" eaLnBrk="1" hangingPunct="1"/>
            <a:r>
              <a:rPr lang="en-US" altLang="zh-CN" sz="2400"/>
              <a:t>1957</a:t>
            </a:r>
            <a:r>
              <a:rPr lang="zh-CN" altLang="en-US" sz="2400"/>
              <a:t>年前苏联发射第一颗人造地球卫星</a:t>
            </a:r>
          </a:p>
          <a:p>
            <a:pPr lvl="1" eaLnBrk="1" hangingPunct="1"/>
            <a:r>
              <a:rPr lang="en-US" altLang="zh-CN">
                <a:solidFill>
                  <a:srgbClr val="CC3300"/>
                </a:solidFill>
              </a:rPr>
              <a:t>1960</a:t>
            </a:r>
            <a:r>
              <a:rPr lang="zh-CN" altLang="en-US">
                <a:solidFill>
                  <a:srgbClr val="CC3300"/>
                </a:solidFill>
              </a:rPr>
              <a:t>年梅曼发明了红宝石激光器</a:t>
            </a:r>
          </a:p>
          <a:p>
            <a:pPr lvl="1" eaLnBrk="1" hangingPunct="1"/>
            <a:r>
              <a:rPr lang="en-US" altLang="zh-CN" sz="2400"/>
              <a:t>1962</a:t>
            </a:r>
            <a:r>
              <a:rPr lang="zh-CN" altLang="en-US" sz="2400"/>
              <a:t>年美国发射第一颗通信卫星</a:t>
            </a:r>
          </a:p>
        </p:txBody>
      </p:sp>
      <p:sp>
        <p:nvSpPr>
          <p:cNvPr id="47107" name="Rectangle 6"/>
          <p:cNvSpPr>
            <a:spLocks noChangeArrowheads="1"/>
          </p:cNvSpPr>
          <p:nvPr/>
        </p:nvSpPr>
        <p:spPr bwMode="auto">
          <a:xfrm>
            <a:off x="214313" y="0"/>
            <a:ext cx="8929687"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lnSpc>
                <a:spcPct val="75000"/>
              </a:lnSpc>
            </a:pPr>
            <a:br>
              <a:rPr lang="en-US" altLang="zh-CN" sz="4000">
                <a:solidFill>
                  <a:srgbClr val="663300"/>
                </a:solidFill>
                <a:ea typeface="隶书" pitchFamily="49" charset="-122"/>
              </a:rPr>
            </a:br>
            <a:r>
              <a:rPr lang="zh-CN" altLang="en-US" sz="4000">
                <a:solidFill>
                  <a:srgbClr val="663300"/>
                </a:solidFill>
                <a:ea typeface="隶书" pitchFamily="49" charset="-122"/>
              </a:rPr>
              <a:t>信息技术的发展</a:t>
            </a:r>
            <a:r>
              <a:rPr lang="en-US" altLang="zh-CN" sz="2800">
                <a:solidFill>
                  <a:srgbClr val="663300"/>
                </a:solidFill>
                <a:ea typeface="隶书" pitchFamily="49" charset="-122"/>
              </a:rPr>
              <a:t>—</a:t>
            </a:r>
            <a:r>
              <a:rPr lang="zh-CN" altLang="en-US" sz="2800" b="1">
                <a:solidFill>
                  <a:srgbClr val="A50021"/>
                </a:solidFill>
              </a:rPr>
              <a:t>信号处理理论和电子电路技术</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60</a:t>
            </a:fld>
            <a:endParaRPr lang="zh-CN" altLang="en-US" dirty="0"/>
          </a:p>
        </p:txBody>
      </p:sp>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3"/>
          <p:cNvSpPr>
            <a:spLocks noGrp="1" noChangeArrowheads="1"/>
          </p:cNvSpPr>
          <p:nvPr>
            <p:ph type="body" idx="1"/>
          </p:nvPr>
        </p:nvSpPr>
        <p:spPr>
          <a:xfrm>
            <a:off x="457200" y="1600200"/>
            <a:ext cx="8435975" cy="4924425"/>
          </a:xfrm>
        </p:spPr>
        <p:txBody>
          <a:bodyPr/>
          <a:lstStyle/>
          <a:p>
            <a:pPr eaLnBrk="1" hangingPunct="1">
              <a:lnSpc>
                <a:spcPct val="90000"/>
              </a:lnSpc>
            </a:pPr>
            <a:r>
              <a:rPr lang="en-US" altLang="zh-CN" dirty="0"/>
              <a:t>20</a:t>
            </a:r>
            <a:r>
              <a:rPr lang="zh-CN" altLang="en-US" dirty="0"/>
              <a:t>世纪中叶，集成电路技术和信号处理理论相互促进，推动了电子信息技术的快速发展</a:t>
            </a:r>
          </a:p>
          <a:p>
            <a:pPr lvl="1" eaLnBrk="1" hangingPunct="1">
              <a:lnSpc>
                <a:spcPct val="90000"/>
              </a:lnSpc>
            </a:pPr>
            <a:r>
              <a:rPr lang="en-US" altLang="zh-CN" dirty="0">
                <a:solidFill>
                  <a:srgbClr val="CC3300"/>
                </a:solidFill>
              </a:rPr>
              <a:t>1960</a:t>
            </a:r>
            <a:r>
              <a:rPr lang="zh-CN" altLang="en-US" dirty="0">
                <a:solidFill>
                  <a:srgbClr val="CC3300"/>
                </a:solidFill>
              </a:rPr>
              <a:t>年卡尔曼滤波器发表</a:t>
            </a:r>
          </a:p>
          <a:p>
            <a:pPr lvl="1" eaLnBrk="1" hangingPunct="1">
              <a:lnSpc>
                <a:spcPct val="90000"/>
              </a:lnSpc>
            </a:pPr>
            <a:r>
              <a:rPr lang="en-US" altLang="zh-CN" dirty="0">
                <a:solidFill>
                  <a:srgbClr val="CC3300"/>
                </a:solidFill>
              </a:rPr>
              <a:t>1965</a:t>
            </a:r>
            <a:r>
              <a:rPr lang="zh-CN" altLang="en-US" dirty="0">
                <a:solidFill>
                  <a:srgbClr val="CC3300"/>
                </a:solidFill>
              </a:rPr>
              <a:t>年，库利和图基发表</a:t>
            </a:r>
            <a:r>
              <a:rPr lang="en-US" altLang="zh-CN" dirty="0">
                <a:solidFill>
                  <a:srgbClr val="CC3300"/>
                </a:solidFill>
              </a:rPr>
              <a:t>FFT</a:t>
            </a:r>
            <a:r>
              <a:rPr lang="zh-CN" altLang="en-US" dirty="0">
                <a:solidFill>
                  <a:srgbClr val="CC3300"/>
                </a:solidFill>
              </a:rPr>
              <a:t>算法</a:t>
            </a:r>
          </a:p>
          <a:p>
            <a:pPr lvl="1" eaLnBrk="1" hangingPunct="1">
              <a:lnSpc>
                <a:spcPct val="90000"/>
              </a:lnSpc>
            </a:pPr>
            <a:r>
              <a:rPr lang="en-US" altLang="zh-CN" dirty="0"/>
              <a:t>1970</a:t>
            </a:r>
            <a:r>
              <a:rPr lang="zh-CN" altLang="en-US" dirty="0"/>
              <a:t>年代中期，</a:t>
            </a:r>
            <a:r>
              <a:rPr lang="en-US" altLang="zh-CN" dirty="0"/>
              <a:t>MOS</a:t>
            </a:r>
            <a:r>
              <a:rPr lang="zh-CN" altLang="en-US" dirty="0"/>
              <a:t>大规模集成电路广泛应用</a:t>
            </a:r>
          </a:p>
        </p:txBody>
      </p:sp>
      <p:sp>
        <p:nvSpPr>
          <p:cNvPr id="48131" name="Rectangle 4"/>
          <p:cNvSpPr>
            <a:spLocks noChangeArrowheads="1"/>
          </p:cNvSpPr>
          <p:nvPr/>
        </p:nvSpPr>
        <p:spPr bwMode="auto">
          <a:xfrm>
            <a:off x="214313" y="0"/>
            <a:ext cx="8929687"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lnSpc>
                <a:spcPct val="75000"/>
              </a:lnSpc>
            </a:pPr>
            <a:br>
              <a:rPr lang="en-US" altLang="zh-CN" sz="4000">
                <a:solidFill>
                  <a:srgbClr val="663300"/>
                </a:solidFill>
                <a:ea typeface="隶书" pitchFamily="49" charset="-122"/>
              </a:rPr>
            </a:br>
            <a:r>
              <a:rPr lang="zh-CN" altLang="en-US" sz="4000">
                <a:solidFill>
                  <a:srgbClr val="663300"/>
                </a:solidFill>
                <a:ea typeface="隶书" pitchFamily="49" charset="-122"/>
              </a:rPr>
              <a:t>信息技术的发展</a:t>
            </a:r>
            <a:r>
              <a:rPr lang="en-US" altLang="zh-CN" sz="2800">
                <a:solidFill>
                  <a:srgbClr val="663300"/>
                </a:solidFill>
                <a:ea typeface="隶书" pitchFamily="49" charset="-122"/>
              </a:rPr>
              <a:t>—</a:t>
            </a:r>
            <a:r>
              <a:rPr lang="zh-CN" altLang="en-US" sz="2800" b="1">
                <a:solidFill>
                  <a:srgbClr val="A50021"/>
                </a:solidFill>
              </a:rPr>
              <a:t>信号处理理论和电子电路技术</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61</a:t>
            </a:fld>
            <a:endParaRPr lang="zh-CN" altLang="en-US" dirty="0"/>
          </a:p>
        </p:txBody>
      </p:sp>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Rectangle 3"/>
          <p:cNvSpPr>
            <a:spLocks noGrp="1" noChangeArrowheads="1"/>
          </p:cNvSpPr>
          <p:nvPr>
            <p:ph type="body" idx="1"/>
          </p:nvPr>
        </p:nvSpPr>
        <p:spPr/>
        <p:txBody>
          <a:bodyPr/>
          <a:lstStyle/>
          <a:p>
            <a:pPr eaLnBrk="1" hangingPunct="1"/>
            <a:r>
              <a:rPr lang="en-US" altLang="zh-CN" sz="2800" dirty="0"/>
              <a:t>20</a:t>
            </a:r>
            <a:r>
              <a:rPr lang="zh-CN" altLang="en-US" sz="2800" dirty="0"/>
              <a:t>世纪下半叶，数字技术、个人电脑和互联网技术推动了产业和科学技术的革命</a:t>
            </a:r>
          </a:p>
          <a:p>
            <a:pPr lvl="1" eaLnBrk="1" hangingPunct="1"/>
            <a:r>
              <a:rPr lang="en-US" altLang="zh-CN" sz="2400" dirty="0"/>
              <a:t>1970</a:t>
            </a:r>
            <a:r>
              <a:rPr lang="zh-CN" altLang="en-US" sz="2400" dirty="0"/>
              <a:t>年中期以前，模拟集成电路是主流</a:t>
            </a:r>
          </a:p>
          <a:p>
            <a:pPr lvl="1" eaLnBrk="1" hangingPunct="1"/>
            <a:r>
              <a:rPr lang="en-US" altLang="zh-CN" sz="2400" dirty="0"/>
              <a:t>1970</a:t>
            </a:r>
            <a:r>
              <a:rPr lang="zh-CN" altLang="en-US" sz="2400" dirty="0"/>
              <a:t>年代中期之后，数字集成逐步成为主流，主要因为模拟技术</a:t>
            </a:r>
          </a:p>
          <a:p>
            <a:pPr lvl="2" eaLnBrk="1" hangingPunct="1"/>
            <a:r>
              <a:rPr lang="zh-CN" altLang="en-US" sz="2000" dirty="0"/>
              <a:t>设计困难</a:t>
            </a:r>
          </a:p>
          <a:p>
            <a:pPr lvl="2" eaLnBrk="1" hangingPunct="1"/>
            <a:r>
              <a:rPr lang="zh-CN" altLang="en-US" sz="2000" dirty="0"/>
              <a:t>工艺离散度大，成品率低</a:t>
            </a:r>
          </a:p>
          <a:p>
            <a:pPr lvl="2" eaLnBrk="1" hangingPunct="1"/>
            <a:r>
              <a:rPr lang="zh-CN" altLang="en-US" sz="2000" dirty="0"/>
              <a:t>在线测试困难</a:t>
            </a:r>
          </a:p>
          <a:p>
            <a:pPr lvl="2" eaLnBrk="1" hangingPunct="1"/>
            <a:r>
              <a:rPr lang="zh-CN" altLang="en-US" sz="2000" dirty="0"/>
              <a:t>存储部件、电感、电容等难以集成</a:t>
            </a:r>
          </a:p>
          <a:p>
            <a:pPr lvl="2" eaLnBrk="1" hangingPunct="1"/>
            <a:r>
              <a:rPr lang="en-US" altLang="zh-CN" sz="2000" dirty="0">
                <a:cs typeface="Arial" pitchFamily="34" charset="0"/>
              </a:rPr>
              <a:t>…</a:t>
            </a:r>
          </a:p>
          <a:p>
            <a:pPr lvl="1" eaLnBrk="1" hangingPunct="1"/>
            <a:r>
              <a:rPr lang="zh-CN" altLang="en-US" sz="2400" dirty="0">
                <a:cs typeface="Arial" pitchFamily="34" charset="0"/>
              </a:rPr>
              <a:t>此后，集成规模遵循摩尔定律增长</a:t>
            </a:r>
          </a:p>
          <a:p>
            <a:pPr lvl="1" eaLnBrk="1" hangingPunct="1"/>
            <a:endParaRPr lang="en-US" altLang="zh-CN" sz="2400" dirty="0"/>
          </a:p>
        </p:txBody>
      </p:sp>
      <p:sp>
        <p:nvSpPr>
          <p:cNvPr id="49155" name="Rectangle 7"/>
          <p:cNvSpPr>
            <a:spLocks noChangeArrowheads="1"/>
          </p:cNvSpPr>
          <p:nvPr/>
        </p:nvSpPr>
        <p:spPr bwMode="auto">
          <a:xfrm>
            <a:off x="214313" y="0"/>
            <a:ext cx="8929687"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lnSpc>
                <a:spcPct val="75000"/>
              </a:lnSpc>
            </a:pPr>
            <a:br>
              <a:rPr lang="en-US" altLang="zh-CN" sz="4000">
                <a:solidFill>
                  <a:srgbClr val="663300"/>
                </a:solidFill>
                <a:ea typeface="隶书" pitchFamily="49" charset="-122"/>
              </a:rPr>
            </a:br>
            <a:r>
              <a:rPr lang="zh-CN" altLang="en-US" sz="4000">
                <a:solidFill>
                  <a:srgbClr val="663300"/>
                </a:solidFill>
                <a:ea typeface="隶书" pitchFamily="49" charset="-122"/>
              </a:rPr>
              <a:t>信息技术的发展</a:t>
            </a:r>
            <a:r>
              <a:rPr lang="en-US" altLang="zh-CN" sz="2800">
                <a:solidFill>
                  <a:srgbClr val="663300"/>
                </a:solidFill>
                <a:ea typeface="隶书" pitchFamily="49" charset="-122"/>
              </a:rPr>
              <a:t>—</a:t>
            </a:r>
            <a:r>
              <a:rPr lang="zh-CN" altLang="en-US" sz="2800" b="1">
                <a:solidFill>
                  <a:srgbClr val="A50021"/>
                </a:solidFill>
              </a:rPr>
              <a:t>信号处理理论和电子电路技术</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62</a:t>
            </a:fld>
            <a:endParaRPr lang="zh-CN" altLang="en-US" dirty="0"/>
          </a:p>
        </p:txBody>
      </p:sp>
      <p:sp>
        <p:nvSpPr>
          <p:cNvPr id="5" name="TextBox 4"/>
          <p:cNvSpPr txBox="1"/>
          <p:nvPr/>
        </p:nvSpPr>
        <p:spPr>
          <a:xfrm>
            <a:off x="6181166" y="4149080"/>
            <a:ext cx="2499402" cy="646331"/>
          </a:xfrm>
          <a:prstGeom prst="rect">
            <a:avLst/>
          </a:prstGeom>
          <a:noFill/>
          <a:ln>
            <a:solidFill>
              <a:srgbClr val="FFC000"/>
            </a:solidFill>
          </a:ln>
        </p:spPr>
        <p:txBody>
          <a:bodyPr wrap="none" rtlCol="0">
            <a:spAutoFit/>
          </a:bodyPr>
          <a:lstStyle/>
          <a:p>
            <a:r>
              <a:rPr lang="zh-CN" altLang="en-US" b="1" dirty="0"/>
              <a:t>比特↔逻辑</a:t>
            </a:r>
          </a:p>
        </p:txBody>
      </p:sp>
      <p:sp>
        <p:nvSpPr>
          <p:cNvPr id="6" name="TextBox 5"/>
          <p:cNvSpPr txBox="1"/>
          <p:nvPr/>
        </p:nvSpPr>
        <p:spPr>
          <a:xfrm>
            <a:off x="6181166" y="5157192"/>
            <a:ext cx="2492990" cy="646331"/>
          </a:xfrm>
          <a:prstGeom prst="rect">
            <a:avLst/>
          </a:prstGeom>
          <a:noFill/>
          <a:ln>
            <a:solidFill>
              <a:srgbClr val="FFC000"/>
            </a:solidFill>
          </a:ln>
        </p:spPr>
        <p:txBody>
          <a:bodyPr wrap="none" rtlCol="0">
            <a:spAutoFit/>
          </a:bodyPr>
          <a:lstStyle/>
          <a:p>
            <a:r>
              <a:rPr lang="zh-CN" altLang="en-US" b="1" dirty="0"/>
              <a:t>电势↔电路</a:t>
            </a:r>
          </a:p>
        </p:txBody>
      </p:sp>
      <p:cxnSp>
        <p:nvCxnSpPr>
          <p:cNvPr id="4" name="直接箭头连接符 3"/>
          <p:cNvCxnSpPr>
            <a:endCxn id="5" idx="2"/>
          </p:cNvCxnSpPr>
          <p:nvPr/>
        </p:nvCxnSpPr>
        <p:spPr bwMode="auto">
          <a:xfrm flipV="1">
            <a:off x="7427661" y="4795411"/>
            <a:ext cx="3206" cy="361781"/>
          </a:xfrm>
          <a:prstGeom prst="straightConnector1">
            <a:avLst/>
          </a:prstGeom>
          <a:noFill/>
          <a:ln w="25400" cap="flat" cmpd="sng" algn="ctr">
            <a:solidFill>
              <a:srgbClr val="FFC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noChangeArrowheads="1"/>
          </p:cNvSpPr>
          <p:nvPr>
            <p:ph type="body" idx="1"/>
          </p:nvPr>
        </p:nvSpPr>
        <p:spPr>
          <a:xfrm>
            <a:off x="457200" y="1600200"/>
            <a:ext cx="8435975" cy="4924425"/>
          </a:xfrm>
        </p:spPr>
        <p:txBody>
          <a:bodyPr/>
          <a:lstStyle/>
          <a:p>
            <a:pPr lvl="1" eaLnBrk="1" hangingPunct="1">
              <a:lnSpc>
                <a:spcPct val="90000"/>
              </a:lnSpc>
            </a:pPr>
            <a:r>
              <a:rPr lang="en-US" altLang="zh-CN" dirty="0">
                <a:solidFill>
                  <a:srgbClr val="CC3300"/>
                </a:solidFill>
              </a:rPr>
              <a:t>1975</a:t>
            </a:r>
            <a:r>
              <a:rPr lang="zh-CN" altLang="en-US" dirty="0">
                <a:solidFill>
                  <a:srgbClr val="CC3300"/>
                </a:solidFill>
              </a:rPr>
              <a:t>年</a:t>
            </a:r>
            <a:r>
              <a:rPr lang="en-US" altLang="zh-CN" dirty="0">
                <a:solidFill>
                  <a:srgbClr val="CC3300"/>
                </a:solidFill>
              </a:rPr>
              <a:t>Intel</a:t>
            </a:r>
            <a:r>
              <a:rPr lang="zh-CN" altLang="en-US" dirty="0">
                <a:solidFill>
                  <a:srgbClr val="CC3300"/>
                </a:solidFill>
              </a:rPr>
              <a:t>推出</a:t>
            </a:r>
            <a:r>
              <a:rPr lang="en-US" altLang="zh-CN" dirty="0">
                <a:solidFill>
                  <a:srgbClr val="CC3300"/>
                </a:solidFill>
              </a:rPr>
              <a:t>4004</a:t>
            </a:r>
            <a:r>
              <a:rPr lang="zh-CN" altLang="en-US" dirty="0">
                <a:solidFill>
                  <a:srgbClr val="CC3300"/>
                </a:solidFill>
              </a:rPr>
              <a:t>和</a:t>
            </a:r>
            <a:r>
              <a:rPr lang="en-US" altLang="zh-CN" dirty="0">
                <a:solidFill>
                  <a:srgbClr val="CC3300"/>
                </a:solidFill>
              </a:rPr>
              <a:t>8080</a:t>
            </a:r>
            <a:r>
              <a:rPr lang="zh-CN" altLang="en-US" dirty="0">
                <a:solidFill>
                  <a:srgbClr val="CC3300"/>
                </a:solidFill>
              </a:rPr>
              <a:t>处理器，微电脑问世</a:t>
            </a:r>
          </a:p>
          <a:p>
            <a:pPr lvl="1" eaLnBrk="1" hangingPunct="1">
              <a:lnSpc>
                <a:spcPct val="90000"/>
              </a:lnSpc>
            </a:pPr>
            <a:r>
              <a:rPr lang="en-US" altLang="zh-CN" dirty="0"/>
              <a:t>1978</a:t>
            </a:r>
            <a:r>
              <a:rPr lang="zh-CN" altLang="en-US" dirty="0"/>
              <a:t>年出现数字信号处理器</a:t>
            </a:r>
            <a:r>
              <a:rPr lang="en-US" altLang="zh-CN" dirty="0"/>
              <a:t>DSP</a:t>
            </a:r>
          </a:p>
          <a:p>
            <a:pPr lvl="1" eaLnBrk="1" hangingPunct="1">
              <a:lnSpc>
                <a:spcPct val="90000"/>
              </a:lnSpc>
            </a:pPr>
            <a:r>
              <a:rPr lang="zh-CN" altLang="en-US" dirty="0"/>
              <a:t>此后计算机和集成电路快速发展，并推动了信号处理理论的发展</a:t>
            </a:r>
          </a:p>
        </p:txBody>
      </p:sp>
      <p:sp>
        <p:nvSpPr>
          <p:cNvPr id="48131" name="Rectangle 4"/>
          <p:cNvSpPr>
            <a:spLocks noChangeArrowheads="1"/>
          </p:cNvSpPr>
          <p:nvPr/>
        </p:nvSpPr>
        <p:spPr bwMode="auto">
          <a:xfrm>
            <a:off x="214313" y="0"/>
            <a:ext cx="8929687"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lnSpc>
                <a:spcPct val="75000"/>
              </a:lnSpc>
            </a:pPr>
            <a:br>
              <a:rPr lang="en-US" altLang="zh-CN" sz="4000">
                <a:solidFill>
                  <a:srgbClr val="663300"/>
                </a:solidFill>
                <a:ea typeface="隶书" pitchFamily="49" charset="-122"/>
              </a:rPr>
            </a:br>
            <a:r>
              <a:rPr lang="zh-CN" altLang="en-US" sz="4000">
                <a:solidFill>
                  <a:srgbClr val="663300"/>
                </a:solidFill>
                <a:ea typeface="隶书" pitchFamily="49" charset="-122"/>
              </a:rPr>
              <a:t>信息技术的发展</a:t>
            </a:r>
            <a:r>
              <a:rPr lang="en-US" altLang="zh-CN" sz="2800">
                <a:solidFill>
                  <a:srgbClr val="663300"/>
                </a:solidFill>
                <a:ea typeface="隶书" pitchFamily="49" charset="-122"/>
              </a:rPr>
              <a:t>—</a:t>
            </a:r>
            <a:r>
              <a:rPr lang="zh-CN" altLang="en-US" sz="2800" b="1">
                <a:solidFill>
                  <a:srgbClr val="A50021"/>
                </a:solidFill>
              </a:rPr>
              <a:t>信号处理理论和电子电路技术</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63</a:t>
            </a:fld>
            <a:endParaRPr lang="zh-CN" altLang="en-US" dirty="0"/>
          </a:p>
        </p:txBody>
      </p:sp>
      <p:sp>
        <p:nvSpPr>
          <p:cNvPr id="5" name="TextBox 4"/>
          <p:cNvSpPr txBox="1"/>
          <p:nvPr/>
        </p:nvSpPr>
        <p:spPr>
          <a:xfrm>
            <a:off x="5943119" y="4149080"/>
            <a:ext cx="2962671" cy="646331"/>
          </a:xfrm>
          <a:prstGeom prst="rect">
            <a:avLst/>
          </a:prstGeom>
          <a:noFill/>
          <a:ln>
            <a:solidFill>
              <a:srgbClr val="FFC000"/>
            </a:solidFill>
          </a:ln>
        </p:spPr>
        <p:txBody>
          <a:bodyPr wrap="none" rtlCol="0">
            <a:spAutoFit/>
          </a:bodyPr>
          <a:lstStyle/>
          <a:p>
            <a:r>
              <a:rPr lang="zh-CN" altLang="en-US" b="1" dirty="0"/>
              <a:t>程序↔处理器</a:t>
            </a:r>
          </a:p>
        </p:txBody>
      </p:sp>
      <p:sp>
        <p:nvSpPr>
          <p:cNvPr id="6" name="TextBox 5"/>
          <p:cNvSpPr txBox="1"/>
          <p:nvPr/>
        </p:nvSpPr>
        <p:spPr>
          <a:xfrm>
            <a:off x="6174754" y="5174277"/>
            <a:ext cx="2499402" cy="646331"/>
          </a:xfrm>
          <a:prstGeom prst="rect">
            <a:avLst/>
          </a:prstGeom>
          <a:noFill/>
          <a:ln>
            <a:solidFill>
              <a:srgbClr val="FFC000"/>
            </a:solidFill>
          </a:ln>
        </p:spPr>
        <p:txBody>
          <a:bodyPr wrap="none" rtlCol="0">
            <a:spAutoFit/>
          </a:bodyPr>
          <a:lstStyle/>
          <a:p>
            <a:r>
              <a:rPr lang="zh-CN" altLang="en-US" b="1" dirty="0"/>
              <a:t>比特↔逻辑</a:t>
            </a:r>
          </a:p>
        </p:txBody>
      </p:sp>
      <p:cxnSp>
        <p:nvCxnSpPr>
          <p:cNvPr id="7" name="直接箭头连接符 6"/>
          <p:cNvCxnSpPr>
            <a:stCxn id="6" idx="0"/>
            <a:endCxn id="5" idx="2"/>
          </p:cNvCxnSpPr>
          <p:nvPr/>
        </p:nvCxnSpPr>
        <p:spPr bwMode="auto">
          <a:xfrm flipV="1">
            <a:off x="7424455" y="4795411"/>
            <a:ext cx="0" cy="378866"/>
          </a:xfrm>
          <a:prstGeom prst="straightConnector1">
            <a:avLst/>
          </a:prstGeom>
          <a:noFill/>
          <a:ln w="25400" cap="flat" cmpd="sng" algn="ctr">
            <a:solidFill>
              <a:srgbClr val="FFC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20672481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Rectangle 3"/>
          <p:cNvSpPr>
            <a:spLocks noGrp="1" noChangeArrowheads="1"/>
          </p:cNvSpPr>
          <p:nvPr>
            <p:ph type="body" idx="1"/>
          </p:nvPr>
        </p:nvSpPr>
        <p:spPr/>
        <p:txBody>
          <a:bodyPr/>
          <a:lstStyle/>
          <a:p>
            <a:pPr eaLnBrk="1" hangingPunct="1"/>
            <a:r>
              <a:rPr lang="en-US" altLang="zh-CN" sz="2400" dirty="0"/>
              <a:t>20</a:t>
            </a:r>
            <a:r>
              <a:rPr lang="zh-CN" altLang="en-US" sz="2400" dirty="0"/>
              <a:t>世纪下半叶，数字技术、个人电脑和互联网技术推动了产业和科学技术的革命</a:t>
            </a:r>
          </a:p>
          <a:p>
            <a:pPr lvl="1" eaLnBrk="1" hangingPunct="1"/>
            <a:r>
              <a:rPr lang="en-US" altLang="zh-CN" sz="2400" dirty="0">
                <a:solidFill>
                  <a:srgbClr val="CC3300"/>
                </a:solidFill>
              </a:rPr>
              <a:t>1981</a:t>
            </a:r>
            <a:r>
              <a:rPr lang="zh-CN" altLang="en-US" sz="2400" dirty="0">
                <a:solidFill>
                  <a:srgbClr val="CC3300"/>
                </a:solidFill>
              </a:rPr>
              <a:t>年</a:t>
            </a:r>
            <a:r>
              <a:rPr lang="en-US" altLang="zh-CN" sz="2400" dirty="0">
                <a:solidFill>
                  <a:srgbClr val="CC3300"/>
                </a:solidFill>
              </a:rPr>
              <a:t>8</a:t>
            </a:r>
            <a:r>
              <a:rPr lang="zh-CN" altLang="en-US" sz="2400" dirty="0">
                <a:solidFill>
                  <a:srgbClr val="CC3300"/>
                </a:solidFill>
              </a:rPr>
              <a:t>月</a:t>
            </a:r>
            <a:r>
              <a:rPr lang="en-US" altLang="zh-CN" sz="2400" dirty="0">
                <a:solidFill>
                  <a:srgbClr val="CC3300"/>
                </a:solidFill>
              </a:rPr>
              <a:t>12</a:t>
            </a:r>
            <a:r>
              <a:rPr lang="zh-CN" altLang="en-US" sz="2400" dirty="0">
                <a:solidFill>
                  <a:srgbClr val="CC3300"/>
                </a:solidFill>
              </a:rPr>
              <a:t>日，</a:t>
            </a:r>
            <a:r>
              <a:rPr lang="en-US" altLang="zh-CN" sz="2400" dirty="0">
                <a:solidFill>
                  <a:srgbClr val="CC3300"/>
                </a:solidFill>
              </a:rPr>
              <a:t>IBM</a:t>
            </a:r>
            <a:r>
              <a:rPr lang="zh-CN" altLang="en-US" sz="2400" dirty="0">
                <a:solidFill>
                  <a:srgbClr val="CC3300"/>
                </a:solidFill>
              </a:rPr>
              <a:t>推出个人电脑</a:t>
            </a:r>
            <a:r>
              <a:rPr lang="en-US" altLang="zh-CN" sz="2400" dirty="0">
                <a:solidFill>
                  <a:srgbClr val="CC3300"/>
                </a:solidFill>
              </a:rPr>
              <a:t>PC</a:t>
            </a:r>
          </a:p>
          <a:p>
            <a:pPr lvl="1" eaLnBrk="1" hangingPunct="1"/>
            <a:r>
              <a:rPr lang="zh-CN" altLang="en-US" sz="2000" dirty="0"/>
              <a:t>采用</a:t>
            </a:r>
          </a:p>
          <a:p>
            <a:pPr lvl="2" eaLnBrk="1" hangingPunct="1"/>
            <a:r>
              <a:rPr lang="en-US" altLang="zh-CN" sz="1800" dirty="0"/>
              <a:t>MS-DOS</a:t>
            </a:r>
            <a:r>
              <a:rPr lang="zh-CN" altLang="en-US" sz="1800" dirty="0"/>
              <a:t>操作系统</a:t>
            </a:r>
          </a:p>
          <a:p>
            <a:pPr lvl="2" eaLnBrk="1" hangingPunct="1"/>
            <a:r>
              <a:rPr lang="en-US" altLang="zh-CN" sz="1800" dirty="0"/>
              <a:t>Intel8088</a:t>
            </a:r>
            <a:r>
              <a:rPr lang="zh-CN" altLang="en-US" sz="1800" dirty="0"/>
              <a:t>微处理器，主频</a:t>
            </a:r>
            <a:r>
              <a:rPr lang="en-US" altLang="zh-CN" sz="1800" dirty="0"/>
              <a:t>4.77MHz</a:t>
            </a:r>
          </a:p>
          <a:p>
            <a:pPr lvl="2" eaLnBrk="1" hangingPunct="1"/>
            <a:r>
              <a:rPr lang="en-US" altLang="zh-CN" sz="1800" dirty="0"/>
              <a:t>64K</a:t>
            </a:r>
            <a:r>
              <a:rPr lang="zh-CN" altLang="en-US" sz="1800" dirty="0"/>
              <a:t>内存</a:t>
            </a:r>
          </a:p>
          <a:p>
            <a:pPr lvl="2" eaLnBrk="1" hangingPunct="1"/>
            <a:r>
              <a:rPr lang="en-US" altLang="zh-CN" sz="1800" dirty="0"/>
              <a:t>160KB</a:t>
            </a:r>
            <a:r>
              <a:rPr lang="zh-CN" altLang="en-US" sz="1800" dirty="0"/>
              <a:t>单面软驱</a:t>
            </a:r>
          </a:p>
          <a:p>
            <a:pPr lvl="2" eaLnBrk="1" hangingPunct="1"/>
            <a:r>
              <a:rPr lang="zh-CN" altLang="en-US" sz="1800" dirty="0"/>
              <a:t>标准键盘</a:t>
            </a:r>
          </a:p>
          <a:p>
            <a:pPr lvl="2" eaLnBrk="1" hangingPunct="1"/>
            <a:r>
              <a:rPr lang="en-US" altLang="zh-CN" sz="1800" dirty="0"/>
              <a:t>80</a:t>
            </a:r>
            <a:r>
              <a:rPr lang="zh-CN" altLang="en-US" sz="1800" dirty="0"/>
              <a:t>列字符显示器</a:t>
            </a:r>
          </a:p>
          <a:p>
            <a:pPr lvl="2" eaLnBrk="1" hangingPunct="1"/>
            <a:r>
              <a:rPr lang="zh-CN" altLang="en-US" sz="1800" dirty="0"/>
              <a:t>售价</a:t>
            </a:r>
            <a:r>
              <a:rPr lang="en-US" altLang="zh-CN" sz="1800" dirty="0"/>
              <a:t>2880</a:t>
            </a:r>
            <a:r>
              <a:rPr lang="zh-CN" altLang="en-US" sz="1800" dirty="0"/>
              <a:t>美元</a:t>
            </a:r>
          </a:p>
          <a:p>
            <a:pPr lvl="2" eaLnBrk="1" hangingPunct="1"/>
            <a:r>
              <a:rPr lang="zh-CN" altLang="en-US" sz="1800" dirty="0"/>
              <a:t>配件标准化，可</a:t>
            </a:r>
            <a:r>
              <a:rPr lang="en-US" altLang="zh-CN" sz="1800" dirty="0"/>
              <a:t>clone</a:t>
            </a:r>
          </a:p>
          <a:p>
            <a:pPr lvl="1" eaLnBrk="1" hangingPunct="1"/>
            <a:r>
              <a:rPr lang="zh-CN" altLang="en-US" sz="2000" dirty="0"/>
              <a:t>此后，个人电脑的速度、容量、功能飞速发展</a:t>
            </a:r>
          </a:p>
        </p:txBody>
      </p:sp>
      <p:sp>
        <p:nvSpPr>
          <p:cNvPr id="50181" name="Rectangle 10"/>
          <p:cNvSpPr>
            <a:spLocks noChangeArrowheads="1"/>
          </p:cNvSpPr>
          <p:nvPr/>
        </p:nvSpPr>
        <p:spPr bwMode="auto">
          <a:xfrm>
            <a:off x="214313" y="0"/>
            <a:ext cx="8929687"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lnSpc>
                <a:spcPct val="75000"/>
              </a:lnSpc>
            </a:pPr>
            <a:br>
              <a:rPr lang="en-US" altLang="zh-CN" sz="4000">
                <a:solidFill>
                  <a:srgbClr val="663300"/>
                </a:solidFill>
                <a:ea typeface="隶书" pitchFamily="49" charset="-122"/>
              </a:rPr>
            </a:br>
            <a:r>
              <a:rPr lang="zh-CN" altLang="en-US" sz="4000">
                <a:solidFill>
                  <a:srgbClr val="663300"/>
                </a:solidFill>
                <a:ea typeface="隶书" pitchFamily="49" charset="-122"/>
              </a:rPr>
              <a:t>信息技术的发展</a:t>
            </a:r>
            <a:r>
              <a:rPr lang="en-US" altLang="zh-CN" sz="2800">
                <a:solidFill>
                  <a:srgbClr val="663300"/>
                </a:solidFill>
                <a:ea typeface="隶书" pitchFamily="49" charset="-122"/>
              </a:rPr>
              <a:t>—</a:t>
            </a:r>
            <a:r>
              <a:rPr lang="zh-CN" altLang="en-US" sz="2800" b="1">
                <a:solidFill>
                  <a:srgbClr val="A50021"/>
                </a:solidFill>
              </a:rPr>
              <a:t>信号处理理论和电子电路技术</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64</a:t>
            </a:fld>
            <a:endParaRPr lang="zh-CN" altLang="en-US" dirty="0"/>
          </a:p>
        </p:txBody>
      </p:sp>
      <p:sp>
        <p:nvSpPr>
          <p:cNvPr id="7" name="TextBox 6"/>
          <p:cNvSpPr txBox="1"/>
          <p:nvPr/>
        </p:nvSpPr>
        <p:spPr>
          <a:xfrm>
            <a:off x="5943119" y="4149080"/>
            <a:ext cx="2499402" cy="646331"/>
          </a:xfrm>
          <a:prstGeom prst="rect">
            <a:avLst/>
          </a:prstGeom>
          <a:noFill/>
          <a:ln>
            <a:solidFill>
              <a:srgbClr val="FFC000"/>
            </a:solidFill>
          </a:ln>
        </p:spPr>
        <p:txBody>
          <a:bodyPr wrap="none" rtlCol="0">
            <a:spAutoFit/>
          </a:bodyPr>
          <a:lstStyle/>
          <a:p>
            <a:r>
              <a:rPr lang="zh-CN" altLang="en-US" b="1" dirty="0"/>
              <a:t>数据↔算法</a:t>
            </a:r>
          </a:p>
        </p:txBody>
      </p:sp>
      <p:sp>
        <p:nvSpPr>
          <p:cNvPr id="8" name="TextBox 7"/>
          <p:cNvSpPr txBox="1"/>
          <p:nvPr/>
        </p:nvSpPr>
        <p:spPr>
          <a:xfrm>
            <a:off x="5711485" y="5174277"/>
            <a:ext cx="2962671" cy="646331"/>
          </a:xfrm>
          <a:prstGeom prst="rect">
            <a:avLst/>
          </a:prstGeom>
          <a:noFill/>
          <a:ln>
            <a:solidFill>
              <a:srgbClr val="FFC000"/>
            </a:solidFill>
          </a:ln>
        </p:spPr>
        <p:txBody>
          <a:bodyPr wrap="none" rtlCol="0">
            <a:spAutoFit/>
          </a:bodyPr>
          <a:lstStyle/>
          <a:p>
            <a:r>
              <a:rPr lang="zh-CN" altLang="en-US" b="1" dirty="0"/>
              <a:t>程序↔处理器</a:t>
            </a:r>
          </a:p>
        </p:txBody>
      </p:sp>
      <p:cxnSp>
        <p:nvCxnSpPr>
          <p:cNvPr id="9" name="直接箭头连接符 8"/>
          <p:cNvCxnSpPr>
            <a:stCxn id="8" idx="0"/>
            <a:endCxn id="7" idx="2"/>
          </p:cNvCxnSpPr>
          <p:nvPr/>
        </p:nvCxnSpPr>
        <p:spPr bwMode="auto">
          <a:xfrm flipH="1" flipV="1">
            <a:off x="7192820" y="4795411"/>
            <a:ext cx="1" cy="378866"/>
          </a:xfrm>
          <a:prstGeom prst="straightConnector1">
            <a:avLst/>
          </a:prstGeom>
          <a:noFill/>
          <a:ln w="25400" cap="flat" cmpd="sng" algn="ctr">
            <a:solidFill>
              <a:srgbClr val="FFC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Rectangle 2"/>
          <p:cNvSpPr>
            <a:spLocks noGrp="1" noChangeArrowheads="1"/>
          </p:cNvSpPr>
          <p:nvPr>
            <p:ph type="body" idx="1"/>
          </p:nvPr>
        </p:nvSpPr>
        <p:spPr/>
        <p:txBody>
          <a:bodyPr/>
          <a:lstStyle/>
          <a:p>
            <a:pPr eaLnBrk="1" hangingPunct="1"/>
            <a:r>
              <a:rPr lang="en-US" altLang="zh-CN" sz="2400"/>
              <a:t>20</a:t>
            </a:r>
            <a:r>
              <a:rPr lang="zh-CN" altLang="en-US" sz="2400"/>
              <a:t>世纪下半叶，数字技术、个人电脑和互联网技术推动了产业和科学技术的革命</a:t>
            </a:r>
          </a:p>
        </p:txBody>
      </p:sp>
      <p:sp>
        <p:nvSpPr>
          <p:cNvPr id="51203" name="Rectangle 5"/>
          <p:cNvSpPr>
            <a:spLocks noChangeArrowheads="1"/>
          </p:cNvSpPr>
          <p:nvPr/>
        </p:nvSpPr>
        <p:spPr bwMode="auto">
          <a:xfrm>
            <a:off x="214313" y="0"/>
            <a:ext cx="8929687"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lnSpc>
                <a:spcPct val="75000"/>
              </a:lnSpc>
            </a:pPr>
            <a:br>
              <a:rPr lang="en-US" altLang="zh-CN" sz="4000">
                <a:solidFill>
                  <a:srgbClr val="663300"/>
                </a:solidFill>
                <a:ea typeface="隶书" pitchFamily="49" charset="-122"/>
              </a:rPr>
            </a:br>
            <a:r>
              <a:rPr lang="zh-CN" altLang="en-US" sz="4000">
                <a:solidFill>
                  <a:srgbClr val="663300"/>
                </a:solidFill>
                <a:ea typeface="隶书" pitchFamily="49" charset="-122"/>
              </a:rPr>
              <a:t>信息技术的发展</a:t>
            </a:r>
            <a:r>
              <a:rPr lang="en-US" altLang="zh-CN" sz="2800">
                <a:solidFill>
                  <a:srgbClr val="663300"/>
                </a:solidFill>
                <a:ea typeface="隶书" pitchFamily="49" charset="-122"/>
              </a:rPr>
              <a:t>—</a:t>
            </a:r>
            <a:r>
              <a:rPr lang="zh-CN" altLang="en-US" sz="2800" b="1">
                <a:solidFill>
                  <a:srgbClr val="A50021"/>
                </a:solidFill>
              </a:rPr>
              <a:t>信号处理理论和电子电路技术</a:t>
            </a:r>
          </a:p>
        </p:txBody>
      </p:sp>
      <p:sp>
        <p:nvSpPr>
          <p:cNvPr id="51204" name="Text Box 6"/>
          <p:cNvSpPr txBox="1">
            <a:spLocks noChangeArrowheads="1"/>
          </p:cNvSpPr>
          <p:nvPr/>
        </p:nvSpPr>
        <p:spPr bwMode="auto">
          <a:xfrm>
            <a:off x="221729" y="2420938"/>
            <a:ext cx="7489825" cy="410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eaLnBrk="0" hangingPunct="0">
              <a:defRPr sz="3600">
                <a:solidFill>
                  <a:schemeClr val="tx1"/>
                </a:solidFill>
                <a:latin typeface="Arial" pitchFamily="34" charset="0"/>
                <a:ea typeface="宋体" pitchFamily="2" charset="-122"/>
              </a:defRPr>
            </a:lvl2pPr>
            <a:lvl3pPr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lvl="1" algn="just" eaLnBrk="1" hangingPunct="1"/>
            <a:r>
              <a:rPr lang="en-US" altLang="zh-CN" sz="2400" b="1" dirty="0">
                <a:solidFill>
                  <a:srgbClr val="CC3300"/>
                </a:solidFill>
              </a:rPr>
              <a:t>- </a:t>
            </a:r>
            <a:r>
              <a:rPr lang="en-US" altLang="zh-CN" sz="2400" b="1" dirty="0" err="1">
                <a:solidFill>
                  <a:srgbClr val="CC3300"/>
                </a:solidFill>
              </a:rPr>
              <a:t>ARPAnet</a:t>
            </a:r>
            <a:r>
              <a:rPr lang="zh-CN" altLang="en-US" sz="2400" b="1" dirty="0">
                <a:solidFill>
                  <a:srgbClr val="CC3300"/>
                </a:solidFill>
              </a:rPr>
              <a:t>：</a:t>
            </a:r>
            <a:r>
              <a:rPr lang="en-US" altLang="zh-CN" sz="2400" b="1" dirty="0">
                <a:solidFill>
                  <a:srgbClr val="CC3300"/>
                </a:solidFill>
              </a:rPr>
              <a:t>1969</a:t>
            </a:r>
            <a:r>
              <a:rPr lang="zh-CN" altLang="en-US" sz="2400" b="1" dirty="0">
                <a:solidFill>
                  <a:srgbClr val="CC3300"/>
                </a:solidFill>
              </a:rPr>
              <a:t>年</a:t>
            </a:r>
          </a:p>
          <a:p>
            <a:pPr lvl="2" algn="just" eaLnBrk="1" hangingPunct="1"/>
            <a:r>
              <a:rPr lang="zh-CN" altLang="en-US" sz="2400" b="1" dirty="0">
                <a:solidFill>
                  <a:srgbClr val="333300"/>
                </a:solidFill>
              </a:rPr>
              <a:t>美国军方机构</a:t>
            </a:r>
            <a:r>
              <a:rPr lang="en-US" altLang="zh-CN" sz="2400" b="1" dirty="0">
                <a:solidFill>
                  <a:srgbClr val="333300"/>
                </a:solidFill>
              </a:rPr>
              <a:t>ARPA</a:t>
            </a:r>
            <a:r>
              <a:rPr lang="zh-CN" altLang="en-US" sz="2400" b="1" dirty="0">
                <a:solidFill>
                  <a:srgbClr val="333300"/>
                </a:solidFill>
              </a:rPr>
              <a:t>（现称为</a:t>
            </a:r>
            <a:r>
              <a:rPr lang="en-US" altLang="zh-CN" sz="2400" b="1" dirty="0">
                <a:solidFill>
                  <a:srgbClr val="333300"/>
                </a:solidFill>
              </a:rPr>
              <a:t>DARPA: Defense Advanced Research Project Agency</a:t>
            </a:r>
            <a:r>
              <a:rPr lang="zh-CN" altLang="en-US" sz="2400" b="1" dirty="0">
                <a:solidFill>
                  <a:srgbClr val="333300"/>
                </a:solidFill>
              </a:rPr>
              <a:t>）支持构建了一个实验性的电脑网络，把军方和院校的电脑连接起来，共享资源，以</a:t>
            </a:r>
            <a:r>
              <a:rPr lang="en-US" altLang="zh-CN" sz="2400" b="1" dirty="0">
                <a:solidFill>
                  <a:srgbClr val="333300"/>
                </a:solidFill>
              </a:rPr>
              <a:t>e-mail</a:t>
            </a:r>
            <a:r>
              <a:rPr lang="zh-CN" altLang="en-US" sz="2400" b="1" dirty="0">
                <a:solidFill>
                  <a:srgbClr val="333300"/>
                </a:solidFill>
              </a:rPr>
              <a:t>通信</a:t>
            </a:r>
          </a:p>
          <a:p>
            <a:pPr lvl="2" algn="just" eaLnBrk="1" hangingPunct="1"/>
            <a:r>
              <a:rPr lang="en-US" altLang="zh-CN" sz="2400" b="1" dirty="0">
                <a:solidFill>
                  <a:srgbClr val="333300"/>
                </a:solidFill>
              </a:rPr>
              <a:t>- </a:t>
            </a:r>
            <a:r>
              <a:rPr lang="zh-CN" altLang="en-US" sz="2400" b="1" dirty="0">
                <a:solidFill>
                  <a:srgbClr val="333300"/>
                </a:solidFill>
              </a:rPr>
              <a:t>开发了</a:t>
            </a:r>
            <a:r>
              <a:rPr lang="en-US" altLang="zh-CN" sz="2400" b="1" dirty="0">
                <a:solidFill>
                  <a:srgbClr val="333300"/>
                </a:solidFill>
              </a:rPr>
              <a:t>TCP/IP</a:t>
            </a:r>
            <a:r>
              <a:rPr lang="zh-CN" altLang="en-US" sz="2400" b="1" dirty="0">
                <a:solidFill>
                  <a:srgbClr val="333300"/>
                </a:solidFill>
              </a:rPr>
              <a:t>协议簇</a:t>
            </a:r>
          </a:p>
          <a:p>
            <a:pPr lvl="1" algn="just" eaLnBrk="1" hangingPunct="1"/>
            <a:r>
              <a:rPr lang="en-US" altLang="zh-CN" sz="2400" b="1" dirty="0">
                <a:solidFill>
                  <a:srgbClr val="333300"/>
                </a:solidFill>
              </a:rPr>
              <a:t>- 1983</a:t>
            </a:r>
            <a:r>
              <a:rPr lang="zh-CN" altLang="en-US" sz="2400" b="1" dirty="0">
                <a:solidFill>
                  <a:srgbClr val="333300"/>
                </a:solidFill>
              </a:rPr>
              <a:t>年，</a:t>
            </a:r>
            <a:r>
              <a:rPr lang="en-US" altLang="zh-CN" sz="2400" b="1" dirty="0" err="1">
                <a:solidFill>
                  <a:srgbClr val="333300"/>
                </a:solidFill>
              </a:rPr>
              <a:t>APRAnet</a:t>
            </a:r>
            <a:r>
              <a:rPr lang="zh-CN" altLang="en-US" sz="2400" b="1" dirty="0">
                <a:solidFill>
                  <a:srgbClr val="333300"/>
                </a:solidFill>
              </a:rPr>
              <a:t>分裂为</a:t>
            </a:r>
            <a:r>
              <a:rPr lang="en-US" altLang="zh-CN" sz="2400" b="1" dirty="0" err="1">
                <a:solidFill>
                  <a:srgbClr val="333300"/>
                </a:solidFill>
              </a:rPr>
              <a:t>APRAnet</a:t>
            </a:r>
            <a:r>
              <a:rPr lang="zh-CN" altLang="en-US" sz="2400" b="1" dirty="0">
                <a:solidFill>
                  <a:srgbClr val="333300"/>
                </a:solidFill>
              </a:rPr>
              <a:t>和</a:t>
            </a:r>
            <a:r>
              <a:rPr lang="en-US" altLang="zh-CN" sz="2400" b="1" dirty="0">
                <a:solidFill>
                  <a:srgbClr val="333300"/>
                </a:solidFill>
              </a:rPr>
              <a:t>MILNET</a:t>
            </a:r>
          </a:p>
          <a:p>
            <a:pPr lvl="1" algn="just" eaLnBrk="1" hangingPunct="1"/>
            <a:r>
              <a:rPr lang="en-US" altLang="zh-CN" sz="2400" b="1" dirty="0">
                <a:solidFill>
                  <a:srgbClr val="CC3300"/>
                </a:solidFill>
              </a:rPr>
              <a:t>- 1990</a:t>
            </a:r>
            <a:r>
              <a:rPr lang="zh-CN" altLang="en-US" sz="2400" b="1" dirty="0">
                <a:solidFill>
                  <a:srgbClr val="CC3300"/>
                </a:solidFill>
              </a:rPr>
              <a:t>年</a:t>
            </a:r>
            <a:r>
              <a:rPr lang="en-US" altLang="zh-CN" sz="2400" b="1" dirty="0" err="1">
                <a:solidFill>
                  <a:srgbClr val="CC3300"/>
                </a:solidFill>
              </a:rPr>
              <a:t>NSFnet</a:t>
            </a:r>
            <a:r>
              <a:rPr lang="zh-CN" altLang="en-US" sz="2400" b="1" dirty="0">
                <a:solidFill>
                  <a:srgbClr val="CC3300"/>
                </a:solidFill>
              </a:rPr>
              <a:t>取代</a:t>
            </a:r>
            <a:r>
              <a:rPr lang="en-US" altLang="zh-CN" sz="2400" b="1" dirty="0" err="1">
                <a:solidFill>
                  <a:srgbClr val="CC3300"/>
                </a:solidFill>
              </a:rPr>
              <a:t>APRAnet</a:t>
            </a:r>
            <a:endParaRPr lang="en-US" altLang="zh-CN" sz="2400" b="1" dirty="0">
              <a:solidFill>
                <a:srgbClr val="CC3300"/>
              </a:solidFill>
            </a:endParaRPr>
          </a:p>
          <a:p>
            <a:pPr lvl="2" algn="just" eaLnBrk="1" hangingPunct="1"/>
            <a:r>
              <a:rPr lang="en-US" altLang="zh-CN" sz="2400" b="1" dirty="0">
                <a:solidFill>
                  <a:srgbClr val="333300"/>
                </a:solidFill>
              </a:rPr>
              <a:t>- </a:t>
            </a:r>
            <a:r>
              <a:rPr lang="zh-CN" altLang="en-US" sz="2400" b="1" dirty="0">
                <a:solidFill>
                  <a:srgbClr val="333300"/>
                </a:solidFill>
              </a:rPr>
              <a:t>局域网和广域网迅速发展</a:t>
            </a:r>
          </a:p>
          <a:p>
            <a:pPr lvl="2" algn="just" eaLnBrk="1" hangingPunct="1"/>
            <a:r>
              <a:rPr lang="en-US" altLang="zh-CN" sz="2400" b="1" dirty="0">
                <a:solidFill>
                  <a:srgbClr val="333300"/>
                </a:solidFill>
              </a:rPr>
              <a:t>- Internet</a:t>
            </a:r>
            <a:r>
              <a:rPr lang="zh-CN" altLang="en-US" sz="2400" b="1" dirty="0">
                <a:solidFill>
                  <a:srgbClr val="333300"/>
                </a:solidFill>
              </a:rPr>
              <a:t>进入商业应用</a:t>
            </a:r>
          </a:p>
          <a:p>
            <a:pPr algn="just" eaLnBrk="1" hangingPunct="1"/>
            <a:endParaRPr lang="en-US" altLang="zh-CN" sz="2400" dirty="0"/>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65</a:t>
            </a:fld>
            <a:endParaRPr lang="zh-CN" altLang="en-US" dirty="0"/>
          </a:p>
        </p:txBody>
      </p:sp>
      <p:sp>
        <p:nvSpPr>
          <p:cNvPr id="9" name="TextBox 8"/>
          <p:cNvSpPr txBox="1"/>
          <p:nvPr/>
        </p:nvSpPr>
        <p:spPr>
          <a:xfrm>
            <a:off x="5711484" y="5179081"/>
            <a:ext cx="2962671" cy="646331"/>
          </a:xfrm>
          <a:prstGeom prst="rect">
            <a:avLst/>
          </a:prstGeom>
          <a:noFill/>
          <a:ln>
            <a:solidFill>
              <a:srgbClr val="FFC000"/>
            </a:solidFill>
          </a:ln>
        </p:spPr>
        <p:txBody>
          <a:bodyPr wrap="none" rtlCol="0">
            <a:spAutoFit/>
          </a:bodyPr>
          <a:lstStyle/>
          <a:p>
            <a:r>
              <a:rPr lang="zh-CN" altLang="en-US" b="1" dirty="0"/>
              <a:t>数据包↔网络</a:t>
            </a:r>
          </a:p>
        </p:txBody>
      </p:sp>
      <p:sp>
        <p:nvSpPr>
          <p:cNvPr id="10" name="TextBox 9"/>
          <p:cNvSpPr txBox="1"/>
          <p:nvPr/>
        </p:nvSpPr>
        <p:spPr>
          <a:xfrm>
            <a:off x="5943119" y="6206222"/>
            <a:ext cx="2499402" cy="646331"/>
          </a:xfrm>
          <a:prstGeom prst="rect">
            <a:avLst/>
          </a:prstGeom>
          <a:noFill/>
          <a:ln>
            <a:solidFill>
              <a:srgbClr val="FFC000"/>
            </a:solidFill>
          </a:ln>
        </p:spPr>
        <p:txBody>
          <a:bodyPr wrap="none" rtlCol="0">
            <a:spAutoFit/>
          </a:bodyPr>
          <a:lstStyle/>
          <a:p>
            <a:r>
              <a:rPr lang="zh-CN" altLang="en-US" b="1" dirty="0"/>
              <a:t>数据↔算法</a:t>
            </a:r>
          </a:p>
        </p:txBody>
      </p:sp>
      <p:cxnSp>
        <p:nvCxnSpPr>
          <p:cNvPr id="11" name="直接箭头连接符 10"/>
          <p:cNvCxnSpPr>
            <a:stCxn id="10" idx="0"/>
            <a:endCxn id="9" idx="2"/>
          </p:cNvCxnSpPr>
          <p:nvPr/>
        </p:nvCxnSpPr>
        <p:spPr bwMode="auto">
          <a:xfrm flipV="1">
            <a:off x="7192820" y="5825412"/>
            <a:ext cx="0" cy="380810"/>
          </a:xfrm>
          <a:prstGeom prst="straightConnector1">
            <a:avLst/>
          </a:prstGeom>
          <a:noFill/>
          <a:ln w="25400" cap="flat" cmpd="sng" algn="ctr">
            <a:solidFill>
              <a:srgbClr val="FFC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zh-CN" altLang="en-US" sz="4800" b="0">
                <a:ea typeface="隶书" pitchFamily="49" charset="-122"/>
              </a:rPr>
              <a:t>电子信息科学技术的蓬勃发展</a:t>
            </a:r>
          </a:p>
        </p:txBody>
      </p:sp>
      <p:sp>
        <p:nvSpPr>
          <p:cNvPr id="52227" name="Rectangle 3"/>
          <p:cNvSpPr>
            <a:spLocks noGrp="1" noChangeArrowheads="1"/>
          </p:cNvSpPr>
          <p:nvPr>
            <p:ph type="body" idx="1"/>
          </p:nvPr>
        </p:nvSpPr>
        <p:spPr/>
        <p:txBody>
          <a:bodyPr/>
          <a:lstStyle/>
          <a:p>
            <a:pPr eaLnBrk="1" hangingPunct="1">
              <a:lnSpc>
                <a:spcPct val="90000"/>
              </a:lnSpc>
            </a:pPr>
            <a:r>
              <a:rPr lang="en-US" altLang="zh-CN" sz="2800"/>
              <a:t>20</a:t>
            </a:r>
            <a:r>
              <a:rPr lang="zh-CN" altLang="en-US" sz="2800"/>
              <a:t>世纪下半叶至今，电子信息科学技术蓬勃发展，推动信息产业迅猛发展，彻底改变了人类的生存状态</a:t>
            </a:r>
          </a:p>
          <a:p>
            <a:pPr lvl="1" eaLnBrk="1" hangingPunct="1">
              <a:lnSpc>
                <a:spcPct val="90000"/>
              </a:lnSpc>
            </a:pPr>
            <a:r>
              <a:rPr lang="zh-CN" altLang="en-US" sz="2400"/>
              <a:t>通信与信息系统</a:t>
            </a:r>
          </a:p>
          <a:p>
            <a:pPr lvl="1" eaLnBrk="1" hangingPunct="1">
              <a:lnSpc>
                <a:spcPct val="90000"/>
              </a:lnSpc>
            </a:pPr>
            <a:r>
              <a:rPr lang="zh-CN" altLang="en-US" sz="2400"/>
              <a:t>信号与信息处理</a:t>
            </a:r>
          </a:p>
          <a:p>
            <a:pPr lvl="1" eaLnBrk="1" hangingPunct="1">
              <a:lnSpc>
                <a:spcPct val="90000"/>
              </a:lnSpc>
            </a:pPr>
            <a:r>
              <a:rPr lang="zh-CN" altLang="en-US" sz="2400"/>
              <a:t>电磁场与波</a:t>
            </a:r>
          </a:p>
          <a:p>
            <a:pPr lvl="1" eaLnBrk="1" hangingPunct="1">
              <a:lnSpc>
                <a:spcPct val="90000"/>
              </a:lnSpc>
            </a:pPr>
            <a:r>
              <a:rPr lang="zh-CN" altLang="en-US" sz="2400"/>
              <a:t>电路与系统</a:t>
            </a:r>
          </a:p>
          <a:p>
            <a:pPr lvl="1" eaLnBrk="1" hangingPunct="1">
              <a:lnSpc>
                <a:spcPct val="90000"/>
              </a:lnSpc>
            </a:pPr>
            <a:r>
              <a:rPr lang="zh-CN" altLang="en-US" sz="2400"/>
              <a:t>物理电子学与光电子学</a:t>
            </a:r>
          </a:p>
          <a:p>
            <a:pPr lvl="1" eaLnBrk="1" hangingPunct="1">
              <a:lnSpc>
                <a:spcPct val="90000"/>
              </a:lnSpc>
            </a:pPr>
            <a:r>
              <a:rPr lang="zh-CN" altLang="en-US" sz="2400"/>
              <a:t>复杂系统与网络</a:t>
            </a:r>
          </a:p>
          <a:p>
            <a:pPr lvl="1" eaLnBrk="1" hangingPunct="1">
              <a:lnSpc>
                <a:spcPct val="90000"/>
              </a:lnSpc>
            </a:pPr>
            <a:r>
              <a:rPr lang="zh-CN" altLang="en-US" sz="2400"/>
              <a:t>电子信息科学与技术的广泛应用</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66</a:t>
            </a:fld>
            <a:endParaRPr lang="zh-CN" altLang="en-US" dirty="0"/>
          </a:p>
        </p:txBody>
      </p:sp>
      <p:sp>
        <p:nvSpPr>
          <p:cNvPr id="5" name="TextBox 4"/>
          <p:cNvSpPr txBox="1"/>
          <p:nvPr/>
        </p:nvSpPr>
        <p:spPr>
          <a:xfrm>
            <a:off x="5943119" y="3664416"/>
            <a:ext cx="2499402" cy="646331"/>
          </a:xfrm>
          <a:prstGeom prst="rect">
            <a:avLst/>
          </a:prstGeom>
          <a:noFill/>
          <a:ln>
            <a:solidFill>
              <a:srgbClr val="FFC000"/>
            </a:solidFill>
          </a:ln>
        </p:spPr>
        <p:txBody>
          <a:bodyPr wrap="none" rtlCol="0">
            <a:spAutoFit/>
          </a:bodyPr>
          <a:lstStyle/>
          <a:p>
            <a:r>
              <a:rPr lang="zh-CN" altLang="en-US" b="1" dirty="0"/>
              <a:t>媒体↔认知</a:t>
            </a:r>
          </a:p>
        </p:txBody>
      </p:sp>
      <p:sp>
        <p:nvSpPr>
          <p:cNvPr id="6" name="TextBox 5"/>
          <p:cNvSpPr txBox="1"/>
          <p:nvPr/>
        </p:nvSpPr>
        <p:spPr>
          <a:xfrm>
            <a:off x="5711485" y="4672165"/>
            <a:ext cx="2962671" cy="646331"/>
          </a:xfrm>
          <a:prstGeom prst="rect">
            <a:avLst/>
          </a:prstGeom>
          <a:noFill/>
          <a:ln>
            <a:solidFill>
              <a:srgbClr val="FFC000"/>
            </a:solidFill>
          </a:ln>
        </p:spPr>
        <p:txBody>
          <a:bodyPr wrap="none" rtlCol="0">
            <a:spAutoFit/>
          </a:bodyPr>
          <a:lstStyle/>
          <a:p>
            <a:r>
              <a:rPr lang="zh-CN" altLang="en-US" b="1" dirty="0"/>
              <a:t>数据包↔网络</a:t>
            </a:r>
          </a:p>
        </p:txBody>
      </p:sp>
      <p:cxnSp>
        <p:nvCxnSpPr>
          <p:cNvPr id="7" name="直接箭头连接符 6"/>
          <p:cNvCxnSpPr>
            <a:stCxn id="6" idx="0"/>
            <a:endCxn id="5" idx="2"/>
          </p:cNvCxnSpPr>
          <p:nvPr/>
        </p:nvCxnSpPr>
        <p:spPr bwMode="auto">
          <a:xfrm flipH="1" flipV="1">
            <a:off x="7192820" y="4310747"/>
            <a:ext cx="1" cy="361418"/>
          </a:xfrm>
          <a:prstGeom prst="straightConnector1">
            <a:avLst/>
          </a:prstGeom>
          <a:noFill/>
          <a:ln w="25400" cap="flat" cmpd="sng" algn="ctr">
            <a:solidFill>
              <a:srgbClr val="FFC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457200" y="44450"/>
            <a:ext cx="8229600" cy="1143000"/>
          </a:xfrm>
        </p:spPr>
        <p:txBody>
          <a:bodyPr/>
          <a:lstStyle/>
          <a:p>
            <a:pPr eaLnBrk="1" hangingPunct="1"/>
            <a:r>
              <a:rPr lang="zh-CN" altLang="en-US"/>
              <a:t>当今电子信息技术应用极为广泛</a:t>
            </a:r>
          </a:p>
        </p:txBody>
      </p:sp>
      <p:pic>
        <p:nvPicPr>
          <p:cNvPr id="53251" name="Picture 4" descr="56144_pdaplusphone">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0" y="5084763"/>
            <a:ext cx="12287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2" name="Picture 5" descr="chargepod_photo1_sm_2405">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9700" y="1628775"/>
            <a:ext cx="1776413"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3" name="Picture 6" descr="10%2520TopTipsConsiderPurchasingDigitalCamera3%2520040606-post06">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67575" y="1341438"/>
            <a:ext cx="1876425" cy="113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4" name="Picture 7" descr="1">
            <a:hlinkClick r:id="rId8"/>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19475" y="2708275"/>
            <a:ext cx="1831975"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5" name="Picture 8" descr="ipod"/>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24750" y="2781300"/>
            <a:ext cx="1476375"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6" name="Picture 9" descr="Dell Jukebox"/>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795963" y="2997200"/>
            <a:ext cx="1795462" cy="179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7" name="Picture 10" descr="Epson P1000">
            <a:hlinkClick r:id="rId12"/>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77050" y="4797425"/>
            <a:ext cx="2057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8" name="Picture 11" descr="Sarotech Cutie EX"/>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76825" y="4365625"/>
            <a:ext cx="1905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9" name="Picture 12" descr="25534LG">
            <a:hlinkClick r:id="rId15"/>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59113" y="4221163"/>
            <a:ext cx="1922462" cy="192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0" name="Picture 13" descr="Electrisave wireless electricity monito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03350" y="2852738"/>
            <a:ext cx="1849438" cy="184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1" name="Picture 14" descr="gateway"/>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2133600"/>
            <a:ext cx="1565275" cy="266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2" name="Picture 15" descr="prevention_header">
            <a:hlinkClick r:id="rId19"/>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116013" y="1628775"/>
            <a:ext cx="2592387"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3" name="Picture 16" descr="big-Philips%2520DECT2251S%2520-%252051">
            <a:hlinkClick r:id="rId21"/>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140200" y="1412875"/>
            <a:ext cx="93345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4" name="Picture 17" descr="3230">
            <a:hlinkClick r:id="rId23"/>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39750" y="4868863"/>
            <a:ext cx="1238250"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fld id="{B58AC878-8C27-4018-8291-912A1A823CD1}" type="slidenum">
              <a:rPr lang="zh-CN" altLang="en-US" smtClean="0"/>
              <a:pPr/>
              <a:t>67</a:t>
            </a:fld>
            <a:endParaRPr lang="zh-CN" altLang="en-US" dirty="0"/>
          </a:p>
        </p:txBody>
      </p:sp>
    </p:spTree>
  </p:cSld>
  <p:clrMapOvr>
    <a:masterClrMapping/>
  </p:clrMapOvr>
  <p:transition spd="med">
    <p:fade/>
  </p:transition>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Rectangle 4"/>
          <p:cNvSpPr>
            <a:spLocks noGrp="1" noChangeArrowheads="1"/>
          </p:cNvSpPr>
          <p:nvPr>
            <p:ph type="ctrTitle"/>
          </p:nvPr>
        </p:nvSpPr>
        <p:spPr>
          <a:xfrm>
            <a:off x="685800" y="1125538"/>
            <a:ext cx="7772400" cy="1470025"/>
          </a:xfrm>
        </p:spPr>
        <p:txBody>
          <a:bodyPr/>
          <a:lstStyle/>
          <a:p>
            <a:pPr eaLnBrk="1" hangingPunct="1"/>
            <a:r>
              <a:rPr lang="zh-CN" altLang="en-US"/>
              <a:t>历史告诉了我们什么？</a:t>
            </a:r>
          </a:p>
        </p:txBody>
      </p:sp>
      <p:sp>
        <p:nvSpPr>
          <p:cNvPr id="54275" name="Rectangle 5"/>
          <p:cNvSpPr>
            <a:spLocks noGrp="1" noChangeArrowheads="1"/>
          </p:cNvSpPr>
          <p:nvPr>
            <p:ph type="subTitle" idx="1"/>
          </p:nvPr>
        </p:nvSpPr>
        <p:spPr>
          <a:xfrm>
            <a:off x="1331913" y="2781300"/>
            <a:ext cx="6945312" cy="3528020"/>
          </a:xfrm>
        </p:spPr>
        <p:txBody>
          <a:bodyPr/>
          <a:lstStyle/>
          <a:p>
            <a:pPr algn="l" eaLnBrk="1" hangingPunct="1"/>
            <a:r>
              <a:rPr lang="zh-CN" altLang="en-US" sz="2800" dirty="0"/>
              <a:t>过去：我们的学科是如何逐步形成？</a:t>
            </a:r>
          </a:p>
          <a:p>
            <a:pPr algn="l" eaLnBrk="1" hangingPunct="1"/>
            <a:r>
              <a:rPr lang="zh-CN" altLang="en-US" sz="2800" dirty="0"/>
              <a:t>现在：学科知识体系内在的联系是什么？</a:t>
            </a:r>
          </a:p>
          <a:p>
            <a:pPr algn="l" eaLnBrk="1" hangingPunct="1"/>
            <a:r>
              <a:rPr lang="zh-CN" altLang="en-US" sz="2800" dirty="0"/>
              <a:t>未来：学科的未来会往哪里去？</a:t>
            </a:r>
          </a:p>
          <a:p>
            <a:pPr algn="l" eaLnBrk="1" hangingPunct="1"/>
            <a:r>
              <a:rPr lang="zh-CN" altLang="en-US" sz="2800" dirty="0"/>
              <a:t>道理：学科发展内在和外在的动力何在？</a:t>
            </a:r>
            <a:endParaRPr lang="en-US" altLang="zh-CN" sz="2800" dirty="0"/>
          </a:p>
          <a:p>
            <a:pPr marL="1071563" lvl="2" algn="l" eaLnBrk="1" hangingPunct="1"/>
            <a:r>
              <a:rPr lang="zh-CN" altLang="en-US" dirty="0">
                <a:solidFill>
                  <a:srgbClr val="C00000"/>
                </a:solidFill>
              </a:rPr>
              <a:t>重要科学范式的建立往往起始于技术发明</a:t>
            </a:r>
            <a:endParaRPr lang="en-US" altLang="zh-CN" dirty="0">
              <a:solidFill>
                <a:srgbClr val="C00000"/>
              </a:solidFill>
            </a:endParaRPr>
          </a:p>
          <a:p>
            <a:pPr marL="1071563" lvl="2" algn="l" eaLnBrk="1" hangingPunct="1"/>
            <a:r>
              <a:rPr lang="zh-CN" altLang="en-US" dirty="0">
                <a:solidFill>
                  <a:srgbClr val="C00000"/>
                </a:solidFill>
              </a:rPr>
              <a:t>伟大的科学技术成就一开始往往显得荒谬</a:t>
            </a:r>
            <a:endParaRPr lang="en-US" altLang="zh-CN" dirty="0">
              <a:solidFill>
                <a:srgbClr val="C00000"/>
              </a:solidFill>
            </a:endParaRPr>
          </a:p>
          <a:p>
            <a:pPr marL="1071563" lvl="2" algn="l" eaLnBrk="1" hangingPunct="1"/>
            <a:r>
              <a:rPr lang="zh-CN" altLang="en-US" dirty="0">
                <a:solidFill>
                  <a:srgbClr val="C00000"/>
                </a:solidFill>
              </a:rPr>
              <a:t>数学和物理的发展推动了电子信息的发展</a:t>
            </a:r>
            <a:endParaRPr lang="en-US" altLang="zh-CN" dirty="0">
              <a:solidFill>
                <a:srgbClr val="C00000"/>
              </a:solidFill>
            </a:endParaRPr>
          </a:p>
          <a:p>
            <a:pPr lvl="1" algn="l" eaLnBrk="1" hangingPunct="1"/>
            <a:endParaRPr lang="zh-CN" altLang="en-US" sz="2400" dirty="0"/>
          </a:p>
        </p:txBody>
      </p:sp>
    </p:spTree>
  </p:cSld>
  <p:clrMapOvr>
    <a:masterClrMapping/>
  </p:clrMapOvr>
  <p:transition spd="med">
    <p:fade/>
  </p:transition>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457200" y="-26988"/>
            <a:ext cx="8229600" cy="647701"/>
          </a:xfrm>
        </p:spPr>
        <p:txBody>
          <a:bodyPr/>
          <a:lstStyle/>
          <a:p>
            <a:pPr eaLnBrk="1" hangingPunct="1"/>
            <a:r>
              <a:rPr lang="zh-CN" altLang="en-US" b="0">
                <a:ea typeface="隶书" pitchFamily="49" charset="-122"/>
              </a:rPr>
              <a:t>各学科方向之间的关系</a:t>
            </a:r>
          </a:p>
        </p:txBody>
      </p:sp>
      <p:sp>
        <p:nvSpPr>
          <p:cNvPr id="55299" name="Line 3"/>
          <p:cNvSpPr>
            <a:spLocks noChangeShapeType="1"/>
          </p:cNvSpPr>
          <p:nvPr/>
        </p:nvSpPr>
        <p:spPr bwMode="auto">
          <a:xfrm>
            <a:off x="3297238" y="3054350"/>
            <a:ext cx="1587" cy="1588"/>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084" name="Rectangle 4"/>
          <p:cNvSpPr>
            <a:spLocks noChangeArrowheads="1"/>
          </p:cNvSpPr>
          <p:nvPr/>
        </p:nvSpPr>
        <p:spPr bwMode="auto">
          <a:xfrm>
            <a:off x="1354138" y="5876925"/>
            <a:ext cx="7539037" cy="303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b="1">
                <a:solidFill>
                  <a:srgbClr val="CC3300"/>
                </a:solidFill>
                <a:latin typeface="Times New Roman" pitchFamily="18" charset="0"/>
                <a:cs typeface="Times New Roman" pitchFamily="18" charset="0"/>
              </a:rPr>
              <a:t>复杂系统？</a:t>
            </a:r>
            <a:endParaRPr lang="zh-CN" altLang="en-US" sz="2400">
              <a:solidFill>
                <a:srgbClr val="CC3300"/>
              </a:solidFill>
            </a:endParaRPr>
          </a:p>
        </p:txBody>
      </p:sp>
      <p:sp>
        <p:nvSpPr>
          <p:cNvPr id="46085" name="Rectangle 5"/>
          <p:cNvSpPr>
            <a:spLocks noChangeArrowheads="1"/>
          </p:cNvSpPr>
          <p:nvPr/>
        </p:nvSpPr>
        <p:spPr bwMode="auto">
          <a:xfrm>
            <a:off x="395288" y="5915025"/>
            <a:ext cx="958850" cy="303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b="1">
                <a:solidFill>
                  <a:srgbClr val="CC3300"/>
                </a:solidFill>
                <a:latin typeface="Times New Roman" pitchFamily="18" charset="0"/>
                <a:cs typeface="Times New Roman" pitchFamily="18" charset="0"/>
              </a:rPr>
              <a:t>信息</a:t>
            </a:r>
            <a:endParaRPr lang="zh-CN" altLang="en-US" sz="2400">
              <a:solidFill>
                <a:srgbClr val="CC3300"/>
              </a:solidFill>
            </a:endParaRPr>
          </a:p>
        </p:txBody>
      </p:sp>
      <p:sp>
        <p:nvSpPr>
          <p:cNvPr id="55302" name="Rectangle 6"/>
          <p:cNvSpPr>
            <a:spLocks noChangeArrowheads="1"/>
          </p:cNvSpPr>
          <p:nvPr/>
        </p:nvSpPr>
        <p:spPr bwMode="auto">
          <a:xfrm>
            <a:off x="8067675" y="4973638"/>
            <a:ext cx="825500"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spcBef>
                <a:spcPct val="20000"/>
              </a:spcBef>
            </a:pPr>
            <a:endParaRPr lang="zh-CN" altLang="zh-CN" b="1">
              <a:solidFill>
                <a:srgbClr val="333300"/>
              </a:solidFill>
            </a:endParaRPr>
          </a:p>
        </p:txBody>
      </p:sp>
      <p:sp>
        <p:nvSpPr>
          <p:cNvPr id="55303" name="Rectangle 7"/>
          <p:cNvSpPr>
            <a:spLocks noChangeArrowheads="1"/>
          </p:cNvSpPr>
          <p:nvPr/>
        </p:nvSpPr>
        <p:spPr bwMode="auto">
          <a:xfrm>
            <a:off x="7107238" y="4973638"/>
            <a:ext cx="960437"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spcBef>
                <a:spcPct val="20000"/>
              </a:spcBef>
            </a:pPr>
            <a:endParaRPr lang="zh-CN" altLang="zh-CN" b="1">
              <a:solidFill>
                <a:srgbClr val="333300"/>
              </a:solidFill>
            </a:endParaRPr>
          </a:p>
        </p:txBody>
      </p:sp>
      <p:sp>
        <p:nvSpPr>
          <p:cNvPr id="55304" name="Rectangle 8"/>
          <p:cNvSpPr>
            <a:spLocks noChangeArrowheads="1"/>
          </p:cNvSpPr>
          <p:nvPr/>
        </p:nvSpPr>
        <p:spPr bwMode="auto">
          <a:xfrm>
            <a:off x="5957888" y="4973638"/>
            <a:ext cx="1149350"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spcBef>
                <a:spcPct val="20000"/>
              </a:spcBef>
            </a:pPr>
            <a:endParaRPr lang="zh-CN" altLang="zh-CN" b="1">
              <a:solidFill>
                <a:srgbClr val="333300"/>
              </a:solidFill>
            </a:endParaRPr>
          </a:p>
        </p:txBody>
      </p:sp>
      <p:sp>
        <p:nvSpPr>
          <p:cNvPr id="46089" name="Rectangle 9"/>
          <p:cNvSpPr>
            <a:spLocks noChangeArrowheads="1"/>
          </p:cNvSpPr>
          <p:nvPr/>
        </p:nvSpPr>
        <p:spPr bwMode="auto">
          <a:xfrm>
            <a:off x="1354138" y="4973638"/>
            <a:ext cx="4603750"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lang="zh-CN" altLang="en-US" sz="1400">
                <a:latin typeface="Times New Roman" pitchFamily="18" charset="0"/>
                <a:cs typeface="Times New Roman" pitchFamily="18" charset="0"/>
              </a:rPr>
              <a:t>传感、存储、计算、通信、控制</a:t>
            </a:r>
          </a:p>
          <a:p>
            <a:pPr algn="l"/>
            <a:r>
              <a:rPr lang="zh-CN" altLang="en-US" sz="1400">
                <a:latin typeface="Times New Roman" pitchFamily="18" charset="0"/>
                <a:cs typeface="Times New Roman" pitchFamily="18" charset="0"/>
              </a:rPr>
              <a:t>算法、软件</a:t>
            </a:r>
          </a:p>
        </p:txBody>
      </p:sp>
      <p:sp>
        <p:nvSpPr>
          <p:cNvPr id="46090" name="Rectangle 10"/>
          <p:cNvSpPr>
            <a:spLocks noChangeArrowheads="1"/>
          </p:cNvSpPr>
          <p:nvPr/>
        </p:nvSpPr>
        <p:spPr bwMode="auto">
          <a:xfrm>
            <a:off x="395288" y="4973638"/>
            <a:ext cx="958850"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a:latin typeface="Times New Roman" pitchFamily="18" charset="0"/>
                <a:cs typeface="Times New Roman" pitchFamily="18" charset="0"/>
              </a:rPr>
              <a:t>样本</a:t>
            </a:r>
          </a:p>
          <a:p>
            <a:pPr algn="ctr"/>
            <a:r>
              <a:rPr lang="zh-CN" altLang="en-US" sz="1400">
                <a:latin typeface="Times New Roman" pitchFamily="18" charset="0"/>
                <a:cs typeface="Times New Roman" pitchFamily="18" charset="0"/>
              </a:rPr>
              <a:t>数据流</a:t>
            </a:r>
          </a:p>
          <a:p>
            <a:pPr algn="ctr"/>
            <a:r>
              <a:rPr lang="zh-CN" altLang="en-US" sz="1400">
                <a:latin typeface="Times New Roman" pitchFamily="18" charset="0"/>
                <a:cs typeface="Times New Roman" pitchFamily="18" charset="0"/>
              </a:rPr>
              <a:t>程序</a:t>
            </a:r>
          </a:p>
          <a:p>
            <a:pPr algn="ctr"/>
            <a:r>
              <a:rPr lang="zh-CN" altLang="en-US" sz="1400">
                <a:latin typeface="Times New Roman" pitchFamily="18" charset="0"/>
                <a:cs typeface="Times New Roman" pitchFamily="18" charset="0"/>
              </a:rPr>
              <a:t>结构</a:t>
            </a:r>
            <a:endParaRPr lang="zh-CN" altLang="en-US" sz="2400"/>
          </a:p>
        </p:txBody>
      </p:sp>
      <p:sp>
        <p:nvSpPr>
          <p:cNvPr id="55307" name="Rectangle 11"/>
          <p:cNvSpPr>
            <a:spLocks noChangeArrowheads="1"/>
          </p:cNvSpPr>
          <p:nvPr/>
        </p:nvSpPr>
        <p:spPr bwMode="auto">
          <a:xfrm>
            <a:off x="5957888" y="4670425"/>
            <a:ext cx="1149350" cy="303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spcBef>
                <a:spcPct val="20000"/>
              </a:spcBef>
            </a:pPr>
            <a:endParaRPr lang="zh-CN" altLang="zh-CN" sz="1400">
              <a:solidFill>
                <a:srgbClr val="CC3300"/>
              </a:solidFill>
              <a:latin typeface="Times New Roman" pitchFamily="18" charset="0"/>
              <a:cs typeface="Times New Roman" pitchFamily="18" charset="0"/>
            </a:endParaRPr>
          </a:p>
        </p:txBody>
      </p:sp>
      <p:sp>
        <p:nvSpPr>
          <p:cNvPr id="46092" name="Rectangle 12"/>
          <p:cNvSpPr>
            <a:spLocks noChangeArrowheads="1"/>
          </p:cNvSpPr>
          <p:nvPr/>
        </p:nvSpPr>
        <p:spPr bwMode="auto">
          <a:xfrm>
            <a:off x="1354138" y="4670425"/>
            <a:ext cx="4603750" cy="303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b="1">
                <a:solidFill>
                  <a:srgbClr val="CC3300"/>
                </a:solidFill>
                <a:latin typeface="Times New Roman" pitchFamily="18" charset="0"/>
                <a:cs typeface="Times New Roman" pitchFamily="18" charset="0"/>
              </a:rPr>
              <a:t>系统</a:t>
            </a:r>
            <a:endParaRPr lang="zh-CN" altLang="en-US" sz="2400">
              <a:solidFill>
                <a:srgbClr val="CC3300"/>
              </a:solidFill>
            </a:endParaRPr>
          </a:p>
        </p:txBody>
      </p:sp>
      <p:sp>
        <p:nvSpPr>
          <p:cNvPr id="46093" name="Rectangle 13"/>
          <p:cNvSpPr>
            <a:spLocks noChangeArrowheads="1"/>
          </p:cNvSpPr>
          <p:nvPr/>
        </p:nvSpPr>
        <p:spPr bwMode="auto">
          <a:xfrm>
            <a:off x="395288" y="4670425"/>
            <a:ext cx="958850" cy="303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b="1">
                <a:solidFill>
                  <a:srgbClr val="CC3300"/>
                </a:solidFill>
                <a:latin typeface="Times New Roman" pitchFamily="18" charset="0"/>
                <a:cs typeface="Times New Roman" pitchFamily="18" charset="0"/>
              </a:rPr>
              <a:t>信号</a:t>
            </a:r>
            <a:endParaRPr lang="zh-CN" altLang="en-US" sz="2400">
              <a:solidFill>
                <a:srgbClr val="CC3300"/>
              </a:solidFill>
            </a:endParaRPr>
          </a:p>
        </p:txBody>
      </p:sp>
      <p:sp>
        <p:nvSpPr>
          <p:cNvPr id="46094" name="Rectangle 14"/>
          <p:cNvSpPr>
            <a:spLocks noChangeArrowheads="1"/>
          </p:cNvSpPr>
          <p:nvPr/>
        </p:nvSpPr>
        <p:spPr bwMode="auto">
          <a:xfrm>
            <a:off x="7107238" y="4367213"/>
            <a:ext cx="1785937"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b="1">
                <a:solidFill>
                  <a:srgbClr val="CC3300"/>
                </a:solidFill>
                <a:latin typeface="Times New Roman" pitchFamily="18" charset="0"/>
                <a:cs typeface="Times New Roman" pitchFamily="18" charset="0"/>
              </a:rPr>
              <a:t>？</a:t>
            </a:r>
          </a:p>
        </p:txBody>
      </p:sp>
      <p:sp>
        <p:nvSpPr>
          <p:cNvPr id="46095" name="Rectangle 15"/>
          <p:cNvSpPr>
            <a:spLocks noChangeArrowheads="1"/>
          </p:cNvSpPr>
          <p:nvPr/>
        </p:nvSpPr>
        <p:spPr bwMode="auto">
          <a:xfrm>
            <a:off x="5957888" y="4367213"/>
            <a:ext cx="1149350" cy="303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a:latin typeface="Times New Roman" pitchFamily="18" charset="0"/>
                <a:cs typeface="Times New Roman" pitchFamily="18" charset="0"/>
              </a:rPr>
              <a:t>光网络</a:t>
            </a:r>
            <a:endParaRPr lang="zh-CN" altLang="en-US" sz="2400"/>
          </a:p>
        </p:txBody>
      </p:sp>
      <p:sp>
        <p:nvSpPr>
          <p:cNvPr id="46096" name="Rectangle 16"/>
          <p:cNvSpPr>
            <a:spLocks noChangeArrowheads="1"/>
          </p:cNvSpPr>
          <p:nvPr/>
        </p:nvSpPr>
        <p:spPr bwMode="auto">
          <a:xfrm>
            <a:off x="1354138" y="4367213"/>
            <a:ext cx="4603750" cy="303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a:latin typeface="Times New Roman" pitchFamily="18" charset="0"/>
                <a:cs typeface="Times New Roman" pitchFamily="18" charset="0"/>
              </a:rPr>
              <a:t>广播、电讯、雷达、导航、遥感等电子系统</a:t>
            </a:r>
            <a:endParaRPr lang="zh-CN" altLang="en-US" sz="2400"/>
          </a:p>
        </p:txBody>
      </p:sp>
      <p:sp>
        <p:nvSpPr>
          <p:cNvPr id="46097" name="Rectangle 17"/>
          <p:cNvSpPr>
            <a:spLocks noChangeArrowheads="1"/>
          </p:cNvSpPr>
          <p:nvPr/>
        </p:nvSpPr>
        <p:spPr bwMode="auto">
          <a:xfrm>
            <a:off x="8067675" y="3213100"/>
            <a:ext cx="825500" cy="1154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b="1">
                <a:solidFill>
                  <a:srgbClr val="CC3300"/>
                </a:solidFill>
                <a:latin typeface="Times New Roman" pitchFamily="18" charset="0"/>
                <a:cs typeface="Times New Roman" pitchFamily="18" charset="0"/>
              </a:rPr>
              <a:t>？</a:t>
            </a:r>
          </a:p>
        </p:txBody>
      </p:sp>
      <p:sp>
        <p:nvSpPr>
          <p:cNvPr id="46098" name="Rectangle 18"/>
          <p:cNvSpPr>
            <a:spLocks noChangeArrowheads="1"/>
          </p:cNvSpPr>
          <p:nvPr/>
        </p:nvSpPr>
        <p:spPr bwMode="auto">
          <a:xfrm>
            <a:off x="7107238" y="3213100"/>
            <a:ext cx="960437" cy="1154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a:latin typeface="Times New Roman" pitchFamily="18" charset="0"/>
                <a:cs typeface="Times New Roman" pitchFamily="18" charset="0"/>
              </a:rPr>
              <a:t>等离子波</a:t>
            </a:r>
          </a:p>
          <a:p>
            <a:pPr algn="ctr"/>
            <a:r>
              <a:rPr lang="zh-CN" altLang="en-US" sz="1400">
                <a:latin typeface="Times New Roman" pitchFamily="18" charset="0"/>
                <a:cs typeface="Times New Roman" pitchFamily="18" charset="0"/>
              </a:rPr>
              <a:t>光子晶体</a:t>
            </a:r>
            <a:endParaRPr lang="zh-CN" altLang="en-US" sz="2400"/>
          </a:p>
        </p:txBody>
      </p:sp>
      <p:sp>
        <p:nvSpPr>
          <p:cNvPr id="46099" name="Rectangle 19"/>
          <p:cNvSpPr>
            <a:spLocks noChangeArrowheads="1"/>
          </p:cNvSpPr>
          <p:nvPr/>
        </p:nvSpPr>
        <p:spPr bwMode="auto">
          <a:xfrm>
            <a:off x="5957888" y="3213100"/>
            <a:ext cx="1149350" cy="1154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a:latin typeface="Times New Roman" pitchFamily="18" charset="0"/>
                <a:cs typeface="Times New Roman" pitchFamily="18" charset="0"/>
              </a:rPr>
              <a:t>激光器</a:t>
            </a:r>
          </a:p>
          <a:p>
            <a:pPr algn="ctr"/>
            <a:r>
              <a:rPr lang="zh-CN" altLang="en-US" sz="1400">
                <a:latin typeface="Times New Roman" pitchFamily="18" charset="0"/>
                <a:cs typeface="Times New Roman" pitchFamily="18" charset="0"/>
              </a:rPr>
              <a:t>光纤</a:t>
            </a:r>
            <a:endParaRPr lang="zh-CN" altLang="en-US" sz="2400"/>
          </a:p>
        </p:txBody>
      </p:sp>
      <p:sp>
        <p:nvSpPr>
          <p:cNvPr id="46100" name="Rectangle 20"/>
          <p:cNvSpPr>
            <a:spLocks noChangeArrowheads="1"/>
          </p:cNvSpPr>
          <p:nvPr/>
        </p:nvSpPr>
        <p:spPr bwMode="auto">
          <a:xfrm>
            <a:off x="4806950" y="3213100"/>
            <a:ext cx="1150938" cy="1154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a:latin typeface="Times New Roman" pitchFamily="18" charset="0"/>
                <a:cs typeface="Times New Roman" pitchFamily="18" charset="0"/>
              </a:rPr>
              <a:t>晶体管</a:t>
            </a:r>
          </a:p>
          <a:p>
            <a:pPr algn="ctr"/>
            <a:r>
              <a:rPr lang="zh-CN" altLang="en-US" sz="1400">
                <a:latin typeface="Times New Roman" pitchFamily="18" charset="0"/>
                <a:cs typeface="Times New Roman" pitchFamily="18" charset="0"/>
              </a:rPr>
              <a:t>模拟电路</a:t>
            </a:r>
          </a:p>
          <a:p>
            <a:pPr algn="ctr"/>
            <a:r>
              <a:rPr lang="zh-CN" altLang="en-US" sz="1400">
                <a:latin typeface="Times New Roman" pitchFamily="18" charset="0"/>
                <a:cs typeface="Times New Roman" pitchFamily="18" charset="0"/>
              </a:rPr>
              <a:t>数字电路</a:t>
            </a:r>
          </a:p>
          <a:p>
            <a:pPr algn="ctr"/>
            <a:r>
              <a:rPr lang="en-US" altLang="zh-CN" sz="1400">
                <a:latin typeface="Times New Roman" pitchFamily="18" charset="0"/>
                <a:cs typeface="Times New Roman" pitchFamily="18" charset="0"/>
              </a:rPr>
              <a:t>DSP</a:t>
            </a:r>
          </a:p>
          <a:p>
            <a:pPr algn="ctr"/>
            <a:r>
              <a:rPr lang="zh-CN" altLang="en-US" sz="1400">
                <a:latin typeface="Times New Roman" pitchFamily="18" charset="0"/>
                <a:cs typeface="Times New Roman" pitchFamily="18" charset="0"/>
              </a:rPr>
              <a:t>计算机</a:t>
            </a:r>
            <a:endParaRPr lang="zh-CN" altLang="en-US" sz="2400"/>
          </a:p>
        </p:txBody>
      </p:sp>
      <p:sp>
        <p:nvSpPr>
          <p:cNvPr id="46101" name="Rectangle 21"/>
          <p:cNvSpPr>
            <a:spLocks noChangeArrowheads="1"/>
          </p:cNvSpPr>
          <p:nvPr/>
        </p:nvSpPr>
        <p:spPr bwMode="auto">
          <a:xfrm>
            <a:off x="3657600" y="3213100"/>
            <a:ext cx="1149350" cy="1154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a:latin typeface="Times New Roman" pitchFamily="18" charset="0"/>
                <a:cs typeface="Times New Roman" pitchFamily="18" charset="0"/>
              </a:rPr>
              <a:t>电子管</a:t>
            </a:r>
          </a:p>
          <a:p>
            <a:pPr algn="ctr"/>
            <a:r>
              <a:rPr lang="zh-CN" altLang="en-US" sz="1400">
                <a:latin typeface="Times New Roman" pitchFamily="18" charset="0"/>
                <a:cs typeface="Times New Roman" pitchFamily="18" charset="0"/>
              </a:rPr>
              <a:t>检波器</a:t>
            </a:r>
          </a:p>
          <a:p>
            <a:pPr algn="ctr"/>
            <a:r>
              <a:rPr lang="zh-CN" altLang="en-US" sz="1400">
                <a:latin typeface="Times New Roman" pitchFamily="18" charset="0"/>
                <a:cs typeface="Times New Roman" pitchFamily="18" charset="0"/>
              </a:rPr>
              <a:t>放大器</a:t>
            </a:r>
          </a:p>
          <a:p>
            <a:pPr algn="ctr"/>
            <a:r>
              <a:rPr lang="zh-CN" altLang="en-US" sz="1400">
                <a:latin typeface="Times New Roman" pitchFamily="18" charset="0"/>
                <a:cs typeface="Times New Roman" pitchFamily="18" charset="0"/>
              </a:rPr>
              <a:t>滤波器</a:t>
            </a:r>
          </a:p>
          <a:p>
            <a:pPr algn="ctr"/>
            <a:r>
              <a:rPr lang="zh-CN" altLang="en-US" sz="1400">
                <a:latin typeface="Times New Roman" pitchFamily="18" charset="0"/>
                <a:cs typeface="Times New Roman" pitchFamily="18" charset="0"/>
              </a:rPr>
              <a:t>振荡器</a:t>
            </a:r>
            <a:endParaRPr lang="zh-CN" altLang="en-US" sz="2400"/>
          </a:p>
        </p:txBody>
      </p:sp>
      <p:sp>
        <p:nvSpPr>
          <p:cNvPr id="46102" name="Rectangle 22"/>
          <p:cNvSpPr>
            <a:spLocks noChangeArrowheads="1"/>
          </p:cNvSpPr>
          <p:nvPr/>
        </p:nvSpPr>
        <p:spPr bwMode="auto">
          <a:xfrm>
            <a:off x="2505075" y="3213100"/>
            <a:ext cx="1152525" cy="1154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a:latin typeface="Times New Roman" pitchFamily="18" charset="0"/>
                <a:cs typeface="Times New Roman" pitchFamily="18" charset="0"/>
              </a:rPr>
              <a:t>波导</a:t>
            </a:r>
          </a:p>
          <a:p>
            <a:pPr algn="ctr"/>
            <a:r>
              <a:rPr lang="zh-CN" altLang="en-US" sz="1400">
                <a:latin typeface="Times New Roman" pitchFamily="18" charset="0"/>
                <a:cs typeface="Times New Roman" pitchFamily="18" charset="0"/>
              </a:rPr>
              <a:t>天线</a:t>
            </a:r>
            <a:endParaRPr lang="zh-CN" altLang="en-US" sz="2400"/>
          </a:p>
        </p:txBody>
      </p:sp>
      <p:sp>
        <p:nvSpPr>
          <p:cNvPr id="46103" name="Rectangle 23"/>
          <p:cNvSpPr>
            <a:spLocks noChangeArrowheads="1"/>
          </p:cNvSpPr>
          <p:nvPr/>
        </p:nvSpPr>
        <p:spPr bwMode="auto">
          <a:xfrm>
            <a:off x="1354138" y="3213100"/>
            <a:ext cx="1150937" cy="1154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lang="zh-CN" altLang="en-US" sz="1400">
                <a:latin typeface="Times New Roman" pitchFamily="18" charset="0"/>
                <a:cs typeface="Times New Roman" pitchFamily="18" charset="0"/>
              </a:rPr>
              <a:t>选频器</a:t>
            </a:r>
          </a:p>
          <a:p>
            <a:pPr algn="l"/>
            <a:r>
              <a:rPr lang="zh-CN" altLang="en-US" sz="1400">
                <a:latin typeface="Times New Roman" pitchFamily="18" charset="0"/>
                <a:cs typeface="Times New Roman" pitchFamily="18" charset="0"/>
              </a:rPr>
              <a:t>网络</a:t>
            </a:r>
            <a:r>
              <a:rPr lang="en-US" altLang="zh-CN" sz="1400">
                <a:latin typeface="Times New Roman" pitchFamily="18" charset="0"/>
                <a:cs typeface="Times New Roman" pitchFamily="18" charset="0"/>
              </a:rPr>
              <a:t>/</a:t>
            </a:r>
            <a:r>
              <a:rPr lang="zh-CN" altLang="en-US" sz="1400">
                <a:latin typeface="Times New Roman" pitchFamily="18" charset="0"/>
                <a:cs typeface="Times New Roman" pitchFamily="18" charset="0"/>
              </a:rPr>
              <a:t>端口</a:t>
            </a:r>
          </a:p>
        </p:txBody>
      </p:sp>
      <p:sp>
        <p:nvSpPr>
          <p:cNvPr id="46104" name="Rectangle 24"/>
          <p:cNvSpPr>
            <a:spLocks noChangeArrowheads="1"/>
          </p:cNvSpPr>
          <p:nvPr/>
        </p:nvSpPr>
        <p:spPr bwMode="auto">
          <a:xfrm>
            <a:off x="395288" y="3213100"/>
            <a:ext cx="958850"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a:latin typeface="Times New Roman" pitchFamily="18" charset="0"/>
                <a:cs typeface="Times New Roman" pitchFamily="18" charset="0"/>
              </a:rPr>
              <a:t>连续流</a:t>
            </a:r>
          </a:p>
          <a:p>
            <a:pPr algn="ctr"/>
            <a:r>
              <a:rPr lang="zh-CN" altLang="en-US" sz="1400">
                <a:latin typeface="Times New Roman" pitchFamily="18" charset="0"/>
                <a:cs typeface="Times New Roman" pitchFamily="18" charset="0"/>
              </a:rPr>
              <a:t>离散流</a:t>
            </a:r>
          </a:p>
          <a:p>
            <a:pPr algn="ctr"/>
            <a:r>
              <a:rPr lang="zh-CN" altLang="en-US" sz="1400">
                <a:latin typeface="Times New Roman" pitchFamily="18" charset="0"/>
                <a:cs typeface="Times New Roman" pitchFamily="18" charset="0"/>
              </a:rPr>
              <a:t>模拟信号</a:t>
            </a:r>
          </a:p>
          <a:p>
            <a:pPr algn="ctr"/>
            <a:r>
              <a:rPr lang="zh-CN" altLang="en-US" sz="1400">
                <a:latin typeface="Times New Roman" pitchFamily="18" charset="0"/>
                <a:cs typeface="Times New Roman" pitchFamily="18" charset="0"/>
              </a:rPr>
              <a:t>数字信号</a:t>
            </a:r>
            <a:endParaRPr lang="zh-CN" altLang="en-US" sz="2400"/>
          </a:p>
        </p:txBody>
      </p:sp>
      <p:sp>
        <p:nvSpPr>
          <p:cNvPr id="46105" name="Rectangle 25"/>
          <p:cNvSpPr>
            <a:spLocks noChangeArrowheads="1"/>
          </p:cNvSpPr>
          <p:nvPr/>
        </p:nvSpPr>
        <p:spPr bwMode="auto">
          <a:xfrm>
            <a:off x="8067675" y="2271713"/>
            <a:ext cx="825500"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b="1">
                <a:solidFill>
                  <a:srgbClr val="CC3300"/>
                </a:solidFill>
                <a:latin typeface="Times New Roman" pitchFamily="18" charset="0"/>
                <a:cs typeface="Times New Roman" pitchFamily="18" charset="0"/>
              </a:rPr>
              <a:t>？</a:t>
            </a:r>
            <a:endParaRPr lang="zh-CN" altLang="en-US" sz="2400">
              <a:solidFill>
                <a:srgbClr val="CC3300"/>
              </a:solidFill>
            </a:endParaRPr>
          </a:p>
        </p:txBody>
      </p:sp>
      <p:sp>
        <p:nvSpPr>
          <p:cNvPr id="46106" name="Rectangle 26"/>
          <p:cNvSpPr>
            <a:spLocks noChangeArrowheads="1"/>
          </p:cNvSpPr>
          <p:nvPr/>
        </p:nvSpPr>
        <p:spPr bwMode="auto">
          <a:xfrm>
            <a:off x="7107238" y="2271713"/>
            <a:ext cx="960437"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b="1">
                <a:solidFill>
                  <a:srgbClr val="CC3300"/>
                </a:solidFill>
                <a:latin typeface="Times New Roman" pitchFamily="18" charset="0"/>
                <a:cs typeface="Times New Roman" pitchFamily="18" charset="0"/>
              </a:rPr>
              <a:t>纳米结构</a:t>
            </a:r>
            <a:endParaRPr lang="zh-CN" altLang="en-US" sz="2400">
              <a:solidFill>
                <a:srgbClr val="CC3300"/>
              </a:solidFill>
            </a:endParaRPr>
          </a:p>
        </p:txBody>
      </p:sp>
      <p:sp>
        <p:nvSpPr>
          <p:cNvPr id="46107" name="Rectangle 27"/>
          <p:cNvSpPr>
            <a:spLocks noChangeArrowheads="1"/>
          </p:cNvSpPr>
          <p:nvPr/>
        </p:nvSpPr>
        <p:spPr bwMode="auto">
          <a:xfrm>
            <a:off x="5957888" y="2271713"/>
            <a:ext cx="1149350"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lang="zh-CN" altLang="en-US" sz="1400" b="1">
                <a:solidFill>
                  <a:srgbClr val="CC3300"/>
                </a:solidFill>
                <a:latin typeface="Times New Roman" pitchFamily="18" charset="0"/>
                <a:cs typeface="Times New Roman" pitchFamily="18" charset="0"/>
              </a:rPr>
              <a:t>激光</a:t>
            </a:r>
            <a:endParaRPr lang="zh-CN" altLang="en-US" sz="1400">
              <a:solidFill>
                <a:srgbClr val="CC3300"/>
              </a:solidFill>
              <a:latin typeface="Times New Roman" pitchFamily="18" charset="0"/>
              <a:cs typeface="Times New Roman" pitchFamily="18" charset="0"/>
            </a:endParaRPr>
          </a:p>
        </p:txBody>
      </p:sp>
      <p:sp>
        <p:nvSpPr>
          <p:cNvPr id="46108" name="Rectangle 28"/>
          <p:cNvSpPr>
            <a:spLocks noChangeArrowheads="1"/>
          </p:cNvSpPr>
          <p:nvPr/>
        </p:nvSpPr>
        <p:spPr bwMode="auto">
          <a:xfrm>
            <a:off x="4806950" y="2271713"/>
            <a:ext cx="1150938"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b="1">
                <a:solidFill>
                  <a:srgbClr val="CC3300"/>
                </a:solidFill>
                <a:latin typeface="Times New Roman" pitchFamily="18" charset="0"/>
                <a:cs typeface="Times New Roman" pitchFamily="18" charset="0"/>
              </a:rPr>
              <a:t>半导体</a:t>
            </a:r>
            <a:endParaRPr lang="zh-CN" altLang="en-US" sz="1400">
              <a:solidFill>
                <a:srgbClr val="CC3300"/>
              </a:solidFill>
              <a:latin typeface="Times New Roman" pitchFamily="18" charset="0"/>
              <a:cs typeface="Times New Roman" pitchFamily="18" charset="0"/>
            </a:endParaRPr>
          </a:p>
          <a:p>
            <a:pPr algn="ctr"/>
            <a:r>
              <a:rPr lang="zh-CN" altLang="en-US" sz="1400" b="1">
                <a:solidFill>
                  <a:srgbClr val="CC3300"/>
                </a:solidFill>
                <a:latin typeface="Times New Roman" pitchFamily="18" charset="0"/>
                <a:cs typeface="Times New Roman" pitchFamily="18" charset="0"/>
              </a:rPr>
              <a:t>集成电路</a:t>
            </a:r>
            <a:endParaRPr lang="zh-CN" altLang="en-US" sz="2400">
              <a:solidFill>
                <a:srgbClr val="CC3300"/>
              </a:solidFill>
            </a:endParaRPr>
          </a:p>
        </p:txBody>
      </p:sp>
      <p:sp>
        <p:nvSpPr>
          <p:cNvPr id="46109" name="Rectangle 29"/>
          <p:cNvSpPr>
            <a:spLocks noChangeArrowheads="1"/>
          </p:cNvSpPr>
          <p:nvPr/>
        </p:nvSpPr>
        <p:spPr bwMode="auto">
          <a:xfrm>
            <a:off x="3657600" y="2271713"/>
            <a:ext cx="1149350"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b="1">
                <a:solidFill>
                  <a:srgbClr val="CC3300"/>
                </a:solidFill>
                <a:latin typeface="Times New Roman" pitchFamily="18" charset="0"/>
                <a:cs typeface="Times New Roman" pitchFamily="18" charset="0"/>
              </a:rPr>
              <a:t>电子</a:t>
            </a:r>
            <a:endParaRPr lang="zh-CN" altLang="en-US" sz="1400">
              <a:solidFill>
                <a:srgbClr val="CC3300"/>
              </a:solidFill>
              <a:latin typeface="Times New Roman" pitchFamily="18" charset="0"/>
              <a:cs typeface="Times New Roman" pitchFamily="18" charset="0"/>
            </a:endParaRPr>
          </a:p>
          <a:p>
            <a:pPr algn="ctr"/>
            <a:r>
              <a:rPr lang="zh-CN" altLang="en-US" sz="1400" b="1">
                <a:solidFill>
                  <a:srgbClr val="CC3300"/>
                </a:solidFill>
                <a:latin typeface="Times New Roman" pitchFamily="18" charset="0"/>
                <a:cs typeface="Times New Roman" pitchFamily="18" charset="0"/>
              </a:rPr>
              <a:t>电子线路</a:t>
            </a:r>
            <a:endParaRPr lang="zh-CN" altLang="en-US" sz="2400">
              <a:solidFill>
                <a:srgbClr val="CC3300"/>
              </a:solidFill>
            </a:endParaRPr>
          </a:p>
        </p:txBody>
      </p:sp>
      <p:sp>
        <p:nvSpPr>
          <p:cNvPr id="46110" name="Rectangle 30"/>
          <p:cNvSpPr>
            <a:spLocks noChangeArrowheads="1"/>
          </p:cNvSpPr>
          <p:nvPr/>
        </p:nvSpPr>
        <p:spPr bwMode="auto">
          <a:xfrm>
            <a:off x="2505075" y="2271713"/>
            <a:ext cx="1152525"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b="1">
                <a:solidFill>
                  <a:srgbClr val="CC3300"/>
                </a:solidFill>
                <a:latin typeface="Times New Roman" pitchFamily="18" charset="0"/>
                <a:cs typeface="Times New Roman" pitchFamily="18" charset="0"/>
              </a:rPr>
              <a:t>分子流</a:t>
            </a:r>
            <a:endParaRPr lang="zh-CN" altLang="en-US" sz="1400">
              <a:solidFill>
                <a:srgbClr val="CC3300"/>
              </a:solidFill>
              <a:latin typeface="Times New Roman" pitchFamily="18" charset="0"/>
              <a:cs typeface="Times New Roman" pitchFamily="18" charset="0"/>
            </a:endParaRPr>
          </a:p>
          <a:p>
            <a:pPr algn="ctr"/>
            <a:r>
              <a:rPr lang="zh-CN" altLang="en-US" sz="1400" b="1">
                <a:solidFill>
                  <a:srgbClr val="CC3300"/>
                </a:solidFill>
                <a:latin typeface="Times New Roman" pitchFamily="18" charset="0"/>
                <a:cs typeface="Times New Roman" pitchFamily="18" charset="0"/>
              </a:rPr>
              <a:t>电磁波</a:t>
            </a:r>
            <a:endParaRPr lang="zh-CN" altLang="en-US" sz="1400">
              <a:solidFill>
                <a:srgbClr val="CC3300"/>
              </a:solidFill>
              <a:latin typeface="Times New Roman" pitchFamily="18" charset="0"/>
              <a:cs typeface="Times New Roman" pitchFamily="18" charset="0"/>
            </a:endParaRPr>
          </a:p>
          <a:p>
            <a:pPr algn="ctr"/>
            <a:r>
              <a:rPr lang="zh-CN" altLang="en-US" sz="1400" b="1">
                <a:solidFill>
                  <a:srgbClr val="CC3300"/>
                </a:solidFill>
                <a:latin typeface="Times New Roman" pitchFamily="18" charset="0"/>
                <a:cs typeface="Times New Roman" pitchFamily="18" charset="0"/>
              </a:rPr>
              <a:t>电动力学</a:t>
            </a:r>
            <a:endParaRPr lang="zh-CN" altLang="en-US" sz="1400">
              <a:solidFill>
                <a:srgbClr val="CC3300"/>
              </a:solidFill>
              <a:latin typeface="Times New Roman" pitchFamily="18" charset="0"/>
              <a:cs typeface="Times New Roman" pitchFamily="18" charset="0"/>
            </a:endParaRPr>
          </a:p>
          <a:p>
            <a:pPr algn="ctr"/>
            <a:r>
              <a:rPr lang="zh-CN" altLang="en-US" sz="1400" b="1">
                <a:solidFill>
                  <a:srgbClr val="CC3300"/>
                </a:solidFill>
                <a:latin typeface="Times New Roman" pitchFamily="18" charset="0"/>
                <a:cs typeface="Times New Roman" pitchFamily="18" charset="0"/>
              </a:rPr>
              <a:t>电磁场</a:t>
            </a:r>
            <a:endParaRPr lang="zh-CN" altLang="en-US" sz="2400">
              <a:solidFill>
                <a:srgbClr val="CC3300"/>
              </a:solidFill>
            </a:endParaRPr>
          </a:p>
        </p:txBody>
      </p:sp>
      <p:sp>
        <p:nvSpPr>
          <p:cNvPr id="46111" name="Rectangle 31"/>
          <p:cNvSpPr>
            <a:spLocks noChangeArrowheads="1"/>
          </p:cNvSpPr>
          <p:nvPr/>
        </p:nvSpPr>
        <p:spPr bwMode="auto">
          <a:xfrm>
            <a:off x="1354138" y="2271713"/>
            <a:ext cx="1150937"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b="1">
                <a:solidFill>
                  <a:srgbClr val="CC3300"/>
                </a:solidFill>
                <a:latin typeface="Times New Roman" pitchFamily="18" charset="0"/>
                <a:cs typeface="Times New Roman" pitchFamily="18" charset="0"/>
              </a:rPr>
              <a:t>流体理论</a:t>
            </a:r>
            <a:endParaRPr lang="zh-CN" altLang="en-US" sz="1400">
              <a:solidFill>
                <a:srgbClr val="CC3300"/>
              </a:solidFill>
              <a:latin typeface="Times New Roman" pitchFamily="18" charset="0"/>
              <a:cs typeface="Times New Roman" pitchFamily="18" charset="0"/>
            </a:endParaRPr>
          </a:p>
          <a:p>
            <a:pPr algn="ctr"/>
            <a:r>
              <a:rPr lang="zh-CN" altLang="en-US" sz="1400" b="1">
                <a:solidFill>
                  <a:srgbClr val="CC3300"/>
                </a:solidFill>
                <a:latin typeface="Times New Roman" pitchFamily="18" charset="0"/>
                <a:cs typeface="Times New Roman" pitchFamily="18" charset="0"/>
              </a:rPr>
              <a:t>电路理论</a:t>
            </a:r>
            <a:endParaRPr lang="zh-CN" altLang="en-US" sz="2400">
              <a:solidFill>
                <a:srgbClr val="CC3300"/>
              </a:solidFill>
            </a:endParaRPr>
          </a:p>
        </p:txBody>
      </p:sp>
      <p:sp>
        <p:nvSpPr>
          <p:cNvPr id="46112" name="Rectangle 32"/>
          <p:cNvSpPr>
            <a:spLocks noChangeArrowheads="1"/>
          </p:cNvSpPr>
          <p:nvPr/>
        </p:nvSpPr>
        <p:spPr bwMode="auto">
          <a:xfrm>
            <a:off x="395288" y="2271713"/>
            <a:ext cx="958850"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b="1">
                <a:solidFill>
                  <a:srgbClr val="CC3300"/>
                </a:solidFill>
                <a:latin typeface="Times New Roman" pitchFamily="18" charset="0"/>
                <a:cs typeface="Times New Roman" pitchFamily="18" charset="0"/>
              </a:rPr>
              <a:t>场</a:t>
            </a:r>
            <a:endParaRPr lang="zh-CN" altLang="en-US" sz="1400">
              <a:solidFill>
                <a:srgbClr val="CC3300"/>
              </a:solidFill>
              <a:latin typeface="Times New Roman" pitchFamily="18" charset="0"/>
              <a:cs typeface="Times New Roman" pitchFamily="18" charset="0"/>
            </a:endParaRPr>
          </a:p>
          <a:p>
            <a:pPr algn="ctr"/>
            <a:r>
              <a:rPr lang="zh-CN" altLang="en-US" sz="1400" b="1">
                <a:solidFill>
                  <a:srgbClr val="CC3300"/>
                </a:solidFill>
                <a:latin typeface="Times New Roman" pitchFamily="18" charset="0"/>
                <a:cs typeface="Times New Roman" pitchFamily="18" charset="0"/>
              </a:rPr>
              <a:t>路</a:t>
            </a:r>
            <a:endParaRPr lang="zh-CN" altLang="en-US" sz="2400">
              <a:solidFill>
                <a:srgbClr val="CC3300"/>
              </a:solidFill>
            </a:endParaRPr>
          </a:p>
        </p:txBody>
      </p:sp>
      <p:sp>
        <p:nvSpPr>
          <p:cNvPr id="46113" name="Rectangle 33"/>
          <p:cNvSpPr>
            <a:spLocks noChangeArrowheads="1"/>
          </p:cNvSpPr>
          <p:nvPr/>
        </p:nvSpPr>
        <p:spPr bwMode="auto">
          <a:xfrm>
            <a:off x="8067675" y="692150"/>
            <a:ext cx="825500" cy="1579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a:latin typeface="Times New Roman" pitchFamily="18" charset="0"/>
                <a:cs typeface="Times New Roman" pitchFamily="18" charset="0"/>
              </a:rPr>
              <a:t>超导体</a:t>
            </a:r>
          </a:p>
          <a:p>
            <a:pPr algn="ctr"/>
            <a:r>
              <a:rPr lang="zh-CN" altLang="en-US" sz="1400">
                <a:latin typeface="Times New Roman" pitchFamily="18" charset="0"/>
                <a:cs typeface="Times New Roman" pitchFamily="18" charset="0"/>
              </a:rPr>
              <a:t>非晶体</a:t>
            </a:r>
          </a:p>
          <a:p>
            <a:pPr algn="ctr"/>
            <a:r>
              <a:rPr lang="zh-CN" altLang="en-US" sz="1400">
                <a:solidFill>
                  <a:srgbClr val="CC3300"/>
                </a:solidFill>
                <a:latin typeface="Times New Roman" pitchFamily="18" charset="0"/>
                <a:cs typeface="Times New Roman" pitchFamily="18" charset="0"/>
              </a:rPr>
              <a:t>？</a:t>
            </a:r>
            <a:endParaRPr lang="zh-CN" altLang="en-US" sz="2400">
              <a:solidFill>
                <a:srgbClr val="CC3300"/>
              </a:solidFill>
            </a:endParaRPr>
          </a:p>
        </p:txBody>
      </p:sp>
      <p:sp>
        <p:nvSpPr>
          <p:cNvPr id="46114" name="Rectangle 34"/>
          <p:cNvSpPr>
            <a:spLocks noChangeArrowheads="1"/>
          </p:cNvSpPr>
          <p:nvPr/>
        </p:nvSpPr>
        <p:spPr bwMode="auto">
          <a:xfrm>
            <a:off x="7107238" y="692150"/>
            <a:ext cx="960437" cy="1579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a:latin typeface="Times New Roman" pitchFamily="18" charset="0"/>
                <a:cs typeface="Times New Roman" pitchFamily="18" charset="0"/>
              </a:rPr>
              <a:t>纳米材料</a:t>
            </a:r>
          </a:p>
          <a:p>
            <a:pPr algn="ctr"/>
            <a:r>
              <a:rPr lang="zh-CN" altLang="en-US" sz="1400">
                <a:latin typeface="Times New Roman" pitchFamily="18" charset="0"/>
                <a:cs typeface="Times New Roman" pitchFamily="18" charset="0"/>
              </a:rPr>
              <a:t>晶体</a:t>
            </a:r>
            <a:endParaRPr lang="zh-CN" altLang="en-US" sz="2400"/>
          </a:p>
        </p:txBody>
      </p:sp>
      <p:sp>
        <p:nvSpPr>
          <p:cNvPr id="46115" name="Rectangle 35"/>
          <p:cNvSpPr>
            <a:spLocks noChangeArrowheads="1"/>
          </p:cNvSpPr>
          <p:nvPr/>
        </p:nvSpPr>
        <p:spPr bwMode="auto">
          <a:xfrm>
            <a:off x="5957888" y="692150"/>
            <a:ext cx="1149350" cy="1579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a:latin typeface="Times New Roman" pitchFamily="18" charset="0"/>
                <a:cs typeface="Times New Roman" pitchFamily="18" charset="0"/>
              </a:rPr>
              <a:t>红宝石</a:t>
            </a:r>
          </a:p>
          <a:p>
            <a:pPr algn="ctr"/>
            <a:r>
              <a:rPr lang="zh-CN" altLang="en-US" sz="1400">
                <a:latin typeface="Times New Roman" pitchFamily="18" charset="0"/>
                <a:cs typeface="Times New Roman" pitchFamily="18" charset="0"/>
              </a:rPr>
              <a:t>晶体</a:t>
            </a:r>
            <a:endParaRPr lang="zh-CN" altLang="en-US" sz="2400"/>
          </a:p>
        </p:txBody>
      </p:sp>
      <p:sp>
        <p:nvSpPr>
          <p:cNvPr id="46116" name="Rectangle 36"/>
          <p:cNvSpPr>
            <a:spLocks noChangeArrowheads="1"/>
          </p:cNvSpPr>
          <p:nvPr/>
        </p:nvSpPr>
        <p:spPr bwMode="auto">
          <a:xfrm>
            <a:off x="4806950" y="692150"/>
            <a:ext cx="1150938" cy="1579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a:latin typeface="Times New Roman" pitchFamily="18" charset="0"/>
                <a:cs typeface="Times New Roman" pitchFamily="18" charset="0"/>
              </a:rPr>
              <a:t>天然矿石</a:t>
            </a:r>
          </a:p>
          <a:p>
            <a:pPr algn="ctr"/>
            <a:r>
              <a:rPr lang="zh-CN" altLang="en-US" sz="1400">
                <a:latin typeface="Times New Roman" pitchFamily="18" charset="0"/>
                <a:cs typeface="Times New Roman" pitchFamily="18" charset="0"/>
              </a:rPr>
              <a:t>晶体</a:t>
            </a:r>
          </a:p>
          <a:p>
            <a:pPr algn="ctr"/>
            <a:r>
              <a:rPr lang="zh-CN" altLang="en-US" sz="1400">
                <a:latin typeface="Times New Roman" pitchFamily="18" charset="0"/>
                <a:cs typeface="Times New Roman" pitchFamily="18" charset="0"/>
              </a:rPr>
              <a:t>薄膜</a:t>
            </a:r>
          </a:p>
          <a:p>
            <a:pPr algn="ctr"/>
            <a:r>
              <a:rPr lang="zh-CN" altLang="en-US" sz="1400">
                <a:latin typeface="Times New Roman" pitchFamily="18" charset="0"/>
                <a:cs typeface="Times New Roman" pitchFamily="18" charset="0"/>
              </a:rPr>
              <a:t>电子</a:t>
            </a:r>
            <a:r>
              <a:rPr lang="en-US" altLang="zh-CN" sz="1400">
                <a:latin typeface="Times New Roman" pitchFamily="18" charset="0"/>
                <a:cs typeface="Times New Roman" pitchFamily="18" charset="0"/>
              </a:rPr>
              <a:t>/</a:t>
            </a:r>
            <a:r>
              <a:rPr lang="zh-CN" altLang="en-US" sz="1400">
                <a:latin typeface="Times New Roman" pitchFamily="18" charset="0"/>
                <a:cs typeface="Times New Roman" pitchFamily="18" charset="0"/>
              </a:rPr>
              <a:t>空穴</a:t>
            </a:r>
            <a:endParaRPr lang="zh-CN" altLang="en-US" sz="2400"/>
          </a:p>
        </p:txBody>
      </p:sp>
      <p:sp>
        <p:nvSpPr>
          <p:cNvPr id="46117" name="Rectangle 37"/>
          <p:cNvSpPr>
            <a:spLocks noChangeArrowheads="1"/>
          </p:cNvSpPr>
          <p:nvPr/>
        </p:nvSpPr>
        <p:spPr bwMode="auto">
          <a:xfrm>
            <a:off x="3657600" y="692150"/>
            <a:ext cx="1149350" cy="1579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a:latin typeface="Times New Roman" pitchFamily="18" charset="0"/>
                <a:cs typeface="Times New Roman" pitchFamily="18" charset="0"/>
              </a:rPr>
              <a:t>放电管</a:t>
            </a:r>
          </a:p>
          <a:p>
            <a:pPr algn="ctr"/>
            <a:r>
              <a:rPr lang="zh-CN" altLang="en-US" sz="1400">
                <a:latin typeface="Times New Roman" pitchFamily="18" charset="0"/>
                <a:cs typeface="Times New Roman" pitchFamily="18" charset="0"/>
              </a:rPr>
              <a:t>阴极射线</a:t>
            </a:r>
          </a:p>
          <a:p>
            <a:pPr algn="ctr"/>
            <a:r>
              <a:rPr lang="zh-CN" altLang="en-US" sz="1400">
                <a:latin typeface="Times New Roman" pitchFamily="18" charset="0"/>
                <a:cs typeface="Times New Roman" pitchFamily="18" charset="0"/>
              </a:rPr>
              <a:t>光电效应</a:t>
            </a:r>
          </a:p>
          <a:p>
            <a:pPr algn="ctr"/>
            <a:r>
              <a:rPr lang="zh-CN" altLang="en-US" sz="1400">
                <a:latin typeface="Times New Roman" pitchFamily="18" charset="0"/>
                <a:cs typeface="Times New Roman" pitchFamily="18" charset="0"/>
              </a:rPr>
              <a:t>热电效应</a:t>
            </a:r>
          </a:p>
          <a:p>
            <a:pPr algn="ctr"/>
            <a:r>
              <a:rPr lang="en-US" altLang="zh-CN" sz="1400">
                <a:latin typeface="Symbol" pitchFamily="18" charset="2"/>
                <a:cs typeface="Times New Roman" pitchFamily="18" charset="0"/>
              </a:rPr>
              <a:t>b</a:t>
            </a:r>
            <a:r>
              <a:rPr lang="zh-CN" altLang="en-US" sz="1400">
                <a:latin typeface="Times New Roman" pitchFamily="18" charset="0"/>
                <a:cs typeface="Times New Roman" pitchFamily="18" charset="0"/>
              </a:rPr>
              <a:t>射线</a:t>
            </a:r>
            <a:endParaRPr lang="zh-CN" altLang="en-US" sz="2400"/>
          </a:p>
        </p:txBody>
      </p:sp>
      <p:sp>
        <p:nvSpPr>
          <p:cNvPr id="46118" name="Rectangle 38"/>
          <p:cNvSpPr>
            <a:spLocks noChangeArrowheads="1"/>
          </p:cNvSpPr>
          <p:nvPr/>
        </p:nvSpPr>
        <p:spPr bwMode="auto">
          <a:xfrm>
            <a:off x="2505075" y="692150"/>
            <a:ext cx="1152525" cy="1579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a:latin typeface="Times New Roman" pitchFamily="18" charset="0"/>
                <a:cs typeface="Times New Roman" pitchFamily="18" charset="0"/>
              </a:rPr>
              <a:t>天然磁石</a:t>
            </a:r>
          </a:p>
          <a:p>
            <a:pPr algn="ctr"/>
            <a:r>
              <a:rPr lang="zh-CN" altLang="en-US" sz="1400">
                <a:latin typeface="Times New Roman" pitchFamily="18" charset="0"/>
                <a:cs typeface="Times New Roman" pitchFamily="18" charset="0"/>
              </a:rPr>
              <a:t>电流体</a:t>
            </a:r>
          </a:p>
          <a:p>
            <a:pPr algn="ctr"/>
            <a:r>
              <a:rPr lang="zh-CN" altLang="en-US" sz="1400">
                <a:latin typeface="Times New Roman" pitchFamily="18" charset="0"/>
                <a:cs typeface="Times New Roman" pitchFamily="18" charset="0"/>
              </a:rPr>
              <a:t>电堆</a:t>
            </a:r>
            <a:r>
              <a:rPr lang="en-US" altLang="zh-CN" sz="1400">
                <a:latin typeface="Times New Roman" pitchFamily="18" charset="0"/>
                <a:cs typeface="Times New Roman" pitchFamily="18" charset="0"/>
              </a:rPr>
              <a:t>/</a:t>
            </a:r>
            <a:r>
              <a:rPr lang="zh-CN" altLang="en-US" sz="1400">
                <a:latin typeface="Times New Roman" pitchFamily="18" charset="0"/>
                <a:cs typeface="Times New Roman" pitchFamily="18" charset="0"/>
              </a:rPr>
              <a:t>池</a:t>
            </a:r>
          </a:p>
          <a:p>
            <a:pPr algn="ctr"/>
            <a:r>
              <a:rPr lang="zh-CN" altLang="en-US" sz="1400">
                <a:latin typeface="Times New Roman" pitchFamily="18" charset="0"/>
                <a:cs typeface="Times New Roman" pitchFamily="18" charset="0"/>
              </a:rPr>
              <a:t>电流元</a:t>
            </a:r>
            <a:endParaRPr lang="zh-CN" altLang="en-US" sz="2400"/>
          </a:p>
        </p:txBody>
      </p:sp>
      <p:sp>
        <p:nvSpPr>
          <p:cNvPr id="46119" name="Rectangle 39"/>
          <p:cNvSpPr>
            <a:spLocks noChangeArrowheads="1"/>
          </p:cNvSpPr>
          <p:nvPr/>
        </p:nvSpPr>
        <p:spPr bwMode="auto">
          <a:xfrm>
            <a:off x="1354138" y="692150"/>
            <a:ext cx="1150937" cy="1579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a:latin typeface="Times New Roman" pitchFamily="18" charset="0"/>
                <a:cs typeface="Times New Roman" pitchFamily="18" charset="0"/>
              </a:rPr>
              <a:t>导体</a:t>
            </a:r>
          </a:p>
          <a:p>
            <a:pPr algn="ctr"/>
            <a:r>
              <a:rPr lang="zh-CN" altLang="en-US" sz="1400">
                <a:latin typeface="Times New Roman" pitchFamily="18" charset="0"/>
                <a:cs typeface="Times New Roman" pitchFamily="18" charset="0"/>
              </a:rPr>
              <a:t>绝缘体</a:t>
            </a:r>
          </a:p>
          <a:p>
            <a:pPr algn="ctr"/>
            <a:r>
              <a:rPr lang="zh-CN" altLang="en-US" sz="1400">
                <a:latin typeface="Times New Roman" pitchFamily="18" charset="0"/>
                <a:cs typeface="Times New Roman" pitchFamily="18" charset="0"/>
              </a:rPr>
              <a:t>电阻</a:t>
            </a:r>
          </a:p>
          <a:p>
            <a:pPr algn="ctr"/>
            <a:r>
              <a:rPr lang="zh-CN" altLang="en-US" sz="1400">
                <a:latin typeface="Times New Roman" pitchFamily="18" charset="0"/>
                <a:cs typeface="Times New Roman" pitchFamily="18" charset="0"/>
              </a:rPr>
              <a:t>电容</a:t>
            </a:r>
          </a:p>
          <a:p>
            <a:pPr algn="ctr"/>
            <a:r>
              <a:rPr lang="zh-CN" altLang="en-US" sz="1400">
                <a:latin typeface="Times New Roman" pitchFamily="18" charset="0"/>
                <a:cs typeface="Times New Roman" pitchFamily="18" charset="0"/>
              </a:rPr>
              <a:t>电感</a:t>
            </a:r>
          </a:p>
          <a:p>
            <a:pPr algn="ctr"/>
            <a:r>
              <a:rPr lang="zh-CN" altLang="en-US" sz="1400">
                <a:latin typeface="Times New Roman" pitchFamily="18" charset="0"/>
                <a:cs typeface="Times New Roman" pitchFamily="18" charset="0"/>
              </a:rPr>
              <a:t>传输线</a:t>
            </a:r>
            <a:endParaRPr lang="zh-CN" altLang="en-US" sz="2400"/>
          </a:p>
        </p:txBody>
      </p:sp>
      <p:sp>
        <p:nvSpPr>
          <p:cNvPr id="46120" name="Rectangle 40"/>
          <p:cNvSpPr>
            <a:spLocks noChangeArrowheads="1"/>
          </p:cNvSpPr>
          <p:nvPr/>
        </p:nvSpPr>
        <p:spPr bwMode="auto">
          <a:xfrm>
            <a:off x="395288" y="692150"/>
            <a:ext cx="958850" cy="1579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400">
                <a:latin typeface="Times New Roman" pitchFamily="18" charset="0"/>
                <a:cs typeface="Times New Roman" pitchFamily="18" charset="0"/>
              </a:rPr>
              <a:t>静电现象</a:t>
            </a:r>
          </a:p>
          <a:p>
            <a:pPr algn="ctr"/>
            <a:r>
              <a:rPr lang="zh-CN" altLang="en-US" sz="1400">
                <a:latin typeface="Times New Roman" pitchFamily="18" charset="0"/>
                <a:cs typeface="Times New Roman" pitchFamily="18" charset="0"/>
              </a:rPr>
              <a:t>磁现象</a:t>
            </a:r>
          </a:p>
          <a:p>
            <a:pPr algn="ctr"/>
            <a:r>
              <a:rPr lang="zh-CN" altLang="en-US" sz="1400">
                <a:latin typeface="Times New Roman" pitchFamily="18" charset="0"/>
                <a:cs typeface="Times New Roman" pitchFamily="18" charset="0"/>
              </a:rPr>
              <a:t>电流</a:t>
            </a:r>
          </a:p>
          <a:p>
            <a:pPr algn="ctr"/>
            <a:r>
              <a:rPr lang="zh-CN" altLang="en-US" sz="1400">
                <a:latin typeface="Times New Roman" pitchFamily="18" charset="0"/>
                <a:cs typeface="Times New Roman" pitchFamily="18" charset="0"/>
              </a:rPr>
              <a:t>电压</a:t>
            </a:r>
          </a:p>
          <a:p>
            <a:pPr algn="ctr"/>
            <a:r>
              <a:rPr lang="zh-CN" altLang="en-US" sz="1400">
                <a:latin typeface="Times New Roman" pitchFamily="18" charset="0"/>
                <a:cs typeface="Times New Roman" pitchFamily="18" charset="0"/>
              </a:rPr>
              <a:t>磁场</a:t>
            </a:r>
          </a:p>
          <a:p>
            <a:pPr algn="ctr"/>
            <a:r>
              <a:rPr lang="zh-CN" altLang="en-US" sz="1400">
                <a:latin typeface="Times New Roman" pitchFamily="18" charset="0"/>
                <a:cs typeface="Times New Roman" pitchFamily="18" charset="0"/>
              </a:rPr>
              <a:t>电场</a:t>
            </a:r>
          </a:p>
          <a:p>
            <a:pPr algn="ctr"/>
            <a:r>
              <a:rPr lang="zh-CN" altLang="en-US" sz="1400">
                <a:latin typeface="Times New Roman" pitchFamily="18" charset="0"/>
                <a:cs typeface="Times New Roman" pitchFamily="18" charset="0"/>
              </a:rPr>
              <a:t>力线</a:t>
            </a:r>
            <a:endParaRPr lang="zh-CN" altLang="en-US" sz="2400"/>
          </a:p>
        </p:txBody>
      </p:sp>
      <p:sp>
        <p:nvSpPr>
          <p:cNvPr id="55337" name="Line 41"/>
          <p:cNvSpPr>
            <a:spLocks noChangeShapeType="1"/>
          </p:cNvSpPr>
          <p:nvPr/>
        </p:nvSpPr>
        <p:spPr bwMode="auto">
          <a:xfrm>
            <a:off x="395288" y="692150"/>
            <a:ext cx="8497887" cy="1588"/>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38" name="Line 42"/>
          <p:cNvSpPr>
            <a:spLocks noChangeShapeType="1"/>
          </p:cNvSpPr>
          <p:nvPr/>
        </p:nvSpPr>
        <p:spPr bwMode="auto">
          <a:xfrm>
            <a:off x="395288" y="6218238"/>
            <a:ext cx="8497887" cy="1587"/>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39" name="Line 43"/>
          <p:cNvSpPr>
            <a:spLocks noChangeShapeType="1"/>
          </p:cNvSpPr>
          <p:nvPr/>
        </p:nvSpPr>
        <p:spPr bwMode="auto">
          <a:xfrm>
            <a:off x="395288" y="692150"/>
            <a:ext cx="1587" cy="5526088"/>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40" name="Line 44"/>
          <p:cNvSpPr>
            <a:spLocks noChangeShapeType="1"/>
          </p:cNvSpPr>
          <p:nvPr/>
        </p:nvSpPr>
        <p:spPr bwMode="auto">
          <a:xfrm>
            <a:off x="8893175" y="692150"/>
            <a:ext cx="1588" cy="5526088"/>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41" name="Line 45"/>
          <p:cNvSpPr>
            <a:spLocks noChangeShapeType="1"/>
          </p:cNvSpPr>
          <p:nvPr/>
        </p:nvSpPr>
        <p:spPr bwMode="auto">
          <a:xfrm>
            <a:off x="395288" y="2271713"/>
            <a:ext cx="8497887" cy="1587"/>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42" name="Line 46"/>
          <p:cNvSpPr>
            <a:spLocks noChangeShapeType="1"/>
          </p:cNvSpPr>
          <p:nvPr/>
        </p:nvSpPr>
        <p:spPr bwMode="auto">
          <a:xfrm>
            <a:off x="1354138" y="692150"/>
            <a:ext cx="1587" cy="5526088"/>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43" name="Line 47"/>
          <p:cNvSpPr>
            <a:spLocks noChangeShapeType="1"/>
          </p:cNvSpPr>
          <p:nvPr/>
        </p:nvSpPr>
        <p:spPr bwMode="auto">
          <a:xfrm>
            <a:off x="2505075" y="692150"/>
            <a:ext cx="1588" cy="3675063"/>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44" name="Line 48"/>
          <p:cNvSpPr>
            <a:spLocks noChangeShapeType="1"/>
          </p:cNvSpPr>
          <p:nvPr/>
        </p:nvSpPr>
        <p:spPr bwMode="auto">
          <a:xfrm>
            <a:off x="3657600" y="692150"/>
            <a:ext cx="1588" cy="3675063"/>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45" name="Line 49"/>
          <p:cNvSpPr>
            <a:spLocks noChangeShapeType="1"/>
          </p:cNvSpPr>
          <p:nvPr/>
        </p:nvSpPr>
        <p:spPr bwMode="auto">
          <a:xfrm>
            <a:off x="4806950" y="692150"/>
            <a:ext cx="1588" cy="3675063"/>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46" name="Line 50"/>
          <p:cNvSpPr>
            <a:spLocks noChangeShapeType="1"/>
          </p:cNvSpPr>
          <p:nvPr/>
        </p:nvSpPr>
        <p:spPr bwMode="auto">
          <a:xfrm>
            <a:off x="5957888" y="692150"/>
            <a:ext cx="1587" cy="5222875"/>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47" name="Line 51"/>
          <p:cNvSpPr>
            <a:spLocks noChangeShapeType="1"/>
          </p:cNvSpPr>
          <p:nvPr/>
        </p:nvSpPr>
        <p:spPr bwMode="auto">
          <a:xfrm>
            <a:off x="7107238" y="692150"/>
            <a:ext cx="1587" cy="5222875"/>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48" name="Line 52"/>
          <p:cNvSpPr>
            <a:spLocks noChangeShapeType="1"/>
          </p:cNvSpPr>
          <p:nvPr/>
        </p:nvSpPr>
        <p:spPr bwMode="auto">
          <a:xfrm>
            <a:off x="8067675" y="692150"/>
            <a:ext cx="1588" cy="3675063"/>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49" name="Line 53"/>
          <p:cNvSpPr>
            <a:spLocks noChangeShapeType="1"/>
          </p:cNvSpPr>
          <p:nvPr/>
        </p:nvSpPr>
        <p:spPr bwMode="auto">
          <a:xfrm>
            <a:off x="395288" y="3213100"/>
            <a:ext cx="8497887" cy="1588"/>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50" name="Line 54"/>
          <p:cNvSpPr>
            <a:spLocks noChangeShapeType="1"/>
          </p:cNvSpPr>
          <p:nvPr/>
        </p:nvSpPr>
        <p:spPr bwMode="auto">
          <a:xfrm>
            <a:off x="395288" y="4670425"/>
            <a:ext cx="6711950" cy="1588"/>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51" name="Line 55"/>
          <p:cNvSpPr>
            <a:spLocks noChangeShapeType="1"/>
          </p:cNvSpPr>
          <p:nvPr/>
        </p:nvSpPr>
        <p:spPr bwMode="auto">
          <a:xfrm>
            <a:off x="1354138" y="4367213"/>
            <a:ext cx="7539037" cy="1587"/>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52" name="Line 56"/>
          <p:cNvSpPr>
            <a:spLocks noChangeShapeType="1"/>
          </p:cNvSpPr>
          <p:nvPr/>
        </p:nvSpPr>
        <p:spPr bwMode="auto">
          <a:xfrm>
            <a:off x="395288" y="4973638"/>
            <a:ext cx="8497887" cy="1587"/>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53" name="Line 57"/>
          <p:cNvSpPr>
            <a:spLocks noChangeShapeType="1"/>
          </p:cNvSpPr>
          <p:nvPr/>
        </p:nvSpPr>
        <p:spPr bwMode="auto">
          <a:xfrm>
            <a:off x="395288" y="5915025"/>
            <a:ext cx="8497887" cy="1588"/>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54" name="Line 58"/>
          <p:cNvSpPr>
            <a:spLocks noChangeShapeType="1"/>
          </p:cNvSpPr>
          <p:nvPr/>
        </p:nvSpPr>
        <p:spPr bwMode="auto">
          <a:xfrm>
            <a:off x="8067675" y="4973638"/>
            <a:ext cx="1588" cy="941387"/>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39" name="Oval 59"/>
          <p:cNvSpPr>
            <a:spLocks noChangeArrowheads="1"/>
          </p:cNvSpPr>
          <p:nvPr/>
        </p:nvSpPr>
        <p:spPr bwMode="auto">
          <a:xfrm>
            <a:off x="1403350" y="549275"/>
            <a:ext cx="1655763" cy="3816350"/>
          </a:xfrm>
          <a:prstGeom prst="ellipse">
            <a:avLst/>
          </a:prstGeom>
          <a:solidFill>
            <a:srgbClr val="666699">
              <a:alpha val="70195"/>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800" b="1">
                <a:solidFill>
                  <a:srgbClr val="FFFF00"/>
                </a:solidFill>
              </a:rPr>
              <a:t>电磁学 </a:t>
            </a:r>
          </a:p>
          <a:p>
            <a:pPr algn="ctr" eaLnBrk="1" hangingPunct="1"/>
            <a:r>
              <a:rPr lang="zh-CN" altLang="en-US" sz="1800" b="1">
                <a:solidFill>
                  <a:srgbClr val="FFFF00"/>
                </a:solidFill>
              </a:rPr>
              <a:t>电工学 </a:t>
            </a:r>
          </a:p>
        </p:txBody>
      </p:sp>
      <p:sp>
        <p:nvSpPr>
          <p:cNvPr id="46140" name="Oval 60"/>
          <p:cNvSpPr>
            <a:spLocks noChangeArrowheads="1"/>
          </p:cNvSpPr>
          <p:nvPr/>
        </p:nvSpPr>
        <p:spPr bwMode="auto">
          <a:xfrm>
            <a:off x="1979613" y="404813"/>
            <a:ext cx="1944687" cy="4608512"/>
          </a:xfrm>
          <a:prstGeom prst="ellipse">
            <a:avLst/>
          </a:prstGeom>
          <a:solidFill>
            <a:srgbClr val="666699">
              <a:alpha val="70195"/>
            </a:srgb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800" b="1">
                <a:solidFill>
                  <a:srgbClr val="FFFF00"/>
                </a:solidFill>
              </a:rPr>
              <a:t>电磁场与微波 </a:t>
            </a:r>
          </a:p>
        </p:txBody>
      </p:sp>
      <p:sp>
        <p:nvSpPr>
          <p:cNvPr id="46141" name="Oval 61"/>
          <p:cNvSpPr>
            <a:spLocks noChangeArrowheads="1"/>
          </p:cNvSpPr>
          <p:nvPr/>
        </p:nvSpPr>
        <p:spPr bwMode="auto">
          <a:xfrm>
            <a:off x="3635375" y="476250"/>
            <a:ext cx="1223963" cy="3889375"/>
          </a:xfrm>
          <a:prstGeom prst="ellipse">
            <a:avLst/>
          </a:prstGeom>
          <a:solidFill>
            <a:srgbClr val="666699">
              <a:alpha val="70195"/>
            </a:srgb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800" b="1">
                <a:solidFill>
                  <a:srgbClr val="FFFF00"/>
                </a:solidFill>
              </a:rPr>
              <a:t>电子学  </a:t>
            </a:r>
          </a:p>
        </p:txBody>
      </p:sp>
      <p:sp>
        <p:nvSpPr>
          <p:cNvPr id="46142" name="Oval 62"/>
          <p:cNvSpPr>
            <a:spLocks noChangeArrowheads="1"/>
          </p:cNvSpPr>
          <p:nvPr/>
        </p:nvSpPr>
        <p:spPr bwMode="auto">
          <a:xfrm>
            <a:off x="4787900" y="476250"/>
            <a:ext cx="1223963" cy="3889375"/>
          </a:xfrm>
          <a:prstGeom prst="ellipse">
            <a:avLst/>
          </a:prstGeom>
          <a:solidFill>
            <a:srgbClr val="666699">
              <a:alpha val="70195"/>
            </a:srgb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800" b="1">
                <a:solidFill>
                  <a:srgbClr val="FFFF00"/>
                </a:solidFill>
              </a:rPr>
              <a:t>微电子  </a:t>
            </a:r>
          </a:p>
        </p:txBody>
      </p:sp>
      <p:sp>
        <p:nvSpPr>
          <p:cNvPr id="46143" name="Oval 63"/>
          <p:cNvSpPr>
            <a:spLocks noChangeArrowheads="1"/>
          </p:cNvSpPr>
          <p:nvPr/>
        </p:nvSpPr>
        <p:spPr bwMode="auto">
          <a:xfrm>
            <a:off x="5940425" y="476250"/>
            <a:ext cx="1223963" cy="3889375"/>
          </a:xfrm>
          <a:prstGeom prst="ellipse">
            <a:avLst/>
          </a:prstGeom>
          <a:solidFill>
            <a:srgbClr val="666699">
              <a:alpha val="70195"/>
            </a:srgb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800" b="1">
                <a:solidFill>
                  <a:srgbClr val="FFFF00"/>
                </a:solidFill>
              </a:rPr>
              <a:t>光电子  </a:t>
            </a:r>
          </a:p>
        </p:txBody>
      </p:sp>
      <p:sp>
        <p:nvSpPr>
          <p:cNvPr id="46144" name="Oval 64"/>
          <p:cNvSpPr>
            <a:spLocks noChangeArrowheads="1"/>
          </p:cNvSpPr>
          <p:nvPr/>
        </p:nvSpPr>
        <p:spPr bwMode="auto">
          <a:xfrm>
            <a:off x="3563938" y="765175"/>
            <a:ext cx="5111750" cy="2016125"/>
          </a:xfrm>
          <a:prstGeom prst="ellipse">
            <a:avLst/>
          </a:prstGeom>
          <a:solidFill>
            <a:srgbClr val="666699">
              <a:alpha val="70195"/>
            </a:srgb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800" b="1">
                <a:solidFill>
                  <a:srgbClr val="FFFF00"/>
                </a:solidFill>
              </a:rPr>
              <a:t>物理电子学 </a:t>
            </a:r>
          </a:p>
        </p:txBody>
      </p:sp>
      <p:sp>
        <p:nvSpPr>
          <p:cNvPr id="46145" name="Oval 65"/>
          <p:cNvSpPr>
            <a:spLocks noChangeArrowheads="1"/>
          </p:cNvSpPr>
          <p:nvPr/>
        </p:nvSpPr>
        <p:spPr bwMode="auto">
          <a:xfrm>
            <a:off x="1763713" y="4365625"/>
            <a:ext cx="5329237" cy="1916113"/>
          </a:xfrm>
          <a:prstGeom prst="ellipse">
            <a:avLst/>
          </a:prstGeom>
          <a:solidFill>
            <a:srgbClr val="666699">
              <a:alpha val="70195"/>
            </a:srgb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800" b="1">
                <a:solidFill>
                  <a:srgbClr val="FFFF00"/>
                </a:solidFill>
              </a:rPr>
              <a:t>通信与信息系统  </a:t>
            </a:r>
          </a:p>
        </p:txBody>
      </p:sp>
      <p:sp>
        <p:nvSpPr>
          <p:cNvPr id="46146" name="Oval 66"/>
          <p:cNvSpPr>
            <a:spLocks noChangeArrowheads="1"/>
          </p:cNvSpPr>
          <p:nvPr/>
        </p:nvSpPr>
        <p:spPr bwMode="auto">
          <a:xfrm>
            <a:off x="0" y="4365625"/>
            <a:ext cx="3563938" cy="1916113"/>
          </a:xfrm>
          <a:prstGeom prst="ellipse">
            <a:avLst/>
          </a:prstGeom>
          <a:solidFill>
            <a:srgbClr val="666699">
              <a:alpha val="70195"/>
            </a:srgb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800" b="1">
                <a:solidFill>
                  <a:srgbClr val="FFFF00"/>
                </a:solidFill>
              </a:rPr>
              <a:t>信号与信息处理  </a:t>
            </a:r>
          </a:p>
        </p:txBody>
      </p:sp>
      <p:sp>
        <p:nvSpPr>
          <p:cNvPr id="46147" name="Oval 67"/>
          <p:cNvSpPr>
            <a:spLocks noChangeArrowheads="1"/>
          </p:cNvSpPr>
          <p:nvPr/>
        </p:nvSpPr>
        <p:spPr bwMode="auto">
          <a:xfrm>
            <a:off x="3635375" y="2708275"/>
            <a:ext cx="2520950" cy="1798638"/>
          </a:xfrm>
          <a:prstGeom prst="ellipse">
            <a:avLst/>
          </a:prstGeom>
          <a:solidFill>
            <a:srgbClr val="666699">
              <a:alpha val="70195"/>
            </a:srgb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800" b="1">
                <a:solidFill>
                  <a:srgbClr val="FFFF00"/>
                </a:solidFill>
              </a:rPr>
              <a:t>电路与系统  </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69</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11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11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10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11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611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612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10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6117"/>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6109"/>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610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6116"/>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6108"/>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6100"/>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6096"/>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6092"/>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6089"/>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6112"/>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6104"/>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6093"/>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6090"/>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6085"/>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6115"/>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6107"/>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6099"/>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6095"/>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6114"/>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6106"/>
                                        </p:tgtEl>
                                        <p:attrNameLst>
                                          <p:attrName>style.visibility</p:attrName>
                                        </p:attrNameLst>
                                      </p:cBhvr>
                                      <p:to>
                                        <p:strVal val="visible"/>
                                      </p:to>
                                    </p:se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6098"/>
                                        </p:tgtEl>
                                        <p:attrNameLst>
                                          <p:attrName>style.visibility</p:attrName>
                                        </p:attrNameLst>
                                      </p:cBhvr>
                                      <p:to>
                                        <p:strVal val="visible"/>
                                      </p:to>
                                    </p:se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46113"/>
                                        </p:tgtEl>
                                        <p:attrNameLst>
                                          <p:attrName>style.visibility</p:attrName>
                                        </p:attrNameLst>
                                      </p:cBhvr>
                                      <p:to>
                                        <p:strVal val="visible"/>
                                      </p:to>
                                    </p:se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46105"/>
                                        </p:tgtEl>
                                        <p:attrNameLst>
                                          <p:attrName>style.visibility</p:attrName>
                                        </p:attrNameLst>
                                      </p:cBhvr>
                                      <p:to>
                                        <p:strVal val="visible"/>
                                      </p:to>
                                    </p:se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46097"/>
                                        </p:tgtEl>
                                        <p:attrNameLst>
                                          <p:attrName>style.visibility</p:attrName>
                                        </p:attrNameLst>
                                      </p:cBhvr>
                                      <p:to>
                                        <p:strVal val="visible"/>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46094"/>
                                        </p:tgtEl>
                                        <p:attrNameLst>
                                          <p:attrName>style.visibility</p:attrName>
                                        </p:attrNameLst>
                                      </p:cBhvr>
                                      <p:to>
                                        <p:strVal val="visible"/>
                                      </p:to>
                                    </p:se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46084"/>
                                        </p:tgtEl>
                                        <p:attrNameLst>
                                          <p:attrName>style.visibility</p:attrName>
                                        </p:attrNameLst>
                                      </p:cBhvr>
                                      <p:to>
                                        <p:strVal val="visible"/>
                                      </p:to>
                                    </p:se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5" presetClass="entr" presetSubtype="0" fill="hold" grpId="0" nodeType="clickEffect">
                                  <p:stCondLst>
                                    <p:cond delay="0"/>
                                  </p:stCondLst>
                                  <p:childTnLst>
                                    <p:set>
                                      <p:cBhvr>
                                        <p:cTn id="138" dur="1" fill="hold">
                                          <p:stCondLst>
                                            <p:cond delay="0"/>
                                          </p:stCondLst>
                                        </p:cTn>
                                        <p:tgtEl>
                                          <p:spTgt spid="46139"/>
                                        </p:tgtEl>
                                        <p:attrNameLst>
                                          <p:attrName>style.visibility</p:attrName>
                                        </p:attrNameLst>
                                      </p:cBhvr>
                                      <p:to>
                                        <p:strVal val="visible"/>
                                      </p:to>
                                    </p:set>
                                    <p:anim calcmode="lin" valueType="num">
                                      <p:cBhvr>
                                        <p:cTn id="139" dur="500" decel="50000" fill="hold">
                                          <p:stCondLst>
                                            <p:cond delay="0"/>
                                          </p:stCondLst>
                                        </p:cTn>
                                        <p:tgtEl>
                                          <p:spTgt spid="46139"/>
                                        </p:tgtEl>
                                        <p:attrNameLst>
                                          <p:attrName>style.rotation</p:attrName>
                                        </p:attrNameLst>
                                      </p:cBhvr>
                                      <p:tavLst>
                                        <p:tav tm="0">
                                          <p:val>
                                            <p:fltVal val="-90"/>
                                          </p:val>
                                        </p:tav>
                                        <p:tav tm="100000">
                                          <p:val>
                                            <p:fltVal val="0"/>
                                          </p:val>
                                        </p:tav>
                                      </p:tavLst>
                                    </p:anim>
                                    <p:anim calcmode="lin" valueType="num">
                                      <p:cBhvr>
                                        <p:cTn id="140" dur="500" decel="50000" fill="hold">
                                          <p:stCondLst>
                                            <p:cond delay="0"/>
                                          </p:stCondLst>
                                        </p:cTn>
                                        <p:tgtEl>
                                          <p:spTgt spid="46139"/>
                                        </p:tgtEl>
                                        <p:attrNameLst>
                                          <p:attrName>ppt_w</p:attrName>
                                        </p:attrNameLst>
                                      </p:cBhvr>
                                      <p:tavLst>
                                        <p:tav tm="0">
                                          <p:val>
                                            <p:strVal val="#ppt_w"/>
                                          </p:val>
                                        </p:tav>
                                        <p:tav tm="100000">
                                          <p:val>
                                            <p:strVal val="#ppt_w*.05"/>
                                          </p:val>
                                        </p:tav>
                                      </p:tavLst>
                                    </p:anim>
                                    <p:anim calcmode="lin" valueType="num">
                                      <p:cBhvr>
                                        <p:cTn id="141" dur="500" accel="50000" fill="hold">
                                          <p:stCondLst>
                                            <p:cond delay="500"/>
                                          </p:stCondLst>
                                        </p:cTn>
                                        <p:tgtEl>
                                          <p:spTgt spid="46139"/>
                                        </p:tgtEl>
                                        <p:attrNameLst>
                                          <p:attrName>ppt_w</p:attrName>
                                        </p:attrNameLst>
                                      </p:cBhvr>
                                      <p:tavLst>
                                        <p:tav tm="0">
                                          <p:val>
                                            <p:strVal val="#ppt_w*.05"/>
                                          </p:val>
                                        </p:tav>
                                        <p:tav tm="100000">
                                          <p:val>
                                            <p:strVal val="#ppt_w"/>
                                          </p:val>
                                        </p:tav>
                                      </p:tavLst>
                                    </p:anim>
                                    <p:anim calcmode="lin" valueType="num">
                                      <p:cBhvr>
                                        <p:cTn id="142" dur="1000" fill="hold"/>
                                        <p:tgtEl>
                                          <p:spTgt spid="46139"/>
                                        </p:tgtEl>
                                        <p:attrNameLst>
                                          <p:attrName>ppt_h</p:attrName>
                                        </p:attrNameLst>
                                      </p:cBhvr>
                                      <p:tavLst>
                                        <p:tav tm="0">
                                          <p:val>
                                            <p:strVal val="#ppt_h"/>
                                          </p:val>
                                        </p:tav>
                                        <p:tav tm="100000">
                                          <p:val>
                                            <p:strVal val="#ppt_h"/>
                                          </p:val>
                                        </p:tav>
                                      </p:tavLst>
                                    </p:anim>
                                    <p:anim calcmode="lin" valueType="num">
                                      <p:cBhvr>
                                        <p:cTn id="143" dur="500" decel="50000" fill="hold">
                                          <p:stCondLst>
                                            <p:cond delay="0"/>
                                          </p:stCondLst>
                                        </p:cTn>
                                        <p:tgtEl>
                                          <p:spTgt spid="46139"/>
                                        </p:tgtEl>
                                        <p:attrNameLst>
                                          <p:attrName>ppt_x</p:attrName>
                                        </p:attrNameLst>
                                      </p:cBhvr>
                                      <p:tavLst>
                                        <p:tav tm="0">
                                          <p:val>
                                            <p:strVal val="#ppt_x+.4"/>
                                          </p:val>
                                        </p:tav>
                                        <p:tav tm="100000">
                                          <p:val>
                                            <p:strVal val="#ppt_x"/>
                                          </p:val>
                                        </p:tav>
                                      </p:tavLst>
                                    </p:anim>
                                    <p:anim calcmode="lin" valueType="num">
                                      <p:cBhvr>
                                        <p:cTn id="144" dur="500" decel="50000" fill="hold">
                                          <p:stCondLst>
                                            <p:cond delay="0"/>
                                          </p:stCondLst>
                                        </p:cTn>
                                        <p:tgtEl>
                                          <p:spTgt spid="46139"/>
                                        </p:tgtEl>
                                        <p:attrNameLst>
                                          <p:attrName>ppt_y</p:attrName>
                                        </p:attrNameLst>
                                      </p:cBhvr>
                                      <p:tavLst>
                                        <p:tav tm="0">
                                          <p:val>
                                            <p:strVal val="#ppt_y-.2"/>
                                          </p:val>
                                        </p:tav>
                                        <p:tav tm="100000">
                                          <p:val>
                                            <p:strVal val="#ppt_y+.1"/>
                                          </p:val>
                                        </p:tav>
                                      </p:tavLst>
                                    </p:anim>
                                    <p:anim calcmode="lin" valueType="num">
                                      <p:cBhvr>
                                        <p:cTn id="145" dur="500" accel="50000" fill="hold">
                                          <p:stCondLst>
                                            <p:cond delay="500"/>
                                          </p:stCondLst>
                                        </p:cTn>
                                        <p:tgtEl>
                                          <p:spTgt spid="46139"/>
                                        </p:tgtEl>
                                        <p:attrNameLst>
                                          <p:attrName>ppt_y</p:attrName>
                                        </p:attrNameLst>
                                      </p:cBhvr>
                                      <p:tavLst>
                                        <p:tav tm="0">
                                          <p:val>
                                            <p:strVal val="#ppt_y+.1"/>
                                          </p:val>
                                        </p:tav>
                                        <p:tav tm="100000">
                                          <p:val>
                                            <p:strVal val="#ppt_y"/>
                                          </p:val>
                                        </p:tav>
                                      </p:tavLst>
                                    </p:anim>
                                    <p:animEffect transition="in" filter="fade">
                                      <p:cBhvr>
                                        <p:cTn id="146" dur="1000" decel="50000">
                                          <p:stCondLst>
                                            <p:cond delay="0"/>
                                          </p:stCondLst>
                                        </p:cTn>
                                        <p:tgtEl>
                                          <p:spTgt spid="46139"/>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5" presetClass="entr" presetSubtype="0" fill="hold" grpId="0" nodeType="clickEffect">
                                  <p:stCondLst>
                                    <p:cond delay="0"/>
                                  </p:stCondLst>
                                  <p:childTnLst>
                                    <p:set>
                                      <p:cBhvr>
                                        <p:cTn id="150" dur="1" fill="hold">
                                          <p:stCondLst>
                                            <p:cond delay="0"/>
                                          </p:stCondLst>
                                        </p:cTn>
                                        <p:tgtEl>
                                          <p:spTgt spid="46140"/>
                                        </p:tgtEl>
                                        <p:attrNameLst>
                                          <p:attrName>style.visibility</p:attrName>
                                        </p:attrNameLst>
                                      </p:cBhvr>
                                      <p:to>
                                        <p:strVal val="visible"/>
                                      </p:to>
                                    </p:set>
                                    <p:anim calcmode="lin" valueType="num">
                                      <p:cBhvr>
                                        <p:cTn id="151" dur="500" decel="50000" fill="hold">
                                          <p:stCondLst>
                                            <p:cond delay="0"/>
                                          </p:stCondLst>
                                        </p:cTn>
                                        <p:tgtEl>
                                          <p:spTgt spid="46140"/>
                                        </p:tgtEl>
                                        <p:attrNameLst>
                                          <p:attrName>style.rotation</p:attrName>
                                        </p:attrNameLst>
                                      </p:cBhvr>
                                      <p:tavLst>
                                        <p:tav tm="0">
                                          <p:val>
                                            <p:fltVal val="-90"/>
                                          </p:val>
                                        </p:tav>
                                        <p:tav tm="100000">
                                          <p:val>
                                            <p:fltVal val="0"/>
                                          </p:val>
                                        </p:tav>
                                      </p:tavLst>
                                    </p:anim>
                                    <p:anim calcmode="lin" valueType="num">
                                      <p:cBhvr>
                                        <p:cTn id="152" dur="500" decel="50000" fill="hold">
                                          <p:stCondLst>
                                            <p:cond delay="0"/>
                                          </p:stCondLst>
                                        </p:cTn>
                                        <p:tgtEl>
                                          <p:spTgt spid="46140"/>
                                        </p:tgtEl>
                                        <p:attrNameLst>
                                          <p:attrName>ppt_w</p:attrName>
                                        </p:attrNameLst>
                                      </p:cBhvr>
                                      <p:tavLst>
                                        <p:tav tm="0">
                                          <p:val>
                                            <p:strVal val="#ppt_w"/>
                                          </p:val>
                                        </p:tav>
                                        <p:tav tm="100000">
                                          <p:val>
                                            <p:strVal val="#ppt_w*.05"/>
                                          </p:val>
                                        </p:tav>
                                      </p:tavLst>
                                    </p:anim>
                                    <p:anim calcmode="lin" valueType="num">
                                      <p:cBhvr>
                                        <p:cTn id="153" dur="500" accel="50000" fill="hold">
                                          <p:stCondLst>
                                            <p:cond delay="500"/>
                                          </p:stCondLst>
                                        </p:cTn>
                                        <p:tgtEl>
                                          <p:spTgt spid="46140"/>
                                        </p:tgtEl>
                                        <p:attrNameLst>
                                          <p:attrName>ppt_w</p:attrName>
                                        </p:attrNameLst>
                                      </p:cBhvr>
                                      <p:tavLst>
                                        <p:tav tm="0">
                                          <p:val>
                                            <p:strVal val="#ppt_w*.05"/>
                                          </p:val>
                                        </p:tav>
                                        <p:tav tm="100000">
                                          <p:val>
                                            <p:strVal val="#ppt_w"/>
                                          </p:val>
                                        </p:tav>
                                      </p:tavLst>
                                    </p:anim>
                                    <p:anim calcmode="lin" valueType="num">
                                      <p:cBhvr>
                                        <p:cTn id="154" dur="1000" fill="hold"/>
                                        <p:tgtEl>
                                          <p:spTgt spid="46140"/>
                                        </p:tgtEl>
                                        <p:attrNameLst>
                                          <p:attrName>ppt_h</p:attrName>
                                        </p:attrNameLst>
                                      </p:cBhvr>
                                      <p:tavLst>
                                        <p:tav tm="0">
                                          <p:val>
                                            <p:strVal val="#ppt_h"/>
                                          </p:val>
                                        </p:tav>
                                        <p:tav tm="100000">
                                          <p:val>
                                            <p:strVal val="#ppt_h"/>
                                          </p:val>
                                        </p:tav>
                                      </p:tavLst>
                                    </p:anim>
                                    <p:anim calcmode="lin" valueType="num">
                                      <p:cBhvr>
                                        <p:cTn id="155" dur="500" decel="50000" fill="hold">
                                          <p:stCondLst>
                                            <p:cond delay="0"/>
                                          </p:stCondLst>
                                        </p:cTn>
                                        <p:tgtEl>
                                          <p:spTgt spid="46140"/>
                                        </p:tgtEl>
                                        <p:attrNameLst>
                                          <p:attrName>ppt_x</p:attrName>
                                        </p:attrNameLst>
                                      </p:cBhvr>
                                      <p:tavLst>
                                        <p:tav tm="0">
                                          <p:val>
                                            <p:strVal val="#ppt_x+.4"/>
                                          </p:val>
                                        </p:tav>
                                        <p:tav tm="100000">
                                          <p:val>
                                            <p:strVal val="#ppt_x"/>
                                          </p:val>
                                        </p:tav>
                                      </p:tavLst>
                                    </p:anim>
                                    <p:anim calcmode="lin" valueType="num">
                                      <p:cBhvr>
                                        <p:cTn id="156" dur="500" decel="50000" fill="hold">
                                          <p:stCondLst>
                                            <p:cond delay="0"/>
                                          </p:stCondLst>
                                        </p:cTn>
                                        <p:tgtEl>
                                          <p:spTgt spid="46140"/>
                                        </p:tgtEl>
                                        <p:attrNameLst>
                                          <p:attrName>ppt_y</p:attrName>
                                        </p:attrNameLst>
                                      </p:cBhvr>
                                      <p:tavLst>
                                        <p:tav tm="0">
                                          <p:val>
                                            <p:strVal val="#ppt_y-.2"/>
                                          </p:val>
                                        </p:tav>
                                        <p:tav tm="100000">
                                          <p:val>
                                            <p:strVal val="#ppt_y+.1"/>
                                          </p:val>
                                        </p:tav>
                                      </p:tavLst>
                                    </p:anim>
                                    <p:anim calcmode="lin" valueType="num">
                                      <p:cBhvr>
                                        <p:cTn id="157" dur="500" accel="50000" fill="hold">
                                          <p:stCondLst>
                                            <p:cond delay="500"/>
                                          </p:stCondLst>
                                        </p:cTn>
                                        <p:tgtEl>
                                          <p:spTgt spid="46140"/>
                                        </p:tgtEl>
                                        <p:attrNameLst>
                                          <p:attrName>ppt_y</p:attrName>
                                        </p:attrNameLst>
                                      </p:cBhvr>
                                      <p:tavLst>
                                        <p:tav tm="0">
                                          <p:val>
                                            <p:strVal val="#ppt_y+.1"/>
                                          </p:val>
                                        </p:tav>
                                        <p:tav tm="100000">
                                          <p:val>
                                            <p:strVal val="#ppt_y"/>
                                          </p:val>
                                        </p:tav>
                                      </p:tavLst>
                                    </p:anim>
                                    <p:animEffect transition="in" filter="fade">
                                      <p:cBhvr>
                                        <p:cTn id="158" dur="1000" decel="50000">
                                          <p:stCondLst>
                                            <p:cond delay="0"/>
                                          </p:stCondLst>
                                        </p:cTn>
                                        <p:tgtEl>
                                          <p:spTgt spid="46140"/>
                                        </p:tgtEl>
                                      </p:cBhvr>
                                    </p:animEffec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25" presetClass="entr" presetSubtype="0" fill="hold" grpId="0" nodeType="clickEffect">
                                  <p:stCondLst>
                                    <p:cond delay="0"/>
                                  </p:stCondLst>
                                  <p:childTnLst>
                                    <p:set>
                                      <p:cBhvr>
                                        <p:cTn id="162" dur="1" fill="hold">
                                          <p:stCondLst>
                                            <p:cond delay="0"/>
                                          </p:stCondLst>
                                        </p:cTn>
                                        <p:tgtEl>
                                          <p:spTgt spid="46141"/>
                                        </p:tgtEl>
                                        <p:attrNameLst>
                                          <p:attrName>style.visibility</p:attrName>
                                        </p:attrNameLst>
                                      </p:cBhvr>
                                      <p:to>
                                        <p:strVal val="visible"/>
                                      </p:to>
                                    </p:set>
                                    <p:anim calcmode="lin" valueType="num">
                                      <p:cBhvr>
                                        <p:cTn id="163" dur="500" decel="50000" fill="hold">
                                          <p:stCondLst>
                                            <p:cond delay="0"/>
                                          </p:stCondLst>
                                        </p:cTn>
                                        <p:tgtEl>
                                          <p:spTgt spid="46141"/>
                                        </p:tgtEl>
                                        <p:attrNameLst>
                                          <p:attrName>style.rotation</p:attrName>
                                        </p:attrNameLst>
                                      </p:cBhvr>
                                      <p:tavLst>
                                        <p:tav tm="0">
                                          <p:val>
                                            <p:fltVal val="-90"/>
                                          </p:val>
                                        </p:tav>
                                        <p:tav tm="100000">
                                          <p:val>
                                            <p:fltVal val="0"/>
                                          </p:val>
                                        </p:tav>
                                      </p:tavLst>
                                    </p:anim>
                                    <p:anim calcmode="lin" valueType="num">
                                      <p:cBhvr>
                                        <p:cTn id="164" dur="500" decel="50000" fill="hold">
                                          <p:stCondLst>
                                            <p:cond delay="0"/>
                                          </p:stCondLst>
                                        </p:cTn>
                                        <p:tgtEl>
                                          <p:spTgt spid="46141"/>
                                        </p:tgtEl>
                                        <p:attrNameLst>
                                          <p:attrName>ppt_w</p:attrName>
                                        </p:attrNameLst>
                                      </p:cBhvr>
                                      <p:tavLst>
                                        <p:tav tm="0">
                                          <p:val>
                                            <p:strVal val="#ppt_w"/>
                                          </p:val>
                                        </p:tav>
                                        <p:tav tm="100000">
                                          <p:val>
                                            <p:strVal val="#ppt_w*.05"/>
                                          </p:val>
                                        </p:tav>
                                      </p:tavLst>
                                    </p:anim>
                                    <p:anim calcmode="lin" valueType="num">
                                      <p:cBhvr>
                                        <p:cTn id="165" dur="500" accel="50000" fill="hold">
                                          <p:stCondLst>
                                            <p:cond delay="500"/>
                                          </p:stCondLst>
                                        </p:cTn>
                                        <p:tgtEl>
                                          <p:spTgt spid="46141"/>
                                        </p:tgtEl>
                                        <p:attrNameLst>
                                          <p:attrName>ppt_w</p:attrName>
                                        </p:attrNameLst>
                                      </p:cBhvr>
                                      <p:tavLst>
                                        <p:tav tm="0">
                                          <p:val>
                                            <p:strVal val="#ppt_w*.05"/>
                                          </p:val>
                                        </p:tav>
                                        <p:tav tm="100000">
                                          <p:val>
                                            <p:strVal val="#ppt_w"/>
                                          </p:val>
                                        </p:tav>
                                      </p:tavLst>
                                    </p:anim>
                                    <p:anim calcmode="lin" valueType="num">
                                      <p:cBhvr>
                                        <p:cTn id="166" dur="1000" fill="hold"/>
                                        <p:tgtEl>
                                          <p:spTgt spid="46141"/>
                                        </p:tgtEl>
                                        <p:attrNameLst>
                                          <p:attrName>ppt_h</p:attrName>
                                        </p:attrNameLst>
                                      </p:cBhvr>
                                      <p:tavLst>
                                        <p:tav tm="0">
                                          <p:val>
                                            <p:strVal val="#ppt_h"/>
                                          </p:val>
                                        </p:tav>
                                        <p:tav tm="100000">
                                          <p:val>
                                            <p:strVal val="#ppt_h"/>
                                          </p:val>
                                        </p:tav>
                                      </p:tavLst>
                                    </p:anim>
                                    <p:anim calcmode="lin" valueType="num">
                                      <p:cBhvr>
                                        <p:cTn id="167" dur="500" decel="50000" fill="hold">
                                          <p:stCondLst>
                                            <p:cond delay="0"/>
                                          </p:stCondLst>
                                        </p:cTn>
                                        <p:tgtEl>
                                          <p:spTgt spid="46141"/>
                                        </p:tgtEl>
                                        <p:attrNameLst>
                                          <p:attrName>ppt_x</p:attrName>
                                        </p:attrNameLst>
                                      </p:cBhvr>
                                      <p:tavLst>
                                        <p:tav tm="0">
                                          <p:val>
                                            <p:strVal val="#ppt_x+.4"/>
                                          </p:val>
                                        </p:tav>
                                        <p:tav tm="100000">
                                          <p:val>
                                            <p:strVal val="#ppt_x"/>
                                          </p:val>
                                        </p:tav>
                                      </p:tavLst>
                                    </p:anim>
                                    <p:anim calcmode="lin" valueType="num">
                                      <p:cBhvr>
                                        <p:cTn id="168" dur="500" decel="50000" fill="hold">
                                          <p:stCondLst>
                                            <p:cond delay="0"/>
                                          </p:stCondLst>
                                        </p:cTn>
                                        <p:tgtEl>
                                          <p:spTgt spid="46141"/>
                                        </p:tgtEl>
                                        <p:attrNameLst>
                                          <p:attrName>ppt_y</p:attrName>
                                        </p:attrNameLst>
                                      </p:cBhvr>
                                      <p:tavLst>
                                        <p:tav tm="0">
                                          <p:val>
                                            <p:strVal val="#ppt_y-.2"/>
                                          </p:val>
                                        </p:tav>
                                        <p:tav tm="100000">
                                          <p:val>
                                            <p:strVal val="#ppt_y+.1"/>
                                          </p:val>
                                        </p:tav>
                                      </p:tavLst>
                                    </p:anim>
                                    <p:anim calcmode="lin" valueType="num">
                                      <p:cBhvr>
                                        <p:cTn id="169" dur="500" accel="50000" fill="hold">
                                          <p:stCondLst>
                                            <p:cond delay="500"/>
                                          </p:stCondLst>
                                        </p:cTn>
                                        <p:tgtEl>
                                          <p:spTgt spid="46141"/>
                                        </p:tgtEl>
                                        <p:attrNameLst>
                                          <p:attrName>ppt_y</p:attrName>
                                        </p:attrNameLst>
                                      </p:cBhvr>
                                      <p:tavLst>
                                        <p:tav tm="0">
                                          <p:val>
                                            <p:strVal val="#ppt_y+.1"/>
                                          </p:val>
                                        </p:tav>
                                        <p:tav tm="100000">
                                          <p:val>
                                            <p:strVal val="#ppt_y"/>
                                          </p:val>
                                        </p:tav>
                                      </p:tavLst>
                                    </p:anim>
                                    <p:animEffect transition="in" filter="fade">
                                      <p:cBhvr>
                                        <p:cTn id="170" dur="1000" decel="50000">
                                          <p:stCondLst>
                                            <p:cond delay="0"/>
                                          </p:stCondLst>
                                        </p:cTn>
                                        <p:tgtEl>
                                          <p:spTgt spid="46141"/>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25" presetClass="entr" presetSubtype="0" fill="hold" grpId="0" nodeType="clickEffect">
                                  <p:stCondLst>
                                    <p:cond delay="0"/>
                                  </p:stCondLst>
                                  <p:childTnLst>
                                    <p:set>
                                      <p:cBhvr>
                                        <p:cTn id="174" dur="1" fill="hold">
                                          <p:stCondLst>
                                            <p:cond delay="0"/>
                                          </p:stCondLst>
                                        </p:cTn>
                                        <p:tgtEl>
                                          <p:spTgt spid="46142"/>
                                        </p:tgtEl>
                                        <p:attrNameLst>
                                          <p:attrName>style.visibility</p:attrName>
                                        </p:attrNameLst>
                                      </p:cBhvr>
                                      <p:to>
                                        <p:strVal val="visible"/>
                                      </p:to>
                                    </p:set>
                                    <p:anim calcmode="lin" valueType="num">
                                      <p:cBhvr>
                                        <p:cTn id="175" dur="500" decel="50000" fill="hold">
                                          <p:stCondLst>
                                            <p:cond delay="0"/>
                                          </p:stCondLst>
                                        </p:cTn>
                                        <p:tgtEl>
                                          <p:spTgt spid="46142"/>
                                        </p:tgtEl>
                                        <p:attrNameLst>
                                          <p:attrName>style.rotation</p:attrName>
                                        </p:attrNameLst>
                                      </p:cBhvr>
                                      <p:tavLst>
                                        <p:tav tm="0">
                                          <p:val>
                                            <p:fltVal val="-90"/>
                                          </p:val>
                                        </p:tav>
                                        <p:tav tm="100000">
                                          <p:val>
                                            <p:fltVal val="0"/>
                                          </p:val>
                                        </p:tav>
                                      </p:tavLst>
                                    </p:anim>
                                    <p:anim calcmode="lin" valueType="num">
                                      <p:cBhvr>
                                        <p:cTn id="176" dur="500" decel="50000" fill="hold">
                                          <p:stCondLst>
                                            <p:cond delay="0"/>
                                          </p:stCondLst>
                                        </p:cTn>
                                        <p:tgtEl>
                                          <p:spTgt spid="46142"/>
                                        </p:tgtEl>
                                        <p:attrNameLst>
                                          <p:attrName>ppt_w</p:attrName>
                                        </p:attrNameLst>
                                      </p:cBhvr>
                                      <p:tavLst>
                                        <p:tav tm="0">
                                          <p:val>
                                            <p:strVal val="#ppt_w"/>
                                          </p:val>
                                        </p:tav>
                                        <p:tav tm="100000">
                                          <p:val>
                                            <p:strVal val="#ppt_w*.05"/>
                                          </p:val>
                                        </p:tav>
                                      </p:tavLst>
                                    </p:anim>
                                    <p:anim calcmode="lin" valueType="num">
                                      <p:cBhvr>
                                        <p:cTn id="177" dur="500" accel="50000" fill="hold">
                                          <p:stCondLst>
                                            <p:cond delay="500"/>
                                          </p:stCondLst>
                                        </p:cTn>
                                        <p:tgtEl>
                                          <p:spTgt spid="46142"/>
                                        </p:tgtEl>
                                        <p:attrNameLst>
                                          <p:attrName>ppt_w</p:attrName>
                                        </p:attrNameLst>
                                      </p:cBhvr>
                                      <p:tavLst>
                                        <p:tav tm="0">
                                          <p:val>
                                            <p:strVal val="#ppt_w*.05"/>
                                          </p:val>
                                        </p:tav>
                                        <p:tav tm="100000">
                                          <p:val>
                                            <p:strVal val="#ppt_w"/>
                                          </p:val>
                                        </p:tav>
                                      </p:tavLst>
                                    </p:anim>
                                    <p:anim calcmode="lin" valueType="num">
                                      <p:cBhvr>
                                        <p:cTn id="178" dur="1000" fill="hold"/>
                                        <p:tgtEl>
                                          <p:spTgt spid="46142"/>
                                        </p:tgtEl>
                                        <p:attrNameLst>
                                          <p:attrName>ppt_h</p:attrName>
                                        </p:attrNameLst>
                                      </p:cBhvr>
                                      <p:tavLst>
                                        <p:tav tm="0">
                                          <p:val>
                                            <p:strVal val="#ppt_h"/>
                                          </p:val>
                                        </p:tav>
                                        <p:tav tm="100000">
                                          <p:val>
                                            <p:strVal val="#ppt_h"/>
                                          </p:val>
                                        </p:tav>
                                      </p:tavLst>
                                    </p:anim>
                                    <p:anim calcmode="lin" valueType="num">
                                      <p:cBhvr>
                                        <p:cTn id="179" dur="500" decel="50000" fill="hold">
                                          <p:stCondLst>
                                            <p:cond delay="0"/>
                                          </p:stCondLst>
                                        </p:cTn>
                                        <p:tgtEl>
                                          <p:spTgt spid="46142"/>
                                        </p:tgtEl>
                                        <p:attrNameLst>
                                          <p:attrName>ppt_x</p:attrName>
                                        </p:attrNameLst>
                                      </p:cBhvr>
                                      <p:tavLst>
                                        <p:tav tm="0">
                                          <p:val>
                                            <p:strVal val="#ppt_x+.4"/>
                                          </p:val>
                                        </p:tav>
                                        <p:tav tm="100000">
                                          <p:val>
                                            <p:strVal val="#ppt_x"/>
                                          </p:val>
                                        </p:tav>
                                      </p:tavLst>
                                    </p:anim>
                                    <p:anim calcmode="lin" valueType="num">
                                      <p:cBhvr>
                                        <p:cTn id="180" dur="500" decel="50000" fill="hold">
                                          <p:stCondLst>
                                            <p:cond delay="0"/>
                                          </p:stCondLst>
                                        </p:cTn>
                                        <p:tgtEl>
                                          <p:spTgt spid="46142"/>
                                        </p:tgtEl>
                                        <p:attrNameLst>
                                          <p:attrName>ppt_y</p:attrName>
                                        </p:attrNameLst>
                                      </p:cBhvr>
                                      <p:tavLst>
                                        <p:tav tm="0">
                                          <p:val>
                                            <p:strVal val="#ppt_y-.2"/>
                                          </p:val>
                                        </p:tav>
                                        <p:tav tm="100000">
                                          <p:val>
                                            <p:strVal val="#ppt_y+.1"/>
                                          </p:val>
                                        </p:tav>
                                      </p:tavLst>
                                    </p:anim>
                                    <p:anim calcmode="lin" valueType="num">
                                      <p:cBhvr>
                                        <p:cTn id="181" dur="500" accel="50000" fill="hold">
                                          <p:stCondLst>
                                            <p:cond delay="500"/>
                                          </p:stCondLst>
                                        </p:cTn>
                                        <p:tgtEl>
                                          <p:spTgt spid="46142"/>
                                        </p:tgtEl>
                                        <p:attrNameLst>
                                          <p:attrName>ppt_y</p:attrName>
                                        </p:attrNameLst>
                                      </p:cBhvr>
                                      <p:tavLst>
                                        <p:tav tm="0">
                                          <p:val>
                                            <p:strVal val="#ppt_y+.1"/>
                                          </p:val>
                                        </p:tav>
                                        <p:tav tm="100000">
                                          <p:val>
                                            <p:strVal val="#ppt_y"/>
                                          </p:val>
                                        </p:tav>
                                      </p:tavLst>
                                    </p:anim>
                                    <p:animEffect transition="in" filter="fade">
                                      <p:cBhvr>
                                        <p:cTn id="182" dur="1000" decel="50000">
                                          <p:stCondLst>
                                            <p:cond delay="0"/>
                                          </p:stCondLst>
                                        </p:cTn>
                                        <p:tgtEl>
                                          <p:spTgt spid="46142"/>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25" presetClass="entr" presetSubtype="0" fill="hold" grpId="0" nodeType="clickEffect">
                                  <p:stCondLst>
                                    <p:cond delay="0"/>
                                  </p:stCondLst>
                                  <p:childTnLst>
                                    <p:set>
                                      <p:cBhvr>
                                        <p:cTn id="186" dur="1" fill="hold">
                                          <p:stCondLst>
                                            <p:cond delay="0"/>
                                          </p:stCondLst>
                                        </p:cTn>
                                        <p:tgtEl>
                                          <p:spTgt spid="46143"/>
                                        </p:tgtEl>
                                        <p:attrNameLst>
                                          <p:attrName>style.visibility</p:attrName>
                                        </p:attrNameLst>
                                      </p:cBhvr>
                                      <p:to>
                                        <p:strVal val="visible"/>
                                      </p:to>
                                    </p:set>
                                    <p:anim calcmode="lin" valueType="num">
                                      <p:cBhvr>
                                        <p:cTn id="187" dur="500" decel="50000" fill="hold">
                                          <p:stCondLst>
                                            <p:cond delay="0"/>
                                          </p:stCondLst>
                                        </p:cTn>
                                        <p:tgtEl>
                                          <p:spTgt spid="46143"/>
                                        </p:tgtEl>
                                        <p:attrNameLst>
                                          <p:attrName>style.rotation</p:attrName>
                                        </p:attrNameLst>
                                      </p:cBhvr>
                                      <p:tavLst>
                                        <p:tav tm="0">
                                          <p:val>
                                            <p:fltVal val="-90"/>
                                          </p:val>
                                        </p:tav>
                                        <p:tav tm="100000">
                                          <p:val>
                                            <p:fltVal val="0"/>
                                          </p:val>
                                        </p:tav>
                                      </p:tavLst>
                                    </p:anim>
                                    <p:anim calcmode="lin" valueType="num">
                                      <p:cBhvr>
                                        <p:cTn id="188" dur="500" decel="50000" fill="hold">
                                          <p:stCondLst>
                                            <p:cond delay="0"/>
                                          </p:stCondLst>
                                        </p:cTn>
                                        <p:tgtEl>
                                          <p:spTgt spid="46143"/>
                                        </p:tgtEl>
                                        <p:attrNameLst>
                                          <p:attrName>ppt_w</p:attrName>
                                        </p:attrNameLst>
                                      </p:cBhvr>
                                      <p:tavLst>
                                        <p:tav tm="0">
                                          <p:val>
                                            <p:strVal val="#ppt_w"/>
                                          </p:val>
                                        </p:tav>
                                        <p:tav tm="100000">
                                          <p:val>
                                            <p:strVal val="#ppt_w*.05"/>
                                          </p:val>
                                        </p:tav>
                                      </p:tavLst>
                                    </p:anim>
                                    <p:anim calcmode="lin" valueType="num">
                                      <p:cBhvr>
                                        <p:cTn id="189" dur="500" accel="50000" fill="hold">
                                          <p:stCondLst>
                                            <p:cond delay="500"/>
                                          </p:stCondLst>
                                        </p:cTn>
                                        <p:tgtEl>
                                          <p:spTgt spid="46143"/>
                                        </p:tgtEl>
                                        <p:attrNameLst>
                                          <p:attrName>ppt_w</p:attrName>
                                        </p:attrNameLst>
                                      </p:cBhvr>
                                      <p:tavLst>
                                        <p:tav tm="0">
                                          <p:val>
                                            <p:strVal val="#ppt_w*.05"/>
                                          </p:val>
                                        </p:tav>
                                        <p:tav tm="100000">
                                          <p:val>
                                            <p:strVal val="#ppt_w"/>
                                          </p:val>
                                        </p:tav>
                                      </p:tavLst>
                                    </p:anim>
                                    <p:anim calcmode="lin" valueType="num">
                                      <p:cBhvr>
                                        <p:cTn id="190" dur="1000" fill="hold"/>
                                        <p:tgtEl>
                                          <p:spTgt spid="46143"/>
                                        </p:tgtEl>
                                        <p:attrNameLst>
                                          <p:attrName>ppt_h</p:attrName>
                                        </p:attrNameLst>
                                      </p:cBhvr>
                                      <p:tavLst>
                                        <p:tav tm="0">
                                          <p:val>
                                            <p:strVal val="#ppt_h"/>
                                          </p:val>
                                        </p:tav>
                                        <p:tav tm="100000">
                                          <p:val>
                                            <p:strVal val="#ppt_h"/>
                                          </p:val>
                                        </p:tav>
                                      </p:tavLst>
                                    </p:anim>
                                    <p:anim calcmode="lin" valueType="num">
                                      <p:cBhvr>
                                        <p:cTn id="191" dur="500" decel="50000" fill="hold">
                                          <p:stCondLst>
                                            <p:cond delay="0"/>
                                          </p:stCondLst>
                                        </p:cTn>
                                        <p:tgtEl>
                                          <p:spTgt spid="46143"/>
                                        </p:tgtEl>
                                        <p:attrNameLst>
                                          <p:attrName>ppt_x</p:attrName>
                                        </p:attrNameLst>
                                      </p:cBhvr>
                                      <p:tavLst>
                                        <p:tav tm="0">
                                          <p:val>
                                            <p:strVal val="#ppt_x+.4"/>
                                          </p:val>
                                        </p:tav>
                                        <p:tav tm="100000">
                                          <p:val>
                                            <p:strVal val="#ppt_x"/>
                                          </p:val>
                                        </p:tav>
                                      </p:tavLst>
                                    </p:anim>
                                    <p:anim calcmode="lin" valueType="num">
                                      <p:cBhvr>
                                        <p:cTn id="192" dur="500" decel="50000" fill="hold">
                                          <p:stCondLst>
                                            <p:cond delay="0"/>
                                          </p:stCondLst>
                                        </p:cTn>
                                        <p:tgtEl>
                                          <p:spTgt spid="46143"/>
                                        </p:tgtEl>
                                        <p:attrNameLst>
                                          <p:attrName>ppt_y</p:attrName>
                                        </p:attrNameLst>
                                      </p:cBhvr>
                                      <p:tavLst>
                                        <p:tav tm="0">
                                          <p:val>
                                            <p:strVal val="#ppt_y-.2"/>
                                          </p:val>
                                        </p:tav>
                                        <p:tav tm="100000">
                                          <p:val>
                                            <p:strVal val="#ppt_y+.1"/>
                                          </p:val>
                                        </p:tav>
                                      </p:tavLst>
                                    </p:anim>
                                    <p:anim calcmode="lin" valueType="num">
                                      <p:cBhvr>
                                        <p:cTn id="193" dur="500" accel="50000" fill="hold">
                                          <p:stCondLst>
                                            <p:cond delay="500"/>
                                          </p:stCondLst>
                                        </p:cTn>
                                        <p:tgtEl>
                                          <p:spTgt spid="46143"/>
                                        </p:tgtEl>
                                        <p:attrNameLst>
                                          <p:attrName>ppt_y</p:attrName>
                                        </p:attrNameLst>
                                      </p:cBhvr>
                                      <p:tavLst>
                                        <p:tav tm="0">
                                          <p:val>
                                            <p:strVal val="#ppt_y+.1"/>
                                          </p:val>
                                        </p:tav>
                                        <p:tav tm="100000">
                                          <p:val>
                                            <p:strVal val="#ppt_y"/>
                                          </p:val>
                                        </p:tav>
                                      </p:tavLst>
                                    </p:anim>
                                    <p:animEffect transition="in" filter="fade">
                                      <p:cBhvr>
                                        <p:cTn id="194" dur="1000" decel="50000">
                                          <p:stCondLst>
                                            <p:cond delay="0"/>
                                          </p:stCondLst>
                                        </p:cTn>
                                        <p:tgtEl>
                                          <p:spTgt spid="46143"/>
                                        </p:tgtEl>
                                      </p:cBhvr>
                                    </p:animEffect>
                                  </p:childTnLst>
                                </p:cTn>
                              </p:par>
                            </p:childTnLst>
                          </p:cTn>
                        </p:par>
                      </p:childTnLst>
                    </p:cTn>
                  </p:par>
                  <p:par>
                    <p:cTn id="195" fill="hold" nodeType="clickPar">
                      <p:stCondLst>
                        <p:cond delay="indefinite"/>
                      </p:stCondLst>
                      <p:childTnLst>
                        <p:par>
                          <p:cTn id="196" fill="hold" nodeType="withGroup">
                            <p:stCondLst>
                              <p:cond delay="0"/>
                            </p:stCondLst>
                            <p:childTnLst>
                              <p:par>
                                <p:cTn id="197" presetID="25" presetClass="entr" presetSubtype="0" fill="hold" grpId="0" nodeType="clickEffect">
                                  <p:stCondLst>
                                    <p:cond delay="0"/>
                                  </p:stCondLst>
                                  <p:childTnLst>
                                    <p:set>
                                      <p:cBhvr>
                                        <p:cTn id="198" dur="1" fill="hold">
                                          <p:stCondLst>
                                            <p:cond delay="0"/>
                                          </p:stCondLst>
                                        </p:cTn>
                                        <p:tgtEl>
                                          <p:spTgt spid="46144"/>
                                        </p:tgtEl>
                                        <p:attrNameLst>
                                          <p:attrName>style.visibility</p:attrName>
                                        </p:attrNameLst>
                                      </p:cBhvr>
                                      <p:to>
                                        <p:strVal val="visible"/>
                                      </p:to>
                                    </p:set>
                                    <p:anim calcmode="lin" valueType="num">
                                      <p:cBhvr>
                                        <p:cTn id="199" dur="500" decel="50000" fill="hold">
                                          <p:stCondLst>
                                            <p:cond delay="0"/>
                                          </p:stCondLst>
                                        </p:cTn>
                                        <p:tgtEl>
                                          <p:spTgt spid="46144"/>
                                        </p:tgtEl>
                                        <p:attrNameLst>
                                          <p:attrName>style.rotation</p:attrName>
                                        </p:attrNameLst>
                                      </p:cBhvr>
                                      <p:tavLst>
                                        <p:tav tm="0">
                                          <p:val>
                                            <p:fltVal val="-90"/>
                                          </p:val>
                                        </p:tav>
                                        <p:tav tm="100000">
                                          <p:val>
                                            <p:fltVal val="0"/>
                                          </p:val>
                                        </p:tav>
                                      </p:tavLst>
                                    </p:anim>
                                    <p:anim calcmode="lin" valueType="num">
                                      <p:cBhvr>
                                        <p:cTn id="200" dur="500" decel="50000" fill="hold">
                                          <p:stCondLst>
                                            <p:cond delay="0"/>
                                          </p:stCondLst>
                                        </p:cTn>
                                        <p:tgtEl>
                                          <p:spTgt spid="46144"/>
                                        </p:tgtEl>
                                        <p:attrNameLst>
                                          <p:attrName>ppt_w</p:attrName>
                                        </p:attrNameLst>
                                      </p:cBhvr>
                                      <p:tavLst>
                                        <p:tav tm="0">
                                          <p:val>
                                            <p:strVal val="#ppt_w"/>
                                          </p:val>
                                        </p:tav>
                                        <p:tav tm="100000">
                                          <p:val>
                                            <p:strVal val="#ppt_w*.05"/>
                                          </p:val>
                                        </p:tav>
                                      </p:tavLst>
                                    </p:anim>
                                    <p:anim calcmode="lin" valueType="num">
                                      <p:cBhvr>
                                        <p:cTn id="201" dur="500" accel="50000" fill="hold">
                                          <p:stCondLst>
                                            <p:cond delay="500"/>
                                          </p:stCondLst>
                                        </p:cTn>
                                        <p:tgtEl>
                                          <p:spTgt spid="46144"/>
                                        </p:tgtEl>
                                        <p:attrNameLst>
                                          <p:attrName>ppt_w</p:attrName>
                                        </p:attrNameLst>
                                      </p:cBhvr>
                                      <p:tavLst>
                                        <p:tav tm="0">
                                          <p:val>
                                            <p:strVal val="#ppt_w*.05"/>
                                          </p:val>
                                        </p:tav>
                                        <p:tav tm="100000">
                                          <p:val>
                                            <p:strVal val="#ppt_w"/>
                                          </p:val>
                                        </p:tav>
                                      </p:tavLst>
                                    </p:anim>
                                    <p:anim calcmode="lin" valueType="num">
                                      <p:cBhvr>
                                        <p:cTn id="202" dur="1000" fill="hold"/>
                                        <p:tgtEl>
                                          <p:spTgt spid="46144"/>
                                        </p:tgtEl>
                                        <p:attrNameLst>
                                          <p:attrName>ppt_h</p:attrName>
                                        </p:attrNameLst>
                                      </p:cBhvr>
                                      <p:tavLst>
                                        <p:tav tm="0">
                                          <p:val>
                                            <p:strVal val="#ppt_h"/>
                                          </p:val>
                                        </p:tav>
                                        <p:tav tm="100000">
                                          <p:val>
                                            <p:strVal val="#ppt_h"/>
                                          </p:val>
                                        </p:tav>
                                      </p:tavLst>
                                    </p:anim>
                                    <p:anim calcmode="lin" valueType="num">
                                      <p:cBhvr>
                                        <p:cTn id="203" dur="500" decel="50000" fill="hold">
                                          <p:stCondLst>
                                            <p:cond delay="0"/>
                                          </p:stCondLst>
                                        </p:cTn>
                                        <p:tgtEl>
                                          <p:spTgt spid="46144"/>
                                        </p:tgtEl>
                                        <p:attrNameLst>
                                          <p:attrName>ppt_x</p:attrName>
                                        </p:attrNameLst>
                                      </p:cBhvr>
                                      <p:tavLst>
                                        <p:tav tm="0">
                                          <p:val>
                                            <p:strVal val="#ppt_x+.4"/>
                                          </p:val>
                                        </p:tav>
                                        <p:tav tm="100000">
                                          <p:val>
                                            <p:strVal val="#ppt_x"/>
                                          </p:val>
                                        </p:tav>
                                      </p:tavLst>
                                    </p:anim>
                                    <p:anim calcmode="lin" valueType="num">
                                      <p:cBhvr>
                                        <p:cTn id="204" dur="500" decel="50000" fill="hold">
                                          <p:stCondLst>
                                            <p:cond delay="0"/>
                                          </p:stCondLst>
                                        </p:cTn>
                                        <p:tgtEl>
                                          <p:spTgt spid="46144"/>
                                        </p:tgtEl>
                                        <p:attrNameLst>
                                          <p:attrName>ppt_y</p:attrName>
                                        </p:attrNameLst>
                                      </p:cBhvr>
                                      <p:tavLst>
                                        <p:tav tm="0">
                                          <p:val>
                                            <p:strVal val="#ppt_y-.2"/>
                                          </p:val>
                                        </p:tav>
                                        <p:tav tm="100000">
                                          <p:val>
                                            <p:strVal val="#ppt_y+.1"/>
                                          </p:val>
                                        </p:tav>
                                      </p:tavLst>
                                    </p:anim>
                                    <p:anim calcmode="lin" valueType="num">
                                      <p:cBhvr>
                                        <p:cTn id="205" dur="500" accel="50000" fill="hold">
                                          <p:stCondLst>
                                            <p:cond delay="500"/>
                                          </p:stCondLst>
                                        </p:cTn>
                                        <p:tgtEl>
                                          <p:spTgt spid="46144"/>
                                        </p:tgtEl>
                                        <p:attrNameLst>
                                          <p:attrName>ppt_y</p:attrName>
                                        </p:attrNameLst>
                                      </p:cBhvr>
                                      <p:tavLst>
                                        <p:tav tm="0">
                                          <p:val>
                                            <p:strVal val="#ppt_y+.1"/>
                                          </p:val>
                                        </p:tav>
                                        <p:tav tm="100000">
                                          <p:val>
                                            <p:strVal val="#ppt_y"/>
                                          </p:val>
                                        </p:tav>
                                      </p:tavLst>
                                    </p:anim>
                                    <p:animEffect transition="in" filter="fade">
                                      <p:cBhvr>
                                        <p:cTn id="206" dur="1000" decel="50000">
                                          <p:stCondLst>
                                            <p:cond delay="0"/>
                                          </p:stCondLst>
                                        </p:cTn>
                                        <p:tgtEl>
                                          <p:spTgt spid="46144"/>
                                        </p:tgtEl>
                                      </p:cBhvr>
                                    </p:animEffect>
                                  </p:childTnLst>
                                </p:cTn>
                              </p:par>
                            </p:childTnLst>
                          </p:cTn>
                        </p:par>
                      </p:childTnLst>
                    </p:cTn>
                  </p:par>
                  <p:par>
                    <p:cTn id="207" fill="hold" nodeType="clickPar">
                      <p:stCondLst>
                        <p:cond delay="indefinite"/>
                      </p:stCondLst>
                      <p:childTnLst>
                        <p:par>
                          <p:cTn id="208" fill="hold" nodeType="withGroup">
                            <p:stCondLst>
                              <p:cond delay="0"/>
                            </p:stCondLst>
                            <p:childTnLst>
                              <p:par>
                                <p:cTn id="209" presetID="25" presetClass="entr" presetSubtype="0" fill="hold" grpId="0" nodeType="clickEffect">
                                  <p:stCondLst>
                                    <p:cond delay="0"/>
                                  </p:stCondLst>
                                  <p:childTnLst>
                                    <p:set>
                                      <p:cBhvr>
                                        <p:cTn id="210" dur="1" fill="hold">
                                          <p:stCondLst>
                                            <p:cond delay="0"/>
                                          </p:stCondLst>
                                        </p:cTn>
                                        <p:tgtEl>
                                          <p:spTgt spid="46147"/>
                                        </p:tgtEl>
                                        <p:attrNameLst>
                                          <p:attrName>style.visibility</p:attrName>
                                        </p:attrNameLst>
                                      </p:cBhvr>
                                      <p:to>
                                        <p:strVal val="visible"/>
                                      </p:to>
                                    </p:set>
                                    <p:anim calcmode="lin" valueType="num">
                                      <p:cBhvr>
                                        <p:cTn id="211" dur="500" decel="50000" fill="hold">
                                          <p:stCondLst>
                                            <p:cond delay="0"/>
                                          </p:stCondLst>
                                        </p:cTn>
                                        <p:tgtEl>
                                          <p:spTgt spid="46147"/>
                                        </p:tgtEl>
                                        <p:attrNameLst>
                                          <p:attrName>style.rotation</p:attrName>
                                        </p:attrNameLst>
                                      </p:cBhvr>
                                      <p:tavLst>
                                        <p:tav tm="0">
                                          <p:val>
                                            <p:fltVal val="-90"/>
                                          </p:val>
                                        </p:tav>
                                        <p:tav tm="100000">
                                          <p:val>
                                            <p:fltVal val="0"/>
                                          </p:val>
                                        </p:tav>
                                      </p:tavLst>
                                    </p:anim>
                                    <p:anim calcmode="lin" valueType="num">
                                      <p:cBhvr>
                                        <p:cTn id="212" dur="500" decel="50000" fill="hold">
                                          <p:stCondLst>
                                            <p:cond delay="0"/>
                                          </p:stCondLst>
                                        </p:cTn>
                                        <p:tgtEl>
                                          <p:spTgt spid="46147"/>
                                        </p:tgtEl>
                                        <p:attrNameLst>
                                          <p:attrName>ppt_w</p:attrName>
                                        </p:attrNameLst>
                                      </p:cBhvr>
                                      <p:tavLst>
                                        <p:tav tm="0">
                                          <p:val>
                                            <p:strVal val="#ppt_w"/>
                                          </p:val>
                                        </p:tav>
                                        <p:tav tm="100000">
                                          <p:val>
                                            <p:strVal val="#ppt_w*.05"/>
                                          </p:val>
                                        </p:tav>
                                      </p:tavLst>
                                    </p:anim>
                                    <p:anim calcmode="lin" valueType="num">
                                      <p:cBhvr>
                                        <p:cTn id="213" dur="500" accel="50000" fill="hold">
                                          <p:stCondLst>
                                            <p:cond delay="500"/>
                                          </p:stCondLst>
                                        </p:cTn>
                                        <p:tgtEl>
                                          <p:spTgt spid="46147"/>
                                        </p:tgtEl>
                                        <p:attrNameLst>
                                          <p:attrName>ppt_w</p:attrName>
                                        </p:attrNameLst>
                                      </p:cBhvr>
                                      <p:tavLst>
                                        <p:tav tm="0">
                                          <p:val>
                                            <p:strVal val="#ppt_w*.05"/>
                                          </p:val>
                                        </p:tav>
                                        <p:tav tm="100000">
                                          <p:val>
                                            <p:strVal val="#ppt_w"/>
                                          </p:val>
                                        </p:tav>
                                      </p:tavLst>
                                    </p:anim>
                                    <p:anim calcmode="lin" valueType="num">
                                      <p:cBhvr>
                                        <p:cTn id="214" dur="1000" fill="hold"/>
                                        <p:tgtEl>
                                          <p:spTgt spid="46147"/>
                                        </p:tgtEl>
                                        <p:attrNameLst>
                                          <p:attrName>ppt_h</p:attrName>
                                        </p:attrNameLst>
                                      </p:cBhvr>
                                      <p:tavLst>
                                        <p:tav tm="0">
                                          <p:val>
                                            <p:strVal val="#ppt_h"/>
                                          </p:val>
                                        </p:tav>
                                        <p:tav tm="100000">
                                          <p:val>
                                            <p:strVal val="#ppt_h"/>
                                          </p:val>
                                        </p:tav>
                                      </p:tavLst>
                                    </p:anim>
                                    <p:anim calcmode="lin" valueType="num">
                                      <p:cBhvr>
                                        <p:cTn id="215" dur="500" decel="50000" fill="hold">
                                          <p:stCondLst>
                                            <p:cond delay="0"/>
                                          </p:stCondLst>
                                        </p:cTn>
                                        <p:tgtEl>
                                          <p:spTgt spid="46147"/>
                                        </p:tgtEl>
                                        <p:attrNameLst>
                                          <p:attrName>ppt_x</p:attrName>
                                        </p:attrNameLst>
                                      </p:cBhvr>
                                      <p:tavLst>
                                        <p:tav tm="0">
                                          <p:val>
                                            <p:strVal val="#ppt_x+.4"/>
                                          </p:val>
                                        </p:tav>
                                        <p:tav tm="100000">
                                          <p:val>
                                            <p:strVal val="#ppt_x"/>
                                          </p:val>
                                        </p:tav>
                                      </p:tavLst>
                                    </p:anim>
                                    <p:anim calcmode="lin" valueType="num">
                                      <p:cBhvr>
                                        <p:cTn id="216" dur="500" decel="50000" fill="hold">
                                          <p:stCondLst>
                                            <p:cond delay="0"/>
                                          </p:stCondLst>
                                        </p:cTn>
                                        <p:tgtEl>
                                          <p:spTgt spid="46147"/>
                                        </p:tgtEl>
                                        <p:attrNameLst>
                                          <p:attrName>ppt_y</p:attrName>
                                        </p:attrNameLst>
                                      </p:cBhvr>
                                      <p:tavLst>
                                        <p:tav tm="0">
                                          <p:val>
                                            <p:strVal val="#ppt_y-.2"/>
                                          </p:val>
                                        </p:tav>
                                        <p:tav tm="100000">
                                          <p:val>
                                            <p:strVal val="#ppt_y+.1"/>
                                          </p:val>
                                        </p:tav>
                                      </p:tavLst>
                                    </p:anim>
                                    <p:anim calcmode="lin" valueType="num">
                                      <p:cBhvr>
                                        <p:cTn id="217" dur="500" accel="50000" fill="hold">
                                          <p:stCondLst>
                                            <p:cond delay="500"/>
                                          </p:stCondLst>
                                        </p:cTn>
                                        <p:tgtEl>
                                          <p:spTgt spid="46147"/>
                                        </p:tgtEl>
                                        <p:attrNameLst>
                                          <p:attrName>ppt_y</p:attrName>
                                        </p:attrNameLst>
                                      </p:cBhvr>
                                      <p:tavLst>
                                        <p:tav tm="0">
                                          <p:val>
                                            <p:strVal val="#ppt_y+.1"/>
                                          </p:val>
                                        </p:tav>
                                        <p:tav tm="100000">
                                          <p:val>
                                            <p:strVal val="#ppt_y"/>
                                          </p:val>
                                        </p:tav>
                                      </p:tavLst>
                                    </p:anim>
                                    <p:animEffect transition="in" filter="fade">
                                      <p:cBhvr>
                                        <p:cTn id="218" dur="1000" decel="50000">
                                          <p:stCondLst>
                                            <p:cond delay="0"/>
                                          </p:stCondLst>
                                        </p:cTn>
                                        <p:tgtEl>
                                          <p:spTgt spid="46147"/>
                                        </p:tgtEl>
                                      </p:cBhvr>
                                    </p:animEffect>
                                  </p:childTnLst>
                                </p:cTn>
                              </p:par>
                            </p:childTnLst>
                          </p:cTn>
                        </p:par>
                      </p:childTnLst>
                    </p:cTn>
                  </p:par>
                  <p:par>
                    <p:cTn id="219" fill="hold" nodeType="clickPar">
                      <p:stCondLst>
                        <p:cond delay="indefinite"/>
                      </p:stCondLst>
                      <p:childTnLst>
                        <p:par>
                          <p:cTn id="220" fill="hold" nodeType="withGroup">
                            <p:stCondLst>
                              <p:cond delay="0"/>
                            </p:stCondLst>
                            <p:childTnLst>
                              <p:par>
                                <p:cTn id="221" presetID="25" presetClass="entr" presetSubtype="0" fill="hold" grpId="0" nodeType="clickEffect">
                                  <p:stCondLst>
                                    <p:cond delay="0"/>
                                  </p:stCondLst>
                                  <p:childTnLst>
                                    <p:set>
                                      <p:cBhvr>
                                        <p:cTn id="222" dur="1" fill="hold">
                                          <p:stCondLst>
                                            <p:cond delay="0"/>
                                          </p:stCondLst>
                                        </p:cTn>
                                        <p:tgtEl>
                                          <p:spTgt spid="46145"/>
                                        </p:tgtEl>
                                        <p:attrNameLst>
                                          <p:attrName>style.visibility</p:attrName>
                                        </p:attrNameLst>
                                      </p:cBhvr>
                                      <p:to>
                                        <p:strVal val="visible"/>
                                      </p:to>
                                    </p:set>
                                    <p:anim calcmode="lin" valueType="num">
                                      <p:cBhvr>
                                        <p:cTn id="223" dur="500" decel="50000" fill="hold">
                                          <p:stCondLst>
                                            <p:cond delay="0"/>
                                          </p:stCondLst>
                                        </p:cTn>
                                        <p:tgtEl>
                                          <p:spTgt spid="46145"/>
                                        </p:tgtEl>
                                        <p:attrNameLst>
                                          <p:attrName>style.rotation</p:attrName>
                                        </p:attrNameLst>
                                      </p:cBhvr>
                                      <p:tavLst>
                                        <p:tav tm="0">
                                          <p:val>
                                            <p:fltVal val="-90"/>
                                          </p:val>
                                        </p:tav>
                                        <p:tav tm="100000">
                                          <p:val>
                                            <p:fltVal val="0"/>
                                          </p:val>
                                        </p:tav>
                                      </p:tavLst>
                                    </p:anim>
                                    <p:anim calcmode="lin" valueType="num">
                                      <p:cBhvr>
                                        <p:cTn id="224" dur="500" decel="50000" fill="hold">
                                          <p:stCondLst>
                                            <p:cond delay="0"/>
                                          </p:stCondLst>
                                        </p:cTn>
                                        <p:tgtEl>
                                          <p:spTgt spid="46145"/>
                                        </p:tgtEl>
                                        <p:attrNameLst>
                                          <p:attrName>ppt_w</p:attrName>
                                        </p:attrNameLst>
                                      </p:cBhvr>
                                      <p:tavLst>
                                        <p:tav tm="0">
                                          <p:val>
                                            <p:strVal val="#ppt_w"/>
                                          </p:val>
                                        </p:tav>
                                        <p:tav tm="100000">
                                          <p:val>
                                            <p:strVal val="#ppt_w*.05"/>
                                          </p:val>
                                        </p:tav>
                                      </p:tavLst>
                                    </p:anim>
                                    <p:anim calcmode="lin" valueType="num">
                                      <p:cBhvr>
                                        <p:cTn id="225" dur="500" accel="50000" fill="hold">
                                          <p:stCondLst>
                                            <p:cond delay="500"/>
                                          </p:stCondLst>
                                        </p:cTn>
                                        <p:tgtEl>
                                          <p:spTgt spid="46145"/>
                                        </p:tgtEl>
                                        <p:attrNameLst>
                                          <p:attrName>ppt_w</p:attrName>
                                        </p:attrNameLst>
                                      </p:cBhvr>
                                      <p:tavLst>
                                        <p:tav tm="0">
                                          <p:val>
                                            <p:strVal val="#ppt_w*.05"/>
                                          </p:val>
                                        </p:tav>
                                        <p:tav tm="100000">
                                          <p:val>
                                            <p:strVal val="#ppt_w"/>
                                          </p:val>
                                        </p:tav>
                                      </p:tavLst>
                                    </p:anim>
                                    <p:anim calcmode="lin" valueType="num">
                                      <p:cBhvr>
                                        <p:cTn id="226" dur="1000" fill="hold"/>
                                        <p:tgtEl>
                                          <p:spTgt spid="46145"/>
                                        </p:tgtEl>
                                        <p:attrNameLst>
                                          <p:attrName>ppt_h</p:attrName>
                                        </p:attrNameLst>
                                      </p:cBhvr>
                                      <p:tavLst>
                                        <p:tav tm="0">
                                          <p:val>
                                            <p:strVal val="#ppt_h"/>
                                          </p:val>
                                        </p:tav>
                                        <p:tav tm="100000">
                                          <p:val>
                                            <p:strVal val="#ppt_h"/>
                                          </p:val>
                                        </p:tav>
                                      </p:tavLst>
                                    </p:anim>
                                    <p:anim calcmode="lin" valueType="num">
                                      <p:cBhvr>
                                        <p:cTn id="227" dur="500" decel="50000" fill="hold">
                                          <p:stCondLst>
                                            <p:cond delay="0"/>
                                          </p:stCondLst>
                                        </p:cTn>
                                        <p:tgtEl>
                                          <p:spTgt spid="46145"/>
                                        </p:tgtEl>
                                        <p:attrNameLst>
                                          <p:attrName>ppt_x</p:attrName>
                                        </p:attrNameLst>
                                      </p:cBhvr>
                                      <p:tavLst>
                                        <p:tav tm="0">
                                          <p:val>
                                            <p:strVal val="#ppt_x+.4"/>
                                          </p:val>
                                        </p:tav>
                                        <p:tav tm="100000">
                                          <p:val>
                                            <p:strVal val="#ppt_x"/>
                                          </p:val>
                                        </p:tav>
                                      </p:tavLst>
                                    </p:anim>
                                    <p:anim calcmode="lin" valueType="num">
                                      <p:cBhvr>
                                        <p:cTn id="228" dur="500" decel="50000" fill="hold">
                                          <p:stCondLst>
                                            <p:cond delay="0"/>
                                          </p:stCondLst>
                                        </p:cTn>
                                        <p:tgtEl>
                                          <p:spTgt spid="46145"/>
                                        </p:tgtEl>
                                        <p:attrNameLst>
                                          <p:attrName>ppt_y</p:attrName>
                                        </p:attrNameLst>
                                      </p:cBhvr>
                                      <p:tavLst>
                                        <p:tav tm="0">
                                          <p:val>
                                            <p:strVal val="#ppt_y-.2"/>
                                          </p:val>
                                        </p:tav>
                                        <p:tav tm="100000">
                                          <p:val>
                                            <p:strVal val="#ppt_y+.1"/>
                                          </p:val>
                                        </p:tav>
                                      </p:tavLst>
                                    </p:anim>
                                    <p:anim calcmode="lin" valueType="num">
                                      <p:cBhvr>
                                        <p:cTn id="229" dur="500" accel="50000" fill="hold">
                                          <p:stCondLst>
                                            <p:cond delay="500"/>
                                          </p:stCondLst>
                                        </p:cTn>
                                        <p:tgtEl>
                                          <p:spTgt spid="46145"/>
                                        </p:tgtEl>
                                        <p:attrNameLst>
                                          <p:attrName>ppt_y</p:attrName>
                                        </p:attrNameLst>
                                      </p:cBhvr>
                                      <p:tavLst>
                                        <p:tav tm="0">
                                          <p:val>
                                            <p:strVal val="#ppt_y+.1"/>
                                          </p:val>
                                        </p:tav>
                                        <p:tav tm="100000">
                                          <p:val>
                                            <p:strVal val="#ppt_y"/>
                                          </p:val>
                                        </p:tav>
                                      </p:tavLst>
                                    </p:anim>
                                    <p:animEffect transition="in" filter="fade">
                                      <p:cBhvr>
                                        <p:cTn id="230" dur="1000" decel="50000">
                                          <p:stCondLst>
                                            <p:cond delay="0"/>
                                          </p:stCondLst>
                                        </p:cTn>
                                        <p:tgtEl>
                                          <p:spTgt spid="46145"/>
                                        </p:tgtEl>
                                      </p:cBhvr>
                                    </p:animEffect>
                                  </p:childTnLst>
                                </p:cTn>
                              </p:par>
                            </p:childTnLst>
                          </p:cTn>
                        </p:par>
                      </p:childTnLst>
                    </p:cTn>
                  </p:par>
                  <p:par>
                    <p:cTn id="231" fill="hold" nodeType="clickPar">
                      <p:stCondLst>
                        <p:cond delay="indefinite"/>
                      </p:stCondLst>
                      <p:childTnLst>
                        <p:par>
                          <p:cTn id="232" fill="hold" nodeType="withGroup">
                            <p:stCondLst>
                              <p:cond delay="0"/>
                            </p:stCondLst>
                            <p:childTnLst>
                              <p:par>
                                <p:cTn id="233" presetID="25" presetClass="entr" presetSubtype="0" fill="hold" grpId="0" nodeType="clickEffect">
                                  <p:stCondLst>
                                    <p:cond delay="0"/>
                                  </p:stCondLst>
                                  <p:childTnLst>
                                    <p:set>
                                      <p:cBhvr>
                                        <p:cTn id="234" dur="1" fill="hold">
                                          <p:stCondLst>
                                            <p:cond delay="0"/>
                                          </p:stCondLst>
                                        </p:cTn>
                                        <p:tgtEl>
                                          <p:spTgt spid="46146"/>
                                        </p:tgtEl>
                                        <p:attrNameLst>
                                          <p:attrName>style.visibility</p:attrName>
                                        </p:attrNameLst>
                                      </p:cBhvr>
                                      <p:to>
                                        <p:strVal val="visible"/>
                                      </p:to>
                                    </p:set>
                                    <p:anim calcmode="lin" valueType="num">
                                      <p:cBhvr>
                                        <p:cTn id="235" dur="500" decel="50000" fill="hold">
                                          <p:stCondLst>
                                            <p:cond delay="0"/>
                                          </p:stCondLst>
                                        </p:cTn>
                                        <p:tgtEl>
                                          <p:spTgt spid="46146"/>
                                        </p:tgtEl>
                                        <p:attrNameLst>
                                          <p:attrName>style.rotation</p:attrName>
                                        </p:attrNameLst>
                                      </p:cBhvr>
                                      <p:tavLst>
                                        <p:tav tm="0">
                                          <p:val>
                                            <p:fltVal val="-90"/>
                                          </p:val>
                                        </p:tav>
                                        <p:tav tm="100000">
                                          <p:val>
                                            <p:fltVal val="0"/>
                                          </p:val>
                                        </p:tav>
                                      </p:tavLst>
                                    </p:anim>
                                    <p:anim calcmode="lin" valueType="num">
                                      <p:cBhvr>
                                        <p:cTn id="236" dur="500" decel="50000" fill="hold">
                                          <p:stCondLst>
                                            <p:cond delay="0"/>
                                          </p:stCondLst>
                                        </p:cTn>
                                        <p:tgtEl>
                                          <p:spTgt spid="46146"/>
                                        </p:tgtEl>
                                        <p:attrNameLst>
                                          <p:attrName>ppt_w</p:attrName>
                                        </p:attrNameLst>
                                      </p:cBhvr>
                                      <p:tavLst>
                                        <p:tav tm="0">
                                          <p:val>
                                            <p:strVal val="#ppt_w"/>
                                          </p:val>
                                        </p:tav>
                                        <p:tav tm="100000">
                                          <p:val>
                                            <p:strVal val="#ppt_w*.05"/>
                                          </p:val>
                                        </p:tav>
                                      </p:tavLst>
                                    </p:anim>
                                    <p:anim calcmode="lin" valueType="num">
                                      <p:cBhvr>
                                        <p:cTn id="237" dur="500" accel="50000" fill="hold">
                                          <p:stCondLst>
                                            <p:cond delay="500"/>
                                          </p:stCondLst>
                                        </p:cTn>
                                        <p:tgtEl>
                                          <p:spTgt spid="46146"/>
                                        </p:tgtEl>
                                        <p:attrNameLst>
                                          <p:attrName>ppt_w</p:attrName>
                                        </p:attrNameLst>
                                      </p:cBhvr>
                                      <p:tavLst>
                                        <p:tav tm="0">
                                          <p:val>
                                            <p:strVal val="#ppt_w*.05"/>
                                          </p:val>
                                        </p:tav>
                                        <p:tav tm="100000">
                                          <p:val>
                                            <p:strVal val="#ppt_w"/>
                                          </p:val>
                                        </p:tav>
                                      </p:tavLst>
                                    </p:anim>
                                    <p:anim calcmode="lin" valueType="num">
                                      <p:cBhvr>
                                        <p:cTn id="238" dur="1000" fill="hold"/>
                                        <p:tgtEl>
                                          <p:spTgt spid="46146"/>
                                        </p:tgtEl>
                                        <p:attrNameLst>
                                          <p:attrName>ppt_h</p:attrName>
                                        </p:attrNameLst>
                                      </p:cBhvr>
                                      <p:tavLst>
                                        <p:tav tm="0">
                                          <p:val>
                                            <p:strVal val="#ppt_h"/>
                                          </p:val>
                                        </p:tav>
                                        <p:tav tm="100000">
                                          <p:val>
                                            <p:strVal val="#ppt_h"/>
                                          </p:val>
                                        </p:tav>
                                      </p:tavLst>
                                    </p:anim>
                                    <p:anim calcmode="lin" valueType="num">
                                      <p:cBhvr>
                                        <p:cTn id="239" dur="500" decel="50000" fill="hold">
                                          <p:stCondLst>
                                            <p:cond delay="0"/>
                                          </p:stCondLst>
                                        </p:cTn>
                                        <p:tgtEl>
                                          <p:spTgt spid="46146"/>
                                        </p:tgtEl>
                                        <p:attrNameLst>
                                          <p:attrName>ppt_x</p:attrName>
                                        </p:attrNameLst>
                                      </p:cBhvr>
                                      <p:tavLst>
                                        <p:tav tm="0">
                                          <p:val>
                                            <p:strVal val="#ppt_x+.4"/>
                                          </p:val>
                                        </p:tav>
                                        <p:tav tm="100000">
                                          <p:val>
                                            <p:strVal val="#ppt_x"/>
                                          </p:val>
                                        </p:tav>
                                      </p:tavLst>
                                    </p:anim>
                                    <p:anim calcmode="lin" valueType="num">
                                      <p:cBhvr>
                                        <p:cTn id="240" dur="500" decel="50000" fill="hold">
                                          <p:stCondLst>
                                            <p:cond delay="0"/>
                                          </p:stCondLst>
                                        </p:cTn>
                                        <p:tgtEl>
                                          <p:spTgt spid="46146"/>
                                        </p:tgtEl>
                                        <p:attrNameLst>
                                          <p:attrName>ppt_y</p:attrName>
                                        </p:attrNameLst>
                                      </p:cBhvr>
                                      <p:tavLst>
                                        <p:tav tm="0">
                                          <p:val>
                                            <p:strVal val="#ppt_y-.2"/>
                                          </p:val>
                                        </p:tav>
                                        <p:tav tm="100000">
                                          <p:val>
                                            <p:strVal val="#ppt_y+.1"/>
                                          </p:val>
                                        </p:tav>
                                      </p:tavLst>
                                    </p:anim>
                                    <p:anim calcmode="lin" valueType="num">
                                      <p:cBhvr>
                                        <p:cTn id="241" dur="500" accel="50000" fill="hold">
                                          <p:stCondLst>
                                            <p:cond delay="500"/>
                                          </p:stCondLst>
                                        </p:cTn>
                                        <p:tgtEl>
                                          <p:spTgt spid="46146"/>
                                        </p:tgtEl>
                                        <p:attrNameLst>
                                          <p:attrName>ppt_y</p:attrName>
                                        </p:attrNameLst>
                                      </p:cBhvr>
                                      <p:tavLst>
                                        <p:tav tm="0">
                                          <p:val>
                                            <p:strVal val="#ppt_y+.1"/>
                                          </p:val>
                                        </p:tav>
                                        <p:tav tm="100000">
                                          <p:val>
                                            <p:strVal val="#ppt_y"/>
                                          </p:val>
                                        </p:tav>
                                      </p:tavLst>
                                    </p:anim>
                                    <p:animEffect transition="in" filter="fade">
                                      <p:cBhvr>
                                        <p:cTn id="242" dur="1000" decel="50000">
                                          <p:stCondLst>
                                            <p:cond delay="0"/>
                                          </p:stCondLst>
                                        </p:cTn>
                                        <p:tgtEl>
                                          <p:spTgt spid="4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p:bldP spid="46085" grpId="0"/>
      <p:bldP spid="46089" grpId="0"/>
      <p:bldP spid="46090" grpId="0"/>
      <p:bldP spid="46092" grpId="0"/>
      <p:bldP spid="46093" grpId="0"/>
      <p:bldP spid="46094" grpId="0"/>
      <p:bldP spid="46095" grpId="0"/>
      <p:bldP spid="46096" grpId="0"/>
      <p:bldP spid="46097" grpId="0"/>
      <p:bldP spid="46098" grpId="0"/>
      <p:bldP spid="46099" grpId="0"/>
      <p:bldP spid="46100" grpId="0"/>
      <p:bldP spid="46101" grpId="0"/>
      <p:bldP spid="46102" grpId="0"/>
      <p:bldP spid="46103" grpId="0"/>
      <p:bldP spid="46104" grpId="0"/>
      <p:bldP spid="46105" grpId="0"/>
      <p:bldP spid="46106" grpId="0"/>
      <p:bldP spid="46107" grpId="0"/>
      <p:bldP spid="46108" grpId="0"/>
      <p:bldP spid="46109" grpId="0"/>
      <p:bldP spid="46110" grpId="0"/>
      <p:bldP spid="46111" grpId="0"/>
      <p:bldP spid="46112" grpId="0"/>
      <p:bldP spid="46113" grpId="0"/>
      <p:bldP spid="46114" grpId="0"/>
      <p:bldP spid="46115" grpId="0"/>
      <p:bldP spid="46116" grpId="0"/>
      <p:bldP spid="46117" grpId="0"/>
      <p:bldP spid="46118" grpId="0"/>
      <p:bldP spid="46119" grpId="0"/>
      <p:bldP spid="46120" grpId="0"/>
      <p:bldP spid="46139" grpId="0" animBg="1"/>
      <p:bldP spid="46140" grpId="0" animBg="1"/>
      <p:bldP spid="46141" grpId="0" animBg="1"/>
      <p:bldP spid="46142" grpId="0" animBg="1"/>
      <p:bldP spid="46143" grpId="0" animBg="1"/>
      <p:bldP spid="46144" grpId="0" animBg="1"/>
      <p:bldP spid="46145" grpId="0" animBg="1"/>
      <p:bldP spid="46146" grpId="0" animBg="1"/>
      <p:bldP spid="46147" grpId="0" animBg="1"/>
    </p:bld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251520" y="0"/>
            <a:ext cx="8640959" cy="971550"/>
          </a:xfrm>
        </p:spPr>
        <p:txBody>
          <a:bodyPr/>
          <a:lstStyle/>
          <a:p>
            <a:pPr eaLnBrk="1" hangingPunct="1"/>
            <a:r>
              <a:rPr lang="zh-CN" altLang="en-US" b="0" dirty="0">
                <a:ea typeface="隶书" pitchFamily="49" charset="-122"/>
              </a:rPr>
              <a:t>关注学科新进展及引发的哲学思考</a:t>
            </a:r>
          </a:p>
        </p:txBody>
      </p:sp>
      <p:sp>
        <p:nvSpPr>
          <p:cNvPr id="166915" name="Rectangle 3"/>
          <p:cNvSpPr>
            <a:spLocks noGrp="1" noChangeArrowheads="1"/>
          </p:cNvSpPr>
          <p:nvPr>
            <p:ph type="body" idx="1"/>
          </p:nvPr>
        </p:nvSpPr>
        <p:spPr>
          <a:xfrm>
            <a:off x="457200" y="836613"/>
            <a:ext cx="8218488" cy="5876925"/>
          </a:xfrm>
        </p:spPr>
        <p:txBody>
          <a:bodyPr/>
          <a:lstStyle/>
          <a:p>
            <a:pPr eaLnBrk="1" hangingPunct="1">
              <a:lnSpc>
                <a:spcPct val="90000"/>
              </a:lnSpc>
            </a:pPr>
            <a:r>
              <a:rPr lang="zh-CN" altLang="en-US" sz="2400" dirty="0">
                <a:solidFill>
                  <a:srgbClr val="CC0000"/>
                </a:solidFill>
              </a:rPr>
              <a:t>学科发展的过程与动力</a:t>
            </a:r>
          </a:p>
          <a:p>
            <a:pPr lvl="1" eaLnBrk="1" hangingPunct="1">
              <a:lnSpc>
                <a:spcPct val="90000"/>
              </a:lnSpc>
            </a:pPr>
            <a:r>
              <a:rPr lang="zh-CN" altLang="en-US" sz="2000" dirty="0"/>
              <a:t>量变与质变</a:t>
            </a:r>
          </a:p>
          <a:p>
            <a:pPr lvl="1" eaLnBrk="1" hangingPunct="1">
              <a:lnSpc>
                <a:spcPct val="90000"/>
              </a:lnSpc>
            </a:pPr>
            <a:r>
              <a:rPr lang="zh-CN" altLang="en-US" sz="2000" dirty="0"/>
              <a:t>技术突破、理论创新、工程发明、应用牵引</a:t>
            </a:r>
          </a:p>
          <a:p>
            <a:pPr eaLnBrk="1" hangingPunct="1">
              <a:lnSpc>
                <a:spcPct val="90000"/>
              </a:lnSpc>
            </a:pPr>
            <a:r>
              <a:rPr lang="zh-CN" altLang="en-US" sz="2400" dirty="0">
                <a:solidFill>
                  <a:srgbClr val="CC0000"/>
                </a:solidFill>
              </a:rPr>
              <a:t>学科在以下方面可能面临突破</a:t>
            </a:r>
          </a:p>
          <a:p>
            <a:pPr lvl="1" eaLnBrk="1" hangingPunct="1">
              <a:lnSpc>
                <a:spcPct val="90000"/>
              </a:lnSpc>
            </a:pPr>
            <a:r>
              <a:rPr lang="zh-CN" altLang="en-US" sz="2000" dirty="0">
                <a:solidFill>
                  <a:srgbClr val="0000FF"/>
                </a:solidFill>
              </a:rPr>
              <a:t>技术发展方向</a:t>
            </a:r>
          </a:p>
          <a:p>
            <a:pPr lvl="2" eaLnBrk="1" hangingPunct="1">
              <a:lnSpc>
                <a:spcPct val="90000"/>
              </a:lnSpc>
            </a:pPr>
            <a:r>
              <a:rPr lang="zh-CN" altLang="en-US" sz="1800" dirty="0"/>
              <a:t>分子级制造技术</a:t>
            </a:r>
          </a:p>
          <a:p>
            <a:pPr lvl="3" eaLnBrk="1" hangingPunct="1">
              <a:lnSpc>
                <a:spcPct val="90000"/>
              </a:lnSpc>
            </a:pPr>
            <a:r>
              <a:rPr lang="zh-CN" altLang="en-US" sz="1600" dirty="0"/>
              <a:t>纳米技术</a:t>
            </a:r>
            <a:r>
              <a:rPr lang="en-US" altLang="zh-CN" sz="1600" dirty="0"/>
              <a:t>——</a:t>
            </a:r>
            <a:r>
              <a:rPr lang="zh-CN" altLang="en-US" sz="1600" dirty="0"/>
              <a:t>新材料新工艺</a:t>
            </a:r>
            <a:endParaRPr lang="en-US" altLang="zh-CN" sz="1600" dirty="0"/>
          </a:p>
          <a:p>
            <a:pPr lvl="3" eaLnBrk="1" hangingPunct="1">
              <a:lnSpc>
                <a:spcPct val="90000"/>
              </a:lnSpc>
            </a:pPr>
            <a:r>
              <a:rPr lang="zh-CN" altLang="en-US" sz="1600" dirty="0"/>
              <a:t>量子信息</a:t>
            </a:r>
            <a:r>
              <a:rPr lang="en-US" altLang="zh-CN" sz="1600" dirty="0"/>
              <a:t>——</a:t>
            </a:r>
            <a:r>
              <a:rPr lang="zh-CN" altLang="en-US" sz="1600" dirty="0"/>
              <a:t>量子物理的工程化</a:t>
            </a:r>
          </a:p>
          <a:p>
            <a:pPr lvl="2" eaLnBrk="1" hangingPunct="1">
              <a:lnSpc>
                <a:spcPct val="90000"/>
              </a:lnSpc>
            </a:pPr>
            <a:r>
              <a:rPr lang="zh-CN" altLang="en-US" sz="1800" dirty="0"/>
              <a:t>电子化的人脑</a:t>
            </a:r>
          </a:p>
          <a:p>
            <a:pPr lvl="3" eaLnBrk="1" hangingPunct="1">
              <a:lnSpc>
                <a:spcPct val="90000"/>
              </a:lnSpc>
            </a:pPr>
            <a:r>
              <a:rPr lang="zh-CN" altLang="en-US" sz="1600" dirty="0"/>
              <a:t>生物信息与生物技术</a:t>
            </a:r>
            <a:r>
              <a:rPr lang="en-US" altLang="zh-CN" sz="1600" dirty="0"/>
              <a:t>——</a:t>
            </a:r>
            <a:r>
              <a:rPr lang="zh-CN" altLang="en-US" sz="1600" dirty="0"/>
              <a:t>信息与生命的结合</a:t>
            </a:r>
          </a:p>
          <a:p>
            <a:pPr lvl="3" eaLnBrk="1" hangingPunct="1">
              <a:lnSpc>
                <a:spcPct val="90000"/>
              </a:lnSpc>
            </a:pPr>
            <a:r>
              <a:rPr lang="zh-CN" altLang="en-US" sz="1600" dirty="0"/>
              <a:t>人工智能</a:t>
            </a:r>
            <a:r>
              <a:rPr lang="en-US" altLang="zh-CN" sz="1600" dirty="0"/>
              <a:t>——</a:t>
            </a:r>
            <a:r>
              <a:rPr lang="zh-CN" altLang="en-US" sz="1600" dirty="0"/>
              <a:t>信息处理技术的未来</a:t>
            </a:r>
          </a:p>
          <a:p>
            <a:pPr lvl="2" eaLnBrk="1" hangingPunct="1">
              <a:lnSpc>
                <a:spcPct val="90000"/>
              </a:lnSpc>
            </a:pPr>
            <a:r>
              <a:rPr lang="zh-CN" altLang="en-US" sz="1800" dirty="0"/>
              <a:t>泛在通信</a:t>
            </a:r>
          </a:p>
          <a:p>
            <a:pPr lvl="3" eaLnBrk="1" hangingPunct="1">
              <a:lnSpc>
                <a:spcPct val="90000"/>
              </a:lnSpc>
            </a:pPr>
            <a:r>
              <a:rPr lang="zh-CN" altLang="en-US" sz="1600" dirty="0"/>
              <a:t>射频数字化智能化</a:t>
            </a:r>
            <a:r>
              <a:rPr lang="en-US" altLang="zh-CN" sz="1600" dirty="0"/>
              <a:t>——</a:t>
            </a:r>
            <a:r>
              <a:rPr lang="zh-CN" altLang="en-US" sz="1600" dirty="0"/>
              <a:t>全数字化、认知无线电</a:t>
            </a:r>
          </a:p>
          <a:p>
            <a:pPr lvl="3" eaLnBrk="1" hangingPunct="1">
              <a:lnSpc>
                <a:spcPct val="90000"/>
              </a:lnSpc>
            </a:pPr>
            <a:r>
              <a:rPr lang="zh-CN" altLang="en-US" sz="1600" dirty="0"/>
              <a:t>无所不在的网络</a:t>
            </a:r>
            <a:r>
              <a:rPr lang="en-US" altLang="zh-CN" sz="1600" dirty="0"/>
              <a:t>——</a:t>
            </a:r>
            <a:r>
              <a:rPr lang="zh-CN" altLang="en-US" sz="1600" dirty="0"/>
              <a:t>复杂系统</a:t>
            </a:r>
          </a:p>
          <a:p>
            <a:pPr lvl="2" eaLnBrk="1" hangingPunct="1">
              <a:lnSpc>
                <a:spcPct val="90000"/>
              </a:lnSpc>
            </a:pPr>
            <a:r>
              <a:rPr lang="zh-CN" altLang="en-US" sz="1800" dirty="0"/>
              <a:t>平行社会</a:t>
            </a:r>
            <a:r>
              <a:rPr lang="en-US" altLang="zh-CN" sz="1800" dirty="0"/>
              <a:t>——</a:t>
            </a:r>
            <a:r>
              <a:rPr lang="zh-CN" altLang="en-US" sz="1800" dirty="0"/>
              <a:t>仿真计算，时空模拟</a:t>
            </a:r>
          </a:p>
          <a:p>
            <a:pPr lvl="2" eaLnBrk="1" hangingPunct="1">
              <a:lnSpc>
                <a:spcPct val="90000"/>
              </a:lnSpc>
            </a:pPr>
            <a:r>
              <a:rPr lang="zh-CN" altLang="en-US" sz="1800" dirty="0"/>
              <a:t>新型能源技术</a:t>
            </a:r>
            <a:r>
              <a:rPr lang="en-US" altLang="zh-CN" sz="1800" dirty="0"/>
              <a:t>——</a:t>
            </a:r>
            <a:r>
              <a:rPr lang="zh-CN" altLang="en-US" sz="1800" dirty="0"/>
              <a:t>能源</a:t>
            </a:r>
            <a:r>
              <a:rPr lang="en-US" altLang="zh-CN" sz="1800" dirty="0"/>
              <a:t>-</a:t>
            </a:r>
            <a:r>
              <a:rPr lang="zh-CN" altLang="en-US" sz="1800" dirty="0"/>
              <a:t>信息</a:t>
            </a:r>
            <a:r>
              <a:rPr lang="en-US" altLang="zh-CN" sz="1800" dirty="0"/>
              <a:t>-</a:t>
            </a:r>
            <a:r>
              <a:rPr lang="zh-CN" altLang="en-US" sz="1800" dirty="0"/>
              <a:t>能源的轮回</a:t>
            </a:r>
          </a:p>
          <a:p>
            <a:pPr lvl="1" eaLnBrk="1" hangingPunct="1">
              <a:lnSpc>
                <a:spcPct val="90000"/>
              </a:lnSpc>
            </a:pPr>
            <a:r>
              <a:rPr lang="zh-CN" altLang="en-US" sz="2000" dirty="0">
                <a:solidFill>
                  <a:srgbClr val="0000FF"/>
                </a:solidFill>
              </a:rPr>
              <a:t>理论需要突破</a:t>
            </a:r>
          </a:p>
          <a:p>
            <a:pPr lvl="2" eaLnBrk="1" hangingPunct="1">
              <a:lnSpc>
                <a:spcPct val="90000"/>
              </a:lnSpc>
            </a:pPr>
            <a:r>
              <a:rPr lang="zh-CN" altLang="en-US" sz="1800" dirty="0"/>
              <a:t>系统论、信息论、控制论</a:t>
            </a:r>
            <a:r>
              <a:rPr lang="en-US" altLang="zh-CN" sz="1800" dirty="0"/>
              <a:t>——</a:t>
            </a:r>
            <a:r>
              <a:rPr lang="zh-CN" altLang="en-US" sz="1800" dirty="0"/>
              <a:t>突破还原论、点对点模型和线性空间</a:t>
            </a:r>
          </a:p>
          <a:p>
            <a:pPr lvl="2" eaLnBrk="1" hangingPunct="1">
              <a:lnSpc>
                <a:spcPct val="90000"/>
              </a:lnSpc>
            </a:pPr>
            <a:r>
              <a:rPr lang="zh-CN" altLang="en-US" sz="1800" dirty="0"/>
              <a:t>场论</a:t>
            </a:r>
            <a:r>
              <a:rPr lang="en-US" altLang="zh-CN" sz="1800" dirty="0"/>
              <a:t>——</a:t>
            </a:r>
            <a:r>
              <a:rPr lang="zh-CN" altLang="en-US" sz="1800" dirty="0"/>
              <a:t>量子理论、相对论、电磁场理论</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70</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66915">
                                            <p:txEl>
                                              <p:pRg st="5" end="5"/>
                                            </p:txEl>
                                          </p:spTgt>
                                        </p:tgtEl>
                                        <p:attrNameLst>
                                          <p:attrName>style.visibility</p:attrName>
                                        </p:attrNameLst>
                                      </p:cBhvr>
                                      <p:to>
                                        <p:strVal val="visible"/>
                                      </p:to>
                                    </p:set>
                                    <p:animEffect transition="in" filter="wipe(up)">
                                      <p:cBhvr>
                                        <p:cTn id="7" dur="500"/>
                                        <p:tgtEl>
                                          <p:spTgt spid="166915">
                                            <p:txEl>
                                              <p:pRg st="5" end="5"/>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166915">
                                            <p:txEl>
                                              <p:pRg st="6" end="6"/>
                                            </p:txEl>
                                          </p:spTgt>
                                        </p:tgtEl>
                                        <p:attrNameLst>
                                          <p:attrName>style.visibility</p:attrName>
                                        </p:attrNameLst>
                                      </p:cBhvr>
                                      <p:to>
                                        <p:strVal val="visible"/>
                                      </p:to>
                                    </p:set>
                                    <p:animEffect transition="in" filter="wipe(up)">
                                      <p:cBhvr>
                                        <p:cTn id="10" dur="500"/>
                                        <p:tgtEl>
                                          <p:spTgt spid="166915">
                                            <p:txEl>
                                              <p:pRg st="6" end="6"/>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166915">
                                            <p:txEl>
                                              <p:pRg st="7" end="7"/>
                                            </p:txEl>
                                          </p:spTgt>
                                        </p:tgtEl>
                                        <p:attrNameLst>
                                          <p:attrName>style.visibility</p:attrName>
                                        </p:attrNameLst>
                                      </p:cBhvr>
                                      <p:to>
                                        <p:strVal val="visible"/>
                                      </p:to>
                                    </p:set>
                                    <p:animEffect transition="in" filter="wipe(up)">
                                      <p:cBhvr>
                                        <p:cTn id="13" dur="500"/>
                                        <p:tgtEl>
                                          <p:spTgt spid="166915">
                                            <p:txEl>
                                              <p:pRg st="7" end="7"/>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166915">
                                            <p:txEl>
                                              <p:pRg st="8" end="8"/>
                                            </p:txEl>
                                          </p:spTgt>
                                        </p:tgtEl>
                                        <p:attrNameLst>
                                          <p:attrName>style.visibility</p:attrName>
                                        </p:attrNameLst>
                                      </p:cBhvr>
                                      <p:to>
                                        <p:strVal val="visible"/>
                                      </p:to>
                                    </p:set>
                                    <p:animEffect transition="in" filter="wipe(up)">
                                      <p:cBhvr>
                                        <p:cTn id="18" dur="500"/>
                                        <p:tgtEl>
                                          <p:spTgt spid="166915">
                                            <p:txEl>
                                              <p:pRg st="8" end="8"/>
                                            </p:txEl>
                                          </p:spTgt>
                                        </p:tgtEl>
                                      </p:cBhvr>
                                    </p:animEffect>
                                  </p:childTnLst>
                                </p:cTn>
                              </p:par>
                              <p:par>
                                <p:cTn id="19" presetID="22" presetClass="entr" presetSubtype="1" fill="hold" nodeType="withEffect">
                                  <p:stCondLst>
                                    <p:cond delay="0"/>
                                  </p:stCondLst>
                                  <p:childTnLst>
                                    <p:set>
                                      <p:cBhvr>
                                        <p:cTn id="20" dur="1" fill="hold">
                                          <p:stCondLst>
                                            <p:cond delay="0"/>
                                          </p:stCondLst>
                                        </p:cTn>
                                        <p:tgtEl>
                                          <p:spTgt spid="166915">
                                            <p:txEl>
                                              <p:pRg st="9" end="9"/>
                                            </p:txEl>
                                          </p:spTgt>
                                        </p:tgtEl>
                                        <p:attrNameLst>
                                          <p:attrName>style.visibility</p:attrName>
                                        </p:attrNameLst>
                                      </p:cBhvr>
                                      <p:to>
                                        <p:strVal val="visible"/>
                                      </p:to>
                                    </p:set>
                                    <p:animEffect transition="in" filter="wipe(up)">
                                      <p:cBhvr>
                                        <p:cTn id="21" dur="500"/>
                                        <p:tgtEl>
                                          <p:spTgt spid="166915">
                                            <p:txEl>
                                              <p:pRg st="9" end="9"/>
                                            </p:txEl>
                                          </p:spTgt>
                                        </p:tgtEl>
                                      </p:cBhvr>
                                    </p:animEffect>
                                  </p:childTnLst>
                                </p:cTn>
                              </p:par>
                              <p:par>
                                <p:cTn id="22" presetID="22" presetClass="entr" presetSubtype="1" fill="hold" nodeType="withEffect">
                                  <p:stCondLst>
                                    <p:cond delay="0"/>
                                  </p:stCondLst>
                                  <p:childTnLst>
                                    <p:set>
                                      <p:cBhvr>
                                        <p:cTn id="23" dur="1" fill="hold">
                                          <p:stCondLst>
                                            <p:cond delay="0"/>
                                          </p:stCondLst>
                                        </p:cTn>
                                        <p:tgtEl>
                                          <p:spTgt spid="166915">
                                            <p:txEl>
                                              <p:pRg st="10" end="10"/>
                                            </p:txEl>
                                          </p:spTgt>
                                        </p:tgtEl>
                                        <p:attrNameLst>
                                          <p:attrName>style.visibility</p:attrName>
                                        </p:attrNameLst>
                                      </p:cBhvr>
                                      <p:to>
                                        <p:strVal val="visible"/>
                                      </p:to>
                                    </p:set>
                                    <p:animEffect transition="in" filter="wipe(up)">
                                      <p:cBhvr>
                                        <p:cTn id="24" dur="500"/>
                                        <p:tgtEl>
                                          <p:spTgt spid="166915">
                                            <p:txEl>
                                              <p:pRg st="10" end="10"/>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166915">
                                            <p:txEl>
                                              <p:pRg st="11" end="11"/>
                                            </p:txEl>
                                          </p:spTgt>
                                        </p:tgtEl>
                                        <p:attrNameLst>
                                          <p:attrName>style.visibility</p:attrName>
                                        </p:attrNameLst>
                                      </p:cBhvr>
                                      <p:to>
                                        <p:strVal val="visible"/>
                                      </p:to>
                                    </p:set>
                                    <p:animEffect transition="in" filter="wipe(up)">
                                      <p:cBhvr>
                                        <p:cTn id="29" dur="500"/>
                                        <p:tgtEl>
                                          <p:spTgt spid="166915">
                                            <p:txEl>
                                              <p:pRg st="11" end="11"/>
                                            </p:txEl>
                                          </p:spTgt>
                                        </p:tgtEl>
                                      </p:cBhvr>
                                    </p:animEffect>
                                  </p:childTnLst>
                                </p:cTn>
                              </p:par>
                              <p:par>
                                <p:cTn id="30" presetID="22" presetClass="entr" presetSubtype="1" fill="hold" nodeType="withEffect">
                                  <p:stCondLst>
                                    <p:cond delay="0"/>
                                  </p:stCondLst>
                                  <p:childTnLst>
                                    <p:set>
                                      <p:cBhvr>
                                        <p:cTn id="31" dur="1" fill="hold">
                                          <p:stCondLst>
                                            <p:cond delay="0"/>
                                          </p:stCondLst>
                                        </p:cTn>
                                        <p:tgtEl>
                                          <p:spTgt spid="166915">
                                            <p:txEl>
                                              <p:pRg st="12" end="12"/>
                                            </p:txEl>
                                          </p:spTgt>
                                        </p:tgtEl>
                                        <p:attrNameLst>
                                          <p:attrName>style.visibility</p:attrName>
                                        </p:attrNameLst>
                                      </p:cBhvr>
                                      <p:to>
                                        <p:strVal val="visible"/>
                                      </p:to>
                                    </p:set>
                                    <p:animEffect transition="in" filter="wipe(up)">
                                      <p:cBhvr>
                                        <p:cTn id="32" dur="500"/>
                                        <p:tgtEl>
                                          <p:spTgt spid="166915">
                                            <p:txEl>
                                              <p:pRg st="12" end="12"/>
                                            </p:txEl>
                                          </p:spTgt>
                                        </p:tgtEl>
                                      </p:cBhvr>
                                    </p:animEffect>
                                  </p:childTnLst>
                                </p:cTn>
                              </p:par>
                              <p:par>
                                <p:cTn id="33" presetID="22" presetClass="entr" presetSubtype="1" fill="hold" nodeType="withEffect">
                                  <p:stCondLst>
                                    <p:cond delay="0"/>
                                  </p:stCondLst>
                                  <p:childTnLst>
                                    <p:set>
                                      <p:cBhvr>
                                        <p:cTn id="34" dur="1" fill="hold">
                                          <p:stCondLst>
                                            <p:cond delay="0"/>
                                          </p:stCondLst>
                                        </p:cTn>
                                        <p:tgtEl>
                                          <p:spTgt spid="166915">
                                            <p:txEl>
                                              <p:pRg st="13" end="13"/>
                                            </p:txEl>
                                          </p:spTgt>
                                        </p:tgtEl>
                                        <p:attrNameLst>
                                          <p:attrName>style.visibility</p:attrName>
                                        </p:attrNameLst>
                                      </p:cBhvr>
                                      <p:to>
                                        <p:strVal val="visible"/>
                                      </p:to>
                                    </p:set>
                                    <p:animEffect transition="in" filter="wipe(up)">
                                      <p:cBhvr>
                                        <p:cTn id="35" dur="500"/>
                                        <p:tgtEl>
                                          <p:spTgt spid="166915">
                                            <p:txEl>
                                              <p:pRg st="13" end="13"/>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66915">
                                            <p:txEl>
                                              <p:pRg st="14" end="14"/>
                                            </p:txEl>
                                          </p:spTgt>
                                        </p:tgtEl>
                                        <p:attrNameLst>
                                          <p:attrName>style.visibility</p:attrName>
                                        </p:attrNameLst>
                                      </p:cBhvr>
                                      <p:to>
                                        <p:strVal val="visible"/>
                                      </p:to>
                                    </p:set>
                                    <p:animEffect transition="in" filter="wipe(left)">
                                      <p:cBhvr>
                                        <p:cTn id="40" dur="500"/>
                                        <p:tgtEl>
                                          <p:spTgt spid="166915">
                                            <p:txEl>
                                              <p:pRg st="14" end="14"/>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66915">
                                            <p:txEl>
                                              <p:pRg st="15" end="15"/>
                                            </p:txEl>
                                          </p:spTgt>
                                        </p:tgtEl>
                                        <p:attrNameLst>
                                          <p:attrName>style.visibility</p:attrName>
                                        </p:attrNameLst>
                                      </p:cBhvr>
                                      <p:to>
                                        <p:strVal val="visible"/>
                                      </p:to>
                                    </p:set>
                                    <p:animEffect transition="in" filter="wipe(left)">
                                      <p:cBhvr>
                                        <p:cTn id="45" dur="500"/>
                                        <p:tgtEl>
                                          <p:spTgt spid="166915">
                                            <p:txEl>
                                              <p:pRg st="15" end="15"/>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166915">
                                            <p:txEl>
                                              <p:pRg st="17" end="17"/>
                                            </p:txEl>
                                          </p:spTgt>
                                        </p:tgtEl>
                                        <p:attrNameLst>
                                          <p:attrName>style.visibility</p:attrName>
                                        </p:attrNameLst>
                                      </p:cBhvr>
                                      <p:to>
                                        <p:strVal val="visible"/>
                                      </p:to>
                                    </p:set>
                                    <p:animEffect transition="in" filter="wipe(left)">
                                      <p:cBhvr>
                                        <p:cTn id="50" dur="500"/>
                                        <p:tgtEl>
                                          <p:spTgt spid="166915">
                                            <p:txEl>
                                              <p:pRg st="17" end="17"/>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166915">
                                            <p:txEl>
                                              <p:pRg st="18" end="18"/>
                                            </p:txEl>
                                          </p:spTgt>
                                        </p:tgtEl>
                                        <p:attrNameLst>
                                          <p:attrName>style.visibility</p:attrName>
                                        </p:attrNameLst>
                                      </p:cBhvr>
                                      <p:to>
                                        <p:strVal val="visible"/>
                                      </p:to>
                                    </p:set>
                                    <p:animEffect transition="in" filter="wipe(left)">
                                      <p:cBhvr>
                                        <p:cTn id="55" dur="500"/>
                                        <p:tgtEl>
                                          <p:spTgt spid="166915">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4"/>
          <p:cNvSpPr txBox="1">
            <a:spLocks noChangeArrowheads="1"/>
          </p:cNvSpPr>
          <p:nvPr/>
        </p:nvSpPr>
        <p:spPr bwMode="auto">
          <a:xfrm>
            <a:off x="394718" y="484906"/>
            <a:ext cx="8327106" cy="786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9" tIns="45694" rIns="91389" bIns="45694">
            <a:spAutoFit/>
          </a:bodyPr>
          <a:lstStyle>
            <a:lvl1pPr eaLnBrk="1" hangingPunct="1">
              <a:defRPr sz="4400" b="1">
                <a:solidFill>
                  <a:srgbClr val="7030A0"/>
                </a:solidFill>
                <a:latin typeface="微软雅黑" panose="020B0503020204020204" charset="-122"/>
                <a:ea typeface="微软雅黑" panose="020B0503020204020204" charset="-122"/>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57094" fontAlgn="auto">
              <a:spcBef>
                <a:spcPts val="0"/>
              </a:spcBef>
              <a:spcAft>
                <a:spcPts val="0"/>
              </a:spcAft>
            </a:pPr>
            <a:r>
              <a:rPr lang="zh-CN" altLang="en-US" kern="0" dirty="0">
                <a:sym typeface="Calibri" panose="020F0502020204030204"/>
              </a:rPr>
              <a:t>哲学思考：传统认识论的框架</a:t>
            </a:r>
            <a:endParaRPr kern="0" dirty="0">
              <a:sym typeface="Calibri" panose="020F0502020204030204"/>
            </a:endParaRPr>
          </a:p>
        </p:txBody>
      </p:sp>
      <p:sp>
        <p:nvSpPr>
          <p:cNvPr id="8" name="TextBox 7"/>
          <p:cNvSpPr txBox="1"/>
          <p:nvPr/>
        </p:nvSpPr>
        <p:spPr>
          <a:xfrm>
            <a:off x="1226826" y="1601129"/>
            <a:ext cx="2886910" cy="1226134"/>
          </a:xfrm>
          <a:prstGeom prst="rect">
            <a:avLst/>
          </a:prstGeom>
          <a:noFill/>
          <a:ln w="50800" cap="flat">
            <a:solidFill>
              <a:srgbClr val="4F81BD"/>
            </a:solid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主观的：</a:t>
            </a: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subjective</a:t>
            </a:r>
          </a:p>
          <a:p>
            <a:pPr defTabSz="356556" fontAlgn="auto" latinLnBrk="1" hangingPunct="0">
              <a:spcBef>
                <a:spcPts val="0"/>
              </a:spcBef>
              <a:spcAft>
                <a:spcPts val="0"/>
              </a:spcAft>
            </a:pP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精神的：</a:t>
            </a: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mental</a:t>
            </a:r>
          </a:p>
        </p:txBody>
      </p:sp>
      <p:sp>
        <p:nvSpPr>
          <p:cNvPr id="9" name="TextBox 8"/>
          <p:cNvSpPr txBox="1"/>
          <p:nvPr/>
        </p:nvSpPr>
        <p:spPr>
          <a:xfrm>
            <a:off x="5212133" y="1591490"/>
            <a:ext cx="2744243" cy="1226134"/>
          </a:xfrm>
          <a:prstGeom prst="rect">
            <a:avLst/>
          </a:prstGeom>
          <a:noFill/>
          <a:ln w="50800" cap="flat">
            <a:solidFill>
              <a:srgbClr val="4F81BD"/>
            </a:solid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客观的：</a:t>
            </a: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objective</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物质的：</a:t>
            </a: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physical</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5" name="矩形 4"/>
          <p:cNvSpPr/>
          <p:nvPr/>
        </p:nvSpPr>
        <p:spPr>
          <a:xfrm>
            <a:off x="385145" y="6368803"/>
            <a:ext cx="1190706" cy="302806"/>
          </a:xfrm>
          <a:prstGeom prst="rect">
            <a:avLst/>
          </a:prstGeom>
        </p:spPr>
        <p:txBody>
          <a:bodyPr wrap="none" lIns="71276" tIns="35639" rIns="71276" bIns="35639">
            <a:spAutoFit/>
          </a:bodyPr>
          <a:lstStyle/>
          <a:p>
            <a:pPr defTabSz="424401" fontAlgn="auto">
              <a:spcBef>
                <a:spcPts val="0"/>
              </a:spcBef>
              <a:spcAft>
                <a:spcPts val="0"/>
              </a:spcAft>
            </a:pPr>
            <a:r>
              <a:rPr lang="en-US" altLang="zh-CN" sz="1500" kern="0" dirty="0">
                <a:solidFill>
                  <a:sysClr val="windowText" lastClr="000000"/>
                </a:solidFill>
                <a:latin typeface="Calibri" panose="020F0502020204030204"/>
                <a:sym typeface="Calibri" panose="020F0502020204030204"/>
              </a:rPr>
              <a:t>JOHN SEARLE</a:t>
            </a:r>
            <a:endParaRPr lang="zh-CN" altLang="en-US" sz="1500" kern="0" dirty="0">
              <a:solidFill>
                <a:sysClr val="windowText" lastClr="000000"/>
              </a:solidFill>
              <a:latin typeface="Calibri" panose="020F0502020204030204"/>
              <a:sym typeface="Calibri" panose="020F0502020204030204"/>
            </a:endParaRPr>
          </a:p>
        </p:txBody>
      </p:sp>
      <p:sp>
        <p:nvSpPr>
          <p:cNvPr id="2" name="左右箭头 1"/>
          <p:cNvSpPr/>
          <p:nvPr/>
        </p:nvSpPr>
        <p:spPr>
          <a:xfrm>
            <a:off x="4128650" y="2035551"/>
            <a:ext cx="1085832" cy="601509"/>
          </a:xfrm>
          <a:prstGeom prst="leftRightArrow">
            <a:avLst/>
          </a:prstGeom>
          <a:solidFill>
            <a:srgbClr val="FFFFFF"/>
          </a:solidFill>
          <a:ln w="25400" cap="flat">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spAutoFit/>
          </a:bodyPr>
          <a:lstStyle/>
          <a:p>
            <a:pPr defTabSz="356556" fontAlgn="auto" latinLnBrk="1" hangingPunct="0">
              <a:spcBef>
                <a:spcPts val="0"/>
              </a:spcBef>
              <a:spcAft>
                <a:spcPts val="0"/>
              </a:spcAft>
            </a:pPr>
            <a:endParaRPr lang="zh-CN" altLang="en-US" sz="1500" kern="0">
              <a:solidFill>
                <a:srgbClr val="000000"/>
              </a:solidFill>
              <a:latin typeface="Calibri" panose="020F0502020204030204"/>
              <a:sym typeface="Calibri" panose="020F0502020204030204"/>
            </a:endParaRPr>
          </a:p>
        </p:txBody>
      </p:sp>
      <p:sp>
        <p:nvSpPr>
          <p:cNvPr id="6" name="TextBox 5"/>
          <p:cNvSpPr txBox="1"/>
          <p:nvPr/>
        </p:nvSpPr>
        <p:spPr>
          <a:xfrm>
            <a:off x="1549889" y="3433444"/>
            <a:ext cx="1676578" cy="45669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b="1" kern="0" dirty="0">
                <a:solidFill>
                  <a:srgbClr val="FF0000"/>
                </a:solidFill>
                <a:latin typeface="微软雅黑" panose="020B0503020204020204" pitchFamily="34" charset="-122"/>
                <a:ea typeface="微软雅黑" panose="020B0503020204020204" pitchFamily="34" charset="-122"/>
                <a:sym typeface="Calibri" panose="020F0502020204030204"/>
              </a:rPr>
              <a:t>心：</a:t>
            </a:r>
            <a:r>
              <a:rPr lang="en-US" altLang="zh-CN" sz="2500" b="1" kern="0" dirty="0">
                <a:solidFill>
                  <a:srgbClr val="FF0000"/>
                </a:solidFill>
                <a:latin typeface="微软雅黑" panose="020B0503020204020204" pitchFamily="34" charset="-122"/>
                <a:ea typeface="微软雅黑" panose="020B0503020204020204" pitchFamily="34" charset="-122"/>
                <a:sym typeface="Calibri" panose="020F0502020204030204"/>
              </a:rPr>
              <a:t>MIND</a:t>
            </a:r>
            <a:endParaRPr lang="zh-CN" altLang="en-US" sz="2500" b="1" kern="0" dirty="0">
              <a:solidFill>
                <a:srgbClr val="FF0000"/>
              </a:solidFill>
              <a:latin typeface="微软雅黑" panose="020B0503020204020204" pitchFamily="34" charset="-122"/>
              <a:ea typeface="微软雅黑" panose="020B0503020204020204" pitchFamily="34" charset="-122"/>
              <a:sym typeface="Calibri" panose="020F0502020204030204"/>
            </a:endParaRPr>
          </a:p>
        </p:txBody>
      </p:sp>
      <p:sp>
        <p:nvSpPr>
          <p:cNvPr id="13" name="TextBox 12"/>
          <p:cNvSpPr txBox="1"/>
          <p:nvPr/>
        </p:nvSpPr>
        <p:spPr>
          <a:xfrm>
            <a:off x="5689096" y="3433444"/>
            <a:ext cx="1657342" cy="45669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b="1" kern="0" dirty="0">
                <a:solidFill>
                  <a:srgbClr val="FF0000"/>
                </a:solidFill>
                <a:latin typeface="微软雅黑" panose="020B0503020204020204" pitchFamily="34" charset="-122"/>
                <a:ea typeface="微软雅黑" panose="020B0503020204020204" pitchFamily="34" charset="-122"/>
                <a:sym typeface="Calibri" panose="020F0502020204030204"/>
              </a:rPr>
              <a:t>身：</a:t>
            </a:r>
            <a:r>
              <a:rPr lang="en-US" altLang="zh-CN" sz="2500" b="1" kern="0" dirty="0">
                <a:solidFill>
                  <a:srgbClr val="FF0000"/>
                </a:solidFill>
                <a:latin typeface="微软雅黑" panose="020B0503020204020204" pitchFamily="34" charset="-122"/>
                <a:ea typeface="微软雅黑" panose="020B0503020204020204" pitchFamily="34" charset="-122"/>
                <a:sym typeface="Calibri" panose="020F0502020204030204"/>
              </a:rPr>
              <a:t>BODY</a:t>
            </a:r>
            <a:endParaRPr lang="zh-CN" altLang="en-US" sz="2500" b="1" kern="0" dirty="0">
              <a:solidFill>
                <a:srgbClr val="FF0000"/>
              </a:solidFill>
              <a:latin typeface="微软雅黑" panose="020B0503020204020204" pitchFamily="34" charset="-122"/>
              <a:ea typeface="微软雅黑" panose="020B0503020204020204" pitchFamily="34" charset="-122"/>
              <a:sym typeface="Calibri" panose="020F0502020204030204"/>
            </a:endParaRPr>
          </a:p>
        </p:txBody>
      </p:sp>
      <p:sp>
        <p:nvSpPr>
          <p:cNvPr id="3" name="右箭头 2"/>
          <p:cNvSpPr/>
          <p:nvPr/>
        </p:nvSpPr>
        <p:spPr>
          <a:xfrm>
            <a:off x="5554944" y="5433707"/>
            <a:ext cx="2278922" cy="982994"/>
          </a:xfrm>
          <a:prstGeom prst="rightArrow">
            <a:avLst/>
          </a:prstGeom>
          <a:solidFill>
            <a:srgbClr val="FFFFFF"/>
          </a:solidFill>
          <a:ln w="25400" cap="flat">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noAutofit/>
          </a:bodyPr>
          <a:lstStyle/>
          <a:p>
            <a:pPr algn="ctr" defTabSz="356556" fontAlgn="auto" latinLnBrk="1" hangingPunct="0">
              <a:spcBef>
                <a:spcPts val="0"/>
              </a:spcBef>
              <a:spcAft>
                <a:spcPts val="0"/>
              </a:spcAft>
            </a:pPr>
            <a:r>
              <a:rPr lang="zh-CN" altLang="en-US" sz="1900" kern="0" dirty="0">
                <a:solidFill>
                  <a:srgbClr val="000000"/>
                </a:solidFill>
                <a:latin typeface="微软雅黑" panose="020B0503020204020204" pitchFamily="34" charset="-122"/>
                <a:ea typeface="微软雅黑" panose="020B0503020204020204" pitchFamily="34" charset="-122"/>
                <a:sym typeface="Calibri" panose="020F0502020204030204"/>
              </a:rPr>
              <a:t>唯物论</a:t>
            </a:r>
          </a:p>
        </p:txBody>
      </p:sp>
      <p:sp>
        <p:nvSpPr>
          <p:cNvPr id="4" name="左箭头 3"/>
          <p:cNvSpPr/>
          <p:nvPr/>
        </p:nvSpPr>
        <p:spPr>
          <a:xfrm>
            <a:off x="1415735" y="5385807"/>
            <a:ext cx="2278922" cy="982994"/>
          </a:xfrm>
          <a:prstGeom prst="leftArrow">
            <a:avLst/>
          </a:prstGeom>
          <a:solidFill>
            <a:srgbClr val="FFFFFF"/>
          </a:solidFill>
          <a:ln w="25400" cap="flat">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noAutofit/>
          </a:bodyPr>
          <a:lstStyle/>
          <a:p>
            <a:pPr algn="ctr" defTabSz="356556" fontAlgn="auto" latinLnBrk="1" hangingPunct="0">
              <a:spcBef>
                <a:spcPts val="0"/>
              </a:spcBef>
              <a:spcAft>
                <a:spcPts val="0"/>
              </a:spcAft>
            </a:pPr>
            <a:r>
              <a:rPr lang="zh-CN" altLang="en-US" sz="1900" kern="0" dirty="0">
                <a:solidFill>
                  <a:srgbClr val="000000"/>
                </a:solidFill>
                <a:latin typeface="微软雅黑" panose="020B0503020204020204" pitchFamily="34" charset="-122"/>
                <a:ea typeface="微软雅黑" panose="020B0503020204020204" pitchFamily="34" charset="-122"/>
                <a:sym typeface="Calibri" panose="020F0502020204030204"/>
              </a:rPr>
              <a:t>唯心论</a:t>
            </a:r>
          </a:p>
        </p:txBody>
      </p:sp>
      <p:sp>
        <p:nvSpPr>
          <p:cNvPr id="7" name="矩形 6"/>
          <p:cNvSpPr/>
          <p:nvPr/>
        </p:nvSpPr>
        <p:spPr>
          <a:xfrm>
            <a:off x="4140148" y="5646529"/>
            <a:ext cx="874913" cy="364362"/>
          </a:xfrm>
          <a:prstGeom prst="rect">
            <a:avLst/>
          </a:prstGeom>
        </p:spPr>
        <p:txBody>
          <a:bodyPr wrap="none" lIns="71276" tIns="35639" rIns="71276" bIns="35639">
            <a:spAutoFit/>
          </a:bodyPr>
          <a:lstStyle/>
          <a:p>
            <a:pPr defTabSz="424401" fontAlgn="auto">
              <a:spcBef>
                <a:spcPts val="0"/>
              </a:spcBef>
              <a:spcAft>
                <a:spcPts val="0"/>
              </a:spcAft>
            </a:pPr>
            <a:r>
              <a:rPr lang="zh-CN" altLang="en-US" sz="1900" kern="0" dirty="0">
                <a:solidFill>
                  <a:srgbClr val="000000"/>
                </a:solidFill>
                <a:latin typeface="微软雅黑" panose="020B0503020204020204" pitchFamily="34" charset="-122"/>
                <a:ea typeface="微软雅黑" panose="020B0503020204020204" pitchFamily="34" charset="-122"/>
                <a:sym typeface="Calibri" panose="020F0502020204030204"/>
              </a:rPr>
              <a:t>二元论</a:t>
            </a:r>
          </a:p>
        </p:txBody>
      </p:sp>
      <p:sp>
        <p:nvSpPr>
          <p:cNvPr id="14" name="左箭头 13"/>
          <p:cNvSpPr/>
          <p:nvPr/>
        </p:nvSpPr>
        <p:spPr>
          <a:xfrm>
            <a:off x="2381527" y="4317765"/>
            <a:ext cx="2278922" cy="982994"/>
          </a:xfrm>
          <a:prstGeom prst="leftArrow">
            <a:avLst/>
          </a:prstGeom>
          <a:solidFill>
            <a:srgbClr val="FFFFFF"/>
          </a:solidFill>
          <a:ln w="25400" cap="flat">
            <a:solidFill>
              <a:srgbClr val="FF0000"/>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noAutofit/>
          </a:bodyPr>
          <a:lstStyle/>
          <a:p>
            <a:pPr algn="ctr" defTabSz="356556" fontAlgn="auto" latinLnBrk="1" hangingPunct="0">
              <a:spcBef>
                <a:spcPts val="0"/>
              </a:spcBef>
              <a:spcAft>
                <a:spcPts val="0"/>
              </a:spcAft>
            </a:pPr>
            <a:r>
              <a:rPr lang="zh-CN" altLang="en-US" sz="1900" kern="0" dirty="0">
                <a:solidFill>
                  <a:srgbClr val="FF0000"/>
                </a:solidFill>
                <a:latin typeface="微软雅黑" panose="020B0503020204020204" pitchFamily="34" charset="-122"/>
                <a:ea typeface="微软雅黑" panose="020B0503020204020204" pitchFamily="34" charset="-122"/>
                <a:sym typeface="Calibri" panose="020F0502020204030204"/>
              </a:rPr>
              <a:t>关于人的学问</a:t>
            </a:r>
          </a:p>
        </p:txBody>
      </p:sp>
      <p:sp>
        <p:nvSpPr>
          <p:cNvPr id="15" name="右箭头 14"/>
          <p:cNvSpPr/>
          <p:nvPr/>
        </p:nvSpPr>
        <p:spPr>
          <a:xfrm>
            <a:off x="4660449" y="4317765"/>
            <a:ext cx="2278922" cy="982994"/>
          </a:xfrm>
          <a:prstGeom prst="rightArrow">
            <a:avLst/>
          </a:prstGeom>
          <a:solidFill>
            <a:srgbClr val="FFFFFF"/>
          </a:solidFill>
          <a:ln w="25400" cap="flat">
            <a:solidFill>
              <a:srgbClr val="FF0000"/>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noAutofit/>
          </a:bodyPr>
          <a:lstStyle/>
          <a:p>
            <a:pPr algn="ctr" defTabSz="356556" fontAlgn="auto" latinLnBrk="1" hangingPunct="0">
              <a:spcBef>
                <a:spcPts val="0"/>
              </a:spcBef>
              <a:spcAft>
                <a:spcPts val="0"/>
              </a:spcAft>
            </a:pPr>
            <a:r>
              <a:rPr lang="zh-CN" altLang="en-US" sz="1900" kern="0" dirty="0">
                <a:solidFill>
                  <a:srgbClr val="FF0000"/>
                </a:solidFill>
                <a:latin typeface="微软雅黑" panose="020B0503020204020204" pitchFamily="34" charset="-122"/>
                <a:ea typeface="微软雅黑" panose="020B0503020204020204" pitchFamily="34" charset="-122"/>
                <a:sym typeface="Calibri" panose="020F0502020204030204"/>
              </a:rPr>
              <a:t>关于自然的学问</a:t>
            </a:r>
          </a:p>
        </p:txBody>
      </p:sp>
      <p:sp>
        <p:nvSpPr>
          <p:cNvPr id="16" name="TextBox 15"/>
          <p:cNvSpPr txBox="1"/>
          <p:nvPr/>
        </p:nvSpPr>
        <p:spPr>
          <a:xfrm>
            <a:off x="1737640" y="4619377"/>
            <a:ext cx="584933" cy="379749"/>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000" kern="0" dirty="0">
                <a:solidFill>
                  <a:srgbClr val="FF0000"/>
                </a:solidFill>
                <a:latin typeface="微软雅黑" panose="020B0503020204020204" pitchFamily="34" charset="-122"/>
                <a:ea typeface="微软雅黑" panose="020B0503020204020204" pitchFamily="34" charset="-122"/>
                <a:sym typeface="Calibri" panose="020F0502020204030204"/>
              </a:rPr>
              <a:t>自由</a:t>
            </a:r>
          </a:p>
        </p:txBody>
      </p:sp>
      <p:sp>
        <p:nvSpPr>
          <p:cNvPr id="17" name="TextBox 16"/>
          <p:cNvSpPr txBox="1"/>
          <p:nvPr/>
        </p:nvSpPr>
        <p:spPr>
          <a:xfrm>
            <a:off x="7011403" y="4619377"/>
            <a:ext cx="584933" cy="379749"/>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000" kern="0" dirty="0">
                <a:solidFill>
                  <a:srgbClr val="FF0000"/>
                </a:solidFill>
                <a:latin typeface="微软雅黑" panose="020B0503020204020204" pitchFamily="34" charset="-122"/>
                <a:ea typeface="微软雅黑" panose="020B0503020204020204" pitchFamily="34" charset="-122"/>
                <a:sym typeface="Calibri" panose="020F0502020204030204"/>
              </a:rPr>
              <a:t>好奇</a:t>
            </a:r>
          </a:p>
        </p:txBody>
      </p:sp>
      <p:sp>
        <p:nvSpPr>
          <p:cNvPr id="18" name="灯片编号占位符 1"/>
          <p:cNvSpPr txBox="1">
            <a:spLocks/>
          </p:cNvSpPr>
          <p:nvPr/>
        </p:nvSpPr>
        <p:spPr>
          <a:xfrm>
            <a:off x="7010400" y="6471733"/>
            <a:ext cx="2133600" cy="365125"/>
          </a:xfrm>
          <a:prstGeom prst="rect">
            <a:avLst/>
          </a:prstGeom>
        </p:spPr>
        <p:txBody>
          <a:bodyPr/>
          <a:lstStyle>
            <a:defPPr>
              <a:defRPr lang="zh-CN"/>
            </a:defPPr>
            <a:lvl1pPr algn="r" rtl="0" fontAlgn="base">
              <a:spcBef>
                <a:spcPct val="0"/>
              </a:spcBef>
              <a:spcAft>
                <a:spcPct val="0"/>
              </a:spcAft>
              <a:defRPr sz="3600" kern="1200">
                <a:solidFill>
                  <a:schemeClr val="tx1"/>
                </a:solidFill>
                <a:latin typeface="Arial" pitchFamily="34" charset="0"/>
                <a:ea typeface="宋体" pitchFamily="2" charset="-122"/>
                <a:cs typeface="+mn-cs"/>
              </a:defRPr>
            </a:lvl1pPr>
            <a:lvl2pPr marL="457200" algn="r" rtl="0" fontAlgn="base">
              <a:spcBef>
                <a:spcPct val="0"/>
              </a:spcBef>
              <a:spcAft>
                <a:spcPct val="0"/>
              </a:spcAft>
              <a:defRPr sz="3600" kern="1200">
                <a:solidFill>
                  <a:schemeClr val="tx1"/>
                </a:solidFill>
                <a:latin typeface="Arial" pitchFamily="34" charset="0"/>
                <a:ea typeface="宋体" pitchFamily="2" charset="-122"/>
                <a:cs typeface="+mn-cs"/>
              </a:defRPr>
            </a:lvl2pPr>
            <a:lvl3pPr marL="914400" algn="r" rtl="0" fontAlgn="base">
              <a:spcBef>
                <a:spcPct val="0"/>
              </a:spcBef>
              <a:spcAft>
                <a:spcPct val="0"/>
              </a:spcAft>
              <a:defRPr sz="3600" kern="1200">
                <a:solidFill>
                  <a:schemeClr val="tx1"/>
                </a:solidFill>
                <a:latin typeface="Arial" pitchFamily="34" charset="0"/>
                <a:ea typeface="宋体" pitchFamily="2" charset="-122"/>
                <a:cs typeface="+mn-cs"/>
              </a:defRPr>
            </a:lvl3pPr>
            <a:lvl4pPr marL="1371600" algn="r" rtl="0" fontAlgn="base">
              <a:spcBef>
                <a:spcPct val="0"/>
              </a:spcBef>
              <a:spcAft>
                <a:spcPct val="0"/>
              </a:spcAft>
              <a:defRPr sz="3600" kern="1200">
                <a:solidFill>
                  <a:schemeClr val="tx1"/>
                </a:solidFill>
                <a:latin typeface="Arial" pitchFamily="34" charset="0"/>
                <a:ea typeface="宋体" pitchFamily="2" charset="-122"/>
                <a:cs typeface="+mn-cs"/>
              </a:defRPr>
            </a:lvl4pPr>
            <a:lvl5pPr marL="1828800" algn="r" rtl="0" fontAlgn="base">
              <a:spcBef>
                <a:spcPct val="0"/>
              </a:spcBef>
              <a:spcAft>
                <a:spcPct val="0"/>
              </a:spcAft>
              <a:defRPr sz="3600" kern="1200">
                <a:solidFill>
                  <a:schemeClr val="tx1"/>
                </a:solidFill>
                <a:latin typeface="Arial" pitchFamily="34" charset="0"/>
                <a:ea typeface="宋体" pitchFamily="2" charset="-122"/>
                <a:cs typeface="+mn-cs"/>
              </a:defRPr>
            </a:lvl5pPr>
            <a:lvl6pPr marL="2286000" algn="l" defTabSz="914400" rtl="0" eaLnBrk="1" latinLnBrk="0" hangingPunct="1">
              <a:defRPr sz="3600" kern="1200">
                <a:solidFill>
                  <a:schemeClr val="tx1"/>
                </a:solidFill>
                <a:latin typeface="Arial" pitchFamily="34" charset="0"/>
                <a:ea typeface="宋体" pitchFamily="2" charset="-122"/>
                <a:cs typeface="+mn-cs"/>
              </a:defRPr>
            </a:lvl6pPr>
            <a:lvl7pPr marL="2743200" algn="l" defTabSz="914400" rtl="0" eaLnBrk="1" latinLnBrk="0" hangingPunct="1">
              <a:defRPr sz="3600" kern="1200">
                <a:solidFill>
                  <a:schemeClr val="tx1"/>
                </a:solidFill>
                <a:latin typeface="Arial" pitchFamily="34" charset="0"/>
                <a:ea typeface="宋体" pitchFamily="2" charset="-122"/>
                <a:cs typeface="+mn-cs"/>
              </a:defRPr>
            </a:lvl7pPr>
            <a:lvl8pPr marL="3200400" algn="l" defTabSz="914400" rtl="0" eaLnBrk="1" latinLnBrk="0" hangingPunct="1">
              <a:defRPr sz="3600" kern="1200">
                <a:solidFill>
                  <a:schemeClr val="tx1"/>
                </a:solidFill>
                <a:latin typeface="Arial" pitchFamily="34" charset="0"/>
                <a:ea typeface="宋体" pitchFamily="2" charset="-122"/>
                <a:cs typeface="+mn-cs"/>
              </a:defRPr>
            </a:lvl8pPr>
            <a:lvl9pPr marL="3657600" algn="l" defTabSz="914400" rtl="0" eaLnBrk="1" latinLnBrk="0" hangingPunct="1">
              <a:defRPr sz="3600" kern="1200">
                <a:solidFill>
                  <a:schemeClr val="tx1"/>
                </a:solidFill>
                <a:latin typeface="Arial" pitchFamily="34" charset="0"/>
                <a:ea typeface="宋体" pitchFamily="2" charset="-122"/>
                <a:cs typeface="+mn-cs"/>
              </a:defRPr>
            </a:lvl9pPr>
          </a:lstStyle>
          <a:p>
            <a:fld id="{B58AC878-8C27-4018-8291-912A1A823CD1}" type="slidenum">
              <a:rPr lang="zh-CN" altLang="en-US" sz="1600" smtClean="0"/>
              <a:pPr/>
              <a:t>71</a:t>
            </a:fld>
            <a:endParaRPr lang="zh-CN" altLang="en-US" sz="1600" dirty="0"/>
          </a:p>
        </p:txBody>
      </p:sp>
    </p:spTree>
    <p:extLst>
      <p:ext uri="{BB962C8B-B14F-4D97-AF65-F5344CB8AC3E}">
        <p14:creationId xmlns:p14="http://schemas.microsoft.com/office/powerpoint/2010/main" val="208305470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500"/>
                                        <p:tgtEl>
                                          <p:spTgt spid="14"/>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right)">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p:bldP spid="1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4"/>
          <p:cNvSpPr txBox="1">
            <a:spLocks noChangeArrowheads="1"/>
          </p:cNvSpPr>
          <p:nvPr/>
        </p:nvSpPr>
        <p:spPr bwMode="auto">
          <a:xfrm>
            <a:off x="394718" y="484906"/>
            <a:ext cx="8327106" cy="707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9" tIns="45694" rIns="91389" bIns="45694">
            <a:spAutoFit/>
          </a:bodyPr>
          <a:lstStyle>
            <a:lvl1pPr eaLnBrk="1" hangingPunct="1">
              <a:defRPr sz="4400" b="1">
                <a:solidFill>
                  <a:srgbClr val="7030A0"/>
                </a:solidFill>
                <a:latin typeface="微软雅黑" panose="020B0503020204020204" charset="-122"/>
                <a:ea typeface="微软雅黑" panose="020B0503020204020204" charset="-122"/>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57094" fontAlgn="auto">
              <a:spcBef>
                <a:spcPts val="0"/>
              </a:spcBef>
              <a:spcAft>
                <a:spcPts val="0"/>
              </a:spcAft>
            </a:pPr>
            <a:r>
              <a:rPr lang="zh-CN" altLang="en-US" sz="4000" kern="0" dirty="0">
                <a:sym typeface="Calibri" panose="020F0502020204030204"/>
              </a:rPr>
              <a:t>哲学思考：数据催生新的认识论框架</a:t>
            </a:r>
            <a:endParaRPr sz="4000" kern="0" dirty="0">
              <a:sym typeface="Calibri" panose="020F0502020204030204"/>
            </a:endParaRPr>
          </a:p>
        </p:txBody>
      </p:sp>
      <p:graphicFrame>
        <p:nvGraphicFramePr>
          <p:cNvPr id="3" name="图示 2"/>
          <p:cNvGraphicFramePr/>
          <p:nvPr>
            <p:extLst>
              <p:ext uri="{D42A27DB-BD31-4B8C-83A1-F6EECF244321}">
                <p14:modId xmlns:p14="http://schemas.microsoft.com/office/powerpoint/2010/main" val="4187313025"/>
              </p:ext>
            </p:extLst>
          </p:nvPr>
        </p:nvGraphicFramePr>
        <p:xfrm>
          <a:off x="1010132" y="2094325"/>
          <a:ext cx="7026765" cy="40655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p:cNvSpPr txBox="1"/>
          <p:nvPr/>
        </p:nvSpPr>
        <p:spPr>
          <a:xfrm>
            <a:off x="4500686" y="1294654"/>
            <a:ext cx="1655739"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客观性</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objectivity</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7" name="TextBox 6"/>
          <p:cNvSpPr txBox="1"/>
          <p:nvPr/>
        </p:nvSpPr>
        <p:spPr>
          <a:xfrm>
            <a:off x="4485476" y="5781035"/>
            <a:ext cx="1798407"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主观性</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subjectivity</a:t>
            </a:r>
          </a:p>
        </p:txBody>
      </p:sp>
      <p:sp>
        <p:nvSpPr>
          <p:cNvPr id="5" name="矩形 4"/>
          <p:cNvSpPr/>
          <p:nvPr/>
        </p:nvSpPr>
        <p:spPr>
          <a:xfrm>
            <a:off x="1035628" y="6319521"/>
            <a:ext cx="1190706" cy="302806"/>
          </a:xfrm>
          <a:prstGeom prst="rect">
            <a:avLst/>
          </a:prstGeom>
        </p:spPr>
        <p:txBody>
          <a:bodyPr wrap="none" lIns="71276" tIns="35639" rIns="71276" bIns="35639">
            <a:spAutoFit/>
          </a:bodyPr>
          <a:lstStyle/>
          <a:p>
            <a:pPr defTabSz="424401" fontAlgn="auto">
              <a:spcBef>
                <a:spcPts val="0"/>
              </a:spcBef>
              <a:spcAft>
                <a:spcPts val="0"/>
              </a:spcAft>
            </a:pPr>
            <a:r>
              <a:rPr lang="en-US" altLang="zh-CN" sz="1500" kern="0" dirty="0">
                <a:solidFill>
                  <a:sysClr val="windowText" lastClr="000000"/>
                </a:solidFill>
                <a:latin typeface="Calibri" panose="020F0502020204030204"/>
                <a:sym typeface="Calibri" panose="020F0502020204030204"/>
              </a:rPr>
              <a:t>JOHN SEARLE</a:t>
            </a:r>
            <a:endParaRPr lang="zh-CN" altLang="en-US" sz="1500" kern="0" dirty="0">
              <a:solidFill>
                <a:sysClr val="windowText" lastClr="000000"/>
              </a:solidFill>
              <a:latin typeface="Calibri" panose="020F0502020204030204"/>
              <a:sym typeface="Calibri" panose="020F0502020204030204"/>
            </a:endParaRPr>
          </a:p>
        </p:txBody>
      </p:sp>
      <p:sp>
        <p:nvSpPr>
          <p:cNvPr id="12" name="TextBox 11"/>
          <p:cNvSpPr txBox="1"/>
          <p:nvPr/>
        </p:nvSpPr>
        <p:spPr>
          <a:xfrm>
            <a:off x="593521" y="3798921"/>
            <a:ext cx="1133160"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精神的</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mental</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13" name="TextBox 12"/>
          <p:cNvSpPr txBox="1"/>
          <p:nvPr/>
        </p:nvSpPr>
        <p:spPr>
          <a:xfrm>
            <a:off x="7041622" y="3798921"/>
            <a:ext cx="1301476"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物质的</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physical</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14" name="灯片编号占位符 1"/>
          <p:cNvSpPr txBox="1">
            <a:spLocks/>
          </p:cNvSpPr>
          <p:nvPr/>
        </p:nvSpPr>
        <p:spPr>
          <a:xfrm>
            <a:off x="7010400" y="6471733"/>
            <a:ext cx="2133600" cy="365125"/>
          </a:xfrm>
          <a:prstGeom prst="rect">
            <a:avLst/>
          </a:prstGeom>
        </p:spPr>
        <p:txBody>
          <a:bodyPr/>
          <a:lstStyle>
            <a:defPPr>
              <a:defRPr lang="zh-CN"/>
            </a:defPPr>
            <a:lvl1pPr algn="r" rtl="0" fontAlgn="base">
              <a:spcBef>
                <a:spcPct val="0"/>
              </a:spcBef>
              <a:spcAft>
                <a:spcPct val="0"/>
              </a:spcAft>
              <a:defRPr sz="3600" kern="1200">
                <a:solidFill>
                  <a:schemeClr val="tx1"/>
                </a:solidFill>
                <a:latin typeface="Arial" pitchFamily="34" charset="0"/>
                <a:ea typeface="宋体" pitchFamily="2" charset="-122"/>
                <a:cs typeface="+mn-cs"/>
              </a:defRPr>
            </a:lvl1pPr>
            <a:lvl2pPr marL="457200" algn="r" rtl="0" fontAlgn="base">
              <a:spcBef>
                <a:spcPct val="0"/>
              </a:spcBef>
              <a:spcAft>
                <a:spcPct val="0"/>
              </a:spcAft>
              <a:defRPr sz="3600" kern="1200">
                <a:solidFill>
                  <a:schemeClr val="tx1"/>
                </a:solidFill>
                <a:latin typeface="Arial" pitchFamily="34" charset="0"/>
                <a:ea typeface="宋体" pitchFamily="2" charset="-122"/>
                <a:cs typeface="+mn-cs"/>
              </a:defRPr>
            </a:lvl2pPr>
            <a:lvl3pPr marL="914400" algn="r" rtl="0" fontAlgn="base">
              <a:spcBef>
                <a:spcPct val="0"/>
              </a:spcBef>
              <a:spcAft>
                <a:spcPct val="0"/>
              </a:spcAft>
              <a:defRPr sz="3600" kern="1200">
                <a:solidFill>
                  <a:schemeClr val="tx1"/>
                </a:solidFill>
                <a:latin typeface="Arial" pitchFamily="34" charset="0"/>
                <a:ea typeface="宋体" pitchFamily="2" charset="-122"/>
                <a:cs typeface="+mn-cs"/>
              </a:defRPr>
            </a:lvl3pPr>
            <a:lvl4pPr marL="1371600" algn="r" rtl="0" fontAlgn="base">
              <a:spcBef>
                <a:spcPct val="0"/>
              </a:spcBef>
              <a:spcAft>
                <a:spcPct val="0"/>
              </a:spcAft>
              <a:defRPr sz="3600" kern="1200">
                <a:solidFill>
                  <a:schemeClr val="tx1"/>
                </a:solidFill>
                <a:latin typeface="Arial" pitchFamily="34" charset="0"/>
                <a:ea typeface="宋体" pitchFamily="2" charset="-122"/>
                <a:cs typeface="+mn-cs"/>
              </a:defRPr>
            </a:lvl4pPr>
            <a:lvl5pPr marL="1828800" algn="r" rtl="0" fontAlgn="base">
              <a:spcBef>
                <a:spcPct val="0"/>
              </a:spcBef>
              <a:spcAft>
                <a:spcPct val="0"/>
              </a:spcAft>
              <a:defRPr sz="3600" kern="1200">
                <a:solidFill>
                  <a:schemeClr val="tx1"/>
                </a:solidFill>
                <a:latin typeface="Arial" pitchFamily="34" charset="0"/>
                <a:ea typeface="宋体" pitchFamily="2" charset="-122"/>
                <a:cs typeface="+mn-cs"/>
              </a:defRPr>
            </a:lvl5pPr>
            <a:lvl6pPr marL="2286000" algn="l" defTabSz="914400" rtl="0" eaLnBrk="1" latinLnBrk="0" hangingPunct="1">
              <a:defRPr sz="3600" kern="1200">
                <a:solidFill>
                  <a:schemeClr val="tx1"/>
                </a:solidFill>
                <a:latin typeface="Arial" pitchFamily="34" charset="0"/>
                <a:ea typeface="宋体" pitchFamily="2" charset="-122"/>
                <a:cs typeface="+mn-cs"/>
              </a:defRPr>
            </a:lvl6pPr>
            <a:lvl7pPr marL="2743200" algn="l" defTabSz="914400" rtl="0" eaLnBrk="1" latinLnBrk="0" hangingPunct="1">
              <a:defRPr sz="3600" kern="1200">
                <a:solidFill>
                  <a:schemeClr val="tx1"/>
                </a:solidFill>
                <a:latin typeface="Arial" pitchFamily="34" charset="0"/>
                <a:ea typeface="宋体" pitchFamily="2" charset="-122"/>
                <a:cs typeface="+mn-cs"/>
              </a:defRPr>
            </a:lvl7pPr>
            <a:lvl8pPr marL="3200400" algn="l" defTabSz="914400" rtl="0" eaLnBrk="1" latinLnBrk="0" hangingPunct="1">
              <a:defRPr sz="3600" kern="1200">
                <a:solidFill>
                  <a:schemeClr val="tx1"/>
                </a:solidFill>
                <a:latin typeface="Arial" pitchFamily="34" charset="0"/>
                <a:ea typeface="宋体" pitchFamily="2" charset="-122"/>
                <a:cs typeface="+mn-cs"/>
              </a:defRPr>
            </a:lvl8pPr>
            <a:lvl9pPr marL="3657600" algn="l" defTabSz="914400" rtl="0" eaLnBrk="1" latinLnBrk="0" hangingPunct="1">
              <a:defRPr sz="3600" kern="1200">
                <a:solidFill>
                  <a:schemeClr val="tx1"/>
                </a:solidFill>
                <a:latin typeface="Arial" pitchFamily="34" charset="0"/>
                <a:ea typeface="宋体" pitchFamily="2" charset="-122"/>
                <a:cs typeface="+mn-cs"/>
              </a:defRPr>
            </a:lvl9pPr>
          </a:lstStyle>
          <a:p>
            <a:fld id="{B58AC878-8C27-4018-8291-912A1A823CD1}" type="slidenum">
              <a:rPr lang="zh-CN" altLang="en-US" sz="1600" smtClean="0"/>
              <a:pPr/>
              <a:t>72</a:t>
            </a:fld>
            <a:endParaRPr lang="zh-CN" altLang="en-US" sz="1600" dirty="0"/>
          </a:p>
        </p:txBody>
      </p:sp>
    </p:spTree>
    <p:extLst>
      <p:ext uri="{BB962C8B-B14F-4D97-AF65-F5344CB8AC3E}">
        <p14:creationId xmlns:p14="http://schemas.microsoft.com/office/powerpoint/2010/main" val="2533603583"/>
      </p:ext>
    </p:ext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图示 16"/>
          <p:cNvGraphicFramePr/>
          <p:nvPr>
            <p:extLst>
              <p:ext uri="{D42A27DB-BD31-4B8C-83A1-F6EECF244321}">
                <p14:modId xmlns:p14="http://schemas.microsoft.com/office/powerpoint/2010/main" val="930615675"/>
              </p:ext>
            </p:extLst>
          </p:nvPr>
        </p:nvGraphicFramePr>
        <p:xfrm>
          <a:off x="1010132" y="2094325"/>
          <a:ext cx="7026765" cy="40655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 Box 4"/>
          <p:cNvSpPr txBox="1">
            <a:spLocks noChangeArrowheads="1"/>
          </p:cNvSpPr>
          <p:nvPr/>
        </p:nvSpPr>
        <p:spPr bwMode="auto">
          <a:xfrm>
            <a:off x="394718" y="484906"/>
            <a:ext cx="8327106" cy="707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9" tIns="45694" rIns="91389" bIns="45694">
            <a:spAutoFit/>
          </a:bodyPr>
          <a:lstStyle>
            <a:lvl1pPr eaLnBrk="1" hangingPunct="1">
              <a:defRPr sz="4400" b="1">
                <a:solidFill>
                  <a:srgbClr val="7030A0"/>
                </a:solidFill>
                <a:latin typeface="微软雅黑" panose="020B0503020204020204" charset="-122"/>
                <a:ea typeface="微软雅黑" panose="020B0503020204020204" charset="-122"/>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57094" fontAlgn="auto">
              <a:spcBef>
                <a:spcPts val="0"/>
              </a:spcBef>
              <a:spcAft>
                <a:spcPts val="0"/>
              </a:spcAft>
            </a:pPr>
            <a:r>
              <a:rPr lang="zh-CN" altLang="en-US" sz="4000" kern="0" dirty="0">
                <a:sym typeface="Calibri" panose="020F0502020204030204"/>
              </a:rPr>
              <a:t>哲学思考：数据催生新的认识论框架</a:t>
            </a:r>
            <a:endParaRPr sz="4000" kern="0" dirty="0">
              <a:sym typeface="Calibri" panose="020F0502020204030204"/>
            </a:endParaRPr>
          </a:p>
        </p:txBody>
      </p:sp>
      <p:sp>
        <p:nvSpPr>
          <p:cNvPr id="4" name="TextBox 3"/>
          <p:cNvSpPr txBox="1"/>
          <p:nvPr/>
        </p:nvSpPr>
        <p:spPr>
          <a:xfrm>
            <a:off x="4500686" y="1294654"/>
            <a:ext cx="1655739"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客观性</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objectivity</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7" name="TextBox 6"/>
          <p:cNvSpPr txBox="1"/>
          <p:nvPr/>
        </p:nvSpPr>
        <p:spPr>
          <a:xfrm>
            <a:off x="4485476" y="5781035"/>
            <a:ext cx="1798407"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主观性</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subjectivity</a:t>
            </a:r>
          </a:p>
        </p:txBody>
      </p:sp>
      <p:sp>
        <p:nvSpPr>
          <p:cNvPr id="15" name="TextBox 14"/>
          <p:cNvSpPr txBox="1"/>
          <p:nvPr/>
        </p:nvSpPr>
        <p:spPr>
          <a:xfrm>
            <a:off x="593521" y="3798921"/>
            <a:ext cx="1133160"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精神的</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mental</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18" name="TextBox 17"/>
          <p:cNvSpPr txBox="1"/>
          <p:nvPr/>
        </p:nvSpPr>
        <p:spPr>
          <a:xfrm>
            <a:off x="7041622" y="3798921"/>
            <a:ext cx="1301476"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物质的</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physical</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9" name="灯片编号占位符 1"/>
          <p:cNvSpPr txBox="1">
            <a:spLocks/>
          </p:cNvSpPr>
          <p:nvPr/>
        </p:nvSpPr>
        <p:spPr>
          <a:xfrm>
            <a:off x="7010400" y="6471733"/>
            <a:ext cx="2133600" cy="365125"/>
          </a:xfrm>
          <a:prstGeom prst="rect">
            <a:avLst/>
          </a:prstGeom>
        </p:spPr>
        <p:txBody>
          <a:bodyPr/>
          <a:lstStyle>
            <a:defPPr>
              <a:defRPr lang="zh-CN"/>
            </a:defPPr>
            <a:lvl1pPr algn="r" rtl="0" fontAlgn="base">
              <a:spcBef>
                <a:spcPct val="0"/>
              </a:spcBef>
              <a:spcAft>
                <a:spcPct val="0"/>
              </a:spcAft>
              <a:defRPr sz="3600" kern="1200">
                <a:solidFill>
                  <a:schemeClr val="tx1"/>
                </a:solidFill>
                <a:latin typeface="Arial" pitchFamily="34" charset="0"/>
                <a:ea typeface="宋体" pitchFamily="2" charset="-122"/>
                <a:cs typeface="+mn-cs"/>
              </a:defRPr>
            </a:lvl1pPr>
            <a:lvl2pPr marL="457200" algn="r" rtl="0" fontAlgn="base">
              <a:spcBef>
                <a:spcPct val="0"/>
              </a:spcBef>
              <a:spcAft>
                <a:spcPct val="0"/>
              </a:spcAft>
              <a:defRPr sz="3600" kern="1200">
                <a:solidFill>
                  <a:schemeClr val="tx1"/>
                </a:solidFill>
                <a:latin typeface="Arial" pitchFamily="34" charset="0"/>
                <a:ea typeface="宋体" pitchFamily="2" charset="-122"/>
                <a:cs typeface="+mn-cs"/>
              </a:defRPr>
            </a:lvl2pPr>
            <a:lvl3pPr marL="914400" algn="r" rtl="0" fontAlgn="base">
              <a:spcBef>
                <a:spcPct val="0"/>
              </a:spcBef>
              <a:spcAft>
                <a:spcPct val="0"/>
              </a:spcAft>
              <a:defRPr sz="3600" kern="1200">
                <a:solidFill>
                  <a:schemeClr val="tx1"/>
                </a:solidFill>
                <a:latin typeface="Arial" pitchFamily="34" charset="0"/>
                <a:ea typeface="宋体" pitchFamily="2" charset="-122"/>
                <a:cs typeface="+mn-cs"/>
              </a:defRPr>
            </a:lvl3pPr>
            <a:lvl4pPr marL="1371600" algn="r" rtl="0" fontAlgn="base">
              <a:spcBef>
                <a:spcPct val="0"/>
              </a:spcBef>
              <a:spcAft>
                <a:spcPct val="0"/>
              </a:spcAft>
              <a:defRPr sz="3600" kern="1200">
                <a:solidFill>
                  <a:schemeClr val="tx1"/>
                </a:solidFill>
                <a:latin typeface="Arial" pitchFamily="34" charset="0"/>
                <a:ea typeface="宋体" pitchFamily="2" charset="-122"/>
                <a:cs typeface="+mn-cs"/>
              </a:defRPr>
            </a:lvl4pPr>
            <a:lvl5pPr marL="1828800" algn="r" rtl="0" fontAlgn="base">
              <a:spcBef>
                <a:spcPct val="0"/>
              </a:spcBef>
              <a:spcAft>
                <a:spcPct val="0"/>
              </a:spcAft>
              <a:defRPr sz="3600" kern="1200">
                <a:solidFill>
                  <a:schemeClr val="tx1"/>
                </a:solidFill>
                <a:latin typeface="Arial" pitchFamily="34" charset="0"/>
                <a:ea typeface="宋体" pitchFamily="2" charset="-122"/>
                <a:cs typeface="+mn-cs"/>
              </a:defRPr>
            </a:lvl5pPr>
            <a:lvl6pPr marL="2286000" algn="l" defTabSz="914400" rtl="0" eaLnBrk="1" latinLnBrk="0" hangingPunct="1">
              <a:defRPr sz="3600" kern="1200">
                <a:solidFill>
                  <a:schemeClr val="tx1"/>
                </a:solidFill>
                <a:latin typeface="Arial" pitchFamily="34" charset="0"/>
                <a:ea typeface="宋体" pitchFamily="2" charset="-122"/>
                <a:cs typeface="+mn-cs"/>
              </a:defRPr>
            </a:lvl6pPr>
            <a:lvl7pPr marL="2743200" algn="l" defTabSz="914400" rtl="0" eaLnBrk="1" latinLnBrk="0" hangingPunct="1">
              <a:defRPr sz="3600" kern="1200">
                <a:solidFill>
                  <a:schemeClr val="tx1"/>
                </a:solidFill>
                <a:latin typeface="Arial" pitchFamily="34" charset="0"/>
                <a:ea typeface="宋体" pitchFamily="2" charset="-122"/>
                <a:cs typeface="+mn-cs"/>
              </a:defRPr>
            </a:lvl7pPr>
            <a:lvl8pPr marL="3200400" algn="l" defTabSz="914400" rtl="0" eaLnBrk="1" latinLnBrk="0" hangingPunct="1">
              <a:defRPr sz="3600" kern="1200">
                <a:solidFill>
                  <a:schemeClr val="tx1"/>
                </a:solidFill>
                <a:latin typeface="Arial" pitchFamily="34" charset="0"/>
                <a:ea typeface="宋体" pitchFamily="2" charset="-122"/>
                <a:cs typeface="+mn-cs"/>
              </a:defRPr>
            </a:lvl8pPr>
            <a:lvl9pPr marL="3657600" algn="l" defTabSz="914400" rtl="0" eaLnBrk="1" latinLnBrk="0" hangingPunct="1">
              <a:defRPr sz="3600" kern="1200">
                <a:solidFill>
                  <a:schemeClr val="tx1"/>
                </a:solidFill>
                <a:latin typeface="Arial" pitchFamily="34" charset="0"/>
                <a:ea typeface="宋体" pitchFamily="2" charset="-122"/>
                <a:cs typeface="+mn-cs"/>
              </a:defRPr>
            </a:lvl9pPr>
          </a:lstStyle>
          <a:p>
            <a:fld id="{B58AC878-8C27-4018-8291-912A1A823CD1}" type="slidenum">
              <a:rPr lang="zh-CN" altLang="en-US" sz="1600" smtClean="0"/>
              <a:pPr/>
              <a:t>73</a:t>
            </a:fld>
            <a:endParaRPr lang="zh-CN" altLang="en-US" sz="1600" dirty="0"/>
          </a:p>
        </p:txBody>
      </p:sp>
    </p:spTree>
    <p:extLst>
      <p:ext uri="{BB962C8B-B14F-4D97-AF65-F5344CB8AC3E}">
        <p14:creationId xmlns:p14="http://schemas.microsoft.com/office/powerpoint/2010/main" val="4001771892"/>
      </p:ext>
    </p:ext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052736"/>
            <a:ext cx="8229600" cy="5112568"/>
          </a:xfrm>
        </p:spPr>
        <p:txBody>
          <a:bodyPr>
            <a:normAutofit/>
          </a:bodyPr>
          <a:lstStyle/>
          <a:p>
            <a:pPr algn="just"/>
            <a:r>
              <a:rPr lang="zh-CN" altLang="en-US" b="1" dirty="0">
                <a:latin typeface="微软雅黑" panose="020B0503020204020204" pitchFamily="34" charset="-122"/>
                <a:ea typeface="微软雅黑" panose="020B0503020204020204" pitchFamily="34" charset="-122"/>
              </a:rPr>
              <a:t>个人所产生的观念，“或者是关于他们对自然界的关系的观念，或者是关于他们之间的关系的观念，或者是关于他们自身的状况的观念。”</a:t>
            </a:r>
          </a:p>
        </p:txBody>
      </p:sp>
      <p:sp>
        <p:nvSpPr>
          <p:cNvPr id="5" name="矩形 4"/>
          <p:cNvSpPr/>
          <p:nvPr/>
        </p:nvSpPr>
        <p:spPr>
          <a:xfrm>
            <a:off x="95373" y="6450459"/>
            <a:ext cx="3108475" cy="276967"/>
          </a:xfrm>
          <a:prstGeom prst="rect">
            <a:avLst/>
          </a:prstGeom>
        </p:spPr>
        <p:txBody>
          <a:bodyPr wrap="none" lIns="91406" tIns="45704" rIns="91406" bIns="45704">
            <a:spAutoFit/>
          </a:bodyPr>
          <a:lstStyle/>
          <a:p>
            <a:pPr defTabSz="457094" fontAlgn="auto">
              <a:spcBef>
                <a:spcPts val="0"/>
              </a:spcBef>
              <a:spcAft>
                <a:spcPts val="0"/>
              </a:spcAft>
            </a:pPr>
            <a:r>
              <a:rPr lang="zh-CN" altLang="en-US" sz="1200" kern="0" dirty="0">
                <a:solidFill>
                  <a:sysClr val="windowText" lastClr="000000"/>
                </a:solidFill>
                <a:latin typeface="微软雅黑" panose="020B0503020204020204" pitchFamily="34" charset="-122"/>
                <a:ea typeface="微软雅黑" panose="020B0503020204020204" pitchFamily="34" charset="-122"/>
                <a:sym typeface="Calibri" panose="020F0502020204030204"/>
              </a:rPr>
              <a:t>马克思，恩格斯，</a:t>
            </a:r>
            <a:r>
              <a:rPr lang="en-US" altLang="zh-CN" sz="1200" kern="0" dirty="0">
                <a:solidFill>
                  <a:sysClr val="windowText" lastClr="000000"/>
                </a:solidFill>
                <a:latin typeface="微软雅黑" panose="020B0503020204020204" pitchFamily="34" charset="-122"/>
                <a:ea typeface="微软雅黑" panose="020B0503020204020204" pitchFamily="34" charset="-122"/>
                <a:sym typeface="Calibri" panose="020F0502020204030204"/>
              </a:rPr>
              <a:t>《</a:t>
            </a:r>
            <a:r>
              <a:rPr lang="zh-CN" altLang="en-US" sz="1200" kern="0" dirty="0">
                <a:solidFill>
                  <a:sysClr val="windowText" lastClr="000000"/>
                </a:solidFill>
                <a:latin typeface="微软雅黑" panose="020B0503020204020204" pitchFamily="34" charset="-122"/>
                <a:ea typeface="微软雅黑" panose="020B0503020204020204" pitchFamily="34" charset="-122"/>
                <a:sym typeface="Calibri" panose="020F0502020204030204"/>
              </a:rPr>
              <a:t>德意志意识形态手稿</a:t>
            </a:r>
            <a:r>
              <a:rPr lang="en-US" altLang="zh-CN" sz="1200" kern="0" dirty="0">
                <a:solidFill>
                  <a:sysClr val="windowText" lastClr="000000"/>
                </a:solidFill>
                <a:latin typeface="微软雅黑" panose="020B0503020204020204" pitchFamily="34" charset="-122"/>
                <a:ea typeface="微软雅黑" panose="020B0503020204020204" pitchFamily="34" charset="-122"/>
                <a:sym typeface="Calibri" panose="020F0502020204030204"/>
              </a:rPr>
              <a:t>》</a:t>
            </a:r>
            <a:endParaRPr lang="zh-CN" altLang="en-US" sz="1200" kern="0" dirty="0">
              <a:solidFill>
                <a:sysClr val="windowText" lastClr="000000"/>
              </a:solidFill>
              <a:latin typeface="微软雅黑" panose="020B0503020204020204" pitchFamily="34" charset="-122"/>
              <a:ea typeface="微软雅黑" panose="020B0503020204020204" pitchFamily="34" charset="-122"/>
              <a:sym typeface="Calibri" panose="020F0502020204030204"/>
            </a:endParaRPr>
          </a:p>
        </p:txBody>
      </p:sp>
      <p:sp>
        <p:nvSpPr>
          <p:cNvPr id="6" name="灯片编号占位符 1"/>
          <p:cNvSpPr txBox="1">
            <a:spLocks/>
          </p:cNvSpPr>
          <p:nvPr/>
        </p:nvSpPr>
        <p:spPr>
          <a:xfrm>
            <a:off x="7010400" y="6471733"/>
            <a:ext cx="2133600" cy="365125"/>
          </a:xfrm>
          <a:prstGeom prst="rect">
            <a:avLst/>
          </a:prstGeom>
        </p:spPr>
        <p:txBody>
          <a:bodyPr/>
          <a:lstStyle>
            <a:defPPr>
              <a:defRPr lang="zh-CN"/>
            </a:defPPr>
            <a:lvl1pPr algn="r" rtl="0" fontAlgn="base">
              <a:spcBef>
                <a:spcPct val="0"/>
              </a:spcBef>
              <a:spcAft>
                <a:spcPct val="0"/>
              </a:spcAft>
              <a:defRPr sz="3600" kern="1200">
                <a:solidFill>
                  <a:schemeClr val="tx1"/>
                </a:solidFill>
                <a:latin typeface="Arial" pitchFamily="34" charset="0"/>
                <a:ea typeface="宋体" pitchFamily="2" charset="-122"/>
                <a:cs typeface="+mn-cs"/>
              </a:defRPr>
            </a:lvl1pPr>
            <a:lvl2pPr marL="457200" algn="r" rtl="0" fontAlgn="base">
              <a:spcBef>
                <a:spcPct val="0"/>
              </a:spcBef>
              <a:spcAft>
                <a:spcPct val="0"/>
              </a:spcAft>
              <a:defRPr sz="3600" kern="1200">
                <a:solidFill>
                  <a:schemeClr val="tx1"/>
                </a:solidFill>
                <a:latin typeface="Arial" pitchFamily="34" charset="0"/>
                <a:ea typeface="宋体" pitchFamily="2" charset="-122"/>
                <a:cs typeface="+mn-cs"/>
              </a:defRPr>
            </a:lvl2pPr>
            <a:lvl3pPr marL="914400" algn="r" rtl="0" fontAlgn="base">
              <a:spcBef>
                <a:spcPct val="0"/>
              </a:spcBef>
              <a:spcAft>
                <a:spcPct val="0"/>
              </a:spcAft>
              <a:defRPr sz="3600" kern="1200">
                <a:solidFill>
                  <a:schemeClr val="tx1"/>
                </a:solidFill>
                <a:latin typeface="Arial" pitchFamily="34" charset="0"/>
                <a:ea typeface="宋体" pitchFamily="2" charset="-122"/>
                <a:cs typeface="+mn-cs"/>
              </a:defRPr>
            </a:lvl3pPr>
            <a:lvl4pPr marL="1371600" algn="r" rtl="0" fontAlgn="base">
              <a:spcBef>
                <a:spcPct val="0"/>
              </a:spcBef>
              <a:spcAft>
                <a:spcPct val="0"/>
              </a:spcAft>
              <a:defRPr sz="3600" kern="1200">
                <a:solidFill>
                  <a:schemeClr val="tx1"/>
                </a:solidFill>
                <a:latin typeface="Arial" pitchFamily="34" charset="0"/>
                <a:ea typeface="宋体" pitchFamily="2" charset="-122"/>
                <a:cs typeface="+mn-cs"/>
              </a:defRPr>
            </a:lvl4pPr>
            <a:lvl5pPr marL="1828800" algn="r" rtl="0" fontAlgn="base">
              <a:spcBef>
                <a:spcPct val="0"/>
              </a:spcBef>
              <a:spcAft>
                <a:spcPct val="0"/>
              </a:spcAft>
              <a:defRPr sz="3600" kern="1200">
                <a:solidFill>
                  <a:schemeClr val="tx1"/>
                </a:solidFill>
                <a:latin typeface="Arial" pitchFamily="34" charset="0"/>
                <a:ea typeface="宋体" pitchFamily="2" charset="-122"/>
                <a:cs typeface="+mn-cs"/>
              </a:defRPr>
            </a:lvl5pPr>
            <a:lvl6pPr marL="2286000" algn="l" defTabSz="914400" rtl="0" eaLnBrk="1" latinLnBrk="0" hangingPunct="1">
              <a:defRPr sz="3600" kern="1200">
                <a:solidFill>
                  <a:schemeClr val="tx1"/>
                </a:solidFill>
                <a:latin typeface="Arial" pitchFamily="34" charset="0"/>
                <a:ea typeface="宋体" pitchFamily="2" charset="-122"/>
                <a:cs typeface="+mn-cs"/>
              </a:defRPr>
            </a:lvl6pPr>
            <a:lvl7pPr marL="2743200" algn="l" defTabSz="914400" rtl="0" eaLnBrk="1" latinLnBrk="0" hangingPunct="1">
              <a:defRPr sz="3600" kern="1200">
                <a:solidFill>
                  <a:schemeClr val="tx1"/>
                </a:solidFill>
                <a:latin typeface="Arial" pitchFamily="34" charset="0"/>
                <a:ea typeface="宋体" pitchFamily="2" charset="-122"/>
                <a:cs typeface="+mn-cs"/>
              </a:defRPr>
            </a:lvl7pPr>
            <a:lvl8pPr marL="3200400" algn="l" defTabSz="914400" rtl="0" eaLnBrk="1" latinLnBrk="0" hangingPunct="1">
              <a:defRPr sz="3600" kern="1200">
                <a:solidFill>
                  <a:schemeClr val="tx1"/>
                </a:solidFill>
                <a:latin typeface="Arial" pitchFamily="34" charset="0"/>
                <a:ea typeface="宋体" pitchFamily="2" charset="-122"/>
                <a:cs typeface="+mn-cs"/>
              </a:defRPr>
            </a:lvl8pPr>
            <a:lvl9pPr marL="3657600" algn="l" defTabSz="914400" rtl="0" eaLnBrk="1" latinLnBrk="0" hangingPunct="1">
              <a:defRPr sz="3600" kern="1200">
                <a:solidFill>
                  <a:schemeClr val="tx1"/>
                </a:solidFill>
                <a:latin typeface="Arial" pitchFamily="34" charset="0"/>
                <a:ea typeface="宋体" pitchFamily="2" charset="-122"/>
                <a:cs typeface="+mn-cs"/>
              </a:defRPr>
            </a:lvl9pPr>
          </a:lstStyle>
          <a:p>
            <a:fld id="{B58AC878-8C27-4018-8291-912A1A823CD1}" type="slidenum">
              <a:rPr lang="zh-CN" altLang="en-US" sz="1600" smtClean="0"/>
              <a:pPr/>
              <a:t>74</a:t>
            </a:fld>
            <a:endParaRPr lang="zh-CN" altLang="en-US" sz="1600" dirty="0"/>
          </a:p>
        </p:txBody>
      </p:sp>
    </p:spTree>
    <p:extLst>
      <p:ext uri="{BB962C8B-B14F-4D97-AF65-F5344CB8AC3E}">
        <p14:creationId xmlns:p14="http://schemas.microsoft.com/office/powerpoint/2010/main" val="24139774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图示 16"/>
          <p:cNvGraphicFramePr/>
          <p:nvPr>
            <p:extLst>
              <p:ext uri="{D42A27DB-BD31-4B8C-83A1-F6EECF244321}">
                <p14:modId xmlns:p14="http://schemas.microsoft.com/office/powerpoint/2010/main" val="3086796640"/>
              </p:ext>
            </p:extLst>
          </p:nvPr>
        </p:nvGraphicFramePr>
        <p:xfrm>
          <a:off x="1010132" y="2094325"/>
          <a:ext cx="7026765" cy="40655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 Box 4"/>
          <p:cNvSpPr txBox="1">
            <a:spLocks noChangeArrowheads="1"/>
          </p:cNvSpPr>
          <p:nvPr/>
        </p:nvSpPr>
        <p:spPr bwMode="auto">
          <a:xfrm>
            <a:off x="394718" y="484906"/>
            <a:ext cx="8327106" cy="786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9" tIns="45694" rIns="91389" bIns="45694">
            <a:spAutoFit/>
          </a:bodyPr>
          <a:lstStyle>
            <a:lvl1pPr eaLnBrk="1" hangingPunct="1">
              <a:defRPr sz="4400" b="1">
                <a:solidFill>
                  <a:srgbClr val="7030A0"/>
                </a:solidFill>
                <a:latin typeface="微软雅黑" panose="020B0503020204020204" charset="-122"/>
                <a:ea typeface="微软雅黑" panose="020B0503020204020204" charset="-122"/>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57094" fontAlgn="auto">
              <a:spcBef>
                <a:spcPts val="0"/>
              </a:spcBef>
              <a:spcAft>
                <a:spcPts val="0"/>
              </a:spcAft>
            </a:pPr>
            <a:r>
              <a:rPr lang="zh-CN" altLang="en-US" kern="0" dirty="0">
                <a:sym typeface="Calibri" panose="020F0502020204030204"/>
              </a:rPr>
              <a:t>哲学思考：新的认识论框架</a:t>
            </a:r>
            <a:endParaRPr kern="0" dirty="0">
              <a:sym typeface="Calibri" panose="020F0502020204030204"/>
            </a:endParaRPr>
          </a:p>
        </p:txBody>
      </p:sp>
      <p:sp>
        <p:nvSpPr>
          <p:cNvPr id="4" name="TextBox 3"/>
          <p:cNvSpPr txBox="1"/>
          <p:nvPr/>
        </p:nvSpPr>
        <p:spPr>
          <a:xfrm>
            <a:off x="4500686" y="1294654"/>
            <a:ext cx="1655739"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客观性</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objectivity</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7" name="TextBox 6"/>
          <p:cNvSpPr txBox="1"/>
          <p:nvPr/>
        </p:nvSpPr>
        <p:spPr>
          <a:xfrm>
            <a:off x="4485476" y="5781035"/>
            <a:ext cx="1798407"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主观性</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subjectivity</a:t>
            </a:r>
          </a:p>
        </p:txBody>
      </p:sp>
      <p:sp>
        <p:nvSpPr>
          <p:cNvPr id="13" name="椭圆 12"/>
          <p:cNvSpPr/>
          <p:nvPr/>
        </p:nvSpPr>
        <p:spPr>
          <a:xfrm rot="19623392">
            <a:off x="2249248" y="3106173"/>
            <a:ext cx="5599495" cy="1794970"/>
          </a:xfrm>
          <a:prstGeom prst="ellipse">
            <a:avLst/>
          </a:prstGeom>
          <a:solidFill>
            <a:srgbClr val="FFFFFF">
              <a:alpha val="25000"/>
            </a:srgbClr>
          </a:solidFill>
          <a:ln w="25400" cap="flat">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noAutofit/>
          </a:bodyPr>
          <a:lstStyle/>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人同自然界的关系</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p:txBody>
      </p:sp>
      <p:sp>
        <p:nvSpPr>
          <p:cNvPr id="14" name="椭圆 13"/>
          <p:cNvSpPr/>
          <p:nvPr/>
        </p:nvSpPr>
        <p:spPr>
          <a:xfrm>
            <a:off x="2231972" y="4238952"/>
            <a:ext cx="4579970" cy="1794970"/>
          </a:xfrm>
          <a:prstGeom prst="ellipse">
            <a:avLst/>
          </a:prstGeom>
          <a:solidFill>
            <a:srgbClr val="FFFFFF">
              <a:alpha val="25000"/>
            </a:srgbClr>
          </a:solidFill>
          <a:ln w="25400" cap="flat">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noAutofit/>
          </a:bodyPr>
          <a:lstStyle/>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人对人自身的关系</a:t>
            </a:r>
          </a:p>
        </p:txBody>
      </p:sp>
      <p:sp>
        <p:nvSpPr>
          <p:cNvPr id="15" name="椭圆 14"/>
          <p:cNvSpPr/>
          <p:nvPr/>
        </p:nvSpPr>
        <p:spPr>
          <a:xfrm>
            <a:off x="1984296" y="2136091"/>
            <a:ext cx="2289985" cy="3877928"/>
          </a:xfrm>
          <a:prstGeom prst="ellipse">
            <a:avLst/>
          </a:prstGeom>
          <a:solidFill>
            <a:srgbClr val="FFFFFF">
              <a:alpha val="25000"/>
            </a:srgbClr>
          </a:solidFill>
          <a:ln w="25400" cap="sq">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noAutofit/>
          </a:bodyPr>
          <a:lstStyle/>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人和人之间的关系</a:t>
            </a:r>
          </a:p>
        </p:txBody>
      </p:sp>
      <p:sp>
        <p:nvSpPr>
          <p:cNvPr id="12" name="TextBox 11"/>
          <p:cNvSpPr txBox="1"/>
          <p:nvPr/>
        </p:nvSpPr>
        <p:spPr>
          <a:xfrm>
            <a:off x="593521" y="3798921"/>
            <a:ext cx="1133160"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精神的</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mental</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18" name="TextBox 17"/>
          <p:cNvSpPr txBox="1"/>
          <p:nvPr/>
        </p:nvSpPr>
        <p:spPr>
          <a:xfrm>
            <a:off x="7041622" y="3798921"/>
            <a:ext cx="1301476"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物质的</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physical</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19" name="灯片编号占位符 1"/>
          <p:cNvSpPr txBox="1">
            <a:spLocks/>
          </p:cNvSpPr>
          <p:nvPr/>
        </p:nvSpPr>
        <p:spPr>
          <a:xfrm>
            <a:off x="7010400" y="6471733"/>
            <a:ext cx="2133600" cy="365125"/>
          </a:xfrm>
          <a:prstGeom prst="rect">
            <a:avLst/>
          </a:prstGeom>
        </p:spPr>
        <p:txBody>
          <a:bodyPr/>
          <a:lstStyle>
            <a:defPPr>
              <a:defRPr lang="zh-CN"/>
            </a:defPPr>
            <a:lvl1pPr algn="r" rtl="0" fontAlgn="base">
              <a:spcBef>
                <a:spcPct val="0"/>
              </a:spcBef>
              <a:spcAft>
                <a:spcPct val="0"/>
              </a:spcAft>
              <a:defRPr sz="3600" kern="1200">
                <a:solidFill>
                  <a:schemeClr val="tx1"/>
                </a:solidFill>
                <a:latin typeface="Arial" pitchFamily="34" charset="0"/>
                <a:ea typeface="宋体" pitchFamily="2" charset="-122"/>
                <a:cs typeface="+mn-cs"/>
              </a:defRPr>
            </a:lvl1pPr>
            <a:lvl2pPr marL="457200" algn="r" rtl="0" fontAlgn="base">
              <a:spcBef>
                <a:spcPct val="0"/>
              </a:spcBef>
              <a:spcAft>
                <a:spcPct val="0"/>
              </a:spcAft>
              <a:defRPr sz="3600" kern="1200">
                <a:solidFill>
                  <a:schemeClr val="tx1"/>
                </a:solidFill>
                <a:latin typeface="Arial" pitchFamily="34" charset="0"/>
                <a:ea typeface="宋体" pitchFamily="2" charset="-122"/>
                <a:cs typeface="+mn-cs"/>
              </a:defRPr>
            </a:lvl2pPr>
            <a:lvl3pPr marL="914400" algn="r" rtl="0" fontAlgn="base">
              <a:spcBef>
                <a:spcPct val="0"/>
              </a:spcBef>
              <a:spcAft>
                <a:spcPct val="0"/>
              </a:spcAft>
              <a:defRPr sz="3600" kern="1200">
                <a:solidFill>
                  <a:schemeClr val="tx1"/>
                </a:solidFill>
                <a:latin typeface="Arial" pitchFamily="34" charset="0"/>
                <a:ea typeface="宋体" pitchFamily="2" charset="-122"/>
                <a:cs typeface="+mn-cs"/>
              </a:defRPr>
            </a:lvl3pPr>
            <a:lvl4pPr marL="1371600" algn="r" rtl="0" fontAlgn="base">
              <a:spcBef>
                <a:spcPct val="0"/>
              </a:spcBef>
              <a:spcAft>
                <a:spcPct val="0"/>
              </a:spcAft>
              <a:defRPr sz="3600" kern="1200">
                <a:solidFill>
                  <a:schemeClr val="tx1"/>
                </a:solidFill>
                <a:latin typeface="Arial" pitchFamily="34" charset="0"/>
                <a:ea typeface="宋体" pitchFamily="2" charset="-122"/>
                <a:cs typeface="+mn-cs"/>
              </a:defRPr>
            </a:lvl4pPr>
            <a:lvl5pPr marL="1828800" algn="r" rtl="0" fontAlgn="base">
              <a:spcBef>
                <a:spcPct val="0"/>
              </a:spcBef>
              <a:spcAft>
                <a:spcPct val="0"/>
              </a:spcAft>
              <a:defRPr sz="3600" kern="1200">
                <a:solidFill>
                  <a:schemeClr val="tx1"/>
                </a:solidFill>
                <a:latin typeface="Arial" pitchFamily="34" charset="0"/>
                <a:ea typeface="宋体" pitchFamily="2" charset="-122"/>
                <a:cs typeface="+mn-cs"/>
              </a:defRPr>
            </a:lvl5pPr>
            <a:lvl6pPr marL="2286000" algn="l" defTabSz="914400" rtl="0" eaLnBrk="1" latinLnBrk="0" hangingPunct="1">
              <a:defRPr sz="3600" kern="1200">
                <a:solidFill>
                  <a:schemeClr val="tx1"/>
                </a:solidFill>
                <a:latin typeface="Arial" pitchFamily="34" charset="0"/>
                <a:ea typeface="宋体" pitchFamily="2" charset="-122"/>
                <a:cs typeface="+mn-cs"/>
              </a:defRPr>
            </a:lvl6pPr>
            <a:lvl7pPr marL="2743200" algn="l" defTabSz="914400" rtl="0" eaLnBrk="1" latinLnBrk="0" hangingPunct="1">
              <a:defRPr sz="3600" kern="1200">
                <a:solidFill>
                  <a:schemeClr val="tx1"/>
                </a:solidFill>
                <a:latin typeface="Arial" pitchFamily="34" charset="0"/>
                <a:ea typeface="宋体" pitchFamily="2" charset="-122"/>
                <a:cs typeface="+mn-cs"/>
              </a:defRPr>
            </a:lvl7pPr>
            <a:lvl8pPr marL="3200400" algn="l" defTabSz="914400" rtl="0" eaLnBrk="1" latinLnBrk="0" hangingPunct="1">
              <a:defRPr sz="3600" kern="1200">
                <a:solidFill>
                  <a:schemeClr val="tx1"/>
                </a:solidFill>
                <a:latin typeface="Arial" pitchFamily="34" charset="0"/>
                <a:ea typeface="宋体" pitchFamily="2" charset="-122"/>
                <a:cs typeface="+mn-cs"/>
              </a:defRPr>
            </a:lvl8pPr>
            <a:lvl9pPr marL="3657600" algn="l" defTabSz="914400" rtl="0" eaLnBrk="1" latinLnBrk="0" hangingPunct="1">
              <a:defRPr sz="3600" kern="1200">
                <a:solidFill>
                  <a:schemeClr val="tx1"/>
                </a:solidFill>
                <a:latin typeface="Arial" pitchFamily="34" charset="0"/>
                <a:ea typeface="宋体" pitchFamily="2" charset="-122"/>
                <a:cs typeface="+mn-cs"/>
              </a:defRPr>
            </a:lvl9pPr>
          </a:lstStyle>
          <a:p>
            <a:fld id="{B58AC878-8C27-4018-8291-912A1A823CD1}" type="slidenum">
              <a:rPr lang="zh-CN" altLang="en-US" sz="1600" smtClean="0"/>
              <a:pPr/>
              <a:t>75</a:t>
            </a:fld>
            <a:endParaRPr lang="zh-CN" altLang="en-US" sz="1600" dirty="0"/>
          </a:p>
        </p:txBody>
      </p:sp>
    </p:spTree>
    <p:extLst>
      <p:ext uri="{BB962C8B-B14F-4D97-AF65-F5344CB8AC3E}">
        <p14:creationId xmlns:p14="http://schemas.microsoft.com/office/powerpoint/2010/main" val="376011621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repeatCount="500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heel(1)">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repeatCount="500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heel(1)">
                                      <p:cBhvr>
                                        <p:cTn id="12" dur="20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repeatCount="500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heel(1)">
                                      <p:cBhvr>
                                        <p:cTn id="17"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4"/>
          <p:cNvSpPr txBox="1">
            <a:spLocks noChangeArrowheads="1"/>
          </p:cNvSpPr>
          <p:nvPr/>
        </p:nvSpPr>
        <p:spPr bwMode="auto">
          <a:xfrm>
            <a:off x="394718" y="484906"/>
            <a:ext cx="8327106" cy="786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9" tIns="45694" rIns="91389" bIns="45694">
            <a:spAutoFit/>
          </a:bodyPr>
          <a:lstStyle>
            <a:lvl1pPr eaLnBrk="1" hangingPunct="1">
              <a:defRPr sz="4400" b="1">
                <a:solidFill>
                  <a:srgbClr val="7030A0"/>
                </a:solidFill>
                <a:latin typeface="微软雅黑" panose="020B0503020204020204" charset="-122"/>
                <a:ea typeface="微软雅黑" panose="020B0503020204020204" charset="-122"/>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57094" fontAlgn="auto">
              <a:spcBef>
                <a:spcPts val="0"/>
              </a:spcBef>
              <a:spcAft>
                <a:spcPts val="0"/>
              </a:spcAft>
            </a:pPr>
            <a:r>
              <a:rPr lang="zh-CN" altLang="en-US" kern="0" dirty="0">
                <a:sym typeface="Calibri" panose="020F0502020204030204"/>
              </a:rPr>
              <a:t>丢失的领域</a:t>
            </a:r>
            <a:endParaRPr kern="0" dirty="0">
              <a:sym typeface="Calibri" panose="020F0502020204030204"/>
            </a:endParaRPr>
          </a:p>
        </p:txBody>
      </p:sp>
      <p:graphicFrame>
        <p:nvGraphicFramePr>
          <p:cNvPr id="3" name="图示 2"/>
          <p:cNvGraphicFramePr/>
          <p:nvPr>
            <p:extLst>
              <p:ext uri="{D42A27DB-BD31-4B8C-83A1-F6EECF244321}">
                <p14:modId xmlns:p14="http://schemas.microsoft.com/office/powerpoint/2010/main" val="77371614"/>
              </p:ext>
            </p:extLst>
          </p:nvPr>
        </p:nvGraphicFramePr>
        <p:xfrm>
          <a:off x="1010132" y="2094325"/>
          <a:ext cx="7026765" cy="40655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p:cNvSpPr txBox="1"/>
          <p:nvPr/>
        </p:nvSpPr>
        <p:spPr>
          <a:xfrm>
            <a:off x="4500686" y="1294654"/>
            <a:ext cx="1655739"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客观性</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objectivity</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7" name="TextBox 6"/>
          <p:cNvSpPr txBox="1"/>
          <p:nvPr/>
        </p:nvSpPr>
        <p:spPr>
          <a:xfrm>
            <a:off x="4485476" y="5781035"/>
            <a:ext cx="1798407"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主观性</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subjectivity</a:t>
            </a:r>
          </a:p>
        </p:txBody>
      </p:sp>
      <p:sp>
        <p:nvSpPr>
          <p:cNvPr id="5" name="椭圆 4"/>
          <p:cNvSpPr/>
          <p:nvPr/>
        </p:nvSpPr>
        <p:spPr>
          <a:xfrm>
            <a:off x="2234671" y="2371620"/>
            <a:ext cx="4579970" cy="1794970"/>
          </a:xfrm>
          <a:prstGeom prst="ellipse">
            <a:avLst/>
          </a:prstGeom>
          <a:solidFill>
            <a:srgbClr val="FFFFFF">
              <a:alpha val="25000"/>
            </a:srgbClr>
          </a:solidFill>
          <a:ln w="25400" cap="flat">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noAutofit/>
          </a:bodyPr>
          <a:lstStyle/>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传</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统</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自</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然</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科</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学</a:t>
            </a:r>
          </a:p>
        </p:txBody>
      </p:sp>
      <p:sp>
        <p:nvSpPr>
          <p:cNvPr id="13" name="椭圆 12"/>
          <p:cNvSpPr/>
          <p:nvPr/>
        </p:nvSpPr>
        <p:spPr>
          <a:xfrm>
            <a:off x="2234672" y="2167512"/>
            <a:ext cx="2289985" cy="3877928"/>
          </a:xfrm>
          <a:prstGeom prst="ellipse">
            <a:avLst/>
          </a:prstGeom>
          <a:solidFill>
            <a:srgbClr val="FFFFFF">
              <a:alpha val="25000"/>
            </a:srgbClr>
          </a:solidFill>
          <a:ln w="25400" cap="sq">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noAutofit/>
          </a:bodyPr>
          <a:lstStyle/>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传统人文社会科学</a:t>
            </a:r>
          </a:p>
        </p:txBody>
      </p:sp>
      <p:sp>
        <p:nvSpPr>
          <p:cNvPr id="14" name="椭圆 13"/>
          <p:cNvSpPr/>
          <p:nvPr/>
        </p:nvSpPr>
        <p:spPr>
          <a:xfrm>
            <a:off x="4667297" y="4177534"/>
            <a:ext cx="2389551" cy="1794970"/>
          </a:xfrm>
          <a:prstGeom prst="ellipse">
            <a:avLst/>
          </a:prstGeom>
          <a:solidFill>
            <a:schemeClr val="accent6">
              <a:alpha val="25000"/>
            </a:schemeClr>
          </a:solidFill>
          <a:ln w="25400" cap="flat">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noAutofit/>
          </a:bodyPr>
          <a:lstStyle/>
          <a:p>
            <a:pPr algn="ctr" defTabSz="356556" fontAlgn="auto" latinLnBrk="1" hangingPunct="0">
              <a:spcBef>
                <a:spcPts val="0"/>
              </a:spcBef>
              <a:spcAft>
                <a:spcPts val="0"/>
              </a:spcAft>
            </a:pPr>
            <a:r>
              <a:rPr lang="zh-CN" altLang="en-US" sz="1600" b="1" kern="0" dirty="0">
                <a:solidFill>
                  <a:srgbClr val="002060"/>
                </a:solidFill>
                <a:latin typeface="微软雅黑" panose="020B0503020204020204" pitchFamily="34" charset="-122"/>
                <a:ea typeface="微软雅黑" panose="020B0503020204020204" pitchFamily="34" charset="-122"/>
                <a:sym typeface="Calibri" panose="020F0502020204030204"/>
              </a:rPr>
              <a:t>丢</a:t>
            </a:r>
            <a:endParaRPr lang="en-US" altLang="zh-CN" sz="16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600" b="1" kern="0" dirty="0">
                <a:solidFill>
                  <a:srgbClr val="002060"/>
                </a:solidFill>
                <a:latin typeface="微软雅黑" panose="020B0503020204020204" pitchFamily="34" charset="-122"/>
                <a:ea typeface="微软雅黑" panose="020B0503020204020204" pitchFamily="34" charset="-122"/>
                <a:sym typeface="Calibri" panose="020F0502020204030204"/>
              </a:rPr>
              <a:t>失</a:t>
            </a:r>
            <a:endParaRPr lang="en-US" altLang="zh-CN" sz="16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600" b="1" kern="0" dirty="0">
                <a:solidFill>
                  <a:srgbClr val="002060"/>
                </a:solidFill>
                <a:latin typeface="微软雅黑" panose="020B0503020204020204" pitchFamily="34" charset="-122"/>
                <a:ea typeface="微软雅黑" panose="020B0503020204020204" pitchFamily="34" charset="-122"/>
                <a:sym typeface="Calibri" panose="020F0502020204030204"/>
              </a:rPr>
              <a:t>的</a:t>
            </a:r>
            <a:endParaRPr lang="en-US" altLang="zh-CN" sz="16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600" b="1" kern="0" dirty="0">
                <a:solidFill>
                  <a:srgbClr val="002060"/>
                </a:solidFill>
                <a:latin typeface="微软雅黑" panose="020B0503020204020204" pitchFamily="34" charset="-122"/>
                <a:ea typeface="微软雅黑" panose="020B0503020204020204" pitchFamily="34" charset="-122"/>
                <a:sym typeface="Calibri" panose="020F0502020204030204"/>
              </a:rPr>
              <a:t>领</a:t>
            </a:r>
            <a:endParaRPr lang="en-US" altLang="zh-CN" sz="16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600" b="1" kern="0" dirty="0">
                <a:solidFill>
                  <a:srgbClr val="002060"/>
                </a:solidFill>
                <a:latin typeface="微软雅黑" panose="020B0503020204020204" pitchFamily="34" charset="-122"/>
                <a:ea typeface="微软雅黑" panose="020B0503020204020204" pitchFamily="34" charset="-122"/>
                <a:sym typeface="Calibri" panose="020F0502020204030204"/>
              </a:rPr>
              <a:t>域</a:t>
            </a:r>
          </a:p>
        </p:txBody>
      </p:sp>
      <p:sp>
        <p:nvSpPr>
          <p:cNvPr id="16" name="TextBox 15"/>
          <p:cNvSpPr txBox="1"/>
          <p:nvPr/>
        </p:nvSpPr>
        <p:spPr>
          <a:xfrm>
            <a:off x="593521" y="3798921"/>
            <a:ext cx="1133160"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精神的</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mental</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17" name="TextBox 16"/>
          <p:cNvSpPr txBox="1"/>
          <p:nvPr/>
        </p:nvSpPr>
        <p:spPr>
          <a:xfrm>
            <a:off x="7041622" y="3798921"/>
            <a:ext cx="1301476"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物质的</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physical</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12" name="灯片编号占位符 1"/>
          <p:cNvSpPr txBox="1">
            <a:spLocks/>
          </p:cNvSpPr>
          <p:nvPr/>
        </p:nvSpPr>
        <p:spPr>
          <a:xfrm>
            <a:off x="7010400" y="6471733"/>
            <a:ext cx="2133600" cy="365125"/>
          </a:xfrm>
          <a:prstGeom prst="rect">
            <a:avLst/>
          </a:prstGeom>
        </p:spPr>
        <p:txBody>
          <a:bodyPr/>
          <a:lstStyle>
            <a:defPPr>
              <a:defRPr lang="zh-CN"/>
            </a:defPPr>
            <a:lvl1pPr algn="r" rtl="0" fontAlgn="base">
              <a:spcBef>
                <a:spcPct val="0"/>
              </a:spcBef>
              <a:spcAft>
                <a:spcPct val="0"/>
              </a:spcAft>
              <a:defRPr sz="3600" kern="1200">
                <a:solidFill>
                  <a:schemeClr val="tx1"/>
                </a:solidFill>
                <a:latin typeface="Arial" pitchFamily="34" charset="0"/>
                <a:ea typeface="宋体" pitchFamily="2" charset="-122"/>
                <a:cs typeface="+mn-cs"/>
              </a:defRPr>
            </a:lvl1pPr>
            <a:lvl2pPr marL="457200" algn="r" rtl="0" fontAlgn="base">
              <a:spcBef>
                <a:spcPct val="0"/>
              </a:spcBef>
              <a:spcAft>
                <a:spcPct val="0"/>
              </a:spcAft>
              <a:defRPr sz="3600" kern="1200">
                <a:solidFill>
                  <a:schemeClr val="tx1"/>
                </a:solidFill>
                <a:latin typeface="Arial" pitchFamily="34" charset="0"/>
                <a:ea typeface="宋体" pitchFamily="2" charset="-122"/>
                <a:cs typeface="+mn-cs"/>
              </a:defRPr>
            </a:lvl2pPr>
            <a:lvl3pPr marL="914400" algn="r" rtl="0" fontAlgn="base">
              <a:spcBef>
                <a:spcPct val="0"/>
              </a:spcBef>
              <a:spcAft>
                <a:spcPct val="0"/>
              </a:spcAft>
              <a:defRPr sz="3600" kern="1200">
                <a:solidFill>
                  <a:schemeClr val="tx1"/>
                </a:solidFill>
                <a:latin typeface="Arial" pitchFamily="34" charset="0"/>
                <a:ea typeface="宋体" pitchFamily="2" charset="-122"/>
                <a:cs typeface="+mn-cs"/>
              </a:defRPr>
            </a:lvl3pPr>
            <a:lvl4pPr marL="1371600" algn="r" rtl="0" fontAlgn="base">
              <a:spcBef>
                <a:spcPct val="0"/>
              </a:spcBef>
              <a:spcAft>
                <a:spcPct val="0"/>
              </a:spcAft>
              <a:defRPr sz="3600" kern="1200">
                <a:solidFill>
                  <a:schemeClr val="tx1"/>
                </a:solidFill>
                <a:latin typeface="Arial" pitchFamily="34" charset="0"/>
                <a:ea typeface="宋体" pitchFamily="2" charset="-122"/>
                <a:cs typeface="+mn-cs"/>
              </a:defRPr>
            </a:lvl4pPr>
            <a:lvl5pPr marL="1828800" algn="r" rtl="0" fontAlgn="base">
              <a:spcBef>
                <a:spcPct val="0"/>
              </a:spcBef>
              <a:spcAft>
                <a:spcPct val="0"/>
              </a:spcAft>
              <a:defRPr sz="3600" kern="1200">
                <a:solidFill>
                  <a:schemeClr val="tx1"/>
                </a:solidFill>
                <a:latin typeface="Arial" pitchFamily="34" charset="0"/>
                <a:ea typeface="宋体" pitchFamily="2" charset="-122"/>
                <a:cs typeface="+mn-cs"/>
              </a:defRPr>
            </a:lvl5pPr>
            <a:lvl6pPr marL="2286000" algn="l" defTabSz="914400" rtl="0" eaLnBrk="1" latinLnBrk="0" hangingPunct="1">
              <a:defRPr sz="3600" kern="1200">
                <a:solidFill>
                  <a:schemeClr val="tx1"/>
                </a:solidFill>
                <a:latin typeface="Arial" pitchFamily="34" charset="0"/>
                <a:ea typeface="宋体" pitchFamily="2" charset="-122"/>
                <a:cs typeface="+mn-cs"/>
              </a:defRPr>
            </a:lvl6pPr>
            <a:lvl7pPr marL="2743200" algn="l" defTabSz="914400" rtl="0" eaLnBrk="1" latinLnBrk="0" hangingPunct="1">
              <a:defRPr sz="3600" kern="1200">
                <a:solidFill>
                  <a:schemeClr val="tx1"/>
                </a:solidFill>
                <a:latin typeface="Arial" pitchFamily="34" charset="0"/>
                <a:ea typeface="宋体" pitchFamily="2" charset="-122"/>
                <a:cs typeface="+mn-cs"/>
              </a:defRPr>
            </a:lvl7pPr>
            <a:lvl8pPr marL="3200400" algn="l" defTabSz="914400" rtl="0" eaLnBrk="1" latinLnBrk="0" hangingPunct="1">
              <a:defRPr sz="3600" kern="1200">
                <a:solidFill>
                  <a:schemeClr val="tx1"/>
                </a:solidFill>
                <a:latin typeface="Arial" pitchFamily="34" charset="0"/>
                <a:ea typeface="宋体" pitchFamily="2" charset="-122"/>
                <a:cs typeface="+mn-cs"/>
              </a:defRPr>
            </a:lvl8pPr>
            <a:lvl9pPr marL="3657600" algn="l" defTabSz="914400" rtl="0" eaLnBrk="1" latinLnBrk="0" hangingPunct="1">
              <a:defRPr sz="3600" kern="1200">
                <a:solidFill>
                  <a:schemeClr val="tx1"/>
                </a:solidFill>
                <a:latin typeface="Arial" pitchFamily="34" charset="0"/>
                <a:ea typeface="宋体" pitchFamily="2" charset="-122"/>
                <a:cs typeface="+mn-cs"/>
              </a:defRPr>
            </a:lvl9pPr>
          </a:lstStyle>
          <a:p>
            <a:fld id="{B58AC878-8C27-4018-8291-912A1A823CD1}" type="slidenum">
              <a:rPr lang="zh-CN" altLang="en-US" sz="1600" smtClean="0"/>
              <a:pPr/>
              <a:t>76</a:t>
            </a:fld>
            <a:endParaRPr lang="zh-CN" altLang="en-US" sz="1600" dirty="0"/>
          </a:p>
        </p:txBody>
      </p:sp>
    </p:spTree>
    <p:extLst>
      <p:ext uri="{BB962C8B-B14F-4D97-AF65-F5344CB8AC3E}">
        <p14:creationId xmlns:p14="http://schemas.microsoft.com/office/powerpoint/2010/main" val="363526629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repeatCount="500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repeatCount="500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heel(1)">
                                      <p:cBhvr>
                                        <p:cTn id="12" dur="20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repeatCount="500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heel(1)">
                                      <p:cBhvr>
                                        <p:cTn id="17"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P spid="14"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图示 11"/>
          <p:cNvGraphicFramePr/>
          <p:nvPr>
            <p:extLst>
              <p:ext uri="{D42A27DB-BD31-4B8C-83A1-F6EECF244321}">
                <p14:modId xmlns:p14="http://schemas.microsoft.com/office/powerpoint/2010/main" val="3254684925"/>
              </p:ext>
            </p:extLst>
          </p:nvPr>
        </p:nvGraphicFramePr>
        <p:xfrm>
          <a:off x="1010132" y="2094325"/>
          <a:ext cx="7026765" cy="40655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 Box 4"/>
          <p:cNvSpPr txBox="1">
            <a:spLocks noChangeArrowheads="1"/>
          </p:cNvSpPr>
          <p:nvPr/>
        </p:nvSpPr>
        <p:spPr bwMode="auto">
          <a:xfrm>
            <a:off x="394718" y="484906"/>
            <a:ext cx="8327106" cy="786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9" tIns="45694" rIns="91389" bIns="45694">
            <a:spAutoFit/>
          </a:bodyPr>
          <a:lstStyle>
            <a:lvl1pPr eaLnBrk="1" hangingPunct="1">
              <a:defRPr sz="4400" b="1">
                <a:solidFill>
                  <a:srgbClr val="7030A0"/>
                </a:solidFill>
                <a:latin typeface="微软雅黑" panose="020B0503020204020204" charset="-122"/>
                <a:ea typeface="微软雅黑" panose="020B0503020204020204" charset="-122"/>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57094" fontAlgn="auto">
              <a:spcBef>
                <a:spcPts val="0"/>
              </a:spcBef>
              <a:spcAft>
                <a:spcPts val="0"/>
              </a:spcAft>
            </a:pPr>
            <a:r>
              <a:rPr lang="zh-CN" altLang="en-US" kern="0" dirty="0">
                <a:sym typeface="Calibri" panose="020F0502020204030204"/>
              </a:rPr>
              <a:t>新的教育理念？</a:t>
            </a:r>
            <a:endParaRPr kern="0" dirty="0">
              <a:sym typeface="Calibri" panose="020F0502020204030204"/>
            </a:endParaRPr>
          </a:p>
        </p:txBody>
      </p:sp>
      <p:sp>
        <p:nvSpPr>
          <p:cNvPr id="4" name="TextBox 3"/>
          <p:cNvSpPr txBox="1"/>
          <p:nvPr/>
        </p:nvSpPr>
        <p:spPr>
          <a:xfrm>
            <a:off x="4500686" y="1294654"/>
            <a:ext cx="1655739"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客观性</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objectivity</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7" name="TextBox 6"/>
          <p:cNvSpPr txBox="1"/>
          <p:nvPr/>
        </p:nvSpPr>
        <p:spPr>
          <a:xfrm>
            <a:off x="4485476" y="5781035"/>
            <a:ext cx="1798407"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主观性</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subjectivity</a:t>
            </a:r>
          </a:p>
        </p:txBody>
      </p:sp>
      <p:sp>
        <p:nvSpPr>
          <p:cNvPr id="5" name="椭圆 4"/>
          <p:cNvSpPr/>
          <p:nvPr/>
        </p:nvSpPr>
        <p:spPr>
          <a:xfrm>
            <a:off x="2234671" y="2371620"/>
            <a:ext cx="4579970" cy="1794970"/>
          </a:xfrm>
          <a:prstGeom prst="ellipse">
            <a:avLst/>
          </a:prstGeom>
          <a:solidFill>
            <a:srgbClr val="FFFFFF">
              <a:alpha val="25000"/>
            </a:srgbClr>
          </a:solidFill>
          <a:ln w="25400" cap="flat">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noAutofit/>
          </a:bodyPr>
          <a:lstStyle/>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知</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识</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派</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教</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育</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理</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念</a:t>
            </a:r>
          </a:p>
        </p:txBody>
      </p:sp>
      <p:sp>
        <p:nvSpPr>
          <p:cNvPr id="13" name="椭圆 12"/>
          <p:cNvSpPr/>
          <p:nvPr/>
        </p:nvSpPr>
        <p:spPr>
          <a:xfrm>
            <a:off x="2234672" y="2167512"/>
            <a:ext cx="2289985" cy="3877928"/>
          </a:xfrm>
          <a:prstGeom prst="ellipse">
            <a:avLst/>
          </a:prstGeom>
          <a:solidFill>
            <a:srgbClr val="FFFFFF">
              <a:alpha val="25000"/>
            </a:srgbClr>
          </a:solidFill>
          <a:ln w="25400" cap="sq">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noAutofit/>
          </a:bodyPr>
          <a:lstStyle/>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文学派教育理念</a:t>
            </a:r>
          </a:p>
        </p:txBody>
      </p:sp>
      <p:sp>
        <p:nvSpPr>
          <p:cNvPr id="14" name="椭圆 13"/>
          <p:cNvSpPr/>
          <p:nvPr/>
        </p:nvSpPr>
        <p:spPr>
          <a:xfrm>
            <a:off x="4667295" y="4173962"/>
            <a:ext cx="2389551" cy="1794970"/>
          </a:xfrm>
          <a:prstGeom prst="ellipse">
            <a:avLst/>
          </a:prstGeom>
          <a:solidFill>
            <a:schemeClr val="accent6">
              <a:alpha val="25000"/>
            </a:schemeClr>
          </a:solidFill>
          <a:ln w="25400" cap="flat">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noAutofit/>
          </a:bodyPr>
          <a:lstStyle/>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新的教育理念？</a:t>
            </a:r>
          </a:p>
        </p:txBody>
      </p:sp>
      <p:sp>
        <p:nvSpPr>
          <p:cNvPr id="17" name="TextBox 16"/>
          <p:cNvSpPr txBox="1"/>
          <p:nvPr/>
        </p:nvSpPr>
        <p:spPr>
          <a:xfrm>
            <a:off x="593521" y="3798921"/>
            <a:ext cx="1133160"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精神的</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mental</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18" name="TextBox 17"/>
          <p:cNvSpPr txBox="1"/>
          <p:nvPr/>
        </p:nvSpPr>
        <p:spPr>
          <a:xfrm>
            <a:off x="7041622" y="3798921"/>
            <a:ext cx="1301476"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物质的</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physical</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15" name="灯片编号占位符 1"/>
          <p:cNvSpPr txBox="1">
            <a:spLocks/>
          </p:cNvSpPr>
          <p:nvPr/>
        </p:nvSpPr>
        <p:spPr>
          <a:xfrm>
            <a:off x="7010400" y="6471733"/>
            <a:ext cx="2133600" cy="365125"/>
          </a:xfrm>
          <a:prstGeom prst="rect">
            <a:avLst/>
          </a:prstGeom>
        </p:spPr>
        <p:txBody>
          <a:bodyPr/>
          <a:lstStyle>
            <a:defPPr>
              <a:defRPr lang="zh-CN"/>
            </a:defPPr>
            <a:lvl1pPr algn="r" rtl="0" fontAlgn="base">
              <a:spcBef>
                <a:spcPct val="0"/>
              </a:spcBef>
              <a:spcAft>
                <a:spcPct val="0"/>
              </a:spcAft>
              <a:defRPr sz="3600" kern="1200">
                <a:solidFill>
                  <a:schemeClr val="tx1"/>
                </a:solidFill>
                <a:latin typeface="Arial" pitchFamily="34" charset="0"/>
                <a:ea typeface="宋体" pitchFamily="2" charset="-122"/>
                <a:cs typeface="+mn-cs"/>
              </a:defRPr>
            </a:lvl1pPr>
            <a:lvl2pPr marL="457200" algn="r" rtl="0" fontAlgn="base">
              <a:spcBef>
                <a:spcPct val="0"/>
              </a:spcBef>
              <a:spcAft>
                <a:spcPct val="0"/>
              </a:spcAft>
              <a:defRPr sz="3600" kern="1200">
                <a:solidFill>
                  <a:schemeClr val="tx1"/>
                </a:solidFill>
                <a:latin typeface="Arial" pitchFamily="34" charset="0"/>
                <a:ea typeface="宋体" pitchFamily="2" charset="-122"/>
                <a:cs typeface="+mn-cs"/>
              </a:defRPr>
            </a:lvl2pPr>
            <a:lvl3pPr marL="914400" algn="r" rtl="0" fontAlgn="base">
              <a:spcBef>
                <a:spcPct val="0"/>
              </a:spcBef>
              <a:spcAft>
                <a:spcPct val="0"/>
              </a:spcAft>
              <a:defRPr sz="3600" kern="1200">
                <a:solidFill>
                  <a:schemeClr val="tx1"/>
                </a:solidFill>
                <a:latin typeface="Arial" pitchFamily="34" charset="0"/>
                <a:ea typeface="宋体" pitchFamily="2" charset="-122"/>
                <a:cs typeface="+mn-cs"/>
              </a:defRPr>
            </a:lvl3pPr>
            <a:lvl4pPr marL="1371600" algn="r" rtl="0" fontAlgn="base">
              <a:spcBef>
                <a:spcPct val="0"/>
              </a:spcBef>
              <a:spcAft>
                <a:spcPct val="0"/>
              </a:spcAft>
              <a:defRPr sz="3600" kern="1200">
                <a:solidFill>
                  <a:schemeClr val="tx1"/>
                </a:solidFill>
                <a:latin typeface="Arial" pitchFamily="34" charset="0"/>
                <a:ea typeface="宋体" pitchFamily="2" charset="-122"/>
                <a:cs typeface="+mn-cs"/>
              </a:defRPr>
            </a:lvl4pPr>
            <a:lvl5pPr marL="1828800" algn="r" rtl="0" fontAlgn="base">
              <a:spcBef>
                <a:spcPct val="0"/>
              </a:spcBef>
              <a:spcAft>
                <a:spcPct val="0"/>
              </a:spcAft>
              <a:defRPr sz="3600" kern="1200">
                <a:solidFill>
                  <a:schemeClr val="tx1"/>
                </a:solidFill>
                <a:latin typeface="Arial" pitchFamily="34" charset="0"/>
                <a:ea typeface="宋体" pitchFamily="2" charset="-122"/>
                <a:cs typeface="+mn-cs"/>
              </a:defRPr>
            </a:lvl5pPr>
            <a:lvl6pPr marL="2286000" algn="l" defTabSz="914400" rtl="0" eaLnBrk="1" latinLnBrk="0" hangingPunct="1">
              <a:defRPr sz="3600" kern="1200">
                <a:solidFill>
                  <a:schemeClr val="tx1"/>
                </a:solidFill>
                <a:latin typeface="Arial" pitchFamily="34" charset="0"/>
                <a:ea typeface="宋体" pitchFamily="2" charset="-122"/>
                <a:cs typeface="+mn-cs"/>
              </a:defRPr>
            </a:lvl6pPr>
            <a:lvl7pPr marL="2743200" algn="l" defTabSz="914400" rtl="0" eaLnBrk="1" latinLnBrk="0" hangingPunct="1">
              <a:defRPr sz="3600" kern="1200">
                <a:solidFill>
                  <a:schemeClr val="tx1"/>
                </a:solidFill>
                <a:latin typeface="Arial" pitchFamily="34" charset="0"/>
                <a:ea typeface="宋体" pitchFamily="2" charset="-122"/>
                <a:cs typeface="+mn-cs"/>
              </a:defRPr>
            </a:lvl7pPr>
            <a:lvl8pPr marL="3200400" algn="l" defTabSz="914400" rtl="0" eaLnBrk="1" latinLnBrk="0" hangingPunct="1">
              <a:defRPr sz="3600" kern="1200">
                <a:solidFill>
                  <a:schemeClr val="tx1"/>
                </a:solidFill>
                <a:latin typeface="Arial" pitchFamily="34" charset="0"/>
                <a:ea typeface="宋体" pitchFamily="2" charset="-122"/>
                <a:cs typeface="+mn-cs"/>
              </a:defRPr>
            </a:lvl8pPr>
            <a:lvl9pPr marL="3657600" algn="l" defTabSz="914400" rtl="0" eaLnBrk="1" latinLnBrk="0" hangingPunct="1">
              <a:defRPr sz="3600" kern="1200">
                <a:solidFill>
                  <a:schemeClr val="tx1"/>
                </a:solidFill>
                <a:latin typeface="Arial" pitchFamily="34" charset="0"/>
                <a:ea typeface="宋体" pitchFamily="2" charset="-122"/>
                <a:cs typeface="+mn-cs"/>
              </a:defRPr>
            </a:lvl9pPr>
          </a:lstStyle>
          <a:p>
            <a:fld id="{B58AC878-8C27-4018-8291-912A1A823CD1}" type="slidenum">
              <a:rPr lang="zh-CN" altLang="en-US" sz="1600" smtClean="0"/>
              <a:pPr/>
              <a:t>77</a:t>
            </a:fld>
            <a:endParaRPr lang="zh-CN" altLang="en-US" sz="1600" dirty="0"/>
          </a:p>
        </p:txBody>
      </p:sp>
    </p:spTree>
    <p:extLst>
      <p:ext uri="{BB962C8B-B14F-4D97-AF65-F5344CB8AC3E}">
        <p14:creationId xmlns:p14="http://schemas.microsoft.com/office/powerpoint/2010/main" val="126577844"/>
      </p:ext>
    </p:ext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图示 16"/>
          <p:cNvGraphicFramePr/>
          <p:nvPr>
            <p:extLst>
              <p:ext uri="{D42A27DB-BD31-4B8C-83A1-F6EECF244321}">
                <p14:modId xmlns:p14="http://schemas.microsoft.com/office/powerpoint/2010/main" val="1513831762"/>
              </p:ext>
            </p:extLst>
          </p:nvPr>
        </p:nvGraphicFramePr>
        <p:xfrm>
          <a:off x="1010132" y="2094325"/>
          <a:ext cx="7026765" cy="40655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 Box 4"/>
          <p:cNvSpPr txBox="1">
            <a:spLocks noChangeArrowheads="1"/>
          </p:cNvSpPr>
          <p:nvPr/>
        </p:nvSpPr>
        <p:spPr bwMode="auto">
          <a:xfrm>
            <a:off x="394718" y="484906"/>
            <a:ext cx="8327106" cy="786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9" tIns="45694" rIns="91389" bIns="45694">
            <a:spAutoFit/>
          </a:bodyPr>
          <a:lstStyle>
            <a:lvl1pPr eaLnBrk="1" hangingPunct="1">
              <a:defRPr sz="4400" b="1">
                <a:solidFill>
                  <a:srgbClr val="7030A0"/>
                </a:solidFill>
                <a:latin typeface="微软雅黑" panose="020B0503020204020204" charset="-122"/>
                <a:ea typeface="微软雅黑" panose="020B0503020204020204" charset="-122"/>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57094" fontAlgn="auto">
              <a:spcBef>
                <a:spcPts val="0"/>
              </a:spcBef>
              <a:spcAft>
                <a:spcPts val="0"/>
              </a:spcAft>
            </a:pPr>
            <a:r>
              <a:rPr lang="zh-CN" altLang="en-US" kern="0" dirty="0">
                <a:sym typeface="Calibri" panose="020F0502020204030204"/>
              </a:rPr>
              <a:t>数据，扩展了自然科学研究领域</a:t>
            </a:r>
            <a:endParaRPr kern="0" dirty="0">
              <a:sym typeface="Calibri" panose="020F0502020204030204"/>
            </a:endParaRPr>
          </a:p>
        </p:txBody>
      </p:sp>
      <p:sp>
        <p:nvSpPr>
          <p:cNvPr id="4" name="TextBox 3"/>
          <p:cNvSpPr txBox="1"/>
          <p:nvPr/>
        </p:nvSpPr>
        <p:spPr>
          <a:xfrm>
            <a:off x="4500686" y="1294654"/>
            <a:ext cx="1655739"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客观性</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objectivity</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7" name="TextBox 6"/>
          <p:cNvSpPr txBox="1"/>
          <p:nvPr/>
        </p:nvSpPr>
        <p:spPr>
          <a:xfrm>
            <a:off x="4485476" y="5781035"/>
            <a:ext cx="1798407"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主观性</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subjectivity</a:t>
            </a:r>
          </a:p>
        </p:txBody>
      </p:sp>
      <p:sp>
        <p:nvSpPr>
          <p:cNvPr id="11" name="上箭头 10"/>
          <p:cNvSpPr/>
          <p:nvPr/>
        </p:nvSpPr>
        <p:spPr>
          <a:xfrm>
            <a:off x="5364495" y="3457295"/>
            <a:ext cx="548711" cy="1418592"/>
          </a:xfrm>
          <a:prstGeom prst="upArrow">
            <a:avLst/>
          </a:prstGeom>
          <a:solidFill>
            <a:srgbClr val="FFFFFF"/>
          </a:solidFill>
          <a:ln w="25400" cap="flat">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noAutofit/>
          </a:bodyPr>
          <a:lstStyle/>
          <a:p>
            <a:pPr defTabSz="356556" fontAlgn="auto" latinLnBrk="1" hangingPunct="0">
              <a:spcBef>
                <a:spcPts val="0"/>
              </a:spcBef>
              <a:spcAft>
                <a:spcPts val="0"/>
              </a:spcAft>
            </a:pPr>
            <a:r>
              <a:rPr lang="zh-CN" altLang="en-US" sz="1500" kern="0" dirty="0">
                <a:solidFill>
                  <a:srgbClr val="000000"/>
                </a:solidFill>
                <a:latin typeface="微软雅黑" panose="020B0503020204020204" pitchFamily="34" charset="-122"/>
                <a:ea typeface="微软雅黑" panose="020B0503020204020204" pitchFamily="34" charset="-122"/>
                <a:sym typeface="Calibri" panose="020F0502020204030204"/>
              </a:rPr>
              <a:t>数据记录</a:t>
            </a:r>
          </a:p>
        </p:txBody>
      </p:sp>
      <p:sp>
        <p:nvSpPr>
          <p:cNvPr id="12" name="上箭头 11"/>
          <p:cNvSpPr/>
          <p:nvPr/>
        </p:nvSpPr>
        <p:spPr>
          <a:xfrm>
            <a:off x="3067469" y="3457295"/>
            <a:ext cx="548711" cy="1418592"/>
          </a:xfrm>
          <a:prstGeom prst="upArrow">
            <a:avLst/>
          </a:prstGeom>
          <a:solidFill>
            <a:srgbClr val="FFFFFF"/>
          </a:solidFill>
          <a:ln w="25400" cap="flat">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noAutofit/>
          </a:bodyPr>
          <a:lstStyle/>
          <a:p>
            <a:pPr defTabSz="356556" fontAlgn="auto" latinLnBrk="1" hangingPunct="0">
              <a:spcBef>
                <a:spcPts val="0"/>
              </a:spcBef>
              <a:spcAft>
                <a:spcPts val="0"/>
              </a:spcAft>
            </a:pPr>
            <a:r>
              <a:rPr lang="zh-CN" altLang="en-US" sz="1500" kern="0" dirty="0">
                <a:solidFill>
                  <a:srgbClr val="000000"/>
                </a:solidFill>
                <a:latin typeface="微软雅黑" panose="020B0503020204020204" pitchFamily="34" charset="-122"/>
                <a:ea typeface="微软雅黑" panose="020B0503020204020204" pitchFamily="34" charset="-122"/>
                <a:sym typeface="Calibri" panose="020F0502020204030204"/>
              </a:rPr>
              <a:t>数据处理</a:t>
            </a:r>
          </a:p>
        </p:txBody>
      </p:sp>
      <p:sp>
        <p:nvSpPr>
          <p:cNvPr id="13" name="椭圆 12"/>
          <p:cNvSpPr/>
          <p:nvPr/>
        </p:nvSpPr>
        <p:spPr>
          <a:xfrm rot="1657670">
            <a:off x="2287624" y="3416551"/>
            <a:ext cx="4579970" cy="1794970"/>
          </a:xfrm>
          <a:prstGeom prst="ellipse">
            <a:avLst/>
          </a:prstGeom>
          <a:solidFill>
            <a:srgbClr val="FFFFFF">
              <a:alpha val="25000"/>
            </a:srgbClr>
          </a:solidFill>
          <a:ln w="25400" cap="flat">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noAutofit/>
          </a:bodyPr>
          <a:lstStyle/>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扩</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展</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的</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自</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然</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科</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学</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p:txBody>
      </p:sp>
      <p:sp>
        <p:nvSpPr>
          <p:cNvPr id="14" name="椭圆 13"/>
          <p:cNvSpPr/>
          <p:nvPr/>
        </p:nvSpPr>
        <p:spPr>
          <a:xfrm>
            <a:off x="2234671" y="2371620"/>
            <a:ext cx="4579970" cy="1794970"/>
          </a:xfrm>
          <a:prstGeom prst="ellipse">
            <a:avLst/>
          </a:prstGeom>
          <a:solidFill>
            <a:srgbClr val="FFFFFF">
              <a:alpha val="25000"/>
            </a:srgbClr>
          </a:solidFill>
          <a:ln w="25400" cap="flat">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noAutofit/>
          </a:bodyPr>
          <a:lstStyle/>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增</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强</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的</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自</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然</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科</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学</a:t>
            </a:r>
          </a:p>
        </p:txBody>
      </p:sp>
      <p:sp>
        <p:nvSpPr>
          <p:cNvPr id="15" name="椭圆 14"/>
          <p:cNvSpPr/>
          <p:nvPr/>
        </p:nvSpPr>
        <p:spPr>
          <a:xfrm>
            <a:off x="2234672" y="2167512"/>
            <a:ext cx="2289985" cy="3877928"/>
          </a:xfrm>
          <a:prstGeom prst="ellipse">
            <a:avLst/>
          </a:prstGeom>
          <a:solidFill>
            <a:srgbClr val="FFFFFF">
              <a:alpha val="25000"/>
            </a:srgbClr>
          </a:solidFill>
          <a:ln w="25400" cap="sq">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ctr">
            <a:noAutofit/>
          </a:bodyPr>
          <a:lstStyle/>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增强的人文社会科学</a:t>
            </a:r>
          </a:p>
        </p:txBody>
      </p:sp>
      <p:sp>
        <p:nvSpPr>
          <p:cNvPr id="20" name="TextBox 19"/>
          <p:cNvSpPr txBox="1"/>
          <p:nvPr/>
        </p:nvSpPr>
        <p:spPr>
          <a:xfrm>
            <a:off x="593521" y="3798921"/>
            <a:ext cx="1133160"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精神的</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mental</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21" name="TextBox 20"/>
          <p:cNvSpPr txBox="1"/>
          <p:nvPr/>
        </p:nvSpPr>
        <p:spPr>
          <a:xfrm>
            <a:off x="7041622" y="3798921"/>
            <a:ext cx="1301476"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物质的</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physical</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18" name="灯片编号占位符 1"/>
          <p:cNvSpPr txBox="1">
            <a:spLocks/>
          </p:cNvSpPr>
          <p:nvPr/>
        </p:nvSpPr>
        <p:spPr>
          <a:xfrm>
            <a:off x="7010400" y="6471733"/>
            <a:ext cx="2133600" cy="365125"/>
          </a:xfrm>
          <a:prstGeom prst="rect">
            <a:avLst/>
          </a:prstGeom>
        </p:spPr>
        <p:txBody>
          <a:bodyPr/>
          <a:lstStyle>
            <a:defPPr>
              <a:defRPr lang="zh-CN"/>
            </a:defPPr>
            <a:lvl1pPr algn="r" rtl="0" fontAlgn="base">
              <a:spcBef>
                <a:spcPct val="0"/>
              </a:spcBef>
              <a:spcAft>
                <a:spcPct val="0"/>
              </a:spcAft>
              <a:defRPr sz="3600" kern="1200">
                <a:solidFill>
                  <a:schemeClr val="tx1"/>
                </a:solidFill>
                <a:latin typeface="Arial" pitchFamily="34" charset="0"/>
                <a:ea typeface="宋体" pitchFamily="2" charset="-122"/>
                <a:cs typeface="+mn-cs"/>
              </a:defRPr>
            </a:lvl1pPr>
            <a:lvl2pPr marL="457200" algn="r" rtl="0" fontAlgn="base">
              <a:spcBef>
                <a:spcPct val="0"/>
              </a:spcBef>
              <a:spcAft>
                <a:spcPct val="0"/>
              </a:spcAft>
              <a:defRPr sz="3600" kern="1200">
                <a:solidFill>
                  <a:schemeClr val="tx1"/>
                </a:solidFill>
                <a:latin typeface="Arial" pitchFamily="34" charset="0"/>
                <a:ea typeface="宋体" pitchFamily="2" charset="-122"/>
                <a:cs typeface="+mn-cs"/>
              </a:defRPr>
            </a:lvl2pPr>
            <a:lvl3pPr marL="914400" algn="r" rtl="0" fontAlgn="base">
              <a:spcBef>
                <a:spcPct val="0"/>
              </a:spcBef>
              <a:spcAft>
                <a:spcPct val="0"/>
              </a:spcAft>
              <a:defRPr sz="3600" kern="1200">
                <a:solidFill>
                  <a:schemeClr val="tx1"/>
                </a:solidFill>
                <a:latin typeface="Arial" pitchFamily="34" charset="0"/>
                <a:ea typeface="宋体" pitchFamily="2" charset="-122"/>
                <a:cs typeface="+mn-cs"/>
              </a:defRPr>
            </a:lvl3pPr>
            <a:lvl4pPr marL="1371600" algn="r" rtl="0" fontAlgn="base">
              <a:spcBef>
                <a:spcPct val="0"/>
              </a:spcBef>
              <a:spcAft>
                <a:spcPct val="0"/>
              </a:spcAft>
              <a:defRPr sz="3600" kern="1200">
                <a:solidFill>
                  <a:schemeClr val="tx1"/>
                </a:solidFill>
                <a:latin typeface="Arial" pitchFamily="34" charset="0"/>
                <a:ea typeface="宋体" pitchFamily="2" charset="-122"/>
                <a:cs typeface="+mn-cs"/>
              </a:defRPr>
            </a:lvl4pPr>
            <a:lvl5pPr marL="1828800" algn="r" rtl="0" fontAlgn="base">
              <a:spcBef>
                <a:spcPct val="0"/>
              </a:spcBef>
              <a:spcAft>
                <a:spcPct val="0"/>
              </a:spcAft>
              <a:defRPr sz="3600" kern="1200">
                <a:solidFill>
                  <a:schemeClr val="tx1"/>
                </a:solidFill>
                <a:latin typeface="Arial" pitchFamily="34" charset="0"/>
                <a:ea typeface="宋体" pitchFamily="2" charset="-122"/>
                <a:cs typeface="+mn-cs"/>
              </a:defRPr>
            </a:lvl5pPr>
            <a:lvl6pPr marL="2286000" algn="l" defTabSz="914400" rtl="0" eaLnBrk="1" latinLnBrk="0" hangingPunct="1">
              <a:defRPr sz="3600" kern="1200">
                <a:solidFill>
                  <a:schemeClr val="tx1"/>
                </a:solidFill>
                <a:latin typeface="Arial" pitchFamily="34" charset="0"/>
                <a:ea typeface="宋体" pitchFamily="2" charset="-122"/>
                <a:cs typeface="+mn-cs"/>
              </a:defRPr>
            </a:lvl6pPr>
            <a:lvl7pPr marL="2743200" algn="l" defTabSz="914400" rtl="0" eaLnBrk="1" latinLnBrk="0" hangingPunct="1">
              <a:defRPr sz="3600" kern="1200">
                <a:solidFill>
                  <a:schemeClr val="tx1"/>
                </a:solidFill>
                <a:latin typeface="Arial" pitchFamily="34" charset="0"/>
                <a:ea typeface="宋体" pitchFamily="2" charset="-122"/>
                <a:cs typeface="+mn-cs"/>
              </a:defRPr>
            </a:lvl7pPr>
            <a:lvl8pPr marL="3200400" algn="l" defTabSz="914400" rtl="0" eaLnBrk="1" latinLnBrk="0" hangingPunct="1">
              <a:defRPr sz="3600" kern="1200">
                <a:solidFill>
                  <a:schemeClr val="tx1"/>
                </a:solidFill>
                <a:latin typeface="Arial" pitchFamily="34" charset="0"/>
                <a:ea typeface="宋体" pitchFamily="2" charset="-122"/>
                <a:cs typeface="+mn-cs"/>
              </a:defRPr>
            </a:lvl8pPr>
            <a:lvl9pPr marL="3657600" algn="l" defTabSz="914400" rtl="0" eaLnBrk="1" latinLnBrk="0" hangingPunct="1">
              <a:defRPr sz="3600" kern="1200">
                <a:solidFill>
                  <a:schemeClr val="tx1"/>
                </a:solidFill>
                <a:latin typeface="Arial" pitchFamily="34" charset="0"/>
                <a:ea typeface="宋体" pitchFamily="2" charset="-122"/>
                <a:cs typeface="+mn-cs"/>
              </a:defRPr>
            </a:lvl9pPr>
          </a:lstStyle>
          <a:p>
            <a:fld id="{B58AC878-8C27-4018-8291-912A1A823CD1}" type="slidenum">
              <a:rPr lang="zh-CN" altLang="en-US" sz="1600" smtClean="0"/>
              <a:pPr/>
              <a:t>78</a:t>
            </a:fld>
            <a:endParaRPr lang="zh-CN" altLang="en-US" sz="1600" dirty="0"/>
          </a:p>
        </p:txBody>
      </p:sp>
    </p:spTree>
    <p:extLst>
      <p:ext uri="{BB962C8B-B14F-4D97-AF65-F5344CB8AC3E}">
        <p14:creationId xmlns:p14="http://schemas.microsoft.com/office/powerpoint/2010/main" val="127696075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repeatCount="500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heel(1)">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repeatCount="500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heel(1)">
                                      <p:cBhvr>
                                        <p:cTn id="12" dur="2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repeatCount="500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heel(1)">
                                      <p:cBhvr>
                                        <p:cTn id="17"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图示 11"/>
          <p:cNvGraphicFramePr/>
          <p:nvPr>
            <p:extLst>
              <p:ext uri="{D42A27DB-BD31-4B8C-83A1-F6EECF244321}">
                <p14:modId xmlns:p14="http://schemas.microsoft.com/office/powerpoint/2010/main" val="3573303355"/>
              </p:ext>
            </p:extLst>
          </p:nvPr>
        </p:nvGraphicFramePr>
        <p:xfrm>
          <a:off x="1010132" y="2094325"/>
          <a:ext cx="7026765" cy="40655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 Box 4"/>
          <p:cNvSpPr txBox="1">
            <a:spLocks noChangeArrowheads="1"/>
          </p:cNvSpPr>
          <p:nvPr/>
        </p:nvSpPr>
        <p:spPr bwMode="auto">
          <a:xfrm>
            <a:off x="394718" y="484906"/>
            <a:ext cx="8327106" cy="786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9" tIns="45694" rIns="91389" bIns="45694">
            <a:spAutoFit/>
          </a:bodyPr>
          <a:lstStyle>
            <a:lvl1pPr eaLnBrk="1" hangingPunct="1">
              <a:defRPr sz="4400" b="1">
                <a:solidFill>
                  <a:srgbClr val="7030A0"/>
                </a:solidFill>
                <a:latin typeface="微软雅黑" panose="020B0503020204020204" charset="-122"/>
                <a:ea typeface="微软雅黑" panose="020B0503020204020204" charset="-122"/>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57094" fontAlgn="auto">
              <a:spcBef>
                <a:spcPts val="0"/>
              </a:spcBef>
              <a:spcAft>
                <a:spcPts val="0"/>
              </a:spcAft>
            </a:pPr>
            <a:r>
              <a:rPr lang="zh-CN" altLang="en-US" kern="0" dirty="0">
                <a:sym typeface="Calibri" panose="020F0502020204030204"/>
              </a:rPr>
              <a:t>数据，带来个人新的体验和认知</a:t>
            </a:r>
            <a:endParaRPr kern="0" dirty="0">
              <a:sym typeface="Calibri" panose="020F0502020204030204"/>
            </a:endParaRPr>
          </a:p>
        </p:txBody>
      </p:sp>
      <p:sp>
        <p:nvSpPr>
          <p:cNvPr id="4" name="TextBox 3"/>
          <p:cNvSpPr txBox="1"/>
          <p:nvPr/>
        </p:nvSpPr>
        <p:spPr>
          <a:xfrm>
            <a:off x="4500686" y="1294654"/>
            <a:ext cx="1655739"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客观性</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objectivity</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7" name="TextBox 6"/>
          <p:cNvSpPr txBox="1"/>
          <p:nvPr/>
        </p:nvSpPr>
        <p:spPr>
          <a:xfrm>
            <a:off x="4485476" y="5781035"/>
            <a:ext cx="1798407"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主观性</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subjectivity</a:t>
            </a:r>
          </a:p>
        </p:txBody>
      </p:sp>
      <p:sp>
        <p:nvSpPr>
          <p:cNvPr id="14" name="椭圆 13"/>
          <p:cNvSpPr/>
          <p:nvPr/>
        </p:nvSpPr>
        <p:spPr>
          <a:xfrm>
            <a:off x="2234671" y="4168977"/>
            <a:ext cx="4579970" cy="1794970"/>
          </a:xfrm>
          <a:prstGeom prst="ellipse">
            <a:avLst/>
          </a:prstGeom>
          <a:solidFill>
            <a:srgbClr val="FFFFFF">
              <a:alpha val="25000"/>
            </a:srgbClr>
          </a:solidFill>
          <a:ln w="25400" cap="flat">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noAutofit/>
          </a:bodyPr>
          <a:lstStyle/>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虚</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拟</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的</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现</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实</a:t>
            </a:r>
          </a:p>
        </p:txBody>
      </p:sp>
      <p:sp>
        <p:nvSpPr>
          <p:cNvPr id="15" name="椭圆 14"/>
          <p:cNvSpPr/>
          <p:nvPr/>
        </p:nvSpPr>
        <p:spPr>
          <a:xfrm rot="20088697">
            <a:off x="2323171" y="3165905"/>
            <a:ext cx="4579970" cy="1794970"/>
          </a:xfrm>
          <a:prstGeom prst="ellipse">
            <a:avLst/>
          </a:prstGeom>
          <a:solidFill>
            <a:srgbClr val="FFFFFF">
              <a:alpha val="25000"/>
            </a:srgbClr>
          </a:solidFill>
          <a:ln w="25400" cap="flat">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638" tIns="35638" rIns="35638" bIns="35638" numCol="1" spcCol="29699" rtlCol="0" anchor="ctr">
            <a:noAutofit/>
          </a:bodyPr>
          <a:lstStyle/>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增</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强</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的</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现</a:t>
            </a:r>
            <a:endParaRPr lang="en-US" altLang="zh-CN" sz="1400" b="1" kern="0" dirty="0">
              <a:solidFill>
                <a:srgbClr val="002060"/>
              </a:solidFill>
              <a:latin typeface="微软雅黑" panose="020B0503020204020204" pitchFamily="34" charset="-122"/>
              <a:ea typeface="微软雅黑" panose="020B0503020204020204" pitchFamily="34" charset="-122"/>
              <a:sym typeface="Calibri" panose="020F0502020204030204"/>
            </a:endParaRPr>
          </a:p>
          <a:p>
            <a:pPr algn="ctr" defTabSz="356556" fontAlgn="auto" latinLnBrk="1" hangingPunct="0">
              <a:spcBef>
                <a:spcPts val="0"/>
              </a:spcBef>
              <a:spcAft>
                <a:spcPts val="0"/>
              </a:spcAft>
            </a:pPr>
            <a:r>
              <a:rPr lang="zh-CN" altLang="en-US" sz="1400" b="1" kern="0" dirty="0">
                <a:solidFill>
                  <a:srgbClr val="002060"/>
                </a:solidFill>
                <a:latin typeface="微软雅黑" panose="020B0503020204020204" pitchFamily="34" charset="-122"/>
                <a:ea typeface="微软雅黑" panose="020B0503020204020204" pitchFamily="34" charset="-122"/>
                <a:sym typeface="Calibri" panose="020F0502020204030204"/>
              </a:rPr>
              <a:t>实</a:t>
            </a:r>
          </a:p>
        </p:txBody>
      </p:sp>
      <p:sp>
        <p:nvSpPr>
          <p:cNvPr id="17" name="TextBox 16"/>
          <p:cNvSpPr txBox="1"/>
          <p:nvPr/>
        </p:nvSpPr>
        <p:spPr>
          <a:xfrm>
            <a:off x="593521" y="3798921"/>
            <a:ext cx="1133160"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精神的</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mental</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18" name="TextBox 17"/>
          <p:cNvSpPr txBox="1"/>
          <p:nvPr/>
        </p:nvSpPr>
        <p:spPr>
          <a:xfrm>
            <a:off x="7041622" y="3798921"/>
            <a:ext cx="1301476" cy="8414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35638" tIns="35638" rIns="35638" bIns="35638" numCol="1" spcCol="29699" rtlCol="0" anchor="t">
            <a:spAutoFit/>
          </a:bodyPr>
          <a:lstStyle/>
          <a:p>
            <a:pPr defTabSz="356556" fontAlgn="auto" latinLnBrk="1" hangingPunct="0">
              <a:spcBef>
                <a:spcPts val="0"/>
              </a:spcBef>
              <a:spcAft>
                <a:spcPts val="0"/>
              </a:spcAft>
            </a:pPr>
            <a:r>
              <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rPr>
              <a:t>物质的</a:t>
            </a:r>
            <a:endPar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a:p>
            <a:pPr defTabSz="356556" fontAlgn="auto" latinLnBrk="1" hangingPunct="0">
              <a:spcBef>
                <a:spcPts val="0"/>
              </a:spcBef>
              <a:spcAft>
                <a:spcPts val="0"/>
              </a:spcAft>
            </a:pPr>
            <a:r>
              <a:rPr lang="en-US" altLang="zh-CN" sz="2500" kern="0" dirty="0">
                <a:solidFill>
                  <a:srgbClr val="000000"/>
                </a:solidFill>
                <a:latin typeface="微软雅黑" panose="020B0503020204020204" pitchFamily="34" charset="-122"/>
                <a:ea typeface="微软雅黑" panose="020B0503020204020204" pitchFamily="34" charset="-122"/>
                <a:sym typeface="Calibri" panose="020F0502020204030204"/>
              </a:rPr>
              <a:t>physical</a:t>
            </a:r>
            <a:endParaRPr lang="zh-CN" altLang="en-US" sz="2500" kern="0" dirty="0">
              <a:solidFill>
                <a:srgbClr val="000000"/>
              </a:solidFill>
              <a:latin typeface="微软雅黑" panose="020B0503020204020204" pitchFamily="34" charset="-122"/>
              <a:ea typeface="微软雅黑" panose="020B0503020204020204" pitchFamily="34" charset="-122"/>
              <a:sym typeface="Calibri" panose="020F0502020204030204"/>
            </a:endParaRPr>
          </a:p>
        </p:txBody>
      </p:sp>
      <p:sp>
        <p:nvSpPr>
          <p:cNvPr id="13" name="灯片编号占位符 1"/>
          <p:cNvSpPr txBox="1">
            <a:spLocks/>
          </p:cNvSpPr>
          <p:nvPr/>
        </p:nvSpPr>
        <p:spPr>
          <a:xfrm>
            <a:off x="7010400" y="6471733"/>
            <a:ext cx="2133600" cy="365125"/>
          </a:xfrm>
          <a:prstGeom prst="rect">
            <a:avLst/>
          </a:prstGeom>
        </p:spPr>
        <p:txBody>
          <a:bodyPr/>
          <a:lstStyle>
            <a:defPPr>
              <a:defRPr lang="zh-CN"/>
            </a:defPPr>
            <a:lvl1pPr algn="r" rtl="0" fontAlgn="base">
              <a:spcBef>
                <a:spcPct val="0"/>
              </a:spcBef>
              <a:spcAft>
                <a:spcPct val="0"/>
              </a:spcAft>
              <a:defRPr sz="3600" kern="1200">
                <a:solidFill>
                  <a:schemeClr val="tx1"/>
                </a:solidFill>
                <a:latin typeface="Arial" pitchFamily="34" charset="0"/>
                <a:ea typeface="宋体" pitchFamily="2" charset="-122"/>
                <a:cs typeface="+mn-cs"/>
              </a:defRPr>
            </a:lvl1pPr>
            <a:lvl2pPr marL="457200" algn="r" rtl="0" fontAlgn="base">
              <a:spcBef>
                <a:spcPct val="0"/>
              </a:spcBef>
              <a:spcAft>
                <a:spcPct val="0"/>
              </a:spcAft>
              <a:defRPr sz="3600" kern="1200">
                <a:solidFill>
                  <a:schemeClr val="tx1"/>
                </a:solidFill>
                <a:latin typeface="Arial" pitchFamily="34" charset="0"/>
                <a:ea typeface="宋体" pitchFamily="2" charset="-122"/>
                <a:cs typeface="+mn-cs"/>
              </a:defRPr>
            </a:lvl2pPr>
            <a:lvl3pPr marL="914400" algn="r" rtl="0" fontAlgn="base">
              <a:spcBef>
                <a:spcPct val="0"/>
              </a:spcBef>
              <a:spcAft>
                <a:spcPct val="0"/>
              </a:spcAft>
              <a:defRPr sz="3600" kern="1200">
                <a:solidFill>
                  <a:schemeClr val="tx1"/>
                </a:solidFill>
                <a:latin typeface="Arial" pitchFamily="34" charset="0"/>
                <a:ea typeface="宋体" pitchFamily="2" charset="-122"/>
                <a:cs typeface="+mn-cs"/>
              </a:defRPr>
            </a:lvl3pPr>
            <a:lvl4pPr marL="1371600" algn="r" rtl="0" fontAlgn="base">
              <a:spcBef>
                <a:spcPct val="0"/>
              </a:spcBef>
              <a:spcAft>
                <a:spcPct val="0"/>
              </a:spcAft>
              <a:defRPr sz="3600" kern="1200">
                <a:solidFill>
                  <a:schemeClr val="tx1"/>
                </a:solidFill>
                <a:latin typeface="Arial" pitchFamily="34" charset="0"/>
                <a:ea typeface="宋体" pitchFamily="2" charset="-122"/>
                <a:cs typeface="+mn-cs"/>
              </a:defRPr>
            </a:lvl4pPr>
            <a:lvl5pPr marL="1828800" algn="r" rtl="0" fontAlgn="base">
              <a:spcBef>
                <a:spcPct val="0"/>
              </a:spcBef>
              <a:spcAft>
                <a:spcPct val="0"/>
              </a:spcAft>
              <a:defRPr sz="3600" kern="1200">
                <a:solidFill>
                  <a:schemeClr val="tx1"/>
                </a:solidFill>
                <a:latin typeface="Arial" pitchFamily="34" charset="0"/>
                <a:ea typeface="宋体" pitchFamily="2" charset="-122"/>
                <a:cs typeface="+mn-cs"/>
              </a:defRPr>
            </a:lvl5pPr>
            <a:lvl6pPr marL="2286000" algn="l" defTabSz="914400" rtl="0" eaLnBrk="1" latinLnBrk="0" hangingPunct="1">
              <a:defRPr sz="3600" kern="1200">
                <a:solidFill>
                  <a:schemeClr val="tx1"/>
                </a:solidFill>
                <a:latin typeface="Arial" pitchFamily="34" charset="0"/>
                <a:ea typeface="宋体" pitchFamily="2" charset="-122"/>
                <a:cs typeface="+mn-cs"/>
              </a:defRPr>
            </a:lvl6pPr>
            <a:lvl7pPr marL="2743200" algn="l" defTabSz="914400" rtl="0" eaLnBrk="1" latinLnBrk="0" hangingPunct="1">
              <a:defRPr sz="3600" kern="1200">
                <a:solidFill>
                  <a:schemeClr val="tx1"/>
                </a:solidFill>
                <a:latin typeface="Arial" pitchFamily="34" charset="0"/>
                <a:ea typeface="宋体" pitchFamily="2" charset="-122"/>
                <a:cs typeface="+mn-cs"/>
              </a:defRPr>
            </a:lvl7pPr>
            <a:lvl8pPr marL="3200400" algn="l" defTabSz="914400" rtl="0" eaLnBrk="1" latinLnBrk="0" hangingPunct="1">
              <a:defRPr sz="3600" kern="1200">
                <a:solidFill>
                  <a:schemeClr val="tx1"/>
                </a:solidFill>
                <a:latin typeface="Arial" pitchFamily="34" charset="0"/>
                <a:ea typeface="宋体" pitchFamily="2" charset="-122"/>
                <a:cs typeface="+mn-cs"/>
              </a:defRPr>
            </a:lvl8pPr>
            <a:lvl9pPr marL="3657600" algn="l" defTabSz="914400" rtl="0" eaLnBrk="1" latinLnBrk="0" hangingPunct="1">
              <a:defRPr sz="3600" kern="1200">
                <a:solidFill>
                  <a:schemeClr val="tx1"/>
                </a:solidFill>
                <a:latin typeface="Arial" pitchFamily="34" charset="0"/>
                <a:ea typeface="宋体" pitchFamily="2" charset="-122"/>
                <a:cs typeface="+mn-cs"/>
              </a:defRPr>
            </a:lvl9pPr>
          </a:lstStyle>
          <a:p>
            <a:fld id="{B58AC878-8C27-4018-8291-912A1A823CD1}" type="slidenum">
              <a:rPr lang="zh-CN" altLang="en-US" sz="1600" smtClean="0"/>
              <a:pPr/>
              <a:t>79</a:t>
            </a:fld>
            <a:endParaRPr lang="zh-CN" altLang="en-US" sz="1600" dirty="0"/>
          </a:p>
        </p:txBody>
      </p:sp>
    </p:spTree>
    <p:extLst>
      <p:ext uri="{BB962C8B-B14F-4D97-AF65-F5344CB8AC3E}">
        <p14:creationId xmlns:p14="http://schemas.microsoft.com/office/powerpoint/2010/main" val="25033579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repeatCount="500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heel(1)">
                                      <p:cBhvr>
                                        <p:cTn id="7" dur="20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repeatCount="500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heel(1)">
                                      <p:cBhvr>
                                        <p:cTn id="12"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4"/>
          <p:cNvSpPr txBox="1">
            <a:spLocks noChangeArrowheads="1"/>
          </p:cNvSpPr>
          <p:nvPr/>
        </p:nvSpPr>
        <p:spPr bwMode="auto">
          <a:xfrm>
            <a:off x="394718" y="484903"/>
            <a:ext cx="6173004" cy="661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9" tIns="45694" rIns="91389" bIns="45694">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57094" eaLnBrk="1" fontAlgn="auto" hangingPunct="1">
              <a:spcBef>
                <a:spcPts val="0"/>
              </a:spcBef>
              <a:spcAft>
                <a:spcPts val="0"/>
              </a:spcAft>
            </a:pPr>
            <a:r>
              <a:rPr lang="zh-CN" altLang="en-US" sz="3700" b="1" kern="0" dirty="0">
                <a:solidFill>
                  <a:srgbClr val="7030A0"/>
                </a:solidFill>
                <a:latin typeface="微软雅黑" panose="020B0503020204020204" charset="-122"/>
                <a:ea typeface="微软雅黑" panose="020B0503020204020204" charset="-122"/>
                <a:sym typeface="Calibri" panose="020F0502020204030204"/>
              </a:rPr>
              <a:t>数据，因果性的困扰</a:t>
            </a:r>
            <a:endParaRPr sz="3700" b="1" kern="0" dirty="0">
              <a:solidFill>
                <a:srgbClr val="7030A0"/>
              </a:solidFill>
              <a:latin typeface="微软雅黑" panose="020B0503020204020204" charset="-122"/>
              <a:ea typeface="微软雅黑" panose="020B0503020204020204" charset="-122"/>
              <a:sym typeface="Calibri" panose="020F0502020204030204"/>
            </a:endParaRPr>
          </a:p>
        </p:txBody>
      </p:sp>
      <p:sp>
        <p:nvSpPr>
          <p:cNvPr id="13" name="矩形 12"/>
          <p:cNvSpPr/>
          <p:nvPr/>
        </p:nvSpPr>
        <p:spPr>
          <a:xfrm>
            <a:off x="561923" y="2023713"/>
            <a:ext cx="8054749" cy="607823"/>
          </a:xfrm>
          <a:prstGeom prst="rect">
            <a:avLst/>
          </a:prstGeom>
          <a:solidFill>
            <a:sysClr val="window" lastClr="FFFFFF"/>
          </a:solidFill>
          <a:ln w="19050" cap="rnd" cmpd="sng" algn="ctr">
            <a:noFill/>
            <a:prstDash val="solid"/>
          </a:ln>
          <a:effectLst/>
        </p:spPr>
        <p:txBody>
          <a:bodyPr lIns="76786" tIns="38393" rIns="76786" bIns="38393" rtlCol="0" anchor="ctr"/>
          <a:lstStyle/>
          <a:p>
            <a:pPr algn="l" defTabSz="384024" fontAlgn="auto">
              <a:spcBef>
                <a:spcPts val="0"/>
              </a:spcBef>
              <a:spcAft>
                <a:spcPts val="0"/>
              </a:spcAft>
              <a:defRPr/>
            </a:pPr>
            <a:r>
              <a:rPr lang="zh-CN" altLang="en-US" sz="2400" b="1" dirty="0">
                <a:solidFill>
                  <a:srgbClr val="C00000"/>
                </a:solidFill>
                <a:latin typeface="微软雅黑" panose="020B0503020204020204" charset="-122"/>
                <a:ea typeface="微软雅黑" panose="020B0503020204020204" charset="-122"/>
                <a:sym typeface="Calibri" panose="020F0502020204030204"/>
              </a:rPr>
              <a:t>推理（</a:t>
            </a:r>
            <a:r>
              <a:rPr lang="en-US" altLang="zh-CN" sz="2400" b="1" dirty="0">
                <a:solidFill>
                  <a:srgbClr val="C00000"/>
                </a:solidFill>
                <a:latin typeface="微软雅黑" panose="020B0503020204020204" charset="-122"/>
                <a:ea typeface="微软雅黑" panose="020B0503020204020204" charset="-122"/>
                <a:sym typeface="Calibri" panose="020F0502020204030204"/>
              </a:rPr>
              <a:t>Inference</a:t>
            </a:r>
            <a:r>
              <a:rPr lang="zh-CN" altLang="en-US" sz="2400" b="1" dirty="0">
                <a:solidFill>
                  <a:srgbClr val="C00000"/>
                </a:solidFill>
                <a:latin typeface="微软雅黑" panose="020B0503020204020204" charset="-122"/>
                <a:ea typeface="微软雅黑" panose="020B0503020204020204" charset="-122"/>
                <a:sym typeface="Calibri" panose="020F0502020204030204"/>
              </a:rPr>
              <a:t>）是把“数据”变成“知识”过程中的一个难题。</a:t>
            </a:r>
          </a:p>
        </p:txBody>
      </p:sp>
      <p:sp>
        <p:nvSpPr>
          <p:cNvPr id="21" name="矩形 20"/>
          <p:cNvSpPr/>
          <p:nvPr/>
        </p:nvSpPr>
        <p:spPr>
          <a:xfrm>
            <a:off x="561921" y="3043838"/>
            <a:ext cx="8054750" cy="2769330"/>
          </a:xfrm>
          <a:prstGeom prst="rect">
            <a:avLst/>
          </a:prstGeom>
        </p:spPr>
        <p:txBody>
          <a:bodyPr wrap="square" lIns="76786" tIns="38393" rIns="76786" bIns="38393">
            <a:spAutoFit/>
          </a:bodyPr>
          <a:lstStyle/>
          <a:p>
            <a:pPr algn="l" defTabSz="768046" fontAlgn="auto">
              <a:lnSpc>
                <a:spcPct val="120000"/>
              </a:lnSpc>
              <a:spcBef>
                <a:spcPts val="0"/>
              </a:spcBef>
              <a:spcAft>
                <a:spcPts val="0"/>
              </a:spcAft>
            </a:pPr>
            <a:r>
              <a:rPr lang="zh-CN" altLang="en-US" sz="2400" b="1" dirty="0">
                <a:solidFill>
                  <a:srgbClr val="000000"/>
                </a:solidFill>
                <a:latin typeface="微软雅黑" panose="020B0503020204020204" pitchFamily="34" charset="-122"/>
                <a:ea typeface="微软雅黑" panose="020B0503020204020204" pitchFamily="34" charset="-122"/>
                <a:sym typeface="Calibri" panose="020F0502020204030204"/>
              </a:rPr>
              <a:t>有时所谓的“知识”，是人们在用模型去“解释”数据时所臆测出来的，并不真的存在于数据中。</a:t>
            </a:r>
            <a:r>
              <a:rPr lang="en-US" altLang="zh-CN" sz="2400" b="1" dirty="0">
                <a:solidFill>
                  <a:srgbClr val="000000"/>
                </a:solidFill>
                <a:latin typeface="微软雅黑" panose="020B0503020204020204" pitchFamily="34" charset="-122"/>
                <a:ea typeface="微软雅黑" panose="020B0503020204020204" pitchFamily="34" charset="-122"/>
                <a:sym typeface="Calibri" panose="020F0502020204030204"/>
              </a:rPr>
              <a:t>……</a:t>
            </a:r>
            <a:r>
              <a:rPr lang="zh-CN" altLang="en-US" sz="2400" b="1" dirty="0">
                <a:solidFill>
                  <a:srgbClr val="000000"/>
                </a:solidFill>
                <a:latin typeface="微软雅黑" panose="020B0503020204020204" pitchFamily="34" charset="-122"/>
                <a:ea typeface="微软雅黑" panose="020B0503020204020204" pitchFamily="34" charset="-122"/>
                <a:sym typeface="Calibri" panose="020F0502020204030204"/>
              </a:rPr>
              <a:t>只要论及大数据和推理，就必须要非常清楚地知道，我们很可能会把数据转化成某种很像知识的东西，而事实上根本不存在这样的知识。更要命的是，我们很可能没有办法知道这种情况是不是已经发生了。</a:t>
            </a:r>
          </a:p>
        </p:txBody>
      </p:sp>
      <p:sp>
        <p:nvSpPr>
          <p:cNvPr id="8" name="TextBox 7"/>
          <p:cNvSpPr txBox="1"/>
          <p:nvPr/>
        </p:nvSpPr>
        <p:spPr>
          <a:xfrm>
            <a:off x="304356" y="6307860"/>
            <a:ext cx="3716944" cy="308368"/>
          </a:xfrm>
          <a:prstGeom prst="rect">
            <a:avLst/>
          </a:prstGeom>
          <a:noFill/>
        </p:spPr>
        <p:txBody>
          <a:bodyPr wrap="none" lIns="76786" tIns="38393" rIns="76786" bIns="38393" rtlCol="0">
            <a:spAutoFit/>
          </a:bodyPr>
          <a:lstStyle/>
          <a:p>
            <a:pPr defTabSz="457094" fontAlgn="auto">
              <a:spcBef>
                <a:spcPts val="0"/>
              </a:spcBef>
              <a:spcAft>
                <a:spcPts val="0"/>
              </a:spcAft>
            </a:pPr>
            <a:r>
              <a:rPr lang="en-US" altLang="zh-CN" sz="1500" kern="0" dirty="0">
                <a:solidFill>
                  <a:srgbClr val="CFE8E9">
                    <a:lumMod val="65000"/>
                  </a:srgbClr>
                </a:solidFill>
                <a:latin typeface="Calibri" panose="020F0502020204030204"/>
                <a:sym typeface="Calibri" panose="020F0502020204030204"/>
              </a:rPr>
              <a:t>Frontiers in Massive Data Analysis, NAP 2013.</a:t>
            </a:r>
            <a:endParaRPr lang="zh-CN" altLang="en-US" sz="1500" kern="0" dirty="0">
              <a:solidFill>
                <a:srgbClr val="CFE8E9">
                  <a:lumMod val="65000"/>
                </a:srgbClr>
              </a:solidFill>
              <a:latin typeface="Calibri" panose="020F0502020204030204"/>
              <a:sym typeface="Calibri" panose="020F0502020204030204"/>
            </a:endParaRPr>
          </a:p>
        </p:txBody>
      </p:sp>
      <p:sp>
        <p:nvSpPr>
          <p:cNvPr id="6" name="TextBox 5"/>
          <p:cNvSpPr txBox="1"/>
          <p:nvPr/>
        </p:nvSpPr>
        <p:spPr>
          <a:xfrm>
            <a:off x="8362416" y="6488756"/>
            <a:ext cx="720542" cy="30836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38392" tIns="38392" rIns="38392" bIns="38392" numCol="1" spcCol="31994" rtlCol="0" anchor="t">
            <a:spAutoFit/>
          </a:bodyPr>
          <a:lstStyle/>
          <a:p>
            <a:pPr defTabSz="384024" fontAlgn="auto" latinLnBrk="1" hangingPunct="0">
              <a:spcBef>
                <a:spcPts val="0"/>
              </a:spcBef>
              <a:spcAft>
                <a:spcPts val="0"/>
              </a:spcAft>
            </a:pPr>
            <a:fld id="{EC705F29-4131-4080-BDE6-16FA0327DB89}" type="slidenum">
              <a:rPr lang="zh-CN" altLang="en-US" sz="1500" kern="0">
                <a:solidFill>
                  <a:srgbClr val="000000"/>
                </a:solidFill>
                <a:latin typeface="Calibri" panose="020F0502020204030204"/>
                <a:sym typeface="Calibri" panose="020F0502020204030204"/>
              </a:rPr>
              <a:pPr defTabSz="384024" fontAlgn="auto" latinLnBrk="1" hangingPunct="0">
                <a:spcBef>
                  <a:spcPts val="0"/>
                </a:spcBef>
                <a:spcAft>
                  <a:spcPts val="0"/>
                </a:spcAft>
              </a:pPr>
              <a:t>80</a:t>
            </a:fld>
            <a:endParaRPr lang="zh-CN" altLang="en-US" sz="1500" kern="0" dirty="0">
              <a:solidFill>
                <a:srgbClr val="000000"/>
              </a:solidFill>
              <a:latin typeface="Calibri" panose="020F0502020204030204"/>
              <a:sym typeface="Calibri" panose="020F0502020204030204"/>
            </a:endParaRPr>
          </a:p>
        </p:txBody>
      </p:sp>
    </p:spTree>
    <p:extLst>
      <p:ext uri="{BB962C8B-B14F-4D97-AF65-F5344CB8AC3E}">
        <p14:creationId xmlns:p14="http://schemas.microsoft.com/office/powerpoint/2010/main" val="3305936069"/>
      </p:ext>
    </p:ext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4"/>
          <p:cNvSpPr txBox="1">
            <a:spLocks noChangeArrowheads="1"/>
          </p:cNvSpPr>
          <p:nvPr/>
        </p:nvSpPr>
        <p:spPr bwMode="auto">
          <a:xfrm>
            <a:off x="394718" y="484903"/>
            <a:ext cx="6173004" cy="661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9" tIns="45694" rIns="91389" bIns="45694">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57094" eaLnBrk="1" fontAlgn="auto" hangingPunct="1">
              <a:spcBef>
                <a:spcPts val="0"/>
              </a:spcBef>
              <a:spcAft>
                <a:spcPts val="0"/>
              </a:spcAft>
            </a:pPr>
            <a:r>
              <a:rPr lang="zh-CN" altLang="en-US" sz="3700" b="1" kern="0" dirty="0">
                <a:solidFill>
                  <a:srgbClr val="7030A0"/>
                </a:solidFill>
                <a:latin typeface="微软雅黑" panose="020B0503020204020204" charset="-122"/>
                <a:ea typeface="微软雅黑" panose="020B0503020204020204" charset="-122"/>
                <a:sym typeface="Calibri" panose="020F0502020204030204"/>
              </a:rPr>
              <a:t>数据，因果性的困扰</a:t>
            </a:r>
            <a:endParaRPr sz="3700" b="1" kern="0" dirty="0">
              <a:solidFill>
                <a:srgbClr val="7030A0"/>
              </a:solidFill>
              <a:latin typeface="微软雅黑" panose="020B0503020204020204" charset="-122"/>
              <a:ea typeface="微软雅黑" panose="020B0503020204020204" charset="-122"/>
              <a:sym typeface="Calibri" panose="020F0502020204030204"/>
            </a:endParaRPr>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8219" y="1675195"/>
            <a:ext cx="6311134" cy="4772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8362416" y="6488756"/>
            <a:ext cx="720542" cy="30836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38392" tIns="38392" rIns="38392" bIns="38392" numCol="1" spcCol="31994" rtlCol="0" anchor="t">
            <a:spAutoFit/>
          </a:bodyPr>
          <a:lstStyle/>
          <a:p>
            <a:pPr defTabSz="384024" fontAlgn="auto" latinLnBrk="1" hangingPunct="0">
              <a:spcBef>
                <a:spcPts val="0"/>
              </a:spcBef>
              <a:spcAft>
                <a:spcPts val="0"/>
              </a:spcAft>
            </a:pPr>
            <a:fld id="{EC705F29-4131-4080-BDE6-16FA0327DB89}" type="slidenum">
              <a:rPr lang="zh-CN" altLang="en-US" sz="1500" kern="0">
                <a:solidFill>
                  <a:srgbClr val="000000"/>
                </a:solidFill>
                <a:latin typeface="Calibri" panose="020F0502020204030204"/>
                <a:sym typeface="Calibri" panose="020F0502020204030204"/>
              </a:rPr>
              <a:pPr defTabSz="384024" fontAlgn="auto" latinLnBrk="1" hangingPunct="0">
                <a:spcBef>
                  <a:spcPts val="0"/>
                </a:spcBef>
                <a:spcAft>
                  <a:spcPts val="0"/>
                </a:spcAft>
              </a:pPr>
              <a:t>81</a:t>
            </a:fld>
            <a:endParaRPr lang="zh-CN" altLang="en-US" sz="1500" kern="0" dirty="0">
              <a:solidFill>
                <a:srgbClr val="000000"/>
              </a:solidFill>
              <a:latin typeface="Calibri" panose="020F0502020204030204"/>
              <a:sym typeface="Calibri" panose="020F0502020204030204"/>
            </a:endParaRPr>
          </a:p>
        </p:txBody>
      </p:sp>
    </p:spTree>
    <p:extLst>
      <p:ext uri="{BB962C8B-B14F-4D97-AF65-F5344CB8AC3E}">
        <p14:creationId xmlns:p14="http://schemas.microsoft.com/office/powerpoint/2010/main" val="3351720920"/>
      </p:ext>
    </p:extLst>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4"/>
          <p:cNvSpPr txBox="1">
            <a:spLocks noChangeArrowheads="1"/>
          </p:cNvSpPr>
          <p:nvPr/>
        </p:nvSpPr>
        <p:spPr bwMode="auto">
          <a:xfrm>
            <a:off x="394718" y="484903"/>
            <a:ext cx="6173004" cy="661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9" tIns="45694" rIns="91389" bIns="45694">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57094" eaLnBrk="1" fontAlgn="auto" hangingPunct="1">
              <a:spcBef>
                <a:spcPts val="0"/>
              </a:spcBef>
              <a:spcAft>
                <a:spcPts val="0"/>
              </a:spcAft>
            </a:pPr>
            <a:r>
              <a:rPr lang="zh-CN" altLang="en-US" sz="3700" b="1" kern="0" dirty="0">
                <a:solidFill>
                  <a:srgbClr val="7030A0"/>
                </a:solidFill>
                <a:latin typeface="微软雅黑" panose="020B0503020204020204" charset="-122"/>
                <a:ea typeface="微软雅黑" panose="020B0503020204020204" charset="-122"/>
                <a:sym typeface="Calibri" panose="020F0502020204030204"/>
              </a:rPr>
              <a:t>数据，因果性的困扰</a:t>
            </a:r>
            <a:endParaRPr sz="3700" b="1" kern="0" dirty="0">
              <a:solidFill>
                <a:srgbClr val="7030A0"/>
              </a:solidFill>
              <a:latin typeface="微软雅黑" panose="020B0503020204020204" charset="-122"/>
              <a:ea typeface="微软雅黑" panose="020B0503020204020204" charset="-122"/>
              <a:sym typeface="Calibri" panose="020F0502020204030204"/>
            </a:endParaRPr>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8219" y="1675195"/>
            <a:ext cx="6311134" cy="4772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8362416" y="6488756"/>
            <a:ext cx="720542" cy="30836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38392" tIns="38392" rIns="38392" bIns="38392" numCol="1" spcCol="31994" rtlCol="0" anchor="t">
            <a:spAutoFit/>
          </a:bodyPr>
          <a:lstStyle/>
          <a:p>
            <a:pPr defTabSz="384024" fontAlgn="auto" latinLnBrk="1" hangingPunct="0">
              <a:spcBef>
                <a:spcPts val="0"/>
              </a:spcBef>
              <a:spcAft>
                <a:spcPts val="0"/>
              </a:spcAft>
            </a:pPr>
            <a:fld id="{EC705F29-4131-4080-BDE6-16FA0327DB89}" type="slidenum">
              <a:rPr lang="zh-CN" altLang="en-US" sz="1500" kern="0">
                <a:solidFill>
                  <a:srgbClr val="000000"/>
                </a:solidFill>
                <a:latin typeface="Calibri" panose="020F0502020204030204"/>
                <a:sym typeface="Calibri" panose="020F0502020204030204"/>
              </a:rPr>
              <a:pPr defTabSz="384024" fontAlgn="auto" latinLnBrk="1" hangingPunct="0">
                <a:spcBef>
                  <a:spcPts val="0"/>
                </a:spcBef>
                <a:spcAft>
                  <a:spcPts val="0"/>
                </a:spcAft>
              </a:pPr>
              <a:t>82</a:t>
            </a:fld>
            <a:endParaRPr lang="zh-CN" altLang="en-US" sz="1500" kern="0" dirty="0">
              <a:solidFill>
                <a:srgbClr val="000000"/>
              </a:solidFill>
              <a:latin typeface="Calibri" panose="020F0502020204030204"/>
              <a:sym typeface="Calibri" panose="020F0502020204030204"/>
            </a:endParaRPr>
          </a:p>
        </p:txBody>
      </p:sp>
    </p:spTree>
    <p:extLst>
      <p:ext uri="{BB962C8B-B14F-4D97-AF65-F5344CB8AC3E}">
        <p14:creationId xmlns:p14="http://schemas.microsoft.com/office/powerpoint/2010/main" val="2165719644"/>
      </p:ext>
    </p:extLst>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4"/>
          <p:cNvSpPr txBox="1">
            <a:spLocks noChangeArrowheads="1"/>
          </p:cNvSpPr>
          <p:nvPr/>
        </p:nvSpPr>
        <p:spPr bwMode="auto">
          <a:xfrm>
            <a:off x="394717" y="484902"/>
            <a:ext cx="8327969" cy="661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9" tIns="45694" rIns="91389" bIns="45694">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57094" eaLnBrk="1" fontAlgn="auto" hangingPunct="1">
              <a:spcBef>
                <a:spcPts val="0"/>
              </a:spcBef>
              <a:spcAft>
                <a:spcPts val="0"/>
              </a:spcAft>
            </a:pPr>
            <a:r>
              <a:rPr lang="zh-CN" altLang="en-US" sz="3700" b="1" kern="0" dirty="0">
                <a:solidFill>
                  <a:srgbClr val="7030A0"/>
                </a:solidFill>
                <a:latin typeface="微软雅黑" panose="020B0503020204020204" charset="-122"/>
                <a:ea typeface="微软雅黑" panose="020B0503020204020204" charset="-122"/>
                <a:sym typeface="Calibri" panose="020F0502020204030204"/>
              </a:rPr>
              <a:t>关联性，由来已久的认识误区</a:t>
            </a:r>
            <a:endParaRPr sz="3700" b="1" kern="0" dirty="0">
              <a:solidFill>
                <a:srgbClr val="7030A0"/>
              </a:solidFill>
              <a:latin typeface="微软雅黑" panose="020B0503020204020204" charset="-122"/>
              <a:ea typeface="微软雅黑" panose="020B0503020204020204" charset="-122"/>
              <a:sym typeface="Calibri" panose="020F0502020204030204"/>
            </a:endParaRPr>
          </a:p>
        </p:txBody>
      </p:sp>
      <p:pic>
        <p:nvPicPr>
          <p:cNvPr id="2458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6348" y="1485303"/>
            <a:ext cx="4392173" cy="4412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8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07" y="1470559"/>
            <a:ext cx="4575901" cy="5203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8362416" y="6488756"/>
            <a:ext cx="720542" cy="30836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38392" tIns="38392" rIns="38392" bIns="38392" numCol="1" spcCol="31994" rtlCol="0" anchor="t">
            <a:spAutoFit/>
          </a:bodyPr>
          <a:lstStyle/>
          <a:p>
            <a:pPr defTabSz="384024" fontAlgn="auto" latinLnBrk="1" hangingPunct="0">
              <a:spcBef>
                <a:spcPts val="0"/>
              </a:spcBef>
              <a:spcAft>
                <a:spcPts val="0"/>
              </a:spcAft>
            </a:pPr>
            <a:fld id="{EC705F29-4131-4080-BDE6-16FA0327DB89}" type="slidenum">
              <a:rPr lang="zh-CN" altLang="en-US" sz="1500" kern="0">
                <a:solidFill>
                  <a:srgbClr val="000000"/>
                </a:solidFill>
                <a:latin typeface="Calibri" panose="020F0502020204030204"/>
                <a:sym typeface="Calibri" panose="020F0502020204030204"/>
              </a:rPr>
              <a:pPr defTabSz="384024" fontAlgn="auto" latinLnBrk="1" hangingPunct="0">
                <a:spcBef>
                  <a:spcPts val="0"/>
                </a:spcBef>
                <a:spcAft>
                  <a:spcPts val="0"/>
                </a:spcAft>
              </a:pPr>
              <a:t>83</a:t>
            </a:fld>
            <a:endParaRPr lang="zh-CN" altLang="en-US" sz="1500" kern="0" dirty="0">
              <a:solidFill>
                <a:srgbClr val="000000"/>
              </a:solidFill>
              <a:latin typeface="Calibri" panose="020F0502020204030204"/>
              <a:sym typeface="Calibri" panose="020F0502020204030204"/>
            </a:endParaRPr>
          </a:p>
        </p:txBody>
      </p:sp>
    </p:spTree>
    <p:extLst>
      <p:ext uri="{BB962C8B-B14F-4D97-AF65-F5344CB8AC3E}">
        <p14:creationId xmlns:p14="http://schemas.microsoft.com/office/powerpoint/2010/main" val="3453902262"/>
      </p:ext>
    </p:extLst>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4"/>
          <p:cNvSpPr txBox="1">
            <a:spLocks noChangeArrowheads="1"/>
          </p:cNvSpPr>
          <p:nvPr/>
        </p:nvSpPr>
        <p:spPr bwMode="auto">
          <a:xfrm>
            <a:off x="394718" y="484902"/>
            <a:ext cx="8137722" cy="661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9" tIns="45694" rIns="91389" bIns="45694">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57094" eaLnBrk="1" fontAlgn="auto" hangingPunct="1">
              <a:spcBef>
                <a:spcPts val="0"/>
              </a:spcBef>
              <a:spcAft>
                <a:spcPts val="0"/>
              </a:spcAft>
            </a:pPr>
            <a:r>
              <a:rPr lang="zh-CN" altLang="en-US" sz="3700" b="1" kern="0" dirty="0">
                <a:solidFill>
                  <a:srgbClr val="7030A0"/>
                </a:solidFill>
                <a:latin typeface="微软雅黑" panose="020B0503020204020204" charset="-122"/>
                <a:ea typeface="微软雅黑" panose="020B0503020204020204" charset="-122"/>
                <a:sym typeface="Calibri" panose="020F0502020204030204"/>
              </a:rPr>
              <a:t>科学，解决关联性问题的认识论</a:t>
            </a:r>
            <a:endParaRPr sz="3700" b="1" kern="0" dirty="0">
              <a:solidFill>
                <a:srgbClr val="7030A0"/>
              </a:solidFill>
              <a:latin typeface="微软雅黑" panose="020B0503020204020204" charset="-122"/>
              <a:ea typeface="微软雅黑" panose="020B0503020204020204" charset="-122"/>
              <a:sym typeface="Calibri" panose="020F0502020204030204"/>
            </a:endParaRPr>
          </a:p>
        </p:txBody>
      </p:sp>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6837" y="1488732"/>
            <a:ext cx="6274219" cy="5369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8362416" y="6488756"/>
            <a:ext cx="720542" cy="30836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38392" tIns="38392" rIns="38392" bIns="38392" numCol="1" spcCol="31994" rtlCol="0" anchor="t">
            <a:spAutoFit/>
          </a:bodyPr>
          <a:lstStyle/>
          <a:p>
            <a:pPr defTabSz="384024" fontAlgn="auto" latinLnBrk="1" hangingPunct="0">
              <a:spcBef>
                <a:spcPts val="0"/>
              </a:spcBef>
              <a:spcAft>
                <a:spcPts val="0"/>
              </a:spcAft>
            </a:pPr>
            <a:fld id="{EC705F29-4131-4080-BDE6-16FA0327DB89}" type="slidenum">
              <a:rPr lang="zh-CN" altLang="en-US" sz="1500" kern="0">
                <a:solidFill>
                  <a:srgbClr val="000000"/>
                </a:solidFill>
                <a:latin typeface="Calibri" panose="020F0502020204030204"/>
                <a:sym typeface="Calibri" panose="020F0502020204030204"/>
              </a:rPr>
              <a:pPr defTabSz="384024" fontAlgn="auto" latinLnBrk="1" hangingPunct="0">
                <a:spcBef>
                  <a:spcPts val="0"/>
                </a:spcBef>
                <a:spcAft>
                  <a:spcPts val="0"/>
                </a:spcAft>
              </a:pPr>
              <a:t>84</a:t>
            </a:fld>
            <a:endParaRPr lang="zh-CN" altLang="en-US" sz="1500" kern="0" dirty="0">
              <a:solidFill>
                <a:srgbClr val="000000"/>
              </a:solidFill>
              <a:latin typeface="Calibri" panose="020F0502020204030204"/>
              <a:sym typeface="Calibri" panose="020F0502020204030204"/>
            </a:endParaRPr>
          </a:p>
        </p:txBody>
      </p:sp>
    </p:spTree>
    <p:extLst>
      <p:ext uri="{BB962C8B-B14F-4D97-AF65-F5344CB8AC3E}">
        <p14:creationId xmlns:p14="http://schemas.microsoft.com/office/powerpoint/2010/main" val="2754550681"/>
      </p:ext>
    </p:extLst>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4"/>
          <p:cNvSpPr txBox="1">
            <a:spLocks noChangeArrowheads="1"/>
          </p:cNvSpPr>
          <p:nvPr/>
        </p:nvSpPr>
        <p:spPr bwMode="auto">
          <a:xfrm>
            <a:off x="394717" y="484902"/>
            <a:ext cx="8327969" cy="661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9" tIns="45694" rIns="91389" bIns="45694">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57094" eaLnBrk="1" fontAlgn="auto" hangingPunct="1">
              <a:spcBef>
                <a:spcPts val="0"/>
              </a:spcBef>
              <a:spcAft>
                <a:spcPts val="0"/>
              </a:spcAft>
            </a:pPr>
            <a:r>
              <a:rPr lang="zh-CN" altLang="en-US" sz="3700" b="1" kern="0" dirty="0">
                <a:solidFill>
                  <a:srgbClr val="7030A0"/>
                </a:solidFill>
                <a:latin typeface="微软雅黑" panose="020B0503020204020204" charset="-122"/>
                <a:ea typeface="微软雅黑" panose="020B0503020204020204" charset="-122"/>
                <a:sym typeface="Calibri" panose="020F0502020204030204"/>
              </a:rPr>
              <a:t>科学，解决关联性问题的认识论</a:t>
            </a:r>
            <a:endParaRPr sz="3700" b="1" kern="0" dirty="0">
              <a:solidFill>
                <a:srgbClr val="7030A0"/>
              </a:solidFill>
              <a:latin typeface="微软雅黑" panose="020B0503020204020204" charset="-122"/>
              <a:ea typeface="微软雅黑" panose="020B0503020204020204" charset="-122"/>
              <a:sym typeface="Calibri" panose="020F0502020204030204"/>
            </a:endParaRPr>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5581" y="1498255"/>
            <a:ext cx="6457600" cy="4772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8362416" y="6488756"/>
            <a:ext cx="720542" cy="30836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38392" tIns="38392" rIns="38392" bIns="38392" numCol="1" spcCol="31994" rtlCol="0" anchor="t">
            <a:spAutoFit/>
          </a:bodyPr>
          <a:lstStyle/>
          <a:p>
            <a:pPr defTabSz="384024" fontAlgn="auto" latinLnBrk="1" hangingPunct="0">
              <a:spcBef>
                <a:spcPts val="0"/>
              </a:spcBef>
              <a:spcAft>
                <a:spcPts val="0"/>
              </a:spcAft>
            </a:pPr>
            <a:fld id="{EC705F29-4131-4080-BDE6-16FA0327DB89}" type="slidenum">
              <a:rPr lang="zh-CN" altLang="en-US" sz="1500" kern="0">
                <a:solidFill>
                  <a:srgbClr val="000000"/>
                </a:solidFill>
                <a:latin typeface="Calibri" panose="020F0502020204030204"/>
                <a:sym typeface="Calibri" panose="020F0502020204030204"/>
              </a:rPr>
              <a:pPr defTabSz="384024" fontAlgn="auto" latinLnBrk="1" hangingPunct="0">
                <a:spcBef>
                  <a:spcPts val="0"/>
                </a:spcBef>
                <a:spcAft>
                  <a:spcPts val="0"/>
                </a:spcAft>
              </a:pPr>
              <a:t>85</a:t>
            </a:fld>
            <a:endParaRPr lang="zh-CN" altLang="en-US" sz="1500" kern="0" dirty="0">
              <a:solidFill>
                <a:srgbClr val="000000"/>
              </a:solidFill>
              <a:latin typeface="Calibri" panose="020F0502020204030204"/>
              <a:sym typeface="Calibri" panose="020F0502020204030204"/>
            </a:endParaRPr>
          </a:p>
        </p:txBody>
      </p:sp>
    </p:spTree>
    <p:extLst>
      <p:ext uri="{BB962C8B-B14F-4D97-AF65-F5344CB8AC3E}">
        <p14:creationId xmlns:p14="http://schemas.microsoft.com/office/powerpoint/2010/main" val="1616085269"/>
      </p:ext>
    </p:extLst>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4"/>
          <p:cNvSpPr txBox="1">
            <a:spLocks noChangeArrowheads="1"/>
          </p:cNvSpPr>
          <p:nvPr/>
        </p:nvSpPr>
        <p:spPr bwMode="auto">
          <a:xfrm>
            <a:off x="394717" y="484903"/>
            <a:ext cx="8221953" cy="661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9" tIns="45694" rIns="91389" bIns="45694">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57094" eaLnBrk="1" fontAlgn="auto" hangingPunct="1">
              <a:spcBef>
                <a:spcPts val="0"/>
              </a:spcBef>
              <a:spcAft>
                <a:spcPts val="0"/>
              </a:spcAft>
            </a:pPr>
            <a:r>
              <a:rPr lang="zh-CN" altLang="en-US" sz="3700" b="1" kern="0" dirty="0">
                <a:solidFill>
                  <a:srgbClr val="7030A0"/>
                </a:solidFill>
                <a:latin typeface="微软雅黑" panose="020B0503020204020204" charset="-122"/>
                <a:ea typeface="微软雅黑" panose="020B0503020204020204" charset="-122"/>
                <a:sym typeface="Calibri" panose="020F0502020204030204"/>
              </a:rPr>
              <a:t>认知，历史因数据而轮回</a:t>
            </a:r>
            <a:endParaRPr sz="3700" b="1" kern="0" dirty="0">
              <a:solidFill>
                <a:srgbClr val="7030A0"/>
              </a:solidFill>
              <a:latin typeface="微软雅黑" panose="020B0503020204020204" charset="-122"/>
              <a:ea typeface="微软雅黑" panose="020B0503020204020204" charset="-122"/>
              <a:sym typeface="Calibri" panose="020F0502020204030204"/>
            </a:endParaRPr>
          </a:p>
        </p:txBody>
      </p:sp>
      <p:sp>
        <p:nvSpPr>
          <p:cNvPr id="13" name="矩形 12"/>
          <p:cNvSpPr/>
          <p:nvPr/>
        </p:nvSpPr>
        <p:spPr>
          <a:xfrm>
            <a:off x="561922" y="1773047"/>
            <a:ext cx="8054749" cy="1397122"/>
          </a:xfrm>
          <a:prstGeom prst="rect">
            <a:avLst/>
          </a:prstGeom>
          <a:solidFill>
            <a:sysClr val="window" lastClr="FFFFFF"/>
          </a:solidFill>
          <a:ln w="19050" cap="rnd" cmpd="sng" algn="ctr">
            <a:noFill/>
            <a:prstDash val="solid"/>
          </a:ln>
          <a:effectLst/>
        </p:spPr>
        <p:txBody>
          <a:bodyPr lIns="76786" tIns="38393" rIns="76786" bIns="38393" rtlCol="0" anchor="ctr"/>
          <a:lstStyle/>
          <a:p>
            <a:pPr algn="l" defTabSz="384024" fontAlgn="auto">
              <a:spcBef>
                <a:spcPts val="0"/>
              </a:spcBef>
              <a:spcAft>
                <a:spcPts val="0"/>
              </a:spcAft>
              <a:defRPr/>
            </a:pPr>
            <a:r>
              <a:rPr lang="zh-CN" altLang="en-US" sz="2400" b="1" dirty="0">
                <a:solidFill>
                  <a:srgbClr val="C00000"/>
                </a:solidFill>
                <a:latin typeface="微软雅黑" panose="020B0503020204020204" charset="-122"/>
                <a:ea typeface="微软雅黑" panose="020B0503020204020204" charset="-122"/>
                <a:sym typeface="Calibri" panose="020F0502020204030204"/>
              </a:rPr>
              <a:t>大数据的两个难点：归纳形成概念，建立因果联系。</a:t>
            </a:r>
            <a:endParaRPr lang="en-US" altLang="zh-CN" sz="2400" b="1" dirty="0">
              <a:solidFill>
                <a:srgbClr val="C00000"/>
              </a:solidFill>
              <a:latin typeface="微软雅黑" panose="020B0503020204020204" charset="-122"/>
              <a:ea typeface="微软雅黑" panose="020B0503020204020204" charset="-122"/>
              <a:sym typeface="Calibri" panose="020F0502020204030204"/>
            </a:endParaRPr>
          </a:p>
          <a:p>
            <a:pPr algn="l" defTabSz="384024" fontAlgn="auto">
              <a:spcBef>
                <a:spcPts val="0"/>
              </a:spcBef>
              <a:spcAft>
                <a:spcPts val="0"/>
              </a:spcAft>
              <a:defRPr/>
            </a:pPr>
            <a:endParaRPr lang="en-US" altLang="zh-CN" sz="2400" b="1" dirty="0">
              <a:solidFill>
                <a:srgbClr val="C00000"/>
              </a:solidFill>
              <a:latin typeface="微软雅黑" panose="020B0503020204020204" charset="-122"/>
              <a:ea typeface="微软雅黑" panose="020B0503020204020204" charset="-122"/>
              <a:sym typeface="Calibri" panose="020F0502020204030204"/>
            </a:endParaRPr>
          </a:p>
          <a:p>
            <a:pPr algn="l" defTabSz="384024" fontAlgn="auto">
              <a:spcBef>
                <a:spcPts val="0"/>
              </a:spcBef>
              <a:spcAft>
                <a:spcPts val="0"/>
              </a:spcAft>
              <a:defRPr/>
            </a:pPr>
            <a:r>
              <a:rPr lang="zh-CN" altLang="en-US" sz="2400" b="1" dirty="0">
                <a:solidFill>
                  <a:srgbClr val="C00000"/>
                </a:solidFill>
                <a:latin typeface="微软雅黑" panose="020B0503020204020204" charset="-122"/>
                <a:ea typeface="微软雅黑" panose="020B0503020204020204" charset="-122"/>
                <a:sym typeface="Calibri" panose="020F0502020204030204"/>
              </a:rPr>
              <a:t>科学在大数据时代面临着与前科学时代相同的问题。</a:t>
            </a:r>
          </a:p>
        </p:txBody>
      </p:sp>
      <p:sp>
        <p:nvSpPr>
          <p:cNvPr id="21" name="矩形 20"/>
          <p:cNvSpPr/>
          <p:nvPr/>
        </p:nvSpPr>
        <p:spPr>
          <a:xfrm>
            <a:off x="561920" y="3530421"/>
            <a:ext cx="8054750" cy="1407131"/>
          </a:xfrm>
          <a:prstGeom prst="rect">
            <a:avLst/>
          </a:prstGeom>
        </p:spPr>
        <p:txBody>
          <a:bodyPr wrap="square" lIns="76786" tIns="38393" rIns="76786" bIns="38393">
            <a:spAutoFit/>
          </a:bodyPr>
          <a:lstStyle/>
          <a:p>
            <a:pPr algn="l" defTabSz="768046" fontAlgn="auto">
              <a:lnSpc>
                <a:spcPct val="120000"/>
              </a:lnSpc>
              <a:spcBef>
                <a:spcPts val="0"/>
              </a:spcBef>
              <a:spcAft>
                <a:spcPts val="0"/>
              </a:spcAft>
            </a:pPr>
            <a:r>
              <a:rPr lang="zh-CN" altLang="en-US" sz="2400" b="1" dirty="0">
                <a:solidFill>
                  <a:srgbClr val="000000"/>
                </a:solidFill>
                <a:latin typeface="微软雅黑" panose="020B0503020204020204" pitchFamily="34" charset="-122"/>
                <a:ea typeface="微软雅黑" panose="020B0503020204020204" pitchFamily="34" charset="-122"/>
                <a:sym typeface="Calibri" panose="020F0502020204030204"/>
              </a:rPr>
              <a:t>历史似乎在轮回！</a:t>
            </a:r>
            <a:endParaRPr lang="en-US" altLang="zh-CN" sz="2400" b="1" dirty="0">
              <a:solidFill>
                <a:srgbClr val="000000"/>
              </a:solidFill>
              <a:latin typeface="微软雅黑" panose="020B0503020204020204" pitchFamily="34" charset="-122"/>
              <a:ea typeface="微软雅黑" panose="020B0503020204020204" pitchFamily="34" charset="-122"/>
              <a:sym typeface="Calibri" panose="020F0502020204030204"/>
            </a:endParaRPr>
          </a:p>
          <a:p>
            <a:pPr algn="l" defTabSz="768046" fontAlgn="auto">
              <a:lnSpc>
                <a:spcPct val="120000"/>
              </a:lnSpc>
              <a:spcBef>
                <a:spcPts val="0"/>
              </a:spcBef>
              <a:spcAft>
                <a:spcPts val="0"/>
              </a:spcAft>
            </a:pPr>
            <a:endParaRPr lang="en-US" altLang="zh-CN" sz="2400" b="1" dirty="0">
              <a:solidFill>
                <a:srgbClr val="000000"/>
              </a:solidFill>
              <a:latin typeface="微软雅黑" panose="020B0503020204020204" pitchFamily="34" charset="-122"/>
              <a:ea typeface="微软雅黑" panose="020B0503020204020204" pitchFamily="34" charset="-122"/>
              <a:sym typeface="Calibri" panose="020F0502020204030204"/>
            </a:endParaRPr>
          </a:p>
          <a:p>
            <a:pPr algn="l" defTabSz="768046" fontAlgn="auto">
              <a:lnSpc>
                <a:spcPct val="120000"/>
              </a:lnSpc>
              <a:spcBef>
                <a:spcPts val="0"/>
              </a:spcBef>
              <a:spcAft>
                <a:spcPts val="0"/>
              </a:spcAft>
            </a:pPr>
            <a:r>
              <a:rPr lang="zh-CN" altLang="en-US" sz="2400" b="1" dirty="0">
                <a:solidFill>
                  <a:srgbClr val="000000"/>
                </a:solidFill>
                <a:latin typeface="微软雅黑" panose="020B0503020204020204" pitchFamily="34" charset="-122"/>
                <a:ea typeface="微软雅黑" panose="020B0503020204020204" pitchFamily="34" charset="-122"/>
                <a:sym typeface="Calibri" panose="020F0502020204030204"/>
              </a:rPr>
              <a:t>这轮回是一次螺旋式上升，人类面临着一场思想革命！</a:t>
            </a:r>
          </a:p>
        </p:txBody>
      </p:sp>
      <p:sp>
        <p:nvSpPr>
          <p:cNvPr id="5" name="TextBox 4"/>
          <p:cNvSpPr txBox="1"/>
          <p:nvPr/>
        </p:nvSpPr>
        <p:spPr>
          <a:xfrm>
            <a:off x="8362416" y="6488756"/>
            <a:ext cx="720542" cy="30836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38392" tIns="38392" rIns="38392" bIns="38392" numCol="1" spcCol="31994" rtlCol="0" anchor="t">
            <a:spAutoFit/>
          </a:bodyPr>
          <a:lstStyle/>
          <a:p>
            <a:pPr defTabSz="384024" fontAlgn="auto" latinLnBrk="1" hangingPunct="0">
              <a:spcBef>
                <a:spcPts val="0"/>
              </a:spcBef>
              <a:spcAft>
                <a:spcPts val="0"/>
              </a:spcAft>
            </a:pPr>
            <a:fld id="{EC705F29-4131-4080-BDE6-16FA0327DB89}" type="slidenum">
              <a:rPr lang="zh-CN" altLang="en-US" sz="1500" kern="0">
                <a:solidFill>
                  <a:srgbClr val="000000"/>
                </a:solidFill>
                <a:latin typeface="Calibri" panose="020F0502020204030204"/>
                <a:sym typeface="Calibri" panose="020F0502020204030204"/>
              </a:rPr>
              <a:pPr defTabSz="384024" fontAlgn="auto" latinLnBrk="1" hangingPunct="0">
                <a:spcBef>
                  <a:spcPts val="0"/>
                </a:spcBef>
                <a:spcAft>
                  <a:spcPts val="0"/>
                </a:spcAft>
              </a:pPr>
              <a:t>86</a:t>
            </a:fld>
            <a:endParaRPr lang="zh-CN" altLang="en-US" sz="1500" kern="0" dirty="0">
              <a:solidFill>
                <a:srgbClr val="000000"/>
              </a:solidFill>
              <a:latin typeface="Calibri" panose="020F0502020204030204"/>
              <a:sym typeface="Calibri" panose="020F0502020204030204"/>
            </a:endParaRPr>
          </a:p>
        </p:txBody>
      </p:sp>
    </p:spTree>
    <p:extLst>
      <p:ext uri="{BB962C8B-B14F-4D97-AF65-F5344CB8AC3E}">
        <p14:creationId xmlns:p14="http://schemas.microsoft.com/office/powerpoint/2010/main" val="1145252281"/>
      </p:ext>
    </p:extLst>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Rectangle 4"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57347" name="AutoShape 5"/>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57348" name="WordArt 6"/>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grpSp>
        <p:nvGrpSpPr>
          <p:cNvPr id="57350" name="Group 8"/>
          <p:cNvGrpSpPr>
            <a:grpSpLocks/>
          </p:cNvGrpSpPr>
          <p:nvPr/>
        </p:nvGrpSpPr>
        <p:grpSpPr bwMode="auto">
          <a:xfrm>
            <a:off x="684213" y="5300663"/>
            <a:ext cx="6846887" cy="1368425"/>
            <a:chOff x="431" y="3339"/>
            <a:chExt cx="4313" cy="862"/>
          </a:xfrm>
        </p:grpSpPr>
        <p:sp>
          <p:nvSpPr>
            <p:cNvPr id="173065" name="WordArt 9"/>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57403" name="Text Box 10"/>
            <p:cNvSpPr txBox="1">
              <a:spLocks noChangeArrowheads="1"/>
            </p:cNvSpPr>
            <p:nvPr/>
          </p:nvSpPr>
          <p:spPr bwMode="auto">
            <a:xfrm>
              <a:off x="1519" y="3753"/>
              <a:ext cx="3225"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 </a:t>
              </a:r>
            </a:p>
          </p:txBody>
        </p:sp>
        <p:sp>
          <p:nvSpPr>
            <p:cNvPr id="57404" name="Line 11"/>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05" name="Line 12"/>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351" name="Group 13"/>
          <p:cNvGrpSpPr>
            <a:grpSpLocks/>
          </p:cNvGrpSpPr>
          <p:nvPr/>
        </p:nvGrpSpPr>
        <p:grpSpPr bwMode="auto">
          <a:xfrm>
            <a:off x="1042988" y="5013325"/>
            <a:ext cx="4183062" cy="782638"/>
            <a:chOff x="657" y="3158"/>
            <a:chExt cx="2635" cy="493"/>
          </a:xfrm>
        </p:grpSpPr>
        <p:sp>
          <p:nvSpPr>
            <p:cNvPr id="173070" name="WordArt 14"/>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57400" name="Text Box 15"/>
            <p:cNvSpPr txBox="1">
              <a:spLocks noChangeArrowheads="1"/>
            </p:cNvSpPr>
            <p:nvPr/>
          </p:nvSpPr>
          <p:spPr bwMode="auto">
            <a:xfrm>
              <a:off x="1882" y="3203"/>
              <a:ext cx="1410"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a:t>
              </a:r>
            </a:p>
          </p:txBody>
        </p:sp>
        <p:sp>
          <p:nvSpPr>
            <p:cNvPr id="57401" name="Line 16"/>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352" name="Group 17"/>
          <p:cNvGrpSpPr>
            <a:grpSpLocks/>
          </p:cNvGrpSpPr>
          <p:nvPr/>
        </p:nvGrpSpPr>
        <p:grpSpPr bwMode="auto">
          <a:xfrm>
            <a:off x="1619250" y="4724400"/>
            <a:ext cx="6553200" cy="711200"/>
            <a:chOff x="1020" y="2976"/>
            <a:chExt cx="4128" cy="448"/>
          </a:xfrm>
        </p:grpSpPr>
        <p:sp>
          <p:nvSpPr>
            <p:cNvPr id="173074" name="WordArt 18"/>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57397" name="Text Box 19"/>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57398" name="Line 20"/>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353" name="Group 21"/>
          <p:cNvGrpSpPr>
            <a:grpSpLocks/>
          </p:cNvGrpSpPr>
          <p:nvPr/>
        </p:nvGrpSpPr>
        <p:grpSpPr bwMode="auto">
          <a:xfrm>
            <a:off x="755650" y="3213100"/>
            <a:ext cx="1223963" cy="1368425"/>
            <a:chOff x="476" y="2024"/>
            <a:chExt cx="771" cy="862"/>
          </a:xfrm>
        </p:grpSpPr>
        <p:sp>
          <p:nvSpPr>
            <p:cNvPr id="57394" name="Text Box 22"/>
            <p:cNvSpPr txBox="1">
              <a:spLocks noChangeArrowheads="1"/>
            </p:cNvSpPr>
            <p:nvPr/>
          </p:nvSpPr>
          <p:spPr bwMode="auto">
            <a:xfrm>
              <a:off x="476" y="2024"/>
              <a:ext cx="766"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a:t>
              </a:r>
            </a:p>
          </p:txBody>
        </p:sp>
        <p:sp>
          <p:nvSpPr>
            <p:cNvPr id="57395" name="Line 23"/>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354" name="Group 24"/>
          <p:cNvGrpSpPr>
            <a:grpSpLocks/>
          </p:cNvGrpSpPr>
          <p:nvPr/>
        </p:nvGrpSpPr>
        <p:grpSpPr bwMode="auto">
          <a:xfrm>
            <a:off x="76200" y="3933825"/>
            <a:ext cx="1471613" cy="1295400"/>
            <a:chOff x="48" y="2478"/>
            <a:chExt cx="927" cy="816"/>
          </a:xfrm>
        </p:grpSpPr>
        <p:sp>
          <p:nvSpPr>
            <p:cNvPr id="57392" name="Text Box 25"/>
            <p:cNvSpPr txBox="1">
              <a:spLocks noChangeArrowheads="1"/>
            </p:cNvSpPr>
            <p:nvPr/>
          </p:nvSpPr>
          <p:spPr bwMode="auto">
            <a:xfrm>
              <a:off x="48" y="2478"/>
              <a:ext cx="927"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a:t>
              </a:r>
            </a:p>
            <a:p>
              <a:pPr algn="just" eaLnBrk="1" hangingPunct="1"/>
              <a:r>
                <a:rPr lang="zh-CN" altLang="en-US" sz="2000" b="1">
                  <a:solidFill>
                    <a:srgbClr val="006600"/>
                  </a:solidFill>
                </a:rPr>
                <a:t>    微积分</a:t>
              </a:r>
            </a:p>
          </p:txBody>
        </p:sp>
        <p:sp>
          <p:nvSpPr>
            <p:cNvPr id="57393" name="Line 26"/>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355" name="Group 27"/>
          <p:cNvGrpSpPr>
            <a:grpSpLocks/>
          </p:cNvGrpSpPr>
          <p:nvPr/>
        </p:nvGrpSpPr>
        <p:grpSpPr bwMode="auto">
          <a:xfrm>
            <a:off x="2051050" y="4221163"/>
            <a:ext cx="3744913" cy="406400"/>
            <a:chOff x="1292" y="2659"/>
            <a:chExt cx="2359" cy="256"/>
          </a:xfrm>
        </p:grpSpPr>
        <p:sp>
          <p:nvSpPr>
            <p:cNvPr id="173084" name="WordArt 28"/>
            <p:cNvSpPr>
              <a:spLocks noChangeArrowheads="1" noChangeShapeType="1" noTextEdit="1"/>
            </p:cNvSpPr>
            <p:nvPr/>
          </p:nvSpPr>
          <p:spPr bwMode="auto">
            <a:xfrm>
              <a:off x="1292" y="2704"/>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57390" name="Text Box 29"/>
            <p:cNvSpPr txBox="1">
              <a:spLocks noChangeArrowheads="1"/>
            </p:cNvSpPr>
            <p:nvPr/>
          </p:nvSpPr>
          <p:spPr bwMode="auto">
            <a:xfrm>
              <a:off x="2562" y="2659"/>
              <a:ext cx="1089"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伏达发明电堆</a:t>
              </a:r>
            </a:p>
          </p:txBody>
        </p:sp>
        <p:sp>
          <p:nvSpPr>
            <p:cNvPr id="57391" name="Line 30"/>
            <p:cNvSpPr>
              <a:spLocks noChangeShapeType="1"/>
            </p:cNvSpPr>
            <p:nvPr/>
          </p:nvSpPr>
          <p:spPr bwMode="auto">
            <a:xfrm>
              <a:off x="1927" y="279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356" name="Group 31"/>
          <p:cNvGrpSpPr>
            <a:grpSpLocks/>
          </p:cNvGrpSpPr>
          <p:nvPr/>
        </p:nvGrpSpPr>
        <p:grpSpPr bwMode="auto">
          <a:xfrm>
            <a:off x="2195513" y="3644900"/>
            <a:ext cx="6121400" cy="1016000"/>
            <a:chOff x="1383" y="2296"/>
            <a:chExt cx="3856" cy="640"/>
          </a:xfrm>
        </p:grpSpPr>
        <p:sp>
          <p:nvSpPr>
            <p:cNvPr id="173088" name="WordArt 32"/>
            <p:cNvSpPr>
              <a:spLocks noChangeArrowheads="1" noChangeShapeType="1" noTextEdit="1"/>
            </p:cNvSpPr>
            <p:nvPr/>
          </p:nvSpPr>
          <p:spPr bwMode="auto">
            <a:xfrm>
              <a:off x="1383" y="2523"/>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1820-30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57387" name="Text Box 33"/>
            <p:cNvSpPr txBox="1">
              <a:spLocks noChangeArrowheads="1"/>
            </p:cNvSpPr>
            <p:nvPr/>
          </p:nvSpPr>
          <p:spPr bwMode="auto">
            <a:xfrm>
              <a:off x="3787" y="2296"/>
              <a:ext cx="1452" cy="64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安培定律</a:t>
              </a:r>
            </a:p>
            <a:p>
              <a:pPr algn="just" eaLnBrk="1" hangingPunct="1"/>
              <a:r>
                <a:rPr lang="zh-CN" altLang="en-US" sz="2000" b="1">
                  <a:solidFill>
                    <a:srgbClr val="660066"/>
                  </a:solidFill>
                </a:rPr>
                <a:t>欧姆定律</a:t>
              </a:r>
            </a:p>
            <a:p>
              <a:pPr algn="just" eaLnBrk="1" hangingPunct="1"/>
              <a:r>
                <a:rPr lang="zh-CN" altLang="en-US" sz="2000" b="1">
                  <a:solidFill>
                    <a:srgbClr val="660066"/>
                  </a:solidFill>
                </a:rPr>
                <a:t>法拉第电磁感应</a:t>
              </a:r>
            </a:p>
          </p:txBody>
        </p:sp>
        <p:sp>
          <p:nvSpPr>
            <p:cNvPr id="57388" name="Line 34"/>
            <p:cNvSpPr>
              <a:spLocks noChangeShapeType="1"/>
            </p:cNvSpPr>
            <p:nvPr/>
          </p:nvSpPr>
          <p:spPr bwMode="auto">
            <a:xfrm>
              <a:off x="2290" y="2568"/>
              <a:ext cx="149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357" name="Group 35"/>
          <p:cNvGrpSpPr>
            <a:grpSpLocks/>
          </p:cNvGrpSpPr>
          <p:nvPr/>
        </p:nvGrpSpPr>
        <p:grpSpPr bwMode="auto">
          <a:xfrm>
            <a:off x="2700338" y="3573463"/>
            <a:ext cx="3024187" cy="466725"/>
            <a:chOff x="1701" y="2251"/>
            <a:chExt cx="1905" cy="294"/>
          </a:xfrm>
        </p:grpSpPr>
        <p:sp>
          <p:nvSpPr>
            <p:cNvPr id="173092" name="WordArt 36"/>
            <p:cNvSpPr>
              <a:spLocks noChangeArrowheads="1" noChangeShapeType="1" noTextEdit="1"/>
            </p:cNvSpPr>
            <p:nvPr/>
          </p:nvSpPr>
          <p:spPr bwMode="auto">
            <a:xfrm>
              <a:off x="1701" y="2341"/>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a:t>
              </a:r>
              <a:r>
                <a:rPr lang="zh-CN" altLang="en-US" kern="10">
                  <a:ln w="9525" cap="sq">
                    <a:solidFill>
                      <a:schemeClr val="tx1"/>
                    </a:solidFill>
                    <a:round/>
                    <a:headEnd type="none" w="sm" len="sm"/>
                    <a:tailEnd type="none" w="sm" len="sm"/>
                  </a:ln>
                  <a:solidFill>
                    <a:srgbClr val="FF0000"/>
                  </a:solidFill>
                  <a:latin typeface="宋体"/>
                  <a:ea typeface="宋体"/>
                </a:rPr>
                <a:t>世纪中叶</a:t>
              </a:r>
            </a:p>
          </p:txBody>
        </p:sp>
        <p:sp>
          <p:nvSpPr>
            <p:cNvPr id="57385" name="Text Box 37"/>
            <p:cNvSpPr txBox="1">
              <a:spLocks noChangeArrowheads="1"/>
            </p:cNvSpPr>
            <p:nvPr/>
          </p:nvSpPr>
          <p:spPr bwMode="auto">
            <a:xfrm>
              <a:off x="2608" y="2251"/>
              <a:ext cx="998" cy="29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400" b="1">
                  <a:solidFill>
                    <a:srgbClr val="A50021"/>
                  </a:solidFill>
                </a:rPr>
                <a:t>电磁理论</a:t>
              </a:r>
            </a:p>
          </p:txBody>
        </p:sp>
      </p:grpSp>
      <p:grpSp>
        <p:nvGrpSpPr>
          <p:cNvPr id="57358" name="Group 38"/>
          <p:cNvGrpSpPr>
            <a:grpSpLocks/>
          </p:cNvGrpSpPr>
          <p:nvPr/>
        </p:nvGrpSpPr>
        <p:grpSpPr bwMode="auto">
          <a:xfrm>
            <a:off x="1692275" y="2219325"/>
            <a:ext cx="2052638" cy="1354138"/>
            <a:chOff x="476" y="2033"/>
            <a:chExt cx="1293" cy="853"/>
          </a:xfrm>
        </p:grpSpPr>
        <p:sp>
          <p:nvSpPr>
            <p:cNvPr id="57382" name="Text Box 39"/>
            <p:cNvSpPr txBox="1">
              <a:spLocks noChangeArrowheads="1"/>
            </p:cNvSpPr>
            <p:nvPr/>
          </p:nvSpPr>
          <p:spPr bwMode="auto">
            <a:xfrm>
              <a:off x="476" y="2033"/>
              <a:ext cx="1293"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分析数学发展期 </a:t>
              </a:r>
            </a:p>
          </p:txBody>
        </p:sp>
        <p:sp>
          <p:nvSpPr>
            <p:cNvPr id="57383" name="Line 40"/>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359" name="Group 41"/>
          <p:cNvGrpSpPr>
            <a:grpSpLocks/>
          </p:cNvGrpSpPr>
          <p:nvPr/>
        </p:nvGrpSpPr>
        <p:grpSpPr bwMode="auto">
          <a:xfrm>
            <a:off x="3490913" y="3094038"/>
            <a:ext cx="4897437" cy="406400"/>
            <a:chOff x="2199" y="1949"/>
            <a:chExt cx="3085" cy="256"/>
          </a:xfrm>
        </p:grpSpPr>
        <p:sp>
          <p:nvSpPr>
            <p:cNvPr id="173098" name="WordArt 42"/>
            <p:cNvSpPr>
              <a:spLocks noChangeArrowheads="1" noChangeShapeType="1" noTextEdit="1"/>
            </p:cNvSpPr>
            <p:nvPr/>
          </p:nvSpPr>
          <p:spPr bwMode="auto">
            <a:xfrm>
              <a:off x="2199" y="2069"/>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1886</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57380" name="Text Box 43"/>
            <p:cNvSpPr txBox="1">
              <a:spLocks noChangeArrowheads="1"/>
            </p:cNvSpPr>
            <p:nvPr/>
          </p:nvSpPr>
          <p:spPr bwMode="auto">
            <a:xfrm>
              <a:off x="3424" y="1949"/>
              <a:ext cx="186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赫兹证明电磁波的存在</a:t>
              </a:r>
            </a:p>
          </p:txBody>
        </p:sp>
        <p:sp>
          <p:nvSpPr>
            <p:cNvPr id="57381" name="Line 44"/>
            <p:cNvSpPr>
              <a:spLocks noChangeShapeType="1"/>
            </p:cNvSpPr>
            <p:nvPr/>
          </p:nvSpPr>
          <p:spPr bwMode="auto">
            <a:xfrm>
              <a:off x="2835" y="216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7360" name="Text Box 45"/>
          <p:cNvSpPr txBox="1">
            <a:spLocks noChangeArrowheads="1"/>
          </p:cNvSpPr>
          <p:nvPr/>
        </p:nvSpPr>
        <p:spPr bwMode="auto">
          <a:xfrm>
            <a:off x="3132138" y="1052513"/>
            <a:ext cx="2159000" cy="10160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特征函数</a:t>
            </a:r>
          </a:p>
          <a:p>
            <a:pPr algn="just" eaLnBrk="1" hangingPunct="1"/>
            <a:r>
              <a:rPr lang="zh-CN" altLang="en-US" sz="2000" b="1">
                <a:solidFill>
                  <a:srgbClr val="006600"/>
                </a:solidFill>
              </a:rPr>
              <a:t>广义傅里叶展开</a:t>
            </a:r>
          </a:p>
          <a:p>
            <a:pPr algn="just" eaLnBrk="1" hangingPunct="1"/>
            <a:r>
              <a:rPr lang="zh-CN" altLang="en-US" sz="2000" b="1">
                <a:solidFill>
                  <a:srgbClr val="006600"/>
                </a:solidFill>
              </a:rPr>
              <a:t>抽象函数空间</a:t>
            </a:r>
          </a:p>
        </p:txBody>
      </p:sp>
      <p:grpSp>
        <p:nvGrpSpPr>
          <p:cNvPr id="57361" name="Group 52"/>
          <p:cNvGrpSpPr>
            <a:grpSpLocks/>
          </p:cNvGrpSpPr>
          <p:nvPr/>
        </p:nvGrpSpPr>
        <p:grpSpPr bwMode="auto">
          <a:xfrm>
            <a:off x="4140200" y="2492375"/>
            <a:ext cx="4752975" cy="708025"/>
            <a:chOff x="2608" y="1570"/>
            <a:chExt cx="2994" cy="446"/>
          </a:xfrm>
        </p:grpSpPr>
        <p:sp>
          <p:nvSpPr>
            <p:cNvPr id="173109" name="WordArt 53"/>
            <p:cNvSpPr>
              <a:spLocks noChangeArrowheads="1" noChangeShapeType="1" noTextEdit="1"/>
            </p:cNvSpPr>
            <p:nvPr/>
          </p:nvSpPr>
          <p:spPr bwMode="auto">
            <a:xfrm>
              <a:off x="2608" y="1752"/>
              <a:ext cx="68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1896-7</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57377" name="Text Box 54"/>
            <p:cNvSpPr txBox="1">
              <a:spLocks noChangeArrowheads="1"/>
            </p:cNvSpPr>
            <p:nvPr/>
          </p:nvSpPr>
          <p:spPr bwMode="auto">
            <a:xfrm>
              <a:off x="3742" y="1570"/>
              <a:ext cx="1860" cy="44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dirty="0">
                  <a:solidFill>
                    <a:srgbClr val="660066"/>
                  </a:solidFill>
                </a:rPr>
                <a:t>洛伦兹提出电子论</a:t>
              </a:r>
            </a:p>
            <a:p>
              <a:pPr algn="just" eaLnBrk="1" hangingPunct="1"/>
              <a:r>
                <a:rPr lang="en-US" altLang="zh-CN" sz="2000" b="1" dirty="0">
                  <a:solidFill>
                    <a:srgbClr val="660066"/>
                  </a:solidFill>
                </a:rPr>
                <a:t>J.J.</a:t>
              </a:r>
              <a:r>
                <a:rPr lang="zh-CN" altLang="en-US" sz="2000" b="1" dirty="0">
                  <a:solidFill>
                    <a:srgbClr val="660066"/>
                  </a:solidFill>
                </a:rPr>
                <a:t>汤姆生证明电子存在</a:t>
              </a:r>
            </a:p>
          </p:txBody>
        </p:sp>
        <p:sp>
          <p:nvSpPr>
            <p:cNvPr id="57378" name="Line 55"/>
            <p:cNvSpPr>
              <a:spLocks noChangeShapeType="1"/>
            </p:cNvSpPr>
            <p:nvPr/>
          </p:nvSpPr>
          <p:spPr bwMode="auto">
            <a:xfrm>
              <a:off x="3334" y="1842"/>
              <a:ext cx="40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362" name="Group 60"/>
          <p:cNvGrpSpPr>
            <a:grpSpLocks/>
          </p:cNvGrpSpPr>
          <p:nvPr/>
        </p:nvGrpSpPr>
        <p:grpSpPr bwMode="auto">
          <a:xfrm>
            <a:off x="4930775" y="2132013"/>
            <a:ext cx="4068763" cy="406400"/>
            <a:chOff x="3106" y="1343"/>
            <a:chExt cx="2563" cy="256"/>
          </a:xfrm>
        </p:grpSpPr>
        <p:sp>
          <p:nvSpPr>
            <p:cNvPr id="57372" name="Line 61"/>
            <p:cNvSpPr>
              <a:spLocks noChangeShapeType="1"/>
            </p:cNvSpPr>
            <p:nvPr/>
          </p:nvSpPr>
          <p:spPr bwMode="auto">
            <a:xfrm>
              <a:off x="3696" y="152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7373" name="Group 62"/>
            <p:cNvGrpSpPr>
              <a:grpSpLocks/>
            </p:cNvGrpSpPr>
            <p:nvPr/>
          </p:nvGrpSpPr>
          <p:grpSpPr bwMode="auto">
            <a:xfrm>
              <a:off x="3106" y="1343"/>
              <a:ext cx="2563" cy="256"/>
              <a:chOff x="3106" y="1343"/>
              <a:chExt cx="2563" cy="256"/>
            </a:xfrm>
          </p:grpSpPr>
          <p:sp>
            <p:nvSpPr>
              <p:cNvPr id="173119" name="WordArt 63"/>
              <p:cNvSpPr>
                <a:spLocks noChangeArrowheads="1" noChangeShapeType="1" noTextEdit="1"/>
              </p:cNvSpPr>
              <p:nvPr/>
            </p:nvSpPr>
            <p:spPr bwMode="auto">
              <a:xfrm>
                <a:off x="3106" y="1434"/>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1905</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57375" name="Text Box 64"/>
              <p:cNvSpPr txBox="1">
                <a:spLocks noChangeArrowheads="1"/>
              </p:cNvSpPr>
              <p:nvPr/>
            </p:nvSpPr>
            <p:spPr bwMode="auto">
              <a:xfrm>
                <a:off x="4195" y="1343"/>
                <a:ext cx="1474" cy="25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爱因斯坦</a:t>
                </a:r>
                <a:r>
                  <a:rPr lang="en-US" altLang="zh-CN" sz="2000" b="1">
                    <a:solidFill>
                      <a:srgbClr val="660066"/>
                    </a:solidFill>
                  </a:rPr>
                  <a:t>5</a:t>
                </a:r>
                <a:r>
                  <a:rPr lang="zh-CN" altLang="en-US" sz="2000" b="1">
                    <a:solidFill>
                      <a:srgbClr val="660066"/>
                    </a:solidFill>
                  </a:rPr>
                  <a:t>篇论文</a:t>
                </a:r>
              </a:p>
            </p:txBody>
          </p:sp>
        </p:grpSp>
      </p:grpSp>
      <p:sp>
        <p:nvSpPr>
          <p:cNvPr id="57363" name="Rectangle 78"/>
          <p:cNvSpPr>
            <a:spLocks noChangeArrowheads="1"/>
          </p:cNvSpPr>
          <p:nvPr/>
        </p:nvSpPr>
        <p:spPr bwMode="auto">
          <a:xfrm>
            <a:off x="519113" y="-171450"/>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5100">
                <a:solidFill>
                  <a:srgbClr val="663300"/>
                </a:solidFill>
                <a:ea typeface="隶书" pitchFamily="49" charset="-122"/>
              </a:rPr>
              <a:t>电磁学和分析数学的发展史</a:t>
            </a:r>
          </a:p>
        </p:txBody>
      </p:sp>
      <p:sp>
        <p:nvSpPr>
          <p:cNvPr id="173146" name="Arc 90"/>
          <p:cNvSpPr>
            <a:spLocks/>
          </p:cNvSpPr>
          <p:nvPr/>
        </p:nvSpPr>
        <p:spPr bwMode="auto">
          <a:xfrm>
            <a:off x="-1" y="-603448"/>
            <a:ext cx="7991476" cy="7461448"/>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06" y="0"/>
                </a:moveTo>
                <a:cubicBezTo>
                  <a:pt x="11994" y="59"/>
                  <a:pt x="21600" y="9712"/>
                  <a:pt x="21600" y="21600"/>
                </a:cubicBezTo>
              </a:path>
              <a:path w="21600" h="21600" stroke="0" extrusionOk="0">
                <a:moveTo>
                  <a:pt x="106" y="0"/>
                </a:moveTo>
                <a:cubicBezTo>
                  <a:pt x="11994" y="59"/>
                  <a:pt x="21600" y="9712"/>
                  <a:pt x="21600" y="21600"/>
                </a:cubicBezTo>
                <a:lnTo>
                  <a:pt x="0" y="21600"/>
                </a:lnTo>
                <a:lnTo>
                  <a:pt x="106" y="0"/>
                </a:lnTo>
                <a:close/>
              </a:path>
            </a:pathLst>
          </a:custGeom>
          <a:solidFill>
            <a:srgbClr val="CCFF99">
              <a:alpha val="39999"/>
            </a:srgbClr>
          </a:solidFill>
          <a:ln w="38100">
            <a:solidFill>
              <a:srgbClr val="CC000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3145" name="Arc 89"/>
          <p:cNvSpPr>
            <a:spLocks/>
          </p:cNvSpPr>
          <p:nvPr/>
        </p:nvSpPr>
        <p:spPr bwMode="auto">
          <a:xfrm>
            <a:off x="1" y="1473200"/>
            <a:ext cx="5867400" cy="5384800"/>
          </a:xfrm>
          <a:custGeom>
            <a:avLst/>
            <a:gdLst>
              <a:gd name="T0" fmla="*/ 0 w 21643"/>
              <a:gd name="T1" fmla="*/ 0 h 21600"/>
              <a:gd name="T2" fmla="*/ 2147483647 w 21643"/>
              <a:gd name="T3" fmla="*/ 2147483647 h 21600"/>
              <a:gd name="T4" fmla="*/ 927492372 w 21643"/>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43" h="21600" fill="none" extrusionOk="0">
                <a:moveTo>
                  <a:pt x="0" y="0"/>
                </a:moveTo>
                <a:cubicBezTo>
                  <a:pt x="14" y="0"/>
                  <a:pt x="28" y="-1"/>
                  <a:pt x="43" y="0"/>
                </a:cubicBezTo>
                <a:cubicBezTo>
                  <a:pt x="11972" y="0"/>
                  <a:pt x="21643" y="9670"/>
                  <a:pt x="21643" y="21600"/>
                </a:cubicBezTo>
              </a:path>
              <a:path w="21643" h="21600" stroke="0" extrusionOk="0">
                <a:moveTo>
                  <a:pt x="0" y="0"/>
                </a:moveTo>
                <a:cubicBezTo>
                  <a:pt x="14" y="0"/>
                  <a:pt x="28" y="-1"/>
                  <a:pt x="43" y="0"/>
                </a:cubicBezTo>
                <a:cubicBezTo>
                  <a:pt x="11972" y="0"/>
                  <a:pt x="21643" y="9670"/>
                  <a:pt x="21643" y="21600"/>
                </a:cubicBezTo>
                <a:lnTo>
                  <a:pt x="43" y="21600"/>
                </a:lnTo>
                <a:lnTo>
                  <a:pt x="0" y="0"/>
                </a:lnTo>
                <a:close/>
              </a:path>
            </a:pathLst>
          </a:custGeom>
          <a:solidFill>
            <a:srgbClr val="FF99CC">
              <a:alpha val="39999"/>
            </a:srgbClr>
          </a:solidFill>
          <a:ln w="38100">
            <a:solidFill>
              <a:srgbClr val="CC000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3137" name="Arc 81"/>
          <p:cNvSpPr>
            <a:spLocks/>
          </p:cNvSpPr>
          <p:nvPr/>
        </p:nvSpPr>
        <p:spPr bwMode="auto">
          <a:xfrm>
            <a:off x="0" y="3429000"/>
            <a:ext cx="3924300" cy="34290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99">
              <a:alpha val="39999"/>
            </a:srgbClr>
          </a:solidFill>
          <a:ln w="38100">
            <a:solidFill>
              <a:srgbClr val="CC000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3142" name="Text Box 86"/>
          <p:cNvSpPr txBox="1">
            <a:spLocks noChangeArrowheads="1"/>
          </p:cNvSpPr>
          <p:nvPr/>
        </p:nvSpPr>
        <p:spPr bwMode="auto">
          <a:xfrm>
            <a:off x="1258888" y="4581525"/>
            <a:ext cx="1228725" cy="641350"/>
          </a:xfrm>
          <a:prstGeom prst="rect">
            <a:avLst/>
          </a:prstGeom>
          <a:solidFill>
            <a:srgbClr val="000066"/>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r>
              <a:rPr lang="zh-CN" altLang="en-US" b="1" dirty="0">
                <a:solidFill>
                  <a:schemeClr val="bg1"/>
                </a:solidFill>
              </a:rPr>
              <a:t>英国 </a:t>
            </a:r>
          </a:p>
        </p:txBody>
      </p:sp>
      <p:sp>
        <p:nvSpPr>
          <p:cNvPr id="173144" name="Text Box 88"/>
          <p:cNvSpPr txBox="1">
            <a:spLocks noChangeArrowheads="1"/>
          </p:cNvSpPr>
          <p:nvPr/>
        </p:nvSpPr>
        <p:spPr bwMode="auto">
          <a:xfrm>
            <a:off x="3005138" y="3455988"/>
            <a:ext cx="1228725" cy="641350"/>
          </a:xfrm>
          <a:prstGeom prst="rect">
            <a:avLst/>
          </a:prstGeom>
          <a:solidFill>
            <a:srgbClr val="000066"/>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r>
              <a:rPr lang="zh-CN" altLang="en-US" b="1">
                <a:solidFill>
                  <a:schemeClr val="bg1"/>
                </a:solidFill>
              </a:rPr>
              <a:t>法国 </a:t>
            </a:r>
          </a:p>
        </p:txBody>
      </p:sp>
      <p:sp>
        <p:nvSpPr>
          <p:cNvPr id="173147" name="Text Box 91"/>
          <p:cNvSpPr txBox="1">
            <a:spLocks noChangeArrowheads="1"/>
          </p:cNvSpPr>
          <p:nvPr/>
        </p:nvSpPr>
        <p:spPr bwMode="auto">
          <a:xfrm>
            <a:off x="4589463" y="2232025"/>
            <a:ext cx="1228725" cy="641350"/>
          </a:xfrm>
          <a:prstGeom prst="rect">
            <a:avLst/>
          </a:prstGeom>
          <a:solidFill>
            <a:srgbClr val="000066"/>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r>
              <a:rPr lang="zh-CN" altLang="en-US" b="1">
                <a:solidFill>
                  <a:schemeClr val="bg1"/>
                </a:solidFill>
              </a:rPr>
              <a:t>德国 </a:t>
            </a:r>
          </a:p>
        </p:txBody>
      </p:sp>
      <p:sp>
        <p:nvSpPr>
          <p:cNvPr id="173148" name="Text Box 92"/>
          <p:cNvSpPr txBox="1">
            <a:spLocks noChangeArrowheads="1"/>
          </p:cNvSpPr>
          <p:nvPr/>
        </p:nvSpPr>
        <p:spPr bwMode="auto">
          <a:xfrm>
            <a:off x="6173788" y="1152525"/>
            <a:ext cx="1228725" cy="641350"/>
          </a:xfrm>
          <a:prstGeom prst="rect">
            <a:avLst/>
          </a:prstGeom>
          <a:solidFill>
            <a:srgbClr val="000066"/>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r>
              <a:rPr lang="zh-CN" altLang="en-US" b="1">
                <a:solidFill>
                  <a:schemeClr val="bg1"/>
                </a:solidFill>
              </a:rPr>
              <a:t>美国 </a:t>
            </a:r>
          </a:p>
        </p:txBody>
      </p:sp>
      <p:sp>
        <p:nvSpPr>
          <p:cNvPr id="173149" name="Text Box 93"/>
          <p:cNvSpPr txBox="1">
            <a:spLocks noChangeArrowheads="1"/>
          </p:cNvSpPr>
          <p:nvPr/>
        </p:nvSpPr>
        <p:spPr bwMode="auto">
          <a:xfrm>
            <a:off x="7531100" y="-88235"/>
            <a:ext cx="1836738" cy="187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11600" b="1" i="1" dirty="0">
                <a:solidFill>
                  <a:srgbClr val="CC0000"/>
                </a:solidFill>
                <a:latin typeface="MV Boli" pitchFamily="2" charset="0"/>
                <a:ea typeface="隶书" pitchFamily="49" charset="-122"/>
              </a:rPr>
              <a:t>？</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87</a:t>
            </a:fld>
            <a:endParaRPr lang="zh-CN" altLang="en-US" dirty="0"/>
          </a:p>
        </p:txBody>
      </p:sp>
      <p:sp>
        <p:nvSpPr>
          <p:cNvPr id="63" name="Text Box 86"/>
          <p:cNvSpPr txBox="1">
            <a:spLocks noChangeArrowheads="1"/>
          </p:cNvSpPr>
          <p:nvPr/>
        </p:nvSpPr>
        <p:spPr bwMode="auto">
          <a:xfrm rot="19625617">
            <a:off x="2151828" y="4801472"/>
            <a:ext cx="2454920" cy="461665"/>
          </a:xfrm>
          <a:prstGeom prst="rect">
            <a:avLst/>
          </a:prstGeom>
          <a:gradFill flip="none" rotWithShape="1">
            <a:gsLst>
              <a:gs pos="0">
                <a:srgbClr val="000000"/>
              </a:gs>
              <a:gs pos="20000">
                <a:srgbClr val="000040"/>
              </a:gs>
              <a:gs pos="50000">
                <a:srgbClr val="400040"/>
              </a:gs>
              <a:gs pos="75000">
                <a:srgbClr val="8F0040"/>
              </a:gs>
              <a:gs pos="89999">
                <a:srgbClr val="F27300"/>
              </a:gs>
              <a:gs pos="100000">
                <a:srgbClr val="FFBF00"/>
              </a:gs>
            </a:gsLst>
            <a:lin ang="2700000" scaled="0"/>
            <a:tileRect/>
          </a:gradFill>
          <a:ln>
            <a:noFill/>
          </a:ln>
          <a:effectLst/>
        </p:spPr>
        <p:txBody>
          <a:bodyPr wrap="squar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2400" b="1" dirty="0">
                <a:solidFill>
                  <a:schemeClr val="bg1"/>
                </a:solidFill>
              </a:rPr>
              <a:t>第一次工业革命 </a:t>
            </a:r>
          </a:p>
        </p:txBody>
      </p:sp>
      <p:sp>
        <p:nvSpPr>
          <p:cNvPr id="65" name="Text Box 86"/>
          <p:cNvSpPr txBox="1">
            <a:spLocks noChangeArrowheads="1"/>
          </p:cNvSpPr>
          <p:nvPr/>
        </p:nvSpPr>
        <p:spPr bwMode="auto">
          <a:xfrm rot="19625617">
            <a:off x="4429032" y="3309082"/>
            <a:ext cx="2454920" cy="461665"/>
          </a:xfrm>
          <a:prstGeom prst="rect">
            <a:avLst/>
          </a:prstGeom>
          <a:gradFill flip="none" rotWithShape="1">
            <a:gsLst>
              <a:gs pos="0">
                <a:srgbClr val="000000"/>
              </a:gs>
              <a:gs pos="20000">
                <a:srgbClr val="000040"/>
              </a:gs>
              <a:gs pos="50000">
                <a:srgbClr val="400040"/>
              </a:gs>
              <a:gs pos="75000">
                <a:srgbClr val="8F0040"/>
              </a:gs>
              <a:gs pos="89999">
                <a:srgbClr val="F27300"/>
              </a:gs>
              <a:gs pos="100000">
                <a:srgbClr val="FFBF00"/>
              </a:gs>
            </a:gsLst>
            <a:lin ang="2700000" scaled="0"/>
            <a:tileRect/>
          </a:gradFill>
          <a:ln>
            <a:noFill/>
          </a:ln>
          <a:effectLst/>
        </p:spPr>
        <p:txBody>
          <a:bodyPr wrap="squar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2400" b="1" dirty="0">
                <a:solidFill>
                  <a:schemeClr val="bg1"/>
                </a:solidFill>
              </a:rPr>
              <a:t>第二次工业革命 </a:t>
            </a:r>
          </a:p>
        </p:txBody>
      </p:sp>
      <p:sp>
        <p:nvSpPr>
          <p:cNvPr id="66" name="Text Box 86"/>
          <p:cNvSpPr txBox="1">
            <a:spLocks noChangeArrowheads="1"/>
          </p:cNvSpPr>
          <p:nvPr/>
        </p:nvSpPr>
        <p:spPr bwMode="auto">
          <a:xfrm rot="19625617">
            <a:off x="6764015" y="1837680"/>
            <a:ext cx="2454920" cy="461665"/>
          </a:xfrm>
          <a:prstGeom prst="rect">
            <a:avLst/>
          </a:prstGeom>
          <a:gradFill flip="none" rotWithShape="1">
            <a:gsLst>
              <a:gs pos="0">
                <a:srgbClr val="000000"/>
              </a:gs>
              <a:gs pos="20000">
                <a:srgbClr val="000040"/>
              </a:gs>
              <a:gs pos="50000">
                <a:srgbClr val="400040"/>
              </a:gs>
              <a:gs pos="75000">
                <a:srgbClr val="8F0040"/>
              </a:gs>
              <a:gs pos="89999">
                <a:srgbClr val="F27300"/>
              </a:gs>
              <a:gs pos="100000">
                <a:srgbClr val="FFBF00"/>
              </a:gs>
            </a:gsLst>
            <a:lin ang="2700000" scaled="0"/>
            <a:tileRect/>
          </a:gradFill>
          <a:ln>
            <a:noFill/>
          </a:ln>
          <a:effectLst/>
        </p:spPr>
        <p:txBody>
          <a:bodyPr wrap="squar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2400" b="1" dirty="0">
                <a:solidFill>
                  <a:schemeClr val="bg1"/>
                </a:solidFill>
              </a:rPr>
              <a:t>第三次科技革命 </a:t>
            </a:r>
          </a:p>
        </p:txBody>
      </p:sp>
      <p:sp>
        <p:nvSpPr>
          <p:cNvPr id="70" name="Arc 81"/>
          <p:cNvSpPr>
            <a:spLocks/>
          </p:cNvSpPr>
          <p:nvPr/>
        </p:nvSpPr>
        <p:spPr bwMode="auto">
          <a:xfrm>
            <a:off x="-1" y="5408612"/>
            <a:ext cx="1619251" cy="1449387"/>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002060">
              <a:alpha val="40000"/>
            </a:srgbClr>
          </a:solidFill>
          <a:ln w="38100">
            <a:solidFill>
              <a:srgbClr val="CC0000"/>
            </a:solidFill>
            <a:prstDash val="dash"/>
            <a:round/>
            <a:headEnd/>
            <a:tailEnd/>
          </a:ln>
          <a:effectLst/>
        </p:spPr>
        <p:txBody>
          <a:bodyPr wrap="none" anchor="ctr"/>
          <a:lstStyle/>
          <a:p>
            <a:endParaRPr lang="zh-CN" altLang="en-US"/>
          </a:p>
        </p:txBody>
      </p:sp>
      <p:sp>
        <p:nvSpPr>
          <p:cNvPr id="173063" name="WordArt 7"/>
          <p:cNvSpPr>
            <a:spLocks noChangeArrowheads="1" noChangeShapeType="1" noTextEdit="1"/>
          </p:cNvSpPr>
          <p:nvPr/>
        </p:nvSpPr>
        <p:spPr bwMode="auto">
          <a:xfrm>
            <a:off x="144463" y="6025465"/>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sp>
        <p:nvSpPr>
          <p:cNvPr id="67" name="Text Box 86"/>
          <p:cNvSpPr txBox="1">
            <a:spLocks noChangeArrowheads="1"/>
          </p:cNvSpPr>
          <p:nvPr/>
        </p:nvSpPr>
        <p:spPr bwMode="auto">
          <a:xfrm>
            <a:off x="0" y="5910371"/>
            <a:ext cx="1197764" cy="830997"/>
          </a:xfrm>
          <a:prstGeom prst="rect">
            <a:avLst/>
          </a:prstGeom>
          <a:solidFill>
            <a:srgbClr val="000066"/>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r>
              <a:rPr lang="zh-CN" altLang="en-US" sz="2400" b="1" dirty="0">
                <a:solidFill>
                  <a:schemeClr val="bg1"/>
                </a:solidFill>
              </a:rPr>
              <a:t>西班牙</a:t>
            </a:r>
            <a:endParaRPr lang="en-US" altLang="zh-CN" sz="2400" b="1" dirty="0">
              <a:solidFill>
                <a:schemeClr val="bg1"/>
              </a:solidFill>
            </a:endParaRPr>
          </a:p>
          <a:p>
            <a:pPr eaLnBrk="1" hangingPunct="1"/>
            <a:r>
              <a:rPr lang="zh-CN" altLang="en-US" sz="2400" b="1" dirty="0">
                <a:solidFill>
                  <a:schemeClr val="bg1"/>
                </a:solidFill>
              </a:rPr>
              <a:t>葡萄牙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dissolve">
                                      <p:cBhvr>
                                        <p:cTn id="7" dur="500"/>
                                        <p:tgtEl>
                                          <p:spTgt spid="7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dissolve">
                                      <p:cBhvr>
                                        <p:cTn id="12" dur="500"/>
                                        <p:tgtEl>
                                          <p:spTgt spid="6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3137"/>
                                        </p:tgtEl>
                                        <p:attrNameLst>
                                          <p:attrName>style.visibility</p:attrName>
                                        </p:attrNameLst>
                                      </p:cBhvr>
                                      <p:to>
                                        <p:strVal val="visible"/>
                                      </p:to>
                                    </p:set>
                                    <p:animEffect transition="in" filter="dissolve">
                                      <p:cBhvr>
                                        <p:cTn id="17" dur="500"/>
                                        <p:tgtEl>
                                          <p:spTgt spid="17313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3142"/>
                                        </p:tgtEl>
                                        <p:attrNameLst>
                                          <p:attrName>style.visibility</p:attrName>
                                        </p:attrNameLst>
                                      </p:cBhvr>
                                      <p:to>
                                        <p:strVal val="visible"/>
                                      </p:to>
                                    </p:set>
                                    <p:animEffect transition="in" filter="dissolve">
                                      <p:cBhvr>
                                        <p:cTn id="22" dur="500"/>
                                        <p:tgtEl>
                                          <p:spTgt spid="17314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73145"/>
                                        </p:tgtEl>
                                        <p:attrNameLst>
                                          <p:attrName>style.visibility</p:attrName>
                                        </p:attrNameLst>
                                      </p:cBhvr>
                                      <p:to>
                                        <p:strVal val="visible"/>
                                      </p:to>
                                    </p:set>
                                    <p:animEffect transition="in" filter="dissolve">
                                      <p:cBhvr>
                                        <p:cTn id="27" dur="500"/>
                                        <p:tgtEl>
                                          <p:spTgt spid="17314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73144"/>
                                        </p:tgtEl>
                                        <p:attrNameLst>
                                          <p:attrName>style.visibility</p:attrName>
                                        </p:attrNameLst>
                                      </p:cBhvr>
                                      <p:to>
                                        <p:strVal val="visible"/>
                                      </p:to>
                                    </p:set>
                                    <p:animEffect transition="in" filter="dissolve">
                                      <p:cBhvr>
                                        <p:cTn id="32" dur="500"/>
                                        <p:tgtEl>
                                          <p:spTgt spid="173144"/>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73146"/>
                                        </p:tgtEl>
                                        <p:attrNameLst>
                                          <p:attrName>style.visibility</p:attrName>
                                        </p:attrNameLst>
                                      </p:cBhvr>
                                      <p:to>
                                        <p:strVal val="visible"/>
                                      </p:to>
                                    </p:set>
                                    <p:animEffect transition="in" filter="dissolve">
                                      <p:cBhvr>
                                        <p:cTn id="37" dur="500"/>
                                        <p:tgtEl>
                                          <p:spTgt spid="173146"/>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73147"/>
                                        </p:tgtEl>
                                        <p:attrNameLst>
                                          <p:attrName>style.visibility</p:attrName>
                                        </p:attrNameLst>
                                      </p:cBhvr>
                                      <p:to>
                                        <p:strVal val="visible"/>
                                      </p:to>
                                    </p:set>
                                    <p:animEffect transition="in" filter="dissolve">
                                      <p:cBhvr>
                                        <p:cTn id="42" dur="500"/>
                                        <p:tgtEl>
                                          <p:spTgt spid="173147"/>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73148"/>
                                        </p:tgtEl>
                                        <p:attrNameLst>
                                          <p:attrName>style.visibility</p:attrName>
                                        </p:attrNameLst>
                                      </p:cBhvr>
                                      <p:to>
                                        <p:strVal val="visible"/>
                                      </p:to>
                                    </p:set>
                                    <p:animEffect transition="in" filter="dissolve">
                                      <p:cBhvr>
                                        <p:cTn id="47" dur="500"/>
                                        <p:tgtEl>
                                          <p:spTgt spid="173148"/>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63"/>
                                        </p:tgtEl>
                                        <p:attrNameLst>
                                          <p:attrName>style.visibility</p:attrName>
                                        </p:attrNameLst>
                                      </p:cBhvr>
                                      <p:to>
                                        <p:strVal val="visible"/>
                                      </p:to>
                                    </p:set>
                                    <p:animEffect transition="in" filter="dissolve">
                                      <p:cBhvr>
                                        <p:cTn id="52" dur="500"/>
                                        <p:tgtEl>
                                          <p:spTgt spid="63"/>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65"/>
                                        </p:tgtEl>
                                        <p:attrNameLst>
                                          <p:attrName>style.visibility</p:attrName>
                                        </p:attrNameLst>
                                      </p:cBhvr>
                                      <p:to>
                                        <p:strVal val="visible"/>
                                      </p:to>
                                    </p:set>
                                    <p:animEffect transition="in" filter="dissolve">
                                      <p:cBhvr>
                                        <p:cTn id="57" dur="500"/>
                                        <p:tgtEl>
                                          <p:spTgt spid="65"/>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66"/>
                                        </p:tgtEl>
                                        <p:attrNameLst>
                                          <p:attrName>style.visibility</p:attrName>
                                        </p:attrNameLst>
                                      </p:cBhvr>
                                      <p:to>
                                        <p:strVal val="visible"/>
                                      </p:to>
                                    </p:set>
                                    <p:animEffect transition="in" filter="dissolve">
                                      <p:cBhvr>
                                        <p:cTn id="62" dur="500"/>
                                        <p:tgtEl>
                                          <p:spTgt spid="66"/>
                                        </p:tgtEl>
                                      </p:cBhvr>
                                    </p:animEffect>
                                  </p:childTnLst>
                                </p:cTn>
                              </p:par>
                            </p:childTnLst>
                          </p:cTn>
                        </p:par>
                      </p:childTnLst>
                    </p:cTn>
                  </p:par>
                  <p:par>
                    <p:cTn id="63" fill="hold">
                      <p:stCondLst>
                        <p:cond delay="indefinite"/>
                      </p:stCondLst>
                      <p:childTnLst>
                        <p:par>
                          <p:cTn id="64" fill="hold">
                            <p:stCondLst>
                              <p:cond delay="0"/>
                            </p:stCondLst>
                            <p:childTnLst>
                              <p:par>
                                <p:cTn id="65" presetID="26" presetClass="entr" presetSubtype="0" fill="hold" grpId="0" nodeType="clickEffect">
                                  <p:stCondLst>
                                    <p:cond delay="0"/>
                                  </p:stCondLst>
                                  <p:childTnLst>
                                    <p:set>
                                      <p:cBhvr>
                                        <p:cTn id="66" dur="1" fill="hold">
                                          <p:stCondLst>
                                            <p:cond delay="0"/>
                                          </p:stCondLst>
                                        </p:cTn>
                                        <p:tgtEl>
                                          <p:spTgt spid="173149"/>
                                        </p:tgtEl>
                                        <p:attrNameLst>
                                          <p:attrName>style.visibility</p:attrName>
                                        </p:attrNameLst>
                                      </p:cBhvr>
                                      <p:to>
                                        <p:strVal val="visible"/>
                                      </p:to>
                                    </p:set>
                                    <p:animEffect transition="in" filter="wipe(down)">
                                      <p:cBhvr>
                                        <p:cTn id="67" dur="580">
                                          <p:stCondLst>
                                            <p:cond delay="0"/>
                                          </p:stCondLst>
                                        </p:cTn>
                                        <p:tgtEl>
                                          <p:spTgt spid="173149"/>
                                        </p:tgtEl>
                                      </p:cBhvr>
                                    </p:animEffect>
                                    <p:anim calcmode="lin" valueType="num">
                                      <p:cBhvr>
                                        <p:cTn id="68" dur="1822" tmFilter="0,0; 0.14,0.36; 0.43,0.73; 0.71,0.91; 1.0,1.0">
                                          <p:stCondLst>
                                            <p:cond delay="0"/>
                                          </p:stCondLst>
                                        </p:cTn>
                                        <p:tgtEl>
                                          <p:spTgt spid="173149"/>
                                        </p:tgtEl>
                                        <p:attrNameLst>
                                          <p:attrName>ppt_x</p:attrName>
                                        </p:attrNameLst>
                                      </p:cBhvr>
                                      <p:tavLst>
                                        <p:tav tm="0">
                                          <p:val>
                                            <p:strVal val="#ppt_x-0.25"/>
                                          </p:val>
                                        </p:tav>
                                        <p:tav tm="100000">
                                          <p:val>
                                            <p:strVal val="#ppt_x"/>
                                          </p:val>
                                        </p:tav>
                                      </p:tavLst>
                                    </p:anim>
                                    <p:anim calcmode="lin" valueType="num">
                                      <p:cBhvr>
                                        <p:cTn id="69" dur="664" tmFilter="0.0,0.0; 0.25,0.07; 0.50,0.2; 0.75,0.467; 1.0,1.0">
                                          <p:stCondLst>
                                            <p:cond delay="0"/>
                                          </p:stCondLst>
                                        </p:cTn>
                                        <p:tgtEl>
                                          <p:spTgt spid="173149"/>
                                        </p:tgtEl>
                                        <p:attrNameLst>
                                          <p:attrName>ppt_y</p:attrName>
                                        </p:attrNameLst>
                                      </p:cBhvr>
                                      <p:tavLst>
                                        <p:tav tm="0" fmla="#ppt_y-sin(pi*$)/3">
                                          <p:val>
                                            <p:fltVal val="0.5"/>
                                          </p:val>
                                        </p:tav>
                                        <p:tav tm="100000">
                                          <p:val>
                                            <p:fltVal val="1"/>
                                          </p:val>
                                        </p:tav>
                                      </p:tavLst>
                                    </p:anim>
                                    <p:anim calcmode="lin" valueType="num">
                                      <p:cBhvr>
                                        <p:cTn id="70" dur="664" tmFilter="0, 0; 0.125,0.2665; 0.25,0.4; 0.375,0.465; 0.5,0.5;  0.625,0.535; 0.75,0.6; 0.875,0.7335; 1,1">
                                          <p:stCondLst>
                                            <p:cond delay="664"/>
                                          </p:stCondLst>
                                        </p:cTn>
                                        <p:tgtEl>
                                          <p:spTgt spid="173149"/>
                                        </p:tgtEl>
                                        <p:attrNameLst>
                                          <p:attrName>ppt_y</p:attrName>
                                        </p:attrNameLst>
                                      </p:cBhvr>
                                      <p:tavLst>
                                        <p:tav tm="0" fmla="#ppt_y-sin(pi*$)/9">
                                          <p:val>
                                            <p:fltVal val="0"/>
                                          </p:val>
                                        </p:tav>
                                        <p:tav tm="100000">
                                          <p:val>
                                            <p:fltVal val="1"/>
                                          </p:val>
                                        </p:tav>
                                      </p:tavLst>
                                    </p:anim>
                                    <p:anim calcmode="lin" valueType="num">
                                      <p:cBhvr>
                                        <p:cTn id="71" dur="332" tmFilter="0, 0; 0.125,0.2665; 0.25,0.4; 0.375,0.465; 0.5,0.5;  0.625,0.535; 0.75,0.6; 0.875,0.7335; 1,1">
                                          <p:stCondLst>
                                            <p:cond delay="1324"/>
                                          </p:stCondLst>
                                        </p:cTn>
                                        <p:tgtEl>
                                          <p:spTgt spid="173149"/>
                                        </p:tgtEl>
                                        <p:attrNameLst>
                                          <p:attrName>ppt_y</p:attrName>
                                        </p:attrNameLst>
                                      </p:cBhvr>
                                      <p:tavLst>
                                        <p:tav tm="0" fmla="#ppt_y-sin(pi*$)/27">
                                          <p:val>
                                            <p:fltVal val="0"/>
                                          </p:val>
                                        </p:tav>
                                        <p:tav tm="100000">
                                          <p:val>
                                            <p:fltVal val="1"/>
                                          </p:val>
                                        </p:tav>
                                      </p:tavLst>
                                    </p:anim>
                                    <p:anim calcmode="lin" valueType="num">
                                      <p:cBhvr>
                                        <p:cTn id="72" dur="164" tmFilter="0, 0; 0.125,0.2665; 0.25,0.4; 0.375,0.465; 0.5,0.5;  0.625,0.535; 0.75,0.6; 0.875,0.7335; 1,1">
                                          <p:stCondLst>
                                            <p:cond delay="1656"/>
                                          </p:stCondLst>
                                        </p:cTn>
                                        <p:tgtEl>
                                          <p:spTgt spid="173149"/>
                                        </p:tgtEl>
                                        <p:attrNameLst>
                                          <p:attrName>ppt_y</p:attrName>
                                        </p:attrNameLst>
                                      </p:cBhvr>
                                      <p:tavLst>
                                        <p:tav tm="0" fmla="#ppt_y-sin(pi*$)/81">
                                          <p:val>
                                            <p:fltVal val="0"/>
                                          </p:val>
                                        </p:tav>
                                        <p:tav tm="100000">
                                          <p:val>
                                            <p:fltVal val="1"/>
                                          </p:val>
                                        </p:tav>
                                      </p:tavLst>
                                    </p:anim>
                                    <p:animScale>
                                      <p:cBhvr>
                                        <p:cTn id="73" dur="26">
                                          <p:stCondLst>
                                            <p:cond delay="650"/>
                                          </p:stCondLst>
                                        </p:cTn>
                                        <p:tgtEl>
                                          <p:spTgt spid="173149"/>
                                        </p:tgtEl>
                                      </p:cBhvr>
                                      <p:to x="100000" y="60000"/>
                                    </p:animScale>
                                    <p:animScale>
                                      <p:cBhvr>
                                        <p:cTn id="74" dur="166" decel="50000">
                                          <p:stCondLst>
                                            <p:cond delay="676"/>
                                          </p:stCondLst>
                                        </p:cTn>
                                        <p:tgtEl>
                                          <p:spTgt spid="173149"/>
                                        </p:tgtEl>
                                      </p:cBhvr>
                                      <p:to x="100000" y="100000"/>
                                    </p:animScale>
                                    <p:animScale>
                                      <p:cBhvr>
                                        <p:cTn id="75" dur="26">
                                          <p:stCondLst>
                                            <p:cond delay="1312"/>
                                          </p:stCondLst>
                                        </p:cTn>
                                        <p:tgtEl>
                                          <p:spTgt spid="173149"/>
                                        </p:tgtEl>
                                      </p:cBhvr>
                                      <p:to x="100000" y="80000"/>
                                    </p:animScale>
                                    <p:animScale>
                                      <p:cBhvr>
                                        <p:cTn id="76" dur="166" decel="50000">
                                          <p:stCondLst>
                                            <p:cond delay="1338"/>
                                          </p:stCondLst>
                                        </p:cTn>
                                        <p:tgtEl>
                                          <p:spTgt spid="173149"/>
                                        </p:tgtEl>
                                      </p:cBhvr>
                                      <p:to x="100000" y="100000"/>
                                    </p:animScale>
                                    <p:animScale>
                                      <p:cBhvr>
                                        <p:cTn id="77" dur="26">
                                          <p:stCondLst>
                                            <p:cond delay="1642"/>
                                          </p:stCondLst>
                                        </p:cTn>
                                        <p:tgtEl>
                                          <p:spTgt spid="173149"/>
                                        </p:tgtEl>
                                      </p:cBhvr>
                                      <p:to x="100000" y="90000"/>
                                    </p:animScale>
                                    <p:animScale>
                                      <p:cBhvr>
                                        <p:cTn id="78" dur="166" decel="50000">
                                          <p:stCondLst>
                                            <p:cond delay="1668"/>
                                          </p:stCondLst>
                                        </p:cTn>
                                        <p:tgtEl>
                                          <p:spTgt spid="173149"/>
                                        </p:tgtEl>
                                      </p:cBhvr>
                                      <p:to x="100000" y="100000"/>
                                    </p:animScale>
                                    <p:animScale>
                                      <p:cBhvr>
                                        <p:cTn id="79" dur="26">
                                          <p:stCondLst>
                                            <p:cond delay="1808"/>
                                          </p:stCondLst>
                                        </p:cTn>
                                        <p:tgtEl>
                                          <p:spTgt spid="173149"/>
                                        </p:tgtEl>
                                      </p:cBhvr>
                                      <p:to x="100000" y="95000"/>
                                    </p:animScale>
                                    <p:animScale>
                                      <p:cBhvr>
                                        <p:cTn id="80" dur="166" decel="50000">
                                          <p:stCondLst>
                                            <p:cond delay="1834"/>
                                          </p:stCondLst>
                                        </p:cTn>
                                        <p:tgtEl>
                                          <p:spTgt spid="17314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146" grpId="0" animBg="1"/>
      <p:bldP spid="173145" grpId="0" animBg="1"/>
      <p:bldP spid="173137" grpId="0" animBg="1"/>
      <p:bldP spid="173142" grpId="0" animBg="1"/>
      <p:bldP spid="173144" grpId="0" animBg="1"/>
      <p:bldP spid="173147" grpId="0" animBg="1"/>
      <p:bldP spid="173148" grpId="0" animBg="1"/>
      <p:bldP spid="173149" grpId="0"/>
      <p:bldP spid="63" grpId="0" animBg="1"/>
      <p:bldP spid="65" grpId="0" animBg="1"/>
      <p:bldP spid="66" grpId="0" animBg="1"/>
      <p:bldP spid="70" grpId="0" animBg="1"/>
      <p:bldP spid="67" grpId="0" animBg="1"/>
    </p:bld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Rectangle 2" descr="宽下对角线"/>
          <p:cNvSpPr>
            <a:spLocks noChangeArrowheads="1"/>
          </p:cNvSpPr>
          <p:nvPr/>
        </p:nvSpPr>
        <p:spPr bwMode="auto">
          <a:xfrm rot="-2087162">
            <a:off x="192088" y="5216525"/>
            <a:ext cx="1017587" cy="804863"/>
          </a:xfrm>
          <a:prstGeom prst="rect">
            <a:avLst/>
          </a:prstGeom>
          <a:pattFill prst="wdDnDiag">
            <a:fgClr>
              <a:schemeClr val="bg1"/>
            </a:fgClr>
            <a:bgClr>
              <a:srgbClr val="CCCC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58371" name="AutoShape 3"/>
          <p:cNvSpPr>
            <a:spLocks noChangeArrowheads="1"/>
          </p:cNvSpPr>
          <p:nvPr/>
        </p:nvSpPr>
        <p:spPr bwMode="auto">
          <a:xfrm rot="-2060829">
            <a:off x="388938" y="2079625"/>
            <a:ext cx="8469312" cy="1681163"/>
          </a:xfrm>
          <a:prstGeom prst="rightArrow">
            <a:avLst>
              <a:gd name="adj1" fmla="val 48667"/>
              <a:gd name="adj2" fmla="val 75380"/>
            </a:avLst>
          </a:prstGeom>
          <a:gradFill rotWithShape="1">
            <a:gsLst>
              <a:gs pos="0">
                <a:srgbClr val="0033CC"/>
              </a:gs>
              <a:gs pos="50000">
                <a:srgbClr val="DBE2F8"/>
              </a:gs>
              <a:gs pos="100000">
                <a:srgbClr val="0033C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58372" name="WordArt 4"/>
          <p:cNvSpPr>
            <a:spLocks noChangeArrowheads="1" noChangeShapeType="1" noTextEdit="1"/>
          </p:cNvSpPr>
          <p:nvPr/>
        </p:nvSpPr>
        <p:spPr bwMode="auto">
          <a:xfrm>
            <a:off x="539750" y="6237288"/>
            <a:ext cx="1655763" cy="431800"/>
          </a:xfrm>
          <a:prstGeom prst="rect">
            <a:avLst/>
          </a:prstGeom>
        </p:spPr>
        <p:txBody>
          <a:bodyPr wrap="none" fromWordArt="1">
            <a:prstTxWarp prst="textPlain">
              <a:avLst>
                <a:gd name="adj" fmla="val 50000"/>
              </a:avLst>
            </a:prstTxWarp>
          </a:bodyPr>
          <a:lstStyle/>
          <a:p>
            <a:pPr algn="ctr"/>
            <a:r>
              <a:rPr lang="zh-CN" altLang="en-US" kern="10">
                <a:ln w="9525" cap="sq">
                  <a:solidFill>
                    <a:schemeClr val="tx1"/>
                  </a:solidFill>
                  <a:round/>
                  <a:headEnd type="none" w="sm" len="sm"/>
                  <a:tailEnd type="none" w="sm" len="sm"/>
                </a:ln>
                <a:solidFill>
                  <a:srgbClr val="0000FF"/>
                </a:solidFill>
                <a:latin typeface="宋体"/>
                <a:ea typeface="宋体"/>
              </a:rPr>
              <a:t>关于静电的记载</a:t>
            </a:r>
          </a:p>
          <a:p>
            <a:pPr algn="ctr"/>
            <a:r>
              <a:rPr lang="zh-CN" altLang="en-US" kern="10">
                <a:ln w="9525" cap="sq">
                  <a:solidFill>
                    <a:schemeClr val="tx1"/>
                  </a:solidFill>
                  <a:round/>
                  <a:headEnd type="none" w="sm" len="sm"/>
                  <a:tailEnd type="none" w="sm" len="sm"/>
                </a:ln>
                <a:solidFill>
                  <a:srgbClr val="0000FF"/>
                </a:solidFill>
                <a:latin typeface="宋体"/>
                <a:ea typeface="宋体"/>
              </a:rPr>
              <a:t>磁石吸铁、指南</a:t>
            </a:r>
          </a:p>
        </p:txBody>
      </p:sp>
      <p:sp>
        <p:nvSpPr>
          <p:cNvPr id="174085" name="WordArt 5"/>
          <p:cNvSpPr>
            <a:spLocks noChangeArrowheads="1" noChangeShapeType="1" noTextEdit="1"/>
          </p:cNvSpPr>
          <p:nvPr/>
        </p:nvSpPr>
        <p:spPr bwMode="auto">
          <a:xfrm>
            <a:off x="144463" y="5734050"/>
            <a:ext cx="755650" cy="431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l">
              <a:defRPr/>
            </a:pPr>
            <a:r>
              <a:rPr lang="zh-CN" altLang="en-US" b="1" kern="10">
                <a:ln w="9525" cap="sq">
                  <a:solidFill>
                    <a:schemeClr val="tx1"/>
                  </a:solidFill>
                  <a:round/>
                  <a:headEnd type="none" w="sm" len="sm"/>
                  <a:tailEnd type="none" w="sm" len="sm"/>
                </a:ln>
                <a:solidFill>
                  <a:srgbClr val="FF0000"/>
                </a:solidFill>
                <a:latin typeface="宋体"/>
                <a:ea typeface="宋体"/>
              </a:rPr>
              <a:t>公元前</a:t>
            </a:r>
          </a:p>
          <a:p>
            <a:pPr algn="l">
              <a:defRPr/>
            </a:pPr>
            <a:r>
              <a:rPr lang="en-US" altLang="zh-CN" b="1" kern="10">
                <a:ln w="9525" cap="sq">
                  <a:solidFill>
                    <a:schemeClr val="tx1"/>
                  </a:solidFill>
                  <a:round/>
                  <a:headEnd type="none" w="sm" len="sm"/>
                  <a:tailEnd type="none" w="sm" len="sm"/>
                </a:ln>
                <a:solidFill>
                  <a:srgbClr val="FF0000"/>
                </a:solidFill>
                <a:latin typeface="宋体"/>
                <a:ea typeface="宋体"/>
              </a:rPr>
              <a:t>500</a:t>
            </a:r>
            <a:r>
              <a:rPr lang="zh-CN" altLang="en-US" b="1" kern="10">
                <a:ln w="9525" cap="sq">
                  <a:solidFill>
                    <a:schemeClr val="tx1"/>
                  </a:solidFill>
                  <a:round/>
                  <a:headEnd type="none" w="sm" len="sm"/>
                  <a:tailEnd type="none" w="sm" len="sm"/>
                </a:ln>
                <a:solidFill>
                  <a:srgbClr val="FF0000"/>
                </a:solidFill>
                <a:latin typeface="宋体"/>
                <a:ea typeface="宋体"/>
              </a:rPr>
              <a:t>年</a:t>
            </a:r>
          </a:p>
        </p:txBody>
      </p:sp>
      <p:grpSp>
        <p:nvGrpSpPr>
          <p:cNvPr id="58374" name="Group 6"/>
          <p:cNvGrpSpPr>
            <a:grpSpLocks/>
          </p:cNvGrpSpPr>
          <p:nvPr/>
        </p:nvGrpSpPr>
        <p:grpSpPr bwMode="auto">
          <a:xfrm>
            <a:off x="684213" y="5300663"/>
            <a:ext cx="6846887" cy="1368425"/>
            <a:chOff x="431" y="3339"/>
            <a:chExt cx="4313" cy="862"/>
          </a:xfrm>
        </p:grpSpPr>
        <p:sp>
          <p:nvSpPr>
            <p:cNvPr id="174087" name="WordArt 7"/>
            <p:cNvSpPr>
              <a:spLocks noChangeArrowheads="1" noChangeShapeType="1" noTextEdit="1"/>
            </p:cNvSpPr>
            <p:nvPr/>
          </p:nvSpPr>
          <p:spPr bwMode="auto">
            <a:xfrm>
              <a:off x="431" y="3339"/>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58419" name="Text Box 8"/>
            <p:cNvSpPr txBox="1">
              <a:spLocks noChangeArrowheads="1"/>
            </p:cNvSpPr>
            <p:nvPr/>
          </p:nvSpPr>
          <p:spPr bwMode="auto">
            <a:xfrm>
              <a:off x="1519" y="3753"/>
              <a:ext cx="3225"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英国人吉尔伯特发表了</a:t>
              </a:r>
            </a:p>
            <a:p>
              <a:pPr algn="just" eaLnBrk="1" hangingPunct="1"/>
              <a:r>
                <a:rPr lang="en-US" altLang="zh-CN" sz="2000" b="1">
                  <a:solidFill>
                    <a:srgbClr val="660066"/>
                  </a:solidFill>
                </a:rPr>
                <a:t>《</a:t>
              </a:r>
              <a:r>
                <a:rPr lang="zh-CN" altLang="en-US" sz="2000" b="1">
                  <a:solidFill>
                    <a:srgbClr val="660066"/>
                  </a:solidFill>
                </a:rPr>
                <a:t>论磁、磁体和地球作为一个巨大的磁体</a:t>
              </a:r>
              <a:r>
                <a:rPr lang="en-US" altLang="zh-CN" sz="2000" b="1">
                  <a:solidFill>
                    <a:srgbClr val="660066"/>
                  </a:solidFill>
                </a:rPr>
                <a:t>》 </a:t>
              </a:r>
            </a:p>
          </p:txBody>
        </p:sp>
        <p:sp>
          <p:nvSpPr>
            <p:cNvPr id="58420" name="Line 9"/>
            <p:cNvSpPr>
              <a:spLocks noChangeShapeType="1"/>
            </p:cNvSpPr>
            <p:nvPr/>
          </p:nvSpPr>
          <p:spPr bwMode="auto">
            <a:xfrm>
              <a:off x="1066" y="343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21" name="Line 10"/>
            <p:cNvSpPr>
              <a:spLocks noChangeShapeType="1"/>
            </p:cNvSpPr>
            <p:nvPr/>
          </p:nvSpPr>
          <p:spPr bwMode="auto">
            <a:xfrm rot="-5400000">
              <a:off x="1473" y="3567"/>
              <a:ext cx="3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375" name="Group 11"/>
          <p:cNvGrpSpPr>
            <a:grpSpLocks/>
          </p:cNvGrpSpPr>
          <p:nvPr/>
        </p:nvGrpSpPr>
        <p:grpSpPr bwMode="auto">
          <a:xfrm>
            <a:off x="1042988" y="5013325"/>
            <a:ext cx="4183062" cy="782638"/>
            <a:chOff x="657" y="3158"/>
            <a:chExt cx="2635" cy="493"/>
          </a:xfrm>
        </p:grpSpPr>
        <p:sp>
          <p:nvSpPr>
            <p:cNvPr id="174092" name="WordArt 12"/>
            <p:cNvSpPr>
              <a:spLocks noChangeArrowheads="1" noChangeShapeType="1" noTextEdit="1"/>
            </p:cNvSpPr>
            <p:nvPr/>
          </p:nvSpPr>
          <p:spPr bwMode="auto">
            <a:xfrm>
              <a:off x="657" y="3158"/>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1660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58416" name="Text Box 13"/>
            <p:cNvSpPr txBox="1">
              <a:spLocks noChangeArrowheads="1"/>
            </p:cNvSpPr>
            <p:nvPr/>
          </p:nvSpPr>
          <p:spPr bwMode="auto">
            <a:xfrm>
              <a:off x="1882" y="3203"/>
              <a:ext cx="1410"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盖利克发明了</a:t>
              </a:r>
            </a:p>
            <a:p>
              <a:pPr algn="just" eaLnBrk="1" hangingPunct="1"/>
              <a:r>
                <a:rPr lang="zh-CN" altLang="en-US" sz="2000" b="1">
                  <a:solidFill>
                    <a:srgbClr val="660066"/>
                  </a:solidFill>
                </a:rPr>
                <a:t>第一台摩擦起电机</a:t>
              </a:r>
            </a:p>
          </p:txBody>
        </p:sp>
        <p:sp>
          <p:nvSpPr>
            <p:cNvPr id="58417" name="Line 14"/>
            <p:cNvSpPr>
              <a:spLocks noChangeShapeType="1"/>
            </p:cNvSpPr>
            <p:nvPr/>
          </p:nvSpPr>
          <p:spPr bwMode="auto">
            <a:xfrm>
              <a:off x="1292" y="3249"/>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376" name="Group 15"/>
          <p:cNvGrpSpPr>
            <a:grpSpLocks/>
          </p:cNvGrpSpPr>
          <p:nvPr/>
        </p:nvGrpSpPr>
        <p:grpSpPr bwMode="auto">
          <a:xfrm>
            <a:off x="1619250" y="4724400"/>
            <a:ext cx="6553200" cy="711200"/>
            <a:chOff x="1020" y="2976"/>
            <a:chExt cx="4128" cy="448"/>
          </a:xfrm>
        </p:grpSpPr>
        <p:sp>
          <p:nvSpPr>
            <p:cNvPr id="174096" name="WordArt 16"/>
            <p:cNvSpPr>
              <a:spLocks noChangeArrowheads="1" noChangeShapeType="1" noTextEdit="1"/>
            </p:cNvSpPr>
            <p:nvPr/>
          </p:nvSpPr>
          <p:spPr bwMode="auto">
            <a:xfrm>
              <a:off x="1020" y="2977"/>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a:t>
              </a:r>
              <a:r>
                <a:rPr lang="zh-CN" altLang="en-US" kern="10">
                  <a:ln w="9525" cap="sq">
                    <a:solidFill>
                      <a:schemeClr val="tx1"/>
                    </a:solidFill>
                    <a:round/>
                    <a:headEnd type="none" w="sm" len="sm"/>
                    <a:tailEnd type="none" w="sm" len="sm"/>
                  </a:ln>
                  <a:solidFill>
                    <a:srgbClr val="FF0000"/>
                  </a:solidFill>
                  <a:latin typeface="宋体"/>
                  <a:ea typeface="宋体"/>
                </a:rPr>
                <a:t>世纪</a:t>
              </a:r>
            </a:p>
          </p:txBody>
        </p:sp>
        <p:sp>
          <p:nvSpPr>
            <p:cNvPr id="58413" name="Text Box 17"/>
            <p:cNvSpPr txBox="1">
              <a:spLocks noChangeArrowheads="1"/>
            </p:cNvSpPr>
            <p:nvPr/>
          </p:nvSpPr>
          <p:spPr bwMode="auto">
            <a:xfrm>
              <a:off x="3379" y="2976"/>
              <a:ext cx="1769"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静电学研究活跃期</a:t>
              </a:r>
            </a:p>
            <a:p>
              <a:pPr algn="just" eaLnBrk="1" hangingPunct="1"/>
              <a:r>
                <a:rPr lang="zh-CN" altLang="en-US" sz="2000" b="1">
                  <a:solidFill>
                    <a:srgbClr val="660066"/>
                  </a:solidFill>
                </a:rPr>
                <a:t>电和磁的研究是分离的</a:t>
              </a:r>
            </a:p>
          </p:txBody>
        </p:sp>
        <p:sp>
          <p:nvSpPr>
            <p:cNvPr id="58414" name="Line 18"/>
            <p:cNvSpPr>
              <a:spLocks noChangeShapeType="1"/>
            </p:cNvSpPr>
            <p:nvPr/>
          </p:nvSpPr>
          <p:spPr bwMode="auto">
            <a:xfrm>
              <a:off x="1655" y="3022"/>
              <a:ext cx="1724"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377" name="Group 19"/>
          <p:cNvGrpSpPr>
            <a:grpSpLocks/>
          </p:cNvGrpSpPr>
          <p:nvPr/>
        </p:nvGrpSpPr>
        <p:grpSpPr bwMode="auto">
          <a:xfrm>
            <a:off x="755650" y="3227388"/>
            <a:ext cx="1285875" cy="1354137"/>
            <a:chOff x="476" y="2033"/>
            <a:chExt cx="810" cy="853"/>
          </a:xfrm>
        </p:grpSpPr>
        <p:sp>
          <p:nvSpPr>
            <p:cNvPr id="58410" name="Text Box 20"/>
            <p:cNvSpPr txBox="1">
              <a:spLocks noChangeArrowheads="1"/>
            </p:cNvSpPr>
            <p:nvPr/>
          </p:nvSpPr>
          <p:spPr bwMode="auto">
            <a:xfrm>
              <a:off x="476" y="2033"/>
              <a:ext cx="81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三角级数 </a:t>
              </a:r>
            </a:p>
          </p:txBody>
        </p:sp>
        <p:sp>
          <p:nvSpPr>
            <p:cNvPr id="58411" name="Line 21"/>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378" name="Group 22"/>
          <p:cNvGrpSpPr>
            <a:grpSpLocks/>
          </p:cNvGrpSpPr>
          <p:nvPr/>
        </p:nvGrpSpPr>
        <p:grpSpPr bwMode="auto">
          <a:xfrm>
            <a:off x="76200" y="3948113"/>
            <a:ext cx="1541463" cy="1281112"/>
            <a:chOff x="48" y="2487"/>
            <a:chExt cx="971" cy="807"/>
          </a:xfrm>
        </p:grpSpPr>
        <p:sp>
          <p:nvSpPr>
            <p:cNvPr id="58408" name="Text Box 23"/>
            <p:cNvSpPr txBox="1">
              <a:spLocks noChangeArrowheads="1"/>
            </p:cNvSpPr>
            <p:nvPr/>
          </p:nvSpPr>
          <p:spPr bwMode="auto">
            <a:xfrm>
              <a:off x="48" y="2487"/>
              <a:ext cx="971" cy="44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有限差分法 </a:t>
              </a:r>
            </a:p>
            <a:p>
              <a:pPr algn="just" eaLnBrk="1" hangingPunct="1"/>
              <a:r>
                <a:rPr lang="zh-CN" altLang="en-US" sz="2000" b="1">
                  <a:solidFill>
                    <a:srgbClr val="006600"/>
                  </a:solidFill>
                </a:rPr>
                <a:t>    微积分</a:t>
              </a:r>
            </a:p>
          </p:txBody>
        </p:sp>
        <p:sp>
          <p:nvSpPr>
            <p:cNvPr id="58409" name="Line 24"/>
            <p:cNvSpPr>
              <a:spLocks noChangeShapeType="1"/>
            </p:cNvSpPr>
            <p:nvPr/>
          </p:nvSpPr>
          <p:spPr bwMode="auto">
            <a:xfrm flipH="1" flipV="1">
              <a:off x="431" y="2931"/>
              <a:ext cx="182" cy="3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379" name="Group 25"/>
          <p:cNvGrpSpPr>
            <a:grpSpLocks/>
          </p:cNvGrpSpPr>
          <p:nvPr/>
        </p:nvGrpSpPr>
        <p:grpSpPr bwMode="auto">
          <a:xfrm>
            <a:off x="2051050" y="4221163"/>
            <a:ext cx="3744913" cy="406400"/>
            <a:chOff x="1292" y="2659"/>
            <a:chExt cx="2359" cy="256"/>
          </a:xfrm>
        </p:grpSpPr>
        <p:sp>
          <p:nvSpPr>
            <p:cNvPr id="174106" name="WordArt 26"/>
            <p:cNvSpPr>
              <a:spLocks noChangeArrowheads="1" noChangeShapeType="1" noTextEdit="1"/>
            </p:cNvSpPr>
            <p:nvPr/>
          </p:nvSpPr>
          <p:spPr bwMode="auto">
            <a:xfrm>
              <a:off x="1292" y="2704"/>
              <a:ext cx="53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1800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58406" name="Text Box 27"/>
            <p:cNvSpPr txBox="1">
              <a:spLocks noChangeArrowheads="1"/>
            </p:cNvSpPr>
            <p:nvPr/>
          </p:nvSpPr>
          <p:spPr bwMode="auto">
            <a:xfrm>
              <a:off x="2562" y="2659"/>
              <a:ext cx="1089"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伏达发明电堆</a:t>
              </a:r>
            </a:p>
          </p:txBody>
        </p:sp>
        <p:sp>
          <p:nvSpPr>
            <p:cNvPr id="58407" name="Line 28"/>
            <p:cNvSpPr>
              <a:spLocks noChangeShapeType="1"/>
            </p:cNvSpPr>
            <p:nvPr/>
          </p:nvSpPr>
          <p:spPr bwMode="auto">
            <a:xfrm>
              <a:off x="1927" y="279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380" name="Group 29"/>
          <p:cNvGrpSpPr>
            <a:grpSpLocks/>
          </p:cNvGrpSpPr>
          <p:nvPr/>
        </p:nvGrpSpPr>
        <p:grpSpPr bwMode="auto">
          <a:xfrm>
            <a:off x="2195513" y="3644900"/>
            <a:ext cx="6121400" cy="1016000"/>
            <a:chOff x="1383" y="2296"/>
            <a:chExt cx="3856" cy="640"/>
          </a:xfrm>
        </p:grpSpPr>
        <p:sp>
          <p:nvSpPr>
            <p:cNvPr id="174110" name="WordArt 30"/>
            <p:cNvSpPr>
              <a:spLocks noChangeArrowheads="1" noChangeShapeType="1" noTextEdit="1"/>
            </p:cNvSpPr>
            <p:nvPr/>
          </p:nvSpPr>
          <p:spPr bwMode="auto">
            <a:xfrm>
              <a:off x="1383" y="2523"/>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1820-30</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58403" name="Text Box 31"/>
            <p:cNvSpPr txBox="1">
              <a:spLocks noChangeArrowheads="1"/>
            </p:cNvSpPr>
            <p:nvPr/>
          </p:nvSpPr>
          <p:spPr bwMode="auto">
            <a:xfrm>
              <a:off x="3787" y="2296"/>
              <a:ext cx="1452" cy="64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安培定律</a:t>
              </a:r>
            </a:p>
            <a:p>
              <a:pPr algn="just" eaLnBrk="1" hangingPunct="1"/>
              <a:r>
                <a:rPr lang="zh-CN" altLang="en-US" sz="2000" b="1">
                  <a:solidFill>
                    <a:srgbClr val="660066"/>
                  </a:solidFill>
                </a:rPr>
                <a:t>欧姆定律</a:t>
              </a:r>
            </a:p>
            <a:p>
              <a:pPr algn="just" eaLnBrk="1" hangingPunct="1"/>
              <a:r>
                <a:rPr lang="zh-CN" altLang="en-US" sz="2000" b="1">
                  <a:solidFill>
                    <a:srgbClr val="660066"/>
                  </a:solidFill>
                </a:rPr>
                <a:t>法拉第电磁感应</a:t>
              </a:r>
            </a:p>
          </p:txBody>
        </p:sp>
        <p:sp>
          <p:nvSpPr>
            <p:cNvPr id="58404" name="Line 32"/>
            <p:cNvSpPr>
              <a:spLocks noChangeShapeType="1"/>
            </p:cNvSpPr>
            <p:nvPr/>
          </p:nvSpPr>
          <p:spPr bwMode="auto">
            <a:xfrm>
              <a:off x="2290" y="2568"/>
              <a:ext cx="149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381" name="Group 33"/>
          <p:cNvGrpSpPr>
            <a:grpSpLocks/>
          </p:cNvGrpSpPr>
          <p:nvPr/>
        </p:nvGrpSpPr>
        <p:grpSpPr bwMode="auto">
          <a:xfrm>
            <a:off x="2700338" y="3573463"/>
            <a:ext cx="3024187" cy="466725"/>
            <a:chOff x="1701" y="2251"/>
            <a:chExt cx="1905" cy="294"/>
          </a:xfrm>
        </p:grpSpPr>
        <p:sp>
          <p:nvSpPr>
            <p:cNvPr id="174114" name="WordArt 34"/>
            <p:cNvSpPr>
              <a:spLocks noChangeArrowheads="1" noChangeShapeType="1" noTextEdit="1"/>
            </p:cNvSpPr>
            <p:nvPr/>
          </p:nvSpPr>
          <p:spPr bwMode="auto">
            <a:xfrm>
              <a:off x="1701" y="2341"/>
              <a:ext cx="816"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a:t>
              </a:r>
              <a:r>
                <a:rPr lang="zh-CN" altLang="en-US" kern="10">
                  <a:ln w="9525" cap="sq">
                    <a:solidFill>
                      <a:schemeClr val="tx1"/>
                    </a:solidFill>
                    <a:round/>
                    <a:headEnd type="none" w="sm" len="sm"/>
                    <a:tailEnd type="none" w="sm" len="sm"/>
                  </a:ln>
                  <a:solidFill>
                    <a:srgbClr val="FF0000"/>
                  </a:solidFill>
                  <a:latin typeface="宋体"/>
                  <a:ea typeface="宋体"/>
                </a:rPr>
                <a:t>世纪中叶</a:t>
              </a:r>
            </a:p>
          </p:txBody>
        </p:sp>
        <p:sp>
          <p:nvSpPr>
            <p:cNvPr id="58401" name="Text Box 35"/>
            <p:cNvSpPr txBox="1">
              <a:spLocks noChangeArrowheads="1"/>
            </p:cNvSpPr>
            <p:nvPr/>
          </p:nvSpPr>
          <p:spPr bwMode="auto">
            <a:xfrm>
              <a:off x="2608" y="2251"/>
              <a:ext cx="998" cy="29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400" b="1">
                  <a:solidFill>
                    <a:srgbClr val="A50021"/>
                  </a:solidFill>
                </a:rPr>
                <a:t>电磁理论</a:t>
              </a:r>
            </a:p>
          </p:txBody>
        </p:sp>
      </p:grpSp>
      <p:grpSp>
        <p:nvGrpSpPr>
          <p:cNvPr id="58382" name="Group 36"/>
          <p:cNvGrpSpPr>
            <a:grpSpLocks/>
          </p:cNvGrpSpPr>
          <p:nvPr/>
        </p:nvGrpSpPr>
        <p:grpSpPr bwMode="auto">
          <a:xfrm>
            <a:off x="1692275" y="2219325"/>
            <a:ext cx="2052638" cy="1354138"/>
            <a:chOff x="476" y="2033"/>
            <a:chExt cx="1293" cy="853"/>
          </a:xfrm>
        </p:grpSpPr>
        <p:sp>
          <p:nvSpPr>
            <p:cNvPr id="58398" name="Text Box 37"/>
            <p:cNvSpPr txBox="1">
              <a:spLocks noChangeArrowheads="1"/>
            </p:cNvSpPr>
            <p:nvPr/>
          </p:nvSpPr>
          <p:spPr bwMode="auto">
            <a:xfrm>
              <a:off x="476" y="2033"/>
              <a:ext cx="1293"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分析数学发展期 </a:t>
              </a:r>
            </a:p>
          </p:txBody>
        </p:sp>
        <p:sp>
          <p:nvSpPr>
            <p:cNvPr id="58399" name="Line 38"/>
            <p:cNvSpPr>
              <a:spLocks noChangeShapeType="1"/>
            </p:cNvSpPr>
            <p:nvPr/>
          </p:nvSpPr>
          <p:spPr bwMode="auto">
            <a:xfrm flipH="1" flipV="1">
              <a:off x="975" y="2296"/>
              <a:ext cx="272" cy="59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383" name="Group 39"/>
          <p:cNvGrpSpPr>
            <a:grpSpLocks/>
          </p:cNvGrpSpPr>
          <p:nvPr/>
        </p:nvGrpSpPr>
        <p:grpSpPr bwMode="auto">
          <a:xfrm>
            <a:off x="3490913" y="3094038"/>
            <a:ext cx="4897437" cy="406400"/>
            <a:chOff x="2199" y="1949"/>
            <a:chExt cx="3085" cy="256"/>
          </a:xfrm>
        </p:grpSpPr>
        <p:sp>
          <p:nvSpPr>
            <p:cNvPr id="174120" name="WordArt 40"/>
            <p:cNvSpPr>
              <a:spLocks noChangeArrowheads="1" noChangeShapeType="1" noTextEdit="1"/>
            </p:cNvSpPr>
            <p:nvPr/>
          </p:nvSpPr>
          <p:spPr bwMode="auto">
            <a:xfrm>
              <a:off x="2199" y="2069"/>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1886</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58396" name="Text Box 41"/>
            <p:cNvSpPr txBox="1">
              <a:spLocks noChangeArrowheads="1"/>
            </p:cNvSpPr>
            <p:nvPr/>
          </p:nvSpPr>
          <p:spPr bwMode="auto">
            <a:xfrm>
              <a:off x="3424" y="1949"/>
              <a:ext cx="1860" cy="25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赫兹证明电磁波的存在</a:t>
              </a:r>
            </a:p>
          </p:txBody>
        </p:sp>
        <p:sp>
          <p:nvSpPr>
            <p:cNvPr id="58397" name="Line 42"/>
            <p:cNvSpPr>
              <a:spLocks noChangeShapeType="1"/>
            </p:cNvSpPr>
            <p:nvPr/>
          </p:nvSpPr>
          <p:spPr bwMode="auto">
            <a:xfrm>
              <a:off x="2835" y="2160"/>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384" name="Text Box 43"/>
          <p:cNvSpPr txBox="1">
            <a:spLocks noChangeArrowheads="1"/>
          </p:cNvSpPr>
          <p:nvPr/>
        </p:nvSpPr>
        <p:spPr bwMode="auto">
          <a:xfrm>
            <a:off x="3132138" y="1052513"/>
            <a:ext cx="2159000" cy="10160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006600"/>
                </a:solidFill>
              </a:rPr>
              <a:t>特征函数</a:t>
            </a:r>
          </a:p>
          <a:p>
            <a:pPr algn="just" eaLnBrk="1" hangingPunct="1"/>
            <a:r>
              <a:rPr lang="zh-CN" altLang="en-US" sz="2000" b="1">
                <a:solidFill>
                  <a:srgbClr val="006600"/>
                </a:solidFill>
              </a:rPr>
              <a:t>广义傅里叶展开</a:t>
            </a:r>
          </a:p>
          <a:p>
            <a:pPr algn="just" eaLnBrk="1" hangingPunct="1"/>
            <a:r>
              <a:rPr lang="zh-CN" altLang="en-US" sz="2000" b="1">
                <a:solidFill>
                  <a:srgbClr val="006600"/>
                </a:solidFill>
              </a:rPr>
              <a:t>抽象函数空间</a:t>
            </a:r>
          </a:p>
        </p:txBody>
      </p:sp>
      <p:grpSp>
        <p:nvGrpSpPr>
          <p:cNvPr id="58385" name="Group 44"/>
          <p:cNvGrpSpPr>
            <a:grpSpLocks/>
          </p:cNvGrpSpPr>
          <p:nvPr/>
        </p:nvGrpSpPr>
        <p:grpSpPr bwMode="auto">
          <a:xfrm>
            <a:off x="4140200" y="2492375"/>
            <a:ext cx="4752975" cy="711200"/>
            <a:chOff x="2608" y="1570"/>
            <a:chExt cx="2994" cy="448"/>
          </a:xfrm>
        </p:grpSpPr>
        <p:sp>
          <p:nvSpPr>
            <p:cNvPr id="174125" name="WordArt 45"/>
            <p:cNvSpPr>
              <a:spLocks noChangeArrowheads="1" noChangeShapeType="1" noTextEdit="1"/>
            </p:cNvSpPr>
            <p:nvPr/>
          </p:nvSpPr>
          <p:spPr bwMode="auto">
            <a:xfrm>
              <a:off x="2608" y="1752"/>
              <a:ext cx="68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1896-7</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58393" name="Text Box 46"/>
            <p:cNvSpPr txBox="1">
              <a:spLocks noChangeArrowheads="1"/>
            </p:cNvSpPr>
            <p:nvPr/>
          </p:nvSpPr>
          <p:spPr bwMode="auto">
            <a:xfrm>
              <a:off x="3742" y="1570"/>
              <a:ext cx="1860" cy="448"/>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洛伦兹提出电子论</a:t>
              </a:r>
            </a:p>
            <a:p>
              <a:pPr algn="just" eaLnBrk="1" hangingPunct="1"/>
              <a:r>
                <a:rPr lang="zh-CN" altLang="en-US" sz="2000" b="1">
                  <a:solidFill>
                    <a:srgbClr val="660066"/>
                  </a:solidFill>
                </a:rPr>
                <a:t>汤姆生证明电子的存在</a:t>
              </a:r>
            </a:p>
          </p:txBody>
        </p:sp>
        <p:sp>
          <p:nvSpPr>
            <p:cNvPr id="58394" name="Line 47"/>
            <p:cNvSpPr>
              <a:spLocks noChangeShapeType="1"/>
            </p:cNvSpPr>
            <p:nvPr/>
          </p:nvSpPr>
          <p:spPr bwMode="auto">
            <a:xfrm>
              <a:off x="3334" y="1842"/>
              <a:ext cx="40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386" name="Group 52"/>
          <p:cNvGrpSpPr>
            <a:grpSpLocks/>
          </p:cNvGrpSpPr>
          <p:nvPr/>
        </p:nvGrpSpPr>
        <p:grpSpPr bwMode="auto">
          <a:xfrm>
            <a:off x="4930775" y="2132013"/>
            <a:ext cx="4068763" cy="406400"/>
            <a:chOff x="3106" y="1343"/>
            <a:chExt cx="2563" cy="256"/>
          </a:xfrm>
        </p:grpSpPr>
        <p:sp>
          <p:nvSpPr>
            <p:cNvPr id="58388" name="Line 53"/>
            <p:cNvSpPr>
              <a:spLocks noChangeShapeType="1"/>
            </p:cNvSpPr>
            <p:nvPr/>
          </p:nvSpPr>
          <p:spPr bwMode="auto">
            <a:xfrm>
              <a:off x="3696" y="1525"/>
              <a:ext cx="63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8389" name="Group 54"/>
            <p:cNvGrpSpPr>
              <a:grpSpLocks/>
            </p:cNvGrpSpPr>
            <p:nvPr/>
          </p:nvGrpSpPr>
          <p:grpSpPr bwMode="auto">
            <a:xfrm>
              <a:off x="3106" y="1343"/>
              <a:ext cx="2563" cy="256"/>
              <a:chOff x="3106" y="1343"/>
              <a:chExt cx="2563" cy="256"/>
            </a:xfrm>
          </p:grpSpPr>
          <p:sp>
            <p:nvSpPr>
              <p:cNvPr id="174135" name="WordArt 55"/>
              <p:cNvSpPr>
                <a:spLocks noChangeArrowheads="1" noChangeShapeType="1" noTextEdit="1"/>
              </p:cNvSpPr>
              <p:nvPr/>
            </p:nvSpPr>
            <p:spPr bwMode="auto">
              <a:xfrm>
                <a:off x="3106" y="1434"/>
                <a:ext cx="590" cy="1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en-US" altLang="zh-CN" kern="10">
                    <a:ln w="9525" cap="sq">
                      <a:solidFill>
                        <a:schemeClr val="tx1"/>
                      </a:solidFill>
                      <a:round/>
                      <a:headEnd type="none" w="sm" len="sm"/>
                      <a:tailEnd type="none" w="sm" len="sm"/>
                    </a:ln>
                    <a:solidFill>
                      <a:srgbClr val="FF0000"/>
                    </a:solidFill>
                    <a:latin typeface="宋体"/>
                    <a:ea typeface="宋体"/>
                  </a:rPr>
                  <a:t>1905</a:t>
                </a:r>
                <a:r>
                  <a:rPr lang="zh-CN" altLang="en-US" kern="10">
                    <a:ln w="9525" cap="sq">
                      <a:solidFill>
                        <a:schemeClr val="tx1"/>
                      </a:solidFill>
                      <a:round/>
                      <a:headEnd type="none" w="sm" len="sm"/>
                      <a:tailEnd type="none" w="sm" len="sm"/>
                    </a:ln>
                    <a:solidFill>
                      <a:srgbClr val="FF0000"/>
                    </a:solidFill>
                    <a:latin typeface="宋体"/>
                    <a:ea typeface="宋体"/>
                  </a:rPr>
                  <a:t>年</a:t>
                </a:r>
              </a:p>
            </p:txBody>
          </p:sp>
          <p:sp>
            <p:nvSpPr>
              <p:cNvPr id="58391" name="Text Box 56"/>
              <p:cNvSpPr txBox="1">
                <a:spLocks noChangeArrowheads="1"/>
              </p:cNvSpPr>
              <p:nvPr/>
            </p:nvSpPr>
            <p:spPr bwMode="auto">
              <a:xfrm>
                <a:off x="4195" y="1343"/>
                <a:ext cx="1474" cy="256"/>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just" eaLnBrk="1" hangingPunct="1"/>
                <a:r>
                  <a:rPr lang="zh-CN" altLang="en-US" sz="2000" b="1">
                    <a:solidFill>
                      <a:srgbClr val="660066"/>
                    </a:solidFill>
                  </a:rPr>
                  <a:t>爱因斯坦</a:t>
                </a:r>
                <a:r>
                  <a:rPr lang="en-US" altLang="zh-CN" sz="2000" b="1">
                    <a:solidFill>
                      <a:srgbClr val="660066"/>
                    </a:solidFill>
                  </a:rPr>
                  <a:t>5</a:t>
                </a:r>
                <a:r>
                  <a:rPr lang="zh-CN" altLang="en-US" sz="2000" b="1">
                    <a:solidFill>
                      <a:srgbClr val="660066"/>
                    </a:solidFill>
                  </a:rPr>
                  <a:t>篇论文</a:t>
                </a:r>
              </a:p>
            </p:txBody>
          </p:sp>
        </p:grpSp>
      </p:grpSp>
      <p:sp>
        <p:nvSpPr>
          <p:cNvPr id="58387" name="Rectangle 57"/>
          <p:cNvSpPr>
            <a:spLocks noChangeArrowheads="1"/>
          </p:cNvSpPr>
          <p:nvPr/>
        </p:nvSpPr>
        <p:spPr bwMode="auto">
          <a:xfrm>
            <a:off x="519113" y="-171450"/>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5100">
                <a:solidFill>
                  <a:srgbClr val="663300"/>
                </a:solidFill>
                <a:ea typeface="隶书" pitchFamily="49" charset="-122"/>
              </a:rPr>
              <a:t>电磁学和分析数学的发展史</a:t>
            </a:r>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88</a:t>
            </a:fld>
            <a:endParaRPr lang="zh-CN" altLang="en-US" dirty="0"/>
          </a:p>
        </p:txBody>
      </p:sp>
    </p:spTree>
  </p:cSld>
  <p:clrMapOvr>
    <a:masterClrMapping/>
  </p:clrMapOvr>
  <p:transition spd="med">
    <p:fade/>
  </p:transition>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Rectangle 4"/>
          <p:cNvSpPr>
            <a:spLocks noGrp="1" noChangeArrowheads="1"/>
          </p:cNvSpPr>
          <p:nvPr>
            <p:ph type="ctrTitle"/>
          </p:nvPr>
        </p:nvSpPr>
        <p:spPr>
          <a:xfrm>
            <a:off x="611188" y="981075"/>
            <a:ext cx="7772400" cy="1470025"/>
          </a:xfrm>
        </p:spPr>
        <p:txBody>
          <a:bodyPr/>
          <a:lstStyle/>
          <a:p>
            <a:pPr eaLnBrk="1" hangingPunct="1"/>
            <a:r>
              <a:rPr lang="en-US" altLang="zh-CN"/>
              <a:t>“</a:t>
            </a:r>
            <a:r>
              <a:rPr lang="zh-CN" altLang="en-US"/>
              <a:t>导引课”讲什么内容？</a:t>
            </a:r>
          </a:p>
        </p:txBody>
      </p:sp>
      <p:sp>
        <p:nvSpPr>
          <p:cNvPr id="63494" name="Rectangle 6"/>
          <p:cNvSpPr>
            <a:spLocks noChangeArrowheads="1"/>
          </p:cNvSpPr>
          <p:nvPr/>
        </p:nvSpPr>
        <p:spPr bwMode="auto">
          <a:xfrm>
            <a:off x="250825" y="2492375"/>
            <a:ext cx="8532813"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ctr" eaLnBrk="1" hangingPunct="1"/>
            <a:r>
              <a:rPr lang="zh-CN" altLang="en-US" sz="4400" b="1">
                <a:solidFill>
                  <a:srgbClr val="A50021"/>
                </a:solidFill>
              </a:rPr>
              <a:t>电子信息科学技术学科知识体系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63494"/>
                                        </p:tgtEl>
                                        <p:attrNameLst>
                                          <p:attrName>style.visibility</p:attrName>
                                        </p:attrNameLst>
                                      </p:cBhvr>
                                      <p:to>
                                        <p:strVal val="visible"/>
                                      </p:to>
                                    </p:set>
                                    <p:anim from="(-#ppt_w/2)" to="(#ppt_x)" calcmode="lin" valueType="num">
                                      <p:cBhvr>
                                        <p:cTn id="7" dur="600" fill="hold">
                                          <p:stCondLst>
                                            <p:cond delay="0"/>
                                          </p:stCondLst>
                                        </p:cTn>
                                        <p:tgtEl>
                                          <p:spTgt spid="63494"/>
                                        </p:tgtEl>
                                        <p:attrNameLst>
                                          <p:attrName>ppt_x</p:attrName>
                                        </p:attrNameLst>
                                      </p:cBhvr>
                                    </p:anim>
                                    <p:anim from="0" to="-1.0" calcmode="lin" valueType="num">
                                      <p:cBhvr>
                                        <p:cTn id="8" dur="200" decel="50000" autoRev="1" fill="hold">
                                          <p:stCondLst>
                                            <p:cond delay="600"/>
                                          </p:stCondLst>
                                        </p:cTn>
                                        <p:tgtEl>
                                          <p:spTgt spid="63494"/>
                                        </p:tgtEl>
                                        <p:attrNameLst>
                                          <p:attrName>xshear</p:attrName>
                                        </p:attrNameLst>
                                      </p:cBhvr>
                                    </p:anim>
                                    <p:animScale>
                                      <p:cBhvr>
                                        <p:cTn id="9" dur="200" decel="100000" autoRev="1" fill="hold">
                                          <p:stCondLst>
                                            <p:cond delay="600"/>
                                          </p:stCondLst>
                                        </p:cTn>
                                        <p:tgtEl>
                                          <p:spTgt spid="63494"/>
                                        </p:tgtEl>
                                      </p:cBhvr>
                                      <p:from x="100000" y="100000"/>
                                      <p:to x="80000" y="100000"/>
                                    </p:animScale>
                                    <p:anim by="(#ppt_h/3+#ppt_w*0.1)" calcmode="lin" valueType="num">
                                      <p:cBhvr additive="sum">
                                        <p:cTn id="10" dur="200" decel="100000" autoRev="1" fill="hold">
                                          <p:stCondLst>
                                            <p:cond delay="600"/>
                                          </p:stCondLst>
                                        </p:cTn>
                                        <p:tgtEl>
                                          <p:spTgt spid="63494"/>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4" grpId="0"/>
    </p:bld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AutoShape 2"/>
          <p:cNvSpPr>
            <a:spLocks noChangeArrowheads="1"/>
          </p:cNvSpPr>
          <p:nvPr/>
        </p:nvSpPr>
        <p:spPr bwMode="auto">
          <a:xfrm flipH="1">
            <a:off x="1727200" y="647700"/>
            <a:ext cx="7308850" cy="5805488"/>
          </a:xfrm>
          <a:prstGeom prst="rtTriangle">
            <a:avLst/>
          </a:prstGeom>
          <a:solidFill>
            <a:srgbClr val="000000"/>
          </a:solidFill>
          <a:ln>
            <a:noFill/>
          </a:ln>
          <a:effectLst/>
          <a:extLst>
            <a:ext uri="{91240B29-F687-4F45-9708-019B960494DF}">
              <a14:hiddenLine xmlns:a14="http://schemas.microsoft.com/office/drawing/2010/main" w="3810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60419" name="Rectangle 3"/>
          <p:cNvSpPr>
            <a:spLocks noGrp="1" noChangeArrowheads="1"/>
          </p:cNvSpPr>
          <p:nvPr>
            <p:ph type="title"/>
          </p:nvPr>
        </p:nvSpPr>
        <p:spPr>
          <a:xfrm>
            <a:off x="457200" y="-26988"/>
            <a:ext cx="8229600" cy="792163"/>
          </a:xfrm>
        </p:spPr>
        <p:txBody>
          <a:bodyPr/>
          <a:lstStyle/>
          <a:p>
            <a:pPr eaLnBrk="1" hangingPunct="1"/>
            <a:r>
              <a:rPr lang="zh-CN" altLang="en-US" sz="3600"/>
              <a:t>系统的层次</a:t>
            </a:r>
          </a:p>
        </p:txBody>
      </p:sp>
      <p:grpSp>
        <p:nvGrpSpPr>
          <p:cNvPr id="60420" name="Group 4"/>
          <p:cNvGrpSpPr>
            <a:grpSpLocks/>
          </p:cNvGrpSpPr>
          <p:nvPr/>
        </p:nvGrpSpPr>
        <p:grpSpPr bwMode="auto">
          <a:xfrm>
            <a:off x="71438" y="5400675"/>
            <a:ext cx="504825" cy="647700"/>
            <a:chOff x="1056" y="2976"/>
            <a:chExt cx="768" cy="1056"/>
          </a:xfrm>
        </p:grpSpPr>
        <p:sp>
          <p:nvSpPr>
            <p:cNvPr id="60482" name="Oval 22"/>
            <p:cNvSpPr>
              <a:spLocks noChangeArrowheads="1"/>
            </p:cNvSpPr>
            <p:nvPr/>
          </p:nvSpPr>
          <p:spPr bwMode="auto">
            <a:xfrm>
              <a:off x="1296" y="2976"/>
              <a:ext cx="240" cy="240"/>
            </a:xfrm>
            <a:prstGeom prst="ellipse">
              <a:avLst/>
            </a:prstGeom>
            <a:gradFill rotWithShape="0">
              <a:gsLst>
                <a:gs pos="0">
                  <a:srgbClr val="00FFFF"/>
                </a:gs>
                <a:gs pos="100000">
                  <a:srgbClr val="D9C15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spcBef>
                  <a:spcPct val="50000"/>
                </a:spcBef>
              </a:pPr>
              <a:endParaRPr kumimoji="1" lang="zh-CN" altLang="zh-CN" sz="1400">
                <a:solidFill>
                  <a:srgbClr val="CC0000"/>
                </a:solidFill>
                <a:latin typeface="Times New Roman" pitchFamily="18" charset="0"/>
                <a:ea typeface="幼圆" pitchFamily="49" charset="-122"/>
              </a:endParaRPr>
            </a:p>
          </p:txBody>
        </p:sp>
        <p:sp>
          <p:nvSpPr>
            <p:cNvPr id="60483" name="Oval 23"/>
            <p:cNvSpPr>
              <a:spLocks noChangeArrowheads="1"/>
            </p:cNvSpPr>
            <p:nvPr/>
          </p:nvSpPr>
          <p:spPr bwMode="auto">
            <a:xfrm>
              <a:off x="1200" y="3552"/>
              <a:ext cx="240" cy="240"/>
            </a:xfrm>
            <a:prstGeom prst="ellipse">
              <a:avLst/>
            </a:prstGeom>
            <a:gradFill rotWithShape="0">
              <a:gsLst>
                <a:gs pos="0">
                  <a:srgbClr val="00FFFF"/>
                </a:gs>
                <a:gs pos="100000">
                  <a:srgbClr val="D9C15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spcBef>
                  <a:spcPct val="50000"/>
                </a:spcBef>
              </a:pPr>
              <a:endParaRPr kumimoji="1" lang="zh-CN" altLang="zh-CN" sz="1400">
                <a:solidFill>
                  <a:srgbClr val="CC0000"/>
                </a:solidFill>
                <a:latin typeface="Times New Roman" pitchFamily="18" charset="0"/>
                <a:ea typeface="幼圆" pitchFamily="49" charset="-122"/>
              </a:endParaRPr>
            </a:p>
          </p:txBody>
        </p:sp>
        <p:sp>
          <p:nvSpPr>
            <p:cNvPr id="60484" name="Line 24"/>
            <p:cNvSpPr>
              <a:spLocks noChangeShapeType="1"/>
            </p:cNvSpPr>
            <p:nvPr/>
          </p:nvSpPr>
          <p:spPr bwMode="auto">
            <a:xfrm>
              <a:off x="1248" y="3408"/>
              <a:ext cx="48" cy="144"/>
            </a:xfrm>
            <a:prstGeom prst="line">
              <a:avLst/>
            </a:prstGeom>
            <a:noFill/>
            <a:ln w="762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85" name="Line 25"/>
            <p:cNvSpPr>
              <a:spLocks noChangeShapeType="1"/>
            </p:cNvSpPr>
            <p:nvPr/>
          </p:nvSpPr>
          <p:spPr bwMode="auto">
            <a:xfrm flipH="1">
              <a:off x="1200" y="3696"/>
              <a:ext cx="96" cy="144"/>
            </a:xfrm>
            <a:prstGeom prst="line">
              <a:avLst/>
            </a:prstGeom>
            <a:noFill/>
            <a:ln w="762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86" name="Line 26"/>
            <p:cNvSpPr>
              <a:spLocks noChangeShapeType="1"/>
            </p:cNvSpPr>
            <p:nvPr/>
          </p:nvSpPr>
          <p:spPr bwMode="auto">
            <a:xfrm>
              <a:off x="1392" y="3648"/>
              <a:ext cx="384" cy="0"/>
            </a:xfrm>
            <a:prstGeom prst="line">
              <a:avLst/>
            </a:prstGeom>
            <a:noFill/>
            <a:ln w="762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87" name="Line 27"/>
            <p:cNvSpPr>
              <a:spLocks noChangeShapeType="1"/>
            </p:cNvSpPr>
            <p:nvPr/>
          </p:nvSpPr>
          <p:spPr bwMode="auto">
            <a:xfrm flipV="1">
              <a:off x="1248" y="3120"/>
              <a:ext cx="144" cy="96"/>
            </a:xfrm>
            <a:prstGeom prst="line">
              <a:avLst/>
            </a:prstGeom>
            <a:noFill/>
            <a:ln w="762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88" name="Oval 28"/>
            <p:cNvSpPr>
              <a:spLocks noChangeArrowheads="1"/>
            </p:cNvSpPr>
            <p:nvPr/>
          </p:nvSpPr>
          <p:spPr bwMode="auto">
            <a:xfrm>
              <a:off x="1584" y="3552"/>
              <a:ext cx="240" cy="240"/>
            </a:xfrm>
            <a:prstGeom prst="ellipse">
              <a:avLst/>
            </a:prstGeom>
            <a:gradFill rotWithShape="0">
              <a:gsLst>
                <a:gs pos="0">
                  <a:srgbClr val="00FFFF"/>
                </a:gs>
                <a:gs pos="100000">
                  <a:srgbClr val="D9C15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spcBef>
                  <a:spcPct val="50000"/>
                </a:spcBef>
              </a:pPr>
              <a:endParaRPr kumimoji="1" lang="zh-CN" altLang="zh-CN" sz="1400">
                <a:solidFill>
                  <a:srgbClr val="CC0000"/>
                </a:solidFill>
                <a:latin typeface="Times New Roman" pitchFamily="18" charset="0"/>
                <a:ea typeface="幼圆" pitchFamily="49" charset="-122"/>
              </a:endParaRPr>
            </a:p>
          </p:txBody>
        </p:sp>
        <p:sp>
          <p:nvSpPr>
            <p:cNvPr id="60489" name="Oval 29"/>
            <p:cNvSpPr>
              <a:spLocks noChangeArrowheads="1"/>
            </p:cNvSpPr>
            <p:nvPr/>
          </p:nvSpPr>
          <p:spPr bwMode="auto">
            <a:xfrm>
              <a:off x="1056" y="3792"/>
              <a:ext cx="240" cy="240"/>
            </a:xfrm>
            <a:prstGeom prst="ellipse">
              <a:avLst/>
            </a:prstGeom>
            <a:gradFill rotWithShape="0">
              <a:gsLst>
                <a:gs pos="0">
                  <a:srgbClr val="00FFFF"/>
                </a:gs>
                <a:gs pos="100000">
                  <a:srgbClr val="D9C15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spcBef>
                  <a:spcPct val="50000"/>
                </a:spcBef>
              </a:pPr>
              <a:endParaRPr kumimoji="1" lang="zh-CN" altLang="zh-CN" sz="1400">
                <a:solidFill>
                  <a:srgbClr val="CC0000"/>
                </a:solidFill>
                <a:latin typeface="Times New Roman" pitchFamily="18" charset="0"/>
                <a:ea typeface="幼圆" pitchFamily="49" charset="-122"/>
              </a:endParaRPr>
            </a:p>
          </p:txBody>
        </p:sp>
        <p:sp>
          <p:nvSpPr>
            <p:cNvPr id="60490" name="Oval 30"/>
            <p:cNvSpPr>
              <a:spLocks noChangeArrowheads="1"/>
            </p:cNvSpPr>
            <p:nvPr/>
          </p:nvSpPr>
          <p:spPr bwMode="auto">
            <a:xfrm>
              <a:off x="1104" y="3168"/>
              <a:ext cx="240" cy="240"/>
            </a:xfrm>
            <a:prstGeom prst="ellipse">
              <a:avLst/>
            </a:prstGeom>
            <a:gradFill rotWithShape="0">
              <a:gsLst>
                <a:gs pos="0">
                  <a:srgbClr val="00FFFF"/>
                </a:gs>
                <a:gs pos="100000">
                  <a:srgbClr val="D9C15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spcBef>
                  <a:spcPct val="50000"/>
                </a:spcBef>
              </a:pPr>
              <a:endParaRPr kumimoji="1" lang="zh-CN" altLang="zh-CN" sz="1400">
                <a:solidFill>
                  <a:srgbClr val="CC0000"/>
                </a:solidFill>
                <a:latin typeface="Times New Roman" pitchFamily="18" charset="0"/>
                <a:ea typeface="幼圆" pitchFamily="49" charset="-122"/>
              </a:endParaRPr>
            </a:p>
          </p:txBody>
        </p:sp>
      </p:grpSp>
      <p:pic>
        <p:nvPicPr>
          <p:cNvPr id="60421" name="Picture 20" descr="protein"/>
          <p:cNvPicPr>
            <a:picLocks noChangeAspect="1" noChangeArrowheads="1"/>
          </p:cNvPicPr>
          <p:nvPr/>
        </p:nvPicPr>
        <p:blipFill>
          <a:blip r:embed="rId2" cstate="print">
            <a:lum bright="18000" contrast="36000"/>
            <a:extLst>
              <a:ext uri="{28A0092B-C50C-407E-A947-70E740481C1C}">
                <a14:useLocalDpi xmlns:a14="http://schemas.microsoft.com/office/drawing/2010/main" val="0"/>
              </a:ext>
            </a:extLst>
          </a:blip>
          <a:srcRect/>
          <a:stretch>
            <a:fillRect/>
          </a:stretch>
        </p:blipFill>
        <p:spPr bwMode="auto">
          <a:xfrm>
            <a:off x="360363" y="4464050"/>
            <a:ext cx="62547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2" name="Picture 2" descr="B-DNA"/>
          <p:cNvPicPr>
            <a:picLocks noChangeAspect="1" noChangeArrowheads="1"/>
          </p:cNvPicPr>
          <p:nvPr/>
        </p:nvPicPr>
        <p:blipFill>
          <a:blip r:embed="rId3">
            <a:extLst>
              <a:ext uri="{28A0092B-C50C-407E-A947-70E740481C1C}">
                <a14:useLocalDpi xmlns:a14="http://schemas.microsoft.com/office/drawing/2010/main" val="0"/>
              </a:ext>
            </a:extLst>
          </a:blip>
          <a:srcRect l="22958" t="22971" r="25993" b="13960"/>
          <a:stretch>
            <a:fillRect/>
          </a:stretch>
        </p:blipFill>
        <p:spPr bwMode="auto">
          <a:xfrm>
            <a:off x="1008063" y="4895850"/>
            <a:ext cx="3937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3" name="Oval 3" descr="t2"/>
          <p:cNvSpPr>
            <a:spLocks noChangeArrowheads="1"/>
          </p:cNvSpPr>
          <p:nvPr/>
        </p:nvSpPr>
        <p:spPr bwMode="auto">
          <a:xfrm>
            <a:off x="1008063" y="3384550"/>
            <a:ext cx="1336675" cy="1333500"/>
          </a:xfrm>
          <a:prstGeom prst="ellipse">
            <a:avLst/>
          </a:prstGeom>
          <a:blipFill dpi="0" rotWithShape="0">
            <a:blip r:embed="rId4"/>
            <a:srcRect/>
            <a:stretch>
              <a:fillRect/>
            </a:stretch>
          </a:blipFill>
          <a:ln w="9525">
            <a:solidFill>
              <a:schemeClr val="bg2"/>
            </a:solidFill>
            <a:round/>
            <a:headEnd/>
            <a:tailEnd/>
          </a:ln>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spcBef>
                <a:spcPct val="50000"/>
              </a:spcBef>
            </a:pPr>
            <a:endParaRPr kumimoji="1" lang="zh-CN" altLang="zh-CN" sz="1400">
              <a:solidFill>
                <a:srgbClr val="CC0000"/>
              </a:solidFill>
              <a:latin typeface="Times New Roman" pitchFamily="18" charset="0"/>
              <a:ea typeface="幼圆" pitchFamily="49" charset="-122"/>
            </a:endParaRPr>
          </a:p>
        </p:txBody>
      </p:sp>
      <p:sp>
        <p:nvSpPr>
          <p:cNvPr id="60424" name="Oval 33" descr="图片4"/>
          <p:cNvSpPr>
            <a:spLocks noChangeAspect="1" noChangeArrowheads="1"/>
          </p:cNvSpPr>
          <p:nvPr/>
        </p:nvSpPr>
        <p:spPr bwMode="auto">
          <a:xfrm>
            <a:off x="2303463" y="2519363"/>
            <a:ext cx="1357312" cy="1528762"/>
          </a:xfrm>
          <a:prstGeom prst="ellipse">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spcBef>
                <a:spcPct val="50000"/>
              </a:spcBef>
            </a:pPr>
            <a:endParaRPr kumimoji="1" lang="zh-CN" altLang="zh-CN" sz="1400">
              <a:solidFill>
                <a:srgbClr val="CC0000"/>
              </a:solidFill>
              <a:latin typeface="Times New Roman" pitchFamily="18" charset="0"/>
              <a:ea typeface="幼圆" pitchFamily="49" charset="-122"/>
            </a:endParaRPr>
          </a:p>
        </p:txBody>
      </p:sp>
      <p:sp>
        <p:nvSpPr>
          <p:cNvPr id="60425" name="Oval 31" descr="图片1"/>
          <p:cNvSpPr>
            <a:spLocks noChangeAspect="1" noChangeArrowheads="1"/>
          </p:cNvSpPr>
          <p:nvPr/>
        </p:nvSpPr>
        <p:spPr bwMode="auto">
          <a:xfrm>
            <a:off x="3527425" y="1800225"/>
            <a:ext cx="1295400" cy="1295400"/>
          </a:xfrm>
          <a:prstGeom prst="ellipse">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spcBef>
                <a:spcPct val="50000"/>
              </a:spcBef>
            </a:pPr>
            <a:endParaRPr kumimoji="1" lang="zh-CN" altLang="zh-CN" sz="1400">
              <a:solidFill>
                <a:srgbClr val="CC0000"/>
              </a:solidFill>
              <a:latin typeface="Times New Roman" pitchFamily="18" charset="0"/>
              <a:ea typeface="幼圆" pitchFamily="49" charset="-122"/>
            </a:endParaRPr>
          </a:p>
        </p:txBody>
      </p:sp>
      <p:pic>
        <p:nvPicPr>
          <p:cNvPr id="60426" name="Picture 4" descr="HEART"/>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24413" y="1008063"/>
            <a:ext cx="1150937"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7" name="Picture 5" descr="BODY"/>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408738" y="144463"/>
            <a:ext cx="655637"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8" name="Text Box 21"/>
          <p:cNvSpPr txBox="1">
            <a:spLocks noChangeArrowheads="1"/>
          </p:cNvSpPr>
          <p:nvPr/>
        </p:nvSpPr>
        <p:spPr bwMode="auto">
          <a:xfrm>
            <a:off x="360363" y="5995988"/>
            <a:ext cx="1366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kumimoji="1" lang="zh-CN" altLang="en-US" sz="1800" b="1">
                <a:latin typeface="Times New Roman" pitchFamily="18" charset="0"/>
              </a:rPr>
              <a:t>原子、分子 </a:t>
            </a:r>
          </a:p>
        </p:txBody>
      </p:sp>
      <p:sp>
        <p:nvSpPr>
          <p:cNvPr id="60429" name="Text Box 22"/>
          <p:cNvSpPr txBox="1">
            <a:spLocks noChangeArrowheads="1"/>
          </p:cNvSpPr>
          <p:nvPr/>
        </p:nvSpPr>
        <p:spPr bwMode="auto">
          <a:xfrm>
            <a:off x="1368425" y="5256213"/>
            <a:ext cx="15843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kumimoji="1" lang="zh-CN" altLang="en-US" sz="1800" b="1">
                <a:latin typeface="Times New Roman" pitchFamily="18" charset="0"/>
              </a:rPr>
              <a:t>蛋白质、核酸 </a:t>
            </a:r>
          </a:p>
        </p:txBody>
      </p:sp>
      <p:sp>
        <p:nvSpPr>
          <p:cNvPr id="60430" name="Text Box 23"/>
          <p:cNvSpPr txBox="1">
            <a:spLocks noChangeArrowheads="1"/>
          </p:cNvSpPr>
          <p:nvPr/>
        </p:nvSpPr>
        <p:spPr bwMode="auto">
          <a:xfrm>
            <a:off x="2303463" y="4464050"/>
            <a:ext cx="865187"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kumimoji="1" lang="zh-CN" altLang="en-US" sz="1800" b="1">
                <a:latin typeface="Times New Roman" pitchFamily="18" charset="0"/>
              </a:rPr>
              <a:t>细胞器  </a:t>
            </a:r>
          </a:p>
        </p:txBody>
      </p:sp>
      <p:sp>
        <p:nvSpPr>
          <p:cNvPr id="60431" name="Text Box 24"/>
          <p:cNvSpPr txBox="1">
            <a:spLocks noChangeArrowheads="1"/>
          </p:cNvSpPr>
          <p:nvPr/>
        </p:nvSpPr>
        <p:spPr bwMode="auto">
          <a:xfrm>
            <a:off x="3600450" y="3816350"/>
            <a:ext cx="79216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kumimoji="1" lang="zh-CN" altLang="en-US" sz="1800" b="1">
                <a:latin typeface="Times New Roman" pitchFamily="18" charset="0"/>
              </a:rPr>
              <a:t>细胞 </a:t>
            </a:r>
          </a:p>
        </p:txBody>
      </p:sp>
      <p:sp>
        <p:nvSpPr>
          <p:cNvPr id="60432" name="Text Box 25"/>
          <p:cNvSpPr txBox="1">
            <a:spLocks noChangeArrowheads="1"/>
          </p:cNvSpPr>
          <p:nvPr/>
        </p:nvSpPr>
        <p:spPr bwMode="auto">
          <a:xfrm>
            <a:off x="4392613" y="3095625"/>
            <a:ext cx="719137"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kumimoji="1" lang="zh-CN" altLang="en-US" sz="1800" b="1">
                <a:latin typeface="Times New Roman" pitchFamily="18" charset="0"/>
              </a:rPr>
              <a:t>组织 </a:t>
            </a:r>
          </a:p>
        </p:txBody>
      </p:sp>
      <p:sp>
        <p:nvSpPr>
          <p:cNvPr id="60433" name="Text Box 26"/>
          <p:cNvSpPr txBox="1">
            <a:spLocks noChangeArrowheads="1"/>
          </p:cNvSpPr>
          <p:nvPr/>
        </p:nvSpPr>
        <p:spPr bwMode="auto">
          <a:xfrm>
            <a:off x="5616575" y="2447925"/>
            <a:ext cx="71913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kumimoji="1" lang="zh-CN" altLang="en-US" sz="1800" b="1">
                <a:latin typeface="Times New Roman" pitchFamily="18" charset="0"/>
              </a:rPr>
              <a:t>器官 </a:t>
            </a:r>
          </a:p>
        </p:txBody>
      </p:sp>
      <p:sp>
        <p:nvSpPr>
          <p:cNvPr id="60434" name="Text Box 27"/>
          <p:cNvSpPr txBox="1">
            <a:spLocks noChangeArrowheads="1"/>
          </p:cNvSpPr>
          <p:nvPr/>
        </p:nvSpPr>
        <p:spPr bwMode="auto">
          <a:xfrm>
            <a:off x="6335713" y="1728788"/>
            <a:ext cx="9366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kumimoji="1" lang="zh-CN" altLang="en-US" sz="1800" b="1">
                <a:latin typeface="Times New Roman" pitchFamily="18" charset="0"/>
              </a:rPr>
              <a:t>系统 </a:t>
            </a:r>
          </a:p>
        </p:txBody>
      </p:sp>
      <p:sp>
        <p:nvSpPr>
          <p:cNvPr id="60435" name="Text Box 28"/>
          <p:cNvSpPr txBox="1">
            <a:spLocks noChangeArrowheads="1"/>
          </p:cNvSpPr>
          <p:nvPr/>
        </p:nvSpPr>
        <p:spPr bwMode="auto">
          <a:xfrm>
            <a:off x="7272338" y="792163"/>
            <a:ext cx="9366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kumimoji="1" lang="zh-CN" altLang="en-US" sz="1800" b="1">
                <a:latin typeface="Times New Roman" pitchFamily="18" charset="0"/>
              </a:rPr>
              <a:t>个体 </a:t>
            </a:r>
          </a:p>
        </p:txBody>
      </p:sp>
      <p:sp>
        <p:nvSpPr>
          <p:cNvPr id="60436" name="AutoShape 29"/>
          <p:cNvSpPr>
            <a:spLocks noChangeArrowheads="1"/>
          </p:cNvSpPr>
          <p:nvPr/>
        </p:nvSpPr>
        <p:spPr bwMode="auto">
          <a:xfrm rot="-3147277">
            <a:off x="1332706" y="5723732"/>
            <a:ext cx="287337" cy="215900"/>
          </a:xfrm>
          <a:prstGeom prst="rightArrow">
            <a:avLst>
              <a:gd name="adj1" fmla="val 50000"/>
              <a:gd name="adj2" fmla="val 33272"/>
            </a:avLst>
          </a:prstGeom>
          <a:solidFill>
            <a:srgbClr val="00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60437" name="AutoShape 30"/>
          <p:cNvSpPr>
            <a:spLocks noChangeArrowheads="1"/>
          </p:cNvSpPr>
          <p:nvPr/>
        </p:nvSpPr>
        <p:spPr bwMode="auto">
          <a:xfrm rot="-3147277">
            <a:off x="2196306" y="5004594"/>
            <a:ext cx="287338" cy="215900"/>
          </a:xfrm>
          <a:prstGeom prst="rightArrow">
            <a:avLst>
              <a:gd name="adj1" fmla="val 50000"/>
              <a:gd name="adj2" fmla="val 33272"/>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60438" name="AutoShape 31"/>
          <p:cNvSpPr>
            <a:spLocks noChangeArrowheads="1"/>
          </p:cNvSpPr>
          <p:nvPr/>
        </p:nvSpPr>
        <p:spPr bwMode="auto">
          <a:xfrm rot="-3147277">
            <a:off x="3204369" y="4212432"/>
            <a:ext cx="287337" cy="215900"/>
          </a:xfrm>
          <a:prstGeom prst="rightArrow">
            <a:avLst>
              <a:gd name="adj1" fmla="val 50000"/>
              <a:gd name="adj2" fmla="val 33272"/>
            </a:avLst>
          </a:prstGeom>
          <a:solidFill>
            <a:srgbClr val="00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60439" name="AutoShape 32"/>
          <p:cNvSpPr>
            <a:spLocks noChangeArrowheads="1"/>
          </p:cNvSpPr>
          <p:nvPr/>
        </p:nvSpPr>
        <p:spPr bwMode="auto">
          <a:xfrm rot="-3147277">
            <a:off x="4140994" y="3636169"/>
            <a:ext cx="287338" cy="215900"/>
          </a:xfrm>
          <a:prstGeom prst="rightArrow">
            <a:avLst>
              <a:gd name="adj1" fmla="val 50000"/>
              <a:gd name="adj2" fmla="val 33272"/>
            </a:avLst>
          </a:prstGeom>
          <a:solidFill>
            <a:srgbClr val="00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60440" name="AutoShape 33"/>
          <p:cNvSpPr>
            <a:spLocks noChangeArrowheads="1"/>
          </p:cNvSpPr>
          <p:nvPr/>
        </p:nvSpPr>
        <p:spPr bwMode="auto">
          <a:xfrm rot="-3147277">
            <a:off x="5149056" y="2915444"/>
            <a:ext cx="287338" cy="215900"/>
          </a:xfrm>
          <a:prstGeom prst="rightArrow">
            <a:avLst>
              <a:gd name="adj1" fmla="val 50000"/>
              <a:gd name="adj2" fmla="val 33272"/>
            </a:avLst>
          </a:prstGeom>
          <a:solidFill>
            <a:srgbClr val="00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60441" name="AutoShape 34"/>
          <p:cNvSpPr>
            <a:spLocks noChangeArrowheads="1"/>
          </p:cNvSpPr>
          <p:nvPr/>
        </p:nvSpPr>
        <p:spPr bwMode="auto">
          <a:xfrm rot="-3147277">
            <a:off x="6157119" y="2196307"/>
            <a:ext cx="287337" cy="215900"/>
          </a:xfrm>
          <a:prstGeom prst="rightArrow">
            <a:avLst>
              <a:gd name="adj1" fmla="val 50000"/>
              <a:gd name="adj2" fmla="val 33272"/>
            </a:avLst>
          </a:prstGeom>
          <a:solidFill>
            <a:srgbClr val="00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60442" name="AutoShape 35"/>
          <p:cNvSpPr>
            <a:spLocks noChangeArrowheads="1"/>
          </p:cNvSpPr>
          <p:nvPr/>
        </p:nvSpPr>
        <p:spPr bwMode="auto">
          <a:xfrm rot="-3147277">
            <a:off x="7020719" y="1404144"/>
            <a:ext cx="287338" cy="215900"/>
          </a:xfrm>
          <a:prstGeom prst="rightArrow">
            <a:avLst>
              <a:gd name="adj1" fmla="val 50000"/>
              <a:gd name="adj2" fmla="val 33272"/>
            </a:avLst>
          </a:prstGeom>
          <a:solidFill>
            <a:srgbClr val="00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177188" name="WordArt 36"/>
          <p:cNvSpPr>
            <a:spLocks noChangeArrowheads="1" noChangeShapeType="1" noTextEdit="1"/>
          </p:cNvSpPr>
          <p:nvPr/>
        </p:nvSpPr>
        <p:spPr bwMode="auto">
          <a:xfrm>
            <a:off x="4176713" y="6007100"/>
            <a:ext cx="1441450" cy="25717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zh-CN" altLang="en-US" sz="2000" kern="10">
                <a:ln w="9525">
                  <a:solidFill>
                    <a:schemeClr val="bg1"/>
                  </a:solidFill>
                  <a:round/>
                  <a:headEnd/>
                  <a:tailEnd/>
                </a:ln>
                <a:solidFill>
                  <a:srgbClr val="FFFFFF"/>
                </a:solidFill>
                <a:latin typeface="宋体"/>
                <a:ea typeface="宋体"/>
              </a:rPr>
              <a:t>场</a:t>
            </a:r>
            <a:r>
              <a:rPr lang="en-US" altLang="zh-CN" sz="2000" kern="10">
                <a:ln w="9525">
                  <a:solidFill>
                    <a:schemeClr val="bg1"/>
                  </a:solidFill>
                  <a:round/>
                  <a:headEnd/>
                  <a:tailEnd/>
                </a:ln>
                <a:solidFill>
                  <a:srgbClr val="FFFFFF"/>
                </a:solidFill>
                <a:latin typeface="宋体"/>
                <a:ea typeface="宋体"/>
              </a:rPr>
              <a:t>——</a:t>
            </a:r>
            <a:r>
              <a:rPr lang="zh-CN" altLang="en-US" sz="2000" kern="10">
                <a:ln w="9525">
                  <a:solidFill>
                    <a:schemeClr val="bg1"/>
                  </a:solidFill>
                  <a:round/>
                  <a:headEnd/>
                  <a:tailEnd/>
                </a:ln>
                <a:solidFill>
                  <a:srgbClr val="FFFFFF"/>
                </a:solidFill>
                <a:latin typeface="宋体"/>
                <a:ea typeface="宋体"/>
              </a:rPr>
              <a:t>电荷载体</a:t>
            </a:r>
          </a:p>
        </p:txBody>
      </p:sp>
      <p:sp>
        <p:nvSpPr>
          <p:cNvPr id="177189" name="WordArt 37"/>
          <p:cNvSpPr>
            <a:spLocks noChangeArrowheads="1" noChangeShapeType="1" noTextEdit="1"/>
          </p:cNvSpPr>
          <p:nvPr/>
        </p:nvSpPr>
        <p:spPr bwMode="auto">
          <a:xfrm>
            <a:off x="4752975" y="5575300"/>
            <a:ext cx="1435100" cy="25717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zh-CN" altLang="en-US" sz="2000" kern="10">
                <a:ln w="9525">
                  <a:solidFill>
                    <a:schemeClr val="bg1"/>
                  </a:solidFill>
                  <a:round/>
                  <a:headEnd/>
                  <a:tailEnd/>
                </a:ln>
                <a:solidFill>
                  <a:srgbClr val="FFFFFF"/>
                </a:solidFill>
                <a:latin typeface="宋体"/>
                <a:ea typeface="宋体"/>
              </a:rPr>
              <a:t>电势</a:t>
            </a:r>
            <a:r>
              <a:rPr lang="en-US" altLang="zh-CN" sz="2000" kern="10">
                <a:ln w="9525">
                  <a:solidFill>
                    <a:schemeClr val="bg1"/>
                  </a:solidFill>
                  <a:round/>
                  <a:headEnd/>
                  <a:tailEnd/>
                </a:ln>
                <a:solidFill>
                  <a:srgbClr val="FFFFFF"/>
                </a:solidFill>
                <a:latin typeface="宋体"/>
                <a:ea typeface="宋体"/>
              </a:rPr>
              <a:t>——</a:t>
            </a:r>
            <a:r>
              <a:rPr lang="zh-CN" altLang="en-US" sz="2000" kern="10">
                <a:ln w="9525">
                  <a:solidFill>
                    <a:schemeClr val="bg1"/>
                  </a:solidFill>
                  <a:round/>
                  <a:headEnd/>
                  <a:tailEnd/>
                </a:ln>
                <a:solidFill>
                  <a:srgbClr val="FFFFFF"/>
                </a:solidFill>
                <a:latin typeface="宋体"/>
                <a:ea typeface="宋体"/>
              </a:rPr>
              <a:t>电路</a:t>
            </a:r>
          </a:p>
        </p:txBody>
      </p:sp>
      <p:sp>
        <p:nvSpPr>
          <p:cNvPr id="177190" name="WordArt 38"/>
          <p:cNvSpPr>
            <a:spLocks noChangeArrowheads="1" noChangeShapeType="1" noTextEdit="1"/>
          </p:cNvSpPr>
          <p:nvPr/>
        </p:nvSpPr>
        <p:spPr bwMode="auto">
          <a:xfrm>
            <a:off x="5400675" y="5143500"/>
            <a:ext cx="1435100" cy="25717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zh-CN" altLang="en-US" sz="2000" kern="10">
                <a:ln w="9525">
                  <a:solidFill>
                    <a:schemeClr val="bg1"/>
                  </a:solidFill>
                  <a:round/>
                  <a:headEnd/>
                  <a:tailEnd/>
                </a:ln>
                <a:solidFill>
                  <a:srgbClr val="FFFFFF"/>
                </a:solidFill>
                <a:latin typeface="宋体"/>
                <a:ea typeface="宋体"/>
              </a:rPr>
              <a:t>比特</a:t>
            </a:r>
            <a:r>
              <a:rPr lang="en-US" altLang="zh-CN" sz="2000" kern="10">
                <a:ln w="9525">
                  <a:solidFill>
                    <a:schemeClr val="bg1"/>
                  </a:solidFill>
                  <a:round/>
                  <a:headEnd/>
                  <a:tailEnd/>
                </a:ln>
                <a:solidFill>
                  <a:srgbClr val="FFFFFF"/>
                </a:solidFill>
                <a:latin typeface="宋体"/>
                <a:ea typeface="宋体"/>
              </a:rPr>
              <a:t>——</a:t>
            </a:r>
            <a:r>
              <a:rPr lang="zh-CN" altLang="en-US" sz="2000" kern="10">
                <a:ln w="9525">
                  <a:solidFill>
                    <a:schemeClr val="bg1"/>
                  </a:solidFill>
                  <a:round/>
                  <a:headEnd/>
                  <a:tailEnd/>
                </a:ln>
                <a:solidFill>
                  <a:srgbClr val="FFFFFF"/>
                </a:solidFill>
                <a:latin typeface="宋体"/>
                <a:ea typeface="宋体"/>
              </a:rPr>
              <a:t>逻辑</a:t>
            </a:r>
          </a:p>
        </p:txBody>
      </p:sp>
      <p:sp>
        <p:nvSpPr>
          <p:cNvPr id="177191" name="WordArt 39"/>
          <p:cNvSpPr>
            <a:spLocks noChangeArrowheads="1" noChangeShapeType="1" noTextEdit="1"/>
          </p:cNvSpPr>
          <p:nvPr/>
        </p:nvSpPr>
        <p:spPr bwMode="auto">
          <a:xfrm>
            <a:off x="5832475" y="4711700"/>
            <a:ext cx="1435100" cy="25717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zh-CN" altLang="en-US" sz="2000" kern="10">
                <a:ln w="9525">
                  <a:solidFill>
                    <a:schemeClr val="bg1"/>
                  </a:solidFill>
                  <a:round/>
                  <a:headEnd/>
                  <a:tailEnd/>
                </a:ln>
                <a:solidFill>
                  <a:srgbClr val="FFFFFF"/>
                </a:solidFill>
                <a:latin typeface="宋体"/>
                <a:ea typeface="宋体"/>
              </a:rPr>
              <a:t>程序</a:t>
            </a:r>
            <a:r>
              <a:rPr lang="en-US" altLang="zh-CN" sz="2000" kern="10">
                <a:ln w="9525">
                  <a:solidFill>
                    <a:schemeClr val="bg1"/>
                  </a:solidFill>
                  <a:round/>
                  <a:headEnd/>
                  <a:tailEnd/>
                </a:ln>
                <a:solidFill>
                  <a:srgbClr val="FFFFFF"/>
                </a:solidFill>
                <a:latin typeface="宋体"/>
                <a:ea typeface="宋体"/>
              </a:rPr>
              <a:t>——</a:t>
            </a:r>
            <a:r>
              <a:rPr lang="zh-CN" altLang="en-US" sz="2000" kern="10">
                <a:ln w="9525">
                  <a:solidFill>
                    <a:schemeClr val="bg1"/>
                  </a:solidFill>
                  <a:round/>
                  <a:headEnd/>
                  <a:tailEnd/>
                </a:ln>
                <a:solidFill>
                  <a:srgbClr val="FFFFFF"/>
                </a:solidFill>
                <a:latin typeface="宋体"/>
                <a:ea typeface="宋体"/>
              </a:rPr>
              <a:t>处理器</a:t>
            </a:r>
          </a:p>
        </p:txBody>
      </p:sp>
      <p:sp>
        <p:nvSpPr>
          <p:cNvPr id="177192" name="WordArt 40"/>
          <p:cNvSpPr>
            <a:spLocks noChangeArrowheads="1" noChangeShapeType="1" noTextEdit="1"/>
          </p:cNvSpPr>
          <p:nvPr/>
        </p:nvSpPr>
        <p:spPr bwMode="auto">
          <a:xfrm>
            <a:off x="6408738" y="4278313"/>
            <a:ext cx="1435100" cy="25717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zh-CN" altLang="en-US" sz="2000" kern="10">
                <a:ln w="9525">
                  <a:solidFill>
                    <a:schemeClr val="bg1"/>
                  </a:solidFill>
                  <a:round/>
                  <a:headEnd/>
                  <a:tailEnd/>
                </a:ln>
                <a:solidFill>
                  <a:srgbClr val="FFFFFF"/>
                </a:solidFill>
                <a:latin typeface="宋体"/>
                <a:ea typeface="宋体"/>
              </a:rPr>
              <a:t>数据</a:t>
            </a:r>
            <a:r>
              <a:rPr lang="en-US" altLang="zh-CN" sz="2000" kern="10">
                <a:ln w="9525">
                  <a:solidFill>
                    <a:schemeClr val="bg1"/>
                  </a:solidFill>
                  <a:round/>
                  <a:headEnd/>
                  <a:tailEnd/>
                </a:ln>
                <a:solidFill>
                  <a:srgbClr val="FFFFFF"/>
                </a:solidFill>
                <a:latin typeface="宋体"/>
                <a:ea typeface="宋体"/>
              </a:rPr>
              <a:t>——</a:t>
            </a:r>
            <a:r>
              <a:rPr lang="zh-CN" altLang="en-US" sz="2000" kern="10">
                <a:ln w="9525">
                  <a:solidFill>
                    <a:schemeClr val="bg1"/>
                  </a:solidFill>
                  <a:round/>
                  <a:headEnd/>
                  <a:tailEnd/>
                </a:ln>
                <a:solidFill>
                  <a:srgbClr val="FFFFFF"/>
                </a:solidFill>
                <a:latin typeface="宋体"/>
                <a:ea typeface="宋体"/>
              </a:rPr>
              <a:t>算法</a:t>
            </a:r>
          </a:p>
        </p:txBody>
      </p:sp>
      <p:sp>
        <p:nvSpPr>
          <p:cNvPr id="177193" name="WordArt 41"/>
          <p:cNvSpPr>
            <a:spLocks noChangeArrowheads="1" noChangeShapeType="1" noTextEdit="1"/>
          </p:cNvSpPr>
          <p:nvPr/>
        </p:nvSpPr>
        <p:spPr bwMode="auto">
          <a:xfrm>
            <a:off x="6913563" y="3846513"/>
            <a:ext cx="1435100" cy="25717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zh-CN" altLang="en-US" sz="2000" kern="10">
                <a:ln w="9525">
                  <a:solidFill>
                    <a:schemeClr val="bg1"/>
                  </a:solidFill>
                  <a:round/>
                  <a:headEnd/>
                  <a:tailEnd/>
                </a:ln>
                <a:solidFill>
                  <a:srgbClr val="FFFFFF"/>
                </a:solidFill>
                <a:latin typeface="宋体"/>
                <a:ea typeface="宋体"/>
              </a:rPr>
              <a:t>数据包</a:t>
            </a:r>
            <a:r>
              <a:rPr lang="en-US" altLang="zh-CN" sz="2000" kern="10">
                <a:ln w="9525">
                  <a:solidFill>
                    <a:schemeClr val="bg1"/>
                  </a:solidFill>
                  <a:round/>
                  <a:headEnd/>
                  <a:tailEnd/>
                </a:ln>
                <a:solidFill>
                  <a:srgbClr val="FFFFFF"/>
                </a:solidFill>
                <a:latin typeface="宋体"/>
                <a:ea typeface="宋体"/>
              </a:rPr>
              <a:t>——</a:t>
            </a:r>
            <a:r>
              <a:rPr lang="zh-CN" altLang="en-US" sz="2000" kern="10">
                <a:ln w="9525">
                  <a:solidFill>
                    <a:schemeClr val="bg1"/>
                  </a:solidFill>
                  <a:round/>
                  <a:headEnd/>
                  <a:tailEnd/>
                </a:ln>
                <a:solidFill>
                  <a:srgbClr val="FFFFFF"/>
                </a:solidFill>
                <a:latin typeface="宋体"/>
                <a:ea typeface="宋体"/>
              </a:rPr>
              <a:t>网络</a:t>
            </a:r>
          </a:p>
        </p:txBody>
      </p:sp>
      <p:sp>
        <p:nvSpPr>
          <p:cNvPr id="177194" name="WordArt 42"/>
          <p:cNvSpPr>
            <a:spLocks noChangeArrowheads="1" noChangeShapeType="1" noTextEdit="1"/>
          </p:cNvSpPr>
          <p:nvPr/>
        </p:nvSpPr>
        <p:spPr bwMode="auto">
          <a:xfrm>
            <a:off x="7488238" y="3414713"/>
            <a:ext cx="1435100" cy="25717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zh-CN" altLang="en-US" sz="2000" kern="10">
                <a:ln w="9525">
                  <a:solidFill>
                    <a:schemeClr val="bg1"/>
                  </a:solidFill>
                  <a:round/>
                  <a:headEnd/>
                  <a:tailEnd/>
                </a:ln>
                <a:solidFill>
                  <a:srgbClr val="FFFFFF"/>
                </a:solidFill>
                <a:latin typeface="宋体"/>
                <a:ea typeface="宋体"/>
              </a:rPr>
              <a:t>媒体</a:t>
            </a:r>
            <a:r>
              <a:rPr lang="en-US" altLang="zh-CN" sz="2000" kern="10">
                <a:ln w="9525">
                  <a:solidFill>
                    <a:schemeClr val="bg1"/>
                  </a:solidFill>
                  <a:round/>
                  <a:headEnd/>
                  <a:tailEnd/>
                </a:ln>
                <a:solidFill>
                  <a:srgbClr val="FFFFFF"/>
                </a:solidFill>
                <a:latin typeface="宋体"/>
                <a:ea typeface="宋体"/>
              </a:rPr>
              <a:t>——</a:t>
            </a:r>
            <a:r>
              <a:rPr lang="zh-CN" altLang="en-US" sz="2000" kern="10">
                <a:ln w="9525">
                  <a:solidFill>
                    <a:schemeClr val="bg1"/>
                  </a:solidFill>
                  <a:round/>
                  <a:headEnd/>
                  <a:tailEnd/>
                </a:ln>
                <a:solidFill>
                  <a:srgbClr val="FFFFFF"/>
                </a:solidFill>
                <a:latin typeface="宋体"/>
                <a:ea typeface="宋体"/>
              </a:rPr>
              <a:t>认知</a:t>
            </a:r>
          </a:p>
        </p:txBody>
      </p:sp>
      <p:grpSp>
        <p:nvGrpSpPr>
          <p:cNvPr id="60450" name="Group 43"/>
          <p:cNvGrpSpPr>
            <a:grpSpLocks/>
          </p:cNvGrpSpPr>
          <p:nvPr/>
        </p:nvGrpSpPr>
        <p:grpSpPr bwMode="auto">
          <a:xfrm>
            <a:off x="71438" y="863600"/>
            <a:ext cx="4537075" cy="3384550"/>
            <a:chOff x="113" y="799"/>
            <a:chExt cx="2858" cy="2132"/>
          </a:xfrm>
        </p:grpSpPr>
        <p:sp>
          <p:nvSpPr>
            <p:cNvPr id="60470" name="Text Box 44"/>
            <p:cNvSpPr txBox="1">
              <a:spLocks noChangeArrowheads="1"/>
            </p:cNvSpPr>
            <p:nvPr/>
          </p:nvSpPr>
          <p:spPr bwMode="auto">
            <a:xfrm>
              <a:off x="113" y="1979"/>
              <a:ext cx="8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kumimoji="1" lang="zh-CN" altLang="en-US" sz="1800" b="1">
                  <a:solidFill>
                    <a:schemeClr val="accent2"/>
                  </a:solidFill>
                  <a:latin typeface="Times New Roman" pitchFamily="18" charset="0"/>
                </a:rPr>
                <a:t>低等生物 </a:t>
              </a:r>
            </a:p>
          </p:txBody>
        </p:sp>
        <p:sp>
          <p:nvSpPr>
            <p:cNvPr id="60471" name="Text Box 45"/>
            <p:cNvSpPr txBox="1">
              <a:spLocks noChangeArrowheads="1"/>
            </p:cNvSpPr>
            <p:nvPr/>
          </p:nvSpPr>
          <p:spPr bwMode="auto">
            <a:xfrm>
              <a:off x="521" y="1661"/>
              <a:ext cx="8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kumimoji="1" lang="zh-CN" altLang="en-US" sz="1800" b="1">
                  <a:solidFill>
                    <a:schemeClr val="accent2"/>
                  </a:solidFill>
                  <a:latin typeface="Times New Roman" pitchFamily="18" charset="0"/>
                </a:rPr>
                <a:t>低等植物 </a:t>
              </a:r>
            </a:p>
          </p:txBody>
        </p:sp>
        <p:sp>
          <p:nvSpPr>
            <p:cNvPr id="60472" name="Text Box 46"/>
            <p:cNvSpPr txBox="1">
              <a:spLocks noChangeArrowheads="1"/>
            </p:cNvSpPr>
            <p:nvPr/>
          </p:nvSpPr>
          <p:spPr bwMode="auto">
            <a:xfrm>
              <a:off x="930" y="1344"/>
              <a:ext cx="8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kumimoji="1" lang="zh-CN" altLang="en-US" sz="1800" b="1">
                  <a:solidFill>
                    <a:schemeClr val="accent2"/>
                  </a:solidFill>
                  <a:latin typeface="Times New Roman" pitchFamily="18" charset="0"/>
                </a:rPr>
                <a:t>高等植物 </a:t>
              </a:r>
            </a:p>
          </p:txBody>
        </p:sp>
        <p:sp>
          <p:nvSpPr>
            <p:cNvPr id="60473" name="Text Box 47"/>
            <p:cNvSpPr txBox="1">
              <a:spLocks noChangeArrowheads="1"/>
            </p:cNvSpPr>
            <p:nvPr/>
          </p:nvSpPr>
          <p:spPr bwMode="auto">
            <a:xfrm>
              <a:off x="1383" y="1071"/>
              <a:ext cx="8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kumimoji="1" lang="zh-CN" altLang="en-US" sz="1800" b="1">
                  <a:solidFill>
                    <a:schemeClr val="accent2"/>
                  </a:solidFill>
                  <a:latin typeface="Times New Roman" pitchFamily="18" charset="0"/>
                </a:rPr>
                <a:t>低等动物 </a:t>
              </a:r>
            </a:p>
          </p:txBody>
        </p:sp>
        <p:sp>
          <p:nvSpPr>
            <p:cNvPr id="60474" name="Text Box 48"/>
            <p:cNvSpPr txBox="1">
              <a:spLocks noChangeArrowheads="1"/>
            </p:cNvSpPr>
            <p:nvPr/>
          </p:nvSpPr>
          <p:spPr bwMode="auto">
            <a:xfrm>
              <a:off x="1791" y="799"/>
              <a:ext cx="8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kumimoji="1" lang="zh-CN" altLang="en-US" sz="1800" b="1">
                  <a:solidFill>
                    <a:schemeClr val="accent2"/>
                  </a:solidFill>
                  <a:latin typeface="Times New Roman" pitchFamily="18" charset="0"/>
                </a:rPr>
                <a:t>高等动物 </a:t>
              </a:r>
            </a:p>
          </p:txBody>
        </p:sp>
        <p:sp>
          <p:nvSpPr>
            <p:cNvPr id="60475" name="AutoShape 49"/>
            <p:cNvSpPr>
              <a:spLocks noChangeArrowheads="1"/>
            </p:cNvSpPr>
            <p:nvPr/>
          </p:nvSpPr>
          <p:spPr bwMode="auto">
            <a:xfrm rot="2616169">
              <a:off x="431" y="2478"/>
              <a:ext cx="227" cy="91"/>
            </a:xfrm>
            <a:prstGeom prst="leftArrow">
              <a:avLst>
                <a:gd name="adj1" fmla="val 50000"/>
                <a:gd name="adj2" fmla="val 62363"/>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60476" name="AutoShape 50"/>
            <p:cNvSpPr>
              <a:spLocks noChangeArrowheads="1"/>
            </p:cNvSpPr>
            <p:nvPr/>
          </p:nvSpPr>
          <p:spPr bwMode="auto">
            <a:xfrm rot="2616169">
              <a:off x="929" y="2115"/>
              <a:ext cx="227" cy="91"/>
            </a:xfrm>
            <a:prstGeom prst="leftArrow">
              <a:avLst>
                <a:gd name="adj1" fmla="val 50000"/>
                <a:gd name="adj2" fmla="val 62363"/>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60477" name="AutoShape 51"/>
            <p:cNvSpPr>
              <a:spLocks noChangeArrowheads="1"/>
            </p:cNvSpPr>
            <p:nvPr/>
          </p:nvSpPr>
          <p:spPr bwMode="auto">
            <a:xfrm rot="2616169">
              <a:off x="1338" y="1797"/>
              <a:ext cx="227" cy="91"/>
            </a:xfrm>
            <a:prstGeom prst="leftArrow">
              <a:avLst>
                <a:gd name="adj1" fmla="val 50000"/>
                <a:gd name="adj2" fmla="val 62363"/>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60478" name="AutoShape 52"/>
            <p:cNvSpPr>
              <a:spLocks noChangeArrowheads="1"/>
            </p:cNvSpPr>
            <p:nvPr/>
          </p:nvSpPr>
          <p:spPr bwMode="auto">
            <a:xfrm rot="2616169">
              <a:off x="1746" y="1480"/>
              <a:ext cx="227" cy="91"/>
            </a:xfrm>
            <a:prstGeom prst="leftArrow">
              <a:avLst>
                <a:gd name="adj1" fmla="val 50000"/>
                <a:gd name="adj2" fmla="val 62363"/>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60479" name="AutoShape 53"/>
            <p:cNvSpPr>
              <a:spLocks noChangeArrowheads="1"/>
            </p:cNvSpPr>
            <p:nvPr/>
          </p:nvSpPr>
          <p:spPr bwMode="auto">
            <a:xfrm rot="2616169">
              <a:off x="2199" y="1162"/>
              <a:ext cx="227" cy="91"/>
            </a:xfrm>
            <a:prstGeom prst="leftArrow">
              <a:avLst>
                <a:gd name="adj1" fmla="val 50000"/>
                <a:gd name="adj2" fmla="val 62363"/>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60480" name="AutoShape 54"/>
            <p:cNvSpPr>
              <a:spLocks noChangeArrowheads="1"/>
            </p:cNvSpPr>
            <p:nvPr/>
          </p:nvSpPr>
          <p:spPr bwMode="auto">
            <a:xfrm rot="2616169">
              <a:off x="2562" y="890"/>
              <a:ext cx="227" cy="91"/>
            </a:xfrm>
            <a:prstGeom prst="leftArrow">
              <a:avLst>
                <a:gd name="adj1" fmla="val 50000"/>
                <a:gd name="adj2" fmla="val 62363"/>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60481" name="Line 55"/>
            <p:cNvSpPr>
              <a:spLocks noChangeShapeType="1"/>
            </p:cNvSpPr>
            <p:nvPr/>
          </p:nvSpPr>
          <p:spPr bwMode="auto">
            <a:xfrm flipV="1">
              <a:off x="204" y="845"/>
              <a:ext cx="2767" cy="208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77208" name="AutoShape 56"/>
          <p:cNvSpPr>
            <a:spLocks noChangeArrowheads="1"/>
          </p:cNvSpPr>
          <p:nvPr/>
        </p:nvSpPr>
        <p:spPr bwMode="auto">
          <a:xfrm>
            <a:off x="5759450" y="5903913"/>
            <a:ext cx="360363" cy="215900"/>
          </a:xfrm>
          <a:custGeom>
            <a:avLst/>
            <a:gdLst>
              <a:gd name="T0" fmla="*/ 71646771 w 21600"/>
              <a:gd name="T1" fmla="*/ 0 h 21600"/>
              <a:gd name="T2" fmla="*/ 42986284 w 21600"/>
              <a:gd name="T3" fmla="*/ 7190040 h 21600"/>
              <a:gd name="T4" fmla="*/ 0 w 21600"/>
              <a:gd name="T5" fmla="*/ 17976044 h 21600"/>
              <a:gd name="T6" fmla="*/ 42986284 w 21600"/>
              <a:gd name="T7" fmla="*/ 21570009 h 21600"/>
              <a:gd name="T8" fmla="*/ 85972568 w 21600"/>
              <a:gd name="T9" fmla="*/ 14979222 h 21600"/>
              <a:gd name="T10" fmla="*/ 100302803 w 21600"/>
              <a:gd name="T11" fmla="*/ 7190040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09" name="AutoShape 57"/>
          <p:cNvSpPr>
            <a:spLocks noChangeArrowheads="1"/>
          </p:cNvSpPr>
          <p:nvPr/>
        </p:nvSpPr>
        <p:spPr bwMode="auto">
          <a:xfrm>
            <a:off x="6335713" y="5472113"/>
            <a:ext cx="360362" cy="215900"/>
          </a:xfrm>
          <a:custGeom>
            <a:avLst/>
            <a:gdLst>
              <a:gd name="T0" fmla="*/ 71646372 w 21600"/>
              <a:gd name="T1" fmla="*/ 0 h 21600"/>
              <a:gd name="T2" fmla="*/ 42985764 w 21600"/>
              <a:gd name="T3" fmla="*/ 7190040 h 21600"/>
              <a:gd name="T4" fmla="*/ 0 w 21600"/>
              <a:gd name="T5" fmla="*/ 17976044 h 21600"/>
              <a:gd name="T6" fmla="*/ 42985764 w 21600"/>
              <a:gd name="T7" fmla="*/ 21570009 h 21600"/>
              <a:gd name="T8" fmla="*/ 85971813 w 21600"/>
              <a:gd name="T9" fmla="*/ 14979222 h 21600"/>
              <a:gd name="T10" fmla="*/ 100301975 w 21600"/>
              <a:gd name="T11" fmla="*/ 7190040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rgbClr val="00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10" name="AutoShape 58"/>
          <p:cNvSpPr>
            <a:spLocks noChangeArrowheads="1"/>
          </p:cNvSpPr>
          <p:nvPr/>
        </p:nvSpPr>
        <p:spPr bwMode="auto">
          <a:xfrm>
            <a:off x="6840538" y="5040313"/>
            <a:ext cx="360362" cy="215900"/>
          </a:xfrm>
          <a:custGeom>
            <a:avLst/>
            <a:gdLst>
              <a:gd name="T0" fmla="*/ 71646372 w 21600"/>
              <a:gd name="T1" fmla="*/ 0 h 21600"/>
              <a:gd name="T2" fmla="*/ 42985764 w 21600"/>
              <a:gd name="T3" fmla="*/ 7190040 h 21600"/>
              <a:gd name="T4" fmla="*/ 0 w 21600"/>
              <a:gd name="T5" fmla="*/ 17976044 h 21600"/>
              <a:gd name="T6" fmla="*/ 42985764 w 21600"/>
              <a:gd name="T7" fmla="*/ 21570009 h 21600"/>
              <a:gd name="T8" fmla="*/ 85971813 w 21600"/>
              <a:gd name="T9" fmla="*/ 14979222 h 21600"/>
              <a:gd name="T10" fmla="*/ 100301975 w 21600"/>
              <a:gd name="T11" fmla="*/ 7190040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rgbClr val="00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11" name="AutoShape 59"/>
          <p:cNvSpPr>
            <a:spLocks noChangeArrowheads="1"/>
          </p:cNvSpPr>
          <p:nvPr/>
        </p:nvSpPr>
        <p:spPr bwMode="auto">
          <a:xfrm>
            <a:off x="7343775" y="4608513"/>
            <a:ext cx="360363" cy="215900"/>
          </a:xfrm>
          <a:custGeom>
            <a:avLst/>
            <a:gdLst>
              <a:gd name="T0" fmla="*/ 71646771 w 21600"/>
              <a:gd name="T1" fmla="*/ 0 h 21600"/>
              <a:gd name="T2" fmla="*/ 42986284 w 21600"/>
              <a:gd name="T3" fmla="*/ 7190040 h 21600"/>
              <a:gd name="T4" fmla="*/ 0 w 21600"/>
              <a:gd name="T5" fmla="*/ 17976044 h 21600"/>
              <a:gd name="T6" fmla="*/ 42986284 w 21600"/>
              <a:gd name="T7" fmla="*/ 21570009 h 21600"/>
              <a:gd name="T8" fmla="*/ 85972568 w 21600"/>
              <a:gd name="T9" fmla="*/ 14979222 h 21600"/>
              <a:gd name="T10" fmla="*/ 100302803 w 21600"/>
              <a:gd name="T11" fmla="*/ 7190040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rgbClr val="00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12" name="AutoShape 60"/>
          <p:cNvSpPr>
            <a:spLocks noChangeArrowheads="1"/>
          </p:cNvSpPr>
          <p:nvPr/>
        </p:nvSpPr>
        <p:spPr bwMode="auto">
          <a:xfrm>
            <a:off x="7920038" y="4176713"/>
            <a:ext cx="360362" cy="215900"/>
          </a:xfrm>
          <a:custGeom>
            <a:avLst/>
            <a:gdLst>
              <a:gd name="T0" fmla="*/ 71646372 w 21600"/>
              <a:gd name="T1" fmla="*/ 0 h 21600"/>
              <a:gd name="T2" fmla="*/ 42985764 w 21600"/>
              <a:gd name="T3" fmla="*/ 7190040 h 21600"/>
              <a:gd name="T4" fmla="*/ 0 w 21600"/>
              <a:gd name="T5" fmla="*/ 17976044 h 21600"/>
              <a:gd name="T6" fmla="*/ 42985764 w 21600"/>
              <a:gd name="T7" fmla="*/ 21570009 h 21600"/>
              <a:gd name="T8" fmla="*/ 85971813 w 21600"/>
              <a:gd name="T9" fmla="*/ 14979222 h 21600"/>
              <a:gd name="T10" fmla="*/ 100301975 w 21600"/>
              <a:gd name="T11" fmla="*/ 7190040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rgbClr val="00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13" name="AutoShape 61"/>
          <p:cNvSpPr>
            <a:spLocks noChangeArrowheads="1"/>
          </p:cNvSpPr>
          <p:nvPr/>
        </p:nvSpPr>
        <p:spPr bwMode="auto">
          <a:xfrm>
            <a:off x="8424863" y="3744913"/>
            <a:ext cx="360362" cy="215900"/>
          </a:xfrm>
          <a:custGeom>
            <a:avLst/>
            <a:gdLst>
              <a:gd name="T0" fmla="*/ 71646372 w 21600"/>
              <a:gd name="T1" fmla="*/ 0 h 21600"/>
              <a:gd name="T2" fmla="*/ 42985764 w 21600"/>
              <a:gd name="T3" fmla="*/ 7190040 h 21600"/>
              <a:gd name="T4" fmla="*/ 0 w 21600"/>
              <a:gd name="T5" fmla="*/ 17976044 h 21600"/>
              <a:gd name="T6" fmla="*/ 42985764 w 21600"/>
              <a:gd name="T7" fmla="*/ 21570009 h 21600"/>
              <a:gd name="T8" fmla="*/ 85971813 w 21600"/>
              <a:gd name="T9" fmla="*/ 14979222 h 21600"/>
              <a:gd name="T10" fmla="*/ 100301975 w 21600"/>
              <a:gd name="T11" fmla="*/ 7190040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rgbClr val="00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7214" name="Group 62"/>
          <p:cNvGrpSpPr>
            <a:grpSpLocks/>
          </p:cNvGrpSpPr>
          <p:nvPr/>
        </p:nvGrpSpPr>
        <p:grpSpPr bwMode="auto">
          <a:xfrm>
            <a:off x="2879725" y="2736850"/>
            <a:ext cx="5041900" cy="3600450"/>
            <a:chOff x="1882" y="1979"/>
            <a:chExt cx="3176" cy="2268"/>
          </a:xfrm>
        </p:grpSpPr>
        <p:sp>
          <p:nvSpPr>
            <p:cNvPr id="60458" name="Line 63"/>
            <p:cNvSpPr>
              <a:spLocks noChangeShapeType="1"/>
            </p:cNvSpPr>
            <p:nvPr/>
          </p:nvSpPr>
          <p:spPr bwMode="auto">
            <a:xfrm flipV="1">
              <a:off x="2336" y="2115"/>
              <a:ext cx="2722" cy="2132"/>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59" name="Text Box 64"/>
            <p:cNvSpPr txBox="1">
              <a:spLocks noChangeArrowheads="1"/>
            </p:cNvSpPr>
            <p:nvPr/>
          </p:nvSpPr>
          <p:spPr bwMode="auto">
            <a:xfrm>
              <a:off x="2336" y="3294"/>
              <a:ext cx="861"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kumimoji="1" lang="zh-CN" altLang="en-US" sz="1800" b="1">
                  <a:solidFill>
                    <a:srgbClr val="FFFF00"/>
                  </a:solidFill>
                  <a:latin typeface="Times New Roman" pitchFamily="18" charset="0"/>
                </a:rPr>
                <a:t>单一功能 </a:t>
              </a:r>
            </a:p>
            <a:p>
              <a:pPr algn="l" eaLnBrk="1" hangingPunct="1"/>
              <a:r>
                <a:rPr kumimoji="1" lang="zh-CN" altLang="en-US" sz="1800" b="1">
                  <a:solidFill>
                    <a:srgbClr val="FFFF00"/>
                  </a:solidFill>
                  <a:latin typeface="Times New Roman" pitchFamily="18" charset="0"/>
                </a:rPr>
                <a:t>简单系统</a:t>
              </a:r>
            </a:p>
          </p:txBody>
        </p:sp>
        <p:sp>
          <p:nvSpPr>
            <p:cNvPr id="60460" name="Text Box 65"/>
            <p:cNvSpPr txBox="1">
              <a:spLocks noChangeArrowheads="1"/>
            </p:cNvSpPr>
            <p:nvPr/>
          </p:nvSpPr>
          <p:spPr bwMode="auto">
            <a:xfrm>
              <a:off x="2881" y="2840"/>
              <a:ext cx="861"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kumimoji="1" lang="zh-CN" altLang="en-US" sz="1800" b="1">
                  <a:solidFill>
                    <a:srgbClr val="FFFF00"/>
                  </a:solidFill>
                  <a:latin typeface="Times New Roman" pitchFamily="18" charset="0"/>
                </a:rPr>
                <a:t>多种功能 </a:t>
              </a:r>
            </a:p>
            <a:p>
              <a:pPr algn="l" eaLnBrk="1" hangingPunct="1"/>
              <a:r>
                <a:rPr kumimoji="1" lang="zh-CN" altLang="en-US" sz="1800" b="1">
                  <a:solidFill>
                    <a:srgbClr val="FFFF00"/>
                  </a:solidFill>
                  <a:latin typeface="Times New Roman" pitchFamily="18" charset="0"/>
                </a:rPr>
                <a:t>简单系统 </a:t>
              </a:r>
            </a:p>
          </p:txBody>
        </p:sp>
        <p:sp>
          <p:nvSpPr>
            <p:cNvPr id="60461" name="Text Box 66"/>
            <p:cNvSpPr txBox="1">
              <a:spLocks noChangeArrowheads="1"/>
            </p:cNvSpPr>
            <p:nvPr/>
          </p:nvSpPr>
          <p:spPr bwMode="auto">
            <a:xfrm>
              <a:off x="3425" y="2432"/>
              <a:ext cx="861"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kumimoji="1" lang="zh-CN" altLang="en-US" sz="1800" b="1">
                  <a:solidFill>
                    <a:srgbClr val="FFFF00"/>
                  </a:solidFill>
                  <a:latin typeface="Times New Roman" pitchFamily="18" charset="0"/>
                </a:rPr>
                <a:t>单一功能 </a:t>
              </a:r>
            </a:p>
            <a:p>
              <a:pPr algn="l" eaLnBrk="1" hangingPunct="1"/>
              <a:r>
                <a:rPr kumimoji="1" lang="zh-CN" altLang="en-US" sz="1800" b="1">
                  <a:solidFill>
                    <a:srgbClr val="FFFF00"/>
                  </a:solidFill>
                  <a:latin typeface="Times New Roman" pitchFamily="18" charset="0"/>
                </a:rPr>
                <a:t>复杂系统</a:t>
              </a:r>
            </a:p>
          </p:txBody>
        </p:sp>
        <p:sp>
          <p:nvSpPr>
            <p:cNvPr id="60462" name="Text Box 67"/>
            <p:cNvSpPr txBox="1">
              <a:spLocks noChangeArrowheads="1"/>
            </p:cNvSpPr>
            <p:nvPr/>
          </p:nvSpPr>
          <p:spPr bwMode="auto">
            <a:xfrm>
              <a:off x="4014" y="1979"/>
              <a:ext cx="861"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kumimoji="1" lang="zh-CN" altLang="en-US" sz="1800" b="1">
                  <a:solidFill>
                    <a:srgbClr val="FFFF00"/>
                  </a:solidFill>
                  <a:latin typeface="Times New Roman" pitchFamily="18" charset="0"/>
                </a:rPr>
                <a:t>多种功能</a:t>
              </a:r>
            </a:p>
            <a:p>
              <a:pPr algn="l" eaLnBrk="1" hangingPunct="1"/>
              <a:r>
                <a:rPr kumimoji="1" lang="zh-CN" altLang="en-US" sz="1800" b="1">
                  <a:solidFill>
                    <a:srgbClr val="FFFF00"/>
                  </a:solidFill>
                  <a:latin typeface="Times New Roman" pitchFamily="18" charset="0"/>
                </a:rPr>
                <a:t>复杂系统  </a:t>
              </a:r>
            </a:p>
          </p:txBody>
        </p:sp>
        <p:sp>
          <p:nvSpPr>
            <p:cNvPr id="60463" name="Text Box 68"/>
            <p:cNvSpPr txBox="1">
              <a:spLocks noChangeArrowheads="1"/>
            </p:cNvSpPr>
            <p:nvPr/>
          </p:nvSpPr>
          <p:spPr bwMode="auto">
            <a:xfrm>
              <a:off x="1882" y="3702"/>
              <a:ext cx="861"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r>
                <a:rPr kumimoji="1" lang="zh-CN" altLang="en-US" sz="1800" b="1">
                  <a:solidFill>
                    <a:srgbClr val="FFFF00"/>
                  </a:solidFill>
                  <a:latin typeface="Times New Roman" pitchFamily="18" charset="0"/>
                </a:rPr>
                <a:t>基本功能 </a:t>
              </a:r>
            </a:p>
            <a:p>
              <a:pPr algn="l" eaLnBrk="1" hangingPunct="1"/>
              <a:r>
                <a:rPr kumimoji="1" lang="zh-CN" altLang="en-US" sz="1800" b="1">
                  <a:solidFill>
                    <a:srgbClr val="FFFF00"/>
                  </a:solidFill>
                  <a:latin typeface="Times New Roman" pitchFamily="18" charset="0"/>
                </a:rPr>
                <a:t>系统</a:t>
              </a:r>
            </a:p>
          </p:txBody>
        </p:sp>
        <p:sp>
          <p:nvSpPr>
            <p:cNvPr id="60464" name="AutoShape 69"/>
            <p:cNvSpPr>
              <a:spLocks noChangeArrowheads="1"/>
            </p:cNvSpPr>
            <p:nvPr/>
          </p:nvSpPr>
          <p:spPr bwMode="auto">
            <a:xfrm rot="2874261">
              <a:off x="2268" y="4042"/>
              <a:ext cx="226" cy="90"/>
            </a:xfrm>
            <a:prstGeom prst="leftArrow">
              <a:avLst>
                <a:gd name="adj1" fmla="val 50000"/>
                <a:gd name="adj2" fmla="val 62778"/>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60465" name="AutoShape 70"/>
            <p:cNvSpPr>
              <a:spLocks noChangeArrowheads="1"/>
            </p:cNvSpPr>
            <p:nvPr/>
          </p:nvSpPr>
          <p:spPr bwMode="auto">
            <a:xfrm rot="2874261">
              <a:off x="2721" y="3680"/>
              <a:ext cx="226" cy="90"/>
            </a:xfrm>
            <a:prstGeom prst="leftArrow">
              <a:avLst>
                <a:gd name="adj1" fmla="val 50000"/>
                <a:gd name="adj2" fmla="val 62778"/>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60466" name="AutoShape 71"/>
            <p:cNvSpPr>
              <a:spLocks noChangeArrowheads="1"/>
            </p:cNvSpPr>
            <p:nvPr/>
          </p:nvSpPr>
          <p:spPr bwMode="auto">
            <a:xfrm rot="2874261">
              <a:off x="3266" y="3271"/>
              <a:ext cx="226" cy="90"/>
            </a:xfrm>
            <a:prstGeom prst="leftArrow">
              <a:avLst>
                <a:gd name="adj1" fmla="val 50000"/>
                <a:gd name="adj2" fmla="val 62778"/>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60467" name="AutoShape 72"/>
            <p:cNvSpPr>
              <a:spLocks noChangeArrowheads="1"/>
            </p:cNvSpPr>
            <p:nvPr/>
          </p:nvSpPr>
          <p:spPr bwMode="auto">
            <a:xfrm rot="2874261">
              <a:off x="3810" y="2863"/>
              <a:ext cx="226" cy="90"/>
            </a:xfrm>
            <a:prstGeom prst="leftArrow">
              <a:avLst>
                <a:gd name="adj1" fmla="val 50000"/>
                <a:gd name="adj2" fmla="val 62778"/>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60468" name="AutoShape 73"/>
            <p:cNvSpPr>
              <a:spLocks noChangeArrowheads="1"/>
            </p:cNvSpPr>
            <p:nvPr/>
          </p:nvSpPr>
          <p:spPr bwMode="auto">
            <a:xfrm rot="2874261">
              <a:off x="4354" y="2409"/>
              <a:ext cx="226" cy="90"/>
            </a:xfrm>
            <a:prstGeom prst="leftArrow">
              <a:avLst>
                <a:gd name="adj1" fmla="val 50000"/>
                <a:gd name="adj2" fmla="val 62778"/>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60469" name="AutoShape 74"/>
            <p:cNvSpPr>
              <a:spLocks noChangeArrowheads="1"/>
            </p:cNvSpPr>
            <p:nvPr/>
          </p:nvSpPr>
          <p:spPr bwMode="auto">
            <a:xfrm rot="2874261">
              <a:off x="4808" y="2047"/>
              <a:ext cx="226" cy="90"/>
            </a:xfrm>
            <a:prstGeom prst="leftArrow">
              <a:avLst>
                <a:gd name="adj1" fmla="val 50000"/>
                <a:gd name="adj2" fmla="val 62778"/>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grpSp>
      <p:sp>
        <p:nvSpPr>
          <p:cNvPr id="2" name="灯片编号占位符 1"/>
          <p:cNvSpPr>
            <a:spLocks noGrp="1"/>
          </p:cNvSpPr>
          <p:nvPr>
            <p:ph type="sldNum" sz="quarter" idx="10"/>
          </p:nvPr>
        </p:nvSpPr>
        <p:spPr/>
        <p:txBody>
          <a:bodyPr/>
          <a:lstStyle/>
          <a:p>
            <a:fld id="{B58AC878-8C27-4018-8291-912A1A823CD1}" type="slidenum">
              <a:rPr lang="zh-CN" altLang="en-US" smtClean="0"/>
              <a:pPr/>
              <a:t>90</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77188"/>
                                        </p:tgtEl>
                                        <p:attrNameLst>
                                          <p:attrName>style.visibility</p:attrName>
                                        </p:attrNameLst>
                                      </p:cBhvr>
                                      <p:to>
                                        <p:strVal val="visible"/>
                                      </p:to>
                                    </p:set>
                                    <p:animEffect transition="in" filter="wipe(down)">
                                      <p:cBhvr>
                                        <p:cTn id="7" dur="500"/>
                                        <p:tgtEl>
                                          <p:spTgt spid="1771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77208"/>
                                        </p:tgtEl>
                                        <p:attrNameLst>
                                          <p:attrName>style.visibility</p:attrName>
                                        </p:attrNameLst>
                                      </p:cBhvr>
                                      <p:to>
                                        <p:strVal val="visible"/>
                                      </p:to>
                                    </p:set>
                                    <p:animEffect transition="in" filter="wipe(down)">
                                      <p:cBhvr>
                                        <p:cTn id="12" dur="500"/>
                                        <p:tgtEl>
                                          <p:spTgt spid="177208"/>
                                        </p:tgtEl>
                                      </p:cBhvr>
                                    </p:animEffect>
                                  </p:childTnLst>
                                </p:cTn>
                              </p:par>
                              <p:par>
                                <p:cTn id="13" presetID="22" presetClass="entr" presetSubtype="4" fill="hold" nodeType="withEffect">
                                  <p:stCondLst>
                                    <p:cond delay="0"/>
                                  </p:stCondLst>
                                  <p:childTnLst>
                                    <p:set>
                                      <p:cBhvr>
                                        <p:cTn id="14" dur="1" fill="hold">
                                          <p:stCondLst>
                                            <p:cond delay="0"/>
                                          </p:stCondLst>
                                        </p:cTn>
                                        <p:tgtEl>
                                          <p:spTgt spid="177189"/>
                                        </p:tgtEl>
                                        <p:attrNameLst>
                                          <p:attrName>style.visibility</p:attrName>
                                        </p:attrNameLst>
                                      </p:cBhvr>
                                      <p:to>
                                        <p:strVal val="visible"/>
                                      </p:to>
                                    </p:set>
                                    <p:animEffect transition="in" filter="wipe(down)">
                                      <p:cBhvr>
                                        <p:cTn id="15" dur="500"/>
                                        <p:tgtEl>
                                          <p:spTgt spid="17718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77209"/>
                                        </p:tgtEl>
                                        <p:attrNameLst>
                                          <p:attrName>style.visibility</p:attrName>
                                        </p:attrNameLst>
                                      </p:cBhvr>
                                      <p:to>
                                        <p:strVal val="visible"/>
                                      </p:to>
                                    </p:set>
                                    <p:animEffect transition="in" filter="wipe(down)">
                                      <p:cBhvr>
                                        <p:cTn id="20" dur="500"/>
                                        <p:tgtEl>
                                          <p:spTgt spid="177209"/>
                                        </p:tgtEl>
                                      </p:cBhvr>
                                    </p:animEffect>
                                  </p:childTnLst>
                                </p:cTn>
                              </p:par>
                              <p:par>
                                <p:cTn id="21" presetID="22" presetClass="entr" presetSubtype="4" fill="hold" nodeType="withEffect">
                                  <p:stCondLst>
                                    <p:cond delay="0"/>
                                  </p:stCondLst>
                                  <p:childTnLst>
                                    <p:set>
                                      <p:cBhvr>
                                        <p:cTn id="22" dur="1" fill="hold">
                                          <p:stCondLst>
                                            <p:cond delay="0"/>
                                          </p:stCondLst>
                                        </p:cTn>
                                        <p:tgtEl>
                                          <p:spTgt spid="177190"/>
                                        </p:tgtEl>
                                        <p:attrNameLst>
                                          <p:attrName>style.visibility</p:attrName>
                                        </p:attrNameLst>
                                      </p:cBhvr>
                                      <p:to>
                                        <p:strVal val="visible"/>
                                      </p:to>
                                    </p:set>
                                    <p:animEffect transition="in" filter="wipe(down)">
                                      <p:cBhvr>
                                        <p:cTn id="23" dur="500"/>
                                        <p:tgtEl>
                                          <p:spTgt spid="17719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77210"/>
                                        </p:tgtEl>
                                        <p:attrNameLst>
                                          <p:attrName>style.visibility</p:attrName>
                                        </p:attrNameLst>
                                      </p:cBhvr>
                                      <p:to>
                                        <p:strVal val="visible"/>
                                      </p:to>
                                    </p:set>
                                    <p:animEffect transition="in" filter="wipe(down)">
                                      <p:cBhvr>
                                        <p:cTn id="28" dur="500"/>
                                        <p:tgtEl>
                                          <p:spTgt spid="177210"/>
                                        </p:tgtEl>
                                      </p:cBhvr>
                                    </p:animEffect>
                                  </p:childTnLst>
                                </p:cTn>
                              </p:par>
                              <p:par>
                                <p:cTn id="29" presetID="22" presetClass="entr" presetSubtype="4" fill="hold" nodeType="withEffect">
                                  <p:stCondLst>
                                    <p:cond delay="0"/>
                                  </p:stCondLst>
                                  <p:childTnLst>
                                    <p:set>
                                      <p:cBhvr>
                                        <p:cTn id="30" dur="1" fill="hold">
                                          <p:stCondLst>
                                            <p:cond delay="0"/>
                                          </p:stCondLst>
                                        </p:cTn>
                                        <p:tgtEl>
                                          <p:spTgt spid="177191"/>
                                        </p:tgtEl>
                                        <p:attrNameLst>
                                          <p:attrName>style.visibility</p:attrName>
                                        </p:attrNameLst>
                                      </p:cBhvr>
                                      <p:to>
                                        <p:strVal val="visible"/>
                                      </p:to>
                                    </p:set>
                                    <p:animEffect transition="in" filter="wipe(down)">
                                      <p:cBhvr>
                                        <p:cTn id="31" dur="500"/>
                                        <p:tgtEl>
                                          <p:spTgt spid="17719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77211"/>
                                        </p:tgtEl>
                                        <p:attrNameLst>
                                          <p:attrName>style.visibility</p:attrName>
                                        </p:attrNameLst>
                                      </p:cBhvr>
                                      <p:to>
                                        <p:strVal val="visible"/>
                                      </p:to>
                                    </p:set>
                                    <p:animEffect transition="in" filter="wipe(down)">
                                      <p:cBhvr>
                                        <p:cTn id="36" dur="500"/>
                                        <p:tgtEl>
                                          <p:spTgt spid="177211"/>
                                        </p:tgtEl>
                                      </p:cBhvr>
                                    </p:animEffect>
                                  </p:childTnLst>
                                </p:cTn>
                              </p:par>
                              <p:par>
                                <p:cTn id="37" presetID="22" presetClass="entr" presetSubtype="4" fill="hold" nodeType="withEffect">
                                  <p:stCondLst>
                                    <p:cond delay="0"/>
                                  </p:stCondLst>
                                  <p:childTnLst>
                                    <p:set>
                                      <p:cBhvr>
                                        <p:cTn id="38" dur="1" fill="hold">
                                          <p:stCondLst>
                                            <p:cond delay="0"/>
                                          </p:stCondLst>
                                        </p:cTn>
                                        <p:tgtEl>
                                          <p:spTgt spid="177192"/>
                                        </p:tgtEl>
                                        <p:attrNameLst>
                                          <p:attrName>style.visibility</p:attrName>
                                        </p:attrNameLst>
                                      </p:cBhvr>
                                      <p:to>
                                        <p:strVal val="visible"/>
                                      </p:to>
                                    </p:set>
                                    <p:animEffect transition="in" filter="wipe(down)">
                                      <p:cBhvr>
                                        <p:cTn id="39" dur="500"/>
                                        <p:tgtEl>
                                          <p:spTgt spid="17719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77212"/>
                                        </p:tgtEl>
                                        <p:attrNameLst>
                                          <p:attrName>style.visibility</p:attrName>
                                        </p:attrNameLst>
                                      </p:cBhvr>
                                      <p:to>
                                        <p:strVal val="visible"/>
                                      </p:to>
                                    </p:set>
                                    <p:animEffect transition="in" filter="wipe(down)">
                                      <p:cBhvr>
                                        <p:cTn id="44" dur="500"/>
                                        <p:tgtEl>
                                          <p:spTgt spid="177212"/>
                                        </p:tgtEl>
                                      </p:cBhvr>
                                    </p:animEffect>
                                  </p:childTnLst>
                                </p:cTn>
                              </p:par>
                              <p:par>
                                <p:cTn id="45" presetID="22" presetClass="entr" presetSubtype="4" fill="hold" nodeType="withEffect">
                                  <p:stCondLst>
                                    <p:cond delay="0"/>
                                  </p:stCondLst>
                                  <p:childTnLst>
                                    <p:set>
                                      <p:cBhvr>
                                        <p:cTn id="46" dur="1" fill="hold">
                                          <p:stCondLst>
                                            <p:cond delay="0"/>
                                          </p:stCondLst>
                                        </p:cTn>
                                        <p:tgtEl>
                                          <p:spTgt spid="177193"/>
                                        </p:tgtEl>
                                        <p:attrNameLst>
                                          <p:attrName>style.visibility</p:attrName>
                                        </p:attrNameLst>
                                      </p:cBhvr>
                                      <p:to>
                                        <p:strVal val="visible"/>
                                      </p:to>
                                    </p:set>
                                    <p:animEffect transition="in" filter="wipe(down)">
                                      <p:cBhvr>
                                        <p:cTn id="47" dur="500"/>
                                        <p:tgtEl>
                                          <p:spTgt spid="17719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77213"/>
                                        </p:tgtEl>
                                        <p:attrNameLst>
                                          <p:attrName>style.visibility</p:attrName>
                                        </p:attrNameLst>
                                      </p:cBhvr>
                                      <p:to>
                                        <p:strVal val="visible"/>
                                      </p:to>
                                    </p:set>
                                    <p:animEffect transition="in" filter="wipe(down)">
                                      <p:cBhvr>
                                        <p:cTn id="52" dur="500"/>
                                        <p:tgtEl>
                                          <p:spTgt spid="177213"/>
                                        </p:tgtEl>
                                      </p:cBhvr>
                                    </p:animEffect>
                                  </p:childTnLst>
                                </p:cTn>
                              </p:par>
                              <p:par>
                                <p:cTn id="53" presetID="22" presetClass="entr" presetSubtype="4" fill="hold" nodeType="withEffect">
                                  <p:stCondLst>
                                    <p:cond delay="0"/>
                                  </p:stCondLst>
                                  <p:childTnLst>
                                    <p:set>
                                      <p:cBhvr>
                                        <p:cTn id="54" dur="1" fill="hold">
                                          <p:stCondLst>
                                            <p:cond delay="0"/>
                                          </p:stCondLst>
                                        </p:cTn>
                                        <p:tgtEl>
                                          <p:spTgt spid="177194"/>
                                        </p:tgtEl>
                                        <p:attrNameLst>
                                          <p:attrName>style.visibility</p:attrName>
                                        </p:attrNameLst>
                                      </p:cBhvr>
                                      <p:to>
                                        <p:strVal val="visible"/>
                                      </p:to>
                                    </p:set>
                                    <p:animEffect transition="in" filter="wipe(down)">
                                      <p:cBhvr>
                                        <p:cTn id="55" dur="500"/>
                                        <p:tgtEl>
                                          <p:spTgt spid="17719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4" fill="hold" nodeType="clickEffect">
                                  <p:stCondLst>
                                    <p:cond delay="0"/>
                                  </p:stCondLst>
                                  <p:childTnLst>
                                    <p:set>
                                      <p:cBhvr>
                                        <p:cTn id="59" dur="1" fill="hold">
                                          <p:stCondLst>
                                            <p:cond delay="0"/>
                                          </p:stCondLst>
                                        </p:cTn>
                                        <p:tgtEl>
                                          <p:spTgt spid="177214"/>
                                        </p:tgtEl>
                                        <p:attrNameLst>
                                          <p:attrName>style.visibility</p:attrName>
                                        </p:attrNameLst>
                                      </p:cBhvr>
                                      <p:to>
                                        <p:strVal val="visible"/>
                                      </p:to>
                                    </p:set>
                                    <p:animEffect transition="in" filter="wipe(down)">
                                      <p:cBhvr>
                                        <p:cTn id="60" dur="3000"/>
                                        <p:tgtEl>
                                          <p:spTgt spid="177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208" grpId="0" animBg="1"/>
      <p:bldP spid="177209" grpId="0" animBg="1"/>
      <p:bldP spid="177210" grpId="0" animBg="1"/>
      <p:bldP spid="177211" grpId="0" animBg="1"/>
      <p:bldP spid="177212" grpId="0" animBg="1"/>
      <p:bldP spid="177213"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ChangeArrowheads="1"/>
          </p:cNvSpPr>
          <p:nvPr/>
        </p:nvSpPr>
        <p:spPr bwMode="auto">
          <a:xfrm>
            <a:off x="179388" y="1052513"/>
            <a:ext cx="8785225" cy="547211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endParaRPr lang="zh-CN" altLang="en-US" sz="1800">
              <a:solidFill>
                <a:srgbClr val="000000"/>
              </a:solidFill>
              <a:ea typeface="楷体_GB2312"/>
              <a:cs typeface="楷体_GB2312"/>
            </a:endParaRPr>
          </a:p>
        </p:txBody>
      </p:sp>
      <p:sp>
        <p:nvSpPr>
          <p:cNvPr id="61443" name="Rectangle 3"/>
          <p:cNvSpPr>
            <a:spLocks noGrp="1" noChangeArrowheads="1"/>
          </p:cNvSpPr>
          <p:nvPr>
            <p:ph type="title"/>
          </p:nvPr>
        </p:nvSpPr>
        <p:spPr bwMode="auto">
          <a:xfrm>
            <a:off x="1908175" y="188913"/>
            <a:ext cx="6480175" cy="11430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3400" b="1">
                <a:solidFill>
                  <a:srgbClr val="000099"/>
                </a:solidFill>
              </a:rPr>
              <a:t>电子信息科技知识体系的</a:t>
            </a:r>
            <a:r>
              <a:rPr lang="en-US" altLang="zh-CN" sz="3400" b="1">
                <a:solidFill>
                  <a:srgbClr val="000099"/>
                </a:solidFill>
              </a:rPr>
              <a:t>MAP</a:t>
            </a:r>
            <a:br>
              <a:rPr lang="en-US" altLang="zh-CN" sz="3400" b="1">
                <a:solidFill>
                  <a:srgbClr val="000099"/>
                </a:solidFill>
              </a:rPr>
            </a:br>
            <a:r>
              <a:rPr lang="en-US" altLang="zh-CN" sz="3400" b="1">
                <a:solidFill>
                  <a:srgbClr val="000099"/>
                </a:solidFill>
              </a:rPr>
              <a:t>          </a:t>
            </a:r>
            <a:r>
              <a:rPr lang="zh-CN" altLang="en-US" sz="2100" b="1">
                <a:solidFill>
                  <a:srgbClr val="000099"/>
                </a:solidFill>
              </a:rPr>
              <a:t>（</a:t>
            </a:r>
            <a:r>
              <a:rPr lang="en-US" altLang="zh-CN" sz="2100" b="1">
                <a:solidFill>
                  <a:srgbClr val="000099"/>
                </a:solidFill>
              </a:rPr>
              <a:t>2009</a:t>
            </a:r>
            <a:r>
              <a:rPr lang="zh-CN" altLang="en-US" sz="2100" b="1">
                <a:solidFill>
                  <a:srgbClr val="000099"/>
                </a:solidFill>
              </a:rPr>
              <a:t>年</a:t>
            </a:r>
            <a:r>
              <a:rPr lang="en-US" altLang="zh-CN" sz="2100" b="1">
                <a:solidFill>
                  <a:srgbClr val="000099"/>
                </a:solidFill>
              </a:rPr>
              <a:t>9</a:t>
            </a:r>
            <a:r>
              <a:rPr lang="zh-CN" altLang="en-US" sz="2100" b="1">
                <a:solidFill>
                  <a:srgbClr val="000099"/>
                </a:solidFill>
              </a:rPr>
              <a:t>月</a:t>
            </a:r>
            <a:r>
              <a:rPr lang="en-US" altLang="zh-CN" sz="2100" b="1">
                <a:solidFill>
                  <a:srgbClr val="000099"/>
                </a:solidFill>
              </a:rPr>
              <a:t>18</a:t>
            </a:r>
            <a:r>
              <a:rPr lang="zh-CN" altLang="en-US" sz="2100" b="1">
                <a:solidFill>
                  <a:srgbClr val="000099"/>
                </a:solidFill>
              </a:rPr>
              <a:t>日教委会）</a:t>
            </a:r>
          </a:p>
        </p:txBody>
      </p:sp>
      <p:sp>
        <p:nvSpPr>
          <p:cNvPr id="61444" name="Rectangle 4"/>
          <p:cNvSpPr>
            <a:spLocks noChangeArrowheads="1"/>
          </p:cNvSpPr>
          <p:nvPr/>
        </p:nvSpPr>
        <p:spPr bwMode="auto">
          <a:xfrm>
            <a:off x="0" y="1957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algn="l" eaLnBrk="1" hangingPunct="1"/>
            <a:endParaRPr lang="zh-CN" altLang="en-US" sz="1800">
              <a:solidFill>
                <a:srgbClr val="000000"/>
              </a:solidFill>
              <a:ea typeface="楷体_GB2312"/>
              <a:cs typeface="楷体_GB2312"/>
            </a:endParaRPr>
          </a:p>
        </p:txBody>
      </p:sp>
      <p:grpSp>
        <p:nvGrpSpPr>
          <p:cNvPr id="61445" name="Group 2"/>
          <p:cNvGrpSpPr>
            <a:grpSpLocks noChangeAspect="1"/>
          </p:cNvGrpSpPr>
          <p:nvPr/>
        </p:nvGrpSpPr>
        <p:grpSpPr bwMode="auto">
          <a:xfrm>
            <a:off x="0" y="1327150"/>
            <a:ext cx="9144000" cy="5126038"/>
            <a:chOff x="3250" y="6152"/>
            <a:chExt cx="16385" cy="9184"/>
          </a:xfrm>
        </p:grpSpPr>
        <p:sp>
          <p:nvSpPr>
            <p:cNvPr id="132" name="AutoShape 3"/>
            <p:cNvSpPr>
              <a:spLocks noChangeAspect="1" noChangeArrowheads="1"/>
            </p:cNvSpPr>
            <p:nvPr/>
          </p:nvSpPr>
          <p:spPr bwMode="auto">
            <a:xfrm>
              <a:off x="3250" y="6152"/>
              <a:ext cx="16385" cy="9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133" name="Line 4"/>
            <p:cNvSpPr>
              <a:spLocks noChangeShapeType="1"/>
            </p:cNvSpPr>
            <p:nvPr/>
          </p:nvSpPr>
          <p:spPr bwMode="auto">
            <a:xfrm flipV="1">
              <a:off x="7770" y="7159"/>
              <a:ext cx="9492" cy="6385"/>
            </a:xfrm>
            <a:prstGeom prst="line">
              <a:avLst/>
            </a:prstGeom>
            <a:noFill/>
            <a:ln w="508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134" name="WordArt 5"/>
            <p:cNvSpPr>
              <a:spLocks noChangeArrowheads="1" noChangeShapeType="1" noTextEdit="1"/>
            </p:cNvSpPr>
            <p:nvPr/>
          </p:nvSpPr>
          <p:spPr bwMode="auto">
            <a:xfrm>
              <a:off x="5962" y="12744"/>
              <a:ext cx="2270" cy="40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fontAlgn="auto">
                <a:spcBef>
                  <a:spcPts val="0"/>
                </a:spcBef>
                <a:spcAft>
                  <a:spcPts val="0"/>
                </a:spcAft>
                <a:defRPr/>
              </a:pPr>
              <a:r>
                <a:rPr lang="zh-CN" altLang="en-US" sz="2000" kern="10">
                  <a:ln w="9525">
                    <a:solidFill>
                      <a:srgbClr val="000000"/>
                    </a:solidFill>
                    <a:round/>
                    <a:headEnd/>
                    <a:tailEnd/>
                  </a:ln>
                  <a:solidFill>
                    <a:srgbClr val="000000"/>
                  </a:solidFill>
                  <a:latin typeface="宋体"/>
                  <a:ea typeface="宋体"/>
                </a:rPr>
                <a:t>场</a:t>
              </a:r>
              <a:r>
                <a:rPr lang="en-US" altLang="zh-CN" sz="2000" kern="10">
                  <a:ln w="9525">
                    <a:solidFill>
                      <a:srgbClr val="000000"/>
                    </a:solidFill>
                    <a:round/>
                    <a:headEnd/>
                    <a:tailEnd/>
                  </a:ln>
                  <a:solidFill>
                    <a:srgbClr val="000000"/>
                  </a:solidFill>
                  <a:latin typeface="宋体"/>
                  <a:ea typeface="宋体"/>
                </a:rPr>
                <a:t>——</a:t>
              </a:r>
              <a:r>
                <a:rPr lang="zh-CN" altLang="en-US" sz="2000" kern="10">
                  <a:ln w="9525">
                    <a:solidFill>
                      <a:srgbClr val="000000"/>
                    </a:solidFill>
                    <a:round/>
                    <a:headEnd/>
                    <a:tailEnd/>
                  </a:ln>
                  <a:solidFill>
                    <a:srgbClr val="000000"/>
                  </a:solidFill>
                  <a:latin typeface="宋体"/>
                  <a:ea typeface="宋体"/>
                </a:rPr>
                <a:t>电荷载体</a:t>
              </a:r>
            </a:p>
          </p:txBody>
        </p:sp>
        <p:sp>
          <p:nvSpPr>
            <p:cNvPr id="135" name="WordArt 6"/>
            <p:cNvSpPr>
              <a:spLocks noChangeArrowheads="1" noChangeShapeType="1" noTextEdit="1"/>
            </p:cNvSpPr>
            <p:nvPr/>
          </p:nvSpPr>
          <p:spPr bwMode="auto">
            <a:xfrm>
              <a:off x="7318" y="11848"/>
              <a:ext cx="2260" cy="40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fontAlgn="auto">
                <a:spcBef>
                  <a:spcPts val="0"/>
                </a:spcBef>
                <a:spcAft>
                  <a:spcPts val="0"/>
                </a:spcAft>
                <a:defRPr/>
              </a:pPr>
              <a:r>
                <a:rPr lang="zh-CN" altLang="en-US" sz="2000" kern="10">
                  <a:ln w="9525">
                    <a:solidFill>
                      <a:srgbClr val="000000"/>
                    </a:solidFill>
                    <a:round/>
                    <a:headEnd/>
                    <a:tailEnd/>
                  </a:ln>
                  <a:solidFill>
                    <a:srgbClr val="FFFFFF"/>
                  </a:solidFill>
                  <a:latin typeface="宋体"/>
                  <a:ea typeface="宋体"/>
                </a:rPr>
                <a:t>电势</a:t>
              </a:r>
              <a:r>
                <a:rPr lang="en-US" altLang="zh-CN" sz="2000" kern="10">
                  <a:ln w="9525">
                    <a:solidFill>
                      <a:srgbClr val="000000"/>
                    </a:solidFill>
                    <a:round/>
                    <a:headEnd/>
                    <a:tailEnd/>
                  </a:ln>
                  <a:solidFill>
                    <a:srgbClr val="FFFFFF"/>
                  </a:solidFill>
                  <a:latin typeface="宋体"/>
                  <a:ea typeface="宋体"/>
                </a:rPr>
                <a:t>——</a:t>
              </a:r>
              <a:r>
                <a:rPr lang="zh-CN" altLang="en-US" sz="2000" kern="10">
                  <a:ln w="9525">
                    <a:solidFill>
                      <a:srgbClr val="000000"/>
                    </a:solidFill>
                    <a:round/>
                    <a:headEnd/>
                    <a:tailEnd/>
                  </a:ln>
                  <a:solidFill>
                    <a:srgbClr val="FFFFFF"/>
                  </a:solidFill>
                  <a:latin typeface="宋体"/>
                  <a:ea typeface="宋体"/>
                </a:rPr>
                <a:t>电路</a:t>
              </a:r>
            </a:p>
          </p:txBody>
        </p:sp>
        <p:sp>
          <p:nvSpPr>
            <p:cNvPr id="136" name="WordArt 7"/>
            <p:cNvSpPr>
              <a:spLocks noChangeArrowheads="1" noChangeShapeType="1" noTextEdit="1"/>
            </p:cNvSpPr>
            <p:nvPr/>
          </p:nvSpPr>
          <p:spPr bwMode="auto">
            <a:xfrm>
              <a:off x="8674" y="10952"/>
              <a:ext cx="2260" cy="40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fontAlgn="auto">
                <a:spcBef>
                  <a:spcPts val="0"/>
                </a:spcBef>
                <a:spcAft>
                  <a:spcPts val="0"/>
                </a:spcAft>
                <a:defRPr/>
              </a:pPr>
              <a:r>
                <a:rPr lang="zh-CN" altLang="en-US" sz="2000" kern="10">
                  <a:ln w="9525">
                    <a:solidFill>
                      <a:srgbClr val="000000"/>
                    </a:solidFill>
                    <a:round/>
                    <a:headEnd/>
                    <a:tailEnd/>
                  </a:ln>
                  <a:solidFill>
                    <a:srgbClr val="000000"/>
                  </a:solidFill>
                  <a:latin typeface="宋体"/>
                  <a:ea typeface="宋体"/>
                </a:rPr>
                <a:t>比特</a:t>
              </a:r>
              <a:r>
                <a:rPr lang="en-US" altLang="zh-CN" sz="2000" kern="10">
                  <a:ln w="9525">
                    <a:solidFill>
                      <a:srgbClr val="000000"/>
                    </a:solidFill>
                    <a:round/>
                    <a:headEnd/>
                    <a:tailEnd/>
                  </a:ln>
                  <a:solidFill>
                    <a:srgbClr val="000000"/>
                  </a:solidFill>
                  <a:latin typeface="宋体"/>
                  <a:ea typeface="宋体"/>
                </a:rPr>
                <a:t>——</a:t>
              </a:r>
              <a:r>
                <a:rPr lang="zh-CN" altLang="en-US" sz="2000" kern="10">
                  <a:ln w="9525">
                    <a:solidFill>
                      <a:srgbClr val="000000"/>
                    </a:solidFill>
                    <a:round/>
                    <a:headEnd/>
                    <a:tailEnd/>
                  </a:ln>
                  <a:solidFill>
                    <a:srgbClr val="000000"/>
                  </a:solidFill>
                  <a:latin typeface="宋体"/>
                  <a:ea typeface="宋体"/>
                </a:rPr>
                <a:t>逻辑</a:t>
              </a:r>
            </a:p>
          </p:txBody>
        </p:sp>
        <p:sp>
          <p:nvSpPr>
            <p:cNvPr id="137" name="WordArt 8"/>
            <p:cNvSpPr>
              <a:spLocks noChangeArrowheads="1" noChangeShapeType="1" noTextEdit="1"/>
            </p:cNvSpPr>
            <p:nvPr/>
          </p:nvSpPr>
          <p:spPr bwMode="auto">
            <a:xfrm>
              <a:off x="10030" y="10056"/>
              <a:ext cx="2260" cy="40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fontAlgn="auto">
                <a:spcBef>
                  <a:spcPts val="0"/>
                </a:spcBef>
                <a:spcAft>
                  <a:spcPts val="0"/>
                </a:spcAft>
                <a:defRPr/>
              </a:pPr>
              <a:r>
                <a:rPr lang="zh-CN" altLang="en-US" sz="2000" kern="10">
                  <a:ln w="9525">
                    <a:solidFill>
                      <a:srgbClr val="000000"/>
                    </a:solidFill>
                    <a:round/>
                    <a:headEnd/>
                    <a:tailEnd/>
                  </a:ln>
                  <a:solidFill>
                    <a:srgbClr val="000000"/>
                  </a:solidFill>
                  <a:latin typeface="宋体"/>
                  <a:ea typeface="宋体"/>
                </a:rPr>
                <a:t>程序</a:t>
              </a:r>
              <a:r>
                <a:rPr lang="en-US" altLang="zh-CN" sz="2000" kern="10">
                  <a:ln w="9525">
                    <a:solidFill>
                      <a:srgbClr val="000000"/>
                    </a:solidFill>
                    <a:round/>
                    <a:headEnd/>
                    <a:tailEnd/>
                  </a:ln>
                  <a:solidFill>
                    <a:srgbClr val="000000"/>
                  </a:solidFill>
                  <a:latin typeface="宋体"/>
                  <a:ea typeface="宋体"/>
                </a:rPr>
                <a:t>——</a:t>
              </a:r>
              <a:r>
                <a:rPr lang="zh-CN" altLang="en-US" sz="2000" kern="10">
                  <a:ln w="9525">
                    <a:solidFill>
                      <a:srgbClr val="000000"/>
                    </a:solidFill>
                    <a:round/>
                    <a:headEnd/>
                    <a:tailEnd/>
                  </a:ln>
                  <a:solidFill>
                    <a:srgbClr val="000000"/>
                  </a:solidFill>
                  <a:latin typeface="宋体"/>
                  <a:ea typeface="宋体"/>
                </a:rPr>
                <a:t>处理器</a:t>
              </a:r>
            </a:p>
          </p:txBody>
        </p:sp>
        <p:sp>
          <p:nvSpPr>
            <p:cNvPr id="138" name="WordArt 9"/>
            <p:cNvSpPr>
              <a:spLocks noChangeArrowheads="1" noChangeShapeType="1" noTextEdit="1"/>
            </p:cNvSpPr>
            <p:nvPr/>
          </p:nvSpPr>
          <p:spPr bwMode="auto">
            <a:xfrm>
              <a:off x="11386" y="9160"/>
              <a:ext cx="2260" cy="40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fontAlgn="auto">
                <a:spcBef>
                  <a:spcPts val="0"/>
                </a:spcBef>
                <a:spcAft>
                  <a:spcPts val="0"/>
                </a:spcAft>
                <a:defRPr/>
              </a:pPr>
              <a:r>
                <a:rPr lang="zh-CN" altLang="en-US" sz="2000" kern="10">
                  <a:ln w="9525">
                    <a:solidFill>
                      <a:srgbClr val="000000"/>
                    </a:solidFill>
                    <a:round/>
                    <a:headEnd/>
                    <a:tailEnd/>
                  </a:ln>
                  <a:solidFill>
                    <a:srgbClr val="000000"/>
                  </a:solidFill>
                  <a:latin typeface="宋体"/>
                  <a:ea typeface="宋体"/>
                </a:rPr>
                <a:t>数据</a:t>
              </a:r>
              <a:r>
                <a:rPr lang="en-US" altLang="zh-CN" sz="2000" kern="10">
                  <a:ln w="9525">
                    <a:solidFill>
                      <a:srgbClr val="000000"/>
                    </a:solidFill>
                    <a:round/>
                    <a:headEnd/>
                    <a:tailEnd/>
                  </a:ln>
                  <a:solidFill>
                    <a:srgbClr val="000000"/>
                  </a:solidFill>
                  <a:latin typeface="宋体"/>
                  <a:ea typeface="宋体"/>
                </a:rPr>
                <a:t>——</a:t>
              </a:r>
              <a:r>
                <a:rPr lang="zh-CN" altLang="en-US" sz="2000" kern="10">
                  <a:ln w="9525">
                    <a:solidFill>
                      <a:srgbClr val="000000"/>
                    </a:solidFill>
                    <a:round/>
                    <a:headEnd/>
                    <a:tailEnd/>
                  </a:ln>
                  <a:solidFill>
                    <a:srgbClr val="000000"/>
                  </a:solidFill>
                  <a:latin typeface="宋体"/>
                  <a:ea typeface="宋体"/>
                </a:rPr>
                <a:t>算法</a:t>
              </a:r>
            </a:p>
          </p:txBody>
        </p:sp>
        <p:sp>
          <p:nvSpPr>
            <p:cNvPr id="139" name="WordArt 10"/>
            <p:cNvSpPr>
              <a:spLocks noChangeArrowheads="1" noChangeShapeType="1" noTextEdit="1"/>
            </p:cNvSpPr>
            <p:nvPr/>
          </p:nvSpPr>
          <p:spPr bwMode="auto">
            <a:xfrm>
              <a:off x="12742" y="8264"/>
              <a:ext cx="2260" cy="40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fontAlgn="auto">
                <a:spcBef>
                  <a:spcPts val="0"/>
                </a:spcBef>
                <a:spcAft>
                  <a:spcPts val="0"/>
                </a:spcAft>
                <a:defRPr/>
              </a:pPr>
              <a:r>
                <a:rPr lang="zh-CN" altLang="en-US" sz="2000" kern="10">
                  <a:ln w="9525">
                    <a:solidFill>
                      <a:srgbClr val="000000"/>
                    </a:solidFill>
                    <a:round/>
                    <a:headEnd/>
                    <a:tailEnd/>
                  </a:ln>
                  <a:solidFill>
                    <a:srgbClr val="000000"/>
                  </a:solidFill>
                  <a:latin typeface="宋体"/>
                  <a:ea typeface="宋体"/>
                </a:rPr>
                <a:t>数据包</a:t>
              </a:r>
              <a:r>
                <a:rPr lang="en-US" altLang="zh-CN" sz="2000" kern="10">
                  <a:ln w="9525">
                    <a:solidFill>
                      <a:srgbClr val="000000"/>
                    </a:solidFill>
                    <a:round/>
                    <a:headEnd/>
                    <a:tailEnd/>
                  </a:ln>
                  <a:solidFill>
                    <a:srgbClr val="000000"/>
                  </a:solidFill>
                  <a:latin typeface="宋体"/>
                  <a:ea typeface="宋体"/>
                </a:rPr>
                <a:t>——</a:t>
              </a:r>
              <a:r>
                <a:rPr lang="zh-CN" altLang="en-US" sz="2000" kern="10">
                  <a:ln w="9525">
                    <a:solidFill>
                      <a:srgbClr val="000000"/>
                    </a:solidFill>
                    <a:round/>
                    <a:headEnd/>
                    <a:tailEnd/>
                  </a:ln>
                  <a:solidFill>
                    <a:srgbClr val="000000"/>
                  </a:solidFill>
                  <a:latin typeface="宋体"/>
                  <a:ea typeface="宋体"/>
                </a:rPr>
                <a:t>网络</a:t>
              </a:r>
            </a:p>
          </p:txBody>
        </p:sp>
        <p:sp>
          <p:nvSpPr>
            <p:cNvPr id="140" name="WordArt 11"/>
            <p:cNvSpPr>
              <a:spLocks noChangeArrowheads="1" noChangeShapeType="1" noTextEdit="1"/>
            </p:cNvSpPr>
            <p:nvPr/>
          </p:nvSpPr>
          <p:spPr bwMode="auto">
            <a:xfrm>
              <a:off x="14098" y="7368"/>
              <a:ext cx="2260" cy="40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fontAlgn="auto">
                <a:spcBef>
                  <a:spcPts val="0"/>
                </a:spcBef>
                <a:spcAft>
                  <a:spcPts val="0"/>
                </a:spcAft>
                <a:defRPr/>
              </a:pPr>
              <a:r>
                <a:rPr lang="zh-CN" altLang="en-US" sz="2000" kern="10">
                  <a:ln w="9525">
                    <a:solidFill>
                      <a:srgbClr val="000000"/>
                    </a:solidFill>
                    <a:round/>
                    <a:headEnd/>
                    <a:tailEnd/>
                  </a:ln>
                  <a:solidFill>
                    <a:srgbClr val="000000"/>
                  </a:solidFill>
                  <a:latin typeface="宋体"/>
                  <a:ea typeface="宋体"/>
                </a:rPr>
                <a:t>媒体</a:t>
              </a:r>
              <a:r>
                <a:rPr lang="en-US" altLang="zh-CN" sz="2000" kern="10">
                  <a:ln w="9525">
                    <a:solidFill>
                      <a:srgbClr val="000000"/>
                    </a:solidFill>
                    <a:round/>
                    <a:headEnd/>
                    <a:tailEnd/>
                  </a:ln>
                  <a:solidFill>
                    <a:srgbClr val="000000"/>
                  </a:solidFill>
                  <a:latin typeface="宋体"/>
                  <a:ea typeface="宋体"/>
                </a:rPr>
                <a:t>——</a:t>
              </a:r>
              <a:r>
                <a:rPr lang="zh-CN" altLang="en-US" sz="2000" kern="10">
                  <a:ln w="9525">
                    <a:solidFill>
                      <a:srgbClr val="000000"/>
                    </a:solidFill>
                    <a:round/>
                    <a:headEnd/>
                    <a:tailEnd/>
                  </a:ln>
                  <a:solidFill>
                    <a:srgbClr val="000000"/>
                  </a:solidFill>
                  <a:latin typeface="宋体"/>
                  <a:ea typeface="宋体"/>
                </a:rPr>
                <a:t>认知</a:t>
              </a:r>
            </a:p>
          </p:txBody>
        </p:sp>
        <p:sp>
          <p:nvSpPr>
            <p:cNvPr id="61455" name="WordArt 12"/>
            <p:cNvSpPr>
              <a:spLocks noChangeArrowheads="1" noChangeShapeType="1" noTextEdit="1"/>
            </p:cNvSpPr>
            <p:nvPr/>
          </p:nvSpPr>
          <p:spPr bwMode="auto">
            <a:xfrm>
              <a:off x="14663" y="6504"/>
              <a:ext cx="1140" cy="448"/>
            </a:xfrm>
            <a:prstGeom prst="rect">
              <a:avLst/>
            </a:prstGeom>
          </p:spPr>
          <p:txBody>
            <a:bodyPr wrap="none" fromWordArt="1">
              <a:prstTxWarp prst="textPlain">
                <a:avLst>
                  <a:gd name="adj" fmla="val 50000"/>
                </a:avLst>
              </a:prstTxWarp>
            </a:bodyPr>
            <a:lstStyle/>
            <a:p>
              <a:pPr algn="ctr"/>
              <a:r>
                <a:rPr lang="zh-CN" altLang="en-US" sz="1400" kern="10">
                  <a:ln w="9525">
                    <a:solidFill>
                      <a:srgbClr val="0000FF"/>
                    </a:solidFill>
                    <a:round/>
                    <a:headEnd/>
                    <a:tailEnd/>
                  </a:ln>
                  <a:solidFill>
                    <a:srgbClr val="0000FF"/>
                  </a:solidFill>
                  <a:latin typeface="宋体"/>
                  <a:ea typeface="宋体"/>
                </a:rPr>
                <a:t>信息载体</a:t>
              </a:r>
            </a:p>
          </p:txBody>
        </p:sp>
        <p:sp>
          <p:nvSpPr>
            <p:cNvPr id="61456" name="WordArt 13"/>
            <p:cNvSpPr>
              <a:spLocks noChangeArrowheads="1" noChangeShapeType="1" noTextEdit="1"/>
            </p:cNvSpPr>
            <p:nvPr/>
          </p:nvSpPr>
          <p:spPr bwMode="auto">
            <a:xfrm>
              <a:off x="17149" y="6504"/>
              <a:ext cx="565" cy="448"/>
            </a:xfrm>
            <a:prstGeom prst="rect">
              <a:avLst/>
            </a:prstGeom>
          </p:spPr>
          <p:txBody>
            <a:bodyPr wrap="none" fromWordArt="1">
              <a:prstTxWarp prst="textPlain">
                <a:avLst>
                  <a:gd name="adj" fmla="val 50000"/>
                </a:avLst>
              </a:prstTxWarp>
            </a:bodyPr>
            <a:lstStyle/>
            <a:p>
              <a:pPr algn="ctr"/>
              <a:r>
                <a:rPr lang="zh-CN" altLang="en-US" sz="1400" kern="10">
                  <a:ln w="9525">
                    <a:solidFill>
                      <a:srgbClr val="0000FF"/>
                    </a:solidFill>
                    <a:round/>
                    <a:headEnd/>
                    <a:tailEnd/>
                  </a:ln>
                  <a:solidFill>
                    <a:srgbClr val="0000FF"/>
                  </a:solidFill>
                  <a:latin typeface="宋体"/>
                  <a:ea typeface="宋体"/>
                </a:rPr>
                <a:t>系统</a:t>
              </a:r>
            </a:p>
          </p:txBody>
        </p:sp>
        <p:sp>
          <p:nvSpPr>
            <p:cNvPr id="143" name="Line 14"/>
            <p:cNvSpPr>
              <a:spLocks noChangeShapeType="1"/>
            </p:cNvSpPr>
            <p:nvPr/>
          </p:nvSpPr>
          <p:spPr bwMode="auto">
            <a:xfrm>
              <a:off x="15906" y="6601"/>
              <a:ext cx="1129"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144" name="Line 15"/>
            <p:cNvSpPr>
              <a:spLocks noChangeShapeType="1"/>
            </p:cNvSpPr>
            <p:nvPr/>
          </p:nvSpPr>
          <p:spPr bwMode="auto">
            <a:xfrm flipH="1">
              <a:off x="15906" y="6823"/>
              <a:ext cx="1129" cy="3"/>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459" name="WordArt 16"/>
            <p:cNvSpPr>
              <a:spLocks noChangeArrowheads="1" noChangeShapeType="1" noTextEdit="1"/>
            </p:cNvSpPr>
            <p:nvPr/>
          </p:nvSpPr>
          <p:spPr bwMode="auto">
            <a:xfrm>
              <a:off x="15963" y="6264"/>
              <a:ext cx="960" cy="240"/>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000000"/>
                  </a:solidFill>
                  <a:latin typeface="华文楷体"/>
                  <a:ea typeface="华文楷体"/>
                </a:rPr>
                <a:t>相互作用</a:t>
              </a:r>
            </a:p>
          </p:txBody>
        </p:sp>
        <p:sp>
          <p:nvSpPr>
            <p:cNvPr id="146" name="Line 17"/>
            <p:cNvSpPr>
              <a:spLocks noChangeShapeType="1"/>
            </p:cNvSpPr>
            <p:nvPr/>
          </p:nvSpPr>
          <p:spPr bwMode="auto">
            <a:xfrm flipV="1">
              <a:off x="4607" y="6937"/>
              <a:ext cx="9942" cy="6607"/>
            </a:xfrm>
            <a:prstGeom prst="line">
              <a:avLst/>
            </a:prstGeom>
            <a:noFill/>
            <a:ln w="508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147" name="Line 18"/>
            <p:cNvSpPr>
              <a:spLocks noChangeShapeType="1"/>
            </p:cNvSpPr>
            <p:nvPr/>
          </p:nvSpPr>
          <p:spPr bwMode="auto">
            <a:xfrm flipH="1" flipV="1">
              <a:off x="5622" y="12199"/>
              <a:ext cx="339" cy="4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148" name="Line 19"/>
            <p:cNvSpPr>
              <a:spLocks noChangeShapeType="1"/>
            </p:cNvSpPr>
            <p:nvPr/>
          </p:nvSpPr>
          <p:spPr bwMode="auto">
            <a:xfrm>
              <a:off x="8675" y="12967"/>
              <a:ext cx="677"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463" name="WordArt 20"/>
            <p:cNvSpPr>
              <a:spLocks noChangeArrowheads="1" noChangeShapeType="1" noTextEdit="1"/>
            </p:cNvSpPr>
            <p:nvPr/>
          </p:nvSpPr>
          <p:spPr bwMode="auto">
            <a:xfrm>
              <a:off x="9352" y="12856"/>
              <a:ext cx="678" cy="240"/>
            </a:xfrm>
            <a:prstGeom prst="rect">
              <a:avLst/>
            </a:prstGeom>
          </p:spPr>
          <p:txBody>
            <a:bodyPr wrap="none" fromWordArt="1">
              <a:prstTxWarp prst="textPlain">
                <a:avLst>
                  <a:gd name="adj" fmla="val 50000"/>
                </a:avLst>
              </a:prstTxWarp>
            </a:bodyPr>
            <a:lstStyle/>
            <a:p>
              <a:pPr algn="ctr"/>
              <a:r>
                <a:rPr lang="zh-CN" altLang="en-US" sz="1200" kern="10">
                  <a:ln w="9525">
                    <a:solidFill>
                      <a:srgbClr val="FF0000"/>
                    </a:solidFill>
                    <a:round/>
                    <a:headEnd/>
                    <a:tailEnd/>
                  </a:ln>
                  <a:solidFill>
                    <a:srgbClr val="FFFFFF"/>
                  </a:solidFill>
                  <a:latin typeface="华文楷体"/>
                  <a:ea typeface="华文楷体"/>
                </a:rPr>
                <a:t>元器件</a:t>
              </a:r>
            </a:p>
          </p:txBody>
        </p:sp>
        <p:sp>
          <p:nvSpPr>
            <p:cNvPr id="150" name="Line 21"/>
            <p:cNvSpPr>
              <a:spLocks noChangeShapeType="1"/>
            </p:cNvSpPr>
            <p:nvPr/>
          </p:nvSpPr>
          <p:spPr bwMode="auto">
            <a:xfrm flipV="1">
              <a:off x="9804" y="12199"/>
              <a:ext cx="0" cy="5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465" name="WordArt 22"/>
            <p:cNvSpPr>
              <a:spLocks noChangeArrowheads="1" noChangeShapeType="1" noTextEdit="1"/>
            </p:cNvSpPr>
            <p:nvPr/>
          </p:nvSpPr>
          <p:spPr bwMode="auto">
            <a:xfrm>
              <a:off x="4606" y="11848"/>
              <a:ext cx="960" cy="448"/>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微波工程</a:t>
              </a:r>
            </a:p>
            <a:p>
              <a:pPr algn="ctr"/>
              <a:r>
                <a:rPr lang="zh-CN" altLang="en-US" sz="1200" kern="10">
                  <a:ln w="9525">
                    <a:solidFill>
                      <a:srgbClr val="000000"/>
                    </a:solidFill>
                    <a:round/>
                    <a:headEnd/>
                    <a:tailEnd/>
                  </a:ln>
                  <a:solidFill>
                    <a:srgbClr val="FFFFFF"/>
                  </a:solidFill>
                  <a:latin typeface="华文楷体"/>
                  <a:ea typeface="华文楷体"/>
                </a:rPr>
                <a:t>光电工程</a:t>
              </a:r>
            </a:p>
          </p:txBody>
        </p:sp>
        <p:sp>
          <p:nvSpPr>
            <p:cNvPr id="152" name="Line 23"/>
            <p:cNvSpPr>
              <a:spLocks noChangeShapeType="1"/>
            </p:cNvSpPr>
            <p:nvPr/>
          </p:nvSpPr>
          <p:spPr bwMode="auto">
            <a:xfrm>
              <a:off x="10029" y="12071"/>
              <a:ext cx="680"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467" name="WordArt 24"/>
            <p:cNvSpPr>
              <a:spLocks noChangeArrowheads="1" noChangeShapeType="1" noTextEdit="1"/>
            </p:cNvSpPr>
            <p:nvPr/>
          </p:nvSpPr>
          <p:spPr bwMode="auto">
            <a:xfrm>
              <a:off x="10708" y="11960"/>
              <a:ext cx="904" cy="240"/>
            </a:xfrm>
            <a:prstGeom prst="rect">
              <a:avLst/>
            </a:prstGeom>
          </p:spPr>
          <p:txBody>
            <a:bodyPr wrap="none" fromWordArt="1">
              <a:prstTxWarp prst="textPlain">
                <a:avLst>
                  <a:gd name="adj" fmla="val 50000"/>
                </a:avLst>
              </a:prstTxWarp>
            </a:bodyPr>
            <a:lstStyle/>
            <a:p>
              <a:pPr algn="ctr"/>
              <a:r>
                <a:rPr lang="zh-CN" altLang="en-US" sz="1200" kern="10">
                  <a:ln w="9525">
                    <a:solidFill>
                      <a:srgbClr val="FF0000"/>
                    </a:solidFill>
                    <a:round/>
                    <a:headEnd/>
                    <a:tailEnd/>
                  </a:ln>
                  <a:solidFill>
                    <a:srgbClr val="FFFFFF"/>
                  </a:solidFill>
                  <a:latin typeface="华文楷体"/>
                  <a:ea typeface="华文楷体"/>
                </a:rPr>
                <a:t>开关电路</a:t>
              </a:r>
            </a:p>
          </p:txBody>
        </p:sp>
        <p:sp>
          <p:nvSpPr>
            <p:cNvPr id="154" name="Line 25"/>
            <p:cNvSpPr>
              <a:spLocks noChangeShapeType="1"/>
            </p:cNvSpPr>
            <p:nvPr/>
          </p:nvSpPr>
          <p:spPr bwMode="auto">
            <a:xfrm flipV="1">
              <a:off x="11161" y="11303"/>
              <a:ext cx="0" cy="5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155" name="Line 26"/>
            <p:cNvSpPr>
              <a:spLocks noChangeShapeType="1"/>
            </p:cNvSpPr>
            <p:nvPr/>
          </p:nvSpPr>
          <p:spPr bwMode="auto">
            <a:xfrm>
              <a:off x="11386" y="11175"/>
              <a:ext cx="677"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470" name="WordArt 27"/>
            <p:cNvSpPr>
              <a:spLocks noChangeArrowheads="1" noChangeShapeType="1" noTextEdit="1"/>
            </p:cNvSpPr>
            <p:nvPr/>
          </p:nvSpPr>
          <p:spPr bwMode="auto">
            <a:xfrm>
              <a:off x="12064" y="11064"/>
              <a:ext cx="904" cy="240"/>
            </a:xfrm>
            <a:prstGeom prst="rect">
              <a:avLst/>
            </a:prstGeom>
          </p:spPr>
          <p:txBody>
            <a:bodyPr wrap="none" fromWordArt="1">
              <a:prstTxWarp prst="textPlain">
                <a:avLst>
                  <a:gd name="adj" fmla="val 50000"/>
                </a:avLst>
              </a:prstTxWarp>
            </a:bodyPr>
            <a:lstStyle/>
            <a:p>
              <a:pPr algn="ctr"/>
              <a:r>
                <a:rPr lang="zh-CN" altLang="en-US" sz="1200" kern="10">
                  <a:ln w="9525">
                    <a:solidFill>
                      <a:srgbClr val="FF0000"/>
                    </a:solidFill>
                    <a:round/>
                    <a:headEnd/>
                    <a:tailEnd/>
                  </a:ln>
                  <a:solidFill>
                    <a:srgbClr val="FFFFFF"/>
                  </a:solidFill>
                  <a:latin typeface="华文楷体"/>
                  <a:ea typeface="华文楷体"/>
                </a:rPr>
                <a:t>微处理器</a:t>
              </a:r>
            </a:p>
          </p:txBody>
        </p:sp>
        <p:sp>
          <p:nvSpPr>
            <p:cNvPr id="157" name="Line 28"/>
            <p:cNvSpPr>
              <a:spLocks noChangeShapeType="1"/>
            </p:cNvSpPr>
            <p:nvPr/>
          </p:nvSpPr>
          <p:spPr bwMode="auto">
            <a:xfrm flipV="1">
              <a:off x="12515" y="10407"/>
              <a:ext cx="3" cy="5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158" name="Line 29"/>
            <p:cNvSpPr>
              <a:spLocks noChangeShapeType="1"/>
            </p:cNvSpPr>
            <p:nvPr/>
          </p:nvSpPr>
          <p:spPr bwMode="auto">
            <a:xfrm>
              <a:off x="12742" y="10279"/>
              <a:ext cx="677"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473" name="WordArt 30"/>
            <p:cNvSpPr>
              <a:spLocks noChangeArrowheads="1" noChangeShapeType="1" noTextEdit="1"/>
            </p:cNvSpPr>
            <p:nvPr/>
          </p:nvSpPr>
          <p:spPr bwMode="auto">
            <a:xfrm>
              <a:off x="13420" y="10168"/>
              <a:ext cx="1130" cy="240"/>
            </a:xfrm>
            <a:prstGeom prst="rect">
              <a:avLst/>
            </a:prstGeom>
          </p:spPr>
          <p:txBody>
            <a:bodyPr wrap="none" fromWordArt="1">
              <a:prstTxWarp prst="textPlain">
                <a:avLst>
                  <a:gd name="adj" fmla="val 50000"/>
                </a:avLst>
              </a:prstTxWarp>
            </a:bodyPr>
            <a:lstStyle/>
            <a:p>
              <a:pPr algn="ctr"/>
              <a:r>
                <a:rPr lang="zh-CN" altLang="en-US" sz="1200" kern="10">
                  <a:ln w="9525">
                    <a:solidFill>
                      <a:srgbClr val="FF0000"/>
                    </a:solidFill>
                    <a:round/>
                    <a:headEnd/>
                    <a:tailEnd/>
                  </a:ln>
                  <a:solidFill>
                    <a:srgbClr val="FFFFFF"/>
                  </a:solidFill>
                  <a:latin typeface="华文楷体"/>
                  <a:ea typeface="华文楷体"/>
                </a:rPr>
                <a:t>电子计算机</a:t>
              </a:r>
            </a:p>
          </p:txBody>
        </p:sp>
        <p:sp>
          <p:nvSpPr>
            <p:cNvPr id="160" name="Line 31"/>
            <p:cNvSpPr>
              <a:spLocks noChangeShapeType="1"/>
            </p:cNvSpPr>
            <p:nvPr/>
          </p:nvSpPr>
          <p:spPr bwMode="auto">
            <a:xfrm flipV="1">
              <a:off x="13872" y="9511"/>
              <a:ext cx="0" cy="5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161" name="Line 32"/>
            <p:cNvSpPr>
              <a:spLocks noChangeShapeType="1"/>
            </p:cNvSpPr>
            <p:nvPr/>
          </p:nvSpPr>
          <p:spPr bwMode="auto">
            <a:xfrm>
              <a:off x="14099" y="9383"/>
              <a:ext cx="677"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476" name="WordArt 33"/>
            <p:cNvSpPr>
              <a:spLocks noChangeArrowheads="1" noChangeShapeType="1" noTextEdit="1"/>
            </p:cNvSpPr>
            <p:nvPr/>
          </p:nvSpPr>
          <p:spPr bwMode="auto">
            <a:xfrm>
              <a:off x="14776" y="9272"/>
              <a:ext cx="904" cy="240"/>
            </a:xfrm>
            <a:prstGeom prst="rect">
              <a:avLst/>
            </a:prstGeom>
          </p:spPr>
          <p:txBody>
            <a:bodyPr wrap="none" fromWordArt="1">
              <a:prstTxWarp prst="textPlain">
                <a:avLst>
                  <a:gd name="adj" fmla="val 50000"/>
                </a:avLst>
              </a:prstTxWarp>
            </a:bodyPr>
            <a:lstStyle/>
            <a:p>
              <a:pPr algn="ctr"/>
              <a:r>
                <a:rPr lang="zh-CN" altLang="en-US" sz="1200" kern="10">
                  <a:ln w="9525">
                    <a:solidFill>
                      <a:srgbClr val="FF0000"/>
                    </a:solidFill>
                    <a:round/>
                    <a:headEnd/>
                    <a:tailEnd/>
                  </a:ln>
                  <a:solidFill>
                    <a:srgbClr val="FFFFFF"/>
                  </a:solidFill>
                  <a:latin typeface="华文楷体"/>
                  <a:ea typeface="华文楷体"/>
                </a:rPr>
                <a:t>互联网络</a:t>
              </a:r>
            </a:p>
          </p:txBody>
        </p:sp>
        <p:sp>
          <p:nvSpPr>
            <p:cNvPr id="163" name="Line 34"/>
            <p:cNvSpPr>
              <a:spLocks noChangeShapeType="1"/>
            </p:cNvSpPr>
            <p:nvPr/>
          </p:nvSpPr>
          <p:spPr bwMode="auto">
            <a:xfrm flipV="1">
              <a:off x="15229" y="8601"/>
              <a:ext cx="0" cy="5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164" name="Line 35"/>
            <p:cNvSpPr>
              <a:spLocks noChangeShapeType="1"/>
            </p:cNvSpPr>
            <p:nvPr/>
          </p:nvSpPr>
          <p:spPr bwMode="auto">
            <a:xfrm flipH="1" flipV="1">
              <a:off x="7093" y="11289"/>
              <a:ext cx="339" cy="4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479" name="WordArt 36"/>
            <p:cNvSpPr>
              <a:spLocks noChangeArrowheads="1" noChangeShapeType="1" noTextEdit="1"/>
            </p:cNvSpPr>
            <p:nvPr/>
          </p:nvSpPr>
          <p:spPr bwMode="auto">
            <a:xfrm>
              <a:off x="5623" y="10840"/>
              <a:ext cx="1469" cy="448"/>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电路系统</a:t>
              </a:r>
            </a:p>
            <a:p>
              <a:pPr algn="ctr"/>
              <a:r>
                <a:rPr lang="zh-CN" altLang="en-US" sz="1200" kern="10">
                  <a:ln w="9525">
                    <a:solidFill>
                      <a:srgbClr val="000000"/>
                    </a:solidFill>
                    <a:round/>
                    <a:headEnd/>
                    <a:tailEnd/>
                  </a:ln>
                  <a:solidFill>
                    <a:srgbClr val="FFFFFF"/>
                  </a:solidFill>
                  <a:latin typeface="华文楷体"/>
                  <a:ea typeface="华文楷体"/>
                </a:rPr>
                <a:t>模拟集成电路</a:t>
              </a:r>
            </a:p>
          </p:txBody>
        </p:sp>
        <p:sp>
          <p:nvSpPr>
            <p:cNvPr id="166" name="Line 37"/>
            <p:cNvSpPr>
              <a:spLocks noChangeShapeType="1"/>
            </p:cNvSpPr>
            <p:nvPr/>
          </p:nvSpPr>
          <p:spPr bwMode="auto">
            <a:xfrm flipH="1" flipV="1">
              <a:off x="8336" y="10393"/>
              <a:ext cx="339" cy="4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481" name="WordArt 38"/>
            <p:cNvSpPr>
              <a:spLocks noChangeArrowheads="1" noChangeShapeType="1" noTextEdit="1"/>
            </p:cNvSpPr>
            <p:nvPr/>
          </p:nvSpPr>
          <p:spPr bwMode="auto">
            <a:xfrm>
              <a:off x="6979" y="9944"/>
              <a:ext cx="1412" cy="448"/>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数字集成电路</a:t>
              </a:r>
            </a:p>
            <a:p>
              <a:pPr algn="ctr"/>
              <a:r>
                <a:rPr lang="zh-CN" altLang="en-US" sz="1200" kern="10">
                  <a:ln w="9525">
                    <a:solidFill>
                      <a:srgbClr val="000000"/>
                    </a:solidFill>
                    <a:round/>
                    <a:headEnd/>
                    <a:tailEnd/>
                  </a:ln>
                  <a:solidFill>
                    <a:srgbClr val="FFFFFF"/>
                  </a:solidFill>
                  <a:latin typeface="华文楷体"/>
                  <a:ea typeface="华文楷体"/>
                </a:rPr>
                <a:t>通用逻辑电路</a:t>
              </a:r>
            </a:p>
          </p:txBody>
        </p:sp>
        <p:sp>
          <p:nvSpPr>
            <p:cNvPr id="168" name="Line 39"/>
            <p:cNvSpPr>
              <a:spLocks noChangeShapeType="1"/>
            </p:cNvSpPr>
            <p:nvPr/>
          </p:nvSpPr>
          <p:spPr bwMode="auto">
            <a:xfrm flipH="1" flipV="1">
              <a:off x="9579" y="9511"/>
              <a:ext cx="339" cy="4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483" name="WordArt 40"/>
            <p:cNvSpPr>
              <a:spLocks noChangeArrowheads="1" noChangeShapeType="1" noTextEdit="1"/>
            </p:cNvSpPr>
            <p:nvPr/>
          </p:nvSpPr>
          <p:spPr bwMode="auto">
            <a:xfrm>
              <a:off x="8561" y="9048"/>
              <a:ext cx="960" cy="448"/>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系统软件</a:t>
              </a:r>
            </a:p>
            <a:p>
              <a:pPr algn="ctr"/>
              <a:r>
                <a:rPr lang="zh-CN" altLang="en-US" sz="1200" kern="10">
                  <a:ln w="9525">
                    <a:solidFill>
                      <a:srgbClr val="000000"/>
                    </a:solidFill>
                    <a:round/>
                    <a:headEnd/>
                    <a:tailEnd/>
                  </a:ln>
                  <a:solidFill>
                    <a:srgbClr val="FFFFFF"/>
                  </a:solidFill>
                  <a:latin typeface="华文楷体"/>
                  <a:ea typeface="华文楷体"/>
                </a:rPr>
                <a:t>工具软件</a:t>
              </a:r>
            </a:p>
          </p:txBody>
        </p:sp>
        <p:sp>
          <p:nvSpPr>
            <p:cNvPr id="170" name="Line 41"/>
            <p:cNvSpPr>
              <a:spLocks noChangeShapeType="1"/>
            </p:cNvSpPr>
            <p:nvPr/>
          </p:nvSpPr>
          <p:spPr bwMode="auto">
            <a:xfrm flipH="1" flipV="1">
              <a:off x="10933" y="8601"/>
              <a:ext cx="339" cy="4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485" name="WordArt 42"/>
            <p:cNvSpPr>
              <a:spLocks noChangeArrowheads="1" noChangeShapeType="1" noTextEdit="1"/>
            </p:cNvSpPr>
            <p:nvPr/>
          </p:nvSpPr>
          <p:spPr bwMode="auto">
            <a:xfrm>
              <a:off x="9917" y="8152"/>
              <a:ext cx="960" cy="448"/>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应用软件</a:t>
              </a:r>
            </a:p>
            <a:p>
              <a:pPr algn="ctr"/>
              <a:r>
                <a:rPr lang="zh-CN" altLang="en-US" sz="1200" kern="10">
                  <a:ln w="9525">
                    <a:solidFill>
                      <a:srgbClr val="000000"/>
                    </a:solidFill>
                    <a:round/>
                    <a:headEnd/>
                    <a:tailEnd/>
                  </a:ln>
                  <a:solidFill>
                    <a:srgbClr val="FFFFFF"/>
                  </a:solidFill>
                  <a:latin typeface="华文楷体"/>
                  <a:ea typeface="华文楷体"/>
                </a:rPr>
                <a:t>算法库</a:t>
              </a:r>
            </a:p>
          </p:txBody>
        </p:sp>
        <p:sp>
          <p:nvSpPr>
            <p:cNvPr id="172" name="Line 43"/>
            <p:cNvSpPr>
              <a:spLocks noChangeShapeType="1"/>
            </p:cNvSpPr>
            <p:nvPr/>
          </p:nvSpPr>
          <p:spPr bwMode="auto">
            <a:xfrm flipH="1" flipV="1">
              <a:off x="12290" y="7705"/>
              <a:ext cx="339" cy="4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487" name="WordArt 44"/>
            <p:cNvSpPr>
              <a:spLocks noChangeArrowheads="1" noChangeShapeType="1" noTextEdit="1"/>
            </p:cNvSpPr>
            <p:nvPr/>
          </p:nvSpPr>
          <p:spPr bwMode="auto">
            <a:xfrm>
              <a:off x="11273" y="7144"/>
              <a:ext cx="960" cy="448"/>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网络服务</a:t>
              </a:r>
            </a:p>
            <a:p>
              <a:pPr algn="ctr"/>
              <a:r>
                <a:rPr lang="zh-CN" altLang="en-US" sz="1200" kern="10">
                  <a:ln w="9525">
                    <a:solidFill>
                      <a:srgbClr val="000000"/>
                    </a:solidFill>
                    <a:round/>
                    <a:headEnd/>
                    <a:tailEnd/>
                  </a:ln>
                  <a:solidFill>
                    <a:srgbClr val="FFFFFF"/>
                  </a:solidFill>
                  <a:latin typeface="华文楷体"/>
                  <a:ea typeface="华文楷体"/>
                </a:rPr>
                <a:t>网络工具</a:t>
              </a:r>
            </a:p>
          </p:txBody>
        </p:sp>
        <p:sp>
          <p:nvSpPr>
            <p:cNvPr id="174" name="Line 45"/>
            <p:cNvSpPr>
              <a:spLocks noChangeShapeType="1"/>
            </p:cNvSpPr>
            <p:nvPr/>
          </p:nvSpPr>
          <p:spPr bwMode="auto">
            <a:xfrm flipH="1" flipV="1">
              <a:off x="13647" y="6823"/>
              <a:ext cx="339" cy="4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175" name="Line 46"/>
            <p:cNvSpPr>
              <a:spLocks noChangeShapeType="1"/>
            </p:cNvSpPr>
            <p:nvPr/>
          </p:nvSpPr>
          <p:spPr bwMode="auto">
            <a:xfrm flipH="1" flipV="1">
              <a:off x="8561" y="12984"/>
              <a:ext cx="339" cy="4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490" name="WordArt 47"/>
            <p:cNvSpPr>
              <a:spLocks noChangeArrowheads="1" noChangeShapeType="1" noTextEdit="1"/>
            </p:cNvSpPr>
            <p:nvPr/>
          </p:nvSpPr>
          <p:spPr bwMode="auto">
            <a:xfrm>
              <a:off x="9013" y="13320"/>
              <a:ext cx="1130" cy="448"/>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电磁场理论</a:t>
              </a:r>
            </a:p>
            <a:p>
              <a:pPr algn="ctr"/>
              <a:r>
                <a:rPr lang="zh-CN" altLang="en-US" sz="1200" kern="10">
                  <a:ln w="9525">
                    <a:solidFill>
                      <a:srgbClr val="000000"/>
                    </a:solidFill>
                    <a:round/>
                    <a:headEnd/>
                    <a:tailEnd/>
                  </a:ln>
                  <a:solidFill>
                    <a:srgbClr val="FFFFFF"/>
                  </a:solidFill>
                  <a:latin typeface="华文楷体"/>
                  <a:ea typeface="华文楷体"/>
                </a:rPr>
                <a:t>固体物理</a:t>
              </a:r>
            </a:p>
          </p:txBody>
        </p:sp>
        <p:sp>
          <p:nvSpPr>
            <p:cNvPr id="177" name="Line 48"/>
            <p:cNvSpPr>
              <a:spLocks noChangeShapeType="1"/>
            </p:cNvSpPr>
            <p:nvPr/>
          </p:nvSpPr>
          <p:spPr bwMode="auto">
            <a:xfrm flipH="1" flipV="1">
              <a:off x="9918" y="12088"/>
              <a:ext cx="339" cy="4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492" name="WordArt 49"/>
            <p:cNvSpPr>
              <a:spLocks noChangeArrowheads="1" noChangeShapeType="1" noTextEdit="1"/>
            </p:cNvSpPr>
            <p:nvPr/>
          </p:nvSpPr>
          <p:spPr bwMode="auto">
            <a:xfrm>
              <a:off x="10256" y="12536"/>
              <a:ext cx="904" cy="224"/>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电路理论</a:t>
              </a:r>
            </a:p>
          </p:txBody>
        </p:sp>
        <p:sp>
          <p:nvSpPr>
            <p:cNvPr id="179" name="Line 50"/>
            <p:cNvSpPr>
              <a:spLocks noChangeShapeType="1"/>
            </p:cNvSpPr>
            <p:nvPr/>
          </p:nvSpPr>
          <p:spPr bwMode="auto">
            <a:xfrm flipH="1" flipV="1">
              <a:off x="11272" y="11192"/>
              <a:ext cx="341" cy="4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494" name="WordArt 51"/>
            <p:cNvSpPr>
              <a:spLocks noChangeArrowheads="1" noChangeShapeType="1" noTextEdit="1"/>
            </p:cNvSpPr>
            <p:nvPr/>
          </p:nvSpPr>
          <p:spPr bwMode="auto">
            <a:xfrm>
              <a:off x="11612" y="11640"/>
              <a:ext cx="904" cy="224"/>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布尔代数</a:t>
              </a:r>
            </a:p>
          </p:txBody>
        </p:sp>
        <p:sp>
          <p:nvSpPr>
            <p:cNvPr id="181" name="Line 52"/>
            <p:cNvSpPr>
              <a:spLocks noChangeShapeType="1"/>
            </p:cNvSpPr>
            <p:nvPr/>
          </p:nvSpPr>
          <p:spPr bwMode="auto">
            <a:xfrm>
              <a:off x="15567" y="8393"/>
              <a:ext cx="67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496" name="WordArt 53"/>
            <p:cNvSpPr>
              <a:spLocks noChangeArrowheads="1" noChangeShapeType="1" noTextEdit="1"/>
            </p:cNvSpPr>
            <p:nvPr/>
          </p:nvSpPr>
          <p:spPr bwMode="auto">
            <a:xfrm>
              <a:off x="16245" y="8280"/>
              <a:ext cx="904" cy="240"/>
            </a:xfrm>
            <a:prstGeom prst="rect">
              <a:avLst/>
            </a:prstGeom>
          </p:spPr>
          <p:txBody>
            <a:bodyPr wrap="none" fromWordArt="1">
              <a:prstTxWarp prst="textPlain">
                <a:avLst>
                  <a:gd name="adj" fmla="val 50000"/>
                </a:avLst>
              </a:prstTxWarp>
            </a:bodyPr>
            <a:lstStyle/>
            <a:p>
              <a:pPr algn="ctr"/>
              <a:r>
                <a:rPr lang="zh-CN" altLang="en-US" sz="1200" kern="10">
                  <a:ln w="9525">
                    <a:solidFill>
                      <a:srgbClr val="FF0000"/>
                    </a:solidFill>
                    <a:round/>
                    <a:headEnd/>
                    <a:tailEnd/>
                  </a:ln>
                  <a:solidFill>
                    <a:srgbClr val="FFFFFF"/>
                  </a:solidFill>
                  <a:latin typeface="华文楷体"/>
                  <a:ea typeface="华文楷体"/>
                </a:rPr>
                <a:t>网络社会</a:t>
              </a:r>
            </a:p>
          </p:txBody>
        </p:sp>
        <p:sp>
          <p:nvSpPr>
            <p:cNvPr id="183" name="Line 54"/>
            <p:cNvSpPr>
              <a:spLocks noChangeShapeType="1"/>
            </p:cNvSpPr>
            <p:nvPr/>
          </p:nvSpPr>
          <p:spPr bwMode="auto">
            <a:xfrm flipV="1">
              <a:off x="16697" y="7608"/>
              <a:ext cx="0" cy="5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184" name="Line 55"/>
            <p:cNvSpPr>
              <a:spLocks noChangeShapeType="1"/>
            </p:cNvSpPr>
            <p:nvPr/>
          </p:nvSpPr>
          <p:spPr bwMode="auto">
            <a:xfrm flipH="1" flipV="1">
              <a:off x="12629" y="10296"/>
              <a:ext cx="339" cy="4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499" name="WordArt 56"/>
            <p:cNvSpPr>
              <a:spLocks noChangeArrowheads="1" noChangeShapeType="1" noTextEdit="1"/>
            </p:cNvSpPr>
            <p:nvPr/>
          </p:nvSpPr>
          <p:spPr bwMode="auto">
            <a:xfrm>
              <a:off x="12968" y="10744"/>
              <a:ext cx="904" cy="224"/>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计算机原理</a:t>
              </a:r>
            </a:p>
          </p:txBody>
        </p:sp>
        <p:sp>
          <p:nvSpPr>
            <p:cNvPr id="186" name="Line 57"/>
            <p:cNvSpPr>
              <a:spLocks noChangeShapeType="1"/>
            </p:cNvSpPr>
            <p:nvPr/>
          </p:nvSpPr>
          <p:spPr bwMode="auto">
            <a:xfrm flipH="1" flipV="1">
              <a:off x="13986" y="9400"/>
              <a:ext cx="339" cy="4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501" name="WordArt 58"/>
            <p:cNvSpPr>
              <a:spLocks noChangeArrowheads="1" noChangeShapeType="1" noTextEdit="1"/>
            </p:cNvSpPr>
            <p:nvPr/>
          </p:nvSpPr>
          <p:spPr bwMode="auto">
            <a:xfrm>
              <a:off x="14324" y="9848"/>
              <a:ext cx="904" cy="224"/>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算法理论</a:t>
              </a:r>
            </a:p>
          </p:txBody>
        </p:sp>
        <p:sp>
          <p:nvSpPr>
            <p:cNvPr id="188" name="Line 59"/>
            <p:cNvSpPr>
              <a:spLocks noChangeShapeType="1"/>
            </p:cNvSpPr>
            <p:nvPr/>
          </p:nvSpPr>
          <p:spPr bwMode="auto">
            <a:xfrm flipH="1" flipV="1">
              <a:off x="15340" y="8504"/>
              <a:ext cx="341" cy="4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503" name="WordArt 60"/>
            <p:cNvSpPr>
              <a:spLocks noChangeArrowheads="1" noChangeShapeType="1" noTextEdit="1"/>
            </p:cNvSpPr>
            <p:nvPr/>
          </p:nvSpPr>
          <p:spPr bwMode="auto">
            <a:xfrm>
              <a:off x="15680" y="8952"/>
              <a:ext cx="904" cy="224"/>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网络理论</a:t>
              </a:r>
            </a:p>
          </p:txBody>
        </p:sp>
        <p:sp>
          <p:nvSpPr>
            <p:cNvPr id="61504" name="WordArt 61"/>
            <p:cNvSpPr>
              <a:spLocks noChangeArrowheads="1" noChangeShapeType="1" noTextEdit="1"/>
            </p:cNvSpPr>
            <p:nvPr/>
          </p:nvSpPr>
          <p:spPr bwMode="auto">
            <a:xfrm>
              <a:off x="11612" y="13432"/>
              <a:ext cx="1130" cy="448"/>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随机过程</a:t>
              </a:r>
            </a:p>
            <a:p>
              <a:pPr algn="ctr"/>
              <a:r>
                <a:rPr lang="zh-CN" altLang="en-US" sz="1200" kern="10">
                  <a:ln w="9525">
                    <a:solidFill>
                      <a:srgbClr val="000000"/>
                    </a:solidFill>
                    <a:round/>
                    <a:headEnd/>
                    <a:tailEnd/>
                  </a:ln>
                  <a:solidFill>
                    <a:srgbClr val="FFFFFF"/>
                  </a:solidFill>
                  <a:latin typeface="华文楷体"/>
                  <a:ea typeface="华文楷体"/>
                </a:rPr>
                <a:t>信号与系统</a:t>
              </a:r>
            </a:p>
          </p:txBody>
        </p:sp>
        <p:sp>
          <p:nvSpPr>
            <p:cNvPr id="61505" name="WordArt 62"/>
            <p:cNvSpPr>
              <a:spLocks noChangeArrowheads="1" noChangeShapeType="1" noTextEdit="1"/>
            </p:cNvSpPr>
            <p:nvPr/>
          </p:nvSpPr>
          <p:spPr bwMode="auto">
            <a:xfrm>
              <a:off x="10143" y="14328"/>
              <a:ext cx="904" cy="448"/>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数理方程</a:t>
              </a:r>
            </a:p>
            <a:p>
              <a:pPr algn="ctr"/>
              <a:r>
                <a:rPr lang="zh-CN" altLang="en-US" sz="1200" kern="10">
                  <a:ln w="9525">
                    <a:solidFill>
                      <a:srgbClr val="000000"/>
                    </a:solidFill>
                    <a:round/>
                    <a:headEnd/>
                    <a:tailEnd/>
                  </a:ln>
                  <a:solidFill>
                    <a:srgbClr val="FFFFFF"/>
                  </a:solidFill>
                  <a:latin typeface="华文楷体"/>
                  <a:ea typeface="华文楷体"/>
                </a:rPr>
                <a:t>量子物理</a:t>
              </a:r>
            </a:p>
          </p:txBody>
        </p:sp>
        <p:sp>
          <p:nvSpPr>
            <p:cNvPr id="61506" name="WordArt 63"/>
            <p:cNvSpPr>
              <a:spLocks noChangeArrowheads="1" noChangeShapeType="1" noTextEdit="1"/>
            </p:cNvSpPr>
            <p:nvPr/>
          </p:nvSpPr>
          <p:spPr bwMode="auto">
            <a:xfrm>
              <a:off x="15680" y="10744"/>
              <a:ext cx="904" cy="224"/>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数据结构</a:t>
              </a:r>
            </a:p>
          </p:txBody>
        </p:sp>
        <p:sp>
          <p:nvSpPr>
            <p:cNvPr id="61507" name="WordArt 64"/>
            <p:cNvSpPr>
              <a:spLocks noChangeArrowheads="1" noChangeShapeType="1" noTextEdit="1"/>
            </p:cNvSpPr>
            <p:nvPr/>
          </p:nvSpPr>
          <p:spPr bwMode="auto">
            <a:xfrm>
              <a:off x="13307" y="14216"/>
              <a:ext cx="904" cy="224"/>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复变函数</a:t>
              </a:r>
            </a:p>
          </p:txBody>
        </p:sp>
        <p:sp>
          <p:nvSpPr>
            <p:cNvPr id="61508" name="WordArt 65"/>
            <p:cNvSpPr>
              <a:spLocks noChangeArrowheads="1" noChangeShapeType="1" noTextEdit="1"/>
            </p:cNvSpPr>
            <p:nvPr/>
          </p:nvSpPr>
          <p:spPr bwMode="auto">
            <a:xfrm>
              <a:off x="15228" y="14664"/>
              <a:ext cx="1130" cy="448"/>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微积分</a:t>
              </a:r>
            </a:p>
            <a:p>
              <a:pPr algn="ctr"/>
              <a:r>
                <a:rPr lang="zh-CN" altLang="en-US" sz="1200" kern="10">
                  <a:ln w="9525">
                    <a:solidFill>
                      <a:srgbClr val="000000"/>
                    </a:solidFill>
                    <a:round/>
                    <a:headEnd/>
                    <a:tailEnd/>
                  </a:ln>
                  <a:solidFill>
                    <a:srgbClr val="FFFFFF"/>
                  </a:solidFill>
                  <a:latin typeface="华文楷体"/>
                  <a:ea typeface="华文楷体"/>
                </a:rPr>
                <a:t>几何与代数</a:t>
              </a:r>
            </a:p>
          </p:txBody>
        </p:sp>
        <p:sp>
          <p:nvSpPr>
            <p:cNvPr id="61509" name="WordArt 66"/>
            <p:cNvSpPr>
              <a:spLocks noChangeArrowheads="1" noChangeShapeType="1" noTextEdit="1"/>
            </p:cNvSpPr>
            <p:nvPr/>
          </p:nvSpPr>
          <p:spPr bwMode="auto">
            <a:xfrm>
              <a:off x="12629" y="14776"/>
              <a:ext cx="904" cy="224"/>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普通物理</a:t>
              </a:r>
            </a:p>
          </p:txBody>
        </p:sp>
        <p:sp>
          <p:nvSpPr>
            <p:cNvPr id="196" name="Line 67"/>
            <p:cNvSpPr>
              <a:spLocks noChangeShapeType="1"/>
            </p:cNvSpPr>
            <p:nvPr/>
          </p:nvSpPr>
          <p:spPr bwMode="auto">
            <a:xfrm flipH="1" flipV="1">
              <a:off x="9804" y="13769"/>
              <a:ext cx="339" cy="4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197" name="Line 68"/>
            <p:cNvSpPr>
              <a:spLocks noChangeShapeType="1"/>
            </p:cNvSpPr>
            <p:nvPr/>
          </p:nvSpPr>
          <p:spPr bwMode="auto">
            <a:xfrm flipH="1" flipV="1">
              <a:off x="11161" y="12873"/>
              <a:ext cx="339" cy="4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198" name="Line 69"/>
            <p:cNvSpPr>
              <a:spLocks noChangeShapeType="1"/>
            </p:cNvSpPr>
            <p:nvPr/>
          </p:nvSpPr>
          <p:spPr bwMode="auto">
            <a:xfrm flipH="1" flipV="1">
              <a:off x="15229" y="10185"/>
              <a:ext cx="339" cy="4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199" name="Line 70"/>
            <p:cNvSpPr>
              <a:spLocks noChangeShapeType="1"/>
            </p:cNvSpPr>
            <p:nvPr/>
          </p:nvSpPr>
          <p:spPr bwMode="auto">
            <a:xfrm flipH="1" flipV="1">
              <a:off x="16583" y="9289"/>
              <a:ext cx="341" cy="4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514" name="WordArt 71"/>
            <p:cNvSpPr>
              <a:spLocks noChangeArrowheads="1" noChangeShapeType="1" noTextEdit="1"/>
            </p:cNvSpPr>
            <p:nvPr/>
          </p:nvSpPr>
          <p:spPr bwMode="auto">
            <a:xfrm>
              <a:off x="17036" y="9848"/>
              <a:ext cx="904" cy="224"/>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通信原理</a:t>
              </a:r>
            </a:p>
          </p:txBody>
        </p:sp>
        <p:sp>
          <p:nvSpPr>
            <p:cNvPr id="201" name="Line 72"/>
            <p:cNvSpPr>
              <a:spLocks noChangeShapeType="1"/>
            </p:cNvSpPr>
            <p:nvPr/>
          </p:nvSpPr>
          <p:spPr bwMode="auto">
            <a:xfrm flipH="1" flipV="1">
              <a:off x="18053" y="10071"/>
              <a:ext cx="339" cy="4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516" name="WordArt 73"/>
            <p:cNvSpPr>
              <a:spLocks noChangeArrowheads="1" noChangeShapeType="1" noTextEdit="1"/>
            </p:cNvSpPr>
            <p:nvPr/>
          </p:nvSpPr>
          <p:spPr bwMode="auto">
            <a:xfrm>
              <a:off x="18505" y="10632"/>
              <a:ext cx="678" cy="224"/>
            </a:xfrm>
            <a:prstGeom prst="rect">
              <a:avLst/>
            </a:prstGeom>
          </p:spPr>
          <p:txBody>
            <a:bodyPr wrap="none" fromWordArt="1">
              <a:prstTxWarp prst="textPlain">
                <a:avLst>
                  <a:gd name="adj" fmla="val 50000"/>
                </a:avLst>
              </a:prstTxWarp>
            </a:bodyPr>
            <a:lstStyle/>
            <a:p>
              <a:pPr algn="ctr"/>
              <a:r>
                <a:rPr lang="zh-CN" altLang="en-US" sz="1200" kern="10">
                  <a:ln w="9525">
                    <a:solidFill>
                      <a:srgbClr val="336600"/>
                    </a:solidFill>
                    <a:round/>
                    <a:headEnd/>
                    <a:tailEnd/>
                  </a:ln>
                  <a:solidFill>
                    <a:srgbClr val="336600"/>
                  </a:solidFill>
                  <a:latin typeface="华文楷体"/>
                  <a:ea typeface="华文楷体"/>
                </a:rPr>
                <a:t>信息论</a:t>
              </a:r>
            </a:p>
          </p:txBody>
        </p:sp>
        <p:sp>
          <p:nvSpPr>
            <p:cNvPr id="203" name="Line 74"/>
            <p:cNvSpPr>
              <a:spLocks noChangeShapeType="1"/>
            </p:cNvSpPr>
            <p:nvPr/>
          </p:nvSpPr>
          <p:spPr bwMode="auto">
            <a:xfrm flipH="1" flipV="1">
              <a:off x="14324" y="14329"/>
              <a:ext cx="791" cy="55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04" name="Line 75"/>
            <p:cNvSpPr>
              <a:spLocks noChangeShapeType="1"/>
            </p:cNvSpPr>
            <p:nvPr/>
          </p:nvSpPr>
          <p:spPr bwMode="auto">
            <a:xfrm flipH="1" flipV="1">
              <a:off x="13872" y="14887"/>
              <a:ext cx="1243"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05" name="Line 76"/>
            <p:cNvSpPr>
              <a:spLocks noChangeShapeType="1"/>
            </p:cNvSpPr>
            <p:nvPr/>
          </p:nvSpPr>
          <p:spPr bwMode="auto">
            <a:xfrm flipH="1" flipV="1">
              <a:off x="12856" y="13769"/>
              <a:ext cx="339" cy="4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06" name="Line 77"/>
            <p:cNvSpPr>
              <a:spLocks noChangeShapeType="1"/>
            </p:cNvSpPr>
            <p:nvPr/>
          </p:nvSpPr>
          <p:spPr bwMode="auto">
            <a:xfrm flipH="1">
              <a:off x="11386" y="14215"/>
              <a:ext cx="1809" cy="3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07" name="Line 78"/>
            <p:cNvSpPr>
              <a:spLocks noChangeShapeType="1"/>
            </p:cNvSpPr>
            <p:nvPr/>
          </p:nvSpPr>
          <p:spPr bwMode="auto">
            <a:xfrm flipH="1" flipV="1">
              <a:off x="12290" y="13991"/>
              <a:ext cx="225" cy="78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08" name="Line 79"/>
            <p:cNvSpPr>
              <a:spLocks noChangeShapeType="1"/>
            </p:cNvSpPr>
            <p:nvPr/>
          </p:nvSpPr>
          <p:spPr bwMode="auto">
            <a:xfrm flipH="1" flipV="1">
              <a:off x="11386" y="14665"/>
              <a:ext cx="1129" cy="11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09" name="Oval 80"/>
            <p:cNvSpPr>
              <a:spLocks noChangeArrowheads="1"/>
            </p:cNvSpPr>
            <p:nvPr/>
          </p:nvSpPr>
          <p:spPr bwMode="auto">
            <a:xfrm rot="-567849">
              <a:off x="9238" y="12537"/>
              <a:ext cx="1974" cy="557"/>
            </a:xfrm>
            <a:prstGeom prst="ellipse">
              <a:avLst/>
            </a:prstGeom>
            <a:solidFill>
              <a:srgbClr val="000000">
                <a:alpha val="1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10" name="Oval 81"/>
            <p:cNvSpPr>
              <a:spLocks noChangeArrowheads="1"/>
            </p:cNvSpPr>
            <p:nvPr/>
          </p:nvSpPr>
          <p:spPr bwMode="auto">
            <a:xfrm rot="-567849">
              <a:off x="10595" y="11650"/>
              <a:ext cx="1980" cy="560"/>
            </a:xfrm>
            <a:prstGeom prst="ellipse">
              <a:avLst/>
            </a:prstGeom>
            <a:solidFill>
              <a:srgbClr val="000000">
                <a:alpha val="1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11" name="Oval 82"/>
            <p:cNvSpPr>
              <a:spLocks noChangeArrowheads="1"/>
            </p:cNvSpPr>
            <p:nvPr/>
          </p:nvSpPr>
          <p:spPr bwMode="auto">
            <a:xfrm rot="-567849">
              <a:off x="11952" y="10745"/>
              <a:ext cx="1980" cy="557"/>
            </a:xfrm>
            <a:prstGeom prst="ellipse">
              <a:avLst/>
            </a:prstGeom>
            <a:solidFill>
              <a:srgbClr val="000000">
                <a:alpha val="1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12" name="Oval 83"/>
            <p:cNvSpPr>
              <a:spLocks noChangeArrowheads="1"/>
            </p:cNvSpPr>
            <p:nvPr/>
          </p:nvSpPr>
          <p:spPr bwMode="auto">
            <a:xfrm rot="-567849">
              <a:off x="14663" y="8951"/>
              <a:ext cx="1980" cy="560"/>
            </a:xfrm>
            <a:prstGeom prst="ellipse">
              <a:avLst/>
            </a:prstGeom>
            <a:solidFill>
              <a:srgbClr val="000000">
                <a:alpha val="1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13" name="Line 84"/>
            <p:cNvSpPr>
              <a:spLocks noChangeShapeType="1"/>
            </p:cNvSpPr>
            <p:nvPr/>
          </p:nvSpPr>
          <p:spPr bwMode="auto">
            <a:xfrm flipH="1" flipV="1">
              <a:off x="14438" y="10521"/>
              <a:ext cx="339" cy="4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528" name="WordArt 85"/>
            <p:cNvSpPr>
              <a:spLocks noChangeArrowheads="1" noChangeShapeType="1" noTextEdit="1"/>
            </p:cNvSpPr>
            <p:nvPr/>
          </p:nvSpPr>
          <p:spPr bwMode="auto">
            <a:xfrm>
              <a:off x="14776" y="11080"/>
              <a:ext cx="904" cy="224"/>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编程语言</a:t>
              </a:r>
            </a:p>
          </p:txBody>
        </p:sp>
        <p:sp>
          <p:nvSpPr>
            <p:cNvPr id="215" name="Oval 86"/>
            <p:cNvSpPr>
              <a:spLocks noChangeArrowheads="1"/>
            </p:cNvSpPr>
            <p:nvPr/>
          </p:nvSpPr>
          <p:spPr bwMode="auto">
            <a:xfrm rot="-567849">
              <a:off x="13306" y="9847"/>
              <a:ext cx="1980" cy="560"/>
            </a:xfrm>
            <a:prstGeom prst="ellipse">
              <a:avLst/>
            </a:prstGeom>
            <a:solidFill>
              <a:srgbClr val="000000">
                <a:alpha val="1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16" name="Oval 87"/>
            <p:cNvSpPr>
              <a:spLocks noChangeArrowheads="1"/>
            </p:cNvSpPr>
            <p:nvPr/>
          </p:nvSpPr>
          <p:spPr bwMode="auto">
            <a:xfrm rot="-567849">
              <a:off x="14663" y="10745"/>
              <a:ext cx="1980" cy="557"/>
            </a:xfrm>
            <a:prstGeom prst="ellipse">
              <a:avLst/>
            </a:prstGeom>
            <a:solidFill>
              <a:srgbClr val="000000">
                <a:alpha val="1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531" name="WordArt 88"/>
            <p:cNvSpPr>
              <a:spLocks noChangeArrowheads="1" noChangeShapeType="1" noTextEdit="1"/>
            </p:cNvSpPr>
            <p:nvPr/>
          </p:nvSpPr>
          <p:spPr bwMode="auto">
            <a:xfrm>
              <a:off x="13420" y="11976"/>
              <a:ext cx="1130" cy="224"/>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离散信号处理</a:t>
              </a:r>
            </a:p>
          </p:txBody>
        </p:sp>
        <p:sp>
          <p:nvSpPr>
            <p:cNvPr id="218" name="Line 89"/>
            <p:cNvSpPr>
              <a:spLocks noChangeShapeType="1"/>
            </p:cNvSpPr>
            <p:nvPr/>
          </p:nvSpPr>
          <p:spPr bwMode="auto">
            <a:xfrm flipH="1" flipV="1">
              <a:off x="12967" y="11417"/>
              <a:ext cx="339" cy="4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533" name="WordArt 90"/>
            <p:cNvSpPr>
              <a:spLocks noChangeArrowheads="1" noChangeShapeType="1" noTextEdit="1"/>
            </p:cNvSpPr>
            <p:nvPr/>
          </p:nvSpPr>
          <p:spPr bwMode="auto">
            <a:xfrm>
              <a:off x="14324" y="11640"/>
              <a:ext cx="904" cy="224"/>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离散数学</a:t>
              </a:r>
            </a:p>
          </p:txBody>
        </p:sp>
        <p:sp>
          <p:nvSpPr>
            <p:cNvPr id="220" name="Line 91"/>
            <p:cNvSpPr>
              <a:spLocks noChangeShapeType="1"/>
            </p:cNvSpPr>
            <p:nvPr/>
          </p:nvSpPr>
          <p:spPr bwMode="auto">
            <a:xfrm flipH="1" flipV="1">
              <a:off x="13872" y="11081"/>
              <a:ext cx="339" cy="4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21" name="Oval 92"/>
            <p:cNvSpPr>
              <a:spLocks noChangeArrowheads="1"/>
            </p:cNvSpPr>
            <p:nvPr/>
          </p:nvSpPr>
          <p:spPr bwMode="auto">
            <a:xfrm rot="-567849">
              <a:off x="13306" y="11641"/>
              <a:ext cx="1980" cy="557"/>
            </a:xfrm>
            <a:prstGeom prst="ellipse">
              <a:avLst/>
            </a:prstGeom>
            <a:solidFill>
              <a:srgbClr val="000000">
                <a:alpha val="1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536" name="WordArt 93"/>
            <p:cNvSpPr>
              <a:spLocks noChangeArrowheads="1" noChangeShapeType="1" noTextEdit="1"/>
            </p:cNvSpPr>
            <p:nvPr/>
          </p:nvSpPr>
          <p:spPr bwMode="auto">
            <a:xfrm>
              <a:off x="16132" y="10184"/>
              <a:ext cx="904" cy="224"/>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网络协议</a:t>
              </a:r>
            </a:p>
          </p:txBody>
        </p:sp>
        <p:sp>
          <p:nvSpPr>
            <p:cNvPr id="223" name="Line 94"/>
            <p:cNvSpPr>
              <a:spLocks noChangeShapeType="1"/>
            </p:cNvSpPr>
            <p:nvPr/>
          </p:nvSpPr>
          <p:spPr bwMode="auto">
            <a:xfrm flipH="1" flipV="1">
              <a:off x="15681" y="9625"/>
              <a:ext cx="339" cy="4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24" name="Oval 95"/>
            <p:cNvSpPr>
              <a:spLocks noChangeArrowheads="1"/>
            </p:cNvSpPr>
            <p:nvPr/>
          </p:nvSpPr>
          <p:spPr bwMode="auto">
            <a:xfrm rot="-567849">
              <a:off x="16019" y="9847"/>
              <a:ext cx="1980" cy="560"/>
            </a:xfrm>
            <a:prstGeom prst="ellipse">
              <a:avLst/>
            </a:prstGeom>
            <a:solidFill>
              <a:srgbClr val="000000">
                <a:alpha val="1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25" name="Arc 96"/>
            <p:cNvSpPr>
              <a:spLocks/>
            </p:cNvSpPr>
            <p:nvPr/>
          </p:nvSpPr>
          <p:spPr bwMode="auto">
            <a:xfrm flipV="1">
              <a:off x="10143" y="11303"/>
              <a:ext cx="4000" cy="2247"/>
            </a:xfrm>
            <a:custGeom>
              <a:avLst/>
              <a:gdLst>
                <a:gd name="T0" fmla="*/ 2842 w 20652"/>
                <a:gd name="T1" fmla="*/ 0 h 15846"/>
                <a:gd name="T2" fmla="*/ 3998 w 20652"/>
                <a:gd name="T3" fmla="*/ 1348 h 15846"/>
                <a:gd name="T4" fmla="*/ 0 w 20652"/>
                <a:gd name="T5" fmla="*/ 2245 h 15846"/>
                <a:gd name="T6" fmla="*/ 0 60000 65536"/>
                <a:gd name="T7" fmla="*/ 0 60000 65536"/>
                <a:gd name="T8" fmla="*/ 0 60000 65536"/>
              </a:gdLst>
              <a:ahLst/>
              <a:cxnLst>
                <a:cxn ang="T6">
                  <a:pos x="T0" y="T1"/>
                </a:cxn>
                <a:cxn ang="T7">
                  <a:pos x="T2" y="T3"/>
                </a:cxn>
                <a:cxn ang="T8">
                  <a:pos x="T4" y="T5"/>
                </a:cxn>
              </a:cxnLst>
              <a:rect l="0" t="0" r="r" b="b"/>
              <a:pathLst>
                <a:path w="20652" h="15846" fill="none" extrusionOk="0">
                  <a:moveTo>
                    <a:pt x="14678" y="0"/>
                  </a:moveTo>
                  <a:cubicBezTo>
                    <a:pt x="17474" y="2590"/>
                    <a:pt x="19535" y="5873"/>
                    <a:pt x="20652" y="9517"/>
                  </a:cubicBezTo>
                </a:path>
                <a:path w="20652" h="15846" stroke="0" extrusionOk="0">
                  <a:moveTo>
                    <a:pt x="14678" y="0"/>
                  </a:moveTo>
                  <a:cubicBezTo>
                    <a:pt x="17474" y="2590"/>
                    <a:pt x="19535" y="5873"/>
                    <a:pt x="20652" y="9517"/>
                  </a:cubicBezTo>
                  <a:lnTo>
                    <a:pt x="0" y="15846"/>
                  </a:lnTo>
                  <a:lnTo>
                    <a:pt x="14678" y="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26" name="Arc 97"/>
            <p:cNvSpPr>
              <a:spLocks/>
            </p:cNvSpPr>
            <p:nvPr/>
          </p:nvSpPr>
          <p:spPr bwMode="auto">
            <a:xfrm flipV="1">
              <a:off x="3250" y="8058"/>
              <a:ext cx="14126" cy="5469"/>
            </a:xfrm>
            <a:custGeom>
              <a:avLst/>
              <a:gdLst>
                <a:gd name="T0" fmla="*/ 9737 w 20738"/>
                <a:gd name="T1" fmla="*/ 0 h 16193"/>
                <a:gd name="T2" fmla="*/ 14125 w 20738"/>
                <a:gd name="T3" fmla="*/ 3428 h 16193"/>
                <a:gd name="T4" fmla="*/ 0 w 20738"/>
                <a:gd name="T5" fmla="*/ 5469 h 16193"/>
                <a:gd name="T6" fmla="*/ 0 60000 65536"/>
                <a:gd name="T7" fmla="*/ 0 60000 65536"/>
                <a:gd name="T8" fmla="*/ 0 60000 65536"/>
              </a:gdLst>
              <a:ahLst/>
              <a:cxnLst>
                <a:cxn ang="T6">
                  <a:pos x="T0" y="T1"/>
                </a:cxn>
                <a:cxn ang="T7">
                  <a:pos x="T2" y="T3"/>
                </a:cxn>
                <a:cxn ang="T8">
                  <a:pos x="T4" y="T5"/>
                </a:cxn>
              </a:cxnLst>
              <a:rect l="0" t="0" r="r" b="b"/>
              <a:pathLst>
                <a:path w="20738" h="16193" fill="none" extrusionOk="0">
                  <a:moveTo>
                    <a:pt x="14294" y="0"/>
                  </a:moveTo>
                  <a:cubicBezTo>
                    <a:pt x="17359" y="2705"/>
                    <a:pt x="19593" y="6225"/>
                    <a:pt x="20737" y="10150"/>
                  </a:cubicBezTo>
                </a:path>
                <a:path w="20738" h="16193" stroke="0" extrusionOk="0">
                  <a:moveTo>
                    <a:pt x="14294" y="0"/>
                  </a:moveTo>
                  <a:cubicBezTo>
                    <a:pt x="17359" y="2705"/>
                    <a:pt x="19593" y="6225"/>
                    <a:pt x="20737" y="10150"/>
                  </a:cubicBezTo>
                  <a:lnTo>
                    <a:pt x="0" y="16193"/>
                  </a:lnTo>
                  <a:lnTo>
                    <a:pt x="14294" y="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541" name="WordArt 98"/>
            <p:cNvSpPr>
              <a:spLocks noChangeArrowheads="1" noChangeShapeType="1" noTextEdit="1"/>
            </p:cNvSpPr>
            <p:nvPr/>
          </p:nvSpPr>
          <p:spPr bwMode="auto">
            <a:xfrm>
              <a:off x="17149" y="7944"/>
              <a:ext cx="904" cy="224"/>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认知理论</a:t>
              </a:r>
            </a:p>
          </p:txBody>
        </p:sp>
        <p:sp>
          <p:nvSpPr>
            <p:cNvPr id="228" name="Line 99"/>
            <p:cNvSpPr>
              <a:spLocks noChangeShapeType="1"/>
            </p:cNvSpPr>
            <p:nvPr/>
          </p:nvSpPr>
          <p:spPr bwMode="auto">
            <a:xfrm flipH="1" flipV="1">
              <a:off x="16810" y="7497"/>
              <a:ext cx="339" cy="4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29" name="Oval 100"/>
            <p:cNvSpPr>
              <a:spLocks noChangeArrowheads="1"/>
            </p:cNvSpPr>
            <p:nvPr/>
          </p:nvSpPr>
          <p:spPr bwMode="auto">
            <a:xfrm rot="-567849">
              <a:off x="16133" y="7944"/>
              <a:ext cx="1980" cy="560"/>
            </a:xfrm>
            <a:prstGeom prst="ellipse">
              <a:avLst/>
            </a:prstGeom>
            <a:solidFill>
              <a:srgbClr val="000000">
                <a:alpha val="1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30" name="Line 101"/>
            <p:cNvSpPr>
              <a:spLocks noChangeShapeType="1"/>
            </p:cNvSpPr>
            <p:nvPr/>
          </p:nvSpPr>
          <p:spPr bwMode="auto">
            <a:xfrm flipV="1">
              <a:off x="8786" y="7944"/>
              <a:ext cx="10172" cy="6832"/>
            </a:xfrm>
            <a:prstGeom prst="line">
              <a:avLst/>
            </a:prstGeom>
            <a:noFill/>
            <a:ln w="25400">
              <a:solidFill>
                <a:srgbClr val="969696"/>
              </a:solidFill>
              <a:prstDash val="lgDash"/>
              <a:round/>
              <a:headEnd/>
              <a:tailEn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31" name="Line 102"/>
            <p:cNvSpPr>
              <a:spLocks noChangeShapeType="1"/>
            </p:cNvSpPr>
            <p:nvPr/>
          </p:nvSpPr>
          <p:spPr bwMode="auto">
            <a:xfrm flipV="1">
              <a:off x="11386" y="9736"/>
              <a:ext cx="7911" cy="5265"/>
            </a:xfrm>
            <a:prstGeom prst="line">
              <a:avLst/>
            </a:prstGeom>
            <a:noFill/>
            <a:ln w="25400">
              <a:solidFill>
                <a:srgbClr val="969696"/>
              </a:solidFill>
              <a:prstDash val="lgDash"/>
              <a:round/>
              <a:headEnd/>
              <a:tailEn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546" name="WordArt 103"/>
            <p:cNvSpPr>
              <a:spLocks noChangeArrowheads="1" noChangeShapeType="1" noTextEdit="1"/>
            </p:cNvSpPr>
            <p:nvPr/>
          </p:nvSpPr>
          <p:spPr bwMode="auto">
            <a:xfrm>
              <a:off x="12516" y="6264"/>
              <a:ext cx="960" cy="448"/>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a:t>
              </a:r>
            </a:p>
            <a:p>
              <a:pPr algn="ctr"/>
              <a:r>
                <a:rPr lang="zh-CN" altLang="en-US" sz="1200" kern="10">
                  <a:ln w="9525">
                    <a:solidFill>
                      <a:srgbClr val="000000"/>
                    </a:solidFill>
                    <a:round/>
                    <a:headEnd/>
                    <a:tailEnd/>
                  </a:ln>
                  <a:solidFill>
                    <a:srgbClr val="FFFFFF"/>
                  </a:solidFill>
                  <a:latin typeface="华文楷体"/>
                  <a:ea typeface="华文楷体"/>
                </a:rPr>
                <a:t>？？？？</a:t>
              </a:r>
            </a:p>
          </p:txBody>
        </p:sp>
        <p:sp>
          <p:nvSpPr>
            <p:cNvPr id="233" name="Line 104"/>
            <p:cNvSpPr>
              <a:spLocks noChangeShapeType="1"/>
            </p:cNvSpPr>
            <p:nvPr/>
          </p:nvSpPr>
          <p:spPr bwMode="auto">
            <a:xfrm flipV="1">
              <a:off x="3589" y="6263"/>
              <a:ext cx="8702" cy="5825"/>
            </a:xfrm>
            <a:prstGeom prst="line">
              <a:avLst/>
            </a:prstGeom>
            <a:noFill/>
            <a:ln w="25400">
              <a:solidFill>
                <a:srgbClr val="969696"/>
              </a:solidFill>
              <a:prstDash val="lgDash"/>
              <a:round/>
              <a:headEnd/>
              <a:tailEn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34" name="Line 105"/>
            <p:cNvSpPr>
              <a:spLocks noChangeShapeType="1"/>
            </p:cNvSpPr>
            <p:nvPr/>
          </p:nvSpPr>
          <p:spPr bwMode="auto">
            <a:xfrm flipV="1">
              <a:off x="3702" y="6601"/>
              <a:ext cx="4972" cy="3359"/>
            </a:xfrm>
            <a:prstGeom prst="line">
              <a:avLst/>
            </a:prstGeom>
            <a:noFill/>
            <a:ln w="25400">
              <a:solidFill>
                <a:srgbClr val="969696"/>
              </a:solidFill>
              <a:prstDash val="lgDash"/>
              <a:round/>
              <a:headEnd/>
              <a:tailEn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549" name="WordArt 106"/>
            <p:cNvSpPr>
              <a:spLocks noChangeArrowheads="1" noChangeShapeType="1" noTextEdit="1"/>
            </p:cNvSpPr>
            <p:nvPr/>
          </p:nvSpPr>
          <p:spPr bwMode="auto">
            <a:xfrm rot="-1924863">
              <a:off x="4041" y="7384"/>
              <a:ext cx="2835" cy="405"/>
            </a:xfrm>
            <a:prstGeom prst="rect">
              <a:avLst/>
            </a:prstGeom>
          </p:spPr>
          <p:txBody>
            <a:bodyPr wrap="none" fromWordArt="1">
              <a:prstTxWarp prst="textPlain">
                <a:avLst>
                  <a:gd name="adj" fmla="val 50000"/>
                </a:avLst>
              </a:prstTxWarp>
            </a:bodyPr>
            <a:lstStyle/>
            <a:p>
              <a:pPr algn="ctr"/>
              <a:r>
                <a:rPr lang="zh-CN" altLang="en-US" sz="2000" kern="10">
                  <a:ln w="9525">
                    <a:solidFill>
                      <a:srgbClr val="660066"/>
                    </a:solidFill>
                    <a:round/>
                    <a:headEnd/>
                    <a:tailEnd/>
                  </a:ln>
                  <a:solidFill>
                    <a:srgbClr val="660066"/>
                  </a:solidFill>
                  <a:latin typeface="宋体"/>
                  <a:ea typeface="宋体"/>
                </a:rPr>
                <a:t>工程系统</a:t>
              </a:r>
            </a:p>
          </p:txBody>
        </p:sp>
        <p:sp>
          <p:nvSpPr>
            <p:cNvPr id="61550" name="WordArt 107"/>
            <p:cNvSpPr>
              <a:spLocks noChangeArrowheads="1" noChangeShapeType="1" noTextEdit="1"/>
            </p:cNvSpPr>
            <p:nvPr/>
          </p:nvSpPr>
          <p:spPr bwMode="auto">
            <a:xfrm rot="-1938752">
              <a:off x="5397" y="8840"/>
              <a:ext cx="2260" cy="336"/>
            </a:xfrm>
            <a:prstGeom prst="rect">
              <a:avLst/>
            </a:prstGeom>
          </p:spPr>
          <p:txBody>
            <a:bodyPr wrap="none" fromWordArt="1">
              <a:prstTxWarp prst="textPlain">
                <a:avLst>
                  <a:gd name="adj" fmla="val 50000"/>
                </a:avLst>
              </a:prstTxWarp>
            </a:bodyPr>
            <a:lstStyle/>
            <a:p>
              <a:pPr algn="ctr"/>
              <a:r>
                <a:rPr lang="zh-CN" altLang="en-US" sz="1200" kern="10">
                  <a:ln w="9525">
                    <a:solidFill>
                      <a:srgbClr val="660066"/>
                    </a:solidFill>
                    <a:round/>
                    <a:headEnd/>
                    <a:tailEnd/>
                  </a:ln>
                  <a:solidFill>
                    <a:srgbClr val="660066"/>
                  </a:solidFill>
                  <a:latin typeface="华文楷体"/>
                  <a:ea typeface="华文楷体"/>
                </a:rPr>
                <a:t>各类专业知识与技能</a:t>
              </a:r>
            </a:p>
          </p:txBody>
        </p:sp>
        <p:sp>
          <p:nvSpPr>
            <p:cNvPr id="237" name="Oval 108"/>
            <p:cNvSpPr>
              <a:spLocks noChangeArrowheads="1"/>
            </p:cNvSpPr>
            <p:nvPr/>
          </p:nvSpPr>
          <p:spPr bwMode="auto">
            <a:xfrm>
              <a:off x="14438" y="6152"/>
              <a:ext cx="3840" cy="1007"/>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38" name="Line 109"/>
            <p:cNvSpPr>
              <a:spLocks noChangeShapeType="1"/>
            </p:cNvSpPr>
            <p:nvPr/>
          </p:nvSpPr>
          <p:spPr bwMode="auto">
            <a:xfrm flipH="1" flipV="1">
              <a:off x="16472" y="14887"/>
              <a:ext cx="1243" cy="3"/>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553" name="WordArt 110"/>
            <p:cNvSpPr>
              <a:spLocks noChangeArrowheads="1" noChangeShapeType="1" noTextEdit="1"/>
            </p:cNvSpPr>
            <p:nvPr/>
          </p:nvSpPr>
          <p:spPr bwMode="auto">
            <a:xfrm>
              <a:off x="17827" y="14776"/>
              <a:ext cx="904" cy="224"/>
            </a:xfrm>
            <a:prstGeom prst="rect">
              <a:avLst/>
            </a:prstGeom>
          </p:spPr>
          <p:txBody>
            <a:bodyPr wrap="none" fromWordArt="1">
              <a:prstTxWarp prst="textPlain">
                <a:avLst>
                  <a:gd name="adj" fmla="val 50000"/>
                </a:avLst>
              </a:prstTxWarp>
            </a:bodyPr>
            <a:lstStyle/>
            <a:p>
              <a:pPr algn="ctr"/>
              <a:r>
                <a:rPr lang="zh-CN" altLang="en-US" sz="1200" kern="10">
                  <a:ln w="9525">
                    <a:solidFill>
                      <a:srgbClr val="336600"/>
                    </a:solidFill>
                    <a:round/>
                    <a:headEnd/>
                    <a:tailEnd/>
                  </a:ln>
                  <a:solidFill>
                    <a:srgbClr val="336600"/>
                  </a:solidFill>
                  <a:latin typeface="华文楷体"/>
                  <a:ea typeface="华文楷体"/>
                </a:rPr>
                <a:t>抽象空间</a:t>
              </a:r>
            </a:p>
          </p:txBody>
        </p:sp>
        <p:sp>
          <p:nvSpPr>
            <p:cNvPr id="61554" name="WordArt 111"/>
            <p:cNvSpPr>
              <a:spLocks noChangeArrowheads="1" noChangeShapeType="1" noTextEdit="1"/>
            </p:cNvSpPr>
            <p:nvPr/>
          </p:nvSpPr>
          <p:spPr bwMode="auto">
            <a:xfrm>
              <a:off x="4606" y="13587"/>
              <a:ext cx="3164" cy="405"/>
            </a:xfrm>
            <a:prstGeom prst="rect">
              <a:avLst/>
            </a:prstGeom>
          </p:spPr>
          <p:txBody>
            <a:bodyPr wrap="none" fromWordArt="1">
              <a:prstTxWarp prst="textPlain">
                <a:avLst>
                  <a:gd name="adj" fmla="val 50000"/>
                </a:avLst>
              </a:prstTxWarp>
            </a:bodyPr>
            <a:lstStyle/>
            <a:p>
              <a:pPr algn="ctr"/>
              <a:r>
                <a:rPr lang="zh-CN" altLang="en-US" sz="2000" kern="10">
                  <a:ln w="9525">
                    <a:solidFill>
                      <a:srgbClr val="000000"/>
                    </a:solidFill>
                    <a:round/>
                    <a:headEnd/>
                    <a:tailEnd/>
                  </a:ln>
                  <a:solidFill>
                    <a:srgbClr val="000000"/>
                  </a:solidFill>
                  <a:latin typeface="宋体"/>
                  <a:ea typeface="宋体"/>
                </a:rPr>
                <a:t>物质及其运动规律</a:t>
              </a:r>
            </a:p>
          </p:txBody>
        </p:sp>
        <p:sp>
          <p:nvSpPr>
            <p:cNvPr id="241" name="Line 112"/>
            <p:cNvSpPr>
              <a:spLocks noChangeShapeType="1"/>
            </p:cNvSpPr>
            <p:nvPr/>
          </p:nvSpPr>
          <p:spPr bwMode="auto">
            <a:xfrm>
              <a:off x="7770" y="13880"/>
              <a:ext cx="45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556" name="WordArt 113"/>
            <p:cNvSpPr>
              <a:spLocks noChangeArrowheads="1" noChangeShapeType="1" noTextEdit="1"/>
            </p:cNvSpPr>
            <p:nvPr/>
          </p:nvSpPr>
          <p:spPr bwMode="auto">
            <a:xfrm>
              <a:off x="8222" y="13768"/>
              <a:ext cx="904" cy="224"/>
            </a:xfrm>
            <a:prstGeom prst="rect">
              <a:avLst/>
            </a:prstGeom>
          </p:spPr>
          <p:txBody>
            <a:bodyPr wrap="none" fromWordArt="1">
              <a:prstTxWarp prst="textPlain">
                <a:avLst>
                  <a:gd name="adj" fmla="val 50000"/>
                </a:avLst>
              </a:prstTxWarp>
            </a:bodyPr>
            <a:lstStyle/>
            <a:p>
              <a:pPr algn="ctr"/>
              <a:r>
                <a:rPr lang="zh-CN" altLang="en-US" sz="1200" kern="10">
                  <a:ln w="9525">
                    <a:solidFill>
                      <a:srgbClr val="FF0000"/>
                    </a:solidFill>
                    <a:round/>
                    <a:headEnd/>
                    <a:tailEnd/>
                  </a:ln>
                  <a:solidFill>
                    <a:srgbClr val="FFFFFF"/>
                  </a:solidFill>
                  <a:latin typeface="华文楷体"/>
                  <a:ea typeface="华文楷体"/>
                </a:rPr>
                <a:t>介质材料</a:t>
              </a:r>
            </a:p>
          </p:txBody>
        </p:sp>
        <p:sp>
          <p:nvSpPr>
            <p:cNvPr id="243" name="Oval 114"/>
            <p:cNvSpPr>
              <a:spLocks noChangeArrowheads="1"/>
            </p:cNvSpPr>
            <p:nvPr/>
          </p:nvSpPr>
          <p:spPr bwMode="auto">
            <a:xfrm rot="-567849">
              <a:off x="8109" y="13328"/>
              <a:ext cx="2077" cy="671"/>
            </a:xfrm>
            <a:prstGeom prst="ellipse">
              <a:avLst/>
            </a:prstGeom>
            <a:solidFill>
              <a:srgbClr val="000000">
                <a:alpha val="1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558" name="WordArt 115"/>
            <p:cNvSpPr>
              <a:spLocks noChangeArrowheads="1" noChangeShapeType="1" noTextEdit="1"/>
            </p:cNvSpPr>
            <p:nvPr/>
          </p:nvSpPr>
          <p:spPr bwMode="auto">
            <a:xfrm>
              <a:off x="14324" y="13544"/>
              <a:ext cx="1130" cy="224"/>
            </a:xfrm>
            <a:prstGeom prst="rect">
              <a:avLst/>
            </a:prstGeom>
          </p:spPr>
          <p:txBody>
            <a:bodyPr wrap="none" fromWordArt="1">
              <a:prstTxWarp prst="textPlain">
                <a:avLst>
                  <a:gd name="adj" fmla="val 50000"/>
                </a:avLst>
              </a:prstTxWarp>
            </a:bodyPr>
            <a:lstStyle/>
            <a:p>
              <a:pPr algn="ctr"/>
              <a:r>
                <a:rPr lang="zh-CN" altLang="en-US" sz="1200" kern="10">
                  <a:ln w="9525">
                    <a:solidFill>
                      <a:srgbClr val="000000"/>
                    </a:solidFill>
                    <a:round/>
                    <a:headEnd/>
                    <a:tailEnd/>
                  </a:ln>
                  <a:solidFill>
                    <a:srgbClr val="FFFFFF"/>
                  </a:solidFill>
                  <a:latin typeface="华文楷体"/>
                  <a:ea typeface="华文楷体"/>
                </a:rPr>
                <a:t>概率与统计</a:t>
              </a:r>
            </a:p>
          </p:txBody>
        </p:sp>
        <p:sp>
          <p:nvSpPr>
            <p:cNvPr id="245" name="Line 116"/>
            <p:cNvSpPr>
              <a:spLocks noChangeShapeType="1"/>
            </p:cNvSpPr>
            <p:nvPr/>
          </p:nvSpPr>
          <p:spPr bwMode="auto">
            <a:xfrm flipH="1" flipV="1">
              <a:off x="12967" y="13655"/>
              <a:ext cx="1243"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46" name="Line 117"/>
            <p:cNvSpPr>
              <a:spLocks noChangeShapeType="1"/>
            </p:cNvSpPr>
            <p:nvPr/>
          </p:nvSpPr>
          <p:spPr bwMode="auto">
            <a:xfrm flipH="1">
              <a:off x="11386" y="13655"/>
              <a:ext cx="2825" cy="78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47" name="Line 118"/>
            <p:cNvSpPr>
              <a:spLocks noChangeShapeType="1"/>
            </p:cNvSpPr>
            <p:nvPr/>
          </p:nvSpPr>
          <p:spPr bwMode="auto">
            <a:xfrm flipH="1" flipV="1">
              <a:off x="14890" y="13880"/>
              <a:ext cx="225" cy="100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48" name="Line 119"/>
            <p:cNvSpPr>
              <a:spLocks noChangeShapeType="1"/>
            </p:cNvSpPr>
            <p:nvPr/>
          </p:nvSpPr>
          <p:spPr bwMode="auto">
            <a:xfrm flipV="1">
              <a:off x="15567" y="13655"/>
              <a:ext cx="1129"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61563" name="WordArt 120"/>
            <p:cNvSpPr>
              <a:spLocks noChangeArrowheads="1" noChangeShapeType="1" noTextEdit="1"/>
            </p:cNvSpPr>
            <p:nvPr/>
          </p:nvSpPr>
          <p:spPr bwMode="auto">
            <a:xfrm>
              <a:off x="16810" y="13432"/>
              <a:ext cx="1130" cy="448"/>
            </a:xfrm>
            <a:prstGeom prst="rect">
              <a:avLst/>
            </a:prstGeom>
          </p:spPr>
          <p:txBody>
            <a:bodyPr wrap="none" fromWordArt="1">
              <a:prstTxWarp prst="textPlain">
                <a:avLst>
                  <a:gd name="adj" fmla="val 50000"/>
                </a:avLst>
              </a:prstTxWarp>
            </a:bodyPr>
            <a:lstStyle/>
            <a:p>
              <a:pPr algn="ctr"/>
              <a:r>
                <a:rPr lang="zh-CN" altLang="en-US" sz="1200" kern="10">
                  <a:ln w="9525">
                    <a:solidFill>
                      <a:srgbClr val="336600"/>
                    </a:solidFill>
                    <a:round/>
                    <a:headEnd/>
                    <a:tailEnd/>
                  </a:ln>
                  <a:solidFill>
                    <a:srgbClr val="336600"/>
                  </a:solidFill>
                  <a:latin typeface="华文楷体"/>
                  <a:ea typeface="华文楷体"/>
                </a:rPr>
                <a:t>统计信号处理</a:t>
              </a:r>
            </a:p>
            <a:p>
              <a:pPr algn="ctr"/>
              <a:r>
                <a:rPr lang="zh-CN" altLang="en-US" sz="1200" kern="10">
                  <a:ln w="9525">
                    <a:solidFill>
                      <a:srgbClr val="336600"/>
                    </a:solidFill>
                    <a:round/>
                    <a:headEnd/>
                    <a:tailEnd/>
                  </a:ln>
                  <a:solidFill>
                    <a:srgbClr val="336600"/>
                  </a:solidFill>
                  <a:latin typeface="华文楷体"/>
                  <a:ea typeface="华文楷体"/>
                </a:rPr>
                <a:t>模式识别</a:t>
              </a:r>
            </a:p>
          </p:txBody>
        </p:sp>
        <p:sp>
          <p:nvSpPr>
            <p:cNvPr id="250" name="Oval 121"/>
            <p:cNvSpPr>
              <a:spLocks noChangeArrowheads="1"/>
            </p:cNvSpPr>
            <p:nvPr/>
          </p:nvSpPr>
          <p:spPr bwMode="auto">
            <a:xfrm rot="-567849">
              <a:off x="3927" y="11752"/>
              <a:ext cx="2077" cy="671"/>
            </a:xfrm>
            <a:prstGeom prst="ellipse">
              <a:avLst/>
            </a:prstGeom>
            <a:solidFill>
              <a:srgbClr val="000000">
                <a:alpha val="1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51" name="Oval 122"/>
            <p:cNvSpPr>
              <a:spLocks noChangeArrowheads="1"/>
            </p:cNvSpPr>
            <p:nvPr/>
          </p:nvSpPr>
          <p:spPr bwMode="auto">
            <a:xfrm rot="-567849">
              <a:off x="5398" y="10856"/>
              <a:ext cx="1971" cy="560"/>
            </a:xfrm>
            <a:prstGeom prst="ellipse">
              <a:avLst/>
            </a:prstGeom>
            <a:solidFill>
              <a:srgbClr val="000000">
                <a:alpha val="1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fontAlgn="auto">
                <a:spcBef>
                  <a:spcPts val="0"/>
                </a:spcBef>
                <a:spcAft>
                  <a:spcPts val="0"/>
                </a:spcAft>
                <a:defRPr/>
              </a:pPr>
              <a:endParaRPr lang="zh-CN" altLang="zh-CN" sz="1800" kern="0">
                <a:solidFill>
                  <a:srgbClr val="000000"/>
                </a:solidFill>
                <a:latin typeface="Arial"/>
                <a:ea typeface="宋体"/>
              </a:endParaRPr>
            </a:p>
          </p:txBody>
        </p:sp>
        <p:sp>
          <p:nvSpPr>
            <p:cNvPr id="252" name="Oval 123"/>
            <p:cNvSpPr>
              <a:spLocks noChangeArrowheads="1"/>
            </p:cNvSpPr>
            <p:nvPr/>
          </p:nvSpPr>
          <p:spPr bwMode="auto">
            <a:xfrm rot="-567849">
              <a:off x="6641" y="9847"/>
              <a:ext cx="1980" cy="560"/>
            </a:xfrm>
            <a:prstGeom prst="ellipse">
              <a:avLst/>
            </a:prstGeom>
            <a:solidFill>
              <a:srgbClr val="000000">
                <a:alpha val="1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53" name="Oval 124"/>
            <p:cNvSpPr>
              <a:spLocks noChangeArrowheads="1"/>
            </p:cNvSpPr>
            <p:nvPr/>
          </p:nvSpPr>
          <p:spPr bwMode="auto">
            <a:xfrm rot="-567849">
              <a:off x="8109" y="8951"/>
              <a:ext cx="1980" cy="560"/>
            </a:xfrm>
            <a:prstGeom prst="ellipse">
              <a:avLst/>
            </a:prstGeom>
            <a:solidFill>
              <a:srgbClr val="000000">
                <a:alpha val="1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54" name="Oval 125"/>
            <p:cNvSpPr>
              <a:spLocks noChangeArrowheads="1"/>
            </p:cNvSpPr>
            <p:nvPr/>
          </p:nvSpPr>
          <p:spPr bwMode="auto">
            <a:xfrm rot="-567849">
              <a:off x="9465" y="8055"/>
              <a:ext cx="1980" cy="560"/>
            </a:xfrm>
            <a:prstGeom prst="ellipse">
              <a:avLst/>
            </a:prstGeom>
            <a:solidFill>
              <a:srgbClr val="000000">
                <a:alpha val="1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sp>
          <p:nvSpPr>
            <p:cNvPr id="255" name="Oval 126"/>
            <p:cNvSpPr>
              <a:spLocks noChangeArrowheads="1"/>
            </p:cNvSpPr>
            <p:nvPr/>
          </p:nvSpPr>
          <p:spPr bwMode="auto">
            <a:xfrm rot="-567849">
              <a:off x="10822" y="7048"/>
              <a:ext cx="1980" cy="560"/>
            </a:xfrm>
            <a:prstGeom prst="ellipse">
              <a:avLst/>
            </a:prstGeom>
            <a:solidFill>
              <a:srgbClr val="000000">
                <a:alpha val="1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fontAlgn="auto">
                <a:spcBef>
                  <a:spcPts val="0"/>
                </a:spcBef>
                <a:spcAft>
                  <a:spcPts val="0"/>
                </a:spcAft>
                <a:defRPr/>
              </a:pPr>
              <a:endParaRPr lang="zh-CN" altLang="en-US" sz="2800" kern="0">
                <a:solidFill>
                  <a:srgbClr val="000000"/>
                </a:solidFill>
                <a:latin typeface="Tahoma" pitchFamily="34" charset="0"/>
                <a:ea typeface="宋体"/>
              </a:endParaRPr>
            </a:p>
          </p:txBody>
        </p:sp>
      </p:grpSp>
      <p:sp>
        <p:nvSpPr>
          <p:cNvPr id="2" name="灯片编号占位符 1"/>
          <p:cNvSpPr>
            <a:spLocks noGrp="1"/>
          </p:cNvSpPr>
          <p:nvPr>
            <p:ph type="sldNum" sz="quarter" idx="10"/>
          </p:nvPr>
        </p:nvSpPr>
        <p:spPr/>
        <p:txBody>
          <a:bodyPr/>
          <a:lstStyle/>
          <a:p>
            <a:fld id="{B58AC878-8C27-4018-8291-912A1A823CD1}" type="slidenum">
              <a:rPr lang="zh-CN" altLang="en-US" smtClean="0"/>
              <a:pPr/>
              <a:t>91</a:t>
            </a:fld>
            <a:endParaRPr lang="zh-CN" altLang="en-US" dirty="0"/>
          </a:p>
        </p:txBody>
      </p:sp>
    </p:spTree>
  </p:cSld>
  <p:clrMapOvr>
    <a:masterClrMapping/>
  </p:clrMapOvr>
  <p:transition spd="med">
    <p:fade/>
  </p:transition>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zh-CN" altLang="en-US" sz="3600"/>
              <a:t>电子信息科技知识体系的</a:t>
            </a:r>
            <a:r>
              <a:rPr lang="en-US" altLang="zh-CN" sz="3600"/>
              <a:t>MAP</a:t>
            </a:r>
          </a:p>
        </p:txBody>
      </p:sp>
      <p:sp>
        <p:nvSpPr>
          <p:cNvPr id="62467" name="Rectangle 4"/>
          <p:cNvSpPr>
            <a:spLocks noChangeArrowheads="1"/>
          </p:cNvSpPr>
          <p:nvPr/>
        </p:nvSpPr>
        <p:spPr bwMode="auto">
          <a:xfrm>
            <a:off x="0" y="1957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graphicFrame>
        <p:nvGraphicFramePr>
          <p:cNvPr id="62468" name="Object 5"/>
          <p:cNvGraphicFramePr>
            <a:graphicFrameLocks noChangeAspect="1"/>
          </p:cNvGraphicFramePr>
          <p:nvPr/>
        </p:nvGraphicFramePr>
        <p:xfrm>
          <a:off x="250825" y="1484313"/>
          <a:ext cx="8713788" cy="4922837"/>
        </p:xfrm>
        <a:graphic>
          <a:graphicData uri="http://schemas.openxmlformats.org/presentationml/2006/ole">
            <mc:AlternateContent xmlns:mc="http://schemas.openxmlformats.org/markup-compatibility/2006">
              <mc:Choice xmlns:v="urn:schemas-microsoft-com:vml" Requires="v">
                <p:oleObj spid="_x0000_s62517" name="图片" r:id="rId3" imgW="10418523" imgH="5871835" progId="Word.Picture.8">
                  <p:embed/>
                </p:oleObj>
              </mc:Choice>
              <mc:Fallback>
                <p:oleObj name="图片" r:id="rId3" imgW="10418523" imgH="5871835" progId="Word.Picture.8">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1484313"/>
                        <a:ext cx="8713788" cy="492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78" name="Freeform 6"/>
          <p:cNvSpPr>
            <a:spLocks/>
          </p:cNvSpPr>
          <p:nvPr/>
        </p:nvSpPr>
        <p:spPr bwMode="auto">
          <a:xfrm>
            <a:off x="539750" y="1844675"/>
            <a:ext cx="7593013" cy="4584700"/>
          </a:xfrm>
          <a:custGeom>
            <a:avLst/>
            <a:gdLst>
              <a:gd name="T0" fmla="*/ 2147483647 w 4783"/>
              <a:gd name="T1" fmla="*/ 2147483647 h 2888"/>
              <a:gd name="T2" fmla="*/ 2147483647 w 4783"/>
              <a:gd name="T3" fmla="*/ 2147483647 h 2888"/>
              <a:gd name="T4" fmla="*/ 2147483647 w 4783"/>
              <a:gd name="T5" fmla="*/ 2147483647 h 2888"/>
              <a:gd name="T6" fmla="*/ 2147483647 w 4783"/>
              <a:gd name="T7" fmla="*/ 2147483647 h 2888"/>
              <a:gd name="T8" fmla="*/ 2147483647 w 4783"/>
              <a:gd name="T9" fmla="*/ 2147483647 h 2888"/>
              <a:gd name="T10" fmla="*/ 2147483647 w 4783"/>
              <a:gd name="T11" fmla="*/ 2147483647 h 2888"/>
              <a:gd name="T12" fmla="*/ 2147483647 w 4783"/>
              <a:gd name="T13" fmla="*/ 2147483647 h 2888"/>
              <a:gd name="T14" fmla="*/ 2147483647 w 4783"/>
              <a:gd name="T15" fmla="*/ 2147483647 h 2888"/>
              <a:gd name="T16" fmla="*/ 2147483647 w 4783"/>
              <a:gd name="T17" fmla="*/ 2147483647 h 2888"/>
              <a:gd name="T18" fmla="*/ 2147483647 w 4783"/>
              <a:gd name="T19" fmla="*/ 2147483647 h 2888"/>
              <a:gd name="T20" fmla="*/ 2147483647 w 4783"/>
              <a:gd name="T21" fmla="*/ 2147483647 h 2888"/>
              <a:gd name="T22" fmla="*/ 2147483647 w 4783"/>
              <a:gd name="T23" fmla="*/ 2147483647 h 2888"/>
              <a:gd name="T24" fmla="*/ 2147483647 w 4783"/>
              <a:gd name="T25" fmla="*/ 2147483647 h 2888"/>
              <a:gd name="T26" fmla="*/ 2147483647 w 4783"/>
              <a:gd name="T27" fmla="*/ 2147483647 h 2888"/>
              <a:gd name="T28" fmla="*/ 2147483647 w 4783"/>
              <a:gd name="T29" fmla="*/ 2147483647 h 2888"/>
              <a:gd name="T30" fmla="*/ 2147483647 w 4783"/>
              <a:gd name="T31" fmla="*/ 2147483647 h 2888"/>
              <a:gd name="T32" fmla="*/ 2147483647 w 4783"/>
              <a:gd name="T33" fmla="*/ 2147483647 h 2888"/>
              <a:gd name="T34" fmla="*/ 2147483647 w 4783"/>
              <a:gd name="T35" fmla="*/ 2147483647 h 2888"/>
              <a:gd name="T36" fmla="*/ 2147483647 w 4783"/>
              <a:gd name="T37" fmla="*/ 2147483647 h 2888"/>
              <a:gd name="T38" fmla="*/ 2147483647 w 4783"/>
              <a:gd name="T39" fmla="*/ 2147483647 h 2888"/>
              <a:gd name="T40" fmla="*/ 2147483647 w 4783"/>
              <a:gd name="T41" fmla="*/ 2147483647 h 2888"/>
              <a:gd name="T42" fmla="*/ 2147483647 w 4783"/>
              <a:gd name="T43" fmla="*/ 2147483647 h 2888"/>
              <a:gd name="T44" fmla="*/ 2147483647 w 4783"/>
              <a:gd name="T45" fmla="*/ 2147483647 h 2888"/>
              <a:gd name="T46" fmla="*/ 2147483647 w 4783"/>
              <a:gd name="T47" fmla="*/ 2147483647 h 2888"/>
              <a:gd name="T48" fmla="*/ 2147483647 w 4783"/>
              <a:gd name="T49" fmla="*/ 2147483647 h 2888"/>
              <a:gd name="T50" fmla="*/ 2147483647 w 4783"/>
              <a:gd name="T51" fmla="*/ 2147483647 h 2888"/>
              <a:gd name="T52" fmla="*/ 2147483647 w 4783"/>
              <a:gd name="T53" fmla="*/ 2147483647 h 2888"/>
              <a:gd name="T54" fmla="*/ 2147483647 w 4783"/>
              <a:gd name="T55" fmla="*/ 2147483647 h 2888"/>
              <a:gd name="T56" fmla="*/ 2147483647 w 4783"/>
              <a:gd name="T57" fmla="*/ 2147483647 h 2888"/>
              <a:gd name="T58" fmla="*/ 2147483647 w 4783"/>
              <a:gd name="T59" fmla="*/ 2147483647 h 2888"/>
              <a:gd name="T60" fmla="*/ 2147483647 w 4783"/>
              <a:gd name="T61" fmla="*/ 2147483647 h 2888"/>
              <a:gd name="T62" fmla="*/ 2147483647 w 4783"/>
              <a:gd name="T63" fmla="*/ 2147483647 h 2888"/>
              <a:gd name="T64" fmla="*/ 2147483647 w 4783"/>
              <a:gd name="T65" fmla="*/ 2147483647 h 2888"/>
              <a:gd name="T66" fmla="*/ 2147483647 w 4783"/>
              <a:gd name="T67" fmla="*/ 2147483647 h 2888"/>
              <a:gd name="T68" fmla="*/ 2147483647 w 4783"/>
              <a:gd name="T69" fmla="*/ 2147483647 h 2888"/>
              <a:gd name="T70" fmla="*/ 2147483647 w 4783"/>
              <a:gd name="T71" fmla="*/ 2147483647 h 2888"/>
              <a:gd name="T72" fmla="*/ 2147483647 w 4783"/>
              <a:gd name="T73" fmla="*/ 2147483647 h 2888"/>
              <a:gd name="T74" fmla="*/ 2147483647 w 4783"/>
              <a:gd name="T75" fmla="*/ 2147483647 h 2888"/>
              <a:gd name="T76" fmla="*/ 2147483647 w 4783"/>
              <a:gd name="T77" fmla="*/ 2147483647 h 2888"/>
              <a:gd name="T78" fmla="*/ 2147483647 w 4783"/>
              <a:gd name="T79" fmla="*/ 2147483647 h 2888"/>
              <a:gd name="T80" fmla="*/ 2147483647 w 4783"/>
              <a:gd name="T81" fmla="*/ 2147483647 h 2888"/>
              <a:gd name="T82" fmla="*/ 2147483647 w 4783"/>
              <a:gd name="T83" fmla="*/ 2147483647 h 2888"/>
              <a:gd name="T84" fmla="*/ 2147483647 w 4783"/>
              <a:gd name="T85" fmla="*/ 2147483647 h 2888"/>
              <a:gd name="T86" fmla="*/ 2147483647 w 4783"/>
              <a:gd name="T87" fmla="*/ 2147483647 h 2888"/>
              <a:gd name="T88" fmla="*/ 2147483647 w 4783"/>
              <a:gd name="T89" fmla="*/ 2147483647 h 2888"/>
              <a:gd name="T90" fmla="*/ 2147483647 w 4783"/>
              <a:gd name="T91" fmla="*/ 2147483647 h 2888"/>
              <a:gd name="T92" fmla="*/ 2147483647 w 4783"/>
              <a:gd name="T93" fmla="*/ 2147483647 h 2888"/>
              <a:gd name="T94" fmla="*/ 2147483647 w 4783"/>
              <a:gd name="T95" fmla="*/ 2147483647 h 2888"/>
              <a:gd name="T96" fmla="*/ 2147483647 w 4783"/>
              <a:gd name="T97" fmla="*/ 2147483647 h 2888"/>
              <a:gd name="T98" fmla="*/ 2147483647 w 4783"/>
              <a:gd name="T99" fmla="*/ 2147483647 h 2888"/>
              <a:gd name="T100" fmla="*/ 2147483647 w 4783"/>
              <a:gd name="T101" fmla="*/ 2147483647 h 2888"/>
              <a:gd name="T102" fmla="*/ 2147483647 w 4783"/>
              <a:gd name="T103" fmla="*/ 2147483647 h 2888"/>
              <a:gd name="T104" fmla="*/ 2147483647 w 4783"/>
              <a:gd name="T105" fmla="*/ 2147483647 h 2888"/>
              <a:gd name="T106" fmla="*/ 2147483647 w 4783"/>
              <a:gd name="T107" fmla="*/ 2147483647 h 2888"/>
              <a:gd name="T108" fmla="*/ 2147483647 w 4783"/>
              <a:gd name="T109" fmla="*/ 2147483647 h 2888"/>
              <a:gd name="T110" fmla="*/ 2147483647 w 4783"/>
              <a:gd name="T111" fmla="*/ 2147483647 h 2888"/>
              <a:gd name="T112" fmla="*/ 2147483647 w 4783"/>
              <a:gd name="T113" fmla="*/ 2147483647 h 2888"/>
              <a:gd name="T114" fmla="*/ 2147483647 w 4783"/>
              <a:gd name="T115" fmla="*/ 2147483647 h 2888"/>
              <a:gd name="T116" fmla="*/ 2147483647 w 4783"/>
              <a:gd name="T117" fmla="*/ 2147483647 h 28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4783" h="2888">
                <a:moveTo>
                  <a:pt x="4172" y="1845"/>
                </a:moveTo>
                <a:cubicBezTo>
                  <a:pt x="4166" y="1945"/>
                  <a:pt x="4166" y="1968"/>
                  <a:pt x="4147" y="2045"/>
                </a:cubicBezTo>
                <a:cubicBezTo>
                  <a:pt x="4157" y="2125"/>
                  <a:pt x="4149" y="2199"/>
                  <a:pt x="4138" y="2279"/>
                </a:cubicBezTo>
                <a:cubicBezTo>
                  <a:pt x="4141" y="2318"/>
                  <a:pt x="4147" y="2357"/>
                  <a:pt x="4147" y="2396"/>
                </a:cubicBezTo>
                <a:cubicBezTo>
                  <a:pt x="4147" y="2405"/>
                  <a:pt x="4138" y="2412"/>
                  <a:pt x="4138" y="2421"/>
                </a:cubicBezTo>
                <a:cubicBezTo>
                  <a:pt x="4138" y="2458"/>
                  <a:pt x="4157" y="2493"/>
                  <a:pt x="4163" y="2529"/>
                </a:cubicBezTo>
                <a:cubicBezTo>
                  <a:pt x="4175" y="2596"/>
                  <a:pt x="4170" y="2615"/>
                  <a:pt x="4230" y="2646"/>
                </a:cubicBezTo>
                <a:cubicBezTo>
                  <a:pt x="4236" y="2664"/>
                  <a:pt x="4254" y="2677"/>
                  <a:pt x="4255" y="2696"/>
                </a:cubicBezTo>
                <a:cubicBezTo>
                  <a:pt x="4264" y="2838"/>
                  <a:pt x="4240" y="2860"/>
                  <a:pt x="4121" y="2888"/>
                </a:cubicBezTo>
                <a:cubicBezTo>
                  <a:pt x="4040" y="2882"/>
                  <a:pt x="3976" y="2870"/>
                  <a:pt x="3896" y="2863"/>
                </a:cubicBezTo>
                <a:cubicBezTo>
                  <a:pt x="3808" y="2842"/>
                  <a:pt x="3719" y="2832"/>
                  <a:pt x="3629" y="2821"/>
                </a:cubicBezTo>
                <a:cubicBezTo>
                  <a:pt x="3476" y="2772"/>
                  <a:pt x="3324" y="2784"/>
                  <a:pt x="3161" y="2780"/>
                </a:cubicBezTo>
                <a:cubicBezTo>
                  <a:pt x="2959" y="2760"/>
                  <a:pt x="2755" y="2753"/>
                  <a:pt x="2552" y="2746"/>
                </a:cubicBezTo>
                <a:cubicBezTo>
                  <a:pt x="2460" y="2733"/>
                  <a:pt x="2370" y="2720"/>
                  <a:pt x="2277" y="2713"/>
                </a:cubicBezTo>
                <a:cubicBezTo>
                  <a:pt x="2174" y="2691"/>
                  <a:pt x="2303" y="2716"/>
                  <a:pt x="2101" y="2696"/>
                </a:cubicBezTo>
                <a:cubicBezTo>
                  <a:pt x="2055" y="2691"/>
                  <a:pt x="2006" y="2676"/>
                  <a:pt x="1959" y="2671"/>
                </a:cubicBezTo>
                <a:cubicBezTo>
                  <a:pt x="1896" y="2651"/>
                  <a:pt x="1831" y="2641"/>
                  <a:pt x="1767" y="2621"/>
                </a:cubicBezTo>
                <a:cubicBezTo>
                  <a:pt x="1737" y="2601"/>
                  <a:pt x="1701" y="2582"/>
                  <a:pt x="1667" y="2571"/>
                </a:cubicBezTo>
                <a:cubicBezTo>
                  <a:pt x="1649" y="2543"/>
                  <a:pt x="1622" y="2525"/>
                  <a:pt x="1592" y="2512"/>
                </a:cubicBezTo>
                <a:cubicBezTo>
                  <a:pt x="1576" y="2505"/>
                  <a:pt x="1542" y="2496"/>
                  <a:pt x="1542" y="2496"/>
                </a:cubicBezTo>
                <a:cubicBezTo>
                  <a:pt x="1508" y="2461"/>
                  <a:pt x="1488" y="2450"/>
                  <a:pt x="1442" y="2437"/>
                </a:cubicBezTo>
                <a:cubicBezTo>
                  <a:pt x="1416" y="2411"/>
                  <a:pt x="1394" y="2410"/>
                  <a:pt x="1367" y="2387"/>
                </a:cubicBezTo>
                <a:cubicBezTo>
                  <a:pt x="1318" y="2346"/>
                  <a:pt x="1368" y="2374"/>
                  <a:pt x="1308" y="2346"/>
                </a:cubicBezTo>
                <a:cubicBezTo>
                  <a:pt x="1220" y="2226"/>
                  <a:pt x="1065" y="2175"/>
                  <a:pt x="924" y="2145"/>
                </a:cubicBezTo>
                <a:cubicBezTo>
                  <a:pt x="867" y="2106"/>
                  <a:pt x="939" y="2150"/>
                  <a:pt x="849" y="2120"/>
                </a:cubicBezTo>
                <a:cubicBezTo>
                  <a:pt x="759" y="2090"/>
                  <a:pt x="884" y="2113"/>
                  <a:pt x="799" y="2095"/>
                </a:cubicBezTo>
                <a:cubicBezTo>
                  <a:pt x="762" y="2087"/>
                  <a:pt x="727" y="2082"/>
                  <a:pt x="691" y="2070"/>
                </a:cubicBezTo>
                <a:cubicBezTo>
                  <a:pt x="623" y="2021"/>
                  <a:pt x="655" y="2034"/>
                  <a:pt x="599" y="2020"/>
                </a:cubicBezTo>
                <a:cubicBezTo>
                  <a:pt x="542" y="1992"/>
                  <a:pt x="470" y="1987"/>
                  <a:pt x="407" y="1978"/>
                </a:cubicBezTo>
                <a:cubicBezTo>
                  <a:pt x="373" y="1956"/>
                  <a:pt x="337" y="1937"/>
                  <a:pt x="298" y="1928"/>
                </a:cubicBezTo>
                <a:cubicBezTo>
                  <a:pt x="277" y="1914"/>
                  <a:pt x="251" y="1909"/>
                  <a:pt x="231" y="1895"/>
                </a:cubicBezTo>
                <a:cubicBezTo>
                  <a:pt x="223" y="1889"/>
                  <a:pt x="222" y="1877"/>
                  <a:pt x="215" y="1870"/>
                </a:cubicBezTo>
                <a:cubicBezTo>
                  <a:pt x="200" y="1857"/>
                  <a:pt x="181" y="1848"/>
                  <a:pt x="165" y="1836"/>
                </a:cubicBezTo>
                <a:cubicBezTo>
                  <a:pt x="153" y="1828"/>
                  <a:pt x="142" y="1819"/>
                  <a:pt x="131" y="1811"/>
                </a:cubicBezTo>
                <a:cubicBezTo>
                  <a:pt x="120" y="1803"/>
                  <a:pt x="98" y="1786"/>
                  <a:pt x="98" y="1786"/>
                </a:cubicBezTo>
                <a:cubicBezTo>
                  <a:pt x="76" y="1726"/>
                  <a:pt x="109" y="1798"/>
                  <a:pt x="56" y="1744"/>
                </a:cubicBezTo>
                <a:cubicBezTo>
                  <a:pt x="50" y="1738"/>
                  <a:pt x="52" y="1727"/>
                  <a:pt x="48" y="1719"/>
                </a:cubicBezTo>
                <a:cubicBezTo>
                  <a:pt x="41" y="1707"/>
                  <a:pt x="31" y="1697"/>
                  <a:pt x="23" y="1686"/>
                </a:cubicBezTo>
                <a:cubicBezTo>
                  <a:pt x="10" y="1650"/>
                  <a:pt x="0" y="1624"/>
                  <a:pt x="14" y="1586"/>
                </a:cubicBezTo>
                <a:cubicBezTo>
                  <a:pt x="25" y="1556"/>
                  <a:pt x="57" y="1543"/>
                  <a:pt x="81" y="1527"/>
                </a:cubicBezTo>
                <a:cubicBezTo>
                  <a:pt x="117" y="1503"/>
                  <a:pt x="140" y="1467"/>
                  <a:pt x="181" y="1452"/>
                </a:cubicBezTo>
                <a:cubicBezTo>
                  <a:pt x="207" y="1414"/>
                  <a:pt x="263" y="1392"/>
                  <a:pt x="307" y="1377"/>
                </a:cubicBezTo>
                <a:cubicBezTo>
                  <a:pt x="350" y="1334"/>
                  <a:pt x="399" y="1316"/>
                  <a:pt x="457" y="1302"/>
                </a:cubicBezTo>
                <a:cubicBezTo>
                  <a:pt x="502" y="1232"/>
                  <a:pt x="442" y="1314"/>
                  <a:pt x="499" y="1269"/>
                </a:cubicBezTo>
                <a:cubicBezTo>
                  <a:pt x="537" y="1239"/>
                  <a:pt x="490" y="1246"/>
                  <a:pt x="540" y="1227"/>
                </a:cubicBezTo>
                <a:cubicBezTo>
                  <a:pt x="575" y="1214"/>
                  <a:pt x="614" y="1217"/>
                  <a:pt x="649" y="1202"/>
                </a:cubicBezTo>
                <a:cubicBezTo>
                  <a:pt x="681" y="1188"/>
                  <a:pt x="709" y="1167"/>
                  <a:pt x="741" y="1152"/>
                </a:cubicBezTo>
                <a:cubicBezTo>
                  <a:pt x="752" y="1118"/>
                  <a:pt x="766" y="1113"/>
                  <a:pt x="799" y="1102"/>
                </a:cubicBezTo>
                <a:cubicBezTo>
                  <a:pt x="808" y="1064"/>
                  <a:pt x="810" y="1040"/>
                  <a:pt x="849" y="1027"/>
                </a:cubicBezTo>
                <a:cubicBezTo>
                  <a:pt x="866" y="1002"/>
                  <a:pt x="873" y="979"/>
                  <a:pt x="883" y="951"/>
                </a:cubicBezTo>
                <a:cubicBezTo>
                  <a:pt x="886" y="923"/>
                  <a:pt x="895" y="895"/>
                  <a:pt x="891" y="868"/>
                </a:cubicBezTo>
                <a:cubicBezTo>
                  <a:pt x="889" y="856"/>
                  <a:pt x="873" y="853"/>
                  <a:pt x="866" y="843"/>
                </a:cubicBezTo>
                <a:cubicBezTo>
                  <a:pt x="834" y="795"/>
                  <a:pt x="854" y="748"/>
                  <a:pt x="807" y="701"/>
                </a:cubicBezTo>
                <a:cubicBezTo>
                  <a:pt x="800" y="647"/>
                  <a:pt x="806" y="650"/>
                  <a:pt x="782" y="609"/>
                </a:cubicBezTo>
                <a:cubicBezTo>
                  <a:pt x="772" y="592"/>
                  <a:pt x="760" y="576"/>
                  <a:pt x="749" y="559"/>
                </a:cubicBezTo>
                <a:cubicBezTo>
                  <a:pt x="743" y="551"/>
                  <a:pt x="732" y="534"/>
                  <a:pt x="732" y="534"/>
                </a:cubicBezTo>
                <a:cubicBezTo>
                  <a:pt x="717" y="487"/>
                  <a:pt x="689" y="448"/>
                  <a:pt x="674" y="400"/>
                </a:cubicBezTo>
                <a:cubicBezTo>
                  <a:pt x="680" y="363"/>
                  <a:pt x="688" y="335"/>
                  <a:pt x="699" y="300"/>
                </a:cubicBezTo>
                <a:cubicBezTo>
                  <a:pt x="745" y="317"/>
                  <a:pt x="721" y="329"/>
                  <a:pt x="774" y="342"/>
                </a:cubicBezTo>
                <a:cubicBezTo>
                  <a:pt x="802" y="370"/>
                  <a:pt x="835" y="392"/>
                  <a:pt x="866" y="417"/>
                </a:cubicBezTo>
                <a:cubicBezTo>
                  <a:pt x="882" y="430"/>
                  <a:pt x="904" y="435"/>
                  <a:pt x="916" y="451"/>
                </a:cubicBezTo>
                <a:cubicBezTo>
                  <a:pt x="950" y="495"/>
                  <a:pt x="982" y="540"/>
                  <a:pt x="1016" y="584"/>
                </a:cubicBezTo>
                <a:cubicBezTo>
                  <a:pt x="1086" y="674"/>
                  <a:pt x="984" y="519"/>
                  <a:pt x="1075" y="651"/>
                </a:cubicBezTo>
                <a:cubicBezTo>
                  <a:pt x="1111" y="703"/>
                  <a:pt x="1126" y="760"/>
                  <a:pt x="1191" y="776"/>
                </a:cubicBezTo>
                <a:cubicBezTo>
                  <a:pt x="1202" y="782"/>
                  <a:pt x="1213" y="788"/>
                  <a:pt x="1225" y="793"/>
                </a:cubicBezTo>
                <a:cubicBezTo>
                  <a:pt x="1250" y="802"/>
                  <a:pt x="1300" y="818"/>
                  <a:pt x="1300" y="818"/>
                </a:cubicBezTo>
                <a:cubicBezTo>
                  <a:pt x="1332" y="810"/>
                  <a:pt x="1353" y="795"/>
                  <a:pt x="1383" y="784"/>
                </a:cubicBezTo>
                <a:cubicBezTo>
                  <a:pt x="1417" y="750"/>
                  <a:pt x="1411" y="737"/>
                  <a:pt x="1459" y="726"/>
                </a:cubicBezTo>
                <a:cubicBezTo>
                  <a:pt x="1498" y="700"/>
                  <a:pt x="1501" y="659"/>
                  <a:pt x="1550" y="643"/>
                </a:cubicBezTo>
                <a:cubicBezTo>
                  <a:pt x="1558" y="635"/>
                  <a:pt x="1565" y="625"/>
                  <a:pt x="1575" y="618"/>
                </a:cubicBezTo>
                <a:cubicBezTo>
                  <a:pt x="1582" y="613"/>
                  <a:pt x="1593" y="615"/>
                  <a:pt x="1600" y="609"/>
                </a:cubicBezTo>
                <a:cubicBezTo>
                  <a:pt x="1608" y="603"/>
                  <a:pt x="1610" y="591"/>
                  <a:pt x="1617" y="584"/>
                </a:cubicBezTo>
                <a:cubicBezTo>
                  <a:pt x="1634" y="567"/>
                  <a:pt x="1646" y="566"/>
                  <a:pt x="1667" y="559"/>
                </a:cubicBezTo>
                <a:cubicBezTo>
                  <a:pt x="1708" y="532"/>
                  <a:pt x="1745" y="491"/>
                  <a:pt x="1792" y="476"/>
                </a:cubicBezTo>
                <a:cubicBezTo>
                  <a:pt x="1839" y="444"/>
                  <a:pt x="1912" y="435"/>
                  <a:pt x="1968" y="426"/>
                </a:cubicBezTo>
                <a:cubicBezTo>
                  <a:pt x="2032" y="403"/>
                  <a:pt x="2081" y="352"/>
                  <a:pt x="2143" y="325"/>
                </a:cubicBezTo>
                <a:cubicBezTo>
                  <a:pt x="2188" y="305"/>
                  <a:pt x="2238" y="292"/>
                  <a:pt x="2285" y="275"/>
                </a:cubicBezTo>
                <a:cubicBezTo>
                  <a:pt x="2296" y="267"/>
                  <a:pt x="2307" y="258"/>
                  <a:pt x="2318" y="250"/>
                </a:cubicBezTo>
                <a:cubicBezTo>
                  <a:pt x="2334" y="239"/>
                  <a:pt x="2368" y="217"/>
                  <a:pt x="2368" y="217"/>
                </a:cubicBezTo>
                <a:cubicBezTo>
                  <a:pt x="2382" y="165"/>
                  <a:pt x="2406" y="157"/>
                  <a:pt x="2452" y="142"/>
                </a:cubicBezTo>
                <a:cubicBezTo>
                  <a:pt x="2458" y="134"/>
                  <a:pt x="2464" y="126"/>
                  <a:pt x="2469" y="117"/>
                </a:cubicBezTo>
                <a:cubicBezTo>
                  <a:pt x="2473" y="109"/>
                  <a:pt x="2472" y="99"/>
                  <a:pt x="2477" y="92"/>
                </a:cubicBezTo>
                <a:cubicBezTo>
                  <a:pt x="2517" y="32"/>
                  <a:pt x="2604" y="12"/>
                  <a:pt x="2669" y="0"/>
                </a:cubicBezTo>
                <a:cubicBezTo>
                  <a:pt x="2725" y="6"/>
                  <a:pt x="2781" y="14"/>
                  <a:pt x="2836" y="25"/>
                </a:cubicBezTo>
                <a:cubicBezTo>
                  <a:pt x="2859" y="30"/>
                  <a:pt x="2903" y="42"/>
                  <a:pt x="2903" y="42"/>
                </a:cubicBezTo>
                <a:cubicBezTo>
                  <a:pt x="2937" y="68"/>
                  <a:pt x="2954" y="73"/>
                  <a:pt x="2995" y="83"/>
                </a:cubicBezTo>
                <a:cubicBezTo>
                  <a:pt x="3023" y="102"/>
                  <a:pt x="3046" y="123"/>
                  <a:pt x="3078" y="133"/>
                </a:cubicBezTo>
                <a:cubicBezTo>
                  <a:pt x="3126" y="166"/>
                  <a:pt x="3171" y="194"/>
                  <a:pt x="3228" y="208"/>
                </a:cubicBezTo>
                <a:cubicBezTo>
                  <a:pt x="3245" y="219"/>
                  <a:pt x="3261" y="231"/>
                  <a:pt x="3278" y="242"/>
                </a:cubicBezTo>
                <a:cubicBezTo>
                  <a:pt x="3292" y="252"/>
                  <a:pt x="3398" y="265"/>
                  <a:pt x="3429" y="275"/>
                </a:cubicBezTo>
                <a:cubicBezTo>
                  <a:pt x="3444" y="285"/>
                  <a:pt x="3464" y="288"/>
                  <a:pt x="3479" y="300"/>
                </a:cubicBezTo>
                <a:cubicBezTo>
                  <a:pt x="3487" y="306"/>
                  <a:pt x="3487" y="319"/>
                  <a:pt x="3495" y="325"/>
                </a:cubicBezTo>
                <a:cubicBezTo>
                  <a:pt x="3522" y="345"/>
                  <a:pt x="3571" y="359"/>
                  <a:pt x="3604" y="367"/>
                </a:cubicBezTo>
                <a:cubicBezTo>
                  <a:pt x="3615" y="373"/>
                  <a:pt x="3628" y="376"/>
                  <a:pt x="3637" y="384"/>
                </a:cubicBezTo>
                <a:cubicBezTo>
                  <a:pt x="3645" y="390"/>
                  <a:pt x="3646" y="403"/>
                  <a:pt x="3654" y="409"/>
                </a:cubicBezTo>
                <a:cubicBezTo>
                  <a:pt x="3668" y="420"/>
                  <a:pt x="3687" y="420"/>
                  <a:pt x="3704" y="426"/>
                </a:cubicBezTo>
                <a:cubicBezTo>
                  <a:pt x="3767" y="447"/>
                  <a:pt x="3832" y="474"/>
                  <a:pt x="3896" y="484"/>
                </a:cubicBezTo>
                <a:cubicBezTo>
                  <a:pt x="3954" y="523"/>
                  <a:pt x="3929" y="506"/>
                  <a:pt x="3971" y="534"/>
                </a:cubicBezTo>
                <a:cubicBezTo>
                  <a:pt x="3981" y="541"/>
                  <a:pt x="3986" y="553"/>
                  <a:pt x="3996" y="559"/>
                </a:cubicBezTo>
                <a:cubicBezTo>
                  <a:pt x="4006" y="565"/>
                  <a:pt x="4019" y="564"/>
                  <a:pt x="4030" y="567"/>
                </a:cubicBezTo>
                <a:cubicBezTo>
                  <a:pt x="4092" y="609"/>
                  <a:pt x="4061" y="593"/>
                  <a:pt x="4121" y="618"/>
                </a:cubicBezTo>
                <a:cubicBezTo>
                  <a:pt x="4154" y="650"/>
                  <a:pt x="4193" y="673"/>
                  <a:pt x="4238" y="684"/>
                </a:cubicBezTo>
                <a:cubicBezTo>
                  <a:pt x="4273" y="707"/>
                  <a:pt x="4315" y="713"/>
                  <a:pt x="4355" y="726"/>
                </a:cubicBezTo>
                <a:cubicBezTo>
                  <a:pt x="4396" y="754"/>
                  <a:pt x="4443" y="761"/>
                  <a:pt x="4489" y="776"/>
                </a:cubicBezTo>
                <a:cubicBezTo>
                  <a:pt x="4531" y="805"/>
                  <a:pt x="4589" y="814"/>
                  <a:pt x="4639" y="826"/>
                </a:cubicBezTo>
                <a:cubicBezTo>
                  <a:pt x="4684" y="849"/>
                  <a:pt x="4704" y="888"/>
                  <a:pt x="4748" y="910"/>
                </a:cubicBezTo>
                <a:cubicBezTo>
                  <a:pt x="4758" y="941"/>
                  <a:pt x="4773" y="961"/>
                  <a:pt x="4781" y="993"/>
                </a:cubicBezTo>
                <a:cubicBezTo>
                  <a:pt x="4776" y="1063"/>
                  <a:pt x="4783" y="1105"/>
                  <a:pt x="4748" y="1160"/>
                </a:cubicBezTo>
                <a:cubicBezTo>
                  <a:pt x="4740" y="1189"/>
                  <a:pt x="4729" y="1218"/>
                  <a:pt x="4714" y="1244"/>
                </a:cubicBezTo>
                <a:cubicBezTo>
                  <a:pt x="4704" y="1261"/>
                  <a:pt x="4688" y="1275"/>
                  <a:pt x="4681" y="1294"/>
                </a:cubicBezTo>
                <a:cubicBezTo>
                  <a:pt x="4669" y="1326"/>
                  <a:pt x="4665" y="1341"/>
                  <a:pt x="4631" y="1352"/>
                </a:cubicBezTo>
                <a:cubicBezTo>
                  <a:pt x="4611" y="1392"/>
                  <a:pt x="4554" y="1448"/>
                  <a:pt x="4514" y="1469"/>
                </a:cubicBezTo>
                <a:cubicBezTo>
                  <a:pt x="4502" y="1502"/>
                  <a:pt x="4480" y="1511"/>
                  <a:pt x="4455" y="1536"/>
                </a:cubicBezTo>
                <a:cubicBezTo>
                  <a:pt x="4434" y="1603"/>
                  <a:pt x="4466" y="1525"/>
                  <a:pt x="4422" y="1569"/>
                </a:cubicBezTo>
                <a:cubicBezTo>
                  <a:pt x="4398" y="1593"/>
                  <a:pt x="4392" y="1634"/>
                  <a:pt x="4364" y="1653"/>
                </a:cubicBezTo>
                <a:cubicBezTo>
                  <a:pt x="4360" y="1656"/>
                  <a:pt x="4302" y="1671"/>
                  <a:pt x="4288" y="1678"/>
                </a:cubicBezTo>
                <a:cubicBezTo>
                  <a:pt x="4243" y="1700"/>
                  <a:pt x="4216" y="1725"/>
                  <a:pt x="4180" y="1761"/>
                </a:cubicBezTo>
                <a:cubicBezTo>
                  <a:pt x="4160" y="1781"/>
                  <a:pt x="4175" y="1817"/>
                  <a:pt x="4172" y="1845"/>
                </a:cubicBezTo>
                <a:close/>
              </a:path>
            </a:pathLst>
          </a:custGeom>
          <a:solidFill>
            <a:schemeClr val="accent1">
              <a:alpha val="20000"/>
            </a:schemeClr>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92</a:t>
            </a:fld>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8" grpId="0" animBg="1"/>
    </p:bldLst>
  </p:timing>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WordArt 2"/>
          <p:cNvSpPr>
            <a:spLocks noChangeArrowheads="1" noChangeShapeType="1" noTextEdit="1"/>
          </p:cNvSpPr>
          <p:nvPr/>
        </p:nvSpPr>
        <p:spPr bwMode="auto">
          <a:xfrm>
            <a:off x="2195513" y="2349500"/>
            <a:ext cx="4824412" cy="1728788"/>
          </a:xfrm>
          <a:prstGeom prst="rect">
            <a:avLst/>
          </a:prstGeom>
        </p:spPr>
        <p:txBody>
          <a:bodyPr wrap="none" fromWordArt="1">
            <a:prstTxWarp prst="textPlain">
              <a:avLst>
                <a:gd name="adj" fmla="val 47185"/>
              </a:avLst>
            </a:prstTxWarp>
          </a:bodyPr>
          <a:lstStyle/>
          <a:p>
            <a:pPr algn="ctr"/>
            <a:r>
              <a:rPr lang="zh-CN" altLang="en-US"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SimHei"/>
                <a:ea typeface="SimHei"/>
              </a:rPr>
              <a:t>谢谢！</a:t>
            </a:r>
          </a:p>
        </p:txBody>
      </p:sp>
      <p:sp>
        <p:nvSpPr>
          <p:cNvPr id="64515" name="Rectangle 3"/>
          <p:cNvSpPr>
            <a:spLocks noChangeArrowheads="1"/>
          </p:cNvSpPr>
          <p:nvPr/>
        </p:nvSpPr>
        <p:spPr bwMode="auto">
          <a:xfrm>
            <a:off x="323850" y="981075"/>
            <a:ext cx="8569325" cy="5762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pitchFamily="34" charset="0"/>
                <a:ea typeface="宋体" pitchFamily="2" charset="-122"/>
              </a:defRPr>
            </a:lvl1pPr>
            <a:lvl2pPr marL="742950" indent="-285750" eaLnBrk="0" hangingPunct="0">
              <a:defRPr sz="3600">
                <a:solidFill>
                  <a:schemeClr val="tx1"/>
                </a:solidFill>
                <a:latin typeface="Arial" pitchFamily="34" charset="0"/>
                <a:ea typeface="宋体" pitchFamily="2" charset="-122"/>
              </a:defRPr>
            </a:lvl2pPr>
            <a:lvl3pPr marL="1143000" indent="-228600" eaLnBrk="0" hangingPunct="0">
              <a:defRPr sz="3600">
                <a:solidFill>
                  <a:schemeClr val="tx1"/>
                </a:solidFill>
                <a:latin typeface="Arial" pitchFamily="34" charset="0"/>
                <a:ea typeface="宋体" pitchFamily="2" charset="-122"/>
              </a:defRPr>
            </a:lvl3pPr>
            <a:lvl4pPr marL="1600200" indent="-228600" eaLnBrk="0" hangingPunct="0">
              <a:defRPr sz="3600">
                <a:solidFill>
                  <a:schemeClr val="tx1"/>
                </a:solidFill>
                <a:latin typeface="Arial" pitchFamily="34" charset="0"/>
                <a:ea typeface="宋体" pitchFamily="2" charset="-122"/>
              </a:defRPr>
            </a:lvl4pPr>
            <a:lvl5pPr marL="2057400" indent="-228600" eaLnBrk="0" hangingPunct="0">
              <a:defRPr sz="3600">
                <a:solidFill>
                  <a:schemeClr val="tx1"/>
                </a:solidFill>
                <a:latin typeface="Arial" pitchFamily="34" charset="0"/>
                <a:ea typeface="宋体" pitchFamily="2" charset="-122"/>
              </a:defRPr>
            </a:lvl5pPr>
            <a:lvl6pPr marL="2514600" indent="-228600" algn="r" eaLnBrk="0" fontAlgn="base" hangingPunct="0">
              <a:spcBef>
                <a:spcPct val="0"/>
              </a:spcBef>
              <a:spcAft>
                <a:spcPct val="0"/>
              </a:spcAft>
              <a:defRPr sz="3600">
                <a:solidFill>
                  <a:schemeClr val="tx1"/>
                </a:solidFill>
                <a:latin typeface="Arial" pitchFamily="34" charset="0"/>
                <a:ea typeface="宋体" pitchFamily="2" charset="-122"/>
              </a:defRPr>
            </a:lvl6pPr>
            <a:lvl7pPr marL="2971800" indent="-228600" algn="r" eaLnBrk="0" fontAlgn="base" hangingPunct="0">
              <a:spcBef>
                <a:spcPct val="0"/>
              </a:spcBef>
              <a:spcAft>
                <a:spcPct val="0"/>
              </a:spcAft>
              <a:defRPr sz="3600">
                <a:solidFill>
                  <a:schemeClr val="tx1"/>
                </a:solidFill>
                <a:latin typeface="Arial" pitchFamily="34" charset="0"/>
                <a:ea typeface="宋体" pitchFamily="2" charset="-122"/>
              </a:defRPr>
            </a:lvl7pPr>
            <a:lvl8pPr marL="3429000" indent="-228600" algn="r" eaLnBrk="0" fontAlgn="base" hangingPunct="0">
              <a:spcBef>
                <a:spcPct val="0"/>
              </a:spcBef>
              <a:spcAft>
                <a:spcPct val="0"/>
              </a:spcAft>
              <a:defRPr sz="3600">
                <a:solidFill>
                  <a:schemeClr val="tx1"/>
                </a:solidFill>
                <a:latin typeface="Arial" pitchFamily="34" charset="0"/>
                <a:ea typeface="宋体" pitchFamily="2" charset="-122"/>
              </a:defRPr>
            </a:lvl8pPr>
            <a:lvl9pPr marL="3886200" indent="-228600" algn="r" eaLnBrk="0" fontAlgn="base" hangingPunct="0">
              <a:spcBef>
                <a:spcPct val="0"/>
              </a:spcBef>
              <a:spcAft>
                <a:spcPct val="0"/>
              </a:spcAft>
              <a:defRPr sz="3600">
                <a:solidFill>
                  <a:schemeClr val="tx1"/>
                </a:solidFill>
                <a:latin typeface="Arial" pitchFamily="34" charset="0"/>
                <a:ea typeface="宋体" pitchFamily="2" charset="-122"/>
              </a:defRPr>
            </a:lvl9pPr>
          </a:lstStyle>
          <a:p>
            <a:pPr eaLnBrk="1" hangingPunct="1"/>
            <a:endParaRPr lang="zh-CN" altLang="en-US"/>
          </a:p>
        </p:txBody>
      </p:sp>
      <p:sp>
        <p:nvSpPr>
          <p:cNvPr id="2" name="灯片编号占位符 1"/>
          <p:cNvSpPr>
            <a:spLocks noGrp="1"/>
          </p:cNvSpPr>
          <p:nvPr>
            <p:ph type="sldNum" sz="quarter" idx="10"/>
          </p:nvPr>
        </p:nvSpPr>
        <p:spPr/>
        <p:txBody>
          <a:bodyPr/>
          <a:lstStyle/>
          <a:p>
            <a:fld id="{B58AC878-8C27-4018-8291-912A1A823CD1}" type="slidenum">
              <a:rPr lang="zh-CN" altLang="en-US" smtClean="0"/>
              <a:pPr/>
              <a:t>93</a:t>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zh-CN" altLang="en-US" sz="3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zh-CN" altLang="en-US" sz="3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a:themeElements>
    <a:clrScheme name="Default">
      <a:dk1>
        <a:srgbClr val="000000"/>
      </a:dk1>
      <a:lt1>
        <a:srgbClr val="CFE8E9"/>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a:majorFont>
        <a:latin typeface="Helvetica"/>
        <a:ea typeface="Helvetica"/>
        <a:cs typeface="Helvetica"/>
      </a:majorFont>
      <a:minorFont>
        <a:latin typeface="Helvetica Neue"/>
        <a:ea typeface="Helvetica Neue"/>
        <a:cs typeface="Helvetica Neu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4F81BD"/>
          </a:solidFill>
          <a:prstDash val="solid"/>
          <a:bevel/>
        </a:ln>
        <a:effectLst>
          <a:outerShdw blurRad="38100" dist="23000" dir="5400000" rotWithShape="0">
            <a:srgbClr val="000000">
              <a:alpha val="35000"/>
            </a:srgbClr>
          </a:outerShdw>
        </a:effectLst>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4F81BD"/>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
  <TotalTime>16476</TotalTime>
  <Words>8686</Words>
  <Application>Microsoft Office PowerPoint</Application>
  <PresentationFormat>全屏显示(4:3)</PresentationFormat>
  <Paragraphs>1739</Paragraphs>
  <Slides>93</Slides>
  <Notes>1</Notes>
  <HiddenSlides>0</HiddenSlides>
  <MMClips>0</MMClips>
  <ScaleCrop>false</ScaleCrop>
  <HeadingPairs>
    <vt:vector size="8" baseType="variant">
      <vt:variant>
        <vt:lpstr>已用的字体</vt:lpstr>
      </vt:variant>
      <vt:variant>
        <vt:i4>20</vt:i4>
      </vt:variant>
      <vt:variant>
        <vt:lpstr>主题</vt:lpstr>
      </vt:variant>
      <vt:variant>
        <vt:i4>2</vt:i4>
      </vt:variant>
      <vt:variant>
        <vt:lpstr>嵌入 OLE 服务器</vt:lpstr>
      </vt:variant>
      <vt:variant>
        <vt:i4>2</vt:i4>
      </vt:variant>
      <vt:variant>
        <vt:lpstr>幻灯片标题</vt:lpstr>
      </vt:variant>
      <vt:variant>
        <vt:i4>93</vt:i4>
      </vt:variant>
    </vt:vector>
  </HeadingPairs>
  <TitlesOfParts>
    <vt:vector size="117" baseType="lpstr">
      <vt:lpstr>Adobe 仿宋 Std R</vt:lpstr>
      <vt:lpstr>Avenir Next</vt:lpstr>
      <vt:lpstr>Courier</vt:lpstr>
      <vt:lpstr>SimHei</vt:lpstr>
      <vt:lpstr>华文楷体</vt:lpstr>
      <vt:lpstr>隶书</vt:lpstr>
      <vt:lpstr>宋体</vt:lpstr>
      <vt:lpstr>Microsoft Yahei</vt:lpstr>
      <vt:lpstr>Arial</vt:lpstr>
      <vt:lpstr>Bauhaus 93</vt:lpstr>
      <vt:lpstr>Calibri</vt:lpstr>
      <vt:lpstr>Georgia</vt:lpstr>
      <vt:lpstr>Helvetica</vt:lpstr>
      <vt:lpstr>Lucida Sans Unicode</vt:lpstr>
      <vt:lpstr>MV Boli</vt:lpstr>
      <vt:lpstr>Symbol</vt:lpstr>
      <vt:lpstr>Tahoma</vt:lpstr>
      <vt:lpstr>Times New Roman</vt:lpstr>
      <vt:lpstr>Verdana</vt:lpstr>
      <vt:lpstr>Wingdings</vt:lpstr>
      <vt:lpstr>默认设计模板</vt:lpstr>
      <vt:lpstr>Default</vt:lpstr>
      <vt:lpstr>公式</vt:lpstr>
      <vt:lpstr>图片</vt:lpstr>
      <vt:lpstr>清华大学电子工程系 电子信息科学与技术导引  第一讲 电磁学与分析数学史概览</vt:lpstr>
      <vt:lpstr>第一讲主要内容</vt:lpstr>
      <vt:lpstr>为什么开设导引课？</vt:lpstr>
      <vt:lpstr>清华大学电子信息类的培养目标</vt:lpstr>
      <vt:lpstr>科技发展对人才提出更高的要求</vt:lpstr>
      <vt:lpstr>大科学大工程需要团队协作</vt:lpstr>
      <vt:lpstr>科技创新需要全链条合作</vt:lpstr>
      <vt:lpstr>知识架构非常重要</vt:lpstr>
      <vt:lpstr>知识架构的作用：“教育”的载体之一</vt:lpstr>
      <vt:lpstr>高等教育</vt:lpstr>
      <vt:lpstr>高等教育三次重大变化</vt:lpstr>
      <vt:lpstr>PowerPoint 演示文稿</vt:lpstr>
      <vt:lpstr>PowerPoint 演示文稿</vt:lpstr>
      <vt:lpstr>PowerPoint 演示文稿</vt:lpstr>
      <vt:lpstr>PowerPoint 演示文稿</vt:lpstr>
      <vt:lpstr>PowerPoint 演示文稿</vt:lpstr>
      <vt:lpstr>PowerPoint 演示文稿</vt:lpstr>
      <vt:lpstr>开设《导引》课的目的</vt:lpstr>
      <vt:lpstr>电子信息科学技术的知识体系 是如何形成的？</vt:lpstr>
      <vt:lpstr>科学技术发展的规律</vt:lpstr>
      <vt:lpstr>“范式”的意义</vt:lpstr>
      <vt:lpstr>什么是“常规科学”？</vt:lpstr>
      <vt:lpstr>什么是“科学的革命”</vt:lpstr>
      <vt:lpstr>科学技术进步的模式</vt:lpstr>
      <vt:lpstr>科学的意义</vt:lpstr>
      <vt:lpstr>“科学革命”理论对我们的启示</vt:lpstr>
      <vt:lpstr>电子信息科学技术的知识体系 是如何形成的？</vt:lpstr>
      <vt:lpstr>电磁学和分析数学的发展史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爱因斯坦的五篇论文</vt:lpstr>
      <vt:lpstr>PowerPoint 演示文稿</vt:lpstr>
      <vt:lpstr>人类利用电与磁的历史</vt:lpstr>
      <vt:lpstr>人类利用电与磁的历史</vt:lpstr>
      <vt:lpstr>人类利用电与磁的历史</vt:lpstr>
      <vt:lpstr>人类利用电与磁的历史</vt:lpstr>
      <vt:lpstr>人类利用电与磁的历史</vt:lpstr>
      <vt:lpstr>人类利用电与磁的历史</vt:lpstr>
      <vt:lpstr>人类利用电与磁的历史</vt:lpstr>
      <vt:lpstr> 信息技术的发展—信号处理理论和电子电路技术</vt:lpstr>
      <vt:lpstr> 信息技术的发展—信号处理理论和电子电路技术</vt:lpstr>
      <vt:lpstr> 信息技术的发展—信号处理理论和电子电路技术</vt:lpstr>
      <vt:lpstr> 信息技术的发展—信号处理理论和电子电路技术</vt:lpstr>
      <vt:lpstr>PowerPoint 演示文稿</vt:lpstr>
      <vt:lpstr>PowerPoint 演示文稿</vt:lpstr>
      <vt:lpstr>PowerPoint 演示文稿</vt:lpstr>
      <vt:lpstr>PowerPoint 演示文稿</vt:lpstr>
      <vt:lpstr>PowerPoint 演示文稿</vt:lpstr>
      <vt:lpstr>PowerPoint 演示文稿</vt:lpstr>
      <vt:lpstr>电子信息科学技术的蓬勃发展</vt:lpstr>
      <vt:lpstr>当今电子信息技术应用极为广泛</vt:lpstr>
      <vt:lpstr>历史告诉了我们什么？</vt:lpstr>
      <vt:lpstr>各学科方向之间的关系</vt:lpstr>
      <vt:lpstr>关注学科新进展及引发的哲学思考</vt:lpstr>
      <vt:lpstr>PowerPoint 演示文稿</vt:lpstr>
      <vt:lpstr>PowerPoint 演示文稿</vt:lpstr>
      <vt:lpstr>PowerPoint 演示文稿</vt:lpstr>
      <vt:lpstr>个人所产生的观念，“或者是关于他们对自然界的关系的观念，或者是关于他们之间的关系的观念，或者是关于他们自身的状况的观念。”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“导引课”讲什么内容？</vt:lpstr>
      <vt:lpstr>系统的层次</vt:lpstr>
      <vt:lpstr>电子信息科技知识体系的MAP           （2009年9月18日教委会）</vt:lpstr>
      <vt:lpstr>电子信息科技知识体系的MAP</vt:lpstr>
      <vt:lpstr>PowerPoint 演示文稿</vt:lpstr>
    </vt:vector>
  </TitlesOfParts>
  <Company>Tsinghua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清华大学电子工程系 电子信息科学与技术导引</dc:title>
  <dc:creator>Wangxq</dc:creator>
  <cp:lastModifiedBy>guolin li</cp:lastModifiedBy>
  <cp:revision>203</cp:revision>
  <dcterms:created xsi:type="dcterms:W3CDTF">2009-11-15T14:44:26Z</dcterms:created>
  <dcterms:modified xsi:type="dcterms:W3CDTF">2020-02-18T07:37:44Z</dcterms:modified>
</cp:coreProperties>
</file>